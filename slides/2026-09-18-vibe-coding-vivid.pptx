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6.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slideLayout" Target="../slideLayouts/slideLayout2.xml"/><Relationship Id="rId12"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jpe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9.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6.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slideLayout" Target="../slideLayouts/slideLayout1.xml"/><Relationship Id="rId12"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 name="Picture 1" descr="v_slide1-01.png"/>
          <p:cNvPicPr>
            <a:picLocks noChangeAspect="1"/>
          </p:cNvPicPr>
          <p:nvPr/>
        </p:nvPicPr>
        <p:blipFill>
          <a:blip r:embed="rId12"/>
          <a:stretch>
            <a:fillRect/>
          </a:stretch>
        </p:blipFill>
        <p:spPr>
          <a:xfrm>
            <a:off x="0" y="0"/>
            <a:ext cx="12192000" cy="6858000"/>
          </a:xfrm>
          <a:prstGeom prst="rect">
            <a:avLst/>
          </a:prstGeom>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 name=""/>
          <p:cNvSpPr txBox="1"/>
          <p:nvPr/>
        </p:nvSpPr>
        <p:spPr>
          <a:xfrm>
            <a:off x="533520" y="2732760"/>
            <a:ext cx="6096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プログラミングを少しかじった程度で開発の専⾨知識のない私ですが、</a:t>
            </a:r>
            <a:endParaRPr lang="en-US" sz="1500" b="0" u="none" strike="noStrike">
              <a:solidFill>
                <a:srgbClr val="000000"/>
              </a:solidFill>
              <a:effectLst/>
              <a:uFillTx/>
              <a:latin typeface="游明朝体"/>
            </a:endParaRPr>
          </a:p>
        </p:txBody>
      </p:sp>
      <p:sp>
        <p:nvSpPr>
          <p:cNvPr id="219" name=""/>
          <p:cNvSpPr txBox="1"/>
          <p:nvPr/>
        </p:nvSpPr>
        <p:spPr>
          <a:xfrm>
            <a:off x="6629400" y="272376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220" name=""/>
          <p:cNvSpPr txBox="1"/>
          <p:nvPr/>
        </p:nvSpPr>
        <p:spPr>
          <a:xfrm>
            <a:off x="7190280" y="273276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の「アメダス気象データ分析チャレンジ」で</a:t>
            </a:r>
            <a:endParaRPr lang="en-US" sz="1500" b="0" u="none" strike="noStrike">
              <a:solidFill>
                <a:srgbClr val="000000"/>
              </a:solidFill>
              <a:effectLst/>
              <a:uFillTx/>
              <a:latin typeface="游明朝体"/>
            </a:endParaRPr>
          </a:p>
        </p:txBody>
      </p:sp>
      <p:sp>
        <p:nvSpPr>
          <p:cNvPr id="221" name=""/>
          <p:cNvSpPr txBox="1"/>
          <p:nvPr/>
        </p:nvSpPr>
        <p:spPr>
          <a:xfrm>
            <a:off x="10973520" y="2723760"/>
            <a:ext cx="6004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222" name=""/>
          <p:cNvSpPr txBox="1"/>
          <p:nvPr/>
        </p:nvSpPr>
        <p:spPr>
          <a:xfrm>
            <a:off x="533520" y="301860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と機械学習を初めて学び、同時期に始めた⽣成</a:t>
            </a:r>
            <a:endParaRPr lang="en-US" sz="1500" b="0" u="none" strike="noStrike">
              <a:solidFill>
                <a:srgbClr val="000000"/>
              </a:solidFill>
              <a:effectLst/>
              <a:uFillTx/>
              <a:latin typeface="游明朝体"/>
            </a:endParaRPr>
          </a:p>
        </p:txBody>
      </p:sp>
      <p:sp>
        <p:nvSpPr>
          <p:cNvPr id="223" name=""/>
          <p:cNvSpPr txBox="1"/>
          <p:nvPr/>
        </p:nvSpPr>
        <p:spPr>
          <a:xfrm>
            <a:off x="4518720" y="30096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24" name=""/>
          <p:cNvSpPr txBox="1"/>
          <p:nvPr/>
        </p:nvSpPr>
        <p:spPr>
          <a:xfrm>
            <a:off x="4691520" y="3018600"/>
            <a:ext cx="6668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によるプログラミングを組み合わせることで、新たな世界が広がっています。</a:t>
            </a:r>
            <a:endParaRPr lang="en-US" sz="1500" b="0" u="none" strike="noStrike">
              <a:solidFill>
                <a:srgbClr val="000000"/>
              </a:solidFill>
              <a:effectLst/>
              <a:uFillTx/>
              <a:latin typeface="游明朝体"/>
            </a:endParaRPr>
          </a:p>
        </p:txBody>
      </p:sp>
      <p:sp>
        <p:nvSpPr>
          <p:cNvPr id="225" name=""/>
          <p:cNvSpPr txBox="1"/>
          <p:nvPr/>
        </p:nvSpPr>
        <p:spPr>
          <a:xfrm>
            <a:off x="533520" y="344772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26" name=""/>
          <p:cNvSpPr txBox="1"/>
          <p:nvPr/>
        </p:nvSpPr>
        <p:spPr>
          <a:xfrm>
            <a:off x="706320" y="345672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と対話しながらアプリ開発を進める「バイブコーディング（</a:t>
            </a:r>
            <a:endParaRPr lang="en-US" sz="1500" b="0" u="none" strike="noStrike">
              <a:solidFill>
                <a:srgbClr val="000000"/>
              </a:solidFill>
              <a:effectLst/>
              <a:uFillTx/>
              <a:latin typeface="游明朝体"/>
            </a:endParaRPr>
          </a:p>
        </p:txBody>
      </p:sp>
      <p:sp>
        <p:nvSpPr>
          <p:cNvPr id="227" name=""/>
          <p:cNvSpPr txBox="1"/>
          <p:nvPr/>
        </p:nvSpPr>
        <p:spPr>
          <a:xfrm>
            <a:off x="5826960" y="3447720"/>
            <a:ext cx="1045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Vibe Coding</a:t>
            </a:r>
            <a:endParaRPr lang="en-US" sz="1500" b="0" u="none" strike="noStrike">
              <a:solidFill>
                <a:srgbClr val="000000"/>
              </a:solidFill>
              <a:effectLst/>
              <a:uFillTx/>
              <a:latin typeface="游明朝体"/>
            </a:endParaRPr>
          </a:p>
        </p:txBody>
      </p:sp>
      <p:sp>
        <p:nvSpPr>
          <p:cNvPr id="228" name=""/>
          <p:cNvSpPr txBox="1"/>
          <p:nvPr/>
        </p:nvSpPr>
        <p:spPr>
          <a:xfrm>
            <a:off x="6867720" y="3456720"/>
            <a:ext cx="4953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）」というスタイルで、プログラミング（⼿抜きですが）</a:t>
            </a:r>
            <a:endParaRPr lang="en-US" sz="1500" b="0" u="none" strike="noStrike">
              <a:solidFill>
                <a:srgbClr val="000000"/>
              </a:solidFill>
              <a:effectLst/>
              <a:uFillTx/>
              <a:latin typeface="游明朝体"/>
            </a:endParaRPr>
          </a:p>
        </p:txBody>
      </p:sp>
      <p:sp>
        <p:nvSpPr>
          <p:cNvPr id="229" name=""/>
          <p:cNvSpPr txBox="1"/>
          <p:nvPr/>
        </p:nvSpPr>
        <p:spPr>
          <a:xfrm>
            <a:off x="533520" y="374220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の楽しさを知り、今年</a:t>
            </a:r>
            <a:endParaRPr lang="en-US" sz="1500" b="0" u="none" strike="noStrike">
              <a:solidFill>
                <a:srgbClr val="000000"/>
              </a:solidFill>
              <a:effectLst/>
              <a:uFillTx/>
              <a:latin typeface="游明朝体"/>
            </a:endParaRPr>
          </a:p>
        </p:txBody>
      </p:sp>
      <p:sp>
        <p:nvSpPr>
          <p:cNvPr id="230" name=""/>
          <p:cNvSpPr txBox="1"/>
          <p:nvPr/>
        </p:nvSpPr>
        <p:spPr>
          <a:xfrm>
            <a:off x="2438280" y="37335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231" name=""/>
          <p:cNvSpPr txBox="1"/>
          <p:nvPr/>
        </p:nvSpPr>
        <p:spPr>
          <a:xfrm>
            <a:off x="2544480" y="374220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⽉から⽣成</a:t>
            </a:r>
            <a:endParaRPr lang="en-US" sz="1500" b="0" u="none" strike="noStrike">
              <a:solidFill>
                <a:srgbClr val="000000"/>
              </a:solidFill>
              <a:effectLst/>
              <a:uFillTx/>
              <a:latin typeface="游明朝体"/>
            </a:endParaRPr>
          </a:p>
        </p:txBody>
      </p:sp>
      <p:sp>
        <p:nvSpPr>
          <p:cNvPr id="232" name=""/>
          <p:cNvSpPr txBox="1"/>
          <p:nvPr/>
        </p:nvSpPr>
        <p:spPr>
          <a:xfrm>
            <a:off x="3496680" y="37335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33" name=""/>
          <p:cNvSpPr txBox="1"/>
          <p:nvPr/>
        </p:nvSpPr>
        <p:spPr>
          <a:xfrm>
            <a:off x="3669480" y="374220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エージェントの</a:t>
            </a:r>
            <a:endParaRPr lang="en-US" sz="1500" b="0" u="none" strike="noStrike">
              <a:solidFill>
                <a:srgbClr val="000000"/>
              </a:solidFill>
              <a:effectLst/>
              <a:uFillTx/>
              <a:latin typeface="游明朝体"/>
            </a:endParaRPr>
          </a:p>
        </p:txBody>
      </p:sp>
      <p:sp>
        <p:nvSpPr>
          <p:cNvPr id="234" name=""/>
          <p:cNvSpPr txBox="1"/>
          <p:nvPr/>
        </p:nvSpPr>
        <p:spPr>
          <a:xfrm>
            <a:off x="4986000" y="3733560"/>
            <a:ext cx="11192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 Code</a:t>
            </a:r>
            <a:endParaRPr lang="en-US" sz="1500" b="0" u="none" strike="noStrike">
              <a:solidFill>
                <a:srgbClr val="000000"/>
              </a:solidFill>
              <a:effectLst/>
              <a:uFillTx/>
              <a:latin typeface="游明朝体"/>
            </a:endParaRPr>
          </a:p>
        </p:txBody>
      </p:sp>
      <p:sp>
        <p:nvSpPr>
          <p:cNvPr id="235" name=""/>
          <p:cNvSpPr txBox="1"/>
          <p:nvPr/>
        </p:nvSpPr>
        <p:spPr>
          <a:xfrm>
            <a:off x="6104520" y="3742200"/>
            <a:ext cx="5525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を使い始めてからは、⾯倒な「作業」を減らして、アイデアを形</a:t>
            </a:r>
            <a:endParaRPr lang="en-US" sz="1500" b="0" u="none" strike="noStrike">
              <a:solidFill>
                <a:srgbClr val="000000"/>
              </a:solidFill>
              <a:effectLst/>
              <a:uFillTx/>
              <a:latin typeface="游明朝体"/>
            </a:endParaRPr>
          </a:p>
        </p:txBody>
      </p:sp>
      <p:sp>
        <p:nvSpPr>
          <p:cNvPr id="236" name=""/>
          <p:cNvSpPr txBox="1"/>
          <p:nvPr/>
        </p:nvSpPr>
        <p:spPr>
          <a:xfrm>
            <a:off x="533520" y="402804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にする⾼速開発のサイクルが定着しました。</a:t>
            </a:r>
            <a:endParaRPr lang="en-US" sz="1500" b="0" u="none" strike="noStrike">
              <a:solidFill>
                <a:srgbClr val="000000"/>
              </a:solidFill>
              <a:effectLst/>
              <a:uFillTx/>
              <a:latin typeface="游明朝体"/>
            </a:endParaRPr>
          </a:p>
        </p:txBody>
      </p:sp>
      <p:sp>
        <p:nvSpPr>
          <p:cNvPr id="237" name=""/>
          <p:cNvSpPr txBox="1"/>
          <p:nvPr/>
        </p:nvSpPr>
        <p:spPr>
          <a:xfrm>
            <a:off x="533520" y="4466160"/>
            <a:ext cx="10859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今回は、この開発スタイルの紹介と、農研機構メッシュ農業気象データを活⽤した太陽光発電量予測の機械学習事例を紹介しま</a:t>
            </a:r>
            <a:endParaRPr lang="en-US" sz="1500" b="0" u="none" strike="noStrike">
              <a:solidFill>
                <a:srgbClr val="000000"/>
              </a:solidFill>
              <a:effectLst/>
              <a:uFillTx/>
              <a:latin typeface="游明朝体"/>
            </a:endParaRPr>
          </a:p>
        </p:txBody>
      </p:sp>
      <p:sp>
        <p:nvSpPr>
          <p:cNvPr id="238" name=""/>
          <p:cNvSpPr txBox="1"/>
          <p:nvPr/>
        </p:nvSpPr>
        <p:spPr>
          <a:xfrm>
            <a:off x="533520" y="47520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す。</a:t>
            </a:r>
            <a:endParaRPr lang="en-US" sz="1500" b="0" u="none" strike="noStrike">
              <a:solidFill>
                <a:srgbClr val="000000"/>
              </a:solidFill>
              <a:effectLst/>
              <a:uFillTx/>
              <a:latin typeface="游明朝体"/>
            </a:endParaRPr>
          </a:p>
        </p:txBody>
      </p:sp>
      <p:sp>
        <p:nvSpPr>
          <p:cNvPr id="239" name=""/>
          <p:cNvSpPr/>
          <p:nvPr/>
        </p:nvSpPr>
        <p:spPr>
          <a:xfrm>
            <a:off x="533160" y="2417040"/>
            <a:ext cx="7200" cy="33480"/>
          </a:xfrm>
          <a:custGeom>
            <a:avLst/>
            <a:gdLst/>
            <a:ahLst/>
            <a:rect l="0" t="0" r="r" b="b"/>
            <a:pathLst>
              <a:path w="20" h="93">
                <a:moveTo>
                  <a:pt x="20" y="0"/>
                </a:moveTo>
                <a:lnTo>
                  <a:pt x="20" y="93"/>
                </a:lnTo>
                <a:cubicBezTo>
                  <a:pt x="7" y="80"/>
                  <a:pt x="0" y="64"/>
                  <a:pt x="0" y="46"/>
                </a:cubicBezTo>
                <a:cubicBezTo>
                  <a:pt x="0" y="28"/>
                  <a:pt x="7" y="12"/>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0" name=""/>
          <p:cNvSpPr/>
          <p:nvPr/>
        </p:nvSpPr>
        <p:spPr>
          <a:xfrm>
            <a:off x="540000" y="2412000"/>
            <a:ext cx="6840" cy="43200"/>
          </a:xfrm>
          <a:custGeom>
            <a:avLst/>
            <a:gdLst/>
            <a:ahLst/>
            <a:rect l="0" t="0" r="r" b="b"/>
            <a:pathLst>
              <a:path w="19" h="120">
                <a:moveTo>
                  <a:pt x="1" y="13"/>
                </a:moveTo>
                <a:cubicBezTo>
                  <a:pt x="7" y="7"/>
                  <a:pt x="13" y="3"/>
                  <a:pt x="19" y="0"/>
                </a:cubicBezTo>
                <a:lnTo>
                  <a:pt x="19" y="120"/>
                </a:lnTo>
                <a:cubicBezTo>
                  <a:pt x="13" y="117"/>
                  <a:pt x="7" y="113"/>
                  <a:pt x="1" y="107"/>
                </a:cubicBezTo>
                <a:cubicBezTo>
                  <a:pt x="0" y="107"/>
                  <a:pt x="0" y="107"/>
                  <a:pt x="0" y="107"/>
                </a:cubicBezTo>
                <a:lnTo>
                  <a:pt x="0" y="14"/>
                </a:lnTo>
                <a:cubicBezTo>
                  <a:pt x="0" y="13"/>
                  <a:pt x="0" y="13"/>
                  <a:pt x="1" y="13"/>
                </a:cubicBez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1" name=""/>
          <p:cNvSpPr/>
          <p:nvPr/>
        </p:nvSpPr>
        <p:spPr>
          <a:xfrm>
            <a:off x="546480" y="2409840"/>
            <a:ext cx="7200" cy="47880"/>
          </a:xfrm>
          <a:custGeom>
            <a:avLst/>
            <a:gdLst/>
            <a:ahLst/>
            <a:rect l="0" t="0" r="r" b="b"/>
            <a:pathLst>
              <a:path w="20" h="133">
                <a:moveTo>
                  <a:pt x="20" y="0"/>
                </a:moveTo>
                <a:lnTo>
                  <a:pt x="20" y="133"/>
                </a:lnTo>
                <a:cubicBezTo>
                  <a:pt x="13" y="131"/>
                  <a:pt x="7" y="129"/>
                  <a:pt x="0" y="126"/>
                </a:cubicBezTo>
                <a:lnTo>
                  <a:pt x="0" y="7"/>
                </a:lnTo>
                <a:cubicBezTo>
                  <a:pt x="7" y="4"/>
                  <a:pt x="13" y="2"/>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2" name=""/>
          <p:cNvSpPr/>
          <p:nvPr/>
        </p:nvSpPr>
        <p:spPr>
          <a:xfrm>
            <a:off x="553320" y="2409480"/>
            <a:ext cx="7200" cy="48240"/>
          </a:xfrm>
          <a:custGeom>
            <a:avLst/>
            <a:gdLst/>
            <a:ahLst/>
            <a:rect l="0" t="0" r="r" b="b"/>
            <a:pathLst>
              <a:path w="20" h="134">
                <a:moveTo>
                  <a:pt x="11" y="0"/>
                </a:moveTo>
                <a:lnTo>
                  <a:pt x="20" y="0"/>
                </a:lnTo>
                <a:lnTo>
                  <a:pt x="20" y="134"/>
                </a:lnTo>
                <a:lnTo>
                  <a:pt x="11" y="134"/>
                </a:lnTo>
                <a:cubicBezTo>
                  <a:pt x="8" y="134"/>
                  <a:pt x="4" y="134"/>
                  <a:pt x="0" y="133"/>
                </a:cubicBezTo>
                <a:lnTo>
                  <a:pt x="0" y="1"/>
                </a:lnTo>
                <a:cubicBezTo>
                  <a:pt x="4" y="1"/>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3" name=""/>
          <p:cNvSpPr/>
          <p:nvPr/>
        </p:nvSpPr>
        <p:spPr>
          <a:xfrm>
            <a:off x="5601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4" name=""/>
          <p:cNvSpPr/>
          <p:nvPr/>
        </p:nvSpPr>
        <p:spPr>
          <a:xfrm>
            <a:off x="566640" y="2409480"/>
            <a:ext cx="7560" cy="48240"/>
          </a:xfrm>
          <a:custGeom>
            <a:avLst/>
            <a:gdLst/>
            <a:ahLst/>
            <a:rect l="0" t="0" r="r" b="b"/>
            <a:pathLst>
              <a:path w="21" h="134">
                <a:moveTo>
                  <a:pt x="21" y="0"/>
                </a:moveTo>
                <a:lnTo>
                  <a:pt x="21" y="134"/>
                </a:lnTo>
                <a:lnTo>
                  <a:pt x="0" y="134"/>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5" name=""/>
          <p:cNvSpPr/>
          <p:nvPr/>
        </p:nvSpPr>
        <p:spPr>
          <a:xfrm>
            <a:off x="57348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6" name=""/>
          <p:cNvSpPr/>
          <p:nvPr/>
        </p:nvSpPr>
        <p:spPr>
          <a:xfrm>
            <a:off x="5799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7" name=""/>
          <p:cNvSpPr/>
          <p:nvPr/>
        </p:nvSpPr>
        <p:spPr>
          <a:xfrm>
            <a:off x="5868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8" name=""/>
          <p:cNvSpPr/>
          <p:nvPr/>
        </p:nvSpPr>
        <p:spPr>
          <a:xfrm>
            <a:off x="59364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9" name=""/>
          <p:cNvSpPr/>
          <p:nvPr/>
        </p:nvSpPr>
        <p:spPr>
          <a:xfrm>
            <a:off x="6001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 name=""/>
          <p:cNvSpPr/>
          <p:nvPr/>
        </p:nvSpPr>
        <p:spPr>
          <a:xfrm>
            <a:off x="6069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 name=""/>
          <p:cNvSpPr/>
          <p:nvPr/>
        </p:nvSpPr>
        <p:spPr>
          <a:xfrm>
            <a:off x="6134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 name=""/>
          <p:cNvSpPr/>
          <p:nvPr/>
        </p:nvSpPr>
        <p:spPr>
          <a:xfrm>
            <a:off x="6202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 name=""/>
          <p:cNvSpPr/>
          <p:nvPr/>
        </p:nvSpPr>
        <p:spPr>
          <a:xfrm>
            <a:off x="62712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 name=""/>
          <p:cNvSpPr/>
          <p:nvPr/>
        </p:nvSpPr>
        <p:spPr>
          <a:xfrm>
            <a:off x="6336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 name=""/>
          <p:cNvSpPr/>
          <p:nvPr/>
        </p:nvSpPr>
        <p:spPr>
          <a:xfrm>
            <a:off x="64044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 name=""/>
          <p:cNvSpPr/>
          <p:nvPr/>
        </p:nvSpPr>
        <p:spPr>
          <a:xfrm>
            <a:off x="6469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 name=""/>
          <p:cNvSpPr/>
          <p:nvPr/>
        </p:nvSpPr>
        <p:spPr>
          <a:xfrm>
            <a:off x="6537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 name=""/>
          <p:cNvSpPr/>
          <p:nvPr/>
        </p:nvSpPr>
        <p:spPr>
          <a:xfrm>
            <a:off x="66060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 name=""/>
          <p:cNvSpPr/>
          <p:nvPr/>
        </p:nvSpPr>
        <p:spPr>
          <a:xfrm>
            <a:off x="6670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 name=""/>
          <p:cNvSpPr/>
          <p:nvPr/>
        </p:nvSpPr>
        <p:spPr>
          <a:xfrm>
            <a:off x="67392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 name=""/>
          <p:cNvSpPr/>
          <p:nvPr/>
        </p:nvSpPr>
        <p:spPr>
          <a:xfrm>
            <a:off x="6804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 name=""/>
          <p:cNvSpPr/>
          <p:nvPr/>
        </p:nvSpPr>
        <p:spPr>
          <a:xfrm>
            <a:off x="6872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 name=""/>
          <p:cNvSpPr/>
          <p:nvPr/>
        </p:nvSpPr>
        <p:spPr>
          <a:xfrm>
            <a:off x="69408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 name=""/>
          <p:cNvSpPr/>
          <p:nvPr/>
        </p:nvSpPr>
        <p:spPr>
          <a:xfrm>
            <a:off x="7005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 name=""/>
          <p:cNvSpPr/>
          <p:nvPr/>
        </p:nvSpPr>
        <p:spPr>
          <a:xfrm>
            <a:off x="70740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 name=""/>
          <p:cNvSpPr/>
          <p:nvPr/>
        </p:nvSpPr>
        <p:spPr>
          <a:xfrm>
            <a:off x="7138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 name=""/>
          <p:cNvSpPr/>
          <p:nvPr/>
        </p:nvSpPr>
        <p:spPr>
          <a:xfrm>
            <a:off x="7207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 name=""/>
          <p:cNvSpPr/>
          <p:nvPr/>
        </p:nvSpPr>
        <p:spPr>
          <a:xfrm>
            <a:off x="7275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9" name=""/>
          <p:cNvSpPr/>
          <p:nvPr/>
        </p:nvSpPr>
        <p:spPr>
          <a:xfrm>
            <a:off x="7340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 name=""/>
          <p:cNvSpPr/>
          <p:nvPr/>
        </p:nvSpPr>
        <p:spPr>
          <a:xfrm>
            <a:off x="74088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 name=""/>
          <p:cNvSpPr/>
          <p:nvPr/>
        </p:nvSpPr>
        <p:spPr>
          <a:xfrm>
            <a:off x="7473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 name=""/>
          <p:cNvSpPr/>
          <p:nvPr/>
        </p:nvSpPr>
        <p:spPr>
          <a:xfrm>
            <a:off x="7542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 name=""/>
          <p:cNvSpPr/>
          <p:nvPr/>
        </p:nvSpPr>
        <p:spPr>
          <a:xfrm>
            <a:off x="76104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 name=""/>
          <p:cNvSpPr/>
          <p:nvPr/>
        </p:nvSpPr>
        <p:spPr>
          <a:xfrm>
            <a:off x="767520" y="2409480"/>
            <a:ext cx="7560" cy="48240"/>
          </a:xfrm>
          <a:custGeom>
            <a:avLst/>
            <a:gdLst/>
            <a:ahLst/>
            <a:rect l="0" t="0" r="r" b="b"/>
            <a:pathLst>
              <a:path w="21" h="134">
                <a:moveTo>
                  <a:pt x="21" y="0"/>
                </a:moveTo>
                <a:lnTo>
                  <a:pt x="21" y="134"/>
                </a:lnTo>
                <a:lnTo>
                  <a:pt x="0" y="134"/>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 name=""/>
          <p:cNvSpPr/>
          <p:nvPr/>
        </p:nvSpPr>
        <p:spPr>
          <a:xfrm>
            <a:off x="7743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 name=""/>
          <p:cNvSpPr/>
          <p:nvPr/>
        </p:nvSpPr>
        <p:spPr>
          <a:xfrm>
            <a:off x="7808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 name=""/>
          <p:cNvSpPr/>
          <p:nvPr/>
        </p:nvSpPr>
        <p:spPr>
          <a:xfrm>
            <a:off x="7876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 name=""/>
          <p:cNvSpPr/>
          <p:nvPr/>
        </p:nvSpPr>
        <p:spPr>
          <a:xfrm>
            <a:off x="79452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 name=""/>
          <p:cNvSpPr/>
          <p:nvPr/>
        </p:nvSpPr>
        <p:spPr>
          <a:xfrm>
            <a:off x="8010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 name=""/>
          <p:cNvSpPr/>
          <p:nvPr/>
        </p:nvSpPr>
        <p:spPr>
          <a:xfrm>
            <a:off x="8078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 name=""/>
          <p:cNvSpPr/>
          <p:nvPr/>
        </p:nvSpPr>
        <p:spPr>
          <a:xfrm>
            <a:off x="81468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 name=""/>
          <p:cNvSpPr/>
          <p:nvPr/>
        </p:nvSpPr>
        <p:spPr>
          <a:xfrm>
            <a:off x="8211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 name=""/>
          <p:cNvSpPr/>
          <p:nvPr/>
        </p:nvSpPr>
        <p:spPr>
          <a:xfrm>
            <a:off x="82800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 name=""/>
          <p:cNvSpPr/>
          <p:nvPr/>
        </p:nvSpPr>
        <p:spPr>
          <a:xfrm>
            <a:off x="8344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 name=""/>
          <p:cNvSpPr/>
          <p:nvPr/>
        </p:nvSpPr>
        <p:spPr>
          <a:xfrm>
            <a:off x="8413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 name=""/>
          <p:cNvSpPr/>
          <p:nvPr/>
        </p:nvSpPr>
        <p:spPr>
          <a:xfrm>
            <a:off x="8481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 name=""/>
          <p:cNvSpPr/>
          <p:nvPr/>
        </p:nvSpPr>
        <p:spPr>
          <a:xfrm>
            <a:off x="8546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 name=""/>
          <p:cNvSpPr/>
          <p:nvPr/>
        </p:nvSpPr>
        <p:spPr>
          <a:xfrm>
            <a:off x="86148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 name=""/>
          <p:cNvSpPr/>
          <p:nvPr/>
        </p:nvSpPr>
        <p:spPr>
          <a:xfrm>
            <a:off x="8679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0" name=""/>
          <p:cNvSpPr/>
          <p:nvPr/>
        </p:nvSpPr>
        <p:spPr>
          <a:xfrm>
            <a:off x="8748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1" name=""/>
          <p:cNvSpPr/>
          <p:nvPr/>
        </p:nvSpPr>
        <p:spPr>
          <a:xfrm>
            <a:off x="88164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2" name=""/>
          <p:cNvSpPr/>
          <p:nvPr/>
        </p:nvSpPr>
        <p:spPr>
          <a:xfrm>
            <a:off x="8881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3" name=""/>
          <p:cNvSpPr/>
          <p:nvPr/>
        </p:nvSpPr>
        <p:spPr>
          <a:xfrm>
            <a:off x="89496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 name=""/>
          <p:cNvSpPr/>
          <p:nvPr/>
        </p:nvSpPr>
        <p:spPr>
          <a:xfrm>
            <a:off x="90144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5" name=""/>
          <p:cNvSpPr/>
          <p:nvPr/>
        </p:nvSpPr>
        <p:spPr>
          <a:xfrm>
            <a:off x="9082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 name=""/>
          <p:cNvSpPr/>
          <p:nvPr/>
        </p:nvSpPr>
        <p:spPr>
          <a:xfrm>
            <a:off x="91512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 name=""/>
          <p:cNvSpPr/>
          <p:nvPr/>
        </p:nvSpPr>
        <p:spPr>
          <a:xfrm>
            <a:off x="92160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 name=""/>
          <p:cNvSpPr/>
          <p:nvPr/>
        </p:nvSpPr>
        <p:spPr>
          <a:xfrm>
            <a:off x="92844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 name=""/>
          <p:cNvSpPr/>
          <p:nvPr/>
        </p:nvSpPr>
        <p:spPr>
          <a:xfrm>
            <a:off x="93492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 name=""/>
          <p:cNvSpPr/>
          <p:nvPr/>
        </p:nvSpPr>
        <p:spPr>
          <a:xfrm>
            <a:off x="94176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 name=""/>
          <p:cNvSpPr/>
          <p:nvPr/>
        </p:nvSpPr>
        <p:spPr>
          <a:xfrm>
            <a:off x="948600" y="2409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 name=""/>
          <p:cNvSpPr/>
          <p:nvPr/>
        </p:nvSpPr>
        <p:spPr>
          <a:xfrm>
            <a:off x="955080" y="2409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 name=""/>
          <p:cNvSpPr/>
          <p:nvPr/>
        </p:nvSpPr>
        <p:spPr>
          <a:xfrm>
            <a:off x="9619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 name=""/>
          <p:cNvSpPr/>
          <p:nvPr/>
        </p:nvSpPr>
        <p:spPr>
          <a:xfrm>
            <a:off x="9651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 name=""/>
          <p:cNvSpPr/>
          <p:nvPr/>
        </p:nvSpPr>
        <p:spPr>
          <a:xfrm>
            <a:off x="9684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 name=""/>
          <p:cNvSpPr/>
          <p:nvPr/>
        </p:nvSpPr>
        <p:spPr>
          <a:xfrm>
            <a:off x="9720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 name=""/>
          <p:cNvSpPr/>
          <p:nvPr/>
        </p:nvSpPr>
        <p:spPr>
          <a:xfrm>
            <a:off x="9752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 name=""/>
          <p:cNvSpPr/>
          <p:nvPr/>
        </p:nvSpPr>
        <p:spPr>
          <a:xfrm>
            <a:off x="9784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 name=""/>
          <p:cNvSpPr/>
          <p:nvPr/>
        </p:nvSpPr>
        <p:spPr>
          <a:xfrm>
            <a:off x="9820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 name=""/>
          <p:cNvSpPr/>
          <p:nvPr/>
        </p:nvSpPr>
        <p:spPr>
          <a:xfrm>
            <a:off x="9853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 name=""/>
          <p:cNvSpPr/>
          <p:nvPr/>
        </p:nvSpPr>
        <p:spPr>
          <a:xfrm>
            <a:off x="9885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 name=""/>
          <p:cNvSpPr/>
          <p:nvPr/>
        </p:nvSpPr>
        <p:spPr>
          <a:xfrm>
            <a:off x="9921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 name=""/>
          <p:cNvSpPr/>
          <p:nvPr/>
        </p:nvSpPr>
        <p:spPr>
          <a:xfrm>
            <a:off x="9954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 name=""/>
          <p:cNvSpPr/>
          <p:nvPr/>
        </p:nvSpPr>
        <p:spPr>
          <a:xfrm>
            <a:off x="9986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 name=""/>
          <p:cNvSpPr/>
          <p:nvPr/>
        </p:nvSpPr>
        <p:spPr>
          <a:xfrm>
            <a:off x="10018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6" name=""/>
          <p:cNvSpPr/>
          <p:nvPr/>
        </p:nvSpPr>
        <p:spPr>
          <a:xfrm>
            <a:off x="10054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7" name=""/>
          <p:cNvSpPr/>
          <p:nvPr/>
        </p:nvSpPr>
        <p:spPr>
          <a:xfrm>
            <a:off x="10087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8" name=""/>
          <p:cNvSpPr/>
          <p:nvPr/>
        </p:nvSpPr>
        <p:spPr>
          <a:xfrm>
            <a:off x="10119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 name=""/>
          <p:cNvSpPr/>
          <p:nvPr/>
        </p:nvSpPr>
        <p:spPr>
          <a:xfrm>
            <a:off x="10155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 name=""/>
          <p:cNvSpPr/>
          <p:nvPr/>
        </p:nvSpPr>
        <p:spPr>
          <a:xfrm>
            <a:off x="10188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 name=""/>
          <p:cNvSpPr/>
          <p:nvPr/>
        </p:nvSpPr>
        <p:spPr>
          <a:xfrm>
            <a:off x="1022040" y="2409480"/>
            <a:ext cx="4320" cy="48240"/>
          </a:xfrm>
          <a:custGeom>
            <a:avLst/>
            <a:gdLst/>
            <a:ahLst/>
            <a:rect l="0" t="0" r="r" b="b"/>
            <a:pathLst>
              <a:path w="12" h="134">
                <a:moveTo>
                  <a:pt x="12" y="0"/>
                </a:moveTo>
                <a:lnTo>
                  <a:pt x="12" y="134"/>
                </a:lnTo>
                <a:lnTo>
                  <a:pt x="0" y="134"/>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 name=""/>
          <p:cNvSpPr/>
          <p:nvPr/>
        </p:nvSpPr>
        <p:spPr>
          <a:xfrm>
            <a:off x="10256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 name=""/>
          <p:cNvSpPr/>
          <p:nvPr/>
        </p:nvSpPr>
        <p:spPr>
          <a:xfrm>
            <a:off x="10288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 name=""/>
          <p:cNvSpPr/>
          <p:nvPr/>
        </p:nvSpPr>
        <p:spPr>
          <a:xfrm>
            <a:off x="10321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 name=""/>
          <p:cNvSpPr/>
          <p:nvPr/>
        </p:nvSpPr>
        <p:spPr>
          <a:xfrm>
            <a:off x="10353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 name=""/>
          <p:cNvSpPr/>
          <p:nvPr/>
        </p:nvSpPr>
        <p:spPr>
          <a:xfrm>
            <a:off x="10389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 name=""/>
          <p:cNvSpPr/>
          <p:nvPr/>
        </p:nvSpPr>
        <p:spPr>
          <a:xfrm>
            <a:off x="10422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 name=""/>
          <p:cNvSpPr/>
          <p:nvPr/>
        </p:nvSpPr>
        <p:spPr>
          <a:xfrm>
            <a:off x="10454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 name=""/>
          <p:cNvSpPr/>
          <p:nvPr/>
        </p:nvSpPr>
        <p:spPr>
          <a:xfrm>
            <a:off x="10490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 name=""/>
          <p:cNvSpPr/>
          <p:nvPr/>
        </p:nvSpPr>
        <p:spPr>
          <a:xfrm>
            <a:off x="10522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 name=""/>
          <p:cNvSpPr/>
          <p:nvPr/>
        </p:nvSpPr>
        <p:spPr>
          <a:xfrm>
            <a:off x="105552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 name=""/>
          <p:cNvSpPr/>
          <p:nvPr/>
        </p:nvSpPr>
        <p:spPr>
          <a:xfrm>
            <a:off x="10591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 name=""/>
          <p:cNvSpPr/>
          <p:nvPr/>
        </p:nvSpPr>
        <p:spPr>
          <a:xfrm>
            <a:off x="10623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 name=""/>
          <p:cNvSpPr/>
          <p:nvPr/>
        </p:nvSpPr>
        <p:spPr>
          <a:xfrm>
            <a:off x="10656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 name=""/>
          <p:cNvSpPr/>
          <p:nvPr/>
        </p:nvSpPr>
        <p:spPr>
          <a:xfrm>
            <a:off x="10688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 name=""/>
          <p:cNvSpPr/>
          <p:nvPr/>
        </p:nvSpPr>
        <p:spPr>
          <a:xfrm>
            <a:off x="10724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 name=""/>
          <p:cNvSpPr/>
          <p:nvPr/>
        </p:nvSpPr>
        <p:spPr>
          <a:xfrm>
            <a:off x="10756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8" name=""/>
          <p:cNvSpPr/>
          <p:nvPr/>
        </p:nvSpPr>
        <p:spPr>
          <a:xfrm>
            <a:off x="107892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9" name=""/>
          <p:cNvSpPr/>
          <p:nvPr/>
        </p:nvSpPr>
        <p:spPr>
          <a:xfrm>
            <a:off x="10825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0" name=""/>
          <p:cNvSpPr/>
          <p:nvPr/>
        </p:nvSpPr>
        <p:spPr>
          <a:xfrm>
            <a:off x="10857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1" name=""/>
          <p:cNvSpPr/>
          <p:nvPr/>
        </p:nvSpPr>
        <p:spPr>
          <a:xfrm>
            <a:off x="10890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2" name=""/>
          <p:cNvSpPr/>
          <p:nvPr/>
        </p:nvSpPr>
        <p:spPr>
          <a:xfrm>
            <a:off x="10926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3" name=""/>
          <p:cNvSpPr/>
          <p:nvPr/>
        </p:nvSpPr>
        <p:spPr>
          <a:xfrm>
            <a:off x="10958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4" name=""/>
          <p:cNvSpPr/>
          <p:nvPr/>
        </p:nvSpPr>
        <p:spPr>
          <a:xfrm>
            <a:off x="10990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5" name=""/>
          <p:cNvSpPr/>
          <p:nvPr/>
        </p:nvSpPr>
        <p:spPr>
          <a:xfrm>
            <a:off x="110232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6" name=""/>
          <p:cNvSpPr/>
          <p:nvPr/>
        </p:nvSpPr>
        <p:spPr>
          <a:xfrm>
            <a:off x="11059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7" name=""/>
          <p:cNvSpPr/>
          <p:nvPr/>
        </p:nvSpPr>
        <p:spPr>
          <a:xfrm>
            <a:off x="11091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 name=""/>
          <p:cNvSpPr/>
          <p:nvPr/>
        </p:nvSpPr>
        <p:spPr>
          <a:xfrm>
            <a:off x="11124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 name=""/>
          <p:cNvSpPr/>
          <p:nvPr/>
        </p:nvSpPr>
        <p:spPr>
          <a:xfrm>
            <a:off x="11160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 name=""/>
          <p:cNvSpPr/>
          <p:nvPr/>
        </p:nvSpPr>
        <p:spPr>
          <a:xfrm>
            <a:off x="11192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 name=""/>
          <p:cNvSpPr/>
          <p:nvPr/>
        </p:nvSpPr>
        <p:spPr>
          <a:xfrm>
            <a:off x="1122480" y="2409480"/>
            <a:ext cx="4320" cy="48240"/>
          </a:xfrm>
          <a:custGeom>
            <a:avLst/>
            <a:gdLst/>
            <a:ahLst/>
            <a:rect l="0" t="0" r="r" b="b"/>
            <a:pathLst>
              <a:path w="12" h="134">
                <a:moveTo>
                  <a:pt x="12" y="0"/>
                </a:moveTo>
                <a:lnTo>
                  <a:pt x="12" y="134"/>
                </a:lnTo>
                <a:lnTo>
                  <a:pt x="0" y="134"/>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 name=""/>
          <p:cNvSpPr/>
          <p:nvPr/>
        </p:nvSpPr>
        <p:spPr>
          <a:xfrm>
            <a:off x="11260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 name=""/>
          <p:cNvSpPr/>
          <p:nvPr/>
        </p:nvSpPr>
        <p:spPr>
          <a:xfrm>
            <a:off x="11293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 name=""/>
          <p:cNvSpPr/>
          <p:nvPr/>
        </p:nvSpPr>
        <p:spPr>
          <a:xfrm>
            <a:off x="11325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 name=""/>
          <p:cNvSpPr/>
          <p:nvPr/>
        </p:nvSpPr>
        <p:spPr>
          <a:xfrm>
            <a:off x="11358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 name=""/>
          <p:cNvSpPr/>
          <p:nvPr/>
        </p:nvSpPr>
        <p:spPr>
          <a:xfrm>
            <a:off x="11394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 name=""/>
          <p:cNvSpPr/>
          <p:nvPr/>
        </p:nvSpPr>
        <p:spPr>
          <a:xfrm>
            <a:off x="11426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 name=""/>
          <p:cNvSpPr/>
          <p:nvPr/>
        </p:nvSpPr>
        <p:spPr>
          <a:xfrm>
            <a:off x="11458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 name=""/>
          <p:cNvSpPr/>
          <p:nvPr/>
        </p:nvSpPr>
        <p:spPr>
          <a:xfrm>
            <a:off x="11494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 name=""/>
          <p:cNvSpPr/>
          <p:nvPr/>
        </p:nvSpPr>
        <p:spPr>
          <a:xfrm>
            <a:off x="11527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 name=""/>
          <p:cNvSpPr/>
          <p:nvPr/>
        </p:nvSpPr>
        <p:spPr>
          <a:xfrm>
            <a:off x="11559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 name=""/>
          <p:cNvSpPr/>
          <p:nvPr/>
        </p:nvSpPr>
        <p:spPr>
          <a:xfrm>
            <a:off x="11595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 name=""/>
          <p:cNvSpPr/>
          <p:nvPr/>
        </p:nvSpPr>
        <p:spPr>
          <a:xfrm>
            <a:off x="11628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 name=""/>
          <p:cNvSpPr/>
          <p:nvPr/>
        </p:nvSpPr>
        <p:spPr>
          <a:xfrm>
            <a:off x="11660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 name=""/>
          <p:cNvSpPr/>
          <p:nvPr/>
        </p:nvSpPr>
        <p:spPr>
          <a:xfrm>
            <a:off x="11696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 name=""/>
          <p:cNvSpPr/>
          <p:nvPr/>
        </p:nvSpPr>
        <p:spPr>
          <a:xfrm>
            <a:off x="11728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7" name=""/>
          <p:cNvSpPr/>
          <p:nvPr/>
        </p:nvSpPr>
        <p:spPr>
          <a:xfrm>
            <a:off x="11761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8" name=""/>
          <p:cNvSpPr/>
          <p:nvPr/>
        </p:nvSpPr>
        <p:spPr>
          <a:xfrm>
            <a:off x="11793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 name=""/>
          <p:cNvSpPr/>
          <p:nvPr/>
        </p:nvSpPr>
        <p:spPr>
          <a:xfrm>
            <a:off x="11829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0" name=""/>
          <p:cNvSpPr/>
          <p:nvPr/>
        </p:nvSpPr>
        <p:spPr>
          <a:xfrm>
            <a:off x="11862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1" name=""/>
          <p:cNvSpPr/>
          <p:nvPr/>
        </p:nvSpPr>
        <p:spPr>
          <a:xfrm>
            <a:off x="11894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2" name=""/>
          <p:cNvSpPr/>
          <p:nvPr/>
        </p:nvSpPr>
        <p:spPr>
          <a:xfrm>
            <a:off x="11930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3" name=""/>
          <p:cNvSpPr/>
          <p:nvPr/>
        </p:nvSpPr>
        <p:spPr>
          <a:xfrm>
            <a:off x="11962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4" name=""/>
          <p:cNvSpPr/>
          <p:nvPr/>
        </p:nvSpPr>
        <p:spPr>
          <a:xfrm>
            <a:off x="119952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5" name=""/>
          <p:cNvSpPr/>
          <p:nvPr/>
        </p:nvSpPr>
        <p:spPr>
          <a:xfrm>
            <a:off x="12031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6" name=""/>
          <p:cNvSpPr/>
          <p:nvPr/>
        </p:nvSpPr>
        <p:spPr>
          <a:xfrm>
            <a:off x="12063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7" name=""/>
          <p:cNvSpPr/>
          <p:nvPr/>
        </p:nvSpPr>
        <p:spPr>
          <a:xfrm>
            <a:off x="12096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8" name=""/>
          <p:cNvSpPr/>
          <p:nvPr/>
        </p:nvSpPr>
        <p:spPr>
          <a:xfrm>
            <a:off x="12128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79" name=""/>
          <p:cNvSpPr/>
          <p:nvPr/>
        </p:nvSpPr>
        <p:spPr>
          <a:xfrm>
            <a:off x="12164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0" name=""/>
          <p:cNvSpPr/>
          <p:nvPr/>
        </p:nvSpPr>
        <p:spPr>
          <a:xfrm>
            <a:off x="12196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1" name=""/>
          <p:cNvSpPr/>
          <p:nvPr/>
        </p:nvSpPr>
        <p:spPr>
          <a:xfrm>
            <a:off x="1222920" y="2409480"/>
            <a:ext cx="4320" cy="48240"/>
          </a:xfrm>
          <a:custGeom>
            <a:avLst/>
            <a:gdLst/>
            <a:ahLst/>
            <a:rect l="0" t="0" r="r" b="b"/>
            <a:pathLst>
              <a:path w="12" h="134">
                <a:moveTo>
                  <a:pt x="12" y="0"/>
                </a:moveTo>
                <a:lnTo>
                  <a:pt x="12" y="134"/>
                </a:lnTo>
                <a:lnTo>
                  <a:pt x="0" y="134"/>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2" name=""/>
          <p:cNvSpPr/>
          <p:nvPr/>
        </p:nvSpPr>
        <p:spPr>
          <a:xfrm>
            <a:off x="12265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3" name=""/>
          <p:cNvSpPr/>
          <p:nvPr/>
        </p:nvSpPr>
        <p:spPr>
          <a:xfrm>
            <a:off x="12297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4" name=""/>
          <p:cNvSpPr/>
          <p:nvPr/>
        </p:nvSpPr>
        <p:spPr>
          <a:xfrm>
            <a:off x="12330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5" name=""/>
          <p:cNvSpPr/>
          <p:nvPr/>
        </p:nvSpPr>
        <p:spPr>
          <a:xfrm>
            <a:off x="12366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6" name=""/>
          <p:cNvSpPr/>
          <p:nvPr/>
        </p:nvSpPr>
        <p:spPr>
          <a:xfrm>
            <a:off x="12398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7" name=""/>
          <p:cNvSpPr/>
          <p:nvPr/>
        </p:nvSpPr>
        <p:spPr>
          <a:xfrm>
            <a:off x="12430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8" name=""/>
          <p:cNvSpPr/>
          <p:nvPr/>
        </p:nvSpPr>
        <p:spPr>
          <a:xfrm>
            <a:off x="124632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89" name=""/>
          <p:cNvSpPr/>
          <p:nvPr/>
        </p:nvSpPr>
        <p:spPr>
          <a:xfrm>
            <a:off x="12499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0" name=""/>
          <p:cNvSpPr/>
          <p:nvPr/>
        </p:nvSpPr>
        <p:spPr>
          <a:xfrm>
            <a:off x="12531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1" name=""/>
          <p:cNvSpPr/>
          <p:nvPr/>
        </p:nvSpPr>
        <p:spPr>
          <a:xfrm>
            <a:off x="12564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2" name=""/>
          <p:cNvSpPr/>
          <p:nvPr/>
        </p:nvSpPr>
        <p:spPr>
          <a:xfrm>
            <a:off x="12600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 name=""/>
          <p:cNvSpPr/>
          <p:nvPr/>
        </p:nvSpPr>
        <p:spPr>
          <a:xfrm>
            <a:off x="12632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 name=""/>
          <p:cNvSpPr/>
          <p:nvPr/>
        </p:nvSpPr>
        <p:spPr>
          <a:xfrm>
            <a:off x="12664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 name=""/>
          <p:cNvSpPr/>
          <p:nvPr/>
        </p:nvSpPr>
        <p:spPr>
          <a:xfrm>
            <a:off x="12700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 name=""/>
          <p:cNvSpPr/>
          <p:nvPr/>
        </p:nvSpPr>
        <p:spPr>
          <a:xfrm>
            <a:off x="12733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 name=""/>
          <p:cNvSpPr/>
          <p:nvPr/>
        </p:nvSpPr>
        <p:spPr>
          <a:xfrm>
            <a:off x="12765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 name=""/>
          <p:cNvSpPr/>
          <p:nvPr/>
        </p:nvSpPr>
        <p:spPr>
          <a:xfrm>
            <a:off x="127980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 name=""/>
          <p:cNvSpPr/>
          <p:nvPr/>
        </p:nvSpPr>
        <p:spPr>
          <a:xfrm>
            <a:off x="12834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 name=""/>
          <p:cNvSpPr/>
          <p:nvPr/>
        </p:nvSpPr>
        <p:spPr>
          <a:xfrm>
            <a:off x="12866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 name=""/>
          <p:cNvSpPr/>
          <p:nvPr/>
        </p:nvSpPr>
        <p:spPr>
          <a:xfrm>
            <a:off x="12898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 name=""/>
          <p:cNvSpPr/>
          <p:nvPr/>
        </p:nvSpPr>
        <p:spPr>
          <a:xfrm>
            <a:off x="12934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 name=""/>
          <p:cNvSpPr/>
          <p:nvPr/>
        </p:nvSpPr>
        <p:spPr>
          <a:xfrm>
            <a:off x="12967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 name=""/>
          <p:cNvSpPr/>
          <p:nvPr/>
        </p:nvSpPr>
        <p:spPr>
          <a:xfrm>
            <a:off x="12999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 name=""/>
          <p:cNvSpPr/>
          <p:nvPr/>
        </p:nvSpPr>
        <p:spPr>
          <a:xfrm>
            <a:off x="13035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 name=""/>
          <p:cNvSpPr/>
          <p:nvPr/>
        </p:nvSpPr>
        <p:spPr>
          <a:xfrm>
            <a:off x="13068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 name=""/>
          <p:cNvSpPr/>
          <p:nvPr/>
        </p:nvSpPr>
        <p:spPr>
          <a:xfrm>
            <a:off x="13100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 name=""/>
          <p:cNvSpPr/>
          <p:nvPr/>
        </p:nvSpPr>
        <p:spPr>
          <a:xfrm>
            <a:off x="131328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 name=""/>
          <p:cNvSpPr/>
          <p:nvPr/>
        </p:nvSpPr>
        <p:spPr>
          <a:xfrm>
            <a:off x="13168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 name=""/>
          <p:cNvSpPr/>
          <p:nvPr/>
        </p:nvSpPr>
        <p:spPr>
          <a:xfrm>
            <a:off x="13201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 name=""/>
          <p:cNvSpPr/>
          <p:nvPr/>
        </p:nvSpPr>
        <p:spPr>
          <a:xfrm>
            <a:off x="1323360" y="2409480"/>
            <a:ext cx="4320" cy="48240"/>
          </a:xfrm>
          <a:custGeom>
            <a:avLst/>
            <a:gdLst/>
            <a:ahLst/>
            <a:rect l="0" t="0" r="r" b="b"/>
            <a:pathLst>
              <a:path w="12" h="134">
                <a:moveTo>
                  <a:pt x="12" y="0"/>
                </a:moveTo>
                <a:lnTo>
                  <a:pt x="12" y="134"/>
                </a:lnTo>
                <a:lnTo>
                  <a:pt x="0" y="134"/>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2" name=""/>
          <p:cNvSpPr/>
          <p:nvPr/>
        </p:nvSpPr>
        <p:spPr>
          <a:xfrm>
            <a:off x="13269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3" name=""/>
          <p:cNvSpPr/>
          <p:nvPr/>
        </p:nvSpPr>
        <p:spPr>
          <a:xfrm>
            <a:off x="13302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4" name=""/>
          <p:cNvSpPr/>
          <p:nvPr/>
        </p:nvSpPr>
        <p:spPr>
          <a:xfrm>
            <a:off x="13334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5" name=""/>
          <p:cNvSpPr/>
          <p:nvPr/>
        </p:nvSpPr>
        <p:spPr>
          <a:xfrm>
            <a:off x="13370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6" name=""/>
          <p:cNvSpPr/>
          <p:nvPr/>
        </p:nvSpPr>
        <p:spPr>
          <a:xfrm>
            <a:off x="134028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7" name=""/>
          <p:cNvSpPr/>
          <p:nvPr/>
        </p:nvSpPr>
        <p:spPr>
          <a:xfrm>
            <a:off x="134352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8" name=""/>
          <p:cNvSpPr/>
          <p:nvPr/>
        </p:nvSpPr>
        <p:spPr>
          <a:xfrm>
            <a:off x="134676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9" name=""/>
          <p:cNvSpPr/>
          <p:nvPr/>
        </p:nvSpPr>
        <p:spPr>
          <a:xfrm>
            <a:off x="135036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0" name=""/>
          <p:cNvSpPr/>
          <p:nvPr/>
        </p:nvSpPr>
        <p:spPr>
          <a:xfrm>
            <a:off x="135360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1" name=""/>
          <p:cNvSpPr/>
          <p:nvPr/>
        </p:nvSpPr>
        <p:spPr>
          <a:xfrm>
            <a:off x="1356840" y="2409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2" name=""/>
          <p:cNvSpPr/>
          <p:nvPr/>
        </p:nvSpPr>
        <p:spPr>
          <a:xfrm>
            <a:off x="1360440" y="2409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3" name=""/>
          <p:cNvSpPr/>
          <p:nvPr/>
        </p:nvSpPr>
        <p:spPr>
          <a:xfrm>
            <a:off x="1363680" y="2409480"/>
            <a:ext cx="3600" cy="48240"/>
          </a:xfrm>
          <a:custGeom>
            <a:avLst/>
            <a:gdLst/>
            <a:ahLst/>
            <a:rect l="0" t="0" r="r" b="b"/>
            <a:pathLst>
              <a:path w="10" h="134">
                <a:moveTo>
                  <a:pt x="9" y="0"/>
                </a:moveTo>
                <a:cubicBezTo>
                  <a:pt x="10" y="0"/>
                  <a:pt x="10" y="0"/>
                  <a:pt x="10" y="0"/>
                </a:cubicBezTo>
                <a:lnTo>
                  <a:pt x="10" y="134"/>
                </a:lnTo>
                <a:lnTo>
                  <a:pt x="9" y="134"/>
                </a:lnTo>
                <a:lnTo>
                  <a:pt x="0" y="134"/>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4" name=""/>
          <p:cNvSpPr/>
          <p:nvPr/>
        </p:nvSpPr>
        <p:spPr>
          <a:xfrm>
            <a:off x="1366920" y="2409480"/>
            <a:ext cx="3960" cy="48240"/>
          </a:xfrm>
          <a:custGeom>
            <a:avLst/>
            <a:gdLst/>
            <a:ahLst/>
            <a:rect l="0" t="0" r="r" b="b"/>
            <a:pathLst>
              <a:path w="11" h="134">
                <a:moveTo>
                  <a:pt x="11" y="1"/>
                </a:moveTo>
                <a:lnTo>
                  <a:pt x="11" y="133"/>
                </a:lnTo>
                <a:cubicBezTo>
                  <a:pt x="8" y="133"/>
                  <a:pt x="3" y="134"/>
                  <a:pt x="0" y="134"/>
                </a:cubicBezTo>
                <a:lnTo>
                  <a:pt x="0" y="0"/>
                </a:lnTo>
                <a:cubicBezTo>
                  <a:pt x="3" y="1"/>
                  <a:pt x="8" y="1"/>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5" name=""/>
          <p:cNvSpPr/>
          <p:nvPr/>
        </p:nvSpPr>
        <p:spPr>
          <a:xfrm>
            <a:off x="1370520" y="2409840"/>
            <a:ext cx="3600" cy="47880"/>
          </a:xfrm>
          <a:custGeom>
            <a:avLst/>
            <a:gdLst/>
            <a:ahLst/>
            <a:rect l="0" t="0" r="r" b="b"/>
            <a:pathLst>
              <a:path w="10" h="133">
                <a:moveTo>
                  <a:pt x="10" y="3"/>
                </a:moveTo>
                <a:lnTo>
                  <a:pt x="10" y="130"/>
                </a:lnTo>
                <a:cubicBezTo>
                  <a:pt x="7" y="131"/>
                  <a:pt x="3" y="133"/>
                  <a:pt x="0" y="133"/>
                </a:cubicBezTo>
                <a:lnTo>
                  <a:pt x="0" y="0"/>
                </a:lnTo>
                <a:cubicBezTo>
                  <a:pt x="3" y="2"/>
                  <a:pt x="7" y="2"/>
                  <a:pt x="10" y="3"/>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6" name=""/>
          <p:cNvSpPr/>
          <p:nvPr/>
        </p:nvSpPr>
        <p:spPr>
          <a:xfrm>
            <a:off x="1373760" y="2410560"/>
            <a:ext cx="3600" cy="46080"/>
          </a:xfrm>
          <a:custGeom>
            <a:avLst/>
            <a:gdLst/>
            <a:ahLst/>
            <a:rect l="0" t="0" r="r" b="b"/>
            <a:pathLst>
              <a:path w="10" h="128">
                <a:moveTo>
                  <a:pt x="10" y="4"/>
                </a:moveTo>
                <a:lnTo>
                  <a:pt x="10" y="124"/>
                </a:lnTo>
                <a:cubicBezTo>
                  <a:pt x="7" y="126"/>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7" name=""/>
          <p:cNvSpPr/>
          <p:nvPr/>
        </p:nvSpPr>
        <p:spPr>
          <a:xfrm>
            <a:off x="1377000" y="2412000"/>
            <a:ext cx="3960" cy="43200"/>
          </a:xfrm>
          <a:custGeom>
            <a:avLst/>
            <a:gdLst/>
            <a:ahLst/>
            <a:rect l="0" t="0" r="r" b="b"/>
            <a:pathLst>
              <a:path w="11" h="120">
                <a:moveTo>
                  <a:pt x="11" y="6"/>
                </a:moveTo>
                <a:lnTo>
                  <a:pt x="11" y="115"/>
                </a:lnTo>
                <a:cubicBezTo>
                  <a:pt x="8" y="117"/>
                  <a:pt x="3" y="119"/>
                  <a:pt x="0" y="120"/>
                </a:cubicBezTo>
                <a:lnTo>
                  <a:pt x="0" y="0"/>
                </a:lnTo>
                <a:cubicBezTo>
                  <a:pt x="3" y="1"/>
                  <a:pt x="8" y="3"/>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8" name=""/>
          <p:cNvSpPr/>
          <p:nvPr/>
        </p:nvSpPr>
        <p:spPr>
          <a:xfrm>
            <a:off x="1380600" y="2414160"/>
            <a:ext cx="3600" cy="39240"/>
          </a:xfrm>
          <a:custGeom>
            <a:avLst/>
            <a:gdLst/>
            <a:ahLst/>
            <a:rect l="0" t="0" r="r" b="b"/>
            <a:pathLst>
              <a:path w="10" h="109">
                <a:moveTo>
                  <a:pt x="9" y="7"/>
                </a:moveTo>
                <a:cubicBezTo>
                  <a:pt x="9" y="7"/>
                  <a:pt x="10" y="7"/>
                  <a:pt x="10" y="8"/>
                </a:cubicBezTo>
                <a:lnTo>
                  <a:pt x="10" y="101"/>
                </a:lnTo>
                <a:lnTo>
                  <a:pt x="9" y="101"/>
                </a:lnTo>
                <a:cubicBezTo>
                  <a:pt x="6" y="104"/>
                  <a:pt x="2" y="107"/>
                  <a:pt x="0" y="109"/>
                </a:cubicBezTo>
                <a:lnTo>
                  <a:pt x="0" y="0"/>
                </a:lnTo>
                <a:cubicBezTo>
                  <a:pt x="2" y="2"/>
                  <a:pt x="6" y="4"/>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9" name=""/>
          <p:cNvSpPr/>
          <p:nvPr/>
        </p:nvSpPr>
        <p:spPr>
          <a:xfrm>
            <a:off x="1383840" y="2417040"/>
            <a:ext cx="3600" cy="33480"/>
          </a:xfrm>
          <a:custGeom>
            <a:avLst/>
            <a:gdLst/>
            <a:ahLst/>
            <a:rect l="0" t="0" r="r" b="b"/>
            <a:pathLst>
              <a:path w="10" h="93">
                <a:moveTo>
                  <a:pt x="10" y="11"/>
                </a:moveTo>
                <a:lnTo>
                  <a:pt x="10" y="81"/>
                </a:lnTo>
                <a:cubicBezTo>
                  <a:pt x="8" y="85"/>
                  <a:pt x="3" y="89"/>
                  <a:pt x="0" y="93"/>
                </a:cubicBezTo>
                <a:lnTo>
                  <a:pt x="0" y="0"/>
                </a:lnTo>
                <a:cubicBezTo>
                  <a:pt x="3" y="3"/>
                  <a:pt x="8" y="7"/>
                  <a:pt x="10" y="11"/>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 name=""/>
          <p:cNvSpPr/>
          <p:nvPr/>
        </p:nvSpPr>
        <p:spPr>
          <a:xfrm>
            <a:off x="1387080" y="2421000"/>
            <a:ext cx="3600" cy="25200"/>
          </a:xfrm>
          <a:custGeom>
            <a:avLst/>
            <a:gdLst/>
            <a:ahLst/>
            <a:rect l="0" t="0" r="r" b="b"/>
            <a:pathLst>
              <a:path w="10" h="70">
                <a:moveTo>
                  <a:pt x="10" y="35"/>
                </a:moveTo>
                <a:cubicBezTo>
                  <a:pt x="10" y="48"/>
                  <a:pt x="7" y="60"/>
                  <a:pt x="0" y="70"/>
                </a:cubicBezTo>
                <a:lnTo>
                  <a:pt x="0" y="0"/>
                </a:lnTo>
                <a:cubicBezTo>
                  <a:pt x="7" y="11"/>
                  <a:pt x="10" y="22"/>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 name=""/>
          <p:cNvSpPr txBox="1"/>
          <p:nvPr/>
        </p:nvSpPr>
        <p:spPr>
          <a:xfrm>
            <a:off x="533520" y="1895400"/>
            <a:ext cx="7992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概要</a:t>
            </a:r>
            <a:endParaRPr lang="en-US" sz="3150" b="0" u="none" strike="noStrike">
              <a:solidFill>
                <a:srgbClr val="000000"/>
              </a:solidFill>
              <a:effectLst/>
              <a:uFillTx/>
              <a:latin typeface="游明朝体"/>
            </a:endParaRPr>
          </a:p>
        </p:txBody>
      </p:sp>
      <p:sp>
        <p:nvSpPr>
          <p:cNvPr id="432"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2</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36" name=""/>
          <p:cNvSpPr txBox="1"/>
          <p:nvPr/>
        </p:nvSpPr>
        <p:spPr>
          <a:xfrm>
            <a:off x="588240" y="2933280"/>
            <a:ext cx="212400" cy="222840"/>
          </a:xfrm>
          <a:prstGeom prst="rect">
            <a:avLst/>
          </a:prstGeom>
          <a:noFill/>
          <a:ln w="0">
            <a:noFill/>
          </a:ln>
        </p:spPr>
        <p:txBody>
          <a:bodyPr wrap="none" lIns="0" tIns="0" rIns="0" bIns="0" anchor="t">
            <a:spAutoFit/>
          </a:bodyPr>
          <a:p>
            <a:pPr/>
            <a:r>
              <a:rPr lang="en-US" sz="1500" b="0" u="none" strike="noStrike">
                <a:solidFill>
                  <a:srgbClr val="2A78D6"/>
                </a:solidFill>
                <a:effectLst/>
                <a:uFillTx/>
                <a:latin typeface="HelveticaNeue"/>
                <a:ea typeface="HelveticaNeue"/>
              </a:rPr>
              <a:t>1. </a:t>
            </a:r>
            <a:endParaRPr lang="en-US" sz="1500" b="0" u="none" strike="noStrike">
              <a:solidFill>
                <a:srgbClr val="000000"/>
              </a:solidFill>
              <a:effectLst/>
              <a:uFillTx/>
              <a:latin typeface="游明朝体"/>
            </a:endParaRPr>
          </a:p>
        </p:txBody>
      </p:sp>
      <p:sp>
        <p:nvSpPr>
          <p:cNvPr id="437" name=""/>
          <p:cNvSpPr txBox="1"/>
          <p:nvPr/>
        </p:nvSpPr>
        <p:spPr>
          <a:xfrm>
            <a:off x="799920" y="29422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⽣成</a:t>
            </a:r>
            <a:endParaRPr lang="en-US" sz="1500" b="0" u="none" strike="noStrike">
              <a:solidFill>
                <a:srgbClr val="000000"/>
              </a:solidFill>
              <a:effectLst/>
              <a:uFillTx/>
              <a:latin typeface="游明朝体"/>
            </a:endParaRPr>
          </a:p>
        </p:txBody>
      </p:sp>
      <p:sp>
        <p:nvSpPr>
          <p:cNvPr id="438" name=""/>
          <p:cNvSpPr txBox="1"/>
          <p:nvPr/>
        </p:nvSpPr>
        <p:spPr>
          <a:xfrm>
            <a:off x="1181160" y="29332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439" name=""/>
          <p:cNvSpPr txBox="1"/>
          <p:nvPr/>
        </p:nvSpPr>
        <p:spPr>
          <a:xfrm>
            <a:off x="1353960" y="294228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活⽤の経緯</a:t>
            </a:r>
            <a:endParaRPr lang="en-US" sz="1500" b="0" u="none" strike="noStrike">
              <a:solidFill>
                <a:srgbClr val="000000"/>
              </a:solidFill>
              <a:effectLst/>
              <a:uFillTx/>
              <a:latin typeface="游明朝体"/>
            </a:endParaRPr>
          </a:p>
        </p:txBody>
      </p:sp>
      <p:sp>
        <p:nvSpPr>
          <p:cNvPr id="440" name=""/>
          <p:cNvSpPr txBox="1"/>
          <p:nvPr/>
        </p:nvSpPr>
        <p:spPr>
          <a:xfrm>
            <a:off x="588240" y="3323880"/>
            <a:ext cx="212400" cy="222840"/>
          </a:xfrm>
          <a:prstGeom prst="rect">
            <a:avLst/>
          </a:prstGeom>
          <a:noFill/>
          <a:ln w="0">
            <a:noFill/>
          </a:ln>
        </p:spPr>
        <p:txBody>
          <a:bodyPr wrap="none" lIns="0" tIns="0" rIns="0" bIns="0" anchor="t">
            <a:spAutoFit/>
          </a:bodyPr>
          <a:p>
            <a:pPr/>
            <a:r>
              <a:rPr lang="en-US" sz="1500" b="0" u="none" strike="noStrike">
                <a:solidFill>
                  <a:srgbClr val="2A78D6"/>
                </a:solidFill>
                <a:effectLst/>
                <a:uFillTx/>
                <a:latin typeface="HelveticaNeue"/>
                <a:ea typeface="HelveticaNeue"/>
              </a:rPr>
              <a:t>2. </a:t>
            </a:r>
            <a:endParaRPr lang="en-US" sz="1500" b="0" u="none" strike="noStrike">
              <a:solidFill>
                <a:srgbClr val="000000"/>
              </a:solidFill>
              <a:effectLst/>
              <a:uFillTx/>
              <a:latin typeface="游明朝体"/>
            </a:endParaRPr>
          </a:p>
        </p:txBody>
      </p:sp>
      <p:sp>
        <p:nvSpPr>
          <p:cNvPr id="441" name=""/>
          <p:cNvSpPr txBox="1"/>
          <p:nvPr/>
        </p:nvSpPr>
        <p:spPr>
          <a:xfrm>
            <a:off x="799920" y="333288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開発したプロダクト（気象・予測ツール）</a:t>
            </a:r>
            <a:endParaRPr lang="en-US" sz="1500" b="0" u="none" strike="noStrike">
              <a:solidFill>
                <a:srgbClr val="000000"/>
              </a:solidFill>
              <a:effectLst/>
              <a:uFillTx/>
              <a:latin typeface="游明朝体"/>
            </a:endParaRPr>
          </a:p>
        </p:txBody>
      </p:sp>
      <p:sp>
        <p:nvSpPr>
          <p:cNvPr id="442" name=""/>
          <p:cNvSpPr txBox="1"/>
          <p:nvPr/>
        </p:nvSpPr>
        <p:spPr>
          <a:xfrm>
            <a:off x="588240" y="3714480"/>
            <a:ext cx="212400" cy="222840"/>
          </a:xfrm>
          <a:prstGeom prst="rect">
            <a:avLst/>
          </a:prstGeom>
          <a:noFill/>
          <a:ln w="0">
            <a:noFill/>
          </a:ln>
        </p:spPr>
        <p:txBody>
          <a:bodyPr wrap="none" lIns="0" tIns="0" rIns="0" bIns="0" anchor="t">
            <a:spAutoFit/>
          </a:bodyPr>
          <a:p>
            <a:pPr/>
            <a:r>
              <a:rPr lang="en-US" sz="1500" b="0" u="none" strike="noStrike">
                <a:solidFill>
                  <a:srgbClr val="2A78D6"/>
                </a:solidFill>
                <a:effectLst/>
                <a:uFillTx/>
                <a:latin typeface="HelveticaNeue"/>
                <a:ea typeface="HelveticaNeue"/>
              </a:rPr>
              <a:t>3. </a:t>
            </a:r>
            <a:endParaRPr lang="en-US" sz="1500" b="0" u="none" strike="noStrike">
              <a:solidFill>
                <a:srgbClr val="000000"/>
              </a:solidFill>
              <a:effectLst/>
              <a:uFillTx/>
              <a:latin typeface="游明朝体"/>
            </a:endParaRPr>
          </a:p>
        </p:txBody>
      </p:sp>
      <p:sp>
        <p:nvSpPr>
          <p:cNvPr id="443" name=""/>
          <p:cNvSpPr txBox="1"/>
          <p:nvPr/>
        </p:nvSpPr>
        <p:spPr>
          <a:xfrm>
            <a:off x="799920" y="3723480"/>
            <a:ext cx="2858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農研機構メッシュ農業気象データ</a:t>
            </a:r>
            <a:endParaRPr lang="en-US" sz="1500" b="0" u="none" strike="noStrike">
              <a:solidFill>
                <a:srgbClr val="000000"/>
              </a:solidFill>
              <a:effectLst/>
              <a:uFillTx/>
              <a:latin typeface="游明朝体"/>
            </a:endParaRPr>
          </a:p>
        </p:txBody>
      </p:sp>
      <p:sp>
        <p:nvSpPr>
          <p:cNvPr id="444" name=""/>
          <p:cNvSpPr txBox="1"/>
          <p:nvPr/>
        </p:nvSpPr>
        <p:spPr>
          <a:xfrm>
            <a:off x="3657600" y="3714480"/>
            <a:ext cx="3938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 AI</a:t>
            </a:r>
            <a:endParaRPr lang="en-US" sz="1500" b="0" u="none" strike="noStrike">
              <a:solidFill>
                <a:srgbClr val="000000"/>
              </a:solidFill>
              <a:effectLst/>
              <a:uFillTx/>
              <a:latin typeface="游明朝体"/>
            </a:endParaRPr>
          </a:p>
        </p:txBody>
      </p:sp>
      <p:sp>
        <p:nvSpPr>
          <p:cNvPr id="445" name=""/>
          <p:cNvSpPr txBox="1"/>
          <p:nvPr/>
        </p:nvSpPr>
        <p:spPr>
          <a:xfrm>
            <a:off x="4050720" y="372348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による機械学習の取り組み</a:t>
            </a:r>
            <a:endParaRPr lang="en-US" sz="1500" b="0" u="none" strike="noStrike">
              <a:solidFill>
                <a:srgbClr val="000000"/>
              </a:solidFill>
              <a:effectLst/>
              <a:uFillTx/>
              <a:latin typeface="游明朝体"/>
            </a:endParaRPr>
          </a:p>
        </p:txBody>
      </p:sp>
      <p:sp>
        <p:nvSpPr>
          <p:cNvPr id="446" name=""/>
          <p:cNvSpPr txBox="1"/>
          <p:nvPr/>
        </p:nvSpPr>
        <p:spPr>
          <a:xfrm>
            <a:off x="588240" y="4104720"/>
            <a:ext cx="212400" cy="222840"/>
          </a:xfrm>
          <a:prstGeom prst="rect">
            <a:avLst/>
          </a:prstGeom>
          <a:noFill/>
          <a:ln w="0">
            <a:noFill/>
          </a:ln>
        </p:spPr>
        <p:txBody>
          <a:bodyPr wrap="none" lIns="0" tIns="0" rIns="0" bIns="0" anchor="t">
            <a:spAutoFit/>
          </a:bodyPr>
          <a:p>
            <a:pPr/>
            <a:r>
              <a:rPr lang="en-US" sz="1500" b="0" u="none" strike="noStrike">
                <a:solidFill>
                  <a:srgbClr val="2A78D6"/>
                </a:solidFill>
                <a:effectLst/>
                <a:uFillTx/>
                <a:latin typeface="HelveticaNeue"/>
                <a:ea typeface="HelveticaNeue"/>
              </a:rPr>
              <a:t>4. </a:t>
            </a:r>
            <a:endParaRPr lang="en-US" sz="1500" b="0" u="none" strike="noStrike">
              <a:solidFill>
                <a:srgbClr val="000000"/>
              </a:solidFill>
              <a:effectLst/>
              <a:uFillTx/>
              <a:latin typeface="游明朝体"/>
            </a:endParaRPr>
          </a:p>
        </p:txBody>
      </p:sp>
      <p:sp>
        <p:nvSpPr>
          <p:cNvPr id="447" name=""/>
          <p:cNvSpPr txBox="1"/>
          <p:nvPr/>
        </p:nvSpPr>
        <p:spPr>
          <a:xfrm>
            <a:off x="799920" y="4113720"/>
            <a:ext cx="2096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バイブコーディングとは</a:t>
            </a:r>
            <a:endParaRPr lang="en-US" sz="1500" b="0" u="none" strike="noStrike">
              <a:solidFill>
                <a:srgbClr val="000000"/>
              </a:solidFill>
              <a:effectLst/>
              <a:uFillTx/>
              <a:latin typeface="游明朝体"/>
            </a:endParaRPr>
          </a:p>
        </p:txBody>
      </p:sp>
      <p:sp>
        <p:nvSpPr>
          <p:cNvPr id="448" name=""/>
          <p:cNvSpPr txBox="1"/>
          <p:nvPr/>
        </p:nvSpPr>
        <p:spPr>
          <a:xfrm>
            <a:off x="588240" y="4495320"/>
            <a:ext cx="212400" cy="222840"/>
          </a:xfrm>
          <a:prstGeom prst="rect">
            <a:avLst/>
          </a:prstGeom>
          <a:noFill/>
          <a:ln w="0">
            <a:noFill/>
          </a:ln>
        </p:spPr>
        <p:txBody>
          <a:bodyPr wrap="none" lIns="0" tIns="0" rIns="0" bIns="0" anchor="t">
            <a:spAutoFit/>
          </a:bodyPr>
          <a:p>
            <a:pPr/>
            <a:r>
              <a:rPr lang="en-US" sz="1500" b="0" u="none" strike="noStrike">
                <a:solidFill>
                  <a:srgbClr val="2A78D6"/>
                </a:solidFill>
                <a:effectLst/>
                <a:uFillTx/>
                <a:latin typeface="HelveticaNeue"/>
                <a:ea typeface="HelveticaNeue"/>
              </a:rPr>
              <a:t>5. </a:t>
            </a:r>
            <a:endParaRPr lang="en-US" sz="1500" b="0" u="none" strike="noStrike">
              <a:solidFill>
                <a:srgbClr val="000000"/>
              </a:solidFill>
              <a:effectLst/>
              <a:uFillTx/>
              <a:latin typeface="游明朝体"/>
            </a:endParaRPr>
          </a:p>
        </p:txBody>
      </p:sp>
      <p:sp>
        <p:nvSpPr>
          <p:cNvPr id="449" name=""/>
          <p:cNvSpPr txBox="1"/>
          <p:nvPr/>
        </p:nvSpPr>
        <p:spPr>
          <a:xfrm>
            <a:off x="799920" y="450432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まとめ・今後の展開</a:t>
            </a:r>
            <a:endParaRPr lang="en-US" sz="1500" b="0" u="none" strike="noStrike">
              <a:solidFill>
                <a:srgbClr val="000000"/>
              </a:solidFill>
              <a:effectLst/>
              <a:uFillTx/>
              <a:latin typeface="游明朝体"/>
            </a:endParaRPr>
          </a:p>
        </p:txBody>
      </p:sp>
      <p:sp>
        <p:nvSpPr>
          <p:cNvPr id="450" name=""/>
          <p:cNvSpPr/>
          <p:nvPr/>
        </p:nvSpPr>
        <p:spPr>
          <a:xfrm>
            <a:off x="533160" y="2597760"/>
            <a:ext cx="7200" cy="33480"/>
          </a:xfrm>
          <a:custGeom>
            <a:avLst/>
            <a:gdLst/>
            <a:ahLst/>
            <a:rect l="0" t="0" r="r" b="b"/>
            <a:pathLst>
              <a:path w="20" h="93">
                <a:moveTo>
                  <a:pt x="20" y="0"/>
                </a:moveTo>
                <a:lnTo>
                  <a:pt x="20" y="93"/>
                </a:lnTo>
                <a:cubicBezTo>
                  <a:pt x="7" y="81"/>
                  <a:pt x="0" y="65"/>
                  <a:pt x="0" y="47"/>
                </a:cubicBezTo>
                <a:cubicBezTo>
                  <a:pt x="0" y="29"/>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1" name=""/>
          <p:cNvSpPr/>
          <p:nvPr/>
        </p:nvSpPr>
        <p:spPr>
          <a:xfrm>
            <a:off x="540000" y="2593080"/>
            <a:ext cx="6840" cy="43200"/>
          </a:xfrm>
          <a:custGeom>
            <a:avLst/>
            <a:gdLst/>
            <a:ahLst/>
            <a:rect l="0" t="0" r="r" b="b"/>
            <a:pathLst>
              <a:path w="19" h="120">
                <a:moveTo>
                  <a:pt x="1" y="13"/>
                </a:moveTo>
                <a:cubicBezTo>
                  <a:pt x="7" y="7"/>
                  <a:pt x="13" y="3"/>
                  <a:pt x="19" y="0"/>
                </a:cubicBezTo>
                <a:lnTo>
                  <a:pt x="19" y="120"/>
                </a:lnTo>
                <a:cubicBezTo>
                  <a:pt x="13" y="117"/>
                  <a:pt x="7" y="112"/>
                  <a:pt x="1" y="106"/>
                </a:cubicBezTo>
                <a:cubicBezTo>
                  <a:pt x="0" y="106"/>
                  <a:pt x="0" y="106"/>
                  <a:pt x="0" y="105"/>
                </a:cubicBezTo>
                <a:lnTo>
                  <a:pt x="0" y="13"/>
                </a:lnTo>
                <a:lnTo>
                  <a:pt x="1" y="13"/>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2" name=""/>
          <p:cNvSpPr/>
          <p:nvPr/>
        </p:nvSpPr>
        <p:spPr>
          <a:xfrm>
            <a:off x="546480" y="259092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3" name=""/>
          <p:cNvSpPr/>
          <p:nvPr/>
        </p:nvSpPr>
        <p:spPr>
          <a:xfrm>
            <a:off x="553320" y="259056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4" name=""/>
          <p:cNvSpPr/>
          <p:nvPr/>
        </p:nvSpPr>
        <p:spPr>
          <a:xfrm>
            <a:off x="5601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5" name=""/>
          <p:cNvSpPr/>
          <p:nvPr/>
        </p:nvSpPr>
        <p:spPr>
          <a:xfrm>
            <a:off x="566640" y="259056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6" name=""/>
          <p:cNvSpPr/>
          <p:nvPr/>
        </p:nvSpPr>
        <p:spPr>
          <a:xfrm>
            <a:off x="57348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7" name=""/>
          <p:cNvSpPr/>
          <p:nvPr/>
        </p:nvSpPr>
        <p:spPr>
          <a:xfrm>
            <a:off x="5799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8" name=""/>
          <p:cNvSpPr/>
          <p:nvPr/>
        </p:nvSpPr>
        <p:spPr>
          <a:xfrm>
            <a:off x="5868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9" name=""/>
          <p:cNvSpPr/>
          <p:nvPr/>
        </p:nvSpPr>
        <p:spPr>
          <a:xfrm>
            <a:off x="59364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0" name=""/>
          <p:cNvSpPr/>
          <p:nvPr/>
        </p:nvSpPr>
        <p:spPr>
          <a:xfrm>
            <a:off x="6001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1" name=""/>
          <p:cNvSpPr/>
          <p:nvPr/>
        </p:nvSpPr>
        <p:spPr>
          <a:xfrm>
            <a:off x="6069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2" name=""/>
          <p:cNvSpPr/>
          <p:nvPr/>
        </p:nvSpPr>
        <p:spPr>
          <a:xfrm>
            <a:off x="6134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3" name=""/>
          <p:cNvSpPr/>
          <p:nvPr/>
        </p:nvSpPr>
        <p:spPr>
          <a:xfrm>
            <a:off x="6202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4" name=""/>
          <p:cNvSpPr/>
          <p:nvPr/>
        </p:nvSpPr>
        <p:spPr>
          <a:xfrm>
            <a:off x="62712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5" name=""/>
          <p:cNvSpPr/>
          <p:nvPr/>
        </p:nvSpPr>
        <p:spPr>
          <a:xfrm>
            <a:off x="6336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6" name=""/>
          <p:cNvSpPr/>
          <p:nvPr/>
        </p:nvSpPr>
        <p:spPr>
          <a:xfrm>
            <a:off x="64044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7" name=""/>
          <p:cNvSpPr/>
          <p:nvPr/>
        </p:nvSpPr>
        <p:spPr>
          <a:xfrm>
            <a:off x="6469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 name=""/>
          <p:cNvSpPr/>
          <p:nvPr/>
        </p:nvSpPr>
        <p:spPr>
          <a:xfrm>
            <a:off x="6537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 name=""/>
          <p:cNvSpPr/>
          <p:nvPr/>
        </p:nvSpPr>
        <p:spPr>
          <a:xfrm>
            <a:off x="66060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 name=""/>
          <p:cNvSpPr/>
          <p:nvPr/>
        </p:nvSpPr>
        <p:spPr>
          <a:xfrm>
            <a:off x="6670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 name=""/>
          <p:cNvSpPr/>
          <p:nvPr/>
        </p:nvSpPr>
        <p:spPr>
          <a:xfrm>
            <a:off x="67392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 name=""/>
          <p:cNvSpPr/>
          <p:nvPr/>
        </p:nvSpPr>
        <p:spPr>
          <a:xfrm>
            <a:off x="6804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 name=""/>
          <p:cNvSpPr/>
          <p:nvPr/>
        </p:nvSpPr>
        <p:spPr>
          <a:xfrm>
            <a:off x="6872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 name=""/>
          <p:cNvSpPr/>
          <p:nvPr/>
        </p:nvSpPr>
        <p:spPr>
          <a:xfrm>
            <a:off x="69408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 name=""/>
          <p:cNvSpPr/>
          <p:nvPr/>
        </p:nvSpPr>
        <p:spPr>
          <a:xfrm>
            <a:off x="7005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 name=""/>
          <p:cNvSpPr/>
          <p:nvPr/>
        </p:nvSpPr>
        <p:spPr>
          <a:xfrm>
            <a:off x="70740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 name=""/>
          <p:cNvSpPr/>
          <p:nvPr/>
        </p:nvSpPr>
        <p:spPr>
          <a:xfrm>
            <a:off x="7138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 name=""/>
          <p:cNvSpPr/>
          <p:nvPr/>
        </p:nvSpPr>
        <p:spPr>
          <a:xfrm>
            <a:off x="7207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 name=""/>
          <p:cNvSpPr/>
          <p:nvPr/>
        </p:nvSpPr>
        <p:spPr>
          <a:xfrm>
            <a:off x="7275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 name=""/>
          <p:cNvSpPr/>
          <p:nvPr/>
        </p:nvSpPr>
        <p:spPr>
          <a:xfrm>
            <a:off x="7340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 name=""/>
          <p:cNvSpPr/>
          <p:nvPr/>
        </p:nvSpPr>
        <p:spPr>
          <a:xfrm>
            <a:off x="74088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 name=""/>
          <p:cNvSpPr/>
          <p:nvPr/>
        </p:nvSpPr>
        <p:spPr>
          <a:xfrm>
            <a:off x="7473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 name=""/>
          <p:cNvSpPr/>
          <p:nvPr/>
        </p:nvSpPr>
        <p:spPr>
          <a:xfrm>
            <a:off x="7542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 name=""/>
          <p:cNvSpPr/>
          <p:nvPr/>
        </p:nvSpPr>
        <p:spPr>
          <a:xfrm>
            <a:off x="76104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 name=""/>
          <p:cNvSpPr/>
          <p:nvPr/>
        </p:nvSpPr>
        <p:spPr>
          <a:xfrm>
            <a:off x="767520" y="259056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 name=""/>
          <p:cNvSpPr/>
          <p:nvPr/>
        </p:nvSpPr>
        <p:spPr>
          <a:xfrm>
            <a:off x="7743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 name=""/>
          <p:cNvSpPr/>
          <p:nvPr/>
        </p:nvSpPr>
        <p:spPr>
          <a:xfrm>
            <a:off x="7808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 name=""/>
          <p:cNvSpPr/>
          <p:nvPr/>
        </p:nvSpPr>
        <p:spPr>
          <a:xfrm>
            <a:off x="7876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 name=""/>
          <p:cNvSpPr/>
          <p:nvPr/>
        </p:nvSpPr>
        <p:spPr>
          <a:xfrm>
            <a:off x="79452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 name=""/>
          <p:cNvSpPr/>
          <p:nvPr/>
        </p:nvSpPr>
        <p:spPr>
          <a:xfrm>
            <a:off x="8010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 name=""/>
          <p:cNvSpPr/>
          <p:nvPr/>
        </p:nvSpPr>
        <p:spPr>
          <a:xfrm>
            <a:off x="8078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 name=""/>
          <p:cNvSpPr/>
          <p:nvPr/>
        </p:nvSpPr>
        <p:spPr>
          <a:xfrm>
            <a:off x="81468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 name=""/>
          <p:cNvSpPr/>
          <p:nvPr/>
        </p:nvSpPr>
        <p:spPr>
          <a:xfrm>
            <a:off x="8211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 name=""/>
          <p:cNvSpPr/>
          <p:nvPr/>
        </p:nvSpPr>
        <p:spPr>
          <a:xfrm>
            <a:off x="82800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 name=""/>
          <p:cNvSpPr/>
          <p:nvPr/>
        </p:nvSpPr>
        <p:spPr>
          <a:xfrm>
            <a:off x="8344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 name=""/>
          <p:cNvSpPr/>
          <p:nvPr/>
        </p:nvSpPr>
        <p:spPr>
          <a:xfrm>
            <a:off x="8413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 name=""/>
          <p:cNvSpPr/>
          <p:nvPr/>
        </p:nvSpPr>
        <p:spPr>
          <a:xfrm>
            <a:off x="8481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 name=""/>
          <p:cNvSpPr/>
          <p:nvPr/>
        </p:nvSpPr>
        <p:spPr>
          <a:xfrm>
            <a:off x="8546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 name=""/>
          <p:cNvSpPr/>
          <p:nvPr/>
        </p:nvSpPr>
        <p:spPr>
          <a:xfrm>
            <a:off x="86148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 name=""/>
          <p:cNvSpPr/>
          <p:nvPr/>
        </p:nvSpPr>
        <p:spPr>
          <a:xfrm>
            <a:off x="8679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 name=""/>
          <p:cNvSpPr/>
          <p:nvPr/>
        </p:nvSpPr>
        <p:spPr>
          <a:xfrm>
            <a:off x="8748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 name=""/>
          <p:cNvSpPr/>
          <p:nvPr/>
        </p:nvSpPr>
        <p:spPr>
          <a:xfrm>
            <a:off x="88164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 name=""/>
          <p:cNvSpPr/>
          <p:nvPr/>
        </p:nvSpPr>
        <p:spPr>
          <a:xfrm>
            <a:off x="8881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 name=""/>
          <p:cNvSpPr/>
          <p:nvPr/>
        </p:nvSpPr>
        <p:spPr>
          <a:xfrm>
            <a:off x="89496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 name=""/>
          <p:cNvSpPr/>
          <p:nvPr/>
        </p:nvSpPr>
        <p:spPr>
          <a:xfrm>
            <a:off x="90144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 name=""/>
          <p:cNvSpPr/>
          <p:nvPr/>
        </p:nvSpPr>
        <p:spPr>
          <a:xfrm>
            <a:off x="9082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7" name=""/>
          <p:cNvSpPr/>
          <p:nvPr/>
        </p:nvSpPr>
        <p:spPr>
          <a:xfrm>
            <a:off x="91512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8" name=""/>
          <p:cNvSpPr/>
          <p:nvPr/>
        </p:nvSpPr>
        <p:spPr>
          <a:xfrm>
            <a:off x="92160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9" name=""/>
          <p:cNvSpPr/>
          <p:nvPr/>
        </p:nvSpPr>
        <p:spPr>
          <a:xfrm>
            <a:off x="92844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0" name=""/>
          <p:cNvSpPr/>
          <p:nvPr/>
        </p:nvSpPr>
        <p:spPr>
          <a:xfrm>
            <a:off x="93492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1" name=""/>
          <p:cNvSpPr/>
          <p:nvPr/>
        </p:nvSpPr>
        <p:spPr>
          <a:xfrm>
            <a:off x="94176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 name=""/>
          <p:cNvSpPr/>
          <p:nvPr/>
        </p:nvSpPr>
        <p:spPr>
          <a:xfrm>
            <a:off x="948600" y="259056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 name=""/>
          <p:cNvSpPr/>
          <p:nvPr/>
        </p:nvSpPr>
        <p:spPr>
          <a:xfrm>
            <a:off x="955080" y="259056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 name=""/>
          <p:cNvSpPr/>
          <p:nvPr/>
        </p:nvSpPr>
        <p:spPr>
          <a:xfrm>
            <a:off x="9619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 name=""/>
          <p:cNvSpPr/>
          <p:nvPr/>
        </p:nvSpPr>
        <p:spPr>
          <a:xfrm>
            <a:off x="9651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 name=""/>
          <p:cNvSpPr/>
          <p:nvPr/>
        </p:nvSpPr>
        <p:spPr>
          <a:xfrm>
            <a:off x="9684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 name=""/>
          <p:cNvSpPr/>
          <p:nvPr/>
        </p:nvSpPr>
        <p:spPr>
          <a:xfrm>
            <a:off x="9720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 name=""/>
          <p:cNvSpPr/>
          <p:nvPr/>
        </p:nvSpPr>
        <p:spPr>
          <a:xfrm>
            <a:off x="9752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 name=""/>
          <p:cNvSpPr/>
          <p:nvPr/>
        </p:nvSpPr>
        <p:spPr>
          <a:xfrm>
            <a:off x="9784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 name=""/>
          <p:cNvSpPr/>
          <p:nvPr/>
        </p:nvSpPr>
        <p:spPr>
          <a:xfrm>
            <a:off x="9820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 name=""/>
          <p:cNvSpPr/>
          <p:nvPr/>
        </p:nvSpPr>
        <p:spPr>
          <a:xfrm>
            <a:off x="9853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 name=""/>
          <p:cNvSpPr/>
          <p:nvPr/>
        </p:nvSpPr>
        <p:spPr>
          <a:xfrm>
            <a:off x="9885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 name=""/>
          <p:cNvSpPr/>
          <p:nvPr/>
        </p:nvSpPr>
        <p:spPr>
          <a:xfrm>
            <a:off x="9921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 name=""/>
          <p:cNvSpPr/>
          <p:nvPr/>
        </p:nvSpPr>
        <p:spPr>
          <a:xfrm>
            <a:off x="9954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 name=""/>
          <p:cNvSpPr/>
          <p:nvPr/>
        </p:nvSpPr>
        <p:spPr>
          <a:xfrm>
            <a:off x="9986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 name=""/>
          <p:cNvSpPr/>
          <p:nvPr/>
        </p:nvSpPr>
        <p:spPr>
          <a:xfrm>
            <a:off x="10018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 name=""/>
          <p:cNvSpPr/>
          <p:nvPr/>
        </p:nvSpPr>
        <p:spPr>
          <a:xfrm>
            <a:off x="10054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 name=""/>
          <p:cNvSpPr/>
          <p:nvPr/>
        </p:nvSpPr>
        <p:spPr>
          <a:xfrm>
            <a:off x="10087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 name=""/>
          <p:cNvSpPr/>
          <p:nvPr/>
        </p:nvSpPr>
        <p:spPr>
          <a:xfrm>
            <a:off x="10119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 name=""/>
          <p:cNvSpPr/>
          <p:nvPr/>
        </p:nvSpPr>
        <p:spPr>
          <a:xfrm>
            <a:off x="10155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1" name=""/>
          <p:cNvSpPr/>
          <p:nvPr/>
        </p:nvSpPr>
        <p:spPr>
          <a:xfrm>
            <a:off x="10188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2" name=""/>
          <p:cNvSpPr/>
          <p:nvPr/>
        </p:nvSpPr>
        <p:spPr>
          <a:xfrm>
            <a:off x="1022040" y="259056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3" name=""/>
          <p:cNvSpPr/>
          <p:nvPr/>
        </p:nvSpPr>
        <p:spPr>
          <a:xfrm>
            <a:off x="10256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4" name=""/>
          <p:cNvSpPr/>
          <p:nvPr/>
        </p:nvSpPr>
        <p:spPr>
          <a:xfrm>
            <a:off x="10288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5" name=""/>
          <p:cNvSpPr/>
          <p:nvPr/>
        </p:nvSpPr>
        <p:spPr>
          <a:xfrm>
            <a:off x="10321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6" name=""/>
          <p:cNvSpPr/>
          <p:nvPr/>
        </p:nvSpPr>
        <p:spPr>
          <a:xfrm>
            <a:off x="10353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7" name=""/>
          <p:cNvSpPr/>
          <p:nvPr/>
        </p:nvSpPr>
        <p:spPr>
          <a:xfrm>
            <a:off x="10389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8" name=""/>
          <p:cNvSpPr/>
          <p:nvPr/>
        </p:nvSpPr>
        <p:spPr>
          <a:xfrm>
            <a:off x="10422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9" name=""/>
          <p:cNvSpPr/>
          <p:nvPr/>
        </p:nvSpPr>
        <p:spPr>
          <a:xfrm>
            <a:off x="10454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0" name=""/>
          <p:cNvSpPr/>
          <p:nvPr/>
        </p:nvSpPr>
        <p:spPr>
          <a:xfrm>
            <a:off x="10490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1" name=""/>
          <p:cNvSpPr/>
          <p:nvPr/>
        </p:nvSpPr>
        <p:spPr>
          <a:xfrm>
            <a:off x="10522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 name=""/>
          <p:cNvSpPr/>
          <p:nvPr/>
        </p:nvSpPr>
        <p:spPr>
          <a:xfrm>
            <a:off x="105552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 name=""/>
          <p:cNvSpPr/>
          <p:nvPr/>
        </p:nvSpPr>
        <p:spPr>
          <a:xfrm>
            <a:off x="10591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 name=""/>
          <p:cNvSpPr/>
          <p:nvPr/>
        </p:nvSpPr>
        <p:spPr>
          <a:xfrm>
            <a:off x="10623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 name=""/>
          <p:cNvSpPr/>
          <p:nvPr/>
        </p:nvSpPr>
        <p:spPr>
          <a:xfrm>
            <a:off x="10656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 name=""/>
          <p:cNvSpPr/>
          <p:nvPr/>
        </p:nvSpPr>
        <p:spPr>
          <a:xfrm>
            <a:off x="10688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 name=""/>
          <p:cNvSpPr/>
          <p:nvPr/>
        </p:nvSpPr>
        <p:spPr>
          <a:xfrm>
            <a:off x="10724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 name=""/>
          <p:cNvSpPr/>
          <p:nvPr/>
        </p:nvSpPr>
        <p:spPr>
          <a:xfrm>
            <a:off x="10756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 name=""/>
          <p:cNvSpPr/>
          <p:nvPr/>
        </p:nvSpPr>
        <p:spPr>
          <a:xfrm>
            <a:off x="107892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 name=""/>
          <p:cNvSpPr/>
          <p:nvPr/>
        </p:nvSpPr>
        <p:spPr>
          <a:xfrm>
            <a:off x="10825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 name=""/>
          <p:cNvSpPr/>
          <p:nvPr/>
        </p:nvSpPr>
        <p:spPr>
          <a:xfrm>
            <a:off x="10857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 name=""/>
          <p:cNvSpPr/>
          <p:nvPr/>
        </p:nvSpPr>
        <p:spPr>
          <a:xfrm>
            <a:off x="10890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 name=""/>
          <p:cNvSpPr/>
          <p:nvPr/>
        </p:nvSpPr>
        <p:spPr>
          <a:xfrm>
            <a:off x="10926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 name=""/>
          <p:cNvSpPr/>
          <p:nvPr/>
        </p:nvSpPr>
        <p:spPr>
          <a:xfrm>
            <a:off x="10958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 name=""/>
          <p:cNvSpPr/>
          <p:nvPr/>
        </p:nvSpPr>
        <p:spPr>
          <a:xfrm>
            <a:off x="10990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 name=""/>
          <p:cNvSpPr/>
          <p:nvPr/>
        </p:nvSpPr>
        <p:spPr>
          <a:xfrm>
            <a:off x="110232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 name=""/>
          <p:cNvSpPr/>
          <p:nvPr/>
        </p:nvSpPr>
        <p:spPr>
          <a:xfrm>
            <a:off x="11059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 name=""/>
          <p:cNvSpPr/>
          <p:nvPr/>
        </p:nvSpPr>
        <p:spPr>
          <a:xfrm>
            <a:off x="11091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 name=""/>
          <p:cNvSpPr/>
          <p:nvPr/>
        </p:nvSpPr>
        <p:spPr>
          <a:xfrm>
            <a:off x="11124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 name=""/>
          <p:cNvSpPr/>
          <p:nvPr/>
        </p:nvSpPr>
        <p:spPr>
          <a:xfrm>
            <a:off x="11160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1" name=""/>
          <p:cNvSpPr/>
          <p:nvPr/>
        </p:nvSpPr>
        <p:spPr>
          <a:xfrm>
            <a:off x="11192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2" name=""/>
          <p:cNvSpPr/>
          <p:nvPr/>
        </p:nvSpPr>
        <p:spPr>
          <a:xfrm>
            <a:off x="1122480" y="259056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3" name=""/>
          <p:cNvSpPr/>
          <p:nvPr/>
        </p:nvSpPr>
        <p:spPr>
          <a:xfrm>
            <a:off x="11260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4" name=""/>
          <p:cNvSpPr/>
          <p:nvPr/>
        </p:nvSpPr>
        <p:spPr>
          <a:xfrm>
            <a:off x="11293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5" name=""/>
          <p:cNvSpPr/>
          <p:nvPr/>
        </p:nvSpPr>
        <p:spPr>
          <a:xfrm>
            <a:off x="11325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6" name=""/>
          <p:cNvSpPr/>
          <p:nvPr/>
        </p:nvSpPr>
        <p:spPr>
          <a:xfrm>
            <a:off x="11358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7" name=""/>
          <p:cNvSpPr/>
          <p:nvPr/>
        </p:nvSpPr>
        <p:spPr>
          <a:xfrm>
            <a:off x="11394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8" name=""/>
          <p:cNvSpPr/>
          <p:nvPr/>
        </p:nvSpPr>
        <p:spPr>
          <a:xfrm>
            <a:off x="11426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9" name=""/>
          <p:cNvSpPr/>
          <p:nvPr/>
        </p:nvSpPr>
        <p:spPr>
          <a:xfrm>
            <a:off x="11458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0" name=""/>
          <p:cNvSpPr/>
          <p:nvPr/>
        </p:nvSpPr>
        <p:spPr>
          <a:xfrm>
            <a:off x="11494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1" name=""/>
          <p:cNvSpPr/>
          <p:nvPr/>
        </p:nvSpPr>
        <p:spPr>
          <a:xfrm>
            <a:off x="11527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2" name=""/>
          <p:cNvSpPr/>
          <p:nvPr/>
        </p:nvSpPr>
        <p:spPr>
          <a:xfrm>
            <a:off x="11559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3" name=""/>
          <p:cNvSpPr/>
          <p:nvPr/>
        </p:nvSpPr>
        <p:spPr>
          <a:xfrm>
            <a:off x="11595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4" name=""/>
          <p:cNvSpPr/>
          <p:nvPr/>
        </p:nvSpPr>
        <p:spPr>
          <a:xfrm>
            <a:off x="11628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5" name=""/>
          <p:cNvSpPr/>
          <p:nvPr/>
        </p:nvSpPr>
        <p:spPr>
          <a:xfrm>
            <a:off x="11660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6" name=""/>
          <p:cNvSpPr/>
          <p:nvPr/>
        </p:nvSpPr>
        <p:spPr>
          <a:xfrm>
            <a:off x="11696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7" name=""/>
          <p:cNvSpPr/>
          <p:nvPr/>
        </p:nvSpPr>
        <p:spPr>
          <a:xfrm>
            <a:off x="11728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8" name=""/>
          <p:cNvSpPr/>
          <p:nvPr/>
        </p:nvSpPr>
        <p:spPr>
          <a:xfrm>
            <a:off x="11761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79" name=""/>
          <p:cNvSpPr/>
          <p:nvPr/>
        </p:nvSpPr>
        <p:spPr>
          <a:xfrm>
            <a:off x="11793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0" name=""/>
          <p:cNvSpPr/>
          <p:nvPr/>
        </p:nvSpPr>
        <p:spPr>
          <a:xfrm>
            <a:off x="11829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1" name=""/>
          <p:cNvSpPr/>
          <p:nvPr/>
        </p:nvSpPr>
        <p:spPr>
          <a:xfrm>
            <a:off x="11862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2" name=""/>
          <p:cNvSpPr/>
          <p:nvPr/>
        </p:nvSpPr>
        <p:spPr>
          <a:xfrm>
            <a:off x="11894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3" name=""/>
          <p:cNvSpPr/>
          <p:nvPr/>
        </p:nvSpPr>
        <p:spPr>
          <a:xfrm>
            <a:off x="11930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4" name=""/>
          <p:cNvSpPr/>
          <p:nvPr/>
        </p:nvSpPr>
        <p:spPr>
          <a:xfrm>
            <a:off x="11962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5" name=""/>
          <p:cNvSpPr/>
          <p:nvPr/>
        </p:nvSpPr>
        <p:spPr>
          <a:xfrm>
            <a:off x="119952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6" name=""/>
          <p:cNvSpPr/>
          <p:nvPr/>
        </p:nvSpPr>
        <p:spPr>
          <a:xfrm>
            <a:off x="12031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7" name=""/>
          <p:cNvSpPr/>
          <p:nvPr/>
        </p:nvSpPr>
        <p:spPr>
          <a:xfrm>
            <a:off x="12063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8" name=""/>
          <p:cNvSpPr/>
          <p:nvPr/>
        </p:nvSpPr>
        <p:spPr>
          <a:xfrm>
            <a:off x="12096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89" name=""/>
          <p:cNvSpPr/>
          <p:nvPr/>
        </p:nvSpPr>
        <p:spPr>
          <a:xfrm>
            <a:off x="12128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0" name=""/>
          <p:cNvSpPr/>
          <p:nvPr/>
        </p:nvSpPr>
        <p:spPr>
          <a:xfrm>
            <a:off x="12164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1" name=""/>
          <p:cNvSpPr/>
          <p:nvPr/>
        </p:nvSpPr>
        <p:spPr>
          <a:xfrm>
            <a:off x="12196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2" name=""/>
          <p:cNvSpPr/>
          <p:nvPr/>
        </p:nvSpPr>
        <p:spPr>
          <a:xfrm>
            <a:off x="1222920" y="259056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3" name=""/>
          <p:cNvSpPr/>
          <p:nvPr/>
        </p:nvSpPr>
        <p:spPr>
          <a:xfrm>
            <a:off x="12265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4" name=""/>
          <p:cNvSpPr/>
          <p:nvPr/>
        </p:nvSpPr>
        <p:spPr>
          <a:xfrm>
            <a:off x="12297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5" name=""/>
          <p:cNvSpPr/>
          <p:nvPr/>
        </p:nvSpPr>
        <p:spPr>
          <a:xfrm>
            <a:off x="12330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6" name=""/>
          <p:cNvSpPr/>
          <p:nvPr/>
        </p:nvSpPr>
        <p:spPr>
          <a:xfrm>
            <a:off x="12366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7" name=""/>
          <p:cNvSpPr/>
          <p:nvPr/>
        </p:nvSpPr>
        <p:spPr>
          <a:xfrm>
            <a:off x="12398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8" name=""/>
          <p:cNvSpPr/>
          <p:nvPr/>
        </p:nvSpPr>
        <p:spPr>
          <a:xfrm>
            <a:off x="12430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99" name=""/>
          <p:cNvSpPr/>
          <p:nvPr/>
        </p:nvSpPr>
        <p:spPr>
          <a:xfrm>
            <a:off x="124632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0" name=""/>
          <p:cNvSpPr/>
          <p:nvPr/>
        </p:nvSpPr>
        <p:spPr>
          <a:xfrm>
            <a:off x="12499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1" name=""/>
          <p:cNvSpPr/>
          <p:nvPr/>
        </p:nvSpPr>
        <p:spPr>
          <a:xfrm>
            <a:off x="12531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2" name=""/>
          <p:cNvSpPr/>
          <p:nvPr/>
        </p:nvSpPr>
        <p:spPr>
          <a:xfrm>
            <a:off x="12564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3" name=""/>
          <p:cNvSpPr/>
          <p:nvPr/>
        </p:nvSpPr>
        <p:spPr>
          <a:xfrm>
            <a:off x="12600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4" name=""/>
          <p:cNvSpPr/>
          <p:nvPr/>
        </p:nvSpPr>
        <p:spPr>
          <a:xfrm>
            <a:off x="12632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5" name=""/>
          <p:cNvSpPr/>
          <p:nvPr/>
        </p:nvSpPr>
        <p:spPr>
          <a:xfrm>
            <a:off x="12664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6" name=""/>
          <p:cNvSpPr/>
          <p:nvPr/>
        </p:nvSpPr>
        <p:spPr>
          <a:xfrm>
            <a:off x="12700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7" name=""/>
          <p:cNvSpPr/>
          <p:nvPr/>
        </p:nvSpPr>
        <p:spPr>
          <a:xfrm>
            <a:off x="12733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8" name=""/>
          <p:cNvSpPr/>
          <p:nvPr/>
        </p:nvSpPr>
        <p:spPr>
          <a:xfrm>
            <a:off x="12765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09" name=""/>
          <p:cNvSpPr/>
          <p:nvPr/>
        </p:nvSpPr>
        <p:spPr>
          <a:xfrm>
            <a:off x="127980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0" name=""/>
          <p:cNvSpPr/>
          <p:nvPr/>
        </p:nvSpPr>
        <p:spPr>
          <a:xfrm>
            <a:off x="12834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1" name=""/>
          <p:cNvSpPr/>
          <p:nvPr/>
        </p:nvSpPr>
        <p:spPr>
          <a:xfrm>
            <a:off x="12866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2" name=""/>
          <p:cNvSpPr/>
          <p:nvPr/>
        </p:nvSpPr>
        <p:spPr>
          <a:xfrm>
            <a:off x="12898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3" name=""/>
          <p:cNvSpPr/>
          <p:nvPr/>
        </p:nvSpPr>
        <p:spPr>
          <a:xfrm>
            <a:off x="12934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4" name=""/>
          <p:cNvSpPr/>
          <p:nvPr/>
        </p:nvSpPr>
        <p:spPr>
          <a:xfrm>
            <a:off x="12967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5" name=""/>
          <p:cNvSpPr/>
          <p:nvPr/>
        </p:nvSpPr>
        <p:spPr>
          <a:xfrm>
            <a:off x="12999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6" name=""/>
          <p:cNvSpPr/>
          <p:nvPr/>
        </p:nvSpPr>
        <p:spPr>
          <a:xfrm>
            <a:off x="13035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7" name=""/>
          <p:cNvSpPr/>
          <p:nvPr/>
        </p:nvSpPr>
        <p:spPr>
          <a:xfrm>
            <a:off x="13068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8" name=""/>
          <p:cNvSpPr/>
          <p:nvPr/>
        </p:nvSpPr>
        <p:spPr>
          <a:xfrm>
            <a:off x="13100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19" name=""/>
          <p:cNvSpPr/>
          <p:nvPr/>
        </p:nvSpPr>
        <p:spPr>
          <a:xfrm>
            <a:off x="131328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0" name=""/>
          <p:cNvSpPr/>
          <p:nvPr/>
        </p:nvSpPr>
        <p:spPr>
          <a:xfrm>
            <a:off x="13168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1" name=""/>
          <p:cNvSpPr/>
          <p:nvPr/>
        </p:nvSpPr>
        <p:spPr>
          <a:xfrm>
            <a:off x="13201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2" name=""/>
          <p:cNvSpPr/>
          <p:nvPr/>
        </p:nvSpPr>
        <p:spPr>
          <a:xfrm>
            <a:off x="1323360" y="259056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3" name=""/>
          <p:cNvSpPr/>
          <p:nvPr/>
        </p:nvSpPr>
        <p:spPr>
          <a:xfrm>
            <a:off x="13269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4" name=""/>
          <p:cNvSpPr/>
          <p:nvPr/>
        </p:nvSpPr>
        <p:spPr>
          <a:xfrm>
            <a:off x="13302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5" name=""/>
          <p:cNvSpPr/>
          <p:nvPr/>
        </p:nvSpPr>
        <p:spPr>
          <a:xfrm>
            <a:off x="13334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6" name=""/>
          <p:cNvSpPr/>
          <p:nvPr/>
        </p:nvSpPr>
        <p:spPr>
          <a:xfrm>
            <a:off x="13370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7" name=""/>
          <p:cNvSpPr/>
          <p:nvPr/>
        </p:nvSpPr>
        <p:spPr>
          <a:xfrm>
            <a:off x="134028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8" name=""/>
          <p:cNvSpPr/>
          <p:nvPr/>
        </p:nvSpPr>
        <p:spPr>
          <a:xfrm>
            <a:off x="134352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29" name=""/>
          <p:cNvSpPr/>
          <p:nvPr/>
        </p:nvSpPr>
        <p:spPr>
          <a:xfrm>
            <a:off x="134676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0" name=""/>
          <p:cNvSpPr/>
          <p:nvPr/>
        </p:nvSpPr>
        <p:spPr>
          <a:xfrm>
            <a:off x="135036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1" name=""/>
          <p:cNvSpPr/>
          <p:nvPr/>
        </p:nvSpPr>
        <p:spPr>
          <a:xfrm>
            <a:off x="135360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2" name=""/>
          <p:cNvSpPr/>
          <p:nvPr/>
        </p:nvSpPr>
        <p:spPr>
          <a:xfrm>
            <a:off x="1356840" y="259056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3" name=""/>
          <p:cNvSpPr/>
          <p:nvPr/>
        </p:nvSpPr>
        <p:spPr>
          <a:xfrm>
            <a:off x="1360440" y="259056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4" name=""/>
          <p:cNvSpPr/>
          <p:nvPr/>
        </p:nvSpPr>
        <p:spPr>
          <a:xfrm>
            <a:off x="1363680" y="259056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5" name=""/>
          <p:cNvSpPr/>
          <p:nvPr/>
        </p:nvSpPr>
        <p:spPr>
          <a:xfrm>
            <a:off x="1366920" y="259056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6" name=""/>
          <p:cNvSpPr/>
          <p:nvPr/>
        </p:nvSpPr>
        <p:spPr>
          <a:xfrm>
            <a:off x="1370520" y="2590920"/>
            <a:ext cx="3600" cy="47520"/>
          </a:xfrm>
          <a:custGeom>
            <a:avLst/>
            <a:gdLst/>
            <a:ahLst/>
            <a:rect l="0" t="0" r="r" b="b"/>
            <a:pathLst>
              <a:path w="10" h="132">
                <a:moveTo>
                  <a:pt x="10" y="2"/>
                </a:moveTo>
                <a:lnTo>
                  <a:pt x="10" y="130"/>
                </a:lnTo>
                <a:cubicBezTo>
                  <a:pt x="7" y="131"/>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7" name=""/>
          <p:cNvSpPr/>
          <p:nvPr/>
        </p:nvSpPr>
        <p:spPr>
          <a:xfrm>
            <a:off x="1373760" y="259164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8" name=""/>
          <p:cNvSpPr/>
          <p:nvPr/>
        </p:nvSpPr>
        <p:spPr>
          <a:xfrm>
            <a:off x="1377000" y="2593080"/>
            <a:ext cx="3960" cy="43200"/>
          </a:xfrm>
          <a:custGeom>
            <a:avLst/>
            <a:gdLst/>
            <a:ahLst/>
            <a:rect l="0" t="0" r="r" b="b"/>
            <a:pathLst>
              <a:path w="11" h="120">
                <a:moveTo>
                  <a:pt x="11" y="5"/>
                </a:moveTo>
                <a:lnTo>
                  <a:pt x="11" y="113"/>
                </a:lnTo>
                <a:cubicBezTo>
                  <a:pt x="8" y="117"/>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39" name=""/>
          <p:cNvSpPr/>
          <p:nvPr/>
        </p:nvSpPr>
        <p:spPr>
          <a:xfrm>
            <a:off x="1380600" y="2594880"/>
            <a:ext cx="3600" cy="39240"/>
          </a:xfrm>
          <a:custGeom>
            <a:avLst/>
            <a:gdLst/>
            <a:ahLst/>
            <a:rect l="0" t="0" r="r" b="b"/>
            <a:pathLst>
              <a:path w="10" h="109">
                <a:moveTo>
                  <a:pt x="9" y="8"/>
                </a:moveTo>
                <a:lnTo>
                  <a:pt x="10" y="8"/>
                </a:lnTo>
                <a:lnTo>
                  <a:pt x="10" y="101"/>
                </a:lnTo>
                <a:cubicBezTo>
                  <a:pt x="10" y="102"/>
                  <a:pt x="9" y="102"/>
                  <a:pt x="9" y="102"/>
                </a:cubicBezTo>
                <a:cubicBezTo>
                  <a:pt x="6" y="105"/>
                  <a:pt x="2" y="107"/>
                  <a:pt x="0" y="109"/>
                </a:cubicBezTo>
                <a:lnTo>
                  <a:pt x="0" y="0"/>
                </a:lnTo>
                <a:cubicBezTo>
                  <a:pt x="2" y="2"/>
                  <a:pt x="6" y="5"/>
                  <a:pt x="9" y="8"/>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40" name=""/>
          <p:cNvSpPr/>
          <p:nvPr/>
        </p:nvSpPr>
        <p:spPr>
          <a:xfrm>
            <a:off x="1383840" y="2597760"/>
            <a:ext cx="3600" cy="33480"/>
          </a:xfrm>
          <a:custGeom>
            <a:avLst/>
            <a:gdLst/>
            <a:ahLst/>
            <a:rect l="0" t="0" r="r" b="b"/>
            <a:pathLst>
              <a:path w="10" h="93">
                <a:moveTo>
                  <a:pt x="10" y="12"/>
                </a:moveTo>
                <a:lnTo>
                  <a:pt x="10" y="81"/>
                </a:lnTo>
                <a:cubicBezTo>
                  <a:pt x="8" y="86"/>
                  <a:pt x="3" y="90"/>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41" name=""/>
          <p:cNvSpPr/>
          <p:nvPr/>
        </p:nvSpPr>
        <p:spPr>
          <a:xfrm>
            <a:off x="1387080" y="2602080"/>
            <a:ext cx="3600" cy="24840"/>
          </a:xfrm>
          <a:custGeom>
            <a:avLst/>
            <a:gdLst/>
            <a:ahLst/>
            <a:rect l="0" t="0" r="r" b="b"/>
            <a:pathLst>
              <a:path w="10" h="69">
                <a:moveTo>
                  <a:pt x="10" y="35"/>
                </a:moveTo>
                <a:cubicBezTo>
                  <a:pt x="10" y="48"/>
                  <a:pt x="7" y="59"/>
                  <a:pt x="0" y="69"/>
                </a:cubicBezTo>
                <a:lnTo>
                  <a:pt x="0" y="0"/>
                </a:lnTo>
                <a:cubicBezTo>
                  <a:pt x="7" y="10"/>
                  <a:pt x="10" y="23"/>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42" name=""/>
          <p:cNvSpPr txBox="1"/>
          <p:nvPr/>
        </p:nvSpPr>
        <p:spPr>
          <a:xfrm>
            <a:off x="533520" y="2076480"/>
            <a:ext cx="7992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⽬次</a:t>
            </a:r>
            <a:endParaRPr lang="en-US" sz="3150" b="0" u="none" strike="noStrike">
              <a:solidFill>
                <a:srgbClr val="000000"/>
              </a:solidFill>
              <a:effectLst/>
              <a:uFillTx/>
              <a:latin typeface="游明朝体"/>
            </a:endParaRPr>
          </a:p>
        </p:txBody>
      </p:sp>
      <p:sp>
        <p:nvSpPr>
          <p:cNvPr id="643"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3</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6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6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647" name=""/>
          <p:cNvPicPr/>
          <p:nvPr/>
        </p:nvPicPr>
        <p:blipFill>
          <a:blip r:embed="rId1"/>
          <a:stretch/>
        </p:blipFill>
        <p:spPr>
          <a:xfrm>
            <a:off x="546120" y="4813200"/>
            <a:ext cx="11112120" cy="469440"/>
          </a:xfrm>
          <a:prstGeom prst="rect">
            <a:avLst/>
          </a:prstGeom>
          <a:noFill/>
          <a:ln w="0">
            <a:noFill/>
          </a:ln>
        </p:spPr>
      </p:pic>
      <p:pic>
        <p:nvPicPr>
          <p:cNvPr id="648" name=""/>
          <p:cNvPicPr/>
          <p:nvPr/>
        </p:nvPicPr>
        <p:blipFill>
          <a:blip r:embed="rId2"/>
          <a:stretch/>
        </p:blipFill>
        <p:spPr>
          <a:xfrm>
            <a:off x="546120" y="5283360"/>
            <a:ext cx="11112120" cy="0"/>
          </a:xfrm>
          <a:prstGeom prst="rect">
            <a:avLst/>
          </a:prstGeom>
          <a:noFill/>
          <a:ln w="0">
            <a:noFill/>
          </a:ln>
        </p:spPr>
      </p:pic>
      <p:sp>
        <p:nvSpPr>
          <p:cNvPr id="649" name=""/>
          <p:cNvSpPr/>
          <p:nvPr/>
        </p:nvSpPr>
        <p:spPr>
          <a:xfrm>
            <a:off x="533160" y="481932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50" name=""/>
          <p:cNvSpPr/>
          <p:nvPr/>
        </p:nvSpPr>
        <p:spPr>
          <a:xfrm>
            <a:off x="618840" y="2571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51" name=""/>
          <p:cNvSpPr txBox="1"/>
          <p:nvPr/>
        </p:nvSpPr>
        <p:spPr>
          <a:xfrm>
            <a:off x="799920" y="248508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約</a:t>
            </a:r>
            <a:endParaRPr lang="en-US" sz="1500" b="0" u="none" strike="noStrike">
              <a:solidFill>
                <a:srgbClr val="000000"/>
              </a:solidFill>
              <a:effectLst/>
              <a:uFillTx/>
              <a:latin typeface="游明朝体"/>
            </a:endParaRPr>
          </a:p>
        </p:txBody>
      </p:sp>
      <p:sp>
        <p:nvSpPr>
          <p:cNvPr id="652" name=""/>
          <p:cNvSpPr txBox="1"/>
          <p:nvPr/>
        </p:nvSpPr>
        <p:spPr>
          <a:xfrm>
            <a:off x="990720" y="24760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2</a:t>
            </a:r>
            <a:endParaRPr lang="en-US" sz="1500" b="0" u="none" strike="noStrike">
              <a:solidFill>
                <a:srgbClr val="000000"/>
              </a:solidFill>
              <a:effectLst/>
              <a:uFillTx/>
              <a:latin typeface="游明朝体"/>
            </a:endParaRPr>
          </a:p>
        </p:txBody>
      </p:sp>
      <p:sp>
        <p:nvSpPr>
          <p:cNvPr id="653" name=""/>
          <p:cNvSpPr txBox="1"/>
          <p:nvPr/>
        </p:nvSpPr>
        <p:spPr>
          <a:xfrm>
            <a:off x="1096560" y="248508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年前より⽣成</a:t>
            </a:r>
            <a:endParaRPr lang="en-US" sz="1500" b="0" u="none" strike="noStrike">
              <a:solidFill>
                <a:srgbClr val="000000"/>
              </a:solidFill>
              <a:effectLst/>
              <a:uFillTx/>
              <a:latin typeface="游明朝体"/>
            </a:endParaRPr>
          </a:p>
        </p:txBody>
      </p:sp>
      <p:sp>
        <p:nvSpPr>
          <p:cNvPr id="654" name=""/>
          <p:cNvSpPr txBox="1"/>
          <p:nvPr/>
        </p:nvSpPr>
        <p:spPr>
          <a:xfrm>
            <a:off x="2239560" y="24760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655" name=""/>
          <p:cNvSpPr txBox="1"/>
          <p:nvPr/>
        </p:nvSpPr>
        <p:spPr>
          <a:xfrm>
            <a:off x="2412360" y="248508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656" name=""/>
          <p:cNvSpPr txBox="1"/>
          <p:nvPr/>
        </p:nvSpPr>
        <p:spPr>
          <a:xfrm>
            <a:off x="2602800" y="2476080"/>
            <a:ext cx="837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Chat GPT</a:t>
            </a:r>
            <a:endParaRPr lang="en-US" sz="1500" b="0" u="none" strike="noStrike">
              <a:solidFill>
                <a:srgbClr val="000000"/>
              </a:solidFill>
              <a:effectLst/>
              <a:uFillTx/>
              <a:latin typeface="游明朝体"/>
            </a:endParaRPr>
          </a:p>
        </p:txBody>
      </p:sp>
      <p:sp>
        <p:nvSpPr>
          <p:cNvPr id="657" name=""/>
          <p:cNvSpPr txBox="1"/>
          <p:nvPr/>
        </p:nvSpPr>
        <p:spPr>
          <a:xfrm>
            <a:off x="3439080" y="2485080"/>
            <a:ext cx="4382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）を利⽤したコード作成を開始。チャットベースで</a:t>
            </a:r>
            <a:endParaRPr lang="en-US" sz="1500" b="0" u="none" strike="noStrike">
              <a:solidFill>
                <a:srgbClr val="000000"/>
              </a:solidFill>
              <a:effectLst/>
              <a:uFillTx/>
              <a:latin typeface="游明朝体"/>
            </a:endParaRPr>
          </a:p>
        </p:txBody>
      </p:sp>
      <p:sp>
        <p:nvSpPr>
          <p:cNvPr id="658" name=""/>
          <p:cNvSpPr txBox="1"/>
          <p:nvPr/>
        </p:nvSpPr>
        <p:spPr>
          <a:xfrm>
            <a:off x="7791840" y="2476080"/>
            <a:ext cx="3924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659" name=""/>
          <p:cNvSpPr/>
          <p:nvPr/>
        </p:nvSpPr>
        <p:spPr>
          <a:xfrm>
            <a:off x="618840" y="29620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70"/>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60" name=""/>
          <p:cNvSpPr txBox="1"/>
          <p:nvPr/>
        </p:nvSpPr>
        <p:spPr>
          <a:xfrm>
            <a:off x="8172720" y="248508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アプリの試作を実施</a:t>
            </a:r>
            <a:endParaRPr lang="en-US" sz="1500" b="0" u="none" strike="noStrike">
              <a:solidFill>
                <a:srgbClr val="000000"/>
              </a:solidFill>
              <a:effectLst/>
              <a:uFillTx/>
              <a:latin typeface="游明朝体"/>
            </a:endParaRPr>
          </a:p>
        </p:txBody>
      </p:sp>
      <p:sp>
        <p:nvSpPr>
          <p:cNvPr id="661" name=""/>
          <p:cNvSpPr txBox="1"/>
          <p:nvPr/>
        </p:nvSpPr>
        <p:spPr>
          <a:xfrm>
            <a:off x="799920" y="286668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662" name=""/>
          <p:cNvSpPr txBox="1"/>
          <p:nvPr/>
        </p:nvSpPr>
        <p:spPr>
          <a:xfrm>
            <a:off x="1360800" y="2875680"/>
            <a:ext cx="4382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のアメダス気象データ分析チャレンジ受講により、</a:t>
            </a:r>
            <a:endParaRPr lang="en-US" sz="1500" b="0" u="none" strike="noStrike">
              <a:solidFill>
                <a:srgbClr val="000000"/>
              </a:solidFill>
              <a:effectLst/>
              <a:uFillTx/>
              <a:latin typeface="游明朝体"/>
            </a:endParaRPr>
          </a:p>
        </p:txBody>
      </p:sp>
      <p:sp>
        <p:nvSpPr>
          <p:cNvPr id="663" name=""/>
          <p:cNvSpPr txBox="1"/>
          <p:nvPr/>
        </p:nvSpPr>
        <p:spPr>
          <a:xfrm>
            <a:off x="5715720" y="2866680"/>
            <a:ext cx="5900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664" name=""/>
          <p:cNvSpPr/>
          <p:nvPr/>
        </p:nvSpPr>
        <p:spPr>
          <a:xfrm>
            <a:off x="618840" y="3352680"/>
            <a:ext cx="57600" cy="57600"/>
          </a:xfrm>
          <a:custGeom>
            <a:avLst/>
            <a:gdLst/>
            <a:ahLst/>
            <a:rect l="0" t="0" r="r" b="b"/>
            <a:pathLst>
              <a:path w="160" h="160">
                <a:moveTo>
                  <a:pt x="160" y="79"/>
                </a:moveTo>
                <a:cubicBezTo>
                  <a:pt x="160" y="91"/>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1"/>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65" name=""/>
          <p:cNvSpPr txBox="1"/>
          <p:nvPr/>
        </p:nvSpPr>
        <p:spPr>
          <a:xfrm>
            <a:off x="6305040" y="287568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と機械学習、気象データの扱い⽅を学ぶ</a:t>
            </a:r>
            <a:endParaRPr lang="en-US" sz="1500" b="0" u="none" strike="noStrike">
              <a:solidFill>
                <a:srgbClr val="000000"/>
              </a:solidFill>
              <a:effectLst/>
              <a:uFillTx/>
              <a:latin typeface="游明朝体"/>
            </a:endParaRPr>
          </a:p>
        </p:txBody>
      </p:sp>
      <p:sp>
        <p:nvSpPr>
          <p:cNvPr id="666" name=""/>
          <p:cNvSpPr txBox="1"/>
          <p:nvPr/>
        </p:nvSpPr>
        <p:spPr>
          <a:xfrm>
            <a:off x="799920" y="326628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その後</a:t>
            </a:r>
            <a:endParaRPr lang="en-US" sz="1500" b="0" u="none" strike="noStrike">
              <a:solidFill>
                <a:srgbClr val="000000"/>
              </a:solidFill>
              <a:effectLst/>
              <a:uFillTx/>
              <a:latin typeface="游明朝体"/>
            </a:endParaRPr>
          </a:p>
        </p:txBody>
      </p:sp>
      <p:sp>
        <p:nvSpPr>
          <p:cNvPr id="667" name=""/>
          <p:cNvSpPr txBox="1"/>
          <p:nvPr/>
        </p:nvSpPr>
        <p:spPr>
          <a:xfrm>
            <a:off x="1371600" y="3257280"/>
            <a:ext cx="279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AI </a:t>
            </a:r>
            <a:endParaRPr lang="en-US" sz="1500" b="0" u="none" strike="noStrike">
              <a:solidFill>
                <a:srgbClr val="000000"/>
              </a:solidFill>
              <a:effectLst/>
              <a:uFillTx/>
              <a:latin typeface="游明朝体"/>
            </a:endParaRPr>
          </a:p>
        </p:txBody>
      </p:sp>
      <p:sp>
        <p:nvSpPr>
          <p:cNvPr id="668" name=""/>
          <p:cNvSpPr txBox="1"/>
          <p:nvPr/>
        </p:nvSpPr>
        <p:spPr>
          <a:xfrm>
            <a:off x="1650240" y="3266280"/>
            <a:ext cx="3239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エージェントの活⽤⽅法を知り、今年</a:t>
            </a:r>
            <a:endParaRPr lang="en-US" sz="1500" b="0" u="none" strike="noStrike">
              <a:solidFill>
                <a:srgbClr val="000000"/>
              </a:solidFill>
              <a:effectLst/>
              <a:uFillTx/>
              <a:latin typeface="游明朝体"/>
            </a:endParaRPr>
          </a:p>
        </p:txBody>
      </p:sp>
      <p:sp>
        <p:nvSpPr>
          <p:cNvPr id="669" name=""/>
          <p:cNvSpPr txBox="1"/>
          <p:nvPr/>
        </p:nvSpPr>
        <p:spPr>
          <a:xfrm>
            <a:off x="4871520" y="32572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670" name=""/>
          <p:cNvSpPr txBox="1"/>
          <p:nvPr/>
        </p:nvSpPr>
        <p:spPr>
          <a:xfrm>
            <a:off x="4977720" y="326628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⽉から</a:t>
            </a:r>
            <a:endParaRPr lang="en-US" sz="1500" b="0" u="none" strike="noStrike">
              <a:solidFill>
                <a:srgbClr val="000000"/>
              </a:solidFill>
              <a:effectLst/>
              <a:uFillTx/>
              <a:latin typeface="游明朝体"/>
            </a:endParaRPr>
          </a:p>
        </p:txBody>
      </p:sp>
      <p:sp>
        <p:nvSpPr>
          <p:cNvPr id="671" name=""/>
          <p:cNvSpPr txBox="1"/>
          <p:nvPr/>
        </p:nvSpPr>
        <p:spPr>
          <a:xfrm>
            <a:off x="5549040" y="3257280"/>
            <a:ext cx="1172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672" name=""/>
          <p:cNvSpPr/>
          <p:nvPr/>
        </p:nvSpPr>
        <p:spPr>
          <a:xfrm>
            <a:off x="618840" y="3743280"/>
            <a:ext cx="57600" cy="57240"/>
          </a:xfrm>
          <a:custGeom>
            <a:avLst/>
            <a:gdLst/>
            <a:ahLst/>
            <a:rect l="0" t="0" r="r" b="b"/>
            <a:pathLst>
              <a:path w="160" h="159">
                <a:moveTo>
                  <a:pt x="160" y="79"/>
                </a:moveTo>
                <a:cubicBezTo>
                  <a:pt x="160" y="90"/>
                  <a:pt x="158" y="100"/>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73" name=""/>
          <p:cNvSpPr txBox="1"/>
          <p:nvPr/>
        </p:nvSpPr>
        <p:spPr>
          <a:xfrm>
            <a:off x="6720480" y="32662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での開発を開始</a:t>
            </a:r>
            <a:endParaRPr lang="en-US" sz="1500" b="0" u="none" strike="noStrike">
              <a:solidFill>
                <a:srgbClr val="000000"/>
              </a:solidFill>
              <a:effectLst/>
              <a:uFillTx/>
              <a:latin typeface="游明朝体"/>
            </a:endParaRPr>
          </a:p>
        </p:txBody>
      </p:sp>
      <p:sp>
        <p:nvSpPr>
          <p:cNvPr id="674" name=""/>
          <p:cNvSpPr txBox="1"/>
          <p:nvPr/>
        </p:nvSpPr>
        <p:spPr>
          <a:xfrm>
            <a:off x="799920" y="365652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何でも⾃動化を合⾔葉に、⽇常の電気料⾦の</a:t>
            </a:r>
            <a:endParaRPr lang="en-US" sz="1500" b="0" u="none" strike="noStrike">
              <a:solidFill>
                <a:srgbClr val="000000"/>
              </a:solidFill>
              <a:effectLst/>
              <a:uFillTx/>
              <a:latin typeface="游明朝体"/>
            </a:endParaRPr>
          </a:p>
        </p:txBody>
      </p:sp>
      <p:sp>
        <p:nvSpPr>
          <p:cNvPr id="675" name=""/>
          <p:cNvSpPr txBox="1"/>
          <p:nvPr/>
        </p:nvSpPr>
        <p:spPr>
          <a:xfrm>
            <a:off x="4610160" y="364752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676" name=""/>
          <p:cNvSpPr txBox="1"/>
          <p:nvPr/>
        </p:nvSpPr>
        <p:spPr>
          <a:xfrm>
            <a:off x="4969800" y="3656520"/>
            <a:ext cx="6096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サイトでの確認などを⾃動化（⾃動データ取得・グラフ化・⾒える化し</a:t>
            </a:r>
            <a:endParaRPr lang="en-US" sz="1500" b="0" u="none" strike="noStrike">
              <a:solidFill>
                <a:srgbClr val="000000"/>
              </a:solidFill>
              <a:effectLst/>
              <a:uFillTx/>
              <a:latin typeface="游明朝体"/>
            </a:endParaRPr>
          </a:p>
        </p:txBody>
      </p:sp>
      <p:sp>
        <p:nvSpPr>
          <p:cNvPr id="677" name=""/>
          <p:cNvSpPr txBox="1"/>
          <p:nvPr/>
        </p:nvSpPr>
        <p:spPr>
          <a:xfrm>
            <a:off x="11054160" y="364752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678" name=""/>
          <p:cNvSpPr/>
          <p:nvPr/>
        </p:nvSpPr>
        <p:spPr>
          <a:xfrm>
            <a:off x="618840" y="4476600"/>
            <a:ext cx="57600" cy="57600"/>
          </a:xfrm>
          <a:custGeom>
            <a:avLst/>
            <a:gdLst/>
            <a:ahLst/>
            <a:rect l="0" t="0" r="r" b="b"/>
            <a:pathLst>
              <a:path w="160" h="160">
                <a:moveTo>
                  <a:pt x="160" y="79"/>
                </a:moveTo>
                <a:cubicBezTo>
                  <a:pt x="160" y="90"/>
                  <a:pt x="158" y="100"/>
                  <a:pt x="154" y="110"/>
                </a:cubicBezTo>
                <a:cubicBezTo>
                  <a:pt x="150" y="119"/>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19"/>
                  <a:pt x="6" y="110"/>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79" name=""/>
          <p:cNvSpPr txBox="1"/>
          <p:nvPr/>
        </p:nvSpPr>
        <p:spPr>
          <a:xfrm>
            <a:off x="799920" y="39996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へ）</a:t>
            </a:r>
            <a:endParaRPr lang="en-US" sz="1500" b="0" u="none" strike="noStrike">
              <a:solidFill>
                <a:srgbClr val="000000"/>
              </a:solidFill>
              <a:effectLst/>
              <a:uFillTx/>
              <a:latin typeface="游明朝体"/>
            </a:endParaRPr>
          </a:p>
        </p:txBody>
      </p:sp>
      <p:sp>
        <p:nvSpPr>
          <p:cNvPr id="680" name=""/>
          <p:cNvSpPr txBox="1"/>
          <p:nvPr/>
        </p:nvSpPr>
        <p:spPr>
          <a:xfrm>
            <a:off x="799920" y="43812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681" name=""/>
          <p:cNvSpPr txBox="1"/>
          <p:nvPr/>
        </p:nvSpPr>
        <p:spPr>
          <a:xfrm>
            <a:off x="972720" y="439020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へのチャットによる指⽰でコード⾃動修正・ドキュメント化</a:t>
            </a:r>
            <a:endParaRPr lang="en-US" sz="1500" b="0" u="none" strike="noStrike">
              <a:solidFill>
                <a:srgbClr val="000000"/>
              </a:solidFill>
              <a:effectLst/>
              <a:uFillTx/>
              <a:latin typeface="游明朝体"/>
            </a:endParaRPr>
          </a:p>
        </p:txBody>
      </p:sp>
      <p:sp>
        <p:nvSpPr>
          <p:cNvPr id="682" name=""/>
          <p:cNvSpPr txBox="1"/>
          <p:nvPr/>
        </p:nvSpPr>
        <p:spPr>
          <a:xfrm>
            <a:off x="6110640" y="43812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683" name=""/>
          <p:cNvSpPr txBox="1"/>
          <p:nvPr/>
        </p:nvSpPr>
        <p:spPr>
          <a:xfrm>
            <a:off x="6163560" y="4390200"/>
            <a:ext cx="191160" cy="2120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Arial"/>
                <a:ea typeface="Arial"/>
              </a:rPr>
              <a:t>→</a:t>
            </a:r>
            <a:endParaRPr lang="en-US" sz="1500" b="0" u="none" strike="noStrike">
              <a:solidFill>
                <a:srgbClr val="000000"/>
              </a:solidFill>
              <a:effectLst/>
              <a:uFillTx/>
              <a:latin typeface="游明朝体"/>
            </a:endParaRPr>
          </a:p>
        </p:txBody>
      </p:sp>
      <p:sp>
        <p:nvSpPr>
          <p:cNvPr id="684" name=""/>
          <p:cNvSpPr txBox="1"/>
          <p:nvPr/>
        </p:nvSpPr>
        <p:spPr>
          <a:xfrm>
            <a:off x="6354000" y="4381200"/>
            <a:ext cx="7099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GitHub </a:t>
            </a:r>
            <a:endParaRPr lang="en-US" sz="1500" b="0" u="none" strike="noStrike">
              <a:solidFill>
                <a:srgbClr val="000000"/>
              </a:solidFill>
              <a:effectLst/>
              <a:uFillTx/>
              <a:latin typeface="游明朝体"/>
            </a:endParaRPr>
          </a:p>
        </p:txBody>
      </p:sp>
      <p:sp>
        <p:nvSpPr>
          <p:cNvPr id="685" name=""/>
          <p:cNvSpPr txBox="1"/>
          <p:nvPr/>
        </p:nvSpPr>
        <p:spPr>
          <a:xfrm>
            <a:off x="7063200" y="43902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への</a:t>
            </a:r>
            <a:endParaRPr lang="en-US" sz="1500" b="0" u="none" strike="noStrike">
              <a:solidFill>
                <a:srgbClr val="000000"/>
              </a:solidFill>
              <a:effectLst/>
              <a:uFillTx/>
              <a:latin typeface="游明朝体"/>
            </a:endParaRPr>
          </a:p>
        </p:txBody>
      </p:sp>
      <p:sp>
        <p:nvSpPr>
          <p:cNvPr id="686" name=""/>
          <p:cNvSpPr txBox="1"/>
          <p:nvPr/>
        </p:nvSpPr>
        <p:spPr>
          <a:xfrm>
            <a:off x="7444440" y="4381200"/>
            <a:ext cx="5266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push </a:t>
            </a:r>
            <a:endParaRPr lang="en-US" sz="1500" b="0" u="none" strike="noStrike">
              <a:solidFill>
                <a:srgbClr val="000000"/>
              </a:solidFill>
              <a:effectLst/>
              <a:uFillTx/>
              <a:latin typeface="游明朝体"/>
            </a:endParaRPr>
          </a:p>
        </p:txBody>
      </p:sp>
      <p:sp>
        <p:nvSpPr>
          <p:cNvPr id="687" name=""/>
          <p:cNvSpPr txBox="1"/>
          <p:nvPr/>
        </p:nvSpPr>
        <p:spPr>
          <a:xfrm>
            <a:off x="7970400" y="439020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という⼀連の流れを反復し、改良していく</a:t>
            </a:r>
            <a:endParaRPr lang="en-US" sz="1500" b="0" u="none" strike="noStrike">
              <a:solidFill>
                <a:srgbClr val="000000"/>
              </a:solidFill>
              <a:effectLst/>
              <a:uFillTx/>
              <a:latin typeface="游明朝体"/>
            </a:endParaRPr>
          </a:p>
        </p:txBody>
      </p:sp>
      <p:sp>
        <p:nvSpPr>
          <p:cNvPr id="688" name=""/>
          <p:cNvSpPr txBox="1"/>
          <p:nvPr/>
        </p:nvSpPr>
        <p:spPr>
          <a:xfrm>
            <a:off x="723960" y="4951080"/>
            <a:ext cx="39906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天気図・発電量予測・電⼒データ分析・ローカル</a:t>
            </a:r>
            <a:endParaRPr lang="en-US" sz="1430" b="0" u="none" strike="noStrike">
              <a:solidFill>
                <a:srgbClr val="000000"/>
              </a:solidFill>
              <a:effectLst/>
              <a:uFillTx/>
              <a:latin typeface="游明朝体"/>
            </a:endParaRPr>
          </a:p>
        </p:txBody>
      </p:sp>
      <p:sp>
        <p:nvSpPr>
          <p:cNvPr id="689" name=""/>
          <p:cNvSpPr txBox="1"/>
          <p:nvPr/>
        </p:nvSpPr>
        <p:spPr>
          <a:xfrm>
            <a:off x="4699800" y="4942800"/>
            <a:ext cx="36036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LLM</a:t>
            </a:r>
            <a:endParaRPr lang="en-US" sz="1430" b="0" u="none" strike="noStrike">
              <a:solidFill>
                <a:srgbClr val="000000"/>
              </a:solidFill>
              <a:effectLst/>
              <a:uFillTx/>
              <a:latin typeface="游明朝体"/>
            </a:endParaRPr>
          </a:p>
        </p:txBody>
      </p:sp>
      <p:sp>
        <p:nvSpPr>
          <p:cNvPr id="690" name=""/>
          <p:cNvSpPr txBox="1"/>
          <p:nvPr/>
        </p:nvSpPr>
        <p:spPr>
          <a:xfrm>
            <a:off x="5058720" y="4951080"/>
            <a:ext cx="36277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⽐較など、実⽤ニーズに応じてテーマを設定</a:t>
            </a:r>
            <a:endParaRPr lang="en-US" sz="1430" b="0" u="none" strike="noStrike">
              <a:solidFill>
                <a:srgbClr val="000000"/>
              </a:solidFill>
              <a:effectLst/>
              <a:uFillTx/>
              <a:latin typeface="游明朝体"/>
            </a:endParaRPr>
          </a:p>
        </p:txBody>
      </p:sp>
      <p:sp>
        <p:nvSpPr>
          <p:cNvPr id="691" name=""/>
          <p:cNvSpPr txBox="1"/>
          <p:nvPr/>
        </p:nvSpPr>
        <p:spPr>
          <a:xfrm>
            <a:off x="533520" y="1619280"/>
            <a:ext cx="7992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⽣成</a:t>
            </a:r>
            <a:endParaRPr lang="en-US" sz="3150" b="0" u="none" strike="noStrike">
              <a:solidFill>
                <a:srgbClr val="000000"/>
              </a:solidFill>
              <a:effectLst/>
              <a:uFillTx/>
              <a:latin typeface="游明朝体"/>
            </a:endParaRPr>
          </a:p>
        </p:txBody>
      </p:sp>
      <p:sp>
        <p:nvSpPr>
          <p:cNvPr id="692" name=""/>
          <p:cNvSpPr txBox="1"/>
          <p:nvPr/>
        </p:nvSpPr>
        <p:spPr>
          <a:xfrm>
            <a:off x="1333440" y="160020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AI</a:t>
            </a:r>
            <a:endParaRPr lang="en-US" sz="3150" b="0" u="none" strike="noStrike">
              <a:solidFill>
                <a:srgbClr val="000000"/>
              </a:solidFill>
              <a:effectLst/>
              <a:uFillTx/>
              <a:latin typeface="游明朝体"/>
            </a:endParaRPr>
          </a:p>
        </p:txBody>
      </p:sp>
      <p:sp>
        <p:nvSpPr>
          <p:cNvPr id="693" name=""/>
          <p:cNvSpPr txBox="1"/>
          <p:nvPr/>
        </p:nvSpPr>
        <p:spPr>
          <a:xfrm>
            <a:off x="1725480" y="1619280"/>
            <a:ext cx="15980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活⽤から</a:t>
            </a:r>
            <a:endParaRPr lang="en-US" sz="3150" b="0" u="none" strike="noStrike">
              <a:solidFill>
                <a:srgbClr val="000000"/>
              </a:solidFill>
              <a:effectLst/>
              <a:uFillTx/>
              <a:latin typeface="游明朝体"/>
            </a:endParaRPr>
          </a:p>
        </p:txBody>
      </p:sp>
      <p:sp>
        <p:nvSpPr>
          <p:cNvPr id="694" name=""/>
          <p:cNvSpPr txBox="1"/>
          <p:nvPr/>
        </p:nvSpPr>
        <p:spPr>
          <a:xfrm>
            <a:off x="3325680" y="1600200"/>
            <a:ext cx="268488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 Claude Code </a:t>
            </a:r>
            <a:endParaRPr lang="en-US" sz="3150" b="0" u="none" strike="noStrike">
              <a:solidFill>
                <a:srgbClr val="000000"/>
              </a:solidFill>
              <a:effectLst/>
              <a:uFillTx/>
              <a:latin typeface="游明朝体"/>
            </a:endParaRPr>
          </a:p>
        </p:txBody>
      </p:sp>
      <p:sp>
        <p:nvSpPr>
          <p:cNvPr id="695" name=""/>
          <p:cNvSpPr/>
          <p:nvPr/>
        </p:nvSpPr>
        <p:spPr>
          <a:xfrm>
            <a:off x="533160" y="2140560"/>
            <a:ext cx="7200" cy="33480"/>
          </a:xfrm>
          <a:custGeom>
            <a:avLst/>
            <a:gdLst/>
            <a:ahLst/>
            <a:rect l="0" t="0" r="r" b="b"/>
            <a:pathLst>
              <a:path w="20" h="93">
                <a:moveTo>
                  <a:pt x="20" y="0"/>
                </a:moveTo>
                <a:lnTo>
                  <a:pt x="20" y="93"/>
                </a:lnTo>
                <a:cubicBezTo>
                  <a:pt x="7" y="81"/>
                  <a:pt x="0" y="65"/>
                  <a:pt x="0" y="47"/>
                </a:cubicBezTo>
                <a:cubicBezTo>
                  <a:pt x="0" y="29"/>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96" name=""/>
          <p:cNvSpPr/>
          <p:nvPr/>
        </p:nvSpPr>
        <p:spPr>
          <a:xfrm>
            <a:off x="540000" y="2135880"/>
            <a:ext cx="6840" cy="43200"/>
          </a:xfrm>
          <a:custGeom>
            <a:avLst/>
            <a:gdLst/>
            <a:ahLst/>
            <a:rect l="0" t="0" r="r" b="b"/>
            <a:pathLst>
              <a:path w="19" h="120">
                <a:moveTo>
                  <a:pt x="1" y="13"/>
                </a:moveTo>
                <a:cubicBezTo>
                  <a:pt x="7" y="7"/>
                  <a:pt x="13" y="3"/>
                  <a:pt x="19" y="0"/>
                </a:cubicBezTo>
                <a:lnTo>
                  <a:pt x="19" y="120"/>
                </a:lnTo>
                <a:cubicBezTo>
                  <a:pt x="13" y="117"/>
                  <a:pt x="7" y="113"/>
                  <a:pt x="1" y="107"/>
                </a:cubicBezTo>
                <a:cubicBezTo>
                  <a:pt x="0" y="107"/>
                  <a:pt x="0" y="107"/>
                  <a:pt x="0" y="106"/>
                </a:cubicBezTo>
                <a:lnTo>
                  <a:pt x="0" y="13"/>
                </a:lnTo>
                <a:lnTo>
                  <a:pt x="1" y="13"/>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97" name=""/>
          <p:cNvSpPr/>
          <p:nvPr/>
        </p:nvSpPr>
        <p:spPr>
          <a:xfrm>
            <a:off x="546480" y="213372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98" name=""/>
          <p:cNvSpPr/>
          <p:nvPr/>
        </p:nvSpPr>
        <p:spPr>
          <a:xfrm>
            <a:off x="553320" y="213336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699" name=""/>
          <p:cNvSpPr/>
          <p:nvPr/>
        </p:nvSpPr>
        <p:spPr>
          <a:xfrm>
            <a:off x="5601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0" name=""/>
          <p:cNvSpPr/>
          <p:nvPr/>
        </p:nvSpPr>
        <p:spPr>
          <a:xfrm>
            <a:off x="566640" y="213336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1" name=""/>
          <p:cNvSpPr/>
          <p:nvPr/>
        </p:nvSpPr>
        <p:spPr>
          <a:xfrm>
            <a:off x="57348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2" name=""/>
          <p:cNvSpPr/>
          <p:nvPr/>
        </p:nvSpPr>
        <p:spPr>
          <a:xfrm>
            <a:off x="5799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3" name=""/>
          <p:cNvSpPr/>
          <p:nvPr/>
        </p:nvSpPr>
        <p:spPr>
          <a:xfrm>
            <a:off x="5868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4" name=""/>
          <p:cNvSpPr/>
          <p:nvPr/>
        </p:nvSpPr>
        <p:spPr>
          <a:xfrm>
            <a:off x="59364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5" name=""/>
          <p:cNvSpPr/>
          <p:nvPr/>
        </p:nvSpPr>
        <p:spPr>
          <a:xfrm>
            <a:off x="6001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6" name=""/>
          <p:cNvSpPr/>
          <p:nvPr/>
        </p:nvSpPr>
        <p:spPr>
          <a:xfrm>
            <a:off x="6069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7" name=""/>
          <p:cNvSpPr/>
          <p:nvPr/>
        </p:nvSpPr>
        <p:spPr>
          <a:xfrm>
            <a:off x="6134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8" name=""/>
          <p:cNvSpPr/>
          <p:nvPr/>
        </p:nvSpPr>
        <p:spPr>
          <a:xfrm>
            <a:off x="6202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09" name=""/>
          <p:cNvSpPr/>
          <p:nvPr/>
        </p:nvSpPr>
        <p:spPr>
          <a:xfrm>
            <a:off x="62712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0" name=""/>
          <p:cNvSpPr/>
          <p:nvPr/>
        </p:nvSpPr>
        <p:spPr>
          <a:xfrm>
            <a:off x="6336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1" name=""/>
          <p:cNvSpPr/>
          <p:nvPr/>
        </p:nvSpPr>
        <p:spPr>
          <a:xfrm>
            <a:off x="64044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2" name=""/>
          <p:cNvSpPr/>
          <p:nvPr/>
        </p:nvSpPr>
        <p:spPr>
          <a:xfrm>
            <a:off x="6469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3" name=""/>
          <p:cNvSpPr/>
          <p:nvPr/>
        </p:nvSpPr>
        <p:spPr>
          <a:xfrm>
            <a:off x="6537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4" name=""/>
          <p:cNvSpPr/>
          <p:nvPr/>
        </p:nvSpPr>
        <p:spPr>
          <a:xfrm>
            <a:off x="66060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5" name=""/>
          <p:cNvSpPr/>
          <p:nvPr/>
        </p:nvSpPr>
        <p:spPr>
          <a:xfrm>
            <a:off x="6670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6" name=""/>
          <p:cNvSpPr/>
          <p:nvPr/>
        </p:nvSpPr>
        <p:spPr>
          <a:xfrm>
            <a:off x="67392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7" name=""/>
          <p:cNvSpPr/>
          <p:nvPr/>
        </p:nvSpPr>
        <p:spPr>
          <a:xfrm>
            <a:off x="6804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8" name=""/>
          <p:cNvSpPr/>
          <p:nvPr/>
        </p:nvSpPr>
        <p:spPr>
          <a:xfrm>
            <a:off x="6872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19" name=""/>
          <p:cNvSpPr/>
          <p:nvPr/>
        </p:nvSpPr>
        <p:spPr>
          <a:xfrm>
            <a:off x="69408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0" name=""/>
          <p:cNvSpPr/>
          <p:nvPr/>
        </p:nvSpPr>
        <p:spPr>
          <a:xfrm>
            <a:off x="7005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1" name=""/>
          <p:cNvSpPr/>
          <p:nvPr/>
        </p:nvSpPr>
        <p:spPr>
          <a:xfrm>
            <a:off x="70740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2" name=""/>
          <p:cNvSpPr/>
          <p:nvPr/>
        </p:nvSpPr>
        <p:spPr>
          <a:xfrm>
            <a:off x="7138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3" name=""/>
          <p:cNvSpPr/>
          <p:nvPr/>
        </p:nvSpPr>
        <p:spPr>
          <a:xfrm>
            <a:off x="7207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4" name=""/>
          <p:cNvSpPr/>
          <p:nvPr/>
        </p:nvSpPr>
        <p:spPr>
          <a:xfrm>
            <a:off x="7275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5" name=""/>
          <p:cNvSpPr/>
          <p:nvPr/>
        </p:nvSpPr>
        <p:spPr>
          <a:xfrm>
            <a:off x="7340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6" name=""/>
          <p:cNvSpPr/>
          <p:nvPr/>
        </p:nvSpPr>
        <p:spPr>
          <a:xfrm>
            <a:off x="74088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7" name=""/>
          <p:cNvSpPr/>
          <p:nvPr/>
        </p:nvSpPr>
        <p:spPr>
          <a:xfrm>
            <a:off x="7473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8" name=""/>
          <p:cNvSpPr/>
          <p:nvPr/>
        </p:nvSpPr>
        <p:spPr>
          <a:xfrm>
            <a:off x="7542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29" name=""/>
          <p:cNvSpPr/>
          <p:nvPr/>
        </p:nvSpPr>
        <p:spPr>
          <a:xfrm>
            <a:off x="76104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0" name=""/>
          <p:cNvSpPr/>
          <p:nvPr/>
        </p:nvSpPr>
        <p:spPr>
          <a:xfrm>
            <a:off x="767520" y="213336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1" name=""/>
          <p:cNvSpPr/>
          <p:nvPr/>
        </p:nvSpPr>
        <p:spPr>
          <a:xfrm>
            <a:off x="7743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2" name=""/>
          <p:cNvSpPr/>
          <p:nvPr/>
        </p:nvSpPr>
        <p:spPr>
          <a:xfrm>
            <a:off x="7808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3" name=""/>
          <p:cNvSpPr/>
          <p:nvPr/>
        </p:nvSpPr>
        <p:spPr>
          <a:xfrm>
            <a:off x="7876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4" name=""/>
          <p:cNvSpPr/>
          <p:nvPr/>
        </p:nvSpPr>
        <p:spPr>
          <a:xfrm>
            <a:off x="79452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5" name=""/>
          <p:cNvSpPr/>
          <p:nvPr/>
        </p:nvSpPr>
        <p:spPr>
          <a:xfrm>
            <a:off x="8010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6" name=""/>
          <p:cNvSpPr/>
          <p:nvPr/>
        </p:nvSpPr>
        <p:spPr>
          <a:xfrm>
            <a:off x="8078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7" name=""/>
          <p:cNvSpPr/>
          <p:nvPr/>
        </p:nvSpPr>
        <p:spPr>
          <a:xfrm>
            <a:off x="81468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8" name=""/>
          <p:cNvSpPr/>
          <p:nvPr/>
        </p:nvSpPr>
        <p:spPr>
          <a:xfrm>
            <a:off x="8211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39" name=""/>
          <p:cNvSpPr/>
          <p:nvPr/>
        </p:nvSpPr>
        <p:spPr>
          <a:xfrm>
            <a:off x="82800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0" name=""/>
          <p:cNvSpPr/>
          <p:nvPr/>
        </p:nvSpPr>
        <p:spPr>
          <a:xfrm>
            <a:off x="8344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1" name=""/>
          <p:cNvSpPr/>
          <p:nvPr/>
        </p:nvSpPr>
        <p:spPr>
          <a:xfrm>
            <a:off x="8413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2" name=""/>
          <p:cNvSpPr/>
          <p:nvPr/>
        </p:nvSpPr>
        <p:spPr>
          <a:xfrm>
            <a:off x="8481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3" name=""/>
          <p:cNvSpPr/>
          <p:nvPr/>
        </p:nvSpPr>
        <p:spPr>
          <a:xfrm>
            <a:off x="8546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4" name=""/>
          <p:cNvSpPr/>
          <p:nvPr/>
        </p:nvSpPr>
        <p:spPr>
          <a:xfrm>
            <a:off x="86148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5" name=""/>
          <p:cNvSpPr/>
          <p:nvPr/>
        </p:nvSpPr>
        <p:spPr>
          <a:xfrm>
            <a:off x="8679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6" name=""/>
          <p:cNvSpPr/>
          <p:nvPr/>
        </p:nvSpPr>
        <p:spPr>
          <a:xfrm>
            <a:off x="8748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7" name=""/>
          <p:cNvSpPr/>
          <p:nvPr/>
        </p:nvSpPr>
        <p:spPr>
          <a:xfrm>
            <a:off x="88164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8" name=""/>
          <p:cNvSpPr/>
          <p:nvPr/>
        </p:nvSpPr>
        <p:spPr>
          <a:xfrm>
            <a:off x="8881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49" name=""/>
          <p:cNvSpPr/>
          <p:nvPr/>
        </p:nvSpPr>
        <p:spPr>
          <a:xfrm>
            <a:off x="89496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0" name=""/>
          <p:cNvSpPr/>
          <p:nvPr/>
        </p:nvSpPr>
        <p:spPr>
          <a:xfrm>
            <a:off x="90144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1" name=""/>
          <p:cNvSpPr/>
          <p:nvPr/>
        </p:nvSpPr>
        <p:spPr>
          <a:xfrm>
            <a:off x="9082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2" name=""/>
          <p:cNvSpPr/>
          <p:nvPr/>
        </p:nvSpPr>
        <p:spPr>
          <a:xfrm>
            <a:off x="91512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3" name=""/>
          <p:cNvSpPr/>
          <p:nvPr/>
        </p:nvSpPr>
        <p:spPr>
          <a:xfrm>
            <a:off x="92160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4" name=""/>
          <p:cNvSpPr/>
          <p:nvPr/>
        </p:nvSpPr>
        <p:spPr>
          <a:xfrm>
            <a:off x="92844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5" name=""/>
          <p:cNvSpPr/>
          <p:nvPr/>
        </p:nvSpPr>
        <p:spPr>
          <a:xfrm>
            <a:off x="93492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6" name=""/>
          <p:cNvSpPr/>
          <p:nvPr/>
        </p:nvSpPr>
        <p:spPr>
          <a:xfrm>
            <a:off x="94176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7" name=""/>
          <p:cNvSpPr/>
          <p:nvPr/>
        </p:nvSpPr>
        <p:spPr>
          <a:xfrm>
            <a:off x="948600" y="213336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8" name=""/>
          <p:cNvSpPr/>
          <p:nvPr/>
        </p:nvSpPr>
        <p:spPr>
          <a:xfrm>
            <a:off x="955080" y="213336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59" name=""/>
          <p:cNvSpPr/>
          <p:nvPr/>
        </p:nvSpPr>
        <p:spPr>
          <a:xfrm>
            <a:off x="9619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0" name=""/>
          <p:cNvSpPr/>
          <p:nvPr/>
        </p:nvSpPr>
        <p:spPr>
          <a:xfrm>
            <a:off x="9651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1" name=""/>
          <p:cNvSpPr/>
          <p:nvPr/>
        </p:nvSpPr>
        <p:spPr>
          <a:xfrm>
            <a:off x="9684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2" name=""/>
          <p:cNvSpPr/>
          <p:nvPr/>
        </p:nvSpPr>
        <p:spPr>
          <a:xfrm>
            <a:off x="9720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3" name=""/>
          <p:cNvSpPr/>
          <p:nvPr/>
        </p:nvSpPr>
        <p:spPr>
          <a:xfrm>
            <a:off x="9752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4" name=""/>
          <p:cNvSpPr/>
          <p:nvPr/>
        </p:nvSpPr>
        <p:spPr>
          <a:xfrm>
            <a:off x="9784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5" name=""/>
          <p:cNvSpPr/>
          <p:nvPr/>
        </p:nvSpPr>
        <p:spPr>
          <a:xfrm>
            <a:off x="9820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6" name=""/>
          <p:cNvSpPr/>
          <p:nvPr/>
        </p:nvSpPr>
        <p:spPr>
          <a:xfrm>
            <a:off x="9853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7" name=""/>
          <p:cNvSpPr/>
          <p:nvPr/>
        </p:nvSpPr>
        <p:spPr>
          <a:xfrm>
            <a:off x="9885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8" name=""/>
          <p:cNvSpPr/>
          <p:nvPr/>
        </p:nvSpPr>
        <p:spPr>
          <a:xfrm>
            <a:off x="9921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69" name=""/>
          <p:cNvSpPr/>
          <p:nvPr/>
        </p:nvSpPr>
        <p:spPr>
          <a:xfrm>
            <a:off x="9954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0" name=""/>
          <p:cNvSpPr/>
          <p:nvPr/>
        </p:nvSpPr>
        <p:spPr>
          <a:xfrm>
            <a:off x="9986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1" name=""/>
          <p:cNvSpPr/>
          <p:nvPr/>
        </p:nvSpPr>
        <p:spPr>
          <a:xfrm>
            <a:off x="10018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2" name=""/>
          <p:cNvSpPr/>
          <p:nvPr/>
        </p:nvSpPr>
        <p:spPr>
          <a:xfrm>
            <a:off x="10054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3" name=""/>
          <p:cNvSpPr/>
          <p:nvPr/>
        </p:nvSpPr>
        <p:spPr>
          <a:xfrm>
            <a:off x="10087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4" name=""/>
          <p:cNvSpPr/>
          <p:nvPr/>
        </p:nvSpPr>
        <p:spPr>
          <a:xfrm>
            <a:off x="10119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5" name=""/>
          <p:cNvSpPr/>
          <p:nvPr/>
        </p:nvSpPr>
        <p:spPr>
          <a:xfrm>
            <a:off x="10155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6" name=""/>
          <p:cNvSpPr/>
          <p:nvPr/>
        </p:nvSpPr>
        <p:spPr>
          <a:xfrm>
            <a:off x="10188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7" name=""/>
          <p:cNvSpPr/>
          <p:nvPr/>
        </p:nvSpPr>
        <p:spPr>
          <a:xfrm>
            <a:off x="1022040" y="213336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8" name=""/>
          <p:cNvSpPr/>
          <p:nvPr/>
        </p:nvSpPr>
        <p:spPr>
          <a:xfrm>
            <a:off x="10256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79" name=""/>
          <p:cNvSpPr/>
          <p:nvPr/>
        </p:nvSpPr>
        <p:spPr>
          <a:xfrm>
            <a:off x="10288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0" name=""/>
          <p:cNvSpPr/>
          <p:nvPr/>
        </p:nvSpPr>
        <p:spPr>
          <a:xfrm>
            <a:off x="10321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1" name=""/>
          <p:cNvSpPr/>
          <p:nvPr/>
        </p:nvSpPr>
        <p:spPr>
          <a:xfrm>
            <a:off x="10353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2" name=""/>
          <p:cNvSpPr/>
          <p:nvPr/>
        </p:nvSpPr>
        <p:spPr>
          <a:xfrm>
            <a:off x="10389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3" name=""/>
          <p:cNvSpPr/>
          <p:nvPr/>
        </p:nvSpPr>
        <p:spPr>
          <a:xfrm>
            <a:off x="10422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4" name=""/>
          <p:cNvSpPr/>
          <p:nvPr/>
        </p:nvSpPr>
        <p:spPr>
          <a:xfrm>
            <a:off x="10454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5" name=""/>
          <p:cNvSpPr/>
          <p:nvPr/>
        </p:nvSpPr>
        <p:spPr>
          <a:xfrm>
            <a:off x="10490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6" name=""/>
          <p:cNvSpPr/>
          <p:nvPr/>
        </p:nvSpPr>
        <p:spPr>
          <a:xfrm>
            <a:off x="10522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7" name=""/>
          <p:cNvSpPr/>
          <p:nvPr/>
        </p:nvSpPr>
        <p:spPr>
          <a:xfrm>
            <a:off x="105552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8" name=""/>
          <p:cNvSpPr/>
          <p:nvPr/>
        </p:nvSpPr>
        <p:spPr>
          <a:xfrm>
            <a:off x="10591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89" name=""/>
          <p:cNvSpPr/>
          <p:nvPr/>
        </p:nvSpPr>
        <p:spPr>
          <a:xfrm>
            <a:off x="10623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0" name=""/>
          <p:cNvSpPr/>
          <p:nvPr/>
        </p:nvSpPr>
        <p:spPr>
          <a:xfrm>
            <a:off x="10656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1" name=""/>
          <p:cNvSpPr/>
          <p:nvPr/>
        </p:nvSpPr>
        <p:spPr>
          <a:xfrm>
            <a:off x="10688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2" name=""/>
          <p:cNvSpPr/>
          <p:nvPr/>
        </p:nvSpPr>
        <p:spPr>
          <a:xfrm>
            <a:off x="10724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3" name=""/>
          <p:cNvSpPr/>
          <p:nvPr/>
        </p:nvSpPr>
        <p:spPr>
          <a:xfrm>
            <a:off x="10756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4" name=""/>
          <p:cNvSpPr/>
          <p:nvPr/>
        </p:nvSpPr>
        <p:spPr>
          <a:xfrm>
            <a:off x="107892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5" name=""/>
          <p:cNvSpPr/>
          <p:nvPr/>
        </p:nvSpPr>
        <p:spPr>
          <a:xfrm>
            <a:off x="10825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6" name=""/>
          <p:cNvSpPr/>
          <p:nvPr/>
        </p:nvSpPr>
        <p:spPr>
          <a:xfrm>
            <a:off x="10857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7" name=""/>
          <p:cNvSpPr/>
          <p:nvPr/>
        </p:nvSpPr>
        <p:spPr>
          <a:xfrm>
            <a:off x="10890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8" name=""/>
          <p:cNvSpPr/>
          <p:nvPr/>
        </p:nvSpPr>
        <p:spPr>
          <a:xfrm>
            <a:off x="10926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799" name=""/>
          <p:cNvSpPr/>
          <p:nvPr/>
        </p:nvSpPr>
        <p:spPr>
          <a:xfrm>
            <a:off x="10958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0" name=""/>
          <p:cNvSpPr/>
          <p:nvPr/>
        </p:nvSpPr>
        <p:spPr>
          <a:xfrm>
            <a:off x="10990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1" name=""/>
          <p:cNvSpPr/>
          <p:nvPr/>
        </p:nvSpPr>
        <p:spPr>
          <a:xfrm>
            <a:off x="110232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2" name=""/>
          <p:cNvSpPr/>
          <p:nvPr/>
        </p:nvSpPr>
        <p:spPr>
          <a:xfrm>
            <a:off x="11059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3" name=""/>
          <p:cNvSpPr/>
          <p:nvPr/>
        </p:nvSpPr>
        <p:spPr>
          <a:xfrm>
            <a:off x="11091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4" name=""/>
          <p:cNvSpPr/>
          <p:nvPr/>
        </p:nvSpPr>
        <p:spPr>
          <a:xfrm>
            <a:off x="11124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5" name=""/>
          <p:cNvSpPr/>
          <p:nvPr/>
        </p:nvSpPr>
        <p:spPr>
          <a:xfrm>
            <a:off x="11160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6" name=""/>
          <p:cNvSpPr/>
          <p:nvPr/>
        </p:nvSpPr>
        <p:spPr>
          <a:xfrm>
            <a:off x="11192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7" name=""/>
          <p:cNvSpPr/>
          <p:nvPr/>
        </p:nvSpPr>
        <p:spPr>
          <a:xfrm>
            <a:off x="1122480" y="213336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8" name=""/>
          <p:cNvSpPr/>
          <p:nvPr/>
        </p:nvSpPr>
        <p:spPr>
          <a:xfrm>
            <a:off x="11260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09" name=""/>
          <p:cNvSpPr/>
          <p:nvPr/>
        </p:nvSpPr>
        <p:spPr>
          <a:xfrm>
            <a:off x="11293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0" name=""/>
          <p:cNvSpPr/>
          <p:nvPr/>
        </p:nvSpPr>
        <p:spPr>
          <a:xfrm>
            <a:off x="11325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1" name=""/>
          <p:cNvSpPr/>
          <p:nvPr/>
        </p:nvSpPr>
        <p:spPr>
          <a:xfrm>
            <a:off x="11358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2" name=""/>
          <p:cNvSpPr/>
          <p:nvPr/>
        </p:nvSpPr>
        <p:spPr>
          <a:xfrm>
            <a:off x="11394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3" name=""/>
          <p:cNvSpPr/>
          <p:nvPr/>
        </p:nvSpPr>
        <p:spPr>
          <a:xfrm>
            <a:off x="11426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4" name=""/>
          <p:cNvSpPr/>
          <p:nvPr/>
        </p:nvSpPr>
        <p:spPr>
          <a:xfrm>
            <a:off x="11458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5" name=""/>
          <p:cNvSpPr/>
          <p:nvPr/>
        </p:nvSpPr>
        <p:spPr>
          <a:xfrm>
            <a:off x="11494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6" name=""/>
          <p:cNvSpPr/>
          <p:nvPr/>
        </p:nvSpPr>
        <p:spPr>
          <a:xfrm>
            <a:off x="11527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7" name=""/>
          <p:cNvSpPr/>
          <p:nvPr/>
        </p:nvSpPr>
        <p:spPr>
          <a:xfrm>
            <a:off x="11559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8" name=""/>
          <p:cNvSpPr/>
          <p:nvPr/>
        </p:nvSpPr>
        <p:spPr>
          <a:xfrm>
            <a:off x="11595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19" name=""/>
          <p:cNvSpPr/>
          <p:nvPr/>
        </p:nvSpPr>
        <p:spPr>
          <a:xfrm>
            <a:off x="11628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0" name=""/>
          <p:cNvSpPr/>
          <p:nvPr/>
        </p:nvSpPr>
        <p:spPr>
          <a:xfrm>
            <a:off x="11660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1" name=""/>
          <p:cNvSpPr/>
          <p:nvPr/>
        </p:nvSpPr>
        <p:spPr>
          <a:xfrm>
            <a:off x="11696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2" name=""/>
          <p:cNvSpPr/>
          <p:nvPr/>
        </p:nvSpPr>
        <p:spPr>
          <a:xfrm>
            <a:off x="11728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3" name=""/>
          <p:cNvSpPr/>
          <p:nvPr/>
        </p:nvSpPr>
        <p:spPr>
          <a:xfrm>
            <a:off x="11761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4" name=""/>
          <p:cNvSpPr/>
          <p:nvPr/>
        </p:nvSpPr>
        <p:spPr>
          <a:xfrm>
            <a:off x="11793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5" name=""/>
          <p:cNvSpPr/>
          <p:nvPr/>
        </p:nvSpPr>
        <p:spPr>
          <a:xfrm>
            <a:off x="11829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6" name=""/>
          <p:cNvSpPr/>
          <p:nvPr/>
        </p:nvSpPr>
        <p:spPr>
          <a:xfrm>
            <a:off x="11862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7" name=""/>
          <p:cNvSpPr/>
          <p:nvPr/>
        </p:nvSpPr>
        <p:spPr>
          <a:xfrm>
            <a:off x="11894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8" name=""/>
          <p:cNvSpPr/>
          <p:nvPr/>
        </p:nvSpPr>
        <p:spPr>
          <a:xfrm>
            <a:off x="11930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29" name=""/>
          <p:cNvSpPr/>
          <p:nvPr/>
        </p:nvSpPr>
        <p:spPr>
          <a:xfrm>
            <a:off x="11962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0" name=""/>
          <p:cNvSpPr/>
          <p:nvPr/>
        </p:nvSpPr>
        <p:spPr>
          <a:xfrm>
            <a:off x="119952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1" name=""/>
          <p:cNvSpPr/>
          <p:nvPr/>
        </p:nvSpPr>
        <p:spPr>
          <a:xfrm>
            <a:off x="12031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2" name=""/>
          <p:cNvSpPr/>
          <p:nvPr/>
        </p:nvSpPr>
        <p:spPr>
          <a:xfrm>
            <a:off x="12063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3" name=""/>
          <p:cNvSpPr/>
          <p:nvPr/>
        </p:nvSpPr>
        <p:spPr>
          <a:xfrm>
            <a:off x="12096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4" name=""/>
          <p:cNvSpPr/>
          <p:nvPr/>
        </p:nvSpPr>
        <p:spPr>
          <a:xfrm>
            <a:off x="12128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5" name=""/>
          <p:cNvSpPr/>
          <p:nvPr/>
        </p:nvSpPr>
        <p:spPr>
          <a:xfrm>
            <a:off x="12164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6" name=""/>
          <p:cNvSpPr/>
          <p:nvPr/>
        </p:nvSpPr>
        <p:spPr>
          <a:xfrm>
            <a:off x="12196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7" name=""/>
          <p:cNvSpPr/>
          <p:nvPr/>
        </p:nvSpPr>
        <p:spPr>
          <a:xfrm>
            <a:off x="1222920" y="213336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8" name=""/>
          <p:cNvSpPr/>
          <p:nvPr/>
        </p:nvSpPr>
        <p:spPr>
          <a:xfrm>
            <a:off x="12265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39" name=""/>
          <p:cNvSpPr/>
          <p:nvPr/>
        </p:nvSpPr>
        <p:spPr>
          <a:xfrm>
            <a:off x="12297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0" name=""/>
          <p:cNvSpPr/>
          <p:nvPr/>
        </p:nvSpPr>
        <p:spPr>
          <a:xfrm>
            <a:off x="12330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1" name=""/>
          <p:cNvSpPr/>
          <p:nvPr/>
        </p:nvSpPr>
        <p:spPr>
          <a:xfrm>
            <a:off x="12366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2" name=""/>
          <p:cNvSpPr/>
          <p:nvPr/>
        </p:nvSpPr>
        <p:spPr>
          <a:xfrm>
            <a:off x="12398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3" name=""/>
          <p:cNvSpPr/>
          <p:nvPr/>
        </p:nvSpPr>
        <p:spPr>
          <a:xfrm>
            <a:off x="12430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4" name=""/>
          <p:cNvSpPr/>
          <p:nvPr/>
        </p:nvSpPr>
        <p:spPr>
          <a:xfrm>
            <a:off x="124632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5" name=""/>
          <p:cNvSpPr/>
          <p:nvPr/>
        </p:nvSpPr>
        <p:spPr>
          <a:xfrm>
            <a:off x="12499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6" name=""/>
          <p:cNvSpPr/>
          <p:nvPr/>
        </p:nvSpPr>
        <p:spPr>
          <a:xfrm>
            <a:off x="12531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7" name=""/>
          <p:cNvSpPr/>
          <p:nvPr/>
        </p:nvSpPr>
        <p:spPr>
          <a:xfrm>
            <a:off x="12564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8" name=""/>
          <p:cNvSpPr/>
          <p:nvPr/>
        </p:nvSpPr>
        <p:spPr>
          <a:xfrm>
            <a:off x="12600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49" name=""/>
          <p:cNvSpPr/>
          <p:nvPr/>
        </p:nvSpPr>
        <p:spPr>
          <a:xfrm>
            <a:off x="12632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0" name=""/>
          <p:cNvSpPr/>
          <p:nvPr/>
        </p:nvSpPr>
        <p:spPr>
          <a:xfrm>
            <a:off x="12664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1" name=""/>
          <p:cNvSpPr/>
          <p:nvPr/>
        </p:nvSpPr>
        <p:spPr>
          <a:xfrm>
            <a:off x="12700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2" name=""/>
          <p:cNvSpPr/>
          <p:nvPr/>
        </p:nvSpPr>
        <p:spPr>
          <a:xfrm>
            <a:off x="12733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3" name=""/>
          <p:cNvSpPr/>
          <p:nvPr/>
        </p:nvSpPr>
        <p:spPr>
          <a:xfrm>
            <a:off x="12765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4" name=""/>
          <p:cNvSpPr/>
          <p:nvPr/>
        </p:nvSpPr>
        <p:spPr>
          <a:xfrm>
            <a:off x="127980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5" name=""/>
          <p:cNvSpPr/>
          <p:nvPr/>
        </p:nvSpPr>
        <p:spPr>
          <a:xfrm>
            <a:off x="12834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6" name=""/>
          <p:cNvSpPr/>
          <p:nvPr/>
        </p:nvSpPr>
        <p:spPr>
          <a:xfrm>
            <a:off x="12866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7" name=""/>
          <p:cNvSpPr/>
          <p:nvPr/>
        </p:nvSpPr>
        <p:spPr>
          <a:xfrm>
            <a:off x="12898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8" name=""/>
          <p:cNvSpPr/>
          <p:nvPr/>
        </p:nvSpPr>
        <p:spPr>
          <a:xfrm>
            <a:off x="12934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59" name=""/>
          <p:cNvSpPr/>
          <p:nvPr/>
        </p:nvSpPr>
        <p:spPr>
          <a:xfrm>
            <a:off x="12967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0" name=""/>
          <p:cNvSpPr/>
          <p:nvPr/>
        </p:nvSpPr>
        <p:spPr>
          <a:xfrm>
            <a:off x="12999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1" name=""/>
          <p:cNvSpPr/>
          <p:nvPr/>
        </p:nvSpPr>
        <p:spPr>
          <a:xfrm>
            <a:off x="13035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2" name=""/>
          <p:cNvSpPr/>
          <p:nvPr/>
        </p:nvSpPr>
        <p:spPr>
          <a:xfrm>
            <a:off x="13068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3" name=""/>
          <p:cNvSpPr/>
          <p:nvPr/>
        </p:nvSpPr>
        <p:spPr>
          <a:xfrm>
            <a:off x="13100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4" name=""/>
          <p:cNvSpPr/>
          <p:nvPr/>
        </p:nvSpPr>
        <p:spPr>
          <a:xfrm>
            <a:off x="131328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5" name=""/>
          <p:cNvSpPr/>
          <p:nvPr/>
        </p:nvSpPr>
        <p:spPr>
          <a:xfrm>
            <a:off x="13168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6" name=""/>
          <p:cNvSpPr/>
          <p:nvPr/>
        </p:nvSpPr>
        <p:spPr>
          <a:xfrm>
            <a:off x="13201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7" name=""/>
          <p:cNvSpPr/>
          <p:nvPr/>
        </p:nvSpPr>
        <p:spPr>
          <a:xfrm>
            <a:off x="1323360" y="213336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8" name=""/>
          <p:cNvSpPr/>
          <p:nvPr/>
        </p:nvSpPr>
        <p:spPr>
          <a:xfrm>
            <a:off x="13269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69" name=""/>
          <p:cNvSpPr/>
          <p:nvPr/>
        </p:nvSpPr>
        <p:spPr>
          <a:xfrm>
            <a:off x="13302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0" name=""/>
          <p:cNvSpPr/>
          <p:nvPr/>
        </p:nvSpPr>
        <p:spPr>
          <a:xfrm>
            <a:off x="13334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1" name=""/>
          <p:cNvSpPr/>
          <p:nvPr/>
        </p:nvSpPr>
        <p:spPr>
          <a:xfrm>
            <a:off x="13370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2" name=""/>
          <p:cNvSpPr/>
          <p:nvPr/>
        </p:nvSpPr>
        <p:spPr>
          <a:xfrm>
            <a:off x="134028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3" name=""/>
          <p:cNvSpPr/>
          <p:nvPr/>
        </p:nvSpPr>
        <p:spPr>
          <a:xfrm>
            <a:off x="134352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4" name=""/>
          <p:cNvSpPr/>
          <p:nvPr/>
        </p:nvSpPr>
        <p:spPr>
          <a:xfrm>
            <a:off x="134676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5" name=""/>
          <p:cNvSpPr/>
          <p:nvPr/>
        </p:nvSpPr>
        <p:spPr>
          <a:xfrm>
            <a:off x="135036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6" name=""/>
          <p:cNvSpPr/>
          <p:nvPr/>
        </p:nvSpPr>
        <p:spPr>
          <a:xfrm>
            <a:off x="135360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7" name=""/>
          <p:cNvSpPr/>
          <p:nvPr/>
        </p:nvSpPr>
        <p:spPr>
          <a:xfrm>
            <a:off x="1356840" y="213336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8" name=""/>
          <p:cNvSpPr/>
          <p:nvPr/>
        </p:nvSpPr>
        <p:spPr>
          <a:xfrm>
            <a:off x="1360440" y="213336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79" name=""/>
          <p:cNvSpPr/>
          <p:nvPr/>
        </p:nvSpPr>
        <p:spPr>
          <a:xfrm>
            <a:off x="1363680" y="213336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0" name=""/>
          <p:cNvSpPr/>
          <p:nvPr/>
        </p:nvSpPr>
        <p:spPr>
          <a:xfrm>
            <a:off x="1366920" y="213336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1" name=""/>
          <p:cNvSpPr/>
          <p:nvPr/>
        </p:nvSpPr>
        <p:spPr>
          <a:xfrm>
            <a:off x="1370520" y="2133720"/>
            <a:ext cx="3600" cy="47520"/>
          </a:xfrm>
          <a:custGeom>
            <a:avLst/>
            <a:gdLst/>
            <a:ahLst/>
            <a:rect l="0" t="0" r="r" b="b"/>
            <a:pathLst>
              <a:path w="10" h="132">
                <a:moveTo>
                  <a:pt x="10" y="2"/>
                </a:moveTo>
                <a:lnTo>
                  <a:pt x="10" y="130"/>
                </a:lnTo>
                <a:cubicBezTo>
                  <a:pt x="7" y="131"/>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2" name=""/>
          <p:cNvSpPr/>
          <p:nvPr/>
        </p:nvSpPr>
        <p:spPr>
          <a:xfrm>
            <a:off x="1373760" y="213444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3" name=""/>
          <p:cNvSpPr/>
          <p:nvPr/>
        </p:nvSpPr>
        <p:spPr>
          <a:xfrm>
            <a:off x="1377000" y="2135880"/>
            <a:ext cx="3960" cy="43200"/>
          </a:xfrm>
          <a:custGeom>
            <a:avLst/>
            <a:gdLst/>
            <a:ahLst/>
            <a:rect l="0" t="0" r="r" b="b"/>
            <a:pathLst>
              <a:path w="11" h="120">
                <a:moveTo>
                  <a:pt x="11" y="5"/>
                </a:moveTo>
                <a:lnTo>
                  <a:pt x="11" y="114"/>
                </a:lnTo>
                <a:cubicBezTo>
                  <a:pt x="8" y="117"/>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4" name=""/>
          <p:cNvSpPr/>
          <p:nvPr/>
        </p:nvSpPr>
        <p:spPr>
          <a:xfrm>
            <a:off x="1380600" y="2137680"/>
            <a:ext cx="3600" cy="39240"/>
          </a:xfrm>
          <a:custGeom>
            <a:avLst/>
            <a:gdLst/>
            <a:ahLst/>
            <a:rect l="0" t="0" r="r" b="b"/>
            <a:pathLst>
              <a:path w="10" h="109">
                <a:moveTo>
                  <a:pt x="9" y="8"/>
                </a:moveTo>
                <a:lnTo>
                  <a:pt x="10" y="8"/>
                </a:lnTo>
                <a:lnTo>
                  <a:pt x="10" y="101"/>
                </a:lnTo>
                <a:cubicBezTo>
                  <a:pt x="10" y="102"/>
                  <a:pt x="9" y="102"/>
                  <a:pt x="9" y="102"/>
                </a:cubicBezTo>
                <a:cubicBezTo>
                  <a:pt x="6" y="105"/>
                  <a:pt x="2" y="107"/>
                  <a:pt x="0" y="109"/>
                </a:cubicBezTo>
                <a:lnTo>
                  <a:pt x="0" y="0"/>
                </a:lnTo>
                <a:cubicBezTo>
                  <a:pt x="2" y="2"/>
                  <a:pt x="6" y="5"/>
                  <a:pt x="9" y="8"/>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5" name=""/>
          <p:cNvSpPr/>
          <p:nvPr/>
        </p:nvSpPr>
        <p:spPr>
          <a:xfrm>
            <a:off x="1383840" y="2140560"/>
            <a:ext cx="3600" cy="33480"/>
          </a:xfrm>
          <a:custGeom>
            <a:avLst/>
            <a:gdLst/>
            <a:ahLst/>
            <a:rect l="0" t="0" r="r" b="b"/>
            <a:pathLst>
              <a:path w="10" h="93">
                <a:moveTo>
                  <a:pt x="10" y="12"/>
                </a:moveTo>
                <a:lnTo>
                  <a:pt x="10" y="81"/>
                </a:lnTo>
                <a:cubicBezTo>
                  <a:pt x="8" y="86"/>
                  <a:pt x="3" y="90"/>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6" name=""/>
          <p:cNvSpPr/>
          <p:nvPr/>
        </p:nvSpPr>
        <p:spPr>
          <a:xfrm>
            <a:off x="1387080" y="2144880"/>
            <a:ext cx="3600" cy="24840"/>
          </a:xfrm>
          <a:custGeom>
            <a:avLst/>
            <a:gdLst/>
            <a:ahLst/>
            <a:rect l="0" t="0" r="r" b="b"/>
            <a:pathLst>
              <a:path w="10" h="69">
                <a:moveTo>
                  <a:pt x="10" y="34"/>
                </a:moveTo>
                <a:cubicBezTo>
                  <a:pt x="10" y="47"/>
                  <a:pt x="7" y="58"/>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87" name=""/>
          <p:cNvSpPr txBox="1"/>
          <p:nvPr/>
        </p:nvSpPr>
        <p:spPr>
          <a:xfrm>
            <a:off x="6014880" y="1619280"/>
            <a:ext cx="239652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による開発へ</a:t>
            </a:r>
            <a:endParaRPr lang="en-US" sz="3150" b="0" u="none" strike="noStrike">
              <a:solidFill>
                <a:srgbClr val="000000"/>
              </a:solidFill>
              <a:effectLst/>
              <a:uFillTx/>
              <a:latin typeface="游明朝体"/>
            </a:endParaRPr>
          </a:p>
        </p:txBody>
      </p:sp>
      <p:sp>
        <p:nvSpPr>
          <p:cNvPr id="888"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4</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2" name=""/>
          <p:cNvSpPr/>
          <p:nvPr/>
        </p:nvSpPr>
        <p:spPr>
          <a:xfrm>
            <a:off x="533160" y="1295280"/>
            <a:ext cx="10477800" cy="5105520"/>
          </a:xfrm>
          <a:custGeom>
            <a:avLst/>
            <a:gdLst/>
            <a:ahLst/>
            <a:rect l="0" t="0" r="r" b="b"/>
            <a:pathLst>
              <a:path w="29105" h="14182">
                <a:moveTo>
                  <a:pt x="0" y="0"/>
                </a:moveTo>
                <a:lnTo>
                  <a:pt x="29105" y="0"/>
                </a:lnTo>
                <a:lnTo>
                  <a:pt x="29105" y="14182"/>
                </a:lnTo>
                <a:lnTo>
                  <a:pt x="0" y="14182"/>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3" name=""/>
          <p:cNvSpPr/>
          <p:nvPr/>
        </p:nvSpPr>
        <p:spPr>
          <a:xfrm>
            <a:off x="5765400" y="1360800"/>
            <a:ext cx="13320" cy="4974840"/>
          </a:xfrm>
          <a:custGeom>
            <a:avLst/>
            <a:gdLst/>
            <a:ahLst/>
            <a:rect l="0" t="0" r="r" b="b"/>
            <a:pathLst>
              <a:path w="37" h="13819">
                <a:moveTo>
                  <a:pt x="37" y="0"/>
                </a:moveTo>
                <a:lnTo>
                  <a:pt x="37" y="109"/>
                </a:lnTo>
                <a:lnTo>
                  <a:pt x="0" y="109"/>
                </a:lnTo>
                <a:lnTo>
                  <a:pt x="0" y="0"/>
                </a:lnTo>
                <a:lnTo>
                  <a:pt x="37" y="0"/>
                </a:lnTo>
                <a:moveTo>
                  <a:pt x="37" y="218"/>
                </a:moveTo>
                <a:lnTo>
                  <a:pt x="37" y="327"/>
                </a:lnTo>
                <a:lnTo>
                  <a:pt x="0" y="327"/>
                </a:lnTo>
                <a:lnTo>
                  <a:pt x="0" y="218"/>
                </a:lnTo>
                <a:lnTo>
                  <a:pt x="37" y="218"/>
                </a:lnTo>
                <a:moveTo>
                  <a:pt x="37" y="436"/>
                </a:moveTo>
                <a:lnTo>
                  <a:pt x="37" y="545"/>
                </a:lnTo>
                <a:lnTo>
                  <a:pt x="0" y="545"/>
                </a:lnTo>
                <a:lnTo>
                  <a:pt x="0" y="436"/>
                </a:lnTo>
                <a:lnTo>
                  <a:pt x="37" y="436"/>
                </a:lnTo>
                <a:moveTo>
                  <a:pt x="37" y="654"/>
                </a:moveTo>
                <a:lnTo>
                  <a:pt x="37" y="763"/>
                </a:lnTo>
                <a:lnTo>
                  <a:pt x="0" y="763"/>
                </a:lnTo>
                <a:lnTo>
                  <a:pt x="0" y="654"/>
                </a:lnTo>
                <a:lnTo>
                  <a:pt x="37" y="654"/>
                </a:lnTo>
                <a:moveTo>
                  <a:pt x="37" y="872"/>
                </a:moveTo>
                <a:lnTo>
                  <a:pt x="37" y="981"/>
                </a:lnTo>
                <a:lnTo>
                  <a:pt x="0" y="981"/>
                </a:lnTo>
                <a:lnTo>
                  <a:pt x="0" y="872"/>
                </a:lnTo>
                <a:lnTo>
                  <a:pt x="37" y="872"/>
                </a:lnTo>
                <a:moveTo>
                  <a:pt x="37" y="1091"/>
                </a:moveTo>
                <a:lnTo>
                  <a:pt x="37" y="1200"/>
                </a:lnTo>
                <a:lnTo>
                  <a:pt x="0" y="1200"/>
                </a:lnTo>
                <a:lnTo>
                  <a:pt x="0" y="1091"/>
                </a:lnTo>
                <a:lnTo>
                  <a:pt x="37" y="1091"/>
                </a:lnTo>
                <a:moveTo>
                  <a:pt x="37" y="1309"/>
                </a:moveTo>
                <a:lnTo>
                  <a:pt x="37" y="1418"/>
                </a:lnTo>
                <a:lnTo>
                  <a:pt x="0" y="1418"/>
                </a:lnTo>
                <a:lnTo>
                  <a:pt x="0" y="1309"/>
                </a:lnTo>
                <a:lnTo>
                  <a:pt x="37" y="1309"/>
                </a:lnTo>
                <a:moveTo>
                  <a:pt x="37" y="1527"/>
                </a:moveTo>
                <a:lnTo>
                  <a:pt x="37" y="1636"/>
                </a:lnTo>
                <a:lnTo>
                  <a:pt x="0" y="1636"/>
                </a:lnTo>
                <a:lnTo>
                  <a:pt x="0" y="1527"/>
                </a:lnTo>
                <a:lnTo>
                  <a:pt x="37" y="1527"/>
                </a:lnTo>
                <a:moveTo>
                  <a:pt x="37" y="1745"/>
                </a:moveTo>
                <a:lnTo>
                  <a:pt x="37" y="1854"/>
                </a:lnTo>
                <a:lnTo>
                  <a:pt x="0" y="1854"/>
                </a:lnTo>
                <a:lnTo>
                  <a:pt x="0" y="1745"/>
                </a:lnTo>
                <a:lnTo>
                  <a:pt x="37" y="1745"/>
                </a:lnTo>
                <a:moveTo>
                  <a:pt x="37" y="1963"/>
                </a:moveTo>
                <a:lnTo>
                  <a:pt x="37" y="2072"/>
                </a:lnTo>
                <a:lnTo>
                  <a:pt x="0" y="2072"/>
                </a:lnTo>
                <a:lnTo>
                  <a:pt x="0" y="1963"/>
                </a:lnTo>
                <a:lnTo>
                  <a:pt x="37" y="1963"/>
                </a:lnTo>
                <a:moveTo>
                  <a:pt x="37" y="2181"/>
                </a:moveTo>
                <a:lnTo>
                  <a:pt x="37" y="2291"/>
                </a:lnTo>
                <a:lnTo>
                  <a:pt x="0" y="2291"/>
                </a:lnTo>
                <a:lnTo>
                  <a:pt x="0" y="2181"/>
                </a:lnTo>
                <a:lnTo>
                  <a:pt x="37" y="2181"/>
                </a:lnTo>
                <a:moveTo>
                  <a:pt x="37" y="2400"/>
                </a:moveTo>
                <a:lnTo>
                  <a:pt x="37" y="2509"/>
                </a:lnTo>
                <a:lnTo>
                  <a:pt x="0" y="2509"/>
                </a:lnTo>
                <a:lnTo>
                  <a:pt x="0" y="2400"/>
                </a:lnTo>
                <a:lnTo>
                  <a:pt x="37" y="2400"/>
                </a:lnTo>
                <a:moveTo>
                  <a:pt x="37" y="2618"/>
                </a:moveTo>
                <a:lnTo>
                  <a:pt x="37" y="2727"/>
                </a:lnTo>
                <a:lnTo>
                  <a:pt x="0" y="2727"/>
                </a:lnTo>
                <a:lnTo>
                  <a:pt x="0" y="2618"/>
                </a:lnTo>
                <a:lnTo>
                  <a:pt x="37" y="2618"/>
                </a:lnTo>
                <a:moveTo>
                  <a:pt x="37" y="2836"/>
                </a:moveTo>
                <a:lnTo>
                  <a:pt x="37" y="2945"/>
                </a:lnTo>
                <a:lnTo>
                  <a:pt x="0" y="2945"/>
                </a:lnTo>
                <a:lnTo>
                  <a:pt x="0" y="2836"/>
                </a:lnTo>
                <a:lnTo>
                  <a:pt x="37" y="2836"/>
                </a:lnTo>
                <a:moveTo>
                  <a:pt x="37" y="3054"/>
                </a:moveTo>
                <a:lnTo>
                  <a:pt x="37" y="3164"/>
                </a:lnTo>
                <a:lnTo>
                  <a:pt x="0" y="3164"/>
                </a:lnTo>
                <a:lnTo>
                  <a:pt x="0" y="3054"/>
                </a:lnTo>
                <a:lnTo>
                  <a:pt x="37" y="3054"/>
                </a:lnTo>
                <a:moveTo>
                  <a:pt x="37" y="3273"/>
                </a:moveTo>
                <a:lnTo>
                  <a:pt x="37" y="3382"/>
                </a:lnTo>
                <a:lnTo>
                  <a:pt x="0" y="3382"/>
                </a:lnTo>
                <a:lnTo>
                  <a:pt x="0" y="3273"/>
                </a:lnTo>
                <a:lnTo>
                  <a:pt x="37" y="3273"/>
                </a:lnTo>
                <a:moveTo>
                  <a:pt x="37" y="3492"/>
                </a:moveTo>
                <a:lnTo>
                  <a:pt x="37" y="3601"/>
                </a:lnTo>
                <a:lnTo>
                  <a:pt x="0" y="3601"/>
                </a:lnTo>
                <a:lnTo>
                  <a:pt x="0" y="3492"/>
                </a:lnTo>
                <a:lnTo>
                  <a:pt x="37" y="3492"/>
                </a:lnTo>
                <a:moveTo>
                  <a:pt x="37" y="3710"/>
                </a:moveTo>
                <a:lnTo>
                  <a:pt x="37" y="3819"/>
                </a:lnTo>
                <a:lnTo>
                  <a:pt x="0" y="3819"/>
                </a:lnTo>
                <a:lnTo>
                  <a:pt x="0" y="3710"/>
                </a:lnTo>
                <a:lnTo>
                  <a:pt x="37" y="3710"/>
                </a:lnTo>
                <a:moveTo>
                  <a:pt x="37" y="3928"/>
                </a:moveTo>
                <a:lnTo>
                  <a:pt x="37" y="4037"/>
                </a:lnTo>
                <a:lnTo>
                  <a:pt x="0" y="4037"/>
                </a:lnTo>
                <a:lnTo>
                  <a:pt x="0" y="3928"/>
                </a:lnTo>
                <a:lnTo>
                  <a:pt x="37" y="3928"/>
                </a:lnTo>
                <a:moveTo>
                  <a:pt x="37" y="4146"/>
                </a:moveTo>
                <a:lnTo>
                  <a:pt x="37" y="4255"/>
                </a:lnTo>
                <a:lnTo>
                  <a:pt x="0" y="4255"/>
                </a:lnTo>
                <a:lnTo>
                  <a:pt x="0" y="4146"/>
                </a:lnTo>
                <a:lnTo>
                  <a:pt x="37" y="4146"/>
                </a:lnTo>
                <a:moveTo>
                  <a:pt x="37" y="4364"/>
                </a:moveTo>
                <a:lnTo>
                  <a:pt x="37" y="4473"/>
                </a:lnTo>
                <a:lnTo>
                  <a:pt x="0" y="4473"/>
                </a:lnTo>
                <a:lnTo>
                  <a:pt x="0" y="4364"/>
                </a:lnTo>
                <a:lnTo>
                  <a:pt x="37" y="4364"/>
                </a:lnTo>
                <a:moveTo>
                  <a:pt x="37" y="4582"/>
                </a:moveTo>
                <a:lnTo>
                  <a:pt x="37" y="4692"/>
                </a:lnTo>
                <a:lnTo>
                  <a:pt x="0" y="4692"/>
                </a:lnTo>
                <a:lnTo>
                  <a:pt x="0" y="4582"/>
                </a:lnTo>
                <a:lnTo>
                  <a:pt x="37" y="4582"/>
                </a:lnTo>
                <a:moveTo>
                  <a:pt x="37" y="4801"/>
                </a:moveTo>
                <a:lnTo>
                  <a:pt x="37" y="4910"/>
                </a:lnTo>
                <a:lnTo>
                  <a:pt x="0" y="4910"/>
                </a:lnTo>
                <a:lnTo>
                  <a:pt x="0" y="4801"/>
                </a:lnTo>
                <a:lnTo>
                  <a:pt x="37" y="4801"/>
                </a:lnTo>
                <a:moveTo>
                  <a:pt x="37" y="5019"/>
                </a:moveTo>
                <a:lnTo>
                  <a:pt x="37" y="5128"/>
                </a:lnTo>
                <a:lnTo>
                  <a:pt x="0" y="5128"/>
                </a:lnTo>
                <a:lnTo>
                  <a:pt x="0" y="5019"/>
                </a:lnTo>
                <a:lnTo>
                  <a:pt x="37" y="5019"/>
                </a:lnTo>
                <a:moveTo>
                  <a:pt x="37" y="5237"/>
                </a:moveTo>
                <a:lnTo>
                  <a:pt x="37" y="5346"/>
                </a:lnTo>
                <a:lnTo>
                  <a:pt x="0" y="5346"/>
                </a:lnTo>
                <a:lnTo>
                  <a:pt x="0" y="5237"/>
                </a:lnTo>
                <a:lnTo>
                  <a:pt x="37" y="5237"/>
                </a:lnTo>
                <a:moveTo>
                  <a:pt x="37" y="5455"/>
                </a:moveTo>
                <a:lnTo>
                  <a:pt x="37" y="5564"/>
                </a:lnTo>
                <a:lnTo>
                  <a:pt x="0" y="5564"/>
                </a:lnTo>
                <a:lnTo>
                  <a:pt x="0" y="5455"/>
                </a:lnTo>
                <a:lnTo>
                  <a:pt x="37" y="5455"/>
                </a:lnTo>
                <a:moveTo>
                  <a:pt x="37" y="5673"/>
                </a:moveTo>
                <a:lnTo>
                  <a:pt x="37" y="5782"/>
                </a:lnTo>
                <a:lnTo>
                  <a:pt x="0" y="5782"/>
                </a:lnTo>
                <a:lnTo>
                  <a:pt x="0" y="5673"/>
                </a:lnTo>
                <a:lnTo>
                  <a:pt x="37" y="5673"/>
                </a:lnTo>
                <a:moveTo>
                  <a:pt x="37" y="5891"/>
                </a:moveTo>
                <a:lnTo>
                  <a:pt x="37" y="6001"/>
                </a:lnTo>
                <a:lnTo>
                  <a:pt x="0" y="6001"/>
                </a:lnTo>
                <a:lnTo>
                  <a:pt x="0" y="5891"/>
                </a:lnTo>
                <a:lnTo>
                  <a:pt x="37" y="5891"/>
                </a:lnTo>
                <a:moveTo>
                  <a:pt x="37" y="6110"/>
                </a:moveTo>
                <a:lnTo>
                  <a:pt x="37" y="6219"/>
                </a:lnTo>
                <a:lnTo>
                  <a:pt x="0" y="6219"/>
                </a:lnTo>
                <a:lnTo>
                  <a:pt x="0" y="6110"/>
                </a:lnTo>
                <a:lnTo>
                  <a:pt x="37" y="6110"/>
                </a:lnTo>
                <a:moveTo>
                  <a:pt x="37" y="6328"/>
                </a:moveTo>
                <a:lnTo>
                  <a:pt x="37" y="6437"/>
                </a:lnTo>
                <a:lnTo>
                  <a:pt x="0" y="6437"/>
                </a:lnTo>
                <a:lnTo>
                  <a:pt x="0" y="6328"/>
                </a:lnTo>
                <a:lnTo>
                  <a:pt x="37" y="6328"/>
                </a:lnTo>
                <a:moveTo>
                  <a:pt x="37" y="6546"/>
                </a:moveTo>
                <a:lnTo>
                  <a:pt x="37" y="6655"/>
                </a:lnTo>
                <a:lnTo>
                  <a:pt x="0" y="6655"/>
                </a:lnTo>
                <a:lnTo>
                  <a:pt x="0" y="6546"/>
                </a:lnTo>
                <a:lnTo>
                  <a:pt x="37" y="6546"/>
                </a:lnTo>
                <a:moveTo>
                  <a:pt x="37" y="6764"/>
                </a:moveTo>
                <a:lnTo>
                  <a:pt x="37" y="6873"/>
                </a:lnTo>
                <a:lnTo>
                  <a:pt x="0" y="6873"/>
                </a:lnTo>
                <a:lnTo>
                  <a:pt x="0" y="6764"/>
                </a:lnTo>
                <a:lnTo>
                  <a:pt x="37" y="6764"/>
                </a:lnTo>
                <a:moveTo>
                  <a:pt x="37" y="6982"/>
                </a:moveTo>
                <a:lnTo>
                  <a:pt x="37" y="7091"/>
                </a:lnTo>
                <a:lnTo>
                  <a:pt x="0" y="7091"/>
                </a:lnTo>
                <a:lnTo>
                  <a:pt x="0" y="6982"/>
                </a:lnTo>
                <a:lnTo>
                  <a:pt x="37" y="6982"/>
                </a:lnTo>
                <a:moveTo>
                  <a:pt x="37" y="7201"/>
                </a:moveTo>
                <a:lnTo>
                  <a:pt x="37" y="7310"/>
                </a:lnTo>
                <a:lnTo>
                  <a:pt x="0" y="7310"/>
                </a:lnTo>
                <a:lnTo>
                  <a:pt x="0" y="7201"/>
                </a:lnTo>
                <a:lnTo>
                  <a:pt x="37" y="7201"/>
                </a:lnTo>
                <a:moveTo>
                  <a:pt x="37" y="7419"/>
                </a:moveTo>
                <a:lnTo>
                  <a:pt x="37" y="7528"/>
                </a:lnTo>
                <a:lnTo>
                  <a:pt x="0" y="7528"/>
                </a:lnTo>
                <a:lnTo>
                  <a:pt x="0" y="7419"/>
                </a:lnTo>
                <a:lnTo>
                  <a:pt x="37" y="7419"/>
                </a:lnTo>
                <a:moveTo>
                  <a:pt x="37" y="7637"/>
                </a:moveTo>
                <a:lnTo>
                  <a:pt x="37" y="7746"/>
                </a:lnTo>
                <a:lnTo>
                  <a:pt x="0" y="7746"/>
                </a:lnTo>
                <a:lnTo>
                  <a:pt x="0" y="7637"/>
                </a:lnTo>
                <a:lnTo>
                  <a:pt x="37" y="7637"/>
                </a:lnTo>
                <a:moveTo>
                  <a:pt x="37" y="7855"/>
                </a:moveTo>
                <a:lnTo>
                  <a:pt x="37" y="7964"/>
                </a:lnTo>
                <a:lnTo>
                  <a:pt x="0" y="7964"/>
                </a:lnTo>
                <a:lnTo>
                  <a:pt x="0" y="7855"/>
                </a:lnTo>
                <a:lnTo>
                  <a:pt x="37" y="7855"/>
                </a:lnTo>
                <a:moveTo>
                  <a:pt x="37" y="8073"/>
                </a:moveTo>
                <a:lnTo>
                  <a:pt x="37" y="8182"/>
                </a:lnTo>
                <a:lnTo>
                  <a:pt x="0" y="8182"/>
                </a:lnTo>
                <a:lnTo>
                  <a:pt x="0" y="8073"/>
                </a:lnTo>
                <a:lnTo>
                  <a:pt x="37" y="8073"/>
                </a:lnTo>
                <a:moveTo>
                  <a:pt x="37" y="8291"/>
                </a:moveTo>
                <a:lnTo>
                  <a:pt x="37" y="8401"/>
                </a:lnTo>
                <a:lnTo>
                  <a:pt x="0" y="8401"/>
                </a:lnTo>
                <a:lnTo>
                  <a:pt x="0" y="8291"/>
                </a:lnTo>
                <a:lnTo>
                  <a:pt x="37" y="8291"/>
                </a:lnTo>
                <a:moveTo>
                  <a:pt x="37" y="8510"/>
                </a:moveTo>
                <a:lnTo>
                  <a:pt x="37" y="8619"/>
                </a:lnTo>
                <a:lnTo>
                  <a:pt x="0" y="8619"/>
                </a:lnTo>
                <a:lnTo>
                  <a:pt x="0" y="8510"/>
                </a:lnTo>
                <a:lnTo>
                  <a:pt x="37" y="8510"/>
                </a:lnTo>
                <a:moveTo>
                  <a:pt x="37" y="8728"/>
                </a:moveTo>
                <a:lnTo>
                  <a:pt x="37" y="8837"/>
                </a:lnTo>
                <a:lnTo>
                  <a:pt x="0" y="8837"/>
                </a:lnTo>
                <a:lnTo>
                  <a:pt x="0" y="8728"/>
                </a:lnTo>
                <a:lnTo>
                  <a:pt x="37" y="8728"/>
                </a:lnTo>
                <a:moveTo>
                  <a:pt x="37" y="8946"/>
                </a:moveTo>
                <a:lnTo>
                  <a:pt x="37" y="9055"/>
                </a:lnTo>
                <a:lnTo>
                  <a:pt x="0" y="9055"/>
                </a:lnTo>
                <a:lnTo>
                  <a:pt x="0" y="8946"/>
                </a:lnTo>
                <a:lnTo>
                  <a:pt x="37" y="8946"/>
                </a:lnTo>
                <a:moveTo>
                  <a:pt x="37" y="9164"/>
                </a:moveTo>
                <a:lnTo>
                  <a:pt x="37" y="9273"/>
                </a:lnTo>
                <a:lnTo>
                  <a:pt x="0" y="9273"/>
                </a:lnTo>
                <a:lnTo>
                  <a:pt x="0" y="9164"/>
                </a:lnTo>
                <a:lnTo>
                  <a:pt x="37" y="9164"/>
                </a:lnTo>
                <a:moveTo>
                  <a:pt x="37" y="9382"/>
                </a:moveTo>
                <a:lnTo>
                  <a:pt x="37" y="9491"/>
                </a:lnTo>
                <a:lnTo>
                  <a:pt x="0" y="9491"/>
                </a:lnTo>
                <a:lnTo>
                  <a:pt x="0" y="9382"/>
                </a:lnTo>
                <a:lnTo>
                  <a:pt x="37" y="9382"/>
                </a:lnTo>
                <a:moveTo>
                  <a:pt x="37" y="9601"/>
                </a:moveTo>
                <a:lnTo>
                  <a:pt x="37" y="9710"/>
                </a:lnTo>
                <a:lnTo>
                  <a:pt x="0" y="9710"/>
                </a:lnTo>
                <a:lnTo>
                  <a:pt x="0" y="9601"/>
                </a:lnTo>
                <a:lnTo>
                  <a:pt x="37" y="9601"/>
                </a:lnTo>
                <a:moveTo>
                  <a:pt x="37" y="9819"/>
                </a:moveTo>
                <a:lnTo>
                  <a:pt x="37" y="9928"/>
                </a:lnTo>
                <a:lnTo>
                  <a:pt x="0" y="9928"/>
                </a:lnTo>
                <a:lnTo>
                  <a:pt x="0" y="9819"/>
                </a:lnTo>
                <a:lnTo>
                  <a:pt x="37" y="9819"/>
                </a:lnTo>
                <a:moveTo>
                  <a:pt x="37" y="10037"/>
                </a:moveTo>
                <a:lnTo>
                  <a:pt x="37" y="10146"/>
                </a:lnTo>
                <a:lnTo>
                  <a:pt x="0" y="10146"/>
                </a:lnTo>
                <a:lnTo>
                  <a:pt x="0" y="10037"/>
                </a:lnTo>
                <a:lnTo>
                  <a:pt x="37" y="10037"/>
                </a:lnTo>
                <a:moveTo>
                  <a:pt x="37" y="10255"/>
                </a:moveTo>
                <a:lnTo>
                  <a:pt x="37" y="10364"/>
                </a:lnTo>
                <a:lnTo>
                  <a:pt x="0" y="10364"/>
                </a:lnTo>
                <a:lnTo>
                  <a:pt x="0" y="10255"/>
                </a:lnTo>
                <a:lnTo>
                  <a:pt x="37" y="10255"/>
                </a:lnTo>
                <a:moveTo>
                  <a:pt x="37" y="10473"/>
                </a:moveTo>
                <a:lnTo>
                  <a:pt x="37" y="10582"/>
                </a:lnTo>
                <a:lnTo>
                  <a:pt x="0" y="10582"/>
                </a:lnTo>
                <a:lnTo>
                  <a:pt x="0" y="10473"/>
                </a:lnTo>
                <a:lnTo>
                  <a:pt x="37" y="10473"/>
                </a:lnTo>
                <a:moveTo>
                  <a:pt x="37" y="10691"/>
                </a:moveTo>
                <a:lnTo>
                  <a:pt x="37" y="10801"/>
                </a:lnTo>
                <a:lnTo>
                  <a:pt x="0" y="10801"/>
                </a:lnTo>
                <a:lnTo>
                  <a:pt x="0" y="10691"/>
                </a:lnTo>
                <a:lnTo>
                  <a:pt x="37" y="10691"/>
                </a:lnTo>
                <a:moveTo>
                  <a:pt x="37" y="10910"/>
                </a:moveTo>
                <a:lnTo>
                  <a:pt x="37" y="11019"/>
                </a:lnTo>
                <a:lnTo>
                  <a:pt x="0" y="11019"/>
                </a:lnTo>
                <a:lnTo>
                  <a:pt x="0" y="10910"/>
                </a:lnTo>
                <a:lnTo>
                  <a:pt x="37" y="10910"/>
                </a:lnTo>
                <a:moveTo>
                  <a:pt x="37" y="11128"/>
                </a:moveTo>
                <a:lnTo>
                  <a:pt x="37" y="11237"/>
                </a:lnTo>
                <a:lnTo>
                  <a:pt x="0" y="11237"/>
                </a:lnTo>
                <a:lnTo>
                  <a:pt x="0" y="11128"/>
                </a:lnTo>
                <a:lnTo>
                  <a:pt x="37" y="11128"/>
                </a:lnTo>
                <a:moveTo>
                  <a:pt x="37" y="11346"/>
                </a:moveTo>
                <a:lnTo>
                  <a:pt x="37" y="11455"/>
                </a:lnTo>
                <a:lnTo>
                  <a:pt x="0" y="11455"/>
                </a:lnTo>
                <a:lnTo>
                  <a:pt x="0" y="11346"/>
                </a:lnTo>
                <a:lnTo>
                  <a:pt x="37" y="11346"/>
                </a:lnTo>
                <a:moveTo>
                  <a:pt x="37" y="11564"/>
                </a:moveTo>
                <a:lnTo>
                  <a:pt x="37" y="11673"/>
                </a:lnTo>
                <a:lnTo>
                  <a:pt x="0" y="11673"/>
                </a:lnTo>
                <a:lnTo>
                  <a:pt x="0" y="11564"/>
                </a:lnTo>
                <a:lnTo>
                  <a:pt x="37" y="11564"/>
                </a:lnTo>
                <a:moveTo>
                  <a:pt x="37" y="11782"/>
                </a:moveTo>
                <a:lnTo>
                  <a:pt x="37" y="11891"/>
                </a:lnTo>
                <a:lnTo>
                  <a:pt x="0" y="11891"/>
                </a:lnTo>
                <a:lnTo>
                  <a:pt x="0" y="11782"/>
                </a:lnTo>
                <a:lnTo>
                  <a:pt x="37" y="11782"/>
                </a:lnTo>
                <a:moveTo>
                  <a:pt x="37" y="12001"/>
                </a:moveTo>
                <a:lnTo>
                  <a:pt x="37" y="12110"/>
                </a:lnTo>
                <a:lnTo>
                  <a:pt x="0" y="12110"/>
                </a:lnTo>
                <a:lnTo>
                  <a:pt x="0" y="12001"/>
                </a:lnTo>
                <a:lnTo>
                  <a:pt x="37" y="12001"/>
                </a:lnTo>
                <a:moveTo>
                  <a:pt x="37" y="12219"/>
                </a:moveTo>
                <a:lnTo>
                  <a:pt x="37" y="12328"/>
                </a:lnTo>
                <a:lnTo>
                  <a:pt x="0" y="12328"/>
                </a:lnTo>
                <a:lnTo>
                  <a:pt x="0" y="12219"/>
                </a:lnTo>
                <a:lnTo>
                  <a:pt x="37" y="12219"/>
                </a:lnTo>
                <a:moveTo>
                  <a:pt x="37" y="12437"/>
                </a:moveTo>
                <a:lnTo>
                  <a:pt x="37" y="12546"/>
                </a:lnTo>
                <a:lnTo>
                  <a:pt x="0" y="12546"/>
                </a:lnTo>
                <a:lnTo>
                  <a:pt x="0" y="12437"/>
                </a:lnTo>
                <a:lnTo>
                  <a:pt x="37" y="12437"/>
                </a:lnTo>
                <a:moveTo>
                  <a:pt x="37" y="12655"/>
                </a:moveTo>
                <a:lnTo>
                  <a:pt x="37" y="12764"/>
                </a:lnTo>
                <a:lnTo>
                  <a:pt x="0" y="12764"/>
                </a:lnTo>
                <a:lnTo>
                  <a:pt x="0" y="12655"/>
                </a:lnTo>
                <a:lnTo>
                  <a:pt x="37" y="12655"/>
                </a:lnTo>
                <a:moveTo>
                  <a:pt x="37" y="12873"/>
                </a:moveTo>
                <a:lnTo>
                  <a:pt x="37" y="12982"/>
                </a:lnTo>
                <a:lnTo>
                  <a:pt x="0" y="12982"/>
                </a:lnTo>
                <a:lnTo>
                  <a:pt x="0" y="12873"/>
                </a:lnTo>
                <a:lnTo>
                  <a:pt x="37" y="12873"/>
                </a:lnTo>
                <a:moveTo>
                  <a:pt x="37" y="13091"/>
                </a:moveTo>
                <a:lnTo>
                  <a:pt x="37" y="13201"/>
                </a:lnTo>
                <a:lnTo>
                  <a:pt x="0" y="13201"/>
                </a:lnTo>
                <a:lnTo>
                  <a:pt x="0" y="13091"/>
                </a:lnTo>
                <a:lnTo>
                  <a:pt x="37" y="13091"/>
                </a:lnTo>
                <a:moveTo>
                  <a:pt x="37" y="13310"/>
                </a:moveTo>
                <a:lnTo>
                  <a:pt x="37" y="13419"/>
                </a:lnTo>
                <a:lnTo>
                  <a:pt x="0" y="13419"/>
                </a:lnTo>
                <a:lnTo>
                  <a:pt x="0" y="13310"/>
                </a:lnTo>
                <a:lnTo>
                  <a:pt x="37" y="13310"/>
                </a:lnTo>
                <a:moveTo>
                  <a:pt x="37" y="13528"/>
                </a:moveTo>
                <a:lnTo>
                  <a:pt x="37" y="13637"/>
                </a:lnTo>
                <a:lnTo>
                  <a:pt x="0" y="13637"/>
                </a:lnTo>
                <a:lnTo>
                  <a:pt x="0" y="13528"/>
                </a:lnTo>
                <a:lnTo>
                  <a:pt x="37" y="13528"/>
                </a:lnTo>
                <a:moveTo>
                  <a:pt x="37" y="13746"/>
                </a:moveTo>
                <a:lnTo>
                  <a:pt x="37" y="13819"/>
                </a:lnTo>
                <a:lnTo>
                  <a:pt x="0" y="13819"/>
                </a:lnTo>
                <a:lnTo>
                  <a:pt x="0" y="13746"/>
                </a:lnTo>
                <a:lnTo>
                  <a:pt x="37" y="13746"/>
                </a:lnTo>
                <a:close/>
              </a:path>
            </a:pathLst>
          </a:custGeom>
          <a:solidFill>
            <a:srgbClr val="E2E8F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4" name=""/>
          <p:cNvSpPr/>
          <p:nvPr/>
        </p:nvSpPr>
        <p:spPr>
          <a:xfrm>
            <a:off x="795240" y="1400040"/>
            <a:ext cx="4715280" cy="419040"/>
          </a:xfrm>
          <a:custGeom>
            <a:avLst/>
            <a:gdLst/>
            <a:ahLst/>
            <a:rect l="0" t="0" r="r" b="b"/>
            <a:pathLst>
              <a:path w="13098" h="1164">
                <a:moveTo>
                  <a:pt x="182" y="0"/>
                </a:moveTo>
                <a:lnTo>
                  <a:pt x="12916" y="0"/>
                </a:lnTo>
                <a:cubicBezTo>
                  <a:pt x="12928" y="0"/>
                  <a:pt x="12940" y="1"/>
                  <a:pt x="12951" y="3"/>
                </a:cubicBezTo>
                <a:cubicBezTo>
                  <a:pt x="12963" y="6"/>
                  <a:pt x="12974" y="9"/>
                  <a:pt x="12985" y="14"/>
                </a:cubicBezTo>
                <a:cubicBezTo>
                  <a:pt x="12996" y="18"/>
                  <a:pt x="13007" y="24"/>
                  <a:pt x="13017" y="30"/>
                </a:cubicBezTo>
                <a:cubicBezTo>
                  <a:pt x="13027" y="37"/>
                  <a:pt x="13036" y="45"/>
                  <a:pt x="13044" y="53"/>
                </a:cubicBezTo>
                <a:cubicBezTo>
                  <a:pt x="13053" y="61"/>
                  <a:pt x="13060" y="71"/>
                  <a:pt x="13067" y="81"/>
                </a:cubicBezTo>
                <a:cubicBezTo>
                  <a:pt x="13074" y="90"/>
                  <a:pt x="13079" y="101"/>
                  <a:pt x="13084" y="112"/>
                </a:cubicBezTo>
                <a:cubicBezTo>
                  <a:pt x="13088" y="123"/>
                  <a:pt x="13092" y="134"/>
                  <a:pt x="13094" y="146"/>
                </a:cubicBezTo>
                <a:cubicBezTo>
                  <a:pt x="13096" y="158"/>
                  <a:pt x="13098" y="170"/>
                  <a:pt x="13098" y="183"/>
                </a:cubicBezTo>
                <a:lnTo>
                  <a:pt x="13098" y="983"/>
                </a:lnTo>
                <a:cubicBezTo>
                  <a:pt x="13098" y="994"/>
                  <a:pt x="13096" y="1006"/>
                  <a:pt x="13094" y="1018"/>
                </a:cubicBezTo>
                <a:cubicBezTo>
                  <a:pt x="13092" y="1030"/>
                  <a:pt x="13088" y="1041"/>
                  <a:pt x="13084" y="1052"/>
                </a:cubicBezTo>
                <a:cubicBezTo>
                  <a:pt x="13079" y="1063"/>
                  <a:pt x="13074" y="1074"/>
                  <a:pt x="13067" y="1084"/>
                </a:cubicBezTo>
                <a:cubicBezTo>
                  <a:pt x="13060" y="1093"/>
                  <a:pt x="13053" y="1103"/>
                  <a:pt x="13044" y="1111"/>
                </a:cubicBezTo>
                <a:cubicBezTo>
                  <a:pt x="13036" y="1120"/>
                  <a:pt x="13027" y="1127"/>
                  <a:pt x="13017" y="1134"/>
                </a:cubicBezTo>
                <a:cubicBezTo>
                  <a:pt x="13007" y="1140"/>
                  <a:pt x="12996" y="1146"/>
                  <a:pt x="12985" y="1151"/>
                </a:cubicBezTo>
                <a:cubicBezTo>
                  <a:pt x="12974" y="1155"/>
                  <a:pt x="12963" y="1159"/>
                  <a:pt x="12951" y="1161"/>
                </a:cubicBezTo>
                <a:cubicBezTo>
                  <a:pt x="12940" y="1163"/>
                  <a:pt x="12928" y="1164"/>
                  <a:pt x="12916" y="1164"/>
                </a:cubicBezTo>
                <a:lnTo>
                  <a:pt x="182" y="1164"/>
                </a:lnTo>
                <a:cubicBezTo>
                  <a:pt x="170" y="1164"/>
                  <a:pt x="158" y="1163"/>
                  <a:pt x="146" y="1161"/>
                </a:cubicBezTo>
                <a:cubicBezTo>
                  <a:pt x="134" y="1159"/>
                  <a:pt x="123" y="1155"/>
                  <a:pt x="112" y="1151"/>
                </a:cubicBezTo>
                <a:cubicBezTo>
                  <a:pt x="101" y="1146"/>
                  <a:pt x="91" y="1140"/>
                  <a:pt x="81" y="1134"/>
                </a:cubicBezTo>
                <a:cubicBezTo>
                  <a:pt x="71" y="1127"/>
                  <a:pt x="61" y="1120"/>
                  <a:pt x="53" y="1111"/>
                </a:cubicBezTo>
                <a:cubicBezTo>
                  <a:pt x="45" y="1103"/>
                  <a:pt x="37" y="1093"/>
                  <a:pt x="30" y="1084"/>
                </a:cubicBezTo>
                <a:cubicBezTo>
                  <a:pt x="24" y="1074"/>
                  <a:pt x="18" y="1063"/>
                  <a:pt x="14" y="1052"/>
                </a:cubicBezTo>
                <a:cubicBezTo>
                  <a:pt x="9" y="1041"/>
                  <a:pt x="6" y="1030"/>
                  <a:pt x="3" y="1018"/>
                </a:cubicBezTo>
                <a:cubicBezTo>
                  <a:pt x="1" y="1006"/>
                  <a:pt x="0" y="994"/>
                  <a:pt x="0" y="983"/>
                </a:cubicBezTo>
                <a:lnTo>
                  <a:pt x="0" y="183"/>
                </a:lnTo>
                <a:cubicBezTo>
                  <a:pt x="0" y="170"/>
                  <a:pt x="1" y="158"/>
                  <a:pt x="3" y="146"/>
                </a:cubicBezTo>
                <a:cubicBezTo>
                  <a:pt x="6" y="134"/>
                  <a:pt x="9" y="123"/>
                  <a:pt x="14" y="112"/>
                </a:cubicBezTo>
                <a:cubicBezTo>
                  <a:pt x="18" y="101"/>
                  <a:pt x="24" y="90"/>
                  <a:pt x="30" y="81"/>
                </a:cubicBezTo>
                <a:cubicBezTo>
                  <a:pt x="37" y="71"/>
                  <a:pt x="45" y="61"/>
                  <a:pt x="53" y="53"/>
                </a:cubicBezTo>
                <a:cubicBezTo>
                  <a:pt x="61" y="45"/>
                  <a:pt x="71" y="37"/>
                  <a:pt x="81" y="30"/>
                </a:cubicBezTo>
                <a:cubicBezTo>
                  <a:pt x="91" y="24"/>
                  <a:pt x="101" y="18"/>
                  <a:pt x="112" y="14"/>
                </a:cubicBezTo>
                <a:cubicBezTo>
                  <a:pt x="123" y="9"/>
                  <a:pt x="134" y="6"/>
                  <a:pt x="146" y="3"/>
                </a:cubicBezTo>
                <a:cubicBezTo>
                  <a:pt x="158" y="1"/>
                  <a:pt x="170" y="0"/>
                  <a:pt x="182" y="0"/>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95" name=""/>
          <p:cNvSpPr/>
          <p:nvPr/>
        </p:nvSpPr>
        <p:spPr>
          <a:xfrm>
            <a:off x="991440" y="2028240"/>
            <a:ext cx="4322520" cy="576360"/>
          </a:xfrm>
          <a:custGeom>
            <a:avLst/>
            <a:gdLst/>
            <a:ahLst/>
            <a:rect l="0" t="0" r="r" b="b"/>
            <a:pathLst>
              <a:path w="12007" h="1601">
                <a:moveTo>
                  <a:pt x="182" y="0"/>
                </a:moveTo>
                <a:lnTo>
                  <a:pt x="11825" y="0"/>
                </a:lnTo>
                <a:cubicBezTo>
                  <a:pt x="11837" y="0"/>
                  <a:pt x="11849" y="1"/>
                  <a:pt x="11861" y="4"/>
                </a:cubicBezTo>
                <a:cubicBezTo>
                  <a:pt x="11872" y="6"/>
                  <a:pt x="11884" y="9"/>
                  <a:pt x="11895" y="14"/>
                </a:cubicBezTo>
                <a:cubicBezTo>
                  <a:pt x="11906" y="19"/>
                  <a:pt x="11916" y="24"/>
                  <a:pt x="11926" y="31"/>
                </a:cubicBezTo>
                <a:cubicBezTo>
                  <a:pt x="11936" y="37"/>
                  <a:pt x="11945" y="45"/>
                  <a:pt x="11954" y="53"/>
                </a:cubicBezTo>
                <a:cubicBezTo>
                  <a:pt x="11962" y="62"/>
                  <a:pt x="11970" y="71"/>
                  <a:pt x="11976" y="81"/>
                </a:cubicBezTo>
                <a:cubicBezTo>
                  <a:pt x="11983" y="91"/>
                  <a:pt x="11989" y="101"/>
                  <a:pt x="11993" y="112"/>
                </a:cubicBezTo>
                <a:cubicBezTo>
                  <a:pt x="11998" y="123"/>
                  <a:pt x="12001" y="135"/>
                  <a:pt x="12003" y="147"/>
                </a:cubicBezTo>
                <a:cubicBezTo>
                  <a:pt x="12006" y="158"/>
                  <a:pt x="12007" y="170"/>
                  <a:pt x="12007" y="182"/>
                </a:cubicBezTo>
                <a:lnTo>
                  <a:pt x="12007" y="1418"/>
                </a:lnTo>
                <a:cubicBezTo>
                  <a:pt x="12007" y="1430"/>
                  <a:pt x="12006" y="1442"/>
                  <a:pt x="12003" y="1454"/>
                </a:cubicBezTo>
                <a:cubicBezTo>
                  <a:pt x="12001" y="1466"/>
                  <a:pt x="11998" y="1477"/>
                  <a:pt x="11993" y="1488"/>
                </a:cubicBezTo>
                <a:cubicBezTo>
                  <a:pt x="11989" y="1499"/>
                  <a:pt x="11983" y="1509"/>
                  <a:pt x="11976" y="1519"/>
                </a:cubicBezTo>
                <a:cubicBezTo>
                  <a:pt x="11970" y="1529"/>
                  <a:pt x="11962" y="1538"/>
                  <a:pt x="11954" y="1547"/>
                </a:cubicBezTo>
                <a:cubicBezTo>
                  <a:pt x="11945" y="1555"/>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5"/>
                  <a:pt x="54" y="1547"/>
                </a:cubicBezTo>
                <a:cubicBezTo>
                  <a:pt x="45" y="1538"/>
                  <a:pt x="38" y="1529"/>
                  <a:pt x="31" y="1519"/>
                </a:cubicBezTo>
                <a:cubicBezTo>
                  <a:pt x="24" y="1509"/>
                  <a:pt x="19" y="1499"/>
                  <a:pt x="14" y="1488"/>
                </a:cubicBezTo>
                <a:cubicBezTo>
                  <a:pt x="10" y="1477"/>
                  <a:pt x="6" y="1466"/>
                  <a:pt x="4" y="1454"/>
                </a:cubicBezTo>
                <a:cubicBezTo>
                  <a:pt x="2" y="1442"/>
                  <a:pt x="0" y="1430"/>
                  <a:pt x="0" y="1418"/>
                </a:cubicBezTo>
                <a:lnTo>
                  <a:pt x="0" y="182"/>
                </a:lnTo>
                <a:cubicBezTo>
                  <a:pt x="0" y="170"/>
                  <a:pt x="2" y="158"/>
                  <a:pt x="4" y="147"/>
                </a:cubicBezTo>
                <a:cubicBezTo>
                  <a:pt x="6" y="135"/>
                  <a:pt x="10" y="123"/>
                  <a:pt x="14" y="112"/>
                </a:cubicBezTo>
                <a:cubicBezTo>
                  <a:pt x="19" y="101"/>
                  <a:pt x="24" y="91"/>
                  <a:pt x="31" y="81"/>
                </a:cubicBezTo>
                <a:cubicBezTo>
                  <a:pt x="38" y="71"/>
                  <a:pt x="45" y="62"/>
                  <a:pt x="54" y="53"/>
                </a:cubicBezTo>
                <a:cubicBezTo>
                  <a:pt x="62" y="45"/>
                  <a:pt x="71" y="37"/>
                  <a:pt x="81" y="31"/>
                </a:cubicBezTo>
                <a:cubicBezTo>
                  <a:pt x="91" y="24"/>
                  <a:pt x="102" y="19"/>
                  <a:pt x="113" y="14"/>
                </a:cubicBezTo>
                <a:cubicBezTo>
                  <a:pt x="124" y="9"/>
                  <a:pt x="135" y="6"/>
                  <a:pt x="147" y="4"/>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896" name=""/>
          <p:cNvSpPr/>
          <p:nvPr/>
        </p:nvSpPr>
        <p:spPr>
          <a:xfrm>
            <a:off x="991440" y="2028240"/>
            <a:ext cx="4322520" cy="576360"/>
          </a:xfrm>
          <a:custGeom>
            <a:avLst/>
            <a:gdLst/>
            <a:ahLst/>
            <a:rect l="0" t="0" r="r" b="b"/>
            <a:pathLst>
              <a:path w="12007" h="1601">
                <a:moveTo>
                  <a:pt x="182" y="0"/>
                </a:moveTo>
                <a:lnTo>
                  <a:pt x="11825" y="0"/>
                </a:lnTo>
                <a:cubicBezTo>
                  <a:pt x="11837" y="0"/>
                  <a:pt x="11849" y="1"/>
                  <a:pt x="11861" y="4"/>
                </a:cubicBezTo>
                <a:cubicBezTo>
                  <a:pt x="11872" y="6"/>
                  <a:pt x="11884" y="9"/>
                  <a:pt x="11895" y="14"/>
                </a:cubicBezTo>
                <a:cubicBezTo>
                  <a:pt x="11906" y="19"/>
                  <a:pt x="11916" y="24"/>
                  <a:pt x="11926" y="31"/>
                </a:cubicBezTo>
                <a:cubicBezTo>
                  <a:pt x="11936" y="37"/>
                  <a:pt x="11945" y="45"/>
                  <a:pt x="11954" y="53"/>
                </a:cubicBezTo>
                <a:cubicBezTo>
                  <a:pt x="11962" y="62"/>
                  <a:pt x="11970" y="71"/>
                  <a:pt x="11976" y="81"/>
                </a:cubicBezTo>
                <a:cubicBezTo>
                  <a:pt x="11983" y="91"/>
                  <a:pt x="11989" y="101"/>
                  <a:pt x="11993" y="112"/>
                </a:cubicBezTo>
                <a:cubicBezTo>
                  <a:pt x="11998" y="123"/>
                  <a:pt x="12001" y="135"/>
                  <a:pt x="12003" y="147"/>
                </a:cubicBezTo>
                <a:cubicBezTo>
                  <a:pt x="12006" y="158"/>
                  <a:pt x="12007" y="170"/>
                  <a:pt x="12007" y="182"/>
                </a:cubicBezTo>
                <a:lnTo>
                  <a:pt x="12007" y="1418"/>
                </a:lnTo>
                <a:cubicBezTo>
                  <a:pt x="12007" y="1430"/>
                  <a:pt x="12006" y="1442"/>
                  <a:pt x="12003" y="1454"/>
                </a:cubicBezTo>
                <a:cubicBezTo>
                  <a:pt x="12001" y="1466"/>
                  <a:pt x="11998" y="1477"/>
                  <a:pt x="11993" y="1488"/>
                </a:cubicBezTo>
                <a:cubicBezTo>
                  <a:pt x="11989" y="1499"/>
                  <a:pt x="11983" y="1509"/>
                  <a:pt x="11976" y="1519"/>
                </a:cubicBezTo>
                <a:cubicBezTo>
                  <a:pt x="11970" y="1529"/>
                  <a:pt x="11962" y="1538"/>
                  <a:pt x="11954" y="1547"/>
                </a:cubicBezTo>
                <a:cubicBezTo>
                  <a:pt x="11945" y="1555"/>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5"/>
                  <a:pt x="54" y="1547"/>
                </a:cubicBezTo>
                <a:cubicBezTo>
                  <a:pt x="45" y="1538"/>
                  <a:pt x="38" y="1529"/>
                  <a:pt x="31" y="1519"/>
                </a:cubicBezTo>
                <a:cubicBezTo>
                  <a:pt x="24" y="1509"/>
                  <a:pt x="19" y="1499"/>
                  <a:pt x="14" y="1488"/>
                </a:cubicBezTo>
                <a:cubicBezTo>
                  <a:pt x="10" y="1477"/>
                  <a:pt x="6" y="1466"/>
                  <a:pt x="4" y="1454"/>
                </a:cubicBezTo>
                <a:cubicBezTo>
                  <a:pt x="2" y="1442"/>
                  <a:pt x="0" y="1430"/>
                  <a:pt x="0" y="1418"/>
                </a:cubicBezTo>
                <a:lnTo>
                  <a:pt x="0" y="182"/>
                </a:lnTo>
                <a:cubicBezTo>
                  <a:pt x="0" y="170"/>
                  <a:pt x="2" y="158"/>
                  <a:pt x="4" y="147"/>
                </a:cubicBezTo>
                <a:cubicBezTo>
                  <a:pt x="6" y="135"/>
                  <a:pt x="10" y="123"/>
                  <a:pt x="14" y="112"/>
                </a:cubicBezTo>
                <a:cubicBezTo>
                  <a:pt x="19" y="101"/>
                  <a:pt x="24" y="91"/>
                  <a:pt x="31" y="81"/>
                </a:cubicBezTo>
                <a:cubicBezTo>
                  <a:pt x="38" y="71"/>
                  <a:pt x="45" y="62"/>
                  <a:pt x="54" y="53"/>
                </a:cubicBezTo>
                <a:cubicBezTo>
                  <a:pt x="62" y="45"/>
                  <a:pt x="71" y="37"/>
                  <a:pt x="81" y="31"/>
                </a:cubicBezTo>
                <a:cubicBezTo>
                  <a:pt x="91" y="24"/>
                  <a:pt x="102" y="19"/>
                  <a:pt x="113" y="14"/>
                </a:cubicBezTo>
                <a:cubicBezTo>
                  <a:pt x="124" y="9"/>
                  <a:pt x="135" y="6"/>
                  <a:pt x="147" y="4"/>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897" name=""/>
          <p:cNvSpPr/>
          <p:nvPr/>
        </p:nvSpPr>
        <p:spPr>
          <a:xfrm>
            <a:off x="1148760" y="2145960"/>
            <a:ext cx="340920" cy="340920"/>
          </a:xfrm>
          <a:custGeom>
            <a:avLst/>
            <a:gdLst/>
            <a:ahLst/>
            <a:rect l="0" t="0" r="r" b="b"/>
            <a:pathLst>
              <a:path w="947" h="947">
                <a:moveTo>
                  <a:pt x="947" y="474"/>
                </a:moveTo>
                <a:cubicBezTo>
                  <a:pt x="947" y="505"/>
                  <a:pt x="944" y="536"/>
                  <a:pt x="938" y="566"/>
                </a:cubicBezTo>
                <a:cubicBezTo>
                  <a:pt x="932" y="597"/>
                  <a:pt x="923" y="626"/>
                  <a:pt x="911" y="655"/>
                </a:cubicBezTo>
                <a:cubicBezTo>
                  <a:pt x="899" y="684"/>
                  <a:pt x="884" y="711"/>
                  <a:pt x="867" y="737"/>
                </a:cubicBezTo>
                <a:cubicBezTo>
                  <a:pt x="850" y="763"/>
                  <a:pt x="830" y="786"/>
                  <a:pt x="808" y="808"/>
                </a:cubicBezTo>
                <a:cubicBezTo>
                  <a:pt x="786" y="830"/>
                  <a:pt x="763" y="850"/>
                  <a:pt x="737" y="867"/>
                </a:cubicBezTo>
                <a:cubicBezTo>
                  <a:pt x="711" y="884"/>
                  <a:pt x="684" y="899"/>
                  <a:pt x="655" y="911"/>
                </a:cubicBezTo>
                <a:cubicBezTo>
                  <a:pt x="626" y="923"/>
                  <a:pt x="597" y="932"/>
                  <a:pt x="566" y="938"/>
                </a:cubicBezTo>
                <a:cubicBezTo>
                  <a:pt x="536" y="944"/>
                  <a:pt x="505" y="947"/>
                  <a:pt x="474" y="947"/>
                </a:cubicBezTo>
                <a:cubicBezTo>
                  <a:pt x="443" y="947"/>
                  <a:pt x="412" y="944"/>
                  <a:pt x="382" y="938"/>
                </a:cubicBezTo>
                <a:cubicBezTo>
                  <a:pt x="351" y="932"/>
                  <a:pt x="322" y="923"/>
                  <a:pt x="293" y="911"/>
                </a:cubicBezTo>
                <a:cubicBezTo>
                  <a:pt x="264" y="899"/>
                  <a:pt x="237" y="884"/>
                  <a:pt x="211" y="867"/>
                </a:cubicBezTo>
                <a:cubicBezTo>
                  <a:pt x="185" y="850"/>
                  <a:pt x="162" y="830"/>
                  <a:pt x="140" y="808"/>
                </a:cubicBezTo>
                <a:cubicBezTo>
                  <a:pt x="118" y="786"/>
                  <a:pt x="97" y="763"/>
                  <a:pt x="80" y="737"/>
                </a:cubicBezTo>
                <a:cubicBezTo>
                  <a:pt x="62" y="711"/>
                  <a:pt x="48" y="684"/>
                  <a:pt x="36" y="655"/>
                </a:cubicBezTo>
                <a:cubicBezTo>
                  <a:pt x="24" y="626"/>
                  <a:pt x="15" y="597"/>
                  <a:pt x="9" y="566"/>
                </a:cubicBezTo>
                <a:cubicBezTo>
                  <a:pt x="3" y="536"/>
                  <a:pt x="0" y="505"/>
                  <a:pt x="0" y="474"/>
                </a:cubicBezTo>
                <a:cubicBezTo>
                  <a:pt x="0" y="443"/>
                  <a:pt x="3" y="412"/>
                  <a:pt x="9" y="382"/>
                </a:cubicBezTo>
                <a:cubicBezTo>
                  <a:pt x="15" y="351"/>
                  <a:pt x="24" y="322"/>
                  <a:pt x="36" y="293"/>
                </a:cubicBezTo>
                <a:cubicBezTo>
                  <a:pt x="48" y="265"/>
                  <a:pt x="62" y="237"/>
                  <a:pt x="80" y="212"/>
                </a:cubicBezTo>
                <a:cubicBezTo>
                  <a:pt x="97" y="186"/>
                  <a:pt x="118" y="161"/>
                  <a:pt x="140" y="139"/>
                </a:cubicBezTo>
                <a:cubicBezTo>
                  <a:pt x="162" y="117"/>
                  <a:pt x="185" y="97"/>
                  <a:pt x="211" y="80"/>
                </a:cubicBezTo>
                <a:cubicBezTo>
                  <a:pt x="237" y="63"/>
                  <a:pt x="264" y="48"/>
                  <a:pt x="293" y="36"/>
                </a:cubicBezTo>
                <a:cubicBezTo>
                  <a:pt x="322" y="25"/>
                  <a:pt x="351" y="16"/>
                  <a:pt x="382" y="10"/>
                </a:cubicBezTo>
                <a:cubicBezTo>
                  <a:pt x="412" y="3"/>
                  <a:pt x="443" y="0"/>
                  <a:pt x="474" y="0"/>
                </a:cubicBezTo>
                <a:cubicBezTo>
                  <a:pt x="505" y="0"/>
                  <a:pt x="536" y="3"/>
                  <a:pt x="566" y="10"/>
                </a:cubicBezTo>
                <a:cubicBezTo>
                  <a:pt x="597" y="16"/>
                  <a:pt x="626" y="25"/>
                  <a:pt x="655" y="36"/>
                </a:cubicBezTo>
                <a:cubicBezTo>
                  <a:pt x="684" y="48"/>
                  <a:pt x="711" y="63"/>
                  <a:pt x="737" y="80"/>
                </a:cubicBezTo>
                <a:cubicBezTo>
                  <a:pt x="763" y="97"/>
                  <a:pt x="786" y="117"/>
                  <a:pt x="808" y="139"/>
                </a:cubicBezTo>
                <a:cubicBezTo>
                  <a:pt x="830" y="161"/>
                  <a:pt x="850" y="186"/>
                  <a:pt x="867" y="212"/>
                </a:cubicBezTo>
                <a:cubicBezTo>
                  <a:pt x="884" y="237"/>
                  <a:pt x="899" y="265"/>
                  <a:pt x="911" y="293"/>
                </a:cubicBezTo>
                <a:cubicBezTo>
                  <a:pt x="923" y="322"/>
                  <a:pt x="932" y="351"/>
                  <a:pt x="938" y="382"/>
                </a:cubicBezTo>
                <a:cubicBezTo>
                  <a:pt x="944" y="412"/>
                  <a:pt x="947" y="443"/>
                  <a:pt x="947" y="474"/>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898" name=""/>
          <p:cNvSpPr txBox="1"/>
          <p:nvPr/>
        </p:nvSpPr>
        <p:spPr>
          <a:xfrm>
            <a:off x="1960920" y="1502640"/>
            <a:ext cx="2378160" cy="183240"/>
          </a:xfrm>
          <a:prstGeom prst="rect">
            <a:avLst/>
          </a:prstGeom>
          <a:noFill/>
          <a:ln w="0">
            <a:noFill/>
          </a:ln>
        </p:spPr>
        <p:txBody>
          <a:bodyPr wrap="none" lIns="0" tIns="0" rIns="0" bIns="0" anchor="t">
            <a:spAutoFit/>
          </a:bodyPr>
          <a:p>
            <a:pPr/>
            <a:r>
              <a:rPr lang="ja-JP" sz="1450" b="1" u="none" strike="noStrike">
                <a:solidFill>
                  <a:srgbClr val="FFFFFF"/>
                </a:solidFill>
                <a:effectLst/>
                <a:uFillTx/>
                <a:latin typeface="HiraginoSans-W6"/>
                <a:ea typeface="HiraginoSans-W6"/>
              </a:rPr>
              <a:t>チャットでコードを書かせる</a:t>
            </a:r>
            <a:endParaRPr lang="en-US" sz="1450" b="0" u="none" strike="noStrike">
              <a:solidFill>
                <a:srgbClr val="000000"/>
              </a:solidFill>
              <a:effectLst/>
              <a:uFillTx/>
              <a:latin typeface="游明朝体"/>
            </a:endParaRPr>
          </a:p>
        </p:txBody>
      </p:sp>
      <p:sp>
        <p:nvSpPr>
          <p:cNvPr id="899" name=""/>
          <p:cNvSpPr txBox="1"/>
          <p:nvPr/>
        </p:nvSpPr>
        <p:spPr>
          <a:xfrm>
            <a:off x="1253880" y="224388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3"/>
                <a:ea typeface="HiraginoSans-W3"/>
              </a:rPr>
              <a:t>⼈</a:t>
            </a:r>
            <a:endParaRPr lang="en-US" sz="1030" b="0" u="none" strike="noStrike">
              <a:solidFill>
                <a:srgbClr val="000000"/>
              </a:solidFill>
              <a:effectLst/>
              <a:uFillTx/>
              <a:latin typeface="游明朝体"/>
            </a:endParaRPr>
          </a:p>
        </p:txBody>
      </p:sp>
      <p:sp>
        <p:nvSpPr>
          <p:cNvPr id="900" name=""/>
          <p:cNvSpPr txBox="1"/>
          <p:nvPr/>
        </p:nvSpPr>
        <p:spPr>
          <a:xfrm>
            <a:off x="1613880" y="2147040"/>
            <a:ext cx="186300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質問・指⽰をチャットで⼊⼒</a:t>
            </a:r>
            <a:endParaRPr lang="en-US" sz="1130" b="0" u="none" strike="noStrike">
              <a:solidFill>
                <a:srgbClr val="000000"/>
              </a:solidFill>
              <a:effectLst/>
              <a:uFillTx/>
              <a:latin typeface="游明朝体"/>
            </a:endParaRPr>
          </a:p>
        </p:txBody>
      </p:sp>
      <p:sp>
        <p:nvSpPr>
          <p:cNvPr id="901" name=""/>
          <p:cNvSpPr/>
          <p:nvPr/>
        </p:nvSpPr>
        <p:spPr>
          <a:xfrm>
            <a:off x="3152520" y="2604240"/>
            <a:ext cx="0" cy="22248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02" name=""/>
          <p:cNvSpPr/>
          <p:nvPr/>
        </p:nvSpPr>
        <p:spPr>
          <a:xfrm>
            <a:off x="3054240" y="272880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03" name=""/>
          <p:cNvSpPr/>
          <p:nvPr/>
        </p:nvSpPr>
        <p:spPr>
          <a:xfrm>
            <a:off x="991440" y="2826720"/>
            <a:ext cx="4322520" cy="576360"/>
          </a:xfrm>
          <a:custGeom>
            <a:avLst/>
            <a:gdLst/>
            <a:ahLst/>
            <a:rect l="0" t="0" r="r" b="b"/>
            <a:pathLst>
              <a:path w="12007" h="1601">
                <a:moveTo>
                  <a:pt x="182" y="0"/>
                </a:moveTo>
                <a:lnTo>
                  <a:pt x="11825" y="0"/>
                </a:lnTo>
                <a:cubicBezTo>
                  <a:pt x="11837" y="0"/>
                  <a:pt x="11849" y="1"/>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8"/>
                  <a:pt x="12007" y="170"/>
                  <a:pt x="12007" y="182"/>
                </a:cubicBezTo>
                <a:lnTo>
                  <a:pt x="12007" y="1419"/>
                </a:lnTo>
                <a:cubicBezTo>
                  <a:pt x="12007" y="1431"/>
                  <a:pt x="12006" y="1443"/>
                  <a:pt x="12003" y="1455"/>
                </a:cubicBezTo>
                <a:cubicBezTo>
                  <a:pt x="12001" y="1467"/>
                  <a:pt x="11998" y="1478"/>
                  <a:pt x="11993" y="1489"/>
                </a:cubicBezTo>
                <a:cubicBezTo>
                  <a:pt x="11989" y="1500"/>
                  <a:pt x="11983" y="1511"/>
                  <a:pt x="11976" y="1521"/>
                </a:cubicBezTo>
                <a:cubicBezTo>
                  <a:pt x="11970" y="1530"/>
                  <a:pt x="11962" y="1540"/>
                  <a:pt x="11954" y="1548"/>
                </a:cubicBezTo>
                <a:cubicBezTo>
                  <a:pt x="11945" y="1557"/>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7"/>
                  <a:pt x="54" y="1548"/>
                </a:cubicBezTo>
                <a:cubicBezTo>
                  <a:pt x="45" y="1540"/>
                  <a:pt x="38" y="1530"/>
                  <a:pt x="31" y="1521"/>
                </a:cubicBezTo>
                <a:cubicBezTo>
                  <a:pt x="24" y="1511"/>
                  <a:pt x="19" y="1500"/>
                  <a:pt x="14" y="1489"/>
                </a:cubicBezTo>
                <a:cubicBezTo>
                  <a:pt x="10" y="1478"/>
                  <a:pt x="6" y="1467"/>
                  <a:pt x="4" y="1455"/>
                </a:cubicBezTo>
                <a:cubicBezTo>
                  <a:pt x="2" y="1443"/>
                  <a:pt x="0" y="1431"/>
                  <a:pt x="0" y="1419"/>
                </a:cubicBezTo>
                <a:lnTo>
                  <a:pt x="0" y="182"/>
                </a:lnTo>
                <a:cubicBezTo>
                  <a:pt x="0" y="170"/>
                  <a:pt x="2" y="158"/>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04" name=""/>
          <p:cNvSpPr/>
          <p:nvPr/>
        </p:nvSpPr>
        <p:spPr>
          <a:xfrm>
            <a:off x="991440" y="2826720"/>
            <a:ext cx="4322520" cy="576360"/>
          </a:xfrm>
          <a:custGeom>
            <a:avLst/>
            <a:gdLst/>
            <a:ahLst/>
            <a:rect l="0" t="0" r="r" b="b"/>
            <a:pathLst>
              <a:path w="12007" h="1601">
                <a:moveTo>
                  <a:pt x="182" y="0"/>
                </a:moveTo>
                <a:lnTo>
                  <a:pt x="11825" y="0"/>
                </a:lnTo>
                <a:cubicBezTo>
                  <a:pt x="11837" y="0"/>
                  <a:pt x="11849" y="1"/>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8"/>
                  <a:pt x="12007" y="170"/>
                  <a:pt x="12007" y="182"/>
                </a:cubicBezTo>
                <a:lnTo>
                  <a:pt x="12007" y="1419"/>
                </a:lnTo>
                <a:cubicBezTo>
                  <a:pt x="12007" y="1431"/>
                  <a:pt x="12006" y="1443"/>
                  <a:pt x="12003" y="1455"/>
                </a:cubicBezTo>
                <a:cubicBezTo>
                  <a:pt x="12001" y="1467"/>
                  <a:pt x="11998" y="1478"/>
                  <a:pt x="11993" y="1489"/>
                </a:cubicBezTo>
                <a:cubicBezTo>
                  <a:pt x="11989" y="1500"/>
                  <a:pt x="11983" y="1511"/>
                  <a:pt x="11976" y="1521"/>
                </a:cubicBezTo>
                <a:cubicBezTo>
                  <a:pt x="11970" y="1530"/>
                  <a:pt x="11962" y="1540"/>
                  <a:pt x="11954" y="1548"/>
                </a:cubicBezTo>
                <a:cubicBezTo>
                  <a:pt x="11945" y="1557"/>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7"/>
                  <a:pt x="54" y="1548"/>
                </a:cubicBezTo>
                <a:cubicBezTo>
                  <a:pt x="45" y="1540"/>
                  <a:pt x="38" y="1530"/>
                  <a:pt x="31" y="1521"/>
                </a:cubicBezTo>
                <a:cubicBezTo>
                  <a:pt x="24" y="1511"/>
                  <a:pt x="19" y="1500"/>
                  <a:pt x="14" y="1489"/>
                </a:cubicBezTo>
                <a:cubicBezTo>
                  <a:pt x="10" y="1478"/>
                  <a:pt x="6" y="1467"/>
                  <a:pt x="4" y="1455"/>
                </a:cubicBezTo>
                <a:cubicBezTo>
                  <a:pt x="2" y="1443"/>
                  <a:pt x="0" y="1431"/>
                  <a:pt x="0" y="1419"/>
                </a:cubicBezTo>
                <a:lnTo>
                  <a:pt x="0" y="182"/>
                </a:lnTo>
                <a:cubicBezTo>
                  <a:pt x="0" y="170"/>
                  <a:pt x="2" y="158"/>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05" name=""/>
          <p:cNvSpPr/>
          <p:nvPr/>
        </p:nvSpPr>
        <p:spPr>
          <a:xfrm>
            <a:off x="1148760" y="2944800"/>
            <a:ext cx="340920" cy="340560"/>
          </a:xfrm>
          <a:custGeom>
            <a:avLst/>
            <a:gdLst/>
            <a:ahLst/>
            <a:rect l="0" t="0" r="r" b="b"/>
            <a:pathLst>
              <a:path w="947" h="946">
                <a:moveTo>
                  <a:pt x="947" y="472"/>
                </a:moveTo>
                <a:cubicBezTo>
                  <a:pt x="947" y="503"/>
                  <a:pt x="944" y="534"/>
                  <a:pt x="938" y="565"/>
                </a:cubicBezTo>
                <a:cubicBezTo>
                  <a:pt x="932" y="595"/>
                  <a:pt x="923" y="625"/>
                  <a:pt x="911" y="653"/>
                </a:cubicBezTo>
                <a:cubicBezTo>
                  <a:pt x="899" y="682"/>
                  <a:pt x="884" y="709"/>
                  <a:pt x="867" y="735"/>
                </a:cubicBezTo>
                <a:cubicBezTo>
                  <a:pt x="850" y="761"/>
                  <a:pt x="830" y="785"/>
                  <a:pt x="808" y="808"/>
                </a:cubicBezTo>
                <a:cubicBezTo>
                  <a:pt x="786" y="830"/>
                  <a:pt x="763" y="849"/>
                  <a:pt x="737" y="866"/>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6"/>
                </a:cubicBezTo>
                <a:cubicBezTo>
                  <a:pt x="185" y="849"/>
                  <a:pt x="162" y="830"/>
                  <a:pt x="140" y="808"/>
                </a:cubicBezTo>
                <a:cubicBezTo>
                  <a:pt x="118" y="785"/>
                  <a:pt x="97" y="761"/>
                  <a:pt x="80" y="735"/>
                </a:cubicBezTo>
                <a:cubicBezTo>
                  <a:pt x="62" y="709"/>
                  <a:pt x="48" y="682"/>
                  <a:pt x="36" y="653"/>
                </a:cubicBezTo>
                <a:cubicBezTo>
                  <a:pt x="24" y="625"/>
                  <a:pt x="15" y="595"/>
                  <a:pt x="9" y="565"/>
                </a:cubicBezTo>
                <a:cubicBezTo>
                  <a:pt x="3" y="534"/>
                  <a:pt x="0" y="503"/>
                  <a:pt x="0" y="472"/>
                </a:cubicBezTo>
                <a:cubicBezTo>
                  <a:pt x="0" y="441"/>
                  <a:pt x="3" y="411"/>
                  <a:pt x="9" y="380"/>
                </a:cubicBezTo>
                <a:cubicBezTo>
                  <a:pt x="15" y="350"/>
                  <a:pt x="24" y="320"/>
                  <a:pt x="36" y="291"/>
                </a:cubicBezTo>
                <a:cubicBezTo>
                  <a:pt x="48" y="263"/>
                  <a:pt x="62" y="236"/>
                  <a:pt x="80" y="210"/>
                </a:cubicBezTo>
                <a:cubicBezTo>
                  <a:pt x="97" y="184"/>
                  <a:pt x="118" y="160"/>
                  <a:pt x="140" y="138"/>
                </a:cubicBezTo>
                <a:cubicBezTo>
                  <a:pt x="162" y="116"/>
                  <a:pt x="185" y="97"/>
                  <a:pt x="211" y="79"/>
                </a:cubicBezTo>
                <a:cubicBezTo>
                  <a:pt x="237" y="62"/>
                  <a:pt x="264" y="47"/>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7"/>
                  <a:pt x="711" y="62"/>
                  <a:pt x="737" y="79"/>
                </a:cubicBezTo>
                <a:cubicBezTo>
                  <a:pt x="763" y="97"/>
                  <a:pt x="786" y="116"/>
                  <a:pt x="808" y="138"/>
                </a:cubicBezTo>
                <a:cubicBezTo>
                  <a:pt x="830" y="160"/>
                  <a:pt x="850" y="184"/>
                  <a:pt x="867" y="210"/>
                </a:cubicBezTo>
                <a:cubicBezTo>
                  <a:pt x="884" y="236"/>
                  <a:pt x="899" y="263"/>
                  <a:pt x="911" y="291"/>
                </a:cubicBezTo>
                <a:cubicBezTo>
                  <a:pt x="923" y="320"/>
                  <a:pt x="932" y="350"/>
                  <a:pt x="938" y="380"/>
                </a:cubicBezTo>
                <a:cubicBezTo>
                  <a:pt x="944" y="411"/>
                  <a:pt x="947" y="441"/>
                  <a:pt x="947" y="472"/>
                </a:cubicBez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06" name=""/>
          <p:cNvSpPr txBox="1"/>
          <p:nvPr/>
        </p:nvSpPr>
        <p:spPr>
          <a:xfrm>
            <a:off x="1613880" y="235980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3"/>
                <a:ea typeface="HiraginoSans-W3"/>
              </a:rPr>
              <a:t>「〇〇を作って」と都度依頼</a:t>
            </a:r>
            <a:endParaRPr lang="en-US" sz="880" b="0" u="none" strike="noStrike">
              <a:solidFill>
                <a:srgbClr val="000000"/>
              </a:solidFill>
              <a:effectLst/>
              <a:uFillTx/>
              <a:latin typeface="游明朝体"/>
            </a:endParaRPr>
          </a:p>
        </p:txBody>
      </p:sp>
      <p:sp>
        <p:nvSpPr>
          <p:cNvPr id="907" name=""/>
          <p:cNvSpPr txBox="1"/>
          <p:nvPr/>
        </p:nvSpPr>
        <p:spPr>
          <a:xfrm>
            <a:off x="1260360" y="3054240"/>
            <a:ext cx="117360" cy="131400"/>
          </a:xfrm>
          <a:prstGeom prst="rect">
            <a:avLst/>
          </a:prstGeom>
          <a:noFill/>
          <a:ln w="0">
            <a:noFill/>
          </a:ln>
        </p:spPr>
        <p:txBody>
          <a:bodyPr wrap="none" lIns="0" tIns="0" rIns="0" bIns="0" anchor="t">
            <a:spAutoFit/>
          </a:bodyPr>
          <a:p>
            <a:pPr/>
            <a:r>
              <a:rPr lang="en-US" sz="920" b="0" u="none" strike="noStrike">
                <a:solidFill>
                  <a:srgbClr val="FFFFFF"/>
                </a:solidFill>
                <a:effectLst/>
                <a:uFillTx/>
                <a:latin typeface="HiraginoSans-W3"/>
                <a:ea typeface="HiraginoSans-W3"/>
              </a:rPr>
              <a:t>AI</a:t>
            </a:r>
            <a:endParaRPr lang="en-US" sz="920" b="0" u="none" strike="noStrike">
              <a:solidFill>
                <a:srgbClr val="000000"/>
              </a:solidFill>
              <a:effectLst/>
              <a:uFillTx/>
              <a:latin typeface="游明朝体"/>
            </a:endParaRPr>
          </a:p>
        </p:txBody>
      </p:sp>
      <p:sp>
        <p:nvSpPr>
          <p:cNvPr id="908" name=""/>
          <p:cNvSpPr txBox="1"/>
          <p:nvPr/>
        </p:nvSpPr>
        <p:spPr>
          <a:xfrm>
            <a:off x="1613880" y="2945520"/>
            <a:ext cx="157644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コードをテキストで提案</a:t>
            </a:r>
            <a:endParaRPr lang="en-US" sz="1130" b="0" u="none" strike="noStrike">
              <a:solidFill>
                <a:srgbClr val="000000"/>
              </a:solidFill>
              <a:effectLst/>
              <a:uFillTx/>
              <a:latin typeface="游明朝体"/>
            </a:endParaRPr>
          </a:p>
        </p:txBody>
      </p:sp>
      <p:sp>
        <p:nvSpPr>
          <p:cNvPr id="909" name=""/>
          <p:cNvSpPr/>
          <p:nvPr/>
        </p:nvSpPr>
        <p:spPr>
          <a:xfrm>
            <a:off x="3152520" y="3402720"/>
            <a:ext cx="0" cy="22248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10" name=""/>
          <p:cNvSpPr/>
          <p:nvPr/>
        </p:nvSpPr>
        <p:spPr>
          <a:xfrm>
            <a:off x="3054240" y="352728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11" name=""/>
          <p:cNvSpPr/>
          <p:nvPr/>
        </p:nvSpPr>
        <p:spPr>
          <a:xfrm>
            <a:off x="991440" y="3625200"/>
            <a:ext cx="4322520" cy="576360"/>
          </a:xfrm>
          <a:custGeom>
            <a:avLst/>
            <a:gdLst/>
            <a:ahLst/>
            <a:rect l="0" t="0" r="r" b="b"/>
            <a:pathLst>
              <a:path w="12007" h="1601">
                <a:moveTo>
                  <a:pt x="182" y="0"/>
                </a:moveTo>
                <a:lnTo>
                  <a:pt x="11825" y="0"/>
                </a:lnTo>
                <a:cubicBezTo>
                  <a:pt x="11837" y="0"/>
                  <a:pt x="11849" y="2"/>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9"/>
                  <a:pt x="12007" y="170"/>
                  <a:pt x="12007" y="182"/>
                </a:cubicBezTo>
                <a:lnTo>
                  <a:pt x="12007" y="1420"/>
                </a:lnTo>
                <a:cubicBezTo>
                  <a:pt x="12007" y="1432"/>
                  <a:pt x="12006" y="1443"/>
                  <a:pt x="12003" y="1455"/>
                </a:cubicBezTo>
                <a:cubicBezTo>
                  <a:pt x="12001" y="1467"/>
                  <a:pt x="11998" y="1478"/>
                  <a:pt x="11993" y="1489"/>
                </a:cubicBezTo>
                <a:cubicBezTo>
                  <a:pt x="11989" y="1500"/>
                  <a:pt x="11983" y="1511"/>
                  <a:pt x="11976" y="1521"/>
                </a:cubicBezTo>
                <a:cubicBezTo>
                  <a:pt x="11970" y="1531"/>
                  <a:pt x="11962" y="1540"/>
                  <a:pt x="11954" y="1548"/>
                </a:cubicBezTo>
                <a:cubicBezTo>
                  <a:pt x="11945" y="1557"/>
                  <a:pt x="11936" y="1564"/>
                  <a:pt x="11926" y="1571"/>
                </a:cubicBezTo>
                <a:cubicBezTo>
                  <a:pt x="11916" y="1577"/>
                  <a:pt x="11906" y="1583"/>
                  <a:pt x="11895" y="1588"/>
                </a:cubicBezTo>
                <a:cubicBezTo>
                  <a:pt x="11884" y="1592"/>
                  <a:pt x="11872" y="1596"/>
                  <a:pt x="11861" y="1598"/>
                </a:cubicBezTo>
                <a:cubicBezTo>
                  <a:pt x="11849" y="1600"/>
                  <a:pt x="11837" y="1601"/>
                  <a:pt x="11825" y="1601"/>
                </a:cubicBezTo>
                <a:lnTo>
                  <a:pt x="182" y="1601"/>
                </a:lnTo>
                <a:cubicBezTo>
                  <a:pt x="170" y="1601"/>
                  <a:pt x="159" y="1600"/>
                  <a:pt x="147" y="1598"/>
                </a:cubicBezTo>
                <a:cubicBezTo>
                  <a:pt x="135" y="1596"/>
                  <a:pt x="124" y="1592"/>
                  <a:pt x="113" y="1588"/>
                </a:cubicBezTo>
                <a:cubicBezTo>
                  <a:pt x="102" y="1583"/>
                  <a:pt x="91" y="1577"/>
                  <a:pt x="81" y="1571"/>
                </a:cubicBezTo>
                <a:cubicBezTo>
                  <a:pt x="71" y="1564"/>
                  <a:pt x="62" y="1557"/>
                  <a:pt x="54" y="1548"/>
                </a:cubicBezTo>
                <a:cubicBezTo>
                  <a:pt x="45" y="1540"/>
                  <a:pt x="38" y="1531"/>
                  <a:pt x="31" y="1521"/>
                </a:cubicBezTo>
                <a:cubicBezTo>
                  <a:pt x="24" y="1511"/>
                  <a:pt x="19" y="1500"/>
                  <a:pt x="14" y="1489"/>
                </a:cubicBezTo>
                <a:cubicBezTo>
                  <a:pt x="10" y="1478"/>
                  <a:pt x="6" y="1467"/>
                  <a:pt x="4" y="1455"/>
                </a:cubicBezTo>
                <a:cubicBezTo>
                  <a:pt x="2" y="1443"/>
                  <a:pt x="0" y="1432"/>
                  <a:pt x="0" y="1420"/>
                </a:cubicBezTo>
                <a:lnTo>
                  <a:pt x="0" y="182"/>
                </a:lnTo>
                <a:cubicBezTo>
                  <a:pt x="0" y="170"/>
                  <a:pt x="2" y="159"/>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2"/>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12" name=""/>
          <p:cNvSpPr/>
          <p:nvPr/>
        </p:nvSpPr>
        <p:spPr>
          <a:xfrm>
            <a:off x="991440" y="3625200"/>
            <a:ext cx="4322520" cy="576360"/>
          </a:xfrm>
          <a:custGeom>
            <a:avLst/>
            <a:gdLst/>
            <a:ahLst/>
            <a:rect l="0" t="0" r="r" b="b"/>
            <a:pathLst>
              <a:path w="12007" h="1601">
                <a:moveTo>
                  <a:pt x="182" y="0"/>
                </a:moveTo>
                <a:lnTo>
                  <a:pt x="11825" y="0"/>
                </a:lnTo>
                <a:cubicBezTo>
                  <a:pt x="11837" y="0"/>
                  <a:pt x="11849" y="2"/>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9"/>
                  <a:pt x="12007" y="170"/>
                  <a:pt x="12007" y="182"/>
                </a:cubicBezTo>
                <a:lnTo>
                  <a:pt x="12007" y="1420"/>
                </a:lnTo>
                <a:cubicBezTo>
                  <a:pt x="12007" y="1432"/>
                  <a:pt x="12006" y="1443"/>
                  <a:pt x="12003" y="1455"/>
                </a:cubicBezTo>
                <a:cubicBezTo>
                  <a:pt x="12001" y="1467"/>
                  <a:pt x="11998" y="1478"/>
                  <a:pt x="11993" y="1489"/>
                </a:cubicBezTo>
                <a:cubicBezTo>
                  <a:pt x="11989" y="1500"/>
                  <a:pt x="11983" y="1511"/>
                  <a:pt x="11976" y="1521"/>
                </a:cubicBezTo>
                <a:cubicBezTo>
                  <a:pt x="11970" y="1531"/>
                  <a:pt x="11962" y="1540"/>
                  <a:pt x="11954" y="1548"/>
                </a:cubicBezTo>
                <a:cubicBezTo>
                  <a:pt x="11945" y="1557"/>
                  <a:pt x="11936" y="1564"/>
                  <a:pt x="11926" y="1571"/>
                </a:cubicBezTo>
                <a:cubicBezTo>
                  <a:pt x="11916" y="1577"/>
                  <a:pt x="11906" y="1583"/>
                  <a:pt x="11895" y="1588"/>
                </a:cubicBezTo>
                <a:cubicBezTo>
                  <a:pt x="11884" y="1592"/>
                  <a:pt x="11872" y="1596"/>
                  <a:pt x="11861" y="1598"/>
                </a:cubicBezTo>
                <a:cubicBezTo>
                  <a:pt x="11849" y="1600"/>
                  <a:pt x="11837" y="1601"/>
                  <a:pt x="11825" y="1601"/>
                </a:cubicBezTo>
                <a:lnTo>
                  <a:pt x="182" y="1601"/>
                </a:lnTo>
                <a:cubicBezTo>
                  <a:pt x="170" y="1601"/>
                  <a:pt x="159" y="1600"/>
                  <a:pt x="147" y="1598"/>
                </a:cubicBezTo>
                <a:cubicBezTo>
                  <a:pt x="135" y="1596"/>
                  <a:pt x="124" y="1592"/>
                  <a:pt x="113" y="1588"/>
                </a:cubicBezTo>
                <a:cubicBezTo>
                  <a:pt x="102" y="1583"/>
                  <a:pt x="91" y="1577"/>
                  <a:pt x="81" y="1571"/>
                </a:cubicBezTo>
                <a:cubicBezTo>
                  <a:pt x="71" y="1564"/>
                  <a:pt x="62" y="1557"/>
                  <a:pt x="54" y="1548"/>
                </a:cubicBezTo>
                <a:cubicBezTo>
                  <a:pt x="45" y="1540"/>
                  <a:pt x="38" y="1531"/>
                  <a:pt x="31" y="1521"/>
                </a:cubicBezTo>
                <a:cubicBezTo>
                  <a:pt x="24" y="1511"/>
                  <a:pt x="19" y="1500"/>
                  <a:pt x="14" y="1489"/>
                </a:cubicBezTo>
                <a:cubicBezTo>
                  <a:pt x="10" y="1478"/>
                  <a:pt x="6" y="1467"/>
                  <a:pt x="4" y="1455"/>
                </a:cubicBezTo>
                <a:cubicBezTo>
                  <a:pt x="2" y="1443"/>
                  <a:pt x="0" y="1432"/>
                  <a:pt x="0" y="1420"/>
                </a:cubicBezTo>
                <a:lnTo>
                  <a:pt x="0" y="182"/>
                </a:lnTo>
                <a:cubicBezTo>
                  <a:pt x="0" y="170"/>
                  <a:pt x="2" y="159"/>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2"/>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13" name=""/>
          <p:cNvSpPr/>
          <p:nvPr/>
        </p:nvSpPr>
        <p:spPr>
          <a:xfrm>
            <a:off x="1148760" y="3743280"/>
            <a:ext cx="340920" cy="340560"/>
          </a:xfrm>
          <a:custGeom>
            <a:avLst/>
            <a:gdLst/>
            <a:ahLst/>
            <a:rect l="0" t="0" r="r" b="b"/>
            <a:pathLst>
              <a:path w="947" h="946">
                <a:moveTo>
                  <a:pt x="947" y="473"/>
                </a:moveTo>
                <a:cubicBezTo>
                  <a:pt x="947" y="505"/>
                  <a:pt x="944" y="535"/>
                  <a:pt x="938" y="566"/>
                </a:cubicBezTo>
                <a:cubicBezTo>
                  <a:pt x="932" y="596"/>
                  <a:pt x="923" y="626"/>
                  <a:pt x="911" y="654"/>
                </a:cubicBezTo>
                <a:cubicBezTo>
                  <a:pt x="899" y="683"/>
                  <a:pt x="884" y="710"/>
                  <a:pt x="867" y="736"/>
                </a:cubicBezTo>
                <a:cubicBezTo>
                  <a:pt x="850" y="762"/>
                  <a:pt x="830" y="786"/>
                  <a:pt x="808" y="808"/>
                </a:cubicBezTo>
                <a:cubicBezTo>
                  <a:pt x="786" y="830"/>
                  <a:pt x="763" y="849"/>
                  <a:pt x="737" y="867"/>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7"/>
                </a:cubicBezTo>
                <a:cubicBezTo>
                  <a:pt x="185" y="849"/>
                  <a:pt x="162" y="830"/>
                  <a:pt x="140" y="808"/>
                </a:cubicBezTo>
                <a:cubicBezTo>
                  <a:pt x="118" y="786"/>
                  <a:pt x="97" y="762"/>
                  <a:pt x="80" y="736"/>
                </a:cubicBezTo>
                <a:cubicBezTo>
                  <a:pt x="62" y="710"/>
                  <a:pt x="48" y="683"/>
                  <a:pt x="36" y="654"/>
                </a:cubicBezTo>
                <a:cubicBezTo>
                  <a:pt x="24" y="626"/>
                  <a:pt x="15" y="596"/>
                  <a:pt x="9" y="566"/>
                </a:cubicBezTo>
                <a:cubicBezTo>
                  <a:pt x="3" y="535"/>
                  <a:pt x="0" y="505"/>
                  <a:pt x="0" y="473"/>
                </a:cubicBezTo>
                <a:cubicBezTo>
                  <a:pt x="0" y="441"/>
                  <a:pt x="3" y="411"/>
                  <a:pt x="9" y="380"/>
                </a:cubicBezTo>
                <a:cubicBezTo>
                  <a:pt x="15" y="350"/>
                  <a:pt x="24" y="320"/>
                  <a:pt x="36" y="292"/>
                </a:cubicBezTo>
                <a:cubicBezTo>
                  <a:pt x="48" y="263"/>
                  <a:pt x="62" y="236"/>
                  <a:pt x="80" y="210"/>
                </a:cubicBezTo>
                <a:cubicBezTo>
                  <a:pt x="97" y="184"/>
                  <a:pt x="118" y="160"/>
                  <a:pt x="140" y="138"/>
                </a:cubicBezTo>
                <a:cubicBezTo>
                  <a:pt x="162" y="116"/>
                  <a:pt x="185" y="97"/>
                  <a:pt x="211" y="79"/>
                </a:cubicBezTo>
                <a:cubicBezTo>
                  <a:pt x="237" y="62"/>
                  <a:pt x="264" y="48"/>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8"/>
                  <a:pt x="711" y="62"/>
                  <a:pt x="737" y="79"/>
                </a:cubicBezTo>
                <a:cubicBezTo>
                  <a:pt x="763" y="97"/>
                  <a:pt x="786" y="116"/>
                  <a:pt x="808" y="138"/>
                </a:cubicBezTo>
                <a:cubicBezTo>
                  <a:pt x="830" y="160"/>
                  <a:pt x="850" y="184"/>
                  <a:pt x="867" y="210"/>
                </a:cubicBezTo>
                <a:cubicBezTo>
                  <a:pt x="884" y="236"/>
                  <a:pt x="899" y="263"/>
                  <a:pt x="911" y="292"/>
                </a:cubicBezTo>
                <a:cubicBezTo>
                  <a:pt x="923" y="320"/>
                  <a:pt x="932" y="350"/>
                  <a:pt x="938" y="380"/>
                </a:cubicBezTo>
                <a:cubicBezTo>
                  <a:pt x="944" y="411"/>
                  <a:pt x="947" y="441"/>
                  <a:pt x="947" y="473"/>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14" name=""/>
          <p:cNvSpPr txBox="1"/>
          <p:nvPr/>
        </p:nvSpPr>
        <p:spPr>
          <a:xfrm>
            <a:off x="1613880" y="315828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3"/>
                <a:ea typeface="HiraginoSans-W3"/>
              </a:rPr>
              <a:t>ファイルは⾃動更新されない</a:t>
            </a:r>
            <a:endParaRPr lang="en-US" sz="880" b="0" u="none" strike="noStrike">
              <a:solidFill>
                <a:srgbClr val="000000"/>
              </a:solidFill>
              <a:effectLst/>
              <a:uFillTx/>
              <a:latin typeface="游明朝体"/>
            </a:endParaRPr>
          </a:p>
        </p:txBody>
      </p:sp>
      <p:sp>
        <p:nvSpPr>
          <p:cNvPr id="915" name=""/>
          <p:cNvSpPr txBox="1"/>
          <p:nvPr/>
        </p:nvSpPr>
        <p:spPr>
          <a:xfrm>
            <a:off x="1253880" y="384084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3"/>
                <a:ea typeface="HiraginoSans-W3"/>
              </a:rPr>
              <a:t>⼈</a:t>
            </a:r>
            <a:endParaRPr lang="en-US" sz="1030" b="0" u="none" strike="noStrike">
              <a:solidFill>
                <a:srgbClr val="000000"/>
              </a:solidFill>
              <a:effectLst/>
              <a:uFillTx/>
              <a:latin typeface="游明朝体"/>
            </a:endParaRPr>
          </a:p>
        </p:txBody>
      </p:sp>
      <p:sp>
        <p:nvSpPr>
          <p:cNvPr id="916" name=""/>
          <p:cNvSpPr txBox="1"/>
          <p:nvPr/>
        </p:nvSpPr>
        <p:spPr>
          <a:xfrm>
            <a:off x="1613880" y="3744000"/>
            <a:ext cx="1536840" cy="16056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コピー</a:t>
            </a:r>
            <a:r>
              <a:rPr lang="en-US" sz="1130" b="1" u="none" strike="noStrike">
                <a:solidFill>
                  <a:srgbClr val="1A1A2E"/>
                </a:solidFill>
                <a:effectLst/>
                <a:uFillTx/>
                <a:latin typeface="HiraginoSans-W5"/>
                <a:ea typeface="HiraginoSans-W5"/>
              </a:rPr>
              <a:t>&amp;</a:t>
            </a:r>
            <a:r>
              <a:rPr lang="ja-JP" sz="1130" b="1" u="none" strike="noStrike">
                <a:solidFill>
                  <a:srgbClr val="1A1A2E"/>
                </a:solidFill>
                <a:effectLst/>
                <a:uFillTx/>
                <a:latin typeface="HiraginoSans-W5"/>
                <a:ea typeface="HiraginoSans-W5"/>
              </a:rPr>
              <a:t>ペーストで反映</a:t>
            </a:r>
            <a:endParaRPr lang="en-US" sz="1130" b="0" u="none" strike="noStrike">
              <a:solidFill>
                <a:srgbClr val="000000"/>
              </a:solidFill>
              <a:effectLst/>
              <a:uFillTx/>
              <a:latin typeface="游明朝体"/>
            </a:endParaRPr>
          </a:p>
        </p:txBody>
      </p:sp>
      <p:sp>
        <p:nvSpPr>
          <p:cNvPr id="917" name=""/>
          <p:cNvSpPr/>
          <p:nvPr/>
        </p:nvSpPr>
        <p:spPr>
          <a:xfrm>
            <a:off x="3152520" y="4201200"/>
            <a:ext cx="0" cy="22284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18" name=""/>
          <p:cNvSpPr/>
          <p:nvPr/>
        </p:nvSpPr>
        <p:spPr>
          <a:xfrm>
            <a:off x="3054240" y="432576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19" name=""/>
          <p:cNvSpPr/>
          <p:nvPr/>
        </p:nvSpPr>
        <p:spPr>
          <a:xfrm>
            <a:off x="991440" y="4424040"/>
            <a:ext cx="4322520" cy="576360"/>
          </a:xfrm>
          <a:custGeom>
            <a:avLst/>
            <a:gdLst/>
            <a:ahLst/>
            <a:rect l="0" t="0" r="r" b="b"/>
            <a:pathLst>
              <a:path w="12007" h="1601">
                <a:moveTo>
                  <a:pt x="182" y="0"/>
                </a:moveTo>
                <a:lnTo>
                  <a:pt x="11825" y="0"/>
                </a:lnTo>
                <a:cubicBezTo>
                  <a:pt x="11837" y="0"/>
                  <a:pt x="11849" y="1"/>
                  <a:pt x="11861" y="3"/>
                </a:cubicBezTo>
                <a:cubicBezTo>
                  <a:pt x="11872" y="5"/>
                  <a:pt x="11884" y="9"/>
                  <a:pt x="11895" y="13"/>
                </a:cubicBezTo>
                <a:cubicBezTo>
                  <a:pt x="11906" y="18"/>
                  <a:pt x="11916" y="24"/>
                  <a:pt x="11926" y="30"/>
                </a:cubicBezTo>
                <a:cubicBezTo>
                  <a:pt x="11936" y="37"/>
                  <a:pt x="11945" y="44"/>
                  <a:pt x="11954" y="53"/>
                </a:cubicBezTo>
                <a:cubicBezTo>
                  <a:pt x="11962" y="61"/>
                  <a:pt x="11970" y="71"/>
                  <a:pt x="11976" y="80"/>
                </a:cubicBezTo>
                <a:cubicBezTo>
                  <a:pt x="11983" y="90"/>
                  <a:pt x="11989" y="101"/>
                  <a:pt x="11993" y="112"/>
                </a:cubicBezTo>
                <a:cubicBezTo>
                  <a:pt x="11998" y="123"/>
                  <a:pt x="12001" y="134"/>
                  <a:pt x="12003" y="146"/>
                </a:cubicBezTo>
                <a:cubicBezTo>
                  <a:pt x="12006" y="158"/>
                  <a:pt x="12007" y="170"/>
                  <a:pt x="12007" y="181"/>
                </a:cubicBezTo>
                <a:lnTo>
                  <a:pt x="12007" y="1419"/>
                </a:lnTo>
                <a:cubicBezTo>
                  <a:pt x="12007" y="1431"/>
                  <a:pt x="12006" y="1443"/>
                  <a:pt x="12003" y="1454"/>
                </a:cubicBezTo>
                <a:cubicBezTo>
                  <a:pt x="12001" y="1466"/>
                  <a:pt x="11998" y="1477"/>
                  <a:pt x="11993" y="1488"/>
                </a:cubicBezTo>
                <a:cubicBezTo>
                  <a:pt x="11989" y="1499"/>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599"/>
                  <a:pt x="11837" y="1601"/>
                  <a:pt x="11825" y="1601"/>
                </a:cubicBezTo>
                <a:lnTo>
                  <a:pt x="182" y="1601"/>
                </a:lnTo>
                <a:cubicBezTo>
                  <a:pt x="170" y="1601"/>
                  <a:pt x="159" y="1599"/>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499"/>
                  <a:pt x="14" y="1488"/>
                </a:cubicBezTo>
                <a:cubicBezTo>
                  <a:pt x="10" y="1477"/>
                  <a:pt x="6" y="1466"/>
                  <a:pt x="4" y="1454"/>
                </a:cubicBezTo>
                <a:cubicBezTo>
                  <a:pt x="2" y="1443"/>
                  <a:pt x="0" y="1431"/>
                  <a:pt x="0" y="1419"/>
                </a:cubicBezTo>
                <a:lnTo>
                  <a:pt x="0" y="181"/>
                </a:lnTo>
                <a:cubicBezTo>
                  <a:pt x="0" y="170"/>
                  <a:pt x="2" y="158"/>
                  <a:pt x="4" y="146"/>
                </a:cubicBezTo>
                <a:cubicBezTo>
                  <a:pt x="6" y="134"/>
                  <a:pt x="10" y="123"/>
                  <a:pt x="14" y="112"/>
                </a:cubicBezTo>
                <a:cubicBezTo>
                  <a:pt x="19" y="101"/>
                  <a:pt x="24" y="90"/>
                  <a:pt x="31" y="80"/>
                </a:cubicBezTo>
                <a:cubicBezTo>
                  <a:pt x="38" y="71"/>
                  <a:pt x="45" y="61"/>
                  <a:pt x="54" y="53"/>
                </a:cubicBezTo>
                <a:cubicBezTo>
                  <a:pt x="62" y="44"/>
                  <a:pt x="71" y="37"/>
                  <a:pt x="81" y="30"/>
                </a:cubicBezTo>
                <a:cubicBezTo>
                  <a:pt x="91" y="24"/>
                  <a:pt x="102" y="18"/>
                  <a:pt x="113" y="13"/>
                </a:cubicBezTo>
                <a:cubicBezTo>
                  <a:pt x="124" y="9"/>
                  <a:pt x="135" y="5"/>
                  <a:pt x="147" y="3"/>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20" name=""/>
          <p:cNvSpPr/>
          <p:nvPr/>
        </p:nvSpPr>
        <p:spPr>
          <a:xfrm>
            <a:off x="991440" y="4424040"/>
            <a:ext cx="4322520" cy="576360"/>
          </a:xfrm>
          <a:custGeom>
            <a:avLst/>
            <a:gdLst/>
            <a:ahLst/>
            <a:rect l="0" t="0" r="r" b="b"/>
            <a:pathLst>
              <a:path w="12007" h="1601">
                <a:moveTo>
                  <a:pt x="182" y="0"/>
                </a:moveTo>
                <a:lnTo>
                  <a:pt x="11825" y="0"/>
                </a:lnTo>
                <a:cubicBezTo>
                  <a:pt x="11837" y="0"/>
                  <a:pt x="11849" y="1"/>
                  <a:pt x="11861" y="3"/>
                </a:cubicBezTo>
                <a:cubicBezTo>
                  <a:pt x="11872" y="5"/>
                  <a:pt x="11884" y="9"/>
                  <a:pt x="11895" y="13"/>
                </a:cubicBezTo>
                <a:cubicBezTo>
                  <a:pt x="11906" y="18"/>
                  <a:pt x="11916" y="24"/>
                  <a:pt x="11926" y="30"/>
                </a:cubicBezTo>
                <a:cubicBezTo>
                  <a:pt x="11936" y="37"/>
                  <a:pt x="11945" y="44"/>
                  <a:pt x="11954" y="53"/>
                </a:cubicBezTo>
                <a:cubicBezTo>
                  <a:pt x="11962" y="61"/>
                  <a:pt x="11970" y="71"/>
                  <a:pt x="11976" y="80"/>
                </a:cubicBezTo>
                <a:cubicBezTo>
                  <a:pt x="11983" y="90"/>
                  <a:pt x="11989" y="101"/>
                  <a:pt x="11993" y="112"/>
                </a:cubicBezTo>
                <a:cubicBezTo>
                  <a:pt x="11998" y="123"/>
                  <a:pt x="12001" y="134"/>
                  <a:pt x="12003" y="146"/>
                </a:cubicBezTo>
                <a:cubicBezTo>
                  <a:pt x="12006" y="158"/>
                  <a:pt x="12007" y="170"/>
                  <a:pt x="12007" y="181"/>
                </a:cubicBezTo>
                <a:lnTo>
                  <a:pt x="12007" y="1419"/>
                </a:lnTo>
                <a:cubicBezTo>
                  <a:pt x="12007" y="1431"/>
                  <a:pt x="12006" y="1443"/>
                  <a:pt x="12003" y="1454"/>
                </a:cubicBezTo>
                <a:cubicBezTo>
                  <a:pt x="12001" y="1466"/>
                  <a:pt x="11998" y="1477"/>
                  <a:pt x="11993" y="1488"/>
                </a:cubicBezTo>
                <a:cubicBezTo>
                  <a:pt x="11989" y="1499"/>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599"/>
                  <a:pt x="11837" y="1601"/>
                  <a:pt x="11825" y="1601"/>
                </a:cubicBezTo>
                <a:lnTo>
                  <a:pt x="182" y="1601"/>
                </a:lnTo>
                <a:cubicBezTo>
                  <a:pt x="170" y="1601"/>
                  <a:pt x="159" y="1599"/>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499"/>
                  <a:pt x="14" y="1488"/>
                </a:cubicBezTo>
                <a:cubicBezTo>
                  <a:pt x="10" y="1477"/>
                  <a:pt x="6" y="1466"/>
                  <a:pt x="4" y="1454"/>
                </a:cubicBezTo>
                <a:cubicBezTo>
                  <a:pt x="2" y="1443"/>
                  <a:pt x="0" y="1431"/>
                  <a:pt x="0" y="1419"/>
                </a:cubicBezTo>
                <a:lnTo>
                  <a:pt x="0" y="181"/>
                </a:lnTo>
                <a:cubicBezTo>
                  <a:pt x="0" y="170"/>
                  <a:pt x="2" y="158"/>
                  <a:pt x="4" y="146"/>
                </a:cubicBezTo>
                <a:cubicBezTo>
                  <a:pt x="6" y="134"/>
                  <a:pt x="10" y="123"/>
                  <a:pt x="14" y="112"/>
                </a:cubicBezTo>
                <a:cubicBezTo>
                  <a:pt x="19" y="101"/>
                  <a:pt x="24" y="90"/>
                  <a:pt x="31" y="80"/>
                </a:cubicBezTo>
                <a:cubicBezTo>
                  <a:pt x="38" y="71"/>
                  <a:pt x="45" y="61"/>
                  <a:pt x="54" y="53"/>
                </a:cubicBezTo>
                <a:cubicBezTo>
                  <a:pt x="62" y="44"/>
                  <a:pt x="71" y="37"/>
                  <a:pt x="81" y="30"/>
                </a:cubicBezTo>
                <a:cubicBezTo>
                  <a:pt x="91" y="24"/>
                  <a:pt x="102" y="18"/>
                  <a:pt x="113" y="13"/>
                </a:cubicBezTo>
                <a:cubicBezTo>
                  <a:pt x="124" y="9"/>
                  <a:pt x="135" y="5"/>
                  <a:pt x="147" y="3"/>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21" name=""/>
          <p:cNvSpPr/>
          <p:nvPr/>
        </p:nvSpPr>
        <p:spPr>
          <a:xfrm>
            <a:off x="1148760" y="4541760"/>
            <a:ext cx="340920" cy="340560"/>
          </a:xfrm>
          <a:custGeom>
            <a:avLst/>
            <a:gdLst/>
            <a:ahLst/>
            <a:rect l="0" t="0" r="r" b="b"/>
            <a:pathLst>
              <a:path w="947" h="946">
                <a:moveTo>
                  <a:pt x="947" y="474"/>
                </a:moveTo>
                <a:cubicBezTo>
                  <a:pt x="947" y="505"/>
                  <a:pt x="944" y="535"/>
                  <a:pt x="938" y="566"/>
                </a:cubicBezTo>
                <a:cubicBezTo>
                  <a:pt x="932" y="596"/>
                  <a:pt x="923" y="626"/>
                  <a:pt x="911" y="655"/>
                </a:cubicBezTo>
                <a:cubicBezTo>
                  <a:pt x="899" y="683"/>
                  <a:pt x="884" y="710"/>
                  <a:pt x="867" y="736"/>
                </a:cubicBezTo>
                <a:cubicBezTo>
                  <a:pt x="850" y="762"/>
                  <a:pt x="830" y="786"/>
                  <a:pt x="808" y="808"/>
                </a:cubicBezTo>
                <a:cubicBezTo>
                  <a:pt x="786" y="830"/>
                  <a:pt x="763" y="849"/>
                  <a:pt x="737" y="867"/>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7"/>
                </a:cubicBezTo>
                <a:cubicBezTo>
                  <a:pt x="185" y="849"/>
                  <a:pt x="162" y="830"/>
                  <a:pt x="140" y="808"/>
                </a:cubicBezTo>
                <a:cubicBezTo>
                  <a:pt x="118" y="786"/>
                  <a:pt x="97" y="762"/>
                  <a:pt x="80" y="736"/>
                </a:cubicBezTo>
                <a:cubicBezTo>
                  <a:pt x="62" y="710"/>
                  <a:pt x="48" y="683"/>
                  <a:pt x="36" y="655"/>
                </a:cubicBezTo>
                <a:cubicBezTo>
                  <a:pt x="24" y="626"/>
                  <a:pt x="15" y="596"/>
                  <a:pt x="9" y="566"/>
                </a:cubicBezTo>
                <a:cubicBezTo>
                  <a:pt x="3" y="535"/>
                  <a:pt x="0" y="505"/>
                  <a:pt x="0" y="474"/>
                </a:cubicBezTo>
                <a:cubicBezTo>
                  <a:pt x="0" y="443"/>
                  <a:pt x="3" y="412"/>
                  <a:pt x="9" y="381"/>
                </a:cubicBezTo>
                <a:cubicBezTo>
                  <a:pt x="15" y="351"/>
                  <a:pt x="24" y="321"/>
                  <a:pt x="36" y="293"/>
                </a:cubicBezTo>
                <a:cubicBezTo>
                  <a:pt x="48" y="264"/>
                  <a:pt x="62" y="237"/>
                  <a:pt x="80" y="211"/>
                </a:cubicBezTo>
                <a:cubicBezTo>
                  <a:pt x="97" y="185"/>
                  <a:pt x="118" y="161"/>
                  <a:pt x="140" y="138"/>
                </a:cubicBezTo>
                <a:cubicBezTo>
                  <a:pt x="162" y="116"/>
                  <a:pt x="185" y="97"/>
                  <a:pt x="211" y="80"/>
                </a:cubicBezTo>
                <a:cubicBezTo>
                  <a:pt x="237" y="62"/>
                  <a:pt x="264" y="48"/>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8"/>
                  <a:pt x="711" y="62"/>
                  <a:pt x="737" y="80"/>
                </a:cubicBezTo>
                <a:cubicBezTo>
                  <a:pt x="763" y="97"/>
                  <a:pt x="786" y="116"/>
                  <a:pt x="808" y="138"/>
                </a:cubicBezTo>
                <a:cubicBezTo>
                  <a:pt x="830" y="161"/>
                  <a:pt x="850" y="185"/>
                  <a:pt x="867" y="211"/>
                </a:cubicBezTo>
                <a:cubicBezTo>
                  <a:pt x="884" y="237"/>
                  <a:pt x="899" y="264"/>
                  <a:pt x="911" y="293"/>
                </a:cubicBezTo>
                <a:cubicBezTo>
                  <a:pt x="923" y="321"/>
                  <a:pt x="932" y="351"/>
                  <a:pt x="938" y="381"/>
                </a:cubicBezTo>
                <a:cubicBezTo>
                  <a:pt x="944" y="412"/>
                  <a:pt x="947" y="443"/>
                  <a:pt x="947" y="474"/>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22" name=""/>
          <p:cNvSpPr txBox="1"/>
          <p:nvPr/>
        </p:nvSpPr>
        <p:spPr>
          <a:xfrm>
            <a:off x="1613880" y="395676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3"/>
                <a:ea typeface="HiraginoSans-W3"/>
              </a:rPr>
              <a:t>⼿作業でファイルに貼り付け</a:t>
            </a:r>
            <a:endParaRPr lang="en-US" sz="880" b="0" u="none" strike="noStrike">
              <a:solidFill>
                <a:srgbClr val="000000"/>
              </a:solidFill>
              <a:effectLst/>
              <a:uFillTx/>
              <a:latin typeface="游明朝体"/>
            </a:endParaRPr>
          </a:p>
        </p:txBody>
      </p:sp>
      <p:sp>
        <p:nvSpPr>
          <p:cNvPr id="923" name=""/>
          <p:cNvSpPr txBox="1"/>
          <p:nvPr/>
        </p:nvSpPr>
        <p:spPr>
          <a:xfrm>
            <a:off x="1253880" y="463932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3"/>
                <a:ea typeface="HiraginoSans-W3"/>
              </a:rPr>
              <a:t>⼈</a:t>
            </a:r>
            <a:endParaRPr lang="en-US" sz="1030" b="0" u="none" strike="noStrike">
              <a:solidFill>
                <a:srgbClr val="000000"/>
              </a:solidFill>
              <a:effectLst/>
              <a:uFillTx/>
              <a:latin typeface="游明朝体"/>
            </a:endParaRPr>
          </a:p>
        </p:txBody>
      </p:sp>
      <p:sp>
        <p:nvSpPr>
          <p:cNvPr id="924" name=""/>
          <p:cNvSpPr txBox="1"/>
          <p:nvPr/>
        </p:nvSpPr>
        <p:spPr>
          <a:xfrm>
            <a:off x="1613880" y="4542480"/>
            <a:ext cx="186300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実⾏して動作確認・修正依頼</a:t>
            </a:r>
            <a:endParaRPr lang="en-US" sz="1130" b="0" u="none" strike="noStrike">
              <a:solidFill>
                <a:srgbClr val="000000"/>
              </a:solidFill>
              <a:effectLst/>
              <a:uFillTx/>
              <a:latin typeface="游明朝体"/>
            </a:endParaRPr>
          </a:p>
        </p:txBody>
      </p:sp>
      <p:sp>
        <p:nvSpPr>
          <p:cNvPr id="925" name=""/>
          <p:cNvSpPr/>
          <p:nvPr/>
        </p:nvSpPr>
        <p:spPr>
          <a:xfrm>
            <a:off x="5313600" y="2316240"/>
            <a:ext cx="108720" cy="2396160"/>
          </a:xfrm>
          <a:custGeom>
            <a:avLst/>
            <a:gdLst/>
            <a:ahLst/>
            <a:rect l="0" t="0" r="r" b="b"/>
            <a:pathLst>
              <a:path fill="none" w="302" h="6656">
                <a:moveTo>
                  <a:pt x="0" y="6656"/>
                </a:moveTo>
                <a:cubicBezTo>
                  <a:pt x="402" y="6656"/>
                  <a:pt x="402" y="0"/>
                  <a:pt x="0" y="0"/>
                </a:cubicBezTo>
              </a:path>
            </a:pathLst>
          </a:custGeom>
          <a:ln w="19440">
            <a:solidFill>
              <a:srgbClr val="DC2626"/>
            </a:solidFill>
            <a:miter/>
          </a:ln>
        </p:spPr>
        <p:txBody>
          <a:bodyPr lIns="9720" tIns="9720" rIns="9720" bIns="9720" anchor="t">
            <a:noAutofit/>
          </a:bodyPr>
          <a:p>
            <a:endParaRPr lang="en-US" sz="2400" b="0" u="none" strike="noStrike">
              <a:solidFill>
                <a:srgbClr val="000000"/>
              </a:solidFill>
              <a:effectLst/>
              <a:uFillTx/>
              <a:latin typeface="游明朝体"/>
            </a:endParaRPr>
          </a:p>
        </p:txBody>
      </p:sp>
      <p:sp>
        <p:nvSpPr>
          <p:cNvPr id="926" name=""/>
          <p:cNvSpPr/>
          <p:nvPr/>
        </p:nvSpPr>
        <p:spPr>
          <a:xfrm>
            <a:off x="5215320" y="2217960"/>
            <a:ext cx="196920" cy="196920"/>
          </a:xfrm>
          <a:custGeom>
            <a:avLst/>
            <a:gdLst/>
            <a:ahLst/>
            <a:rect l="0" t="0" r="r" b="b"/>
            <a:pathLst>
              <a:path w="547" h="547">
                <a:moveTo>
                  <a:pt x="547" y="547"/>
                </a:moveTo>
                <a:lnTo>
                  <a:pt x="0" y="274"/>
                </a:lnTo>
                <a:lnTo>
                  <a:pt x="547" y="0"/>
                </a:lnTo>
                <a:lnTo>
                  <a:pt x="547" y="547"/>
                </a:lnTo>
                <a:close/>
              </a:path>
            </a:pathLst>
          </a:custGeom>
          <a:solidFill>
            <a:srgbClr val="DC262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27" name=""/>
          <p:cNvSpPr txBox="1"/>
          <p:nvPr/>
        </p:nvSpPr>
        <p:spPr>
          <a:xfrm>
            <a:off x="1613880" y="4755600"/>
            <a:ext cx="155808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3"/>
                <a:ea typeface="HiraginoSans-W3"/>
              </a:rPr>
              <a:t>結果を⾒てまたチャットへ戻る</a:t>
            </a:r>
            <a:endParaRPr lang="en-US" sz="880" b="0" u="none" strike="noStrike">
              <a:solidFill>
                <a:srgbClr val="000000"/>
              </a:solidFill>
              <a:effectLst/>
              <a:uFillTx/>
              <a:latin typeface="游明朝体"/>
            </a:endParaRPr>
          </a:p>
        </p:txBody>
      </p:sp>
      <p:sp>
        <p:nvSpPr>
          <p:cNvPr id="928" name=""/>
          <p:cNvSpPr/>
          <p:nvPr/>
        </p:nvSpPr>
        <p:spPr>
          <a:xfrm>
            <a:off x="991440" y="5222520"/>
            <a:ext cx="4322520" cy="523800"/>
          </a:xfrm>
          <a:custGeom>
            <a:avLst/>
            <a:gdLst/>
            <a:ahLst/>
            <a:rect l="0" t="0" r="r" b="b"/>
            <a:pathLst>
              <a:path w="12007" h="1455">
                <a:moveTo>
                  <a:pt x="182" y="0"/>
                </a:moveTo>
                <a:lnTo>
                  <a:pt x="11825" y="0"/>
                </a:lnTo>
                <a:cubicBezTo>
                  <a:pt x="11837" y="0"/>
                  <a:pt x="11849" y="1"/>
                  <a:pt x="11861" y="3"/>
                </a:cubicBezTo>
                <a:cubicBezTo>
                  <a:pt x="11872" y="6"/>
                  <a:pt x="11884" y="9"/>
                  <a:pt x="11895" y="14"/>
                </a:cubicBezTo>
                <a:cubicBezTo>
                  <a:pt x="11906" y="18"/>
                  <a:pt x="11916" y="24"/>
                  <a:pt x="11926" y="30"/>
                </a:cubicBezTo>
                <a:cubicBezTo>
                  <a:pt x="11936" y="37"/>
                  <a:pt x="11945" y="45"/>
                  <a:pt x="11954" y="53"/>
                </a:cubicBezTo>
                <a:cubicBezTo>
                  <a:pt x="11962" y="61"/>
                  <a:pt x="11970" y="71"/>
                  <a:pt x="11976" y="81"/>
                </a:cubicBezTo>
                <a:cubicBezTo>
                  <a:pt x="11983" y="91"/>
                  <a:pt x="11989" y="101"/>
                  <a:pt x="11993" y="112"/>
                </a:cubicBezTo>
                <a:cubicBezTo>
                  <a:pt x="11998" y="123"/>
                  <a:pt x="12001" y="134"/>
                  <a:pt x="12003" y="146"/>
                </a:cubicBezTo>
                <a:cubicBezTo>
                  <a:pt x="12006" y="158"/>
                  <a:pt x="12007" y="170"/>
                  <a:pt x="12007" y="182"/>
                </a:cubicBezTo>
                <a:lnTo>
                  <a:pt x="12007" y="1274"/>
                </a:lnTo>
                <a:cubicBezTo>
                  <a:pt x="12007" y="1285"/>
                  <a:pt x="12006" y="1297"/>
                  <a:pt x="12003" y="1309"/>
                </a:cubicBezTo>
                <a:cubicBezTo>
                  <a:pt x="12001" y="1321"/>
                  <a:pt x="11998" y="1332"/>
                  <a:pt x="11993" y="1343"/>
                </a:cubicBezTo>
                <a:cubicBezTo>
                  <a:pt x="11989" y="1354"/>
                  <a:pt x="11983" y="1365"/>
                  <a:pt x="11976" y="1375"/>
                </a:cubicBezTo>
                <a:cubicBezTo>
                  <a:pt x="11970" y="1384"/>
                  <a:pt x="11962" y="1394"/>
                  <a:pt x="11954" y="1402"/>
                </a:cubicBezTo>
                <a:cubicBezTo>
                  <a:pt x="11945" y="1411"/>
                  <a:pt x="11936" y="1418"/>
                  <a:pt x="11926" y="1425"/>
                </a:cubicBezTo>
                <a:cubicBezTo>
                  <a:pt x="11916" y="1431"/>
                  <a:pt x="11906" y="1437"/>
                  <a:pt x="11895" y="1441"/>
                </a:cubicBezTo>
                <a:cubicBezTo>
                  <a:pt x="11884" y="1446"/>
                  <a:pt x="11872" y="1450"/>
                  <a:pt x="11861" y="1452"/>
                </a:cubicBezTo>
                <a:cubicBezTo>
                  <a:pt x="11849" y="1454"/>
                  <a:pt x="11837" y="1455"/>
                  <a:pt x="11825" y="1455"/>
                </a:cubicBezTo>
                <a:lnTo>
                  <a:pt x="182" y="1455"/>
                </a:lnTo>
                <a:cubicBezTo>
                  <a:pt x="170" y="1455"/>
                  <a:pt x="159" y="1454"/>
                  <a:pt x="147" y="1452"/>
                </a:cubicBezTo>
                <a:cubicBezTo>
                  <a:pt x="135" y="1450"/>
                  <a:pt x="124" y="1446"/>
                  <a:pt x="113" y="1441"/>
                </a:cubicBezTo>
                <a:cubicBezTo>
                  <a:pt x="102" y="1437"/>
                  <a:pt x="91" y="1431"/>
                  <a:pt x="81" y="1425"/>
                </a:cubicBezTo>
                <a:cubicBezTo>
                  <a:pt x="71" y="1418"/>
                  <a:pt x="62" y="1411"/>
                  <a:pt x="54" y="1402"/>
                </a:cubicBezTo>
                <a:cubicBezTo>
                  <a:pt x="45" y="1394"/>
                  <a:pt x="38" y="1384"/>
                  <a:pt x="31" y="1375"/>
                </a:cubicBezTo>
                <a:cubicBezTo>
                  <a:pt x="24" y="1365"/>
                  <a:pt x="19" y="1354"/>
                  <a:pt x="14" y="1343"/>
                </a:cubicBezTo>
                <a:cubicBezTo>
                  <a:pt x="10" y="1332"/>
                  <a:pt x="6" y="1321"/>
                  <a:pt x="4" y="1309"/>
                </a:cubicBezTo>
                <a:cubicBezTo>
                  <a:pt x="2" y="1297"/>
                  <a:pt x="0" y="1285"/>
                  <a:pt x="0" y="1274"/>
                </a:cubicBezTo>
                <a:lnTo>
                  <a:pt x="0" y="182"/>
                </a:lnTo>
                <a:cubicBezTo>
                  <a:pt x="0" y="170"/>
                  <a:pt x="2" y="158"/>
                  <a:pt x="4" y="146"/>
                </a:cubicBezTo>
                <a:cubicBezTo>
                  <a:pt x="6" y="134"/>
                  <a:pt x="10" y="123"/>
                  <a:pt x="14" y="112"/>
                </a:cubicBezTo>
                <a:cubicBezTo>
                  <a:pt x="19" y="101"/>
                  <a:pt x="24" y="91"/>
                  <a:pt x="31" y="81"/>
                </a:cubicBezTo>
                <a:cubicBezTo>
                  <a:pt x="38" y="71"/>
                  <a:pt x="45" y="61"/>
                  <a:pt x="54" y="53"/>
                </a:cubicBezTo>
                <a:cubicBezTo>
                  <a:pt x="62" y="45"/>
                  <a:pt x="71" y="37"/>
                  <a:pt x="81" y="30"/>
                </a:cubicBezTo>
                <a:cubicBezTo>
                  <a:pt x="91" y="24"/>
                  <a:pt x="102" y="18"/>
                  <a:pt x="113" y="14"/>
                </a:cubicBezTo>
                <a:cubicBezTo>
                  <a:pt x="124" y="9"/>
                  <a:pt x="135" y="6"/>
                  <a:pt x="147" y="3"/>
                </a:cubicBezTo>
                <a:cubicBezTo>
                  <a:pt x="159" y="1"/>
                  <a:pt x="170" y="0"/>
                  <a:pt x="182"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29" name=""/>
          <p:cNvSpPr/>
          <p:nvPr/>
        </p:nvSpPr>
        <p:spPr>
          <a:xfrm>
            <a:off x="984960" y="5216040"/>
            <a:ext cx="4335480" cy="537120"/>
          </a:xfrm>
          <a:custGeom>
            <a:avLst/>
            <a:gdLst/>
            <a:ahLst/>
            <a:rect l="0" t="0" r="r" b="b"/>
            <a:pathLst>
              <a:path w="12043" h="1492">
                <a:moveTo>
                  <a:pt x="419" y="0"/>
                </a:moveTo>
                <a:lnTo>
                  <a:pt x="528" y="0"/>
                </a:lnTo>
                <a:lnTo>
                  <a:pt x="528" y="36"/>
                </a:lnTo>
                <a:lnTo>
                  <a:pt x="419" y="36"/>
                </a:lnTo>
                <a:lnTo>
                  <a:pt x="419" y="0"/>
                </a:lnTo>
                <a:moveTo>
                  <a:pt x="637" y="0"/>
                </a:moveTo>
                <a:lnTo>
                  <a:pt x="746" y="0"/>
                </a:lnTo>
                <a:lnTo>
                  <a:pt x="746" y="36"/>
                </a:lnTo>
                <a:lnTo>
                  <a:pt x="637" y="36"/>
                </a:lnTo>
                <a:lnTo>
                  <a:pt x="637" y="0"/>
                </a:lnTo>
                <a:moveTo>
                  <a:pt x="855" y="0"/>
                </a:moveTo>
                <a:lnTo>
                  <a:pt x="964" y="0"/>
                </a:lnTo>
                <a:lnTo>
                  <a:pt x="964" y="36"/>
                </a:lnTo>
                <a:lnTo>
                  <a:pt x="855" y="36"/>
                </a:lnTo>
                <a:lnTo>
                  <a:pt x="855" y="0"/>
                </a:lnTo>
                <a:moveTo>
                  <a:pt x="1073" y="0"/>
                </a:moveTo>
                <a:lnTo>
                  <a:pt x="1183" y="0"/>
                </a:lnTo>
                <a:lnTo>
                  <a:pt x="1183" y="36"/>
                </a:lnTo>
                <a:lnTo>
                  <a:pt x="1073" y="36"/>
                </a:lnTo>
                <a:lnTo>
                  <a:pt x="1073" y="0"/>
                </a:lnTo>
                <a:moveTo>
                  <a:pt x="1292" y="0"/>
                </a:moveTo>
                <a:lnTo>
                  <a:pt x="1401" y="0"/>
                </a:lnTo>
                <a:lnTo>
                  <a:pt x="1401" y="36"/>
                </a:lnTo>
                <a:lnTo>
                  <a:pt x="1292" y="36"/>
                </a:lnTo>
                <a:lnTo>
                  <a:pt x="1292" y="0"/>
                </a:lnTo>
                <a:moveTo>
                  <a:pt x="1510" y="0"/>
                </a:moveTo>
                <a:lnTo>
                  <a:pt x="1619" y="0"/>
                </a:lnTo>
                <a:lnTo>
                  <a:pt x="1619" y="36"/>
                </a:lnTo>
                <a:lnTo>
                  <a:pt x="1510" y="36"/>
                </a:lnTo>
                <a:lnTo>
                  <a:pt x="1510" y="0"/>
                </a:lnTo>
                <a:moveTo>
                  <a:pt x="1728" y="0"/>
                </a:moveTo>
                <a:lnTo>
                  <a:pt x="1837" y="0"/>
                </a:lnTo>
                <a:lnTo>
                  <a:pt x="1837" y="36"/>
                </a:lnTo>
                <a:lnTo>
                  <a:pt x="1728" y="36"/>
                </a:lnTo>
                <a:lnTo>
                  <a:pt x="1728" y="0"/>
                </a:lnTo>
                <a:moveTo>
                  <a:pt x="1947" y="0"/>
                </a:moveTo>
                <a:lnTo>
                  <a:pt x="2056" y="0"/>
                </a:lnTo>
                <a:lnTo>
                  <a:pt x="2056" y="36"/>
                </a:lnTo>
                <a:lnTo>
                  <a:pt x="1947" y="36"/>
                </a:lnTo>
                <a:lnTo>
                  <a:pt x="1947" y="0"/>
                </a:lnTo>
                <a:moveTo>
                  <a:pt x="2165" y="0"/>
                </a:moveTo>
                <a:lnTo>
                  <a:pt x="2274" y="0"/>
                </a:lnTo>
                <a:lnTo>
                  <a:pt x="2274" y="36"/>
                </a:lnTo>
                <a:lnTo>
                  <a:pt x="2165" y="36"/>
                </a:lnTo>
                <a:lnTo>
                  <a:pt x="2165" y="0"/>
                </a:lnTo>
                <a:moveTo>
                  <a:pt x="2383" y="0"/>
                </a:moveTo>
                <a:lnTo>
                  <a:pt x="2492" y="0"/>
                </a:lnTo>
                <a:lnTo>
                  <a:pt x="2492" y="36"/>
                </a:lnTo>
                <a:lnTo>
                  <a:pt x="2383" y="36"/>
                </a:lnTo>
                <a:lnTo>
                  <a:pt x="2383" y="0"/>
                </a:lnTo>
                <a:moveTo>
                  <a:pt x="2601" y="0"/>
                </a:moveTo>
                <a:lnTo>
                  <a:pt x="2711" y="0"/>
                </a:lnTo>
                <a:lnTo>
                  <a:pt x="2711" y="36"/>
                </a:lnTo>
                <a:lnTo>
                  <a:pt x="2601" y="36"/>
                </a:lnTo>
                <a:lnTo>
                  <a:pt x="2601" y="0"/>
                </a:lnTo>
                <a:moveTo>
                  <a:pt x="2820" y="0"/>
                </a:moveTo>
                <a:lnTo>
                  <a:pt x="2929" y="0"/>
                </a:lnTo>
                <a:lnTo>
                  <a:pt x="2929" y="36"/>
                </a:lnTo>
                <a:lnTo>
                  <a:pt x="2820" y="36"/>
                </a:lnTo>
                <a:lnTo>
                  <a:pt x="2820" y="0"/>
                </a:lnTo>
                <a:moveTo>
                  <a:pt x="3038" y="0"/>
                </a:moveTo>
                <a:lnTo>
                  <a:pt x="3147" y="0"/>
                </a:lnTo>
                <a:lnTo>
                  <a:pt x="3147" y="36"/>
                </a:lnTo>
                <a:lnTo>
                  <a:pt x="3038" y="36"/>
                </a:lnTo>
                <a:lnTo>
                  <a:pt x="3038" y="0"/>
                </a:lnTo>
                <a:moveTo>
                  <a:pt x="3256" y="0"/>
                </a:moveTo>
                <a:lnTo>
                  <a:pt x="3366" y="0"/>
                </a:lnTo>
                <a:lnTo>
                  <a:pt x="3366" y="36"/>
                </a:lnTo>
                <a:lnTo>
                  <a:pt x="3256" y="36"/>
                </a:lnTo>
                <a:lnTo>
                  <a:pt x="3256" y="0"/>
                </a:lnTo>
                <a:moveTo>
                  <a:pt x="3476" y="0"/>
                </a:moveTo>
                <a:lnTo>
                  <a:pt x="3585" y="0"/>
                </a:lnTo>
                <a:lnTo>
                  <a:pt x="3585" y="36"/>
                </a:lnTo>
                <a:lnTo>
                  <a:pt x="3476" y="36"/>
                </a:lnTo>
                <a:lnTo>
                  <a:pt x="3476" y="0"/>
                </a:lnTo>
                <a:moveTo>
                  <a:pt x="3694" y="0"/>
                </a:moveTo>
                <a:lnTo>
                  <a:pt x="3803" y="0"/>
                </a:lnTo>
                <a:lnTo>
                  <a:pt x="3803" y="36"/>
                </a:lnTo>
                <a:lnTo>
                  <a:pt x="3694" y="36"/>
                </a:lnTo>
                <a:lnTo>
                  <a:pt x="3694" y="0"/>
                </a:lnTo>
                <a:moveTo>
                  <a:pt x="3912" y="0"/>
                </a:moveTo>
                <a:lnTo>
                  <a:pt x="4021" y="0"/>
                </a:lnTo>
                <a:lnTo>
                  <a:pt x="4021" y="36"/>
                </a:lnTo>
                <a:lnTo>
                  <a:pt x="3912" y="36"/>
                </a:lnTo>
                <a:lnTo>
                  <a:pt x="3912" y="0"/>
                </a:lnTo>
                <a:moveTo>
                  <a:pt x="4130" y="0"/>
                </a:moveTo>
                <a:lnTo>
                  <a:pt x="4240" y="0"/>
                </a:lnTo>
                <a:lnTo>
                  <a:pt x="4240" y="36"/>
                </a:lnTo>
                <a:lnTo>
                  <a:pt x="4130" y="36"/>
                </a:lnTo>
                <a:lnTo>
                  <a:pt x="4130" y="0"/>
                </a:lnTo>
                <a:moveTo>
                  <a:pt x="4349" y="0"/>
                </a:moveTo>
                <a:lnTo>
                  <a:pt x="4458" y="0"/>
                </a:lnTo>
                <a:lnTo>
                  <a:pt x="4458" y="36"/>
                </a:lnTo>
                <a:lnTo>
                  <a:pt x="4349" y="36"/>
                </a:lnTo>
                <a:lnTo>
                  <a:pt x="4349" y="0"/>
                </a:lnTo>
                <a:moveTo>
                  <a:pt x="4567" y="0"/>
                </a:moveTo>
                <a:lnTo>
                  <a:pt x="4676" y="0"/>
                </a:lnTo>
                <a:lnTo>
                  <a:pt x="4676" y="36"/>
                </a:lnTo>
                <a:lnTo>
                  <a:pt x="4567" y="36"/>
                </a:lnTo>
                <a:lnTo>
                  <a:pt x="4567" y="0"/>
                </a:lnTo>
                <a:moveTo>
                  <a:pt x="4785" y="0"/>
                </a:moveTo>
                <a:lnTo>
                  <a:pt x="4894" y="0"/>
                </a:lnTo>
                <a:lnTo>
                  <a:pt x="4894" y="36"/>
                </a:lnTo>
                <a:lnTo>
                  <a:pt x="4785" y="36"/>
                </a:lnTo>
                <a:lnTo>
                  <a:pt x="4785" y="0"/>
                </a:lnTo>
                <a:moveTo>
                  <a:pt x="5004" y="0"/>
                </a:moveTo>
                <a:lnTo>
                  <a:pt x="5113" y="0"/>
                </a:lnTo>
                <a:lnTo>
                  <a:pt x="5113" y="36"/>
                </a:lnTo>
                <a:lnTo>
                  <a:pt x="5004" y="36"/>
                </a:lnTo>
                <a:lnTo>
                  <a:pt x="5004" y="0"/>
                </a:lnTo>
                <a:moveTo>
                  <a:pt x="5222" y="0"/>
                </a:moveTo>
                <a:lnTo>
                  <a:pt x="5331" y="0"/>
                </a:lnTo>
                <a:lnTo>
                  <a:pt x="5331" y="36"/>
                </a:lnTo>
                <a:lnTo>
                  <a:pt x="5222" y="36"/>
                </a:lnTo>
                <a:lnTo>
                  <a:pt x="5222" y="0"/>
                </a:lnTo>
                <a:moveTo>
                  <a:pt x="5440" y="0"/>
                </a:moveTo>
                <a:lnTo>
                  <a:pt x="5549" y="0"/>
                </a:lnTo>
                <a:lnTo>
                  <a:pt x="5549" y="36"/>
                </a:lnTo>
                <a:lnTo>
                  <a:pt x="5440" y="36"/>
                </a:lnTo>
                <a:lnTo>
                  <a:pt x="5440" y="0"/>
                </a:lnTo>
                <a:moveTo>
                  <a:pt x="5658" y="0"/>
                </a:moveTo>
                <a:lnTo>
                  <a:pt x="5768" y="0"/>
                </a:lnTo>
                <a:lnTo>
                  <a:pt x="5768" y="36"/>
                </a:lnTo>
                <a:lnTo>
                  <a:pt x="5658" y="36"/>
                </a:lnTo>
                <a:lnTo>
                  <a:pt x="5658" y="0"/>
                </a:lnTo>
                <a:moveTo>
                  <a:pt x="5877" y="0"/>
                </a:moveTo>
                <a:lnTo>
                  <a:pt x="5986" y="0"/>
                </a:lnTo>
                <a:lnTo>
                  <a:pt x="5986" y="36"/>
                </a:lnTo>
                <a:lnTo>
                  <a:pt x="5877" y="36"/>
                </a:lnTo>
                <a:lnTo>
                  <a:pt x="5877" y="0"/>
                </a:lnTo>
                <a:moveTo>
                  <a:pt x="6095" y="0"/>
                </a:moveTo>
                <a:lnTo>
                  <a:pt x="6204" y="0"/>
                </a:lnTo>
                <a:lnTo>
                  <a:pt x="6204" y="36"/>
                </a:lnTo>
                <a:lnTo>
                  <a:pt x="6095" y="36"/>
                </a:lnTo>
                <a:lnTo>
                  <a:pt x="6095" y="0"/>
                </a:lnTo>
                <a:moveTo>
                  <a:pt x="6313" y="0"/>
                </a:moveTo>
                <a:lnTo>
                  <a:pt x="6422" y="0"/>
                </a:lnTo>
                <a:lnTo>
                  <a:pt x="6422" y="36"/>
                </a:lnTo>
                <a:lnTo>
                  <a:pt x="6313" y="36"/>
                </a:lnTo>
                <a:lnTo>
                  <a:pt x="6313" y="0"/>
                </a:lnTo>
                <a:moveTo>
                  <a:pt x="6532" y="0"/>
                </a:moveTo>
                <a:lnTo>
                  <a:pt x="6641" y="0"/>
                </a:lnTo>
                <a:lnTo>
                  <a:pt x="6641" y="36"/>
                </a:lnTo>
                <a:lnTo>
                  <a:pt x="6532" y="36"/>
                </a:lnTo>
                <a:lnTo>
                  <a:pt x="6532" y="0"/>
                </a:lnTo>
                <a:moveTo>
                  <a:pt x="6750" y="0"/>
                </a:moveTo>
                <a:lnTo>
                  <a:pt x="6859" y="0"/>
                </a:lnTo>
                <a:lnTo>
                  <a:pt x="6859" y="36"/>
                </a:lnTo>
                <a:lnTo>
                  <a:pt x="6750" y="36"/>
                </a:lnTo>
                <a:lnTo>
                  <a:pt x="6750" y="0"/>
                </a:lnTo>
                <a:moveTo>
                  <a:pt x="6968" y="0"/>
                </a:moveTo>
                <a:lnTo>
                  <a:pt x="7077" y="0"/>
                </a:lnTo>
                <a:lnTo>
                  <a:pt x="7077" y="36"/>
                </a:lnTo>
                <a:lnTo>
                  <a:pt x="6968" y="36"/>
                </a:lnTo>
                <a:lnTo>
                  <a:pt x="6968" y="0"/>
                </a:lnTo>
                <a:moveTo>
                  <a:pt x="7186" y="0"/>
                </a:moveTo>
                <a:lnTo>
                  <a:pt x="7296" y="0"/>
                </a:lnTo>
                <a:lnTo>
                  <a:pt x="7296" y="36"/>
                </a:lnTo>
                <a:lnTo>
                  <a:pt x="7186" y="36"/>
                </a:lnTo>
                <a:lnTo>
                  <a:pt x="7186" y="0"/>
                </a:lnTo>
                <a:moveTo>
                  <a:pt x="7405" y="0"/>
                </a:moveTo>
                <a:lnTo>
                  <a:pt x="7514" y="0"/>
                </a:lnTo>
                <a:lnTo>
                  <a:pt x="7514" y="36"/>
                </a:lnTo>
                <a:lnTo>
                  <a:pt x="7405" y="36"/>
                </a:lnTo>
                <a:lnTo>
                  <a:pt x="7405" y="0"/>
                </a:lnTo>
                <a:moveTo>
                  <a:pt x="7623" y="0"/>
                </a:moveTo>
                <a:lnTo>
                  <a:pt x="7732" y="0"/>
                </a:lnTo>
                <a:lnTo>
                  <a:pt x="7732" y="36"/>
                </a:lnTo>
                <a:lnTo>
                  <a:pt x="7623" y="36"/>
                </a:lnTo>
                <a:lnTo>
                  <a:pt x="7623" y="0"/>
                </a:lnTo>
                <a:moveTo>
                  <a:pt x="7841" y="0"/>
                </a:moveTo>
                <a:lnTo>
                  <a:pt x="7950" y="0"/>
                </a:lnTo>
                <a:lnTo>
                  <a:pt x="7950" y="36"/>
                </a:lnTo>
                <a:lnTo>
                  <a:pt x="7841" y="36"/>
                </a:lnTo>
                <a:lnTo>
                  <a:pt x="7841" y="0"/>
                </a:lnTo>
                <a:moveTo>
                  <a:pt x="8059" y="0"/>
                </a:moveTo>
                <a:lnTo>
                  <a:pt x="8169" y="0"/>
                </a:lnTo>
                <a:lnTo>
                  <a:pt x="8169" y="36"/>
                </a:lnTo>
                <a:lnTo>
                  <a:pt x="8059" y="36"/>
                </a:lnTo>
                <a:lnTo>
                  <a:pt x="8059" y="0"/>
                </a:lnTo>
                <a:moveTo>
                  <a:pt x="8278" y="0"/>
                </a:moveTo>
                <a:lnTo>
                  <a:pt x="8387" y="0"/>
                </a:lnTo>
                <a:lnTo>
                  <a:pt x="8387" y="36"/>
                </a:lnTo>
                <a:lnTo>
                  <a:pt x="8278" y="36"/>
                </a:lnTo>
                <a:lnTo>
                  <a:pt x="8278" y="0"/>
                </a:lnTo>
                <a:moveTo>
                  <a:pt x="8496" y="0"/>
                </a:moveTo>
                <a:lnTo>
                  <a:pt x="8605" y="0"/>
                </a:lnTo>
                <a:lnTo>
                  <a:pt x="8605" y="36"/>
                </a:lnTo>
                <a:lnTo>
                  <a:pt x="8496" y="36"/>
                </a:lnTo>
                <a:lnTo>
                  <a:pt x="8496" y="0"/>
                </a:lnTo>
                <a:moveTo>
                  <a:pt x="8714" y="0"/>
                </a:moveTo>
                <a:lnTo>
                  <a:pt x="8823" y="0"/>
                </a:lnTo>
                <a:lnTo>
                  <a:pt x="8823" y="36"/>
                </a:lnTo>
                <a:lnTo>
                  <a:pt x="8714" y="36"/>
                </a:lnTo>
                <a:lnTo>
                  <a:pt x="8714" y="0"/>
                </a:lnTo>
                <a:moveTo>
                  <a:pt x="8933" y="0"/>
                </a:moveTo>
                <a:lnTo>
                  <a:pt x="9042" y="0"/>
                </a:lnTo>
                <a:lnTo>
                  <a:pt x="9042" y="36"/>
                </a:lnTo>
                <a:lnTo>
                  <a:pt x="8933" y="36"/>
                </a:lnTo>
                <a:lnTo>
                  <a:pt x="8933" y="0"/>
                </a:lnTo>
                <a:moveTo>
                  <a:pt x="9151" y="0"/>
                </a:moveTo>
                <a:lnTo>
                  <a:pt x="9260" y="0"/>
                </a:lnTo>
                <a:lnTo>
                  <a:pt x="9260" y="36"/>
                </a:lnTo>
                <a:lnTo>
                  <a:pt x="9151" y="36"/>
                </a:lnTo>
                <a:lnTo>
                  <a:pt x="9151" y="0"/>
                </a:lnTo>
                <a:moveTo>
                  <a:pt x="9369" y="0"/>
                </a:moveTo>
                <a:lnTo>
                  <a:pt x="9478" y="0"/>
                </a:lnTo>
                <a:lnTo>
                  <a:pt x="9478" y="36"/>
                </a:lnTo>
                <a:lnTo>
                  <a:pt x="9369" y="36"/>
                </a:lnTo>
                <a:lnTo>
                  <a:pt x="9369" y="0"/>
                </a:lnTo>
                <a:moveTo>
                  <a:pt x="9587" y="0"/>
                </a:moveTo>
                <a:lnTo>
                  <a:pt x="9697" y="0"/>
                </a:lnTo>
                <a:lnTo>
                  <a:pt x="9697" y="36"/>
                </a:lnTo>
                <a:lnTo>
                  <a:pt x="9587" y="36"/>
                </a:lnTo>
                <a:lnTo>
                  <a:pt x="9587" y="0"/>
                </a:lnTo>
                <a:moveTo>
                  <a:pt x="9806" y="0"/>
                </a:moveTo>
                <a:lnTo>
                  <a:pt x="9915" y="0"/>
                </a:lnTo>
                <a:lnTo>
                  <a:pt x="9915" y="36"/>
                </a:lnTo>
                <a:lnTo>
                  <a:pt x="9806" y="36"/>
                </a:lnTo>
                <a:lnTo>
                  <a:pt x="9806" y="0"/>
                </a:lnTo>
                <a:moveTo>
                  <a:pt x="10024" y="0"/>
                </a:moveTo>
                <a:lnTo>
                  <a:pt x="10133" y="0"/>
                </a:lnTo>
                <a:lnTo>
                  <a:pt x="10133" y="36"/>
                </a:lnTo>
                <a:lnTo>
                  <a:pt x="10024" y="36"/>
                </a:lnTo>
                <a:lnTo>
                  <a:pt x="10024" y="0"/>
                </a:lnTo>
                <a:moveTo>
                  <a:pt x="10242" y="0"/>
                </a:moveTo>
                <a:lnTo>
                  <a:pt x="10351" y="0"/>
                </a:lnTo>
                <a:lnTo>
                  <a:pt x="10351" y="36"/>
                </a:lnTo>
                <a:lnTo>
                  <a:pt x="10242" y="36"/>
                </a:lnTo>
                <a:lnTo>
                  <a:pt x="10242" y="0"/>
                </a:lnTo>
                <a:moveTo>
                  <a:pt x="10461" y="0"/>
                </a:moveTo>
                <a:lnTo>
                  <a:pt x="10570" y="0"/>
                </a:lnTo>
                <a:lnTo>
                  <a:pt x="10570" y="36"/>
                </a:lnTo>
                <a:lnTo>
                  <a:pt x="10461" y="36"/>
                </a:lnTo>
                <a:lnTo>
                  <a:pt x="10461" y="0"/>
                </a:lnTo>
                <a:moveTo>
                  <a:pt x="10679" y="0"/>
                </a:moveTo>
                <a:lnTo>
                  <a:pt x="10788" y="0"/>
                </a:lnTo>
                <a:lnTo>
                  <a:pt x="10788" y="36"/>
                </a:lnTo>
                <a:lnTo>
                  <a:pt x="10679" y="36"/>
                </a:lnTo>
                <a:lnTo>
                  <a:pt x="10679" y="0"/>
                </a:lnTo>
                <a:moveTo>
                  <a:pt x="10897" y="0"/>
                </a:moveTo>
                <a:lnTo>
                  <a:pt x="11006" y="0"/>
                </a:lnTo>
                <a:lnTo>
                  <a:pt x="11006" y="36"/>
                </a:lnTo>
                <a:lnTo>
                  <a:pt x="10897" y="36"/>
                </a:lnTo>
                <a:lnTo>
                  <a:pt x="10897" y="0"/>
                </a:lnTo>
                <a:moveTo>
                  <a:pt x="11115" y="0"/>
                </a:moveTo>
                <a:lnTo>
                  <a:pt x="11225" y="0"/>
                </a:lnTo>
                <a:lnTo>
                  <a:pt x="11225" y="36"/>
                </a:lnTo>
                <a:lnTo>
                  <a:pt x="11115" y="36"/>
                </a:lnTo>
                <a:lnTo>
                  <a:pt x="11115" y="0"/>
                </a:lnTo>
                <a:moveTo>
                  <a:pt x="11334" y="0"/>
                </a:moveTo>
                <a:lnTo>
                  <a:pt x="11443" y="0"/>
                </a:lnTo>
                <a:lnTo>
                  <a:pt x="11443" y="36"/>
                </a:lnTo>
                <a:lnTo>
                  <a:pt x="11334" y="36"/>
                </a:lnTo>
                <a:lnTo>
                  <a:pt x="11334" y="0"/>
                </a:lnTo>
                <a:moveTo>
                  <a:pt x="11552" y="0"/>
                </a:moveTo>
                <a:lnTo>
                  <a:pt x="11661" y="0"/>
                </a:lnTo>
                <a:lnTo>
                  <a:pt x="11661" y="36"/>
                </a:lnTo>
                <a:lnTo>
                  <a:pt x="11552" y="36"/>
                </a:lnTo>
                <a:lnTo>
                  <a:pt x="11552" y="0"/>
                </a:lnTo>
                <a:moveTo>
                  <a:pt x="11770" y="0"/>
                </a:moveTo>
                <a:lnTo>
                  <a:pt x="11843" y="0"/>
                </a:lnTo>
                <a:cubicBezTo>
                  <a:pt x="11856" y="0"/>
                  <a:pt x="11869" y="1"/>
                  <a:pt x="11882" y="3"/>
                </a:cubicBezTo>
                <a:lnTo>
                  <a:pt x="11875" y="39"/>
                </a:lnTo>
                <a:cubicBezTo>
                  <a:pt x="11864" y="37"/>
                  <a:pt x="11854" y="36"/>
                  <a:pt x="11843" y="36"/>
                </a:cubicBezTo>
                <a:lnTo>
                  <a:pt x="11770" y="36"/>
                </a:lnTo>
                <a:lnTo>
                  <a:pt x="11770" y="0"/>
                </a:lnTo>
                <a:moveTo>
                  <a:pt x="11987" y="61"/>
                </a:moveTo>
                <a:cubicBezTo>
                  <a:pt x="12016" y="91"/>
                  <a:pt x="12034" y="127"/>
                  <a:pt x="12041" y="169"/>
                </a:cubicBezTo>
                <a:lnTo>
                  <a:pt x="12005" y="174"/>
                </a:lnTo>
                <a:cubicBezTo>
                  <a:pt x="11999" y="140"/>
                  <a:pt x="11985" y="111"/>
                  <a:pt x="11961" y="86"/>
                </a:cubicBezTo>
                <a:lnTo>
                  <a:pt x="11987" y="61"/>
                </a:lnTo>
                <a:moveTo>
                  <a:pt x="12043" y="279"/>
                </a:moveTo>
                <a:lnTo>
                  <a:pt x="12043" y="389"/>
                </a:lnTo>
                <a:lnTo>
                  <a:pt x="12007" y="389"/>
                </a:lnTo>
                <a:lnTo>
                  <a:pt x="12007" y="279"/>
                </a:lnTo>
                <a:lnTo>
                  <a:pt x="12043" y="279"/>
                </a:lnTo>
                <a:moveTo>
                  <a:pt x="12043" y="498"/>
                </a:moveTo>
                <a:lnTo>
                  <a:pt x="12043" y="607"/>
                </a:lnTo>
                <a:lnTo>
                  <a:pt x="12007" y="607"/>
                </a:lnTo>
                <a:lnTo>
                  <a:pt x="12007" y="498"/>
                </a:lnTo>
                <a:lnTo>
                  <a:pt x="12043" y="498"/>
                </a:lnTo>
                <a:moveTo>
                  <a:pt x="12043" y="716"/>
                </a:moveTo>
                <a:lnTo>
                  <a:pt x="12043" y="825"/>
                </a:lnTo>
                <a:lnTo>
                  <a:pt x="12007" y="825"/>
                </a:lnTo>
                <a:lnTo>
                  <a:pt x="12007" y="716"/>
                </a:lnTo>
                <a:lnTo>
                  <a:pt x="12043" y="716"/>
                </a:lnTo>
                <a:moveTo>
                  <a:pt x="12043" y="934"/>
                </a:moveTo>
                <a:lnTo>
                  <a:pt x="12043" y="1043"/>
                </a:lnTo>
                <a:lnTo>
                  <a:pt x="12007" y="1043"/>
                </a:lnTo>
                <a:lnTo>
                  <a:pt x="12007" y="934"/>
                </a:lnTo>
                <a:lnTo>
                  <a:pt x="12043" y="934"/>
                </a:lnTo>
                <a:moveTo>
                  <a:pt x="12043" y="1152"/>
                </a:moveTo>
                <a:lnTo>
                  <a:pt x="12043" y="1262"/>
                </a:lnTo>
                <a:lnTo>
                  <a:pt x="12007" y="1262"/>
                </a:lnTo>
                <a:lnTo>
                  <a:pt x="12007" y="1152"/>
                </a:lnTo>
                <a:lnTo>
                  <a:pt x="12043" y="1152"/>
                </a:lnTo>
                <a:moveTo>
                  <a:pt x="12024" y="1377"/>
                </a:moveTo>
                <a:cubicBezTo>
                  <a:pt x="12006" y="1415"/>
                  <a:pt x="11979" y="1444"/>
                  <a:pt x="11943" y="1465"/>
                </a:cubicBezTo>
                <a:lnTo>
                  <a:pt x="11925" y="1433"/>
                </a:lnTo>
                <a:cubicBezTo>
                  <a:pt x="11954" y="1416"/>
                  <a:pt x="11977" y="1392"/>
                  <a:pt x="11991" y="1361"/>
                </a:cubicBezTo>
                <a:lnTo>
                  <a:pt x="12024" y="1377"/>
                </a:lnTo>
                <a:moveTo>
                  <a:pt x="11829" y="1492"/>
                </a:moveTo>
                <a:lnTo>
                  <a:pt x="11720" y="1492"/>
                </a:lnTo>
                <a:lnTo>
                  <a:pt x="11720" y="1455"/>
                </a:lnTo>
                <a:lnTo>
                  <a:pt x="11829" y="1455"/>
                </a:lnTo>
                <a:lnTo>
                  <a:pt x="11829" y="1492"/>
                </a:lnTo>
                <a:moveTo>
                  <a:pt x="11610" y="1492"/>
                </a:moveTo>
                <a:lnTo>
                  <a:pt x="11501" y="1492"/>
                </a:lnTo>
                <a:lnTo>
                  <a:pt x="11501" y="1455"/>
                </a:lnTo>
                <a:lnTo>
                  <a:pt x="11610" y="1455"/>
                </a:lnTo>
                <a:lnTo>
                  <a:pt x="11610" y="1492"/>
                </a:lnTo>
                <a:moveTo>
                  <a:pt x="11392" y="1492"/>
                </a:moveTo>
                <a:lnTo>
                  <a:pt x="11283" y="1492"/>
                </a:lnTo>
                <a:lnTo>
                  <a:pt x="11283" y="1455"/>
                </a:lnTo>
                <a:lnTo>
                  <a:pt x="11392" y="1455"/>
                </a:lnTo>
                <a:lnTo>
                  <a:pt x="11392" y="1492"/>
                </a:lnTo>
                <a:moveTo>
                  <a:pt x="11174" y="1492"/>
                </a:moveTo>
                <a:lnTo>
                  <a:pt x="11065" y="1492"/>
                </a:lnTo>
                <a:lnTo>
                  <a:pt x="11065" y="1455"/>
                </a:lnTo>
                <a:lnTo>
                  <a:pt x="11174" y="1455"/>
                </a:lnTo>
                <a:lnTo>
                  <a:pt x="11174" y="1492"/>
                </a:lnTo>
                <a:moveTo>
                  <a:pt x="10956" y="1492"/>
                </a:moveTo>
                <a:lnTo>
                  <a:pt x="10846" y="1492"/>
                </a:lnTo>
                <a:lnTo>
                  <a:pt x="10846" y="1455"/>
                </a:lnTo>
                <a:lnTo>
                  <a:pt x="10956" y="1455"/>
                </a:lnTo>
                <a:lnTo>
                  <a:pt x="10956" y="1492"/>
                </a:lnTo>
                <a:moveTo>
                  <a:pt x="10737" y="1492"/>
                </a:moveTo>
                <a:lnTo>
                  <a:pt x="10628" y="1492"/>
                </a:lnTo>
                <a:lnTo>
                  <a:pt x="10628" y="1455"/>
                </a:lnTo>
                <a:lnTo>
                  <a:pt x="10737" y="1455"/>
                </a:lnTo>
                <a:lnTo>
                  <a:pt x="10737" y="1492"/>
                </a:lnTo>
                <a:moveTo>
                  <a:pt x="10519" y="1492"/>
                </a:moveTo>
                <a:lnTo>
                  <a:pt x="10410" y="1492"/>
                </a:lnTo>
                <a:lnTo>
                  <a:pt x="10410" y="1455"/>
                </a:lnTo>
                <a:lnTo>
                  <a:pt x="10519" y="1455"/>
                </a:lnTo>
                <a:lnTo>
                  <a:pt x="10519" y="1492"/>
                </a:lnTo>
                <a:moveTo>
                  <a:pt x="10301" y="1492"/>
                </a:moveTo>
                <a:lnTo>
                  <a:pt x="10192" y="1492"/>
                </a:lnTo>
                <a:lnTo>
                  <a:pt x="10192" y="1455"/>
                </a:lnTo>
                <a:lnTo>
                  <a:pt x="10301" y="1455"/>
                </a:lnTo>
                <a:lnTo>
                  <a:pt x="10301" y="1492"/>
                </a:lnTo>
                <a:moveTo>
                  <a:pt x="10082" y="1492"/>
                </a:moveTo>
                <a:lnTo>
                  <a:pt x="9973" y="1492"/>
                </a:lnTo>
                <a:lnTo>
                  <a:pt x="9973" y="1455"/>
                </a:lnTo>
                <a:lnTo>
                  <a:pt x="10082" y="1455"/>
                </a:lnTo>
                <a:lnTo>
                  <a:pt x="10082" y="1492"/>
                </a:lnTo>
                <a:moveTo>
                  <a:pt x="9864" y="1492"/>
                </a:moveTo>
                <a:lnTo>
                  <a:pt x="9755" y="1492"/>
                </a:lnTo>
                <a:lnTo>
                  <a:pt x="9755" y="1455"/>
                </a:lnTo>
                <a:lnTo>
                  <a:pt x="9864" y="1455"/>
                </a:lnTo>
                <a:lnTo>
                  <a:pt x="9864" y="1492"/>
                </a:lnTo>
                <a:moveTo>
                  <a:pt x="9646" y="1492"/>
                </a:moveTo>
                <a:lnTo>
                  <a:pt x="9537" y="1492"/>
                </a:lnTo>
                <a:lnTo>
                  <a:pt x="9537" y="1455"/>
                </a:lnTo>
                <a:lnTo>
                  <a:pt x="9646" y="1455"/>
                </a:lnTo>
                <a:lnTo>
                  <a:pt x="9646" y="1492"/>
                </a:lnTo>
                <a:moveTo>
                  <a:pt x="9428" y="1492"/>
                </a:moveTo>
                <a:lnTo>
                  <a:pt x="9318" y="1492"/>
                </a:lnTo>
                <a:lnTo>
                  <a:pt x="9318" y="1455"/>
                </a:lnTo>
                <a:lnTo>
                  <a:pt x="9428" y="1455"/>
                </a:lnTo>
                <a:lnTo>
                  <a:pt x="9428" y="1492"/>
                </a:lnTo>
                <a:moveTo>
                  <a:pt x="9209" y="1492"/>
                </a:moveTo>
                <a:lnTo>
                  <a:pt x="9100" y="1492"/>
                </a:lnTo>
                <a:lnTo>
                  <a:pt x="9100" y="1455"/>
                </a:lnTo>
                <a:lnTo>
                  <a:pt x="9209" y="1455"/>
                </a:lnTo>
                <a:lnTo>
                  <a:pt x="9209" y="1492"/>
                </a:lnTo>
                <a:moveTo>
                  <a:pt x="8991" y="1492"/>
                </a:moveTo>
                <a:lnTo>
                  <a:pt x="8882" y="1492"/>
                </a:lnTo>
                <a:lnTo>
                  <a:pt x="8882" y="1455"/>
                </a:lnTo>
                <a:lnTo>
                  <a:pt x="8991" y="1455"/>
                </a:lnTo>
                <a:lnTo>
                  <a:pt x="8991" y="1492"/>
                </a:lnTo>
                <a:moveTo>
                  <a:pt x="8773" y="1492"/>
                </a:moveTo>
                <a:lnTo>
                  <a:pt x="8664" y="1492"/>
                </a:lnTo>
                <a:lnTo>
                  <a:pt x="8664" y="1455"/>
                </a:lnTo>
                <a:lnTo>
                  <a:pt x="8773" y="1455"/>
                </a:lnTo>
                <a:lnTo>
                  <a:pt x="8773" y="1492"/>
                </a:lnTo>
                <a:moveTo>
                  <a:pt x="8555" y="1492"/>
                </a:moveTo>
                <a:lnTo>
                  <a:pt x="8445" y="1492"/>
                </a:lnTo>
                <a:lnTo>
                  <a:pt x="8445" y="1455"/>
                </a:lnTo>
                <a:lnTo>
                  <a:pt x="8555" y="1455"/>
                </a:lnTo>
                <a:lnTo>
                  <a:pt x="8555" y="1492"/>
                </a:lnTo>
                <a:moveTo>
                  <a:pt x="8336" y="1492"/>
                </a:moveTo>
                <a:lnTo>
                  <a:pt x="8227" y="1492"/>
                </a:lnTo>
                <a:lnTo>
                  <a:pt x="8227" y="1455"/>
                </a:lnTo>
                <a:lnTo>
                  <a:pt x="8336" y="1455"/>
                </a:lnTo>
                <a:lnTo>
                  <a:pt x="8336" y="1492"/>
                </a:lnTo>
                <a:moveTo>
                  <a:pt x="8118" y="1492"/>
                </a:moveTo>
                <a:lnTo>
                  <a:pt x="8009" y="1492"/>
                </a:lnTo>
                <a:lnTo>
                  <a:pt x="8009" y="1455"/>
                </a:lnTo>
                <a:lnTo>
                  <a:pt x="8118" y="1455"/>
                </a:lnTo>
                <a:lnTo>
                  <a:pt x="8118" y="1492"/>
                </a:lnTo>
                <a:moveTo>
                  <a:pt x="7900" y="1492"/>
                </a:moveTo>
                <a:lnTo>
                  <a:pt x="7791" y="1492"/>
                </a:lnTo>
                <a:lnTo>
                  <a:pt x="7791" y="1455"/>
                </a:lnTo>
                <a:lnTo>
                  <a:pt x="7900" y="1455"/>
                </a:lnTo>
                <a:lnTo>
                  <a:pt x="7900" y="1492"/>
                </a:lnTo>
                <a:moveTo>
                  <a:pt x="7681" y="1492"/>
                </a:moveTo>
                <a:lnTo>
                  <a:pt x="7572" y="1492"/>
                </a:lnTo>
                <a:lnTo>
                  <a:pt x="7572" y="1455"/>
                </a:lnTo>
                <a:lnTo>
                  <a:pt x="7681" y="1455"/>
                </a:lnTo>
                <a:lnTo>
                  <a:pt x="7681" y="1492"/>
                </a:lnTo>
                <a:moveTo>
                  <a:pt x="7463" y="1492"/>
                </a:moveTo>
                <a:lnTo>
                  <a:pt x="7354" y="1492"/>
                </a:lnTo>
                <a:lnTo>
                  <a:pt x="7354" y="1455"/>
                </a:lnTo>
                <a:lnTo>
                  <a:pt x="7463" y="1455"/>
                </a:lnTo>
                <a:lnTo>
                  <a:pt x="7463" y="1492"/>
                </a:lnTo>
                <a:moveTo>
                  <a:pt x="7245" y="1492"/>
                </a:moveTo>
                <a:lnTo>
                  <a:pt x="7136" y="1492"/>
                </a:lnTo>
                <a:lnTo>
                  <a:pt x="7136" y="1455"/>
                </a:lnTo>
                <a:lnTo>
                  <a:pt x="7245" y="1455"/>
                </a:lnTo>
                <a:lnTo>
                  <a:pt x="7245" y="1492"/>
                </a:lnTo>
                <a:moveTo>
                  <a:pt x="7027" y="1492"/>
                </a:moveTo>
                <a:lnTo>
                  <a:pt x="6917" y="1492"/>
                </a:lnTo>
                <a:lnTo>
                  <a:pt x="6917" y="1455"/>
                </a:lnTo>
                <a:lnTo>
                  <a:pt x="7027" y="1455"/>
                </a:lnTo>
                <a:lnTo>
                  <a:pt x="7027" y="1492"/>
                </a:lnTo>
                <a:moveTo>
                  <a:pt x="6808" y="1492"/>
                </a:moveTo>
                <a:lnTo>
                  <a:pt x="6699" y="1492"/>
                </a:lnTo>
                <a:lnTo>
                  <a:pt x="6699" y="1455"/>
                </a:lnTo>
                <a:lnTo>
                  <a:pt x="6808" y="1455"/>
                </a:lnTo>
                <a:lnTo>
                  <a:pt x="6808" y="1492"/>
                </a:lnTo>
                <a:moveTo>
                  <a:pt x="6590" y="1492"/>
                </a:moveTo>
                <a:lnTo>
                  <a:pt x="6481" y="1492"/>
                </a:lnTo>
                <a:lnTo>
                  <a:pt x="6481" y="1455"/>
                </a:lnTo>
                <a:lnTo>
                  <a:pt x="6590" y="1455"/>
                </a:lnTo>
                <a:lnTo>
                  <a:pt x="6590" y="1492"/>
                </a:lnTo>
                <a:moveTo>
                  <a:pt x="6372" y="1492"/>
                </a:moveTo>
                <a:lnTo>
                  <a:pt x="6263" y="1492"/>
                </a:lnTo>
                <a:lnTo>
                  <a:pt x="6263" y="1455"/>
                </a:lnTo>
                <a:lnTo>
                  <a:pt x="6372" y="1455"/>
                </a:lnTo>
                <a:lnTo>
                  <a:pt x="6372" y="1492"/>
                </a:lnTo>
                <a:moveTo>
                  <a:pt x="6153" y="1492"/>
                </a:moveTo>
                <a:lnTo>
                  <a:pt x="6044" y="1492"/>
                </a:lnTo>
                <a:lnTo>
                  <a:pt x="6044" y="1455"/>
                </a:lnTo>
                <a:lnTo>
                  <a:pt x="6153" y="1455"/>
                </a:lnTo>
                <a:lnTo>
                  <a:pt x="6153" y="1492"/>
                </a:lnTo>
                <a:moveTo>
                  <a:pt x="5935" y="1492"/>
                </a:moveTo>
                <a:lnTo>
                  <a:pt x="5826" y="1492"/>
                </a:lnTo>
                <a:lnTo>
                  <a:pt x="5826" y="1455"/>
                </a:lnTo>
                <a:lnTo>
                  <a:pt x="5935" y="1455"/>
                </a:lnTo>
                <a:lnTo>
                  <a:pt x="5935" y="1492"/>
                </a:lnTo>
                <a:moveTo>
                  <a:pt x="5717" y="1492"/>
                </a:moveTo>
                <a:lnTo>
                  <a:pt x="5608" y="1492"/>
                </a:lnTo>
                <a:lnTo>
                  <a:pt x="5608" y="1455"/>
                </a:lnTo>
                <a:lnTo>
                  <a:pt x="5717" y="1455"/>
                </a:lnTo>
                <a:lnTo>
                  <a:pt x="5717" y="1492"/>
                </a:lnTo>
                <a:moveTo>
                  <a:pt x="5499" y="1492"/>
                </a:moveTo>
                <a:lnTo>
                  <a:pt x="5389" y="1492"/>
                </a:lnTo>
                <a:lnTo>
                  <a:pt x="5389" y="1455"/>
                </a:lnTo>
                <a:lnTo>
                  <a:pt x="5499" y="1455"/>
                </a:lnTo>
                <a:lnTo>
                  <a:pt x="5499" y="1492"/>
                </a:lnTo>
                <a:moveTo>
                  <a:pt x="5280" y="1492"/>
                </a:moveTo>
                <a:lnTo>
                  <a:pt x="5171" y="1492"/>
                </a:lnTo>
                <a:lnTo>
                  <a:pt x="5171" y="1455"/>
                </a:lnTo>
                <a:lnTo>
                  <a:pt x="5280" y="1455"/>
                </a:lnTo>
                <a:lnTo>
                  <a:pt x="5280" y="1492"/>
                </a:lnTo>
                <a:moveTo>
                  <a:pt x="5062" y="1492"/>
                </a:moveTo>
                <a:lnTo>
                  <a:pt x="4953" y="1492"/>
                </a:lnTo>
                <a:lnTo>
                  <a:pt x="4953" y="1455"/>
                </a:lnTo>
                <a:lnTo>
                  <a:pt x="5062" y="1455"/>
                </a:lnTo>
                <a:lnTo>
                  <a:pt x="5062" y="1492"/>
                </a:lnTo>
                <a:moveTo>
                  <a:pt x="4844" y="1492"/>
                </a:moveTo>
                <a:lnTo>
                  <a:pt x="4735" y="1492"/>
                </a:lnTo>
                <a:lnTo>
                  <a:pt x="4735" y="1455"/>
                </a:lnTo>
                <a:lnTo>
                  <a:pt x="4844" y="1455"/>
                </a:lnTo>
                <a:lnTo>
                  <a:pt x="4844" y="1492"/>
                </a:lnTo>
                <a:moveTo>
                  <a:pt x="4625" y="1492"/>
                </a:moveTo>
                <a:lnTo>
                  <a:pt x="4516" y="1492"/>
                </a:lnTo>
                <a:lnTo>
                  <a:pt x="4516" y="1455"/>
                </a:lnTo>
                <a:lnTo>
                  <a:pt x="4625" y="1455"/>
                </a:lnTo>
                <a:lnTo>
                  <a:pt x="4625" y="1492"/>
                </a:lnTo>
                <a:moveTo>
                  <a:pt x="4407" y="1492"/>
                </a:moveTo>
                <a:lnTo>
                  <a:pt x="4298" y="1492"/>
                </a:lnTo>
                <a:lnTo>
                  <a:pt x="4298" y="1455"/>
                </a:lnTo>
                <a:lnTo>
                  <a:pt x="4407" y="1455"/>
                </a:lnTo>
                <a:lnTo>
                  <a:pt x="4407" y="1492"/>
                </a:lnTo>
                <a:moveTo>
                  <a:pt x="4189" y="1492"/>
                </a:moveTo>
                <a:lnTo>
                  <a:pt x="4080" y="1492"/>
                </a:lnTo>
                <a:lnTo>
                  <a:pt x="4080" y="1455"/>
                </a:lnTo>
                <a:lnTo>
                  <a:pt x="4189" y="1455"/>
                </a:lnTo>
                <a:lnTo>
                  <a:pt x="4189" y="1492"/>
                </a:lnTo>
                <a:moveTo>
                  <a:pt x="3971" y="1492"/>
                </a:moveTo>
                <a:lnTo>
                  <a:pt x="3861" y="1492"/>
                </a:lnTo>
                <a:lnTo>
                  <a:pt x="3861" y="1455"/>
                </a:lnTo>
                <a:lnTo>
                  <a:pt x="3971" y="1455"/>
                </a:lnTo>
                <a:lnTo>
                  <a:pt x="3971" y="1492"/>
                </a:lnTo>
                <a:moveTo>
                  <a:pt x="3752" y="1492"/>
                </a:moveTo>
                <a:lnTo>
                  <a:pt x="3643" y="1492"/>
                </a:lnTo>
                <a:lnTo>
                  <a:pt x="3643" y="1455"/>
                </a:lnTo>
                <a:lnTo>
                  <a:pt x="3752" y="1455"/>
                </a:lnTo>
                <a:lnTo>
                  <a:pt x="3752" y="1492"/>
                </a:lnTo>
                <a:moveTo>
                  <a:pt x="3534" y="1492"/>
                </a:moveTo>
                <a:lnTo>
                  <a:pt x="3425" y="1492"/>
                </a:lnTo>
                <a:lnTo>
                  <a:pt x="3425" y="1455"/>
                </a:lnTo>
                <a:lnTo>
                  <a:pt x="3534" y="1455"/>
                </a:lnTo>
                <a:lnTo>
                  <a:pt x="3534" y="1492"/>
                </a:lnTo>
                <a:moveTo>
                  <a:pt x="3316" y="1492"/>
                </a:moveTo>
                <a:lnTo>
                  <a:pt x="3206" y="1492"/>
                </a:lnTo>
                <a:lnTo>
                  <a:pt x="3206" y="1455"/>
                </a:lnTo>
                <a:lnTo>
                  <a:pt x="3316" y="1455"/>
                </a:lnTo>
                <a:lnTo>
                  <a:pt x="3316" y="1492"/>
                </a:lnTo>
                <a:moveTo>
                  <a:pt x="3096" y="1492"/>
                </a:moveTo>
                <a:lnTo>
                  <a:pt x="2987" y="1492"/>
                </a:lnTo>
                <a:lnTo>
                  <a:pt x="2987" y="1455"/>
                </a:lnTo>
                <a:lnTo>
                  <a:pt x="3096" y="1455"/>
                </a:lnTo>
                <a:lnTo>
                  <a:pt x="3096" y="1492"/>
                </a:lnTo>
                <a:moveTo>
                  <a:pt x="2878" y="1492"/>
                </a:moveTo>
                <a:lnTo>
                  <a:pt x="2769" y="1492"/>
                </a:lnTo>
                <a:lnTo>
                  <a:pt x="2769" y="1455"/>
                </a:lnTo>
                <a:lnTo>
                  <a:pt x="2878" y="1455"/>
                </a:lnTo>
                <a:lnTo>
                  <a:pt x="2878" y="1492"/>
                </a:lnTo>
                <a:moveTo>
                  <a:pt x="2660" y="1492"/>
                </a:moveTo>
                <a:lnTo>
                  <a:pt x="2551" y="1492"/>
                </a:lnTo>
                <a:lnTo>
                  <a:pt x="2551" y="1455"/>
                </a:lnTo>
                <a:lnTo>
                  <a:pt x="2660" y="1455"/>
                </a:lnTo>
                <a:lnTo>
                  <a:pt x="2660" y="1492"/>
                </a:lnTo>
                <a:moveTo>
                  <a:pt x="2442" y="1492"/>
                </a:moveTo>
                <a:lnTo>
                  <a:pt x="2332" y="1492"/>
                </a:lnTo>
                <a:lnTo>
                  <a:pt x="2332" y="1455"/>
                </a:lnTo>
                <a:lnTo>
                  <a:pt x="2442" y="1455"/>
                </a:lnTo>
                <a:lnTo>
                  <a:pt x="2442" y="1492"/>
                </a:lnTo>
                <a:moveTo>
                  <a:pt x="2223" y="1492"/>
                </a:moveTo>
                <a:lnTo>
                  <a:pt x="2114" y="1492"/>
                </a:lnTo>
                <a:lnTo>
                  <a:pt x="2114" y="1455"/>
                </a:lnTo>
                <a:lnTo>
                  <a:pt x="2223" y="1455"/>
                </a:lnTo>
                <a:lnTo>
                  <a:pt x="2223" y="1492"/>
                </a:lnTo>
                <a:moveTo>
                  <a:pt x="2005" y="1492"/>
                </a:moveTo>
                <a:lnTo>
                  <a:pt x="1896" y="1492"/>
                </a:lnTo>
                <a:lnTo>
                  <a:pt x="1896" y="1455"/>
                </a:lnTo>
                <a:lnTo>
                  <a:pt x="2005" y="1455"/>
                </a:lnTo>
                <a:lnTo>
                  <a:pt x="2005" y="1492"/>
                </a:lnTo>
                <a:moveTo>
                  <a:pt x="1787" y="1492"/>
                </a:moveTo>
                <a:lnTo>
                  <a:pt x="1678" y="1492"/>
                </a:lnTo>
                <a:lnTo>
                  <a:pt x="1678" y="1455"/>
                </a:lnTo>
                <a:lnTo>
                  <a:pt x="1787" y="1455"/>
                </a:lnTo>
                <a:lnTo>
                  <a:pt x="1787" y="1492"/>
                </a:lnTo>
                <a:moveTo>
                  <a:pt x="1569" y="1492"/>
                </a:moveTo>
                <a:lnTo>
                  <a:pt x="1459" y="1492"/>
                </a:lnTo>
                <a:lnTo>
                  <a:pt x="1459" y="1455"/>
                </a:lnTo>
                <a:lnTo>
                  <a:pt x="1569" y="1455"/>
                </a:lnTo>
                <a:lnTo>
                  <a:pt x="1569" y="1492"/>
                </a:lnTo>
                <a:moveTo>
                  <a:pt x="1350" y="1492"/>
                </a:moveTo>
                <a:lnTo>
                  <a:pt x="1241" y="1492"/>
                </a:lnTo>
                <a:lnTo>
                  <a:pt x="1241" y="1455"/>
                </a:lnTo>
                <a:lnTo>
                  <a:pt x="1350" y="1455"/>
                </a:lnTo>
                <a:lnTo>
                  <a:pt x="1350" y="1492"/>
                </a:lnTo>
                <a:moveTo>
                  <a:pt x="1132" y="1492"/>
                </a:moveTo>
                <a:lnTo>
                  <a:pt x="1023" y="1492"/>
                </a:lnTo>
                <a:lnTo>
                  <a:pt x="1023" y="1455"/>
                </a:lnTo>
                <a:lnTo>
                  <a:pt x="1132" y="1455"/>
                </a:lnTo>
                <a:lnTo>
                  <a:pt x="1132" y="1492"/>
                </a:lnTo>
                <a:moveTo>
                  <a:pt x="914" y="1492"/>
                </a:moveTo>
                <a:lnTo>
                  <a:pt x="805" y="1492"/>
                </a:lnTo>
                <a:lnTo>
                  <a:pt x="805" y="1455"/>
                </a:lnTo>
                <a:lnTo>
                  <a:pt x="914" y="1455"/>
                </a:lnTo>
                <a:lnTo>
                  <a:pt x="914" y="1492"/>
                </a:lnTo>
                <a:moveTo>
                  <a:pt x="695" y="1492"/>
                </a:moveTo>
                <a:lnTo>
                  <a:pt x="586" y="1492"/>
                </a:lnTo>
                <a:lnTo>
                  <a:pt x="586" y="1455"/>
                </a:lnTo>
                <a:lnTo>
                  <a:pt x="695" y="1455"/>
                </a:lnTo>
                <a:lnTo>
                  <a:pt x="695" y="1492"/>
                </a:lnTo>
                <a:moveTo>
                  <a:pt x="477" y="1492"/>
                </a:moveTo>
                <a:lnTo>
                  <a:pt x="368" y="1492"/>
                </a:lnTo>
                <a:lnTo>
                  <a:pt x="368" y="1455"/>
                </a:lnTo>
                <a:lnTo>
                  <a:pt x="477" y="1455"/>
                </a:lnTo>
                <a:lnTo>
                  <a:pt x="477" y="1492"/>
                </a:lnTo>
                <a:moveTo>
                  <a:pt x="259" y="1492"/>
                </a:moveTo>
                <a:lnTo>
                  <a:pt x="200" y="1492"/>
                </a:lnTo>
                <a:cubicBezTo>
                  <a:pt x="182" y="1492"/>
                  <a:pt x="164" y="1489"/>
                  <a:pt x="146" y="1484"/>
                </a:cubicBezTo>
                <a:lnTo>
                  <a:pt x="156" y="1449"/>
                </a:lnTo>
                <a:cubicBezTo>
                  <a:pt x="170" y="1453"/>
                  <a:pt x="185" y="1455"/>
                  <a:pt x="200" y="1455"/>
                </a:cubicBezTo>
                <a:lnTo>
                  <a:pt x="259" y="1455"/>
                </a:lnTo>
                <a:lnTo>
                  <a:pt x="259" y="1492"/>
                </a:lnTo>
                <a:moveTo>
                  <a:pt x="45" y="1418"/>
                </a:moveTo>
                <a:cubicBezTo>
                  <a:pt x="19" y="1386"/>
                  <a:pt x="4" y="1349"/>
                  <a:pt x="1" y="1307"/>
                </a:cubicBezTo>
                <a:lnTo>
                  <a:pt x="37" y="1304"/>
                </a:lnTo>
                <a:cubicBezTo>
                  <a:pt x="40" y="1338"/>
                  <a:pt x="52" y="1369"/>
                  <a:pt x="74" y="1395"/>
                </a:cubicBezTo>
                <a:lnTo>
                  <a:pt x="45" y="1418"/>
                </a:lnTo>
                <a:moveTo>
                  <a:pt x="0" y="1197"/>
                </a:moveTo>
                <a:lnTo>
                  <a:pt x="0" y="1087"/>
                </a:lnTo>
                <a:lnTo>
                  <a:pt x="37" y="1087"/>
                </a:lnTo>
                <a:lnTo>
                  <a:pt x="37" y="1197"/>
                </a:lnTo>
                <a:lnTo>
                  <a:pt x="0" y="1197"/>
                </a:lnTo>
                <a:moveTo>
                  <a:pt x="0" y="978"/>
                </a:moveTo>
                <a:lnTo>
                  <a:pt x="0" y="869"/>
                </a:lnTo>
                <a:lnTo>
                  <a:pt x="37" y="869"/>
                </a:lnTo>
                <a:lnTo>
                  <a:pt x="37" y="978"/>
                </a:lnTo>
                <a:lnTo>
                  <a:pt x="0" y="978"/>
                </a:lnTo>
                <a:moveTo>
                  <a:pt x="0" y="760"/>
                </a:moveTo>
                <a:lnTo>
                  <a:pt x="0" y="651"/>
                </a:lnTo>
                <a:lnTo>
                  <a:pt x="37" y="651"/>
                </a:lnTo>
                <a:lnTo>
                  <a:pt x="37" y="760"/>
                </a:lnTo>
                <a:lnTo>
                  <a:pt x="0" y="760"/>
                </a:lnTo>
                <a:moveTo>
                  <a:pt x="0" y="542"/>
                </a:moveTo>
                <a:lnTo>
                  <a:pt x="0" y="433"/>
                </a:lnTo>
                <a:lnTo>
                  <a:pt x="37" y="433"/>
                </a:lnTo>
                <a:lnTo>
                  <a:pt x="37" y="542"/>
                </a:lnTo>
                <a:lnTo>
                  <a:pt x="0" y="542"/>
                </a:lnTo>
                <a:moveTo>
                  <a:pt x="0" y="324"/>
                </a:moveTo>
                <a:lnTo>
                  <a:pt x="0" y="215"/>
                </a:lnTo>
                <a:lnTo>
                  <a:pt x="37" y="215"/>
                </a:lnTo>
                <a:lnTo>
                  <a:pt x="37" y="324"/>
                </a:lnTo>
                <a:lnTo>
                  <a:pt x="0" y="324"/>
                </a:lnTo>
                <a:moveTo>
                  <a:pt x="27" y="100"/>
                </a:moveTo>
                <a:cubicBezTo>
                  <a:pt x="47" y="64"/>
                  <a:pt x="77" y="37"/>
                  <a:pt x="114" y="19"/>
                </a:cubicBezTo>
                <a:lnTo>
                  <a:pt x="130" y="52"/>
                </a:lnTo>
                <a:cubicBezTo>
                  <a:pt x="99" y="67"/>
                  <a:pt x="75" y="89"/>
                  <a:pt x="58" y="118"/>
                </a:cubicBezTo>
                <a:lnTo>
                  <a:pt x="27" y="100"/>
                </a:lnTo>
                <a:moveTo>
                  <a:pt x="200" y="0"/>
                </a:moveTo>
                <a:lnTo>
                  <a:pt x="310" y="0"/>
                </a:lnTo>
                <a:lnTo>
                  <a:pt x="310" y="36"/>
                </a:lnTo>
                <a:lnTo>
                  <a:pt x="200" y="36"/>
                </a:lnTo>
                <a:lnTo>
                  <a:pt x="200" y="0"/>
                </a:lnTo>
                <a:close/>
              </a:path>
            </a:pathLst>
          </a:custGeom>
          <a:solidFill>
            <a:srgbClr val="CBD5E1"/>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30" name=""/>
          <p:cNvSpPr txBox="1"/>
          <p:nvPr/>
        </p:nvSpPr>
        <p:spPr>
          <a:xfrm rot="5400000">
            <a:off x="4994280" y="3501000"/>
            <a:ext cx="1268640" cy="97920"/>
          </a:xfrm>
          <a:prstGeom prst="rect">
            <a:avLst/>
          </a:prstGeom>
          <a:noFill/>
          <a:ln w="0">
            <a:noFill/>
          </a:ln>
        </p:spPr>
        <p:txBody>
          <a:bodyPr wrap="none" lIns="0" tIns="0" rIns="0" bIns="0" anchor="t">
            <a:spAutoFit/>
          </a:bodyPr>
          <a:p>
            <a:pPr/>
            <a:r>
              <a:rPr lang="ja-JP" sz="770" b="1" u="none" strike="noStrike">
                <a:solidFill>
                  <a:srgbClr val="DC2626"/>
                </a:solidFill>
                <a:effectLst/>
                <a:uFillTx/>
                <a:latin typeface="HiraginoSans-W5"/>
                <a:ea typeface="HiraginoSans-W5"/>
              </a:rPr>
              <a:t>都度、⼈が確認・修正を仲介</a:t>
            </a:r>
            <a:endParaRPr lang="en-US" sz="770" b="0" u="none" strike="noStrike">
              <a:solidFill>
                <a:srgbClr val="000000"/>
              </a:solidFill>
              <a:effectLst/>
              <a:uFillTx/>
              <a:latin typeface="游明朝体"/>
            </a:endParaRPr>
          </a:p>
        </p:txBody>
      </p:sp>
      <p:sp>
        <p:nvSpPr>
          <p:cNvPr id="931" name=""/>
          <p:cNvSpPr txBox="1"/>
          <p:nvPr/>
        </p:nvSpPr>
        <p:spPr>
          <a:xfrm>
            <a:off x="2282040" y="5352120"/>
            <a:ext cx="1750320" cy="125280"/>
          </a:xfrm>
          <a:prstGeom prst="rect">
            <a:avLst/>
          </a:prstGeom>
          <a:noFill/>
          <a:ln w="0">
            <a:noFill/>
          </a:ln>
        </p:spPr>
        <p:txBody>
          <a:bodyPr wrap="none" lIns="0" tIns="0" rIns="0" bIns="0" anchor="t">
            <a:spAutoFit/>
          </a:bodyPr>
          <a:p>
            <a:pPr/>
            <a:r>
              <a:rPr lang="ja-JP" sz="980" b="1" u="none" strike="noStrike">
                <a:solidFill>
                  <a:srgbClr val="64748B"/>
                </a:solidFill>
                <a:effectLst/>
                <a:uFillTx/>
                <a:latin typeface="HiraginoSans-W6"/>
                <a:ea typeface="HiraginoSans-W6"/>
              </a:rPr>
              <a:t>⼀往復ごとに⼈⼿の作業が発⽣</a:t>
            </a:r>
            <a:endParaRPr lang="en-US" sz="980" b="0" u="none" strike="noStrike">
              <a:solidFill>
                <a:srgbClr val="000000"/>
              </a:solidFill>
              <a:effectLst/>
              <a:uFillTx/>
              <a:latin typeface="游明朝体"/>
            </a:endParaRPr>
          </a:p>
        </p:txBody>
      </p:sp>
      <p:sp>
        <p:nvSpPr>
          <p:cNvPr id="932" name=""/>
          <p:cNvSpPr/>
          <p:nvPr/>
        </p:nvSpPr>
        <p:spPr>
          <a:xfrm>
            <a:off x="6033960" y="1400040"/>
            <a:ext cx="4715280" cy="419040"/>
          </a:xfrm>
          <a:custGeom>
            <a:avLst/>
            <a:gdLst/>
            <a:ahLst/>
            <a:rect l="0" t="0" r="r" b="b"/>
            <a:pathLst>
              <a:path w="13098" h="1164">
                <a:moveTo>
                  <a:pt x="182" y="0"/>
                </a:moveTo>
                <a:lnTo>
                  <a:pt x="12916" y="0"/>
                </a:lnTo>
                <a:cubicBezTo>
                  <a:pt x="12928" y="0"/>
                  <a:pt x="12940" y="1"/>
                  <a:pt x="12951" y="3"/>
                </a:cubicBezTo>
                <a:cubicBezTo>
                  <a:pt x="12963" y="6"/>
                  <a:pt x="12974" y="9"/>
                  <a:pt x="12985" y="14"/>
                </a:cubicBezTo>
                <a:cubicBezTo>
                  <a:pt x="12996" y="18"/>
                  <a:pt x="13007" y="24"/>
                  <a:pt x="13017" y="30"/>
                </a:cubicBezTo>
                <a:cubicBezTo>
                  <a:pt x="13027" y="37"/>
                  <a:pt x="13036" y="45"/>
                  <a:pt x="13044" y="53"/>
                </a:cubicBezTo>
                <a:cubicBezTo>
                  <a:pt x="13053" y="61"/>
                  <a:pt x="13060" y="71"/>
                  <a:pt x="13067" y="81"/>
                </a:cubicBezTo>
                <a:cubicBezTo>
                  <a:pt x="13074" y="90"/>
                  <a:pt x="13079" y="101"/>
                  <a:pt x="13084" y="112"/>
                </a:cubicBezTo>
                <a:cubicBezTo>
                  <a:pt x="13088" y="123"/>
                  <a:pt x="13092" y="134"/>
                  <a:pt x="13094" y="146"/>
                </a:cubicBezTo>
                <a:cubicBezTo>
                  <a:pt x="13097" y="158"/>
                  <a:pt x="13098" y="170"/>
                  <a:pt x="13098" y="183"/>
                </a:cubicBezTo>
                <a:lnTo>
                  <a:pt x="13098" y="983"/>
                </a:lnTo>
                <a:cubicBezTo>
                  <a:pt x="13098" y="994"/>
                  <a:pt x="13097" y="1006"/>
                  <a:pt x="13094" y="1018"/>
                </a:cubicBezTo>
                <a:cubicBezTo>
                  <a:pt x="13092" y="1030"/>
                  <a:pt x="13088" y="1041"/>
                  <a:pt x="13084" y="1052"/>
                </a:cubicBezTo>
                <a:cubicBezTo>
                  <a:pt x="13079" y="1063"/>
                  <a:pt x="13074" y="1074"/>
                  <a:pt x="13067" y="1084"/>
                </a:cubicBezTo>
                <a:cubicBezTo>
                  <a:pt x="13060" y="1093"/>
                  <a:pt x="13053" y="1103"/>
                  <a:pt x="13044" y="1111"/>
                </a:cubicBezTo>
                <a:cubicBezTo>
                  <a:pt x="13036" y="1120"/>
                  <a:pt x="13027" y="1127"/>
                  <a:pt x="13017" y="1134"/>
                </a:cubicBezTo>
                <a:cubicBezTo>
                  <a:pt x="13007" y="1140"/>
                  <a:pt x="12996" y="1146"/>
                  <a:pt x="12985" y="1151"/>
                </a:cubicBezTo>
                <a:cubicBezTo>
                  <a:pt x="12974" y="1155"/>
                  <a:pt x="12963" y="1159"/>
                  <a:pt x="12951" y="1161"/>
                </a:cubicBezTo>
                <a:cubicBezTo>
                  <a:pt x="12940" y="1163"/>
                  <a:pt x="12928" y="1164"/>
                  <a:pt x="12916" y="1164"/>
                </a:cubicBezTo>
                <a:lnTo>
                  <a:pt x="182" y="1164"/>
                </a:lnTo>
                <a:cubicBezTo>
                  <a:pt x="170" y="1164"/>
                  <a:pt x="158" y="1163"/>
                  <a:pt x="146" y="1161"/>
                </a:cubicBezTo>
                <a:cubicBezTo>
                  <a:pt x="135" y="1159"/>
                  <a:pt x="123" y="1155"/>
                  <a:pt x="112" y="1151"/>
                </a:cubicBezTo>
                <a:cubicBezTo>
                  <a:pt x="101" y="1146"/>
                  <a:pt x="91" y="1140"/>
                  <a:pt x="81" y="1134"/>
                </a:cubicBezTo>
                <a:cubicBezTo>
                  <a:pt x="71" y="1127"/>
                  <a:pt x="62" y="1120"/>
                  <a:pt x="53" y="1111"/>
                </a:cubicBezTo>
                <a:cubicBezTo>
                  <a:pt x="45" y="1103"/>
                  <a:pt x="37" y="1093"/>
                  <a:pt x="31" y="1084"/>
                </a:cubicBezTo>
                <a:cubicBezTo>
                  <a:pt x="24" y="1074"/>
                  <a:pt x="18" y="1063"/>
                  <a:pt x="14" y="1052"/>
                </a:cubicBezTo>
                <a:cubicBezTo>
                  <a:pt x="9" y="1041"/>
                  <a:pt x="6" y="1030"/>
                  <a:pt x="3" y="1018"/>
                </a:cubicBezTo>
                <a:cubicBezTo>
                  <a:pt x="1" y="1006"/>
                  <a:pt x="0" y="994"/>
                  <a:pt x="0" y="983"/>
                </a:cubicBezTo>
                <a:lnTo>
                  <a:pt x="0" y="183"/>
                </a:lnTo>
                <a:cubicBezTo>
                  <a:pt x="0" y="170"/>
                  <a:pt x="1" y="158"/>
                  <a:pt x="3" y="146"/>
                </a:cubicBezTo>
                <a:cubicBezTo>
                  <a:pt x="6" y="134"/>
                  <a:pt x="9" y="123"/>
                  <a:pt x="14" y="112"/>
                </a:cubicBezTo>
                <a:cubicBezTo>
                  <a:pt x="18" y="101"/>
                  <a:pt x="24" y="90"/>
                  <a:pt x="31" y="81"/>
                </a:cubicBezTo>
                <a:cubicBezTo>
                  <a:pt x="37" y="71"/>
                  <a:pt x="45" y="61"/>
                  <a:pt x="53" y="53"/>
                </a:cubicBezTo>
                <a:cubicBezTo>
                  <a:pt x="62" y="45"/>
                  <a:pt x="71" y="37"/>
                  <a:pt x="81" y="30"/>
                </a:cubicBezTo>
                <a:cubicBezTo>
                  <a:pt x="91" y="24"/>
                  <a:pt x="101" y="18"/>
                  <a:pt x="112" y="14"/>
                </a:cubicBezTo>
                <a:cubicBezTo>
                  <a:pt x="123" y="9"/>
                  <a:pt x="135" y="6"/>
                  <a:pt x="146" y="3"/>
                </a:cubicBezTo>
                <a:cubicBezTo>
                  <a:pt x="158" y="1"/>
                  <a:pt x="170" y="0"/>
                  <a:pt x="182" y="0"/>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33" name=""/>
          <p:cNvSpPr txBox="1"/>
          <p:nvPr/>
        </p:nvSpPr>
        <p:spPr>
          <a:xfrm>
            <a:off x="2367000" y="5540040"/>
            <a:ext cx="1578240" cy="105480"/>
          </a:xfrm>
          <a:prstGeom prst="rect">
            <a:avLst/>
          </a:prstGeom>
          <a:noFill/>
          <a:ln w="0">
            <a:noFill/>
          </a:ln>
        </p:spPr>
        <p:txBody>
          <a:bodyPr wrap="none" lIns="0" tIns="0" rIns="0" bIns="0" anchor="t">
            <a:spAutoFit/>
          </a:bodyPr>
          <a:p>
            <a:pPr/>
            <a:r>
              <a:rPr lang="ja-JP" sz="820" b="0" u="none" strike="noStrike">
                <a:solidFill>
                  <a:srgbClr val="64748B"/>
                </a:solidFill>
                <a:effectLst/>
                <a:uFillTx/>
                <a:latin typeface="HiraginoSans-W3"/>
                <a:ea typeface="HiraginoSans-W3"/>
              </a:rPr>
              <a:t>試作・単発の作業には⼿軽で有効</a:t>
            </a:r>
            <a:endParaRPr lang="en-US" sz="820" b="0" u="none" strike="noStrike">
              <a:solidFill>
                <a:srgbClr val="000000"/>
              </a:solidFill>
              <a:effectLst/>
              <a:uFillTx/>
              <a:latin typeface="游明朝体"/>
            </a:endParaRPr>
          </a:p>
        </p:txBody>
      </p:sp>
      <p:sp>
        <p:nvSpPr>
          <p:cNvPr id="934" name=""/>
          <p:cNvSpPr/>
          <p:nvPr/>
        </p:nvSpPr>
        <p:spPr>
          <a:xfrm>
            <a:off x="6230520" y="2028240"/>
            <a:ext cx="4322160" cy="576360"/>
          </a:xfrm>
          <a:custGeom>
            <a:avLst/>
            <a:gdLst/>
            <a:ahLst/>
            <a:rect l="0" t="0" r="r" b="b"/>
            <a:pathLst>
              <a:path w="12006" h="1601">
                <a:moveTo>
                  <a:pt x="181" y="0"/>
                </a:moveTo>
                <a:lnTo>
                  <a:pt x="11824" y="0"/>
                </a:lnTo>
                <a:cubicBezTo>
                  <a:pt x="11836" y="0"/>
                  <a:pt x="11848" y="1"/>
                  <a:pt x="11860" y="4"/>
                </a:cubicBezTo>
                <a:cubicBezTo>
                  <a:pt x="11871" y="6"/>
                  <a:pt x="11883" y="9"/>
                  <a:pt x="11894" y="14"/>
                </a:cubicBezTo>
                <a:cubicBezTo>
                  <a:pt x="11905" y="19"/>
                  <a:pt x="11915" y="24"/>
                  <a:pt x="11925" y="31"/>
                </a:cubicBezTo>
                <a:cubicBezTo>
                  <a:pt x="11935" y="37"/>
                  <a:pt x="11944" y="45"/>
                  <a:pt x="11953" y="53"/>
                </a:cubicBezTo>
                <a:cubicBezTo>
                  <a:pt x="11961" y="62"/>
                  <a:pt x="11969" y="71"/>
                  <a:pt x="11975" y="81"/>
                </a:cubicBezTo>
                <a:cubicBezTo>
                  <a:pt x="11982" y="91"/>
                  <a:pt x="11988" y="101"/>
                  <a:pt x="11992" y="112"/>
                </a:cubicBezTo>
                <a:cubicBezTo>
                  <a:pt x="11997" y="123"/>
                  <a:pt x="12000" y="135"/>
                  <a:pt x="12003" y="147"/>
                </a:cubicBezTo>
                <a:cubicBezTo>
                  <a:pt x="12005" y="158"/>
                  <a:pt x="12006" y="170"/>
                  <a:pt x="12006" y="182"/>
                </a:cubicBezTo>
                <a:lnTo>
                  <a:pt x="12006" y="1418"/>
                </a:lnTo>
                <a:cubicBezTo>
                  <a:pt x="12006" y="1430"/>
                  <a:pt x="12005" y="1442"/>
                  <a:pt x="12003" y="1454"/>
                </a:cubicBezTo>
                <a:cubicBezTo>
                  <a:pt x="12000" y="1466"/>
                  <a:pt x="11997" y="1477"/>
                  <a:pt x="11992" y="1488"/>
                </a:cubicBezTo>
                <a:cubicBezTo>
                  <a:pt x="11988" y="1499"/>
                  <a:pt x="11982" y="1509"/>
                  <a:pt x="11975" y="1519"/>
                </a:cubicBezTo>
                <a:cubicBezTo>
                  <a:pt x="11969" y="1529"/>
                  <a:pt x="11961" y="1538"/>
                  <a:pt x="11953" y="1547"/>
                </a:cubicBezTo>
                <a:cubicBezTo>
                  <a:pt x="11944" y="1555"/>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5"/>
                  <a:pt x="53" y="1547"/>
                </a:cubicBezTo>
                <a:cubicBezTo>
                  <a:pt x="44" y="1538"/>
                  <a:pt x="37" y="1529"/>
                  <a:pt x="30" y="1519"/>
                </a:cubicBezTo>
                <a:cubicBezTo>
                  <a:pt x="24" y="1509"/>
                  <a:pt x="18" y="1499"/>
                  <a:pt x="13" y="1488"/>
                </a:cubicBezTo>
                <a:cubicBezTo>
                  <a:pt x="9" y="1477"/>
                  <a:pt x="5" y="1466"/>
                  <a:pt x="3" y="1454"/>
                </a:cubicBezTo>
                <a:cubicBezTo>
                  <a:pt x="1" y="1442"/>
                  <a:pt x="0" y="1430"/>
                  <a:pt x="0" y="1418"/>
                </a:cubicBezTo>
                <a:lnTo>
                  <a:pt x="0" y="182"/>
                </a:lnTo>
                <a:cubicBezTo>
                  <a:pt x="0" y="170"/>
                  <a:pt x="1" y="158"/>
                  <a:pt x="3" y="147"/>
                </a:cubicBezTo>
                <a:cubicBezTo>
                  <a:pt x="5" y="135"/>
                  <a:pt x="9" y="123"/>
                  <a:pt x="13" y="112"/>
                </a:cubicBezTo>
                <a:cubicBezTo>
                  <a:pt x="18" y="101"/>
                  <a:pt x="24" y="91"/>
                  <a:pt x="30" y="81"/>
                </a:cubicBezTo>
                <a:cubicBezTo>
                  <a:pt x="37" y="71"/>
                  <a:pt x="44" y="62"/>
                  <a:pt x="53" y="53"/>
                </a:cubicBezTo>
                <a:cubicBezTo>
                  <a:pt x="61" y="45"/>
                  <a:pt x="70" y="37"/>
                  <a:pt x="80" y="31"/>
                </a:cubicBezTo>
                <a:cubicBezTo>
                  <a:pt x="90" y="24"/>
                  <a:pt x="101" y="19"/>
                  <a:pt x="112" y="14"/>
                </a:cubicBezTo>
                <a:cubicBezTo>
                  <a:pt x="123" y="9"/>
                  <a:pt x="134" y="6"/>
                  <a:pt x="146" y="4"/>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35" name=""/>
          <p:cNvSpPr/>
          <p:nvPr/>
        </p:nvSpPr>
        <p:spPr>
          <a:xfrm>
            <a:off x="6230520" y="2028240"/>
            <a:ext cx="4322160" cy="576360"/>
          </a:xfrm>
          <a:custGeom>
            <a:avLst/>
            <a:gdLst/>
            <a:ahLst/>
            <a:rect l="0" t="0" r="r" b="b"/>
            <a:pathLst>
              <a:path w="12006" h="1601">
                <a:moveTo>
                  <a:pt x="181" y="0"/>
                </a:moveTo>
                <a:lnTo>
                  <a:pt x="11824" y="0"/>
                </a:lnTo>
                <a:cubicBezTo>
                  <a:pt x="11836" y="0"/>
                  <a:pt x="11848" y="1"/>
                  <a:pt x="11860" y="4"/>
                </a:cubicBezTo>
                <a:cubicBezTo>
                  <a:pt x="11871" y="6"/>
                  <a:pt x="11883" y="9"/>
                  <a:pt x="11894" y="14"/>
                </a:cubicBezTo>
                <a:cubicBezTo>
                  <a:pt x="11905" y="19"/>
                  <a:pt x="11915" y="24"/>
                  <a:pt x="11925" y="31"/>
                </a:cubicBezTo>
                <a:cubicBezTo>
                  <a:pt x="11935" y="37"/>
                  <a:pt x="11944" y="45"/>
                  <a:pt x="11953" y="53"/>
                </a:cubicBezTo>
                <a:cubicBezTo>
                  <a:pt x="11961" y="62"/>
                  <a:pt x="11969" y="71"/>
                  <a:pt x="11975" y="81"/>
                </a:cubicBezTo>
                <a:cubicBezTo>
                  <a:pt x="11982" y="91"/>
                  <a:pt x="11988" y="101"/>
                  <a:pt x="11992" y="112"/>
                </a:cubicBezTo>
                <a:cubicBezTo>
                  <a:pt x="11997" y="123"/>
                  <a:pt x="12000" y="135"/>
                  <a:pt x="12003" y="147"/>
                </a:cubicBezTo>
                <a:cubicBezTo>
                  <a:pt x="12005" y="158"/>
                  <a:pt x="12006" y="170"/>
                  <a:pt x="12006" y="182"/>
                </a:cubicBezTo>
                <a:lnTo>
                  <a:pt x="12006" y="1418"/>
                </a:lnTo>
                <a:cubicBezTo>
                  <a:pt x="12006" y="1430"/>
                  <a:pt x="12005" y="1442"/>
                  <a:pt x="12003" y="1454"/>
                </a:cubicBezTo>
                <a:cubicBezTo>
                  <a:pt x="12000" y="1466"/>
                  <a:pt x="11997" y="1477"/>
                  <a:pt x="11992" y="1488"/>
                </a:cubicBezTo>
                <a:cubicBezTo>
                  <a:pt x="11988" y="1499"/>
                  <a:pt x="11982" y="1509"/>
                  <a:pt x="11975" y="1519"/>
                </a:cubicBezTo>
                <a:cubicBezTo>
                  <a:pt x="11969" y="1529"/>
                  <a:pt x="11961" y="1538"/>
                  <a:pt x="11953" y="1547"/>
                </a:cubicBezTo>
                <a:cubicBezTo>
                  <a:pt x="11944" y="1555"/>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5"/>
                  <a:pt x="53" y="1547"/>
                </a:cubicBezTo>
                <a:cubicBezTo>
                  <a:pt x="44" y="1538"/>
                  <a:pt x="37" y="1529"/>
                  <a:pt x="30" y="1519"/>
                </a:cubicBezTo>
                <a:cubicBezTo>
                  <a:pt x="24" y="1509"/>
                  <a:pt x="18" y="1499"/>
                  <a:pt x="13" y="1488"/>
                </a:cubicBezTo>
                <a:cubicBezTo>
                  <a:pt x="9" y="1477"/>
                  <a:pt x="5" y="1466"/>
                  <a:pt x="3" y="1454"/>
                </a:cubicBezTo>
                <a:cubicBezTo>
                  <a:pt x="1" y="1442"/>
                  <a:pt x="0" y="1430"/>
                  <a:pt x="0" y="1418"/>
                </a:cubicBezTo>
                <a:lnTo>
                  <a:pt x="0" y="182"/>
                </a:lnTo>
                <a:cubicBezTo>
                  <a:pt x="0" y="170"/>
                  <a:pt x="1" y="158"/>
                  <a:pt x="3" y="147"/>
                </a:cubicBezTo>
                <a:cubicBezTo>
                  <a:pt x="5" y="135"/>
                  <a:pt x="9" y="123"/>
                  <a:pt x="13" y="112"/>
                </a:cubicBezTo>
                <a:cubicBezTo>
                  <a:pt x="18" y="101"/>
                  <a:pt x="24" y="91"/>
                  <a:pt x="30" y="81"/>
                </a:cubicBezTo>
                <a:cubicBezTo>
                  <a:pt x="37" y="71"/>
                  <a:pt x="44" y="62"/>
                  <a:pt x="53" y="53"/>
                </a:cubicBezTo>
                <a:cubicBezTo>
                  <a:pt x="61" y="45"/>
                  <a:pt x="70" y="37"/>
                  <a:pt x="80" y="31"/>
                </a:cubicBezTo>
                <a:cubicBezTo>
                  <a:pt x="90" y="24"/>
                  <a:pt x="101" y="19"/>
                  <a:pt x="112" y="14"/>
                </a:cubicBezTo>
                <a:cubicBezTo>
                  <a:pt x="123" y="9"/>
                  <a:pt x="134" y="6"/>
                  <a:pt x="146" y="4"/>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36" name=""/>
          <p:cNvSpPr/>
          <p:nvPr/>
        </p:nvSpPr>
        <p:spPr>
          <a:xfrm>
            <a:off x="6387480" y="2145960"/>
            <a:ext cx="340920" cy="340920"/>
          </a:xfrm>
          <a:custGeom>
            <a:avLst/>
            <a:gdLst/>
            <a:ahLst/>
            <a:rect l="0" t="0" r="r" b="b"/>
            <a:pathLst>
              <a:path w="947" h="947">
                <a:moveTo>
                  <a:pt x="947" y="474"/>
                </a:moveTo>
                <a:cubicBezTo>
                  <a:pt x="947" y="505"/>
                  <a:pt x="944" y="536"/>
                  <a:pt x="938" y="566"/>
                </a:cubicBezTo>
                <a:cubicBezTo>
                  <a:pt x="932" y="597"/>
                  <a:pt x="923" y="626"/>
                  <a:pt x="911" y="655"/>
                </a:cubicBezTo>
                <a:cubicBezTo>
                  <a:pt x="899" y="684"/>
                  <a:pt x="885" y="711"/>
                  <a:pt x="867" y="737"/>
                </a:cubicBezTo>
                <a:cubicBezTo>
                  <a:pt x="850" y="763"/>
                  <a:pt x="830" y="786"/>
                  <a:pt x="808" y="808"/>
                </a:cubicBezTo>
                <a:cubicBezTo>
                  <a:pt x="787" y="830"/>
                  <a:pt x="763" y="850"/>
                  <a:pt x="737" y="867"/>
                </a:cubicBezTo>
                <a:cubicBezTo>
                  <a:pt x="711" y="884"/>
                  <a:pt x="683" y="899"/>
                  <a:pt x="654" y="911"/>
                </a:cubicBezTo>
                <a:cubicBezTo>
                  <a:pt x="625" y="923"/>
                  <a:pt x="596" y="932"/>
                  <a:pt x="565" y="938"/>
                </a:cubicBezTo>
                <a:cubicBezTo>
                  <a:pt x="535" y="944"/>
                  <a:pt x="504" y="947"/>
                  <a:pt x="473" y="947"/>
                </a:cubicBezTo>
                <a:cubicBezTo>
                  <a:pt x="442" y="947"/>
                  <a:pt x="411" y="944"/>
                  <a:pt x="381" y="938"/>
                </a:cubicBezTo>
                <a:cubicBezTo>
                  <a:pt x="350" y="932"/>
                  <a:pt x="321" y="923"/>
                  <a:pt x="292" y="911"/>
                </a:cubicBezTo>
                <a:cubicBezTo>
                  <a:pt x="263" y="899"/>
                  <a:pt x="236" y="884"/>
                  <a:pt x="210" y="867"/>
                </a:cubicBezTo>
                <a:cubicBezTo>
                  <a:pt x="184" y="850"/>
                  <a:pt x="161" y="830"/>
                  <a:pt x="139" y="808"/>
                </a:cubicBezTo>
                <a:cubicBezTo>
                  <a:pt x="117" y="786"/>
                  <a:pt x="97" y="763"/>
                  <a:pt x="80" y="737"/>
                </a:cubicBezTo>
                <a:cubicBezTo>
                  <a:pt x="63" y="711"/>
                  <a:pt x="48" y="684"/>
                  <a:pt x="36" y="655"/>
                </a:cubicBezTo>
                <a:cubicBezTo>
                  <a:pt x="24" y="626"/>
                  <a:pt x="15" y="597"/>
                  <a:pt x="9" y="566"/>
                </a:cubicBezTo>
                <a:cubicBezTo>
                  <a:pt x="3" y="536"/>
                  <a:pt x="0" y="505"/>
                  <a:pt x="0" y="474"/>
                </a:cubicBezTo>
                <a:cubicBezTo>
                  <a:pt x="0" y="443"/>
                  <a:pt x="3" y="412"/>
                  <a:pt x="9" y="382"/>
                </a:cubicBezTo>
                <a:cubicBezTo>
                  <a:pt x="15" y="351"/>
                  <a:pt x="24" y="322"/>
                  <a:pt x="36" y="293"/>
                </a:cubicBezTo>
                <a:cubicBezTo>
                  <a:pt x="48" y="265"/>
                  <a:pt x="63" y="237"/>
                  <a:pt x="80" y="212"/>
                </a:cubicBezTo>
                <a:cubicBezTo>
                  <a:pt x="97" y="186"/>
                  <a:pt x="117" y="161"/>
                  <a:pt x="139" y="139"/>
                </a:cubicBezTo>
                <a:cubicBezTo>
                  <a:pt x="161" y="117"/>
                  <a:pt x="184" y="97"/>
                  <a:pt x="210" y="80"/>
                </a:cubicBezTo>
                <a:cubicBezTo>
                  <a:pt x="236" y="63"/>
                  <a:pt x="263" y="48"/>
                  <a:pt x="292" y="36"/>
                </a:cubicBezTo>
                <a:cubicBezTo>
                  <a:pt x="321" y="25"/>
                  <a:pt x="350" y="16"/>
                  <a:pt x="381" y="10"/>
                </a:cubicBezTo>
                <a:cubicBezTo>
                  <a:pt x="411" y="3"/>
                  <a:pt x="442" y="0"/>
                  <a:pt x="473" y="0"/>
                </a:cubicBezTo>
                <a:cubicBezTo>
                  <a:pt x="504" y="0"/>
                  <a:pt x="535" y="3"/>
                  <a:pt x="565" y="10"/>
                </a:cubicBezTo>
                <a:cubicBezTo>
                  <a:pt x="596" y="16"/>
                  <a:pt x="625" y="25"/>
                  <a:pt x="654" y="36"/>
                </a:cubicBezTo>
                <a:cubicBezTo>
                  <a:pt x="683" y="48"/>
                  <a:pt x="711" y="63"/>
                  <a:pt x="737" y="80"/>
                </a:cubicBezTo>
                <a:cubicBezTo>
                  <a:pt x="763" y="97"/>
                  <a:pt x="787" y="117"/>
                  <a:pt x="808" y="139"/>
                </a:cubicBezTo>
                <a:cubicBezTo>
                  <a:pt x="830" y="161"/>
                  <a:pt x="850" y="186"/>
                  <a:pt x="867" y="212"/>
                </a:cubicBezTo>
                <a:cubicBezTo>
                  <a:pt x="885" y="237"/>
                  <a:pt x="899" y="265"/>
                  <a:pt x="911" y="293"/>
                </a:cubicBezTo>
                <a:cubicBezTo>
                  <a:pt x="923" y="322"/>
                  <a:pt x="932" y="351"/>
                  <a:pt x="938" y="382"/>
                </a:cubicBezTo>
                <a:cubicBezTo>
                  <a:pt x="944" y="412"/>
                  <a:pt x="947" y="443"/>
                  <a:pt x="947" y="474"/>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37" name=""/>
          <p:cNvSpPr txBox="1"/>
          <p:nvPr/>
        </p:nvSpPr>
        <p:spPr>
          <a:xfrm>
            <a:off x="6934320" y="1502640"/>
            <a:ext cx="2764440" cy="204480"/>
          </a:xfrm>
          <a:prstGeom prst="rect">
            <a:avLst/>
          </a:prstGeom>
          <a:noFill/>
          <a:ln w="0">
            <a:noFill/>
          </a:ln>
        </p:spPr>
        <p:txBody>
          <a:bodyPr wrap="none" lIns="0" tIns="0" rIns="0" bIns="0" anchor="t">
            <a:spAutoFit/>
          </a:bodyPr>
          <a:p>
            <a:pPr/>
            <a:r>
              <a:rPr lang="en-US" sz="1450" b="1" u="none" strike="noStrike">
                <a:solidFill>
                  <a:srgbClr val="FFFFFF"/>
                </a:solidFill>
                <a:effectLst/>
                <a:uFillTx/>
                <a:latin typeface="HiraginoSans-W6"/>
                <a:ea typeface="HiraginoSans-W6"/>
              </a:rPr>
              <a:t>Claude Code</a:t>
            </a:r>
            <a:r>
              <a:rPr lang="ja-JP" sz="1450" b="1" u="none" strike="noStrike">
                <a:solidFill>
                  <a:srgbClr val="FFFFFF"/>
                </a:solidFill>
                <a:effectLst/>
                <a:uFillTx/>
                <a:latin typeface="HiraginoSans-W6"/>
                <a:ea typeface="HiraginoSans-W6"/>
              </a:rPr>
              <a:t>（</a:t>
            </a:r>
            <a:r>
              <a:rPr lang="en-US" sz="1450" b="1" u="none" strike="noStrike">
                <a:solidFill>
                  <a:srgbClr val="FFFFFF"/>
                </a:solidFill>
                <a:effectLst/>
                <a:uFillTx/>
                <a:latin typeface="HiraginoSans-W6"/>
                <a:ea typeface="HiraginoSans-W6"/>
              </a:rPr>
              <a:t>AI</a:t>
            </a:r>
            <a:r>
              <a:rPr lang="ja-JP" sz="1450" b="1" u="none" strike="noStrike">
                <a:solidFill>
                  <a:srgbClr val="FFFFFF"/>
                </a:solidFill>
                <a:effectLst/>
                <a:uFillTx/>
                <a:latin typeface="HiraginoSans-W6"/>
                <a:ea typeface="HiraginoSans-W6"/>
              </a:rPr>
              <a:t>エージェント）</a:t>
            </a:r>
            <a:endParaRPr lang="en-US" sz="1450" b="0" u="none" strike="noStrike">
              <a:solidFill>
                <a:srgbClr val="000000"/>
              </a:solidFill>
              <a:effectLst/>
              <a:uFillTx/>
              <a:latin typeface="游明朝体"/>
            </a:endParaRPr>
          </a:p>
        </p:txBody>
      </p:sp>
      <p:sp>
        <p:nvSpPr>
          <p:cNvPr id="938" name=""/>
          <p:cNvSpPr txBox="1"/>
          <p:nvPr/>
        </p:nvSpPr>
        <p:spPr>
          <a:xfrm>
            <a:off x="6492600" y="224388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3"/>
                <a:ea typeface="HiraginoSans-W3"/>
              </a:rPr>
              <a:t>⼈</a:t>
            </a:r>
            <a:endParaRPr lang="en-US" sz="1030" b="0" u="none" strike="noStrike">
              <a:solidFill>
                <a:srgbClr val="000000"/>
              </a:solidFill>
              <a:effectLst/>
              <a:uFillTx/>
              <a:latin typeface="游明朝体"/>
            </a:endParaRPr>
          </a:p>
        </p:txBody>
      </p:sp>
      <p:sp>
        <p:nvSpPr>
          <p:cNvPr id="939" name=""/>
          <p:cNvSpPr txBox="1"/>
          <p:nvPr/>
        </p:nvSpPr>
        <p:spPr>
          <a:xfrm>
            <a:off x="6852600" y="2147040"/>
            <a:ext cx="71712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要件を指⽰</a:t>
            </a:r>
            <a:endParaRPr lang="en-US" sz="1130" b="0" u="none" strike="noStrike">
              <a:solidFill>
                <a:srgbClr val="000000"/>
              </a:solidFill>
              <a:effectLst/>
              <a:uFillTx/>
              <a:latin typeface="游明朝体"/>
            </a:endParaRPr>
          </a:p>
        </p:txBody>
      </p:sp>
      <p:sp>
        <p:nvSpPr>
          <p:cNvPr id="940" name=""/>
          <p:cNvSpPr/>
          <p:nvPr/>
        </p:nvSpPr>
        <p:spPr>
          <a:xfrm>
            <a:off x="8391240" y="2604240"/>
            <a:ext cx="0" cy="22248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41" name=""/>
          <p:cNvSpPr/>
          <p:nvPr/>
        </p:nvSpPr>
        <p:spPr>
          <a:xfrm>
            <a:off x="8292960" y="272880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42" name=""/>
          <p:cNvSpPr/>
          <p:nvPr/>
        </p:nvSpPr>
        <p:spPr>
          <a:xfrm>
            <a:off x="6230520" y="2826720"/>
            <a:ext cx="4322160" cy="576360"/>
          </a:xfrm>
          <a:custGeom>
            <a:avLst/>
            <a:gdLst/>
            <a:ahLst/>
            <a:rect l="0" t="0" r="r" b="b"/>
            <a:pathLst>
              <a:path w="12006" h="1601">
                <a:moveTo>
                  <a:pt x="181" y="0"/>
                </a:moveTo>
                <a:lnTo>
                  <a:pt x="11824" y="0"/>
                </a:lnTo>
                <a:cubicBezTo>
                  <a:pt x="11836" y="0"/>
                  <a:pt x="11848" y="1"/>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8"/>
                  <a:pt x="12006" y="170"/>
                  <a:pt x="12006" y="182"/>
                </a:cubicBezTo>
                <a:lnTo>
                  <a:pt x="12006" y="1419"/>
                </a:lnTo>
                <a:cubicBezTo>
                  <a:pt x="12006" y="1431"/>
                  <a:pt x="12005" y="1443"/>
                  <a:pt x="12003" y="1455"/>
                </a:cubicBezTo>
                <a:cubicBezTo>
                  <a:pt x="12000" y="1467"/>
                  <a:pt x="11997" y="1478"/>
                  <a:pt x="11992" y="1489"/>
                </a:cubicBezTo>
                <a:cubicBezTo>
                  <a:pt x="11988" y="1500"/>
                  <a:pt x="11982" y="1511"/>
                  <a:pt x="11975" y="1521"/>
                </a:cubicBezTo>
                <a:cubicBezTo>
                  <a:pt x="11969" y="1530"/>
                  <a:pt x="11961" y="1540"/>
                  <a:pt x="11953" y="1548"/>
                </a:cubicBezTo>
                <a:cubicBezTo>
                  <a:pt x="11944" y="1557"/>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7"/>
                  <a:pt x="53" y="1548"/>
                </a:cubicBezTo>
                <a:cubicBezTo>
                  <a:pt x="44" y="1540"/>
                  <a:pt x="37" y="1530"/>
                  <a:pt x="30" y="1521"/>
                </a:cubicBezTo>
                <a:cubicBezTo>
                  <a:pt x="24" y="1511"/>
                  <a:pt x="18" y="1500"/>
                  <a:pt x="13" y="1489"/>
                </a:cubicBezTo>
                <a:cubicBezTo>
                  <a:pt x="9" y="1478"/>
                  <a:pt x="5" y="1467"/>
                  <a:pt x="3" y="1455"/>
                </a:cubicBezTo>
                <a:cubicBezTo>
                  <a:pt x="1" y="1443"/>
                  <a:pt x="0" y="1431"/>
                  <a:pt x="0" y="1419"/>
                </a:cubicBezTo>
                <a:lnTo>
                  <a:pt x="0" y="182"/>
                </a:lnTo>
                <a:cubicBezTo>
                  <a:pt x="0" y="170"/>
                  <a:pt x="1" y="158"/>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43" name=""/>
          <p:cNvSpPr/>
          <p:nvPr/>
        </p:nvSpPr>
        <p:spPr>
          <a:xfrm>
            <a:off x="6230520" y="2826720"/>
            <a:ext cx="4322160" cy="576360"/>
          </a:xfrm>
          <a:custGeom>
            <a:avLst/>
            <a:gdLst/>
            <a:ahLst/>
            <a:rect l="0" t="0" r="r" b="b"/>
            <a:pathLst>
              <a:path w="12006" h="1601">
                <a:moveTo>
                  <a:pt x="181" y="0"/>
                </a:moveTo>
                <a:lnTo>
                  <a:pt x="11824" y="0"/>
                </a:lnTo>
                <a:cubicBezTo>
                  <a:pt x="11836" y="0"/>
                  <a:pt x="11848" y="1"/>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8"/>
                  <a:pt x="12006" y="170"/>
                  <a:pt x="12006" y="182"/>
                </a:cubicBezTo>
                <a:lnTo>
                  <a:pt x="12006" y="1419"/>
                </a:lnTo>
                <a:cubicBezTo>
                  <a:pt x="12006" y="1431"/>
                  <a:pt x="12005" y="1443"/>
                  <a:pt x="12003" y="1455"/>
                </a:cubicBezTo>
                <a:cubicBezTo>
                  <a:pt x="12000" y="1467"/>
                  <a:pt x="11997" y="1478"/>
                  <a:pt x="11992" y="1489"/>
                </a:cubicBezTo>
                <a:cubicBezTo>
                  <a:pt x="11988" y="1500"/>
                  <a:pt x="11982" y="1511"/>
                  <a:pt x="11975" y="1521"/>
                </a:cubicBezTo>
                <a:cubicBezTo>
                  <a:pt x="11969" y="1530"/>
                  <a:pt x="11961" y="1540"/>
                  <a:pt x="11953" y="1548"/>
                </a:cubicBezTo>
                <a:cubicBezTo>
                  <a:pt x="11944" y="1557"/>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7"/>
                  <a:pt x="53" y="1548"/>
                </a:cubicBezTo>
                <a:cubicBezTo>
                  <a:pt x="44" y="1540"/>
                  <a:pt x="37" y="1530"/>
                  <a:pt x="30" y="1521"/>
                </a:cubicBezTo>
                <a:cubicBezTo>
                  <a:pt x="24" y="1511"/>
                  <a:pt x="18" y="1500"/>
                  <a:pt x="13" y="1489"/>
                </a:cubicBezTo>
                <a:cubicBezTo>
                  <a:pt x="9" y="1478"/>
                  <a:pt x="5" y="1467"/>
                  <a:pt x="3" y="1455"/>
                </a:cubicBezTo>
                <a:cubicBezTo>
                  <a:pt x="1" y="1443"/>
                  <a:pt x="0" y="1431"/>
                  <a:pt x="0" y="1419"/>
                </a:cubicBezTo>
                <a:lnTo>
                  <a:pt x="0" y="182"/>
                </a:lnTo>
                <a:cubicBezTo>
                  <a:pt x="0" y="170"/>
                  <a:pt x="1" y="158"/>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44" name=""/>
          <p:cNvSpPr/>
          <p:nvPr/>
        </p:nvSpPr>
        <p:spPr>
          <a:xfrm>
            <a:off x="6387480" y="2944800"/>
            <a:ext cx="340920" cy="340560"/>
          </a:xfrm>
          <a:custGeom>
            <a:avLst/>
            <a:gdLst/>
            <a:ahLst/>
            <a:rect l="0" t="0" r="r" b="b"/>
            <a:pathLst>
              <a:path w="947" h="946">
                <a:moveTo>
                  <a:pt x="947" y="472"/>
                </a:moveTo>
                <a:cubicBezTo>
                  <a:pt x="947" y="503"/>
                  <a:pt x="944" y="534"/>
                  <a:pt x="938" y="565"/>
                </a:cubicBezTo>
                <a:cubicBezTo>
                  <a:pt x="932" y="595"/>
                  <a:pt x="923" y="625"/>
                  <a:pt x="911" y="653"/>
                </a:cubicBezTo>
                <a:cubicBezTo>
                  <a:pt x="899" y="682"/>
                  <a:pt x="885" y="709"/>
                  <a:pt x="867" y="735"/>
                </a:cubicBezTo>
                <a:cubicBezTo>
                  <a:pt x="850" y="761"/>
                  <a:pt x="830" y="785"/>
                  <a:pt x="808" y="808"/>
                </a:cubicBezTo>
                <a:cubicBezTo>
                  <a:pt x="787" y="830"/>
                  <a:pt x="763" y="849"/>
                  <a:pt x="737" y="866"/>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6"/>
                </a:cubicBezTo>
                <a:cubicBezTo>
                  <a:pt x="184" y="849"/>
                  <a:pt x="161" y="830"/>
                  <a:pt x="139" y="808"/>
                </a:cubicBezTo>
                <a:cubicBezTo>
                  <a:pt x="117" y="785"/>
                  <a:pt x="97" y="761"/>
                  <a:pt x="80" y="735"/>
                </a:cubicBezTo>
                <a:cubicBezTo>
                  <a:pt x="63" y="709"/>
                  <a:pt x="48" y="682"/>
                  <a:pt x="36" y="653"/>
                </a:cubicBezTo>
                <a:cubicBezTo>
                  <a:pt x="24" y="625"/>
                  <a:pt x="15" y="595"/>
                  <a:pt x="9" y="565"/>
                </a:cubicBezTo>
                <a:cubicBezTo>
                  <a:pt x="3" y="534"/>
                  <a:pt x="0" y="503"/>
                  <a:pt x="0" y="472"/>
                </a:cubicBezTo>
                <a:cubicBezTo>
                  <a:pt x="0" y="441"/>
                  <a:pt x="3" y="411"/>
                  <a:pt x="9" y="380"/>
                </a:cubicBezTo>
                <a:cubicBezTo>
                  <a:pt x="15" y="350"/>
                  <a:pt x="24" y="320"/>
                  <a:pt x="36" y="291"/>
                </a:cubicBezTo>
                <a:cubicBezTo>
                  <a:pt x="48" y="263"/>
                  <a:pt x="63" y="236"/>
                  <a:pt x="80" y="210"/>
                </a:cubicBezTo>
                <a:cubicBezTo>
                  <a:pt x="97" y="184"/>
                  <a:pt x="117" y="160"/>
                  <a:pt x="139" y="138"/>
                </a:cubicBezTo>
                <a:cubicBezTo>
                  <a:pt x="161" y="116"/>
                  <a:pt x="184" y="97"/>
                  <a:pt x="210" y="79"/>
                </a:cubicBezTo>
                <a:cubicBezTo>
                  <a:pt x="236" y="62"/>
                  <a:pt x="263" y="47"/>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7"/>
                  <a:pt x="711" y="62"/>
                  <a:pt x="737" y="79"/>
                </a:cubicBezTo>
                <a:cubicBezTo>
                  <a:pt x="763" y="97"/>
                  <a:pt x="787" y="116"/>
                  <a:pt x="808" y="138"/>
                </a:cubicBezTo>
                <a:cubicBezTo>
                  <a:pt x="830" y="160"/>
                  <a:pt x="850" y="184"/>
                  <a:pt x="867" y="210"/>
                </a:cubicBezTo>
                <a:cubicBezTo>
                  <a:pt x="885" y="236"/>
                  <a:pt x="899" y="263"/>
                  <a:pt x="911" y="291"/>
                </a:cubicBezTo>
                <a:cubicBezTo>
                  <a:pt x="923" y="320"/>
                  <a:pt x="932" y="350"/>
                  <a:pt x="938" y="380"/>
                </a:cubicBezTo>
                <a:cubicBezTo>
                  <a:pt x="944" y="411"/>
                  <a:pt x="947" y="441"/>
                  <a:pt x="947" y="472"/>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45" name=""/>
          <p:cNvSpPr txBox="1"/>
          <p:nvPr/>
        </p:nvSpPr>
        <p:spPr>
          <a:xfrm>
            <a:off x="6852600" y="2359800"/>
            <a:ext cx="1842840" cy="123840"/>
          </a:xfrm>
          <a:prstGeom prst="rect">
            <a:avLst/>
          </a:prstGeom>
          <a:noFill/>
          <a:ln w="0">
            <a:noFill/>
          </a:ln>
        </p:spPr>
        <p:txBody>
          <a:bodyPr wrap="none" lIns="0" tIns="0" rIns="0" bIns="0" anchor="t">
            <a:spAutoFit/>
          </a:bodyPr>
          <a:p>
            <a:pPr/>
            <a:r>
              <a:rPr lang="en-US" sz="880" b="0" u="none" strike="noStrike">
                <a:solidFill>
                  <a:srgbClr val="2563EB"/>
                </a:solidFill>
                <a:effectLst/>
                <a:uFillTx/>
                <a:latin typeface="HiraginoSans-W3"/>
                <a:ea typeface="HiraginoSans-W3"/>
              </a:rPr>
              <a:t>CLAUDE.md</a:t>
            </a:r>
            <a:r>
              <a:rPr lang="ja-JP" sz="880" b="0" u="none" strike="noStrike">
                <a:solidFill>
                  <a:srgbClr val="2563EB"/>
                </a:solidFill>
                <a:effectLst/>
                <a:uFillTx/>
                <a:latin typeface="HiraginoSans-W3"/>
                <a:ea typeface="HiraginoSans-W3"/>
              </a:rPr>
              <a:t>・</a:t>
            </a:r>
            <a:r>
              <a:rPr lang="en-US" sz="880" b="0" u="none" strike="noStrike">
                <a:solidFill>
                  <a:srgbClr val="2563EB"/>
                </a:solidFill>
                <a:effectLst/>
                <a:uFillTx/>
                <a:latin typeface="HiraginoSans-W3"/>
                <a:ea typeface="HiraginoSans-W3"/>
              </a:rPr>
              <a:t>plan.md </a:t>
            </a:r>
            <a:r>
              <a:rPr lang="ja-JP" sz="880" b="0" u="none" strike="noStrike">
                <a:solidFill>
                  <a:srgbClr val="2563EB"/>
                </a:solidFill>
                <a:effectLst/>
                <a:uFillTx/>
                <a:latin typeface="HiraginoSans-W3"/>
                <a:ea typeface="HiraginoSans-W3"/>
              </a:rPr>
              <a:t>に⽅針を蓄積</a:t>
            </a:r>
            <a:endParaRPr lang="en-US" sz="880" b="0" u="none" strike="noStrike">
              <a:solidFill>
                <a:srgbClr val="000000"/>
              </a:solidFill>
              <a:effectLst/>
              <a:uFillTx/>
              <a:latin typeface="游明朝体"/>
            </a:endParaRPr>
          </a:p>
        </p:txBody>
      </p:sp>
      <p:sp>
        <p:nvSpPr>
          <p:cNvPr id="946" name=""/>
          <p:cNvSpPr txBox="1"/>
          <p:nvPr/>
        </p:nvSpPr>
        <p:spPr>
          <a:xfrm>
            <a:off x="6411240" y="306540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3"/>
                <a:ea typeface="HiraginoSans-W3"/>
              </a:rPr>
              <a:t>Agent</a:t>
            </a:r>
            <a:endParaRPr lang="en-US" sz="770" b="0" u="none" strike="noStrike">
              <a:solidFill>
                <a:srgbClr val="000000"/>
              </a:solidFill>
              <a:effectLst/>
              <a:uFillTx/>
              <a:latin typeface="游明朝体"/>
            </a:endParaRPr>
          </a:p>
        </p:txBody>
      </p:sp>
      <p:sp>
        <p:nvSpPr>
          <p:cNvPr id="947" name=""/>
          <p:cNvSpPr txBox="1"/>
          <p:nvPr/>
        </p:nvSpPr>
        <p:spPr>
          <a:xfrm>
            <a:off x="6852600" y="2945520"/>
            <a:ext cx="128988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ファイルを直接編集</a:t>
            </a:r>
            <a:endParaRPr lang="en-US" sz="1130" b="0" u="none" strike="noStrike">
              <a:solidFill>
                <a:srgbClr val="000000"/>
              </a:solidFill>
              <a:effectLst/>
              <a:uFillTx/>
              <a:latin typeface="游明朝体"/>
            </a:endParaRPr>
          </a:p>
        </p:txBody>
      </p:sp>
      <p:sp>
        <p:nvSpPr>
          <p:cNvPr id="948" name=""/>
          <p:cNvSpPr/>
          <p:nvPr/>
        </p:nvSpPr>
        <p:spPr>
          <a:xfrm>
            <a:off x="8391240" y="3402720"/>
            <a:ext cx="0" cy="22248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49" name=""/>
          <p:cNvSpPr/>
          <p:nvPr/>
        </p:nvSpPr>
        <p:spPr>
          <a:xfrm>
            <a:off x="8292960" y="352728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50" name=""/>
          <p:cNvSpPr/>
          <p:nvPr/>
        </p:nvSpPr>
        <p:spPr>
          <a:xfrm>
            <a:off x="6230520" y="3625200"/>
            <a:ext cx="4322160" cy="576360"/>
          </a:xfrm>
          <a:custGeom>
            <a:avLst/>
            <a:gdLst/>
            <a:ahLst/>
            <a:rect l="0" t="0" r="r" b="b"/>
            <a:pathLst>
              <a:path w="12006" h="1601">
                <a:moveTo>
                  <a:pt x="181" y="0"/>
                </a:moveTo>
                <a:lnTo>
                  <a:pt x="11824" y="0"/>
                </a:lnTo>
                <a:cubicBezTo>
                  <a:pt x="11836" y="0"/>
                  <a:pt x="11848" y="2"/>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9"/>
                  <a:pt x="12006" y="170"/>
                  <a:pt x="12006" y="182"/>
                </a:cubicBezTo>
                <a:lnTo>
                  <a:pt x="12006" y="1420"/>
                </a:lnTo>
                <a:cubicBezTo>
                  <a:pt x="12006" y="1432"/>
                  <a:pt x="12005" y="1443"/>
                  <a:pt x="12003" y="1455"/>
                </a:cubicBezTo>
                <a:cubicBezTo>
                  <a:pt x="12000" y="1467"/>
                  <a:pt x="11997" y="1478"/>
                  <a:pt x="11992" y="1489"/>
                </a:cubicBezTo>
                <a:cubicBezTo>
                  <a:pt x="11988" y="1500"/>
                  <a:pt x="11982" y="1511"/>
                  <a:pt x="11975" y="1521"/>
                </a:cubicBezTo>
                <a:cubicBezTo>
                  <a:pt x="11969" y="1531"/>
                  <a:pt x="11961" y="1540"/>
                  <a:pt x="11953" y="1548"/>
                </a:cubicBezTo>
                <a:cubicBezTo>
                  <a:pt x="11944" y="1557"/>
                  <a:pt x="11935" y="1564"/>
                  <a:pt x="11925" y="1571"/>
                </a:cubicBezTo>
                <a:cubicBezTo>
                  <a:pt x="11915" y="1577"/>
                  <a:pt x="11905" y="1583"/>
                  <a:pt x="11894" y="1588"/>
                </a:cubicBezTo>
                <a:cubicBezTo>
                  <a:pt x="11883" y="1592"/>
                  <a:pt x="11871" y="1596"/>
                  <a:pt x="11860" y="1598"/>
                </a:cubicBezTo>
                <a:cubicBezTo>
                  <a:pt x="11848" y="1600"/>
                  <a:pt x="11836" y="1601"/>
                  <a:pt x="11824" y="1601"/>
                </a:cubicBezTo>
                <a:lnTo>
                  <a:pt x="181" y="1601"/>
                </a:lnTo>
                <a:cubicBezTo>
                  <a:pt x="170" y="1601"/>
                  <a:pt x="158" y="1600"/>
                  <a:pt x="146" y="1598"/>
                </a:cubicBezTo>
                <a:cubicBezTo>
                  <a:pt x="134" y="1596"/>
                  <a:pt x="123" y="1592"/>
                  <a:pt x="112" y="1588"/>
                </a:cubicBezTo>
                <a:cubicBezTo>
                  <a:pt x="101" y="1583"/>
                  <a:pt x="90" y="1577"/>
                  <a:pt x="80" y="1571"/>
                </a:cubicBezTo>
                <a:cubicBezTo>
                  <a:pt x="70" y="1564"/>
                  <a:pt x="61" y="1557"/>
                  <a:pt x="53" y="1548"/>
                </a:cubicBezTo>
                <a:cubicBezTo>
                  <a:pt x="44" y="1540"/>
                  <a:pt x="37" y="1531"/>
                  <a:pt x="30" y="1521"/>
                </a:cubicBezTo>
                <a:cubicBezTo>
                  <a:pt x="24" y="1511"/>
                  <a:pt x="18" y="1500"/>
                  <a:pt x="13" y="1489"/>
                </a:cubicBezTo>
                <a:cubicBezTo>
                  <a:pt x="9" y="1478"/>
                  <a:pt x="5" y="1467"/>
                  <a:pt x="3" y="1455"/>
                </a:cubicBezTo>
                <a:cubicBezTo>
                  <a:pt x="1" y="1443"/>
                  <a:pt x="0" y="1432"/>
                  <a:pt x="0" y="1420"/>
                </a:cubicBezTo>
                <a:lnTo>
                  <a:pt x="0" y="182"/>
                </a:lnTo>
                <a:cubicBezTo>
                  <a:pt x="0" y="170"/>
                  <a:pt x="1" y="159"/>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2"/>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51" name=""/>
          <p:cNvSpPr/>
          <p:nvPr/>
        </p:nvSpPr>
        <p:spPr>
          <a:xfrm>
            <a:off x="6230520" y="3625200"/>
            <a:ext cx="4322160" cy="576360"/>
          </a:xfrm>
          <a:custGeom>
            <a:avLst/>
            <a:gdLst/>
            <a:ahLst/>
            <a:rect l="0" t="0" r="r" b="b"/>
            <a:pathLst>
              <a:path w="12006" h="1601">
                <a:moveTo>
                  <a:pt x="181" y="0"/>
                </a:moveTo>
                <a:lnTo>
                  <a:pt x="11824" y="0"/>
                </a:lnTo>
                <a:cubicBezTo>
                  <a:pt x="11836" y="0"/>
                  <a:pt x="11848" y="2"/>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9"/>
                  <a:pt x="12006" y="170"/>
                  <a:pt x="12006" y="182"/>
                </a:cubicBezTo>
                <a:lnTo>
                  <a:pt x="12006" y="1420"/>
                </a:lnTo>
                <a:cubicBezTo>
                  <a:pt x="12006" y="1432"/>
                  <a:pt x="12005" y="1443"/>
                  <a:pt x="12003" y="1455"/>
                </a:cubicBezTo>
                <a:cubicBezTo>
                  <a:pt x="12000" y="1467"/>
                  <a:pt x="11997" y="1478"/>
                  <a:pt x="11992" y="1489"/>
                </a:cubicBezTo>
                <a:cubicBezTo>
                  <a:pt x="11988" y="1500"/>
                  <a:pt x="11982" y="1511"/>
                  <a:pt x="11975" y="1521"/>
                </a:cubicBezTo>
                <a:cubicBezTo>
                  <a:pt x="11969" y="1531"/>
                  <a:pt x="11961" y="1540"/>
                  <a:pt x="11953" y="1548"/>
                </a:cubicBezTo>
                <a:cubicBezTo>
                  <a:pt x="11944" y="1557"/>
                  <a:pt x="11935" y="1564"/>
                  <a:pt x="11925" y="1571"/>
                </a:cubicBezTo>
                <a:cubicBezTo>
                  <a:pt x="11915" y="1577"/>
                  <a:pt x="11905" y="1583"/>
                  <a:pt x="11894" y="1588"/>
                </a:cubicBezTo>
                <a:cubicBezTo>
                  <a:pt x="11883" y="1592"/>
                  <a:pt x="11871" y="1596"/>
                  <a:pt x="11860" y="1598"/>
                </a:cubicBezTo>
                <a:cubicBezTo>
                  <a:pt x="11848" y="1600"/>
                  <a:pt x="11836" y="1601"/>
                  <a:pt x="11824" y="1601"/>
                </a:cubicBezTo>
                <a:lnTo>
                  <a:pt x="181" y="1601"/>
                </a:lnTo>
                <a:cubicBezTo>
                  <a:pt x="170" y="1601"/>
                  <a:pt x="158" y="1600"/>
                  <a:pt x="146" y="1598"/>
                </a:cubicBezTo>
                <a:cubicBezTo>
                  <a:pt x="134" y="1596"/>
                  <a:pt x="123" y="1592"/>
                  <a:pt x="112" y="1588"/>
                </a:cubicBezTo>
                <a:cubicBezTo>
                  <a:pt x="101" y="1583"/>
                  <a:pt x="90" y="1577"/>
                  <a:pt x="80" y="1571"/>
                </a:cubicBezTo>
                <a:cubicBezTo>
                  <a:pt x="70" y="1564"/>
                  <a:pt x="61" y="1557"/>
                  <a:pt x="53" y="1548"/>
                </a:cubicBezTo>
                <a:cubicBezTo>
                  <a:pt x="44" y="1540"/>
                  <a:pt x="37" y="1531"/>
                  <a:pt x="30" y="1521"/>
                </a:cubicBezTo>
                <a:cubicBezTo>
                  <a:pt x="24" y="1511"/>
                  <a:pt x="18" y="1500"/>
                  <a:pt x="13" y="1489"/>
                </a:cubicBezTo>
                <a:cubicBezTo>
                  <a:pt x="9" y="1478"/>
                  <a:pt x="5" y="1467"/>
                  <a:pt x="3" y="1455"/>
                </a:cubicBezTo>
                <a:cubicBezTo>
                  <a:pt x="1" y="1443"/>
                  <a:pt x="0" y="1432"/>
                  <a:pt x="0" y="1420"/>
                </a:cubicBezTo>
                <a:lnTo>
                  <a:pt x="0" y="182"/>
                </a:lnTo>
                <a:cubicBezTo>
                  <a:pt x="0" y="170"/>
                  <a:pt x="1" y="159"/>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2"/>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52" name=""/>
          <p:cNvSpPr/>
          <p:nvPr/>
        </p:nvSpPr>
        <p:spPr>
          <a:xfrm>
            <a:off x="6387480" y="3743280"/>
            <a:ext cx="340920" cy="340560"/>
          </a:xfrm>
          <a:custGeom>
            <a:avLst/>
            <a:gdLst/>
            <a:ahLst/>
            <a:rect l="0" t="0" r="r" b="b"/>
            <a:pathLst>
              <a:path w="947" h="946">
                <a:moveTo>
                  <a:pt x="947" y="473"/>
                </a:moveTo>
                <a:cubicBezTo>
                  <a:pt x="947" y="505"/>
                  <a:pt x="944" y="535"/>
                  <a:pt x="938" y="566"/>
                </a:cubicBezTo>
                <a:cubicBezTo>
                  <a:pt x="932" y="596"/>
                  <a:pt x="923" y="626"/>
                  <a:pt x="911" y="654"/>
                </a:cubicBezTo>
                <a:cubicBezTo>
                  <a:pt x="899" y="683"/>
                  <a:pt x="885" y="710"/>
                  <a:pt x="867" y="736"/>
                </a:cubicBezTo>
                <a:cubicBezTo>
                  <a:pt x="850" y="762"/>
                  <a:pt x="830" y="786"/>
                  <a:pt x="808" y="808"/>
                </a:cubicBezTo>
                <a:cubicBezTo>
                  <a:pt x="787" y="830"/>
                  <a:pt x="763" y="849"/>
                  <a:pt x="737" y="867"/>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7"/>
                </a:cubicBezTo>
                <a:cubicBezTo>
                  <a:pt x="184" y="849"/>
                  <a:pt x="161" y="830"/>
                  <a:pt x="139" y="808"/>
                </a:cubicBezTo>
                <a:cubicBezTo>
                  <a:pt x="117" y="786"/>
                  <a:pt x="97" y="762"/>
                  <a:pt x="80" y="736"/>
                </a:cubicBezTo>
                <a:cubicBezTo>
                  <a:pt x="63" y="710"/>
                  <a:pt x="48" y="683"/>
                  <a:pt x="36" y="654"/>
                </a:cubicBezTo>
                <a:cubicBezTo>
                  <a:pt x="24" y="626"/>
                  <a:pt x="15" y="596"/>
                  <a:pt x="9" y="566"/>
                </a:cubicBezTo>
                <a:cubicBezTo>
                  <a:pt x="3" y="535"/>
                  <a:pt x="0" y="505"/>
                  <a:pt x="0" y="473"/>
                </a:cubicBezTo>
                <a:cubicBezTo>
                  <a:pt x="0" y="441"/>
                  <a:pt x="3" y="411"/>
                  <a:pt x="9" y="380"/>
                </a:cubicBezTo>
                <a:cubicBezTo>
                  <a:pt x="15" y="350"/>
                  <a:pt x="24" y="320"/>
                  <a:pt x="36" y="292"/>
                </a:cubicBezTo>
                <a:cubicBezTo>
                  <a:pt x="48" y="263"/>
                  <a:pt x="63" y="236"/>
                  <a:pt x="80" y="210"/>
                </a:cubicBezTo>
                <a:cubicBezTo>
                  <a:pt x="97" y="184"/>
                  <a:pt x="117" y="160"/>
                  <a:pt x="139" y="138"/>
                </a:cubicBezTo>
                <a:cubicBezTo>
                  <a:pt x="161" y="116"/>
                  <a:pt x="184" y="97"/>
                  <a:pt x="210" y="79"/>
                </a:cubicBezTo>
                <a:cubicBezTo>
                  <a:pt x="236" y="62"/>
                  <a:pt x="263" y="48"/>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8"/>
                  <a:pt x="711" y="62"/>
                  <a:pt x="737" y="79"/>
                </a:cubicBezTo>
                <a:cubicBezTo>
                  <a:pt x="763" y="97"/>
                  <a:pt x="787" y="116"/>
                  <a:pt x="808" y="138"/>
                </a:cubicBezTo>
                <a:cubicBezTo>
                  <a:pt x="830" y="160"/>
                  <a:pt x="850" y="184"/>
                  <a:pt x="867" y="210"/>
                </a:cubicBezTo>
                <a:cubicBezTo>
                  <a:pt x="885" y="236"/>
                  <a:pt x="899" y="263"/>
                  <a:pt x="911" y="292"/>
                </a:cubicBezTo>
                <a:cubicBezTo>
                  <a:pt x="923" y="320"/>
                  <a:pt x="932" y="350"/>
                  <a:pt x="938" y="380"/>
                </a:cubicBezTo>
                <a:cubicBezTo>
                  <a:pt x="944" y="411"/>
                  <a:pt x="947" y="441"/>
                  <a:pt x="947" y="473"/>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53" name=""/>
          <p:cNvSpPr txBox="1"/>
          <p:nvPr/>
        </p:nvSpPr>
        <p:spPr>
          <a:xfrm>
            <a:off x="6852600" y="3158280"/>
            <a:ext cx="178092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3"/>
                <a:ea typeface="HiraginoSans-W3"/>
              </a:rPr>
              <a:t>リポジトリを読み込み⾃律的に変更</a:t>
            </a:r>
            <a:endParaRPr lang="en-US" sz="880" b="0" u="none" strike="noStrike">
              <a:solidFill>
                <a:srgbClr val="000000"/>
              </a:solidFill>
              <a:effectLst/>
              <a:uFillTx/>
              <a:latin typeface="游明朝体"/>
            </a:endParaRPr>
          </a:p>
        </p:txBody>
      </p:sp>
      <p:sp>
        <p:nvSpPr>
          <p:cNvPr id="954" name=""/>
          <p:cNvSpPr txBox="1"/>
          <p:nvPr/>
        </p:nvSpPr>
        <p:spPr>
          <a:xfrm>
            <a:off x="6411240" y="386388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3"/>
                <a:ea typeface="HiraginoSans-W3"/>
              </a:rPr>
              <a:t>Agent</a:t>
            </a:r>
            <a:endParaRPr lang="en-US" sz="770" b="0" u="none" strike="noStrike">
              <a:solidFill>
                <a:srgbClr val="000000"/>
              </a:solidFill>
              <a:effectLst/>
              <a:uFillTx/>
              <a:latin typeface="游明朝体"/>
            </a:endParaRPr>
          </a:p>
        </p:txBody>
      </p:sp>
      <p:sp>
        <p:nvSpPr>
          <p:cNvPr id="955" name=""/>
          <p:cNvSpPr txBox="1"/>
          <p:nvPr/>
        </p:nvSpPr>
        <p:spPr>
          <a:xfrm>
            <a:off x="6852600" y="3744000"/>
            <a:ext cx="143316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5"/>
                <a:ea typeface="HiraginoSans-W5"/>
              </a:rPr>
              <a:t>テスト実⾏・動作確認</a:t>
            </a:r>
            <a:endParaRPr lang="en-US" sz="1130" b="0" u="none" strike="noStrike">
              <a:solidFill>
                <a:srgbClr val="000000"/>
              </a:solidFill>
              <a:effectLst/>
              <a:uFillTx/>
              <a:latin typeface="游明朝体"/>
            </a:endParaRPr>
          </a:p>
        </p:txBody>
      </p:sp>
      <p:sp>
        <p:nvSpPr>
          <p:cNvPr id="956" name=""/>
          <p:cNvSpPr/>
          <p:nvPr/>
        </p:nvSpPr>
        <p:spPr>
          <a:xfrm>
            <a:off x="8391240" y="4201200"/>
            <a:ext cx="0" cy="22284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957" name=""/>
          <p:cNvSpPr/>
          <p:nvPr/>
        </p:nvSpPr>
        <p:spPr>
          <a:xfrm>
            <a:off x="8292960" y="432576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58" name=""/>
          <p:cNvSpPr/>
          <p:nvPr/>
        </p:nvSpPr>
        <p:spPr>
          <a:xfrm>
            <a:off x="6230520" y="4424040"/>
            <a:ext cx="4322160" cy="576360"/>
          </a:xfrm>
          <a:custGeom>
            <a:avLst/>
            <a:gdLst/>
            <a:ahLst/>
            <a:rect l="0" t="0" r="r" b="b"/>
            <a:pathLst>
              <a:path w="12006" h="1601">
                <a:moveTo>
                  <a:pt x="181" y="0"/>
                </a:moveTo>
                <a:lnTo>
                  <a:pt x="11824" y="0"/>
                </a:lnTo>
                <a:cubicBezTo>
                  <a:pt x="11836" y="0"/>
                  <a:pt x="11848" y="1"/>
                  <a:pt x="11860" y="3"/>
                </a:cubicBezTo>
                <a:cubicBezTo>
                  <a:pt x="11871" y="5"/>
                  <a:pt x="11883" y="9"/>
                  <a:pt x="11894" y="13"/>
                </a:cubicBezTo>
                <a:cubicBezTo>
                  <a:pt x="11905" y="18"/>
                  <a:pt x="11915" y="24"/>
                  <a:pt x="11925" y="30"/>
                </a:cubicBezTo>
                <a:cubicBezTo>
                  <a:pt x="11935" y="37"/>
                  <a:pt x="11944" y="44"/>
                  <a:pt x="11953" y="53"/>
                </a:cubicBezTo>
                <a:cubicBezTo>
                  <a:pt x="11961" y="61"/>
                  <a:pt x="11969" y="71"/>
                  <a:pt x="11975" y="80"/>
                </a:cubicBezTo>
                <a:cubicBezTo>
                  <a:pt x="11982" y="90"/>
                  <a:pt x="11988" y="101"/>
                  <a:pt x="11992" y="112"/>
                </a:cubicBezTo>
                <a:cubicBezTo>
                  <a:pt x="11997" y="123"/>
                  <a:pt x="12000" y="134"/>
                  <a:pt x="12003" y="146"/>
                </a:cubicBezTo>
                <a:cubicBezTo>
                  <a:pt x="12005" y="158"/>
                  <a:pt x="12006" y="170"/>
                  <a:pt x="12006" y="181"/>
                </a:cubicBezTo>
                <a:lnTo>
                  <a:pt x="12006" y="1419"/>
                </a:lnTo>
                <a:cubicBezTo>
                  <a:pt x="12006" y="1431"/>
                  <a:pt x="12005" y="1443"/>
                  <a:pt x="12003" y="1454"/>
                </a:cubicBezTo>
                <a:cubicBezTo>
                  <a:pt x="12000" y="1466"/>
                  <a:pt x="11997" y="1477"/>
                  <a:pt x="11992" y="1488"/>
                </a:cubicBezTo>
                <a:cubicBezTo>
                  <a:pt x="11988" y="1499"/>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599"/>
                  <a:pt x="11836" y="1601"/>
                  <a:pt x="11824" y="1601"/>
                </a:cubicBezTo>
                <a:lnTo>
                  <a:pt x="181" y="1601"/>
                </a:lnTo>
                <a:cubicBezTo>
                  <a:pt x="170" y="1601"/>
                  <a:pt x="158" y="1599"/>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499"/>
                  <a:pt x="13" y="1488"/>
                </a:cubicBezTo>
                <a:cubicBezTo>
                  <a:pt x="9" y="1477"/>
                  <a:pt x="5" y="1466"/>
                  <a:pt x="3" y="1454"/>
                </a:cubicBezTo>
                <a:cubicBezTo>
                  <a:pt x="1" y="1443"/>
                  <a:pt x="0" y="1431"/>
                  <a:pt x="0" y="1419"/>
                </a:cubicBezTo>
                <a:lnTo>
                  <a:pt x="0" y="181"/>
                </a:lnTo>
                <a:cubicBezTo>
                  <a:pt x="0" y="170"/>
                  <a:pt x="1" y="158"/>
                  <a:pt x="3" y="146"/>
                </a:cubicBezTo>
                <a:cubicBezTo>
                  <a:pt x="5" y="134"/>
                  <a:pt x="9" y="123"/>
                  <a:pt x="13" y="112"/>
                </a:cubicBezTo>
                <a:cubicBezTo>
                  <a:pt x="18" y="101"/>
                  <a:pt x="24" y="90"/>
                  <a:pt x="30" y="80"/>
                </a:cubicBezTo>
                <a:cubicBezTo>
                  <a:pt x="37" y="71"/>
                  <a:pt x="44" y="61"/>
                  <a:pt x="53" y="53"/>
                </a:cubicBezTo>
                <a:cubicBezTo>
                  <a:pt x="61" y="44"/>
                  <a:pt x="70" y="37"/>
                  <a:pt x="80" y="30"/>
                </a:cubicBezTo>
                <a:cubicBezTo>
                  <a:pt x="90" y="24"/>
                  <a:pt x="101" y="18"/>
                  <a:pt x="112" y="13"/>
                </a:cubicBezTo>
                <a:cubicBezTo>
                  <a:pt x="123" y="9"/>
                  <a:pt x="134" y="5"/>
                  <a:pt x="146" y="3"/>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959" name=""/>
          <p:cNvSpPr/>
          <p:nvPr/>
        </p:nvSpPr>
        <p:spPr>
          <a:xfrm>
            <a:off x="6230520" y="4424040"/>
            <a:ext cx="4322160" cy="576360"/>
          </a:xfrm>
          <a:custGeom>
            <a:avLst/>
            <a:gdLst/>
            <a:ahLst/>
            <a:rect l="0" t="0" r="r" b="b"/>
            <a:pathLst>
              <a:path w="12006" h="1601">
                <a:moveTo>
                  <a:pt x="181" y="0"/>
                </a:moveTo>
                <a:lnTo>
                  <a:pt x="11824" y="0"/>
                </a:lnTo>
                <a:cubicBezTo>
                  <a:pt x="11836" y="0"/>
                  <a:pt x="11848" y="1"/>
                  <a:pt x="11860" y="3"/>
                </a:cubicBezTo>
                <a:cubicBezTo>
                  <a:pt x="11871" y="5"/>
                  <a:pt x="11883" y="9"/>
                  <a:pt x="11894" y="13"/>
                </a:cubicBezTo>
                <a:cubicBezTo>
                  <a:pt x="11905" y="18"/>
                  <a:pt x="11915" y="24"/>
                  <a:pt x="11925" y="30"/>
                </a:cubicBezTo>
                <a:cubicBezTo>
                  <a:pt x="11935" y="37"/>
                  <a:pt x="11944" y="44"/>
                  <a:pt x="11953" y="53"/>
                </a:cubicBezTo>
                <a:cubicBezTo>
                  <a:pt x="11961" y="61"/>
                  <a:pt x="11969" y="71"/>
                  <a:pt x="11975" y="80"/>
                </a:cubicBezTo>
                <a:cubicBezTo>
                  <a:pt x="11982" y="90"/>
                  <a:pt x="11988" y="101"/>
                  <a:pt x="11992" y="112"/>
                </a:cubicBezTo>
                <a:cubicBezTo>
                  <a:pt x="11997" y="123"/>
                  <a:pt x="12000" y="134"/>
                  <a:pt x="12003" y="146"/>
                </a:cubicBezTo>
                <a:cubicBezTo>
                  <a:pt x="12005" y="158"/>
                  <a:pt x="12006" y="170"/>
                  <a:pt x="12006" y="181"/>
                </a:cubicBezTo>
                <a:lnTo>
                  <a:pt x="12006" y="1419"/>
                </a:lnTo>
                <a:cubicBezTo>
                  <a:pt x="12006" y="1431"/>
                  <a:pt x="12005" y="1443"/>
                  <a:pt x="12003" y="1454"/>
                </a:cubicBezTo>
                <a:cubicBezTo>
                  <a:pt x="12000" y="1466"/>
                  <a:pt x="11997" y="1477"/>
                  <a:pt x="11992" y="1488"/>
                </a:cubicBezTo>
                <a:cubicBezTo>
                  <a:pt x="11988" y="1499"/>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599"/>
                  <a:pt x="11836" y="1601"/>
                  <a:pt x="11824" y="1601"/>
                </a:cubicBezTo>
                <a:lnTo>
                  <a:pt x="181" y="1601"/>
                </a:lnTo>
                <a:cubicBezTo>
                  <a:pt x="170" y="1601"/>
                  <a:pt x="158" y="1599"/>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499"/>
                  <a:pt x="13" y="1488"/>
                </a:cubicBezTo>
                <a:cubicBezTo>
                  <a:pt x="9" y="1477"/>
                  <a:pt x="5" y="1466"/>
                  <a:pt x="3" y="1454"/>
                </a:cubicBezTo>
                <a:cubicBezTo>
                  <a:pt x="1" y="1443"/>
                  <a:pt x="0" y="1431"/>
                  <a:pt x="0" y="1419"/>
                </a:cubicBezTo>
                <a:lnTo>
                  <a:pt x="0" y="181"/>
                </a:lnTo>
                <a:cubicBezTo>
                  <a:pt x="0" y="170"/>
                  <a:pt x="1" y="158"/>
                  <a:pt x="3" y="146"/>
                </a:cubicBezTo>
                <a:cubicBezTo>
                  <a:pt x="5" y="134"/>
                  <a:pt x="9" y="123"/>
                  <a:pt x="13" y="112"/>
                </a:cubicBezTo>
                <a:cubicBezTo>
                  <a:pt x="18" y="101"/>
                  <a:pt x="24" y="90"/>
                  <a:pt x="30" y="80"/>
                </a:cubicBezTo>
                <a:cubicBezTo>
                  <a:pt x="37" y="71"/>
                  <a:pt x="44" y="61"/>
                  <a:pt x="53" y="53"/>
                </a:cubicBezTo>
                <a:cubicBezTo>
                  <a:pt x="61" y="44"/>
                  <a:pt x="70" y="37"/>
                  <a:pt x="80" y="30"/>
                </a:cubicBezTo>
                <a:cubicBezTo>
                  <a:pt x="90" y="24"/>
                  <a:pt x="101" y="18"/>
                  <a:pt x="112" y="13"/>
                </a:cubicBezTo>
                <a:cubicBezTo>
                  <a:pt x="123" y="9"/>
                  <a:pt x="134" y="5"/>
                  <a:pt x="146" y="3"/>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960" name=""/>
          <p:cNvSpPr/>
          <p:nvPr/>
        </p:nvSpPr>
        <p:spPr>
          <a:xfrm>
            <a:off x="6387480" y="4541760"/>
            <a:ext cx="340920" cy="340560"/>
          </a:xfrm>
          <a:custGeom>
            <a:avLst/>
            <a:gdLst/>
            <a:ahLst/>
            <a:rect l="0" t="0" r="r" b="b"/>
            <a:pathLst>
              <a:path w="947" h="946">
                <a:moveTo>
                  <a:pt x="947" y="474"/>
                </a:moveTo>
                <a:cubicBezTo>
                  <a:pt x="947" y="505"/>
                  <a:pt x="944" y="535"/>
                  <a:pt x="938" y="566"/>
                </a:cubicBezTo>
                <a:cubicBezTo>
                  <a:pt x="932" y="596"/>
                  <a:pt x="923" y="626"/>
                  <a:pt x="911" y="655"/>
                </a:cubicBezTo>
                <a:cubicBezTo>
                  <a:pt x="899" y="683"/>
                  <a:pt x="885" y="710"/>
                  <a:pt x="867" y="736"/>
                </a:cubicBezTo>
                <a:cubicBezTo>
                  <a:pt x="850" y="762"/>
                  <a:pt x="830" y="786"/>
                  <a:pt x="808" y="808"/>
                </a:cubicBezTo>
                <a:cubicBezTo>
                  <a:pt x="787" y="830"/>
                  <a:pt x="763" y="849"/>
                  <a:pt x="737" y="867"/>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7"/>
                </a:cubicBezTo>
                <a:cubicBezTo>
                  <a:pt x="184" y="849"/>
                  <a:pt x="161" y="830"/>
                  <a:pt x="139" y="808"/>
                </a:cubicBezTo>
                <a:cubicBezTo>
                  <a:pt x="117" y="786"/>
                  <a:pt x="97" y="762"/>
                  <a:pt x="80" y="736"/>
                </a:cubicBezTo>
                <a:cubicBezTo>
                  <a:pt x="63" y="710"/>
                  <a:pt x="48" y="683"/>
                  <a:pt x="36" y="655"/>
                </a:cubicBezTo>
                <a:cubicBezTo>
                  <a:pt x="24" y="626"/>
                  <a:pt x="15" y="596"/>
                  <a:pt x="9" y="566"/>
                </a:cubicBezTo>
                <a:cubicBezTo>
                  <a:pt x="3" y="535"/>
                  <a:pt x="0" y="505"/>
                  <a:pt x="0" y="474"/>
                </a:cubicBezTo>
                <a:cubicBezTo>
                  <a:pt x="0" y="443"/>
                  <a:pt x="3" y="412"/>
                  <a:pt x="9" y="381"/>
                </a:cubicBezTo>
                <a:cubicBezTo>
                  <a:pt x="15" y="351"/>
                  <a:pt x="24" y="321"/>
                  <a:pt x="36" y="293"/>
                </a:cubicBezTo>
                <a:cubicBezTo>
                  <a:pt x="48" y="264"/>
                  <a:pt x="63" y="237"/>
                  <a:pt x="80" y="211"/>
                </a:cubicBezTo>
                <a:cubicBezTo>
                  <a:pt x="97" y="185"/>
                  <a:pt x="117" y="161"/>
                  <a:pt x="139" y="138"/>
                </a:cubicBezTo>
                <a:cubicBezTo>
                  <a:pt x="161" y="116"/>
                  <a:pt x="184" y="97"/>
                  <a:pt x="210" y="80"/>
                </a:cubicBezTo>
                <a:cubicBezTo>
                  <a:pt x="236" y="62"/>
                  <a:pt x="263" y="48"/>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8"/>
                  <a:pt x="711" y="62"/>
                  <a:pt x="737" y="80"/>
                </a:cubicBezTo>
                <a:cubicBezTo>
                  <a:pt x="763" y="97"/>
                  <a:pt x="787" y="116"/>
                  <a:pt x="808" y="138"/>
                </a:cubicBezTo>
                <a:cubicBezTo>
                  <a:pt x="830" y="161"/>
                  <a:pt x="850" y="185"/>
                  <a:pt x="867" y="211"/>
                </a:cubicBezTo>
                <a:cubicBezTo>
                  <a:pt x="885" y="237"/>
                  <a:pt x="899" y="264"/>
                  <a:pt x="911" y="293"/>
                </a:cubicBezTo>
                <a:cubicBezTo>
                  <a:pt x="923" y="321"/>
                  <a:pt x="932" y="351"/>
                  <a:pt x="938" y="381"/>
                </a:cubicBezTo>
                <a:cubicBezTo>
                  <a:pt x="944" y="412"/>
                  <a:pt x="947" y="443"/>
                  <a:pt x="947" y="474"/>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61" name=""/>
          <p:cNvSpPr txBox="1"/>
          <p:nvPr/>
        </p:nvSpPr>
        <p:spPr>
          <a:xfrm>
            <a:off x="6852600" y="3956760"/>
            <a:ext cx="166968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3"/>
                <a:ea typeface="HiraginoSans-W3"/>
              </a:rPr>
              <a:t>実⾏結果を⾒て⾃らコードを修正</a:t>
            </a:r>
            <a:endParaRPr lang="en-US" sz="880" b="0" u="none" strike="noStrike">
              <a:solidFill>
                <a:srgbClr val="000000"/>
              </a:solidFill>
              <a:effectLst/>
              <a:uFillTx/>
              <a:latin typeface="游明朝体"/>
            </a:endParaRPr>
          </a:p>
        </p:txBody>
      </p:sp>
      <p:sp>
        <p:nvSpPr>
          <p:cNvPr id="962" name=""/>
          <p:cNvSpPr txBox="1"/>
          <p:nvPr/>
        </p:nvSpPr>
        <p:spPr>
          <a:xfrm>
            <a:off x="6411240" y="466236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3"/>
                <a:ea typeface="HiraginoSans-W3"/>
              </a:rPr>
              <a:t>Agent</a:t>
            </a:r>
            <a:endParaRPr lang="en-US" sz="770" b="0" u="none" strike="noStrike">
              <a:solidFill>
                <a:srgbClr val="000000"/>
              </a:solidFill>
              <a:effectLst/>
              <a:uFillTx/>
              <a:latin typeface="游明朝体"/>
            </a:endParaRPr>
          </a:p>
        </p:txBody>
      </p:sp>
      <p:sp>
        <p:nvSpPr>
          <p:cNvPr id="963" name=""/>
          <p:cNvSpPr txBox="1"/>
          <p:nvPr/>
        </p:nvSpPr>
        <p:spPr>
          <a:xfrm>
            <a:off x="6852600" y="4542480"/>
            <a:ext cx="2301120" cy="160560"/>
          </a:xfrm>
          <a:prstGeom prst="rect">
            <a:avLst/>
          </a:prstGeom>
          <a:noFill/>
          <a:ln w="0">
            <a:noFill/>
          </a:ln>
        </p:spPr>
        <p:txBody>
          <a:bodyPr wrap="none" lIns="0" tIns="0" rIns="0" bIns="0" anchor="t">
            <a:spAutoFit/>
          </a:bodyPr>
          <a:p>
            <a:pPr/>
            <a:r>
              <a:rPr lang="en-US" sz="1130" b="1" u="none" strike="noStrike">
                <a:solidFill>
                  <a:srgbClr val="1A1A2E"/>
                </a:solidFill>
                <a:effectLst/>
                <a:uFillTx/>
                <a:latin typeface="HiraginoSans-W5"/>
                <a:ea typeface="HiraginoSans-W5"/>
              </a:rPr>
              <a:t>commit → push → </a:t>
            </a:r>
            <a:r>
              <a:rPr lang="ja-JP" sz="1130" b="1" u="none" strike="noStrike">
                <a:solidFill>
                  <a:srgbClr val="1A1A2E"/>
                </a:solidFill>
                <a:effectLst/>
                <a:uFillTx/>
                <a:latin typeface="HiraginoSans-W5"/>
                <a:ea typeface="HiraginoSans-W5"/>
              </a:rPr>
              <a:t>ドキュメント化</a:t>
            </a:r>
            <a:endParaRPr lang="en-US" sz="1130" b="0" u="none" strike="noStrike">
              <a:solidFill>
                <a:srgbClr val="000000"/>
              </a:solidFill>
              <a:effectLst/>
              <a:uFillTx/>
              <a:latin typeface="游明朝体"/>
            </a:endParaRPr>
          </a:p>
        </p:txBody>
      </p:sp>
      <p:sp>
        <p:nvSpPr>
          <p:cNvPr id="964" name=""/>
          <p:cNvSpPr/>
          <p:nvPr/>
        </p:nvSpPr>
        <p:spPr>
          <a:xfrm>
            <a:off x="6122160" y="2316240"/>
            <a:ext cx="108720" cy="2396160"/>
          </a:xfrm>
          <a:custGeom>
            <a:avLst/>
            <a:gdLst/>
            <a:ahLst/>
            <a:rect l="0" t="0" r="r" b="b"/>
            <a:pathLst>
              <a:path fill="none" w="302" h="6656">
                <a:moveTo>
                  <a:pt x="302" y="6656"/>
                </a:moveTo>
                <a:cubicBezTo>
                  <a:pt x="-101" y="6656"/>
                  <a:pt x="-101" y="0"/>
                  <a:pt x="302" y="0"/>
                </a:cubicBezTo>
              </a:path>
            </a:pathLst>
          </a:custGeom>
          <a:ln w="19440">
            <a:solidFill>
              <a:srgbClr val="2563EB"/>
            </a:solidFill>
            <a:miter/>
          </a:ln>
        </p:spPr>
        <p:txBody>
          <a:bodyPr lIns="9720" tIns="9720" rIns="9720" bIns="9720" anchor="t">
            <a:noAutofit/>
          </a:bodyPr>
          <a:p>
            <a:endParaRPr lang="en-US" sz="2400" b="0" u="none" strike="noStrike">
              <a:solidFill>
                <a:srgbClr val="000000"/>
              </a:solidFill>
              <a:effectLst/>
              <a:uFillTx/>
              <a:latin typeface="游明朝体"/>
            </a:endParaRPr>
          </a:p>
        </p:txBody>
      </p:sp>
      <p:sp>
        <p:nvSpPr>
          <p:cNvPr id="965" name=""/>
          <p:cNvSpPr/>
          <p:nvPr/>
        </p:nvSpPr>
        <p:spPr>
          <a:xfrm>
            <a:off x="6132240" y="2217960"/>
            <a:ext cx="196560" cy="196920"/>
          </a:xfrm>
          <a:custGeom>
            <a:avLst/>
            <a:gdLst/>
            <a:ahLst/>
            <a:rect l="0" t="0" r="r" b="b"/>
            <a:pathLst>
              <a:path w="546" h="547">
                <a:moveTo>
                  <a:pt x="0" y="0"/>
                </a:moveTo>
                <a:lnTo>
                  <a:pt x="546" y="274"/>
                </a:lnTo>
                <a:lnTo>
                  <a:pt x="0" y="547"/>
                </a:lnTo>
                <a:lnTo>
                  <a:pt x="0"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66" name=""/>
          <p:cNvSpPr txBox="1"/>
          <p:nvPr/>
        </p:nvSpPr>
        <p:spPr>
          <a:xfrm>
            <a:off x="6852600" y="4755600"/>
            <a:ext cx="166968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3"/>
                <a:ea typeface="HiraginoSans-W3"/>
              </a:rPr>
              <a:t>⼀連の流れを⼈の介在少なく反復</a:t>
            </a:r>
            <a:endParaRPr lang="en-US" sz="880" b="0" u="none" strike="noStrike">
              <a:solidFill>
                <a:srgbClr val="000000"/>
              </a:solidFill>
              <a:effectLst/>
              <a:uFillTx/>
              <a:latin typeface="游明朝体"/>
            </a:endParaRPr>
          </a:p>
        </p:txBody>
      </p:sp>
      <p:sp>
        <p:nvSpPr>
          <p:cNvPr id="967" name=""/>
          <p:cNvSpPr/>
          <p:nvPr/>
        </p:nvSpPr>
        <p:spPr>
          <a:xfrm>
            <a:off x="6230520" y="5222520"/>
            <a:ext cx="4322160" cy="523800"/>
          </a:xfrm>
          <a:custGeom>
            <a:avLst/>
            <a:gdLst/>
            <a:ahLst/>
            <a:rect l="0" t="0" r="r" b="b"/>
            <a:pathLst>
              <a:path w="12006" h="1455">
                <a:moveTo>
                  <a:pt x="181" y="0"/>
                </a:moveTo>
                <a:lnTo>
                  <a:pt x="11824" y="0"/>
                </a:lnTo>
                <a:cubicBezTo>
                  <a:pt x="11836" y="0"/>
                  <a:pt x="11848" y="1"/>
                  <a:pt x="11860" y="3"/>
                </a:cubicBezTo>
                <a:cubicBezTo>
                  <a:pt x="11871" y="6"/>
                  <a:pt x="11883" y="9"/>
                  <a:pt x="11894" y="14"/>
                </a:cubicBezTo>
                <a:cubicBezTo>
                  <a:pt x="11905" y="18"/>
                  <a:pt x="11915" y="24"/>
                  <a:pt x="11925" y="30"/>
                </a:cubicBezTo>
                <a:cubicBezTo>
                  <a:pt x="11935" y="37"/>
                  <a:pt x="11944" y="45"/>
                  <a:pt x="11953" y="53"/>
                </a:cubicBezTo>
                <a:cubicBezTo>
                  <a:pt x="11961" y="61"/>
                  <a:pt x="11969" y="71"/>
                  <a:pt x="11975" y="81"/>
                </a:cubicBezTo>
                <a:cubicBezTo>
                  <a:pt x="11982" y="91"/>
                  <a:pt x="11988" y="101"/>
                  <a:pt x="11992" y="112"/>
                </a:cubicBezTo>
                <a:cubicBezTo>
                  <a:pt x="11997" y="123"/>
                  <a:pt x="12000" y="134"/>
                  <a:pt x="12003" y="146"/>
                </a:cubicBezTo>
                <a:cubicBezTo>
                  <a:pt x="12005" y="158"/>
                  <a:pt x="12006" y="170"/>
                  <a:pt x="12006" y="182"/>
                </a:cubicBezTo>
                <a:lnTo>
                  <a:pt x="12006" y="1274"/>
                </a:lnTo>
                <a:cubicBezTo>
                  <a:pt x="12006" y="1285"/>
                  <a:pt x="12005" y="1297"/>
                  <a:pt x="12003" y="1309"/>
                </a:cubicBezTo>
                <a:cubicBezTo>
                  <a:pt x="12000" y="1321"/>
                  <a:pt x="11997" y="1332"/>
                  <a:pt x="11992" y="1343"/>
                </a:cubicBezTo>
                <a:cubicBezTo>
                  <a:pt x="11988" y="1354"/>
                  <a:pt x="11982" y="1365"/>
                  <a:pt x="11975" y="1375"/>
                </a:cubicBezTo>
                <a:cubicBezTo>
                  <a:pt x="11969" y="1384"/>
                  <a:pt x="11961" y="1394"/>
                  <a:pt x="11953" y="1402"/>
                </a:cubicBezTo>
                <a:cubicBezTo>
                  <a:pt x="11944" y="1411"/>
                  <a:pt x="11935" y="1418"/>
                  <a:pt x="11925" y="1425"/>
                </a:cubicBezTo>
                <a:cubicBezTo>
                  <a:pt x="11915" y="1431"/>
                  <a:pt x="11905" y="1437"/>
                  <a:pt x="11894" y="1441"/>
                </a:cubicBezTo>
                <a:cubicBezTo>
                  <a:pt x="11883" y="1446"/>
                  <a:pt x="11871" y="1450"/>
                  <a:pt x="11860" y="1452"/>
                </a:cubicBezTo>
                <a:cubicBezTo>
                  <a:pt x="11848" y="1454"/>
                  <a:pt x="11836" y="1455"/>
                  <a:pt x="11824" y="1455"/>
                </a:cubicBezTo>
                <a:lnTo>
                  <a:pt x="181" y="1455"/>
                </a:lnTo>
                <a:cubicBezTo>
                  <a:pt x="170" y="1455"/>
                  <a:pt x="158" y="1454"/>
                  <a:pt x="146" y="1452"/>
                </a:cubicBezTo>
                <a:cubicBezTo>
                  <a:pt x="134" y="1450"/>
                  <a:pt x="123" y="1446"/>
                  <a:pt x="112" y="1441"/>
                </a:cubicBezTo>
                <a:cubicBezTo>
                  <a:pt x="101" y="1437"/>
                  <a:pt x="90" y="1431"/>
                  <a:pt x="80" y="1425"/>
                </a:cubicBezTo>
                <a:cubicBezTo>
                  <a:pt x="70" y="1418"/>
                  <a:pt x="61" y="1411"/>
                  <a:pt x="53" y="1402"/>
                </a:cubicBezTo>
                <a:cubicBezTo>
                  <a:pt x="44" y="1394"/>
                  <a:pt x="37" y="1384"/>
                  <a:pt x="30" y="1375"/>
                </a:cubicBezTo>
                <a:cubicBezTo>
                  <a:pt x="24" y="1365"/>
                  <a:pt x="18" y="1354"/>
                  <a:pt x="13" y="1343"/>
                </a:cubicBezTo>
                <a:cubicBezTo>
                  <a:pt x="9" y="1332"/>
                  <a:pt x="5" y="1321"/>
                  <a:pt x="3" y="1309"/>
                </a:cubicBezTo>
                <a:cubicBezTo>
                  <a:pt x="1" y="1297"/>
                  <a:pt x="0" y="1285"/>
                  <a:pt x="0" y="1274"/>
                </a:cubicBezTo>
                <a:lnTo>
                  <a:pt x="0" y="182"/>
                </a:lnTo>
                <a:cubicBezTo>
                  <a:pt x="0" y="170"/>
                  <a:pt x="1" y="158"/>
                  <a:pt x="3" y="146"/>
                </a:cubicBezTo>
                <a:cubicBezTo>
                  <a:pt x="5" y="134"/>
                  <a:pt x="9" y="123"/>
                  <a:pt x="13" y="112"/>
                </a:cubicBezTo>
                <a:cubicBezTo>
                  <a:pt x="18" y="101"/>
                  <a:pt x="24" y="91"/>
                  <a:pt x="30" y="81"/>
                </a:cubicBezTo>
                <a:cubicBezTo>
                  <a:pt x="37" y="71"/>
                  <a:pt x="44" y="61"/>
                  <a:pt x="53" y="53"/>
                </a:cubicBezTo>
                <a:cubicBezTo>
                  <a:pt x="61" y="45"/>
                  <a:pt x="70" y="37"/>
                  <a:pt x="80" y="30"/>
                </a:cubicBezTo>
                <a:cubicBezTo>
                  <a:pt x="90" y="24"/>
                  <a:pt x="101" y="18"/>
                  <a:pt x="112" y="14"/>
                </a:cubicBezTo>
                <a:cubicBezTo>
                  <a:pt x="123" y="9"/>
                  <a:pt x="134" y="6"/>
                  <a:pt x="146" y="3"/>
                </a:cubicBezTo>
                <a:cubicBezTo>
                  <a:pt x="158" y="1"/>
                  <a:pt x="170" y="0"/>
                  <a:pt x="181" y="0"/>
                </a:cubicBezTo>
                <a:close/>
              </a:path>
            </a:pathLst>
          </a:custGeom>
          <a:solidFill>
            <a:srgbClr val="1E3A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68" name=""/>
          <p:cNvSpPr txBox="1"/>
          <p:nvPr/>
        </p:nvSpPr>
        <p:spPr>
          <a:xfrm rot="5400000">
            <a:off x="5361120" y="3504240"/>
            <a:ext cx="1268640" cy="97920"/>
          </a:xfrm>
          <a:prstGeom prst="rect">
            <a:avLst/>
          </a:prstGeom>
          <a:noFill/>
          <a:ln w="0">
            <a:noFill/>
          </a:ln>
        </p:spPr>
        <p:txBody>
          <a:bodyPr wrap="none" lIns="0" tIns="0" rIns="0" bIns="0" anchor="t">
            <a:spAutoFit/>
          </a:bodyPr>
          <a:p>
            <a:pPr/>
            <a:r>
              <a:rPr lang="ja-JP" sz="770" b="1" u="none" strike="noStrike">
                <a:solidFill>
                  <a:srgbClr val="2563EB"/>
                </a:solidFill>
                <a:effectLst/>
                <a:uFillTx/>
                <a:latin typeface="HiraginoSans-W5"/>
                <a:ea typeface="HiraginoSans-W5"/>
              </a:rPr>
              <a:t>エージェントが⾃律的に反復</a:t>
            </a:r>
            <a:endParaRPr lang="en-US" sz="770" b="0" u="none" strike="noStrike">
              <a:solidFill>
                <a:srgbClr val="000000"/>
              </a:solidFill>
              <a:effectLst/>
              <a:uFillTx/>
              <a:latin typeface="游明朝体"/>
            </a:endParaRPr>
          </a:p>
        </p:txBody>
      </p:sp>
      <p:sp>
        <p:nvSpPr>
          <p:cNvPr id="969" name=""/>
          <p:cNvSpPr txBox="1"/>
          <p:nvPr/>
        </p:nvSpPr>
        <p:spPr>
          <a:xfrm>
            <a:off x="7520760" y="5352120"/>
            <a:ext cx="1750320" cy="125280"/>
          </a:xfrm>
          <a:prstGeom prst="rect">
            <a:avLst/>
          </a:prstGeom>
          <a:noFill/>
          <a:ln w="0">
            <a:noFill/>
          </a:ln>
        </p:spPr>
        <p:txBody>
          <a:bodyPr wrap="none" lIns="0" tIns="0" rIns="0" bIns="0" anchor="t">
            <a:spAutoFit/>
          </a:bodyPr>
          <a:p>
            <a:pPr/>
            <a:r>
              <a:rPr lang="ja-JP" sz="980" b="1" u="none" strike="noStrike">
                <a:solidFill>
                  <a:srgbClr val="FFFFFF"/>
                </a:solidFill>
                <a:effectLst/>
                <a:uFillTx/>
                <a:latin typeface="HiraginoSans-W6"/>
                <a:ea typeface="HiraginoSans-W6"/>
              </a:rPr>
              <a:t>⼈の介在を最⼩化し⾼速に反復</a:t>
            </a:r>
            <a:endParaRPr lang="en-US" sz="980" b="0" u="none" strike="noStrike">
              <a:solidFill>
                <a:srgbClr val="000000"/>
              </a:solidFill>
              <a:effectLst/>
              <a:uFillTx/>
              <a:latin typeface="游明朝体"/>
            </a:endParaRPr>
          </a:p>
        </p:txBody>
      </p:sp>
      <p:sp>
        <p:nvSpPr>
          <p:cNvPr id="970" name=""/>
          <p:cNvSpPr txBox="1"/>
          <p:nvPr/>
        </p:nvSpPr>
        <p:spPr>
          <a:xfrm>
            <a:off x="7484400" y="5540040"/>
            <a:ext cx="1800000" cy="117720"/>
          </a:xfrm>
          <a:prstGeom prst="rect">
            <a:avLst/>
          </a:prstGeom>
          <a:noFill/>
          <a:ln w="0">
            <a:noFill/>
          </a:ln>
        </p:spPr>
        <p:txBody>
          <a:bodyPr wrap="none" lIns="0" tIns="0" rIns="0" bIns="0" anchor="t">
            <a:spAutoFit/>
          </a:bodyPr>
          <a:p>
            <a:pPr/>
            <a:r>
              <a:rPr lang="ja-JP" sz="820" b="0" u="none" strike="noStrike">
                <a:solidFill>
                  <a:srgbClr val="DBEAFE"/>
                </a:solidFill>
                <a:effectLst/>
                <a:uFillTx/>
                <a:latin typeface="HiraginoSans-W3"/>
                <a:ea typeface="HiraginoSans-W3"/>
              </a:rPr>
              <a:t>半年間で</a:t>
            </a:r>
            <a:r>
              <a:rPr lang="en-US" sz="820" b="0" u="none" strike="noStrike">
                <a:solidFill>
                  <a:srgbClr val="DBEAFE"/>
                </a:solidFill>
                <a:effectLst/>
                <a:uFillTx/>
                <a:latin typeface="HiraginoSans-W3"/>
                <a:ea typeface="HiraginoSans-W3"/>
              </a:rPr>
              <a:t>34</a:t>
            </a:r>
            <a:r>
              <a:rPr lang="ja-JP" sz="820" b="0" u="none" strike="noStrike">
                <a:solidFill>
                  <a:srgbClr val="DBEAFE"/>
                </a:solidFill>
                <a:effectLst/>
                <a:uFillTx/>
                <a:latin typeface="HiraginoSans-W3"/>
                <a:ea typeface="HiraginoSans-W3"/>
              </a:rPr>
              <a:t>件のリポジトリを継続開発</a:t>
            </a:r>
            <a:endParaRPr lang="en-US" sz="820" b="0" u="none" strike="noStrike">
              <a:solidFill>
                <a:srgbClr val="000000"/>
              </a:solidFill>
              <a:effectLst/>
              <a:uFillTx/>
              <a:latin typeface="游明朝体"/>
            </a:endParaRPr>
          </a:p>
        </p:txBody>
      </p:sp>
      <p:sp>
        <p:nvSpPr>
          <p:cNvPr id="971" name=""/>
          <p:cNvSpPr txBox="1"/>
          <p:nvPr/>
        </p:nvSpPr>
        <p:spPr>
          <a:xfrm>
            <a:off x="533520" y="495360"/>
            <a:ext cx="31950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チャットでの開発</a:t>
            </a:r>
            <a:endParaRPr lang="en-US" sz="3150" b="0" u="none" strike="noStrike">
              <a:solidFill>
                <a:srgbClr val="000000"/>
              </a:solidFill>
              <a:effectLst/>
              <a:uFillTx/>
              <a:latin typeface="游明朝体"/>
            </a:endParaRPr>
          </a:p>
        </p:txBody>
      </p:sp>
      <p:sp>
        <p:nvSpPr>
          <p:cNvPr id="972" name=""/>
          <p:cNvSpPr txBox="1"/>
          <p:nvPr/>
        </p:nvSpPr>
        <p:spPr>
          <a:xfrm>
            <a:off x="3733920" y="476280"/>
            <a:ext cx="31068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 vs Claude Code</a:t>
            </a:r>
            <a:endParaRPr lang="en-US" sz="3150" b="0" u="none" strike="noStrike">
              <a:solidFill>
                <a:srgbClr val="000000"/>
              </a:solidFill>
              <a:effectLst/>
              <a:uFillTx/>
              <a:latin typeface="游明朝体"/>
            </a:endParaRPr>
          </a:p>
        </p:txBody>
      </p:sp>
      <p:sp>
        <p:nvSpPr>
          <p:cNvPr id="973" name=""/>
          <p:cNvSpPr txBox="1"/>
          <p:nvPr/>
        </p:nvSpPr>
        <p:spPr>
          <a:xfrm>
            <a:off x="6845760" y="495360"/>
            <a:ext cx="3999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a:t>
            </a:r>
            <a:endParaRPr lang="en-US" sz="3150" b="0" u="none" strike="noStrike">
              <a:solidFill>
                <a:srgbClr val="000000"/>
              </a:solidFill>
              <a:effectLst/>
              <a:uFillTx/>
              <a:latin typeface="游明朝体"/>
            </a:endParaRPr>
          </a:p>
        </p:txBody>
      </p:sp>
      <p:sp>
        <p:nvSpPr>
          <p:cNvPr id="974" name=""/>
          <p:cNvSpPr txBox="1"/>
          <p:nvPr/>
        </p:nvSpPr>
        <p:spPr>
          <a:xfrm>
            <a:off x="7245720" y="47628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AI</a:t>
            </a:r>
            <a:endParaRPr lang="en-US" sz="3150" b="0" u="none" strike="noStrike">
              <a:solidFill>
                <a:srgbClr val="000000"/>
              </a:solidFill>
              <a:effectLst/>
              <a:uFillTx/>
              <a:latin typeface="游明朝体"/>
            </a:endParaRPr>
          </a:p>
        </p:txBody>
      </p:sp>
      <p:sp>
        <p:nvSpPr>
          <p:cNvPr id="975"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76"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77"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78"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79"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0"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1"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2"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3"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4"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5"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6"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7"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8"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89"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0"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1"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2"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3"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4"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5"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6"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7"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8"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999"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0"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1"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2"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3"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4"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5"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6"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7"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8"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09"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0"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1"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2"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3"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4"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5"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6"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7"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8"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19"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0"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1"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2"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3"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4"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5"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6"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7"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8"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29"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0"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1"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2"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3"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4"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5"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6"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7"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8"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39"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0"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1"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2"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3"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4"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5"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6"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7"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8"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49"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0"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1"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2"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3"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4"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5"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6"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7"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8"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59"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0"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1"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2"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3"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4"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5"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6"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7"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8"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69"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0"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1"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2"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3"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4"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5"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6"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7"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8"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79"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0"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1"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2"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3"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4"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5"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6"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7"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8"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89"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0"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1"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2"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3"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4"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5"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6"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7"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8"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099"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0"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1"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2"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3"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4"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5"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6"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7"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8"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09"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0"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1"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2"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3"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4"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5"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6"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7"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8"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19"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0"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1"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2"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3"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4"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5"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6"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7"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8"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29"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0"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1"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2"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3"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4"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5"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6"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7"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8"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39"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0"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1"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2"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3"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4"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5"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6"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7"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8"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49"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0"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1"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2"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3"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4"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5"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6"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7"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8"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59"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0"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1"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2"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3"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4"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5"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6"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167" name=""/>
          <p:cNvSpPr txBox="1"/>
          <p:nvPr/>
        </p:nvSpPr>
        <p:spPr>
          <a:xfrm>
            <a:off x="7637760" y="495360"/>
            <a:ext cx="27957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エージェント）</a:t>
            </a:r>
            <a:endParaRPr lang="en-US" sz="3150" b="0" u="none" strike="noStrike">
              <a:solidFill>
                <a:srgbClr val="000000"/>
              </a:solidFill>
              <a:effectLst/>
              <a:uFillTx/>
              <a:latin typeface="游明朝体"/>
            </a:endParaRPr>
          </a:p>
        </p:txBody>
      </p:sp>
      <p:sp>
        <p:nvSpPr>
          <p:cNvPr id="1168"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5</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2" name=""/>
          <p:cNvSpPr/>
          <p:nvPr/>
        </p:nvSpPr>
        <p:spPr>
          <a:xfrm>
            <a:off x="57132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3" name=""/>
          <p:cNvSpPr/>
          <p:nvPr/>
        </p:nvSpPr>
        <p:spPr>
          <a:xfrm>
            <a:off x="91764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4" name=""/>
          <p:cNvSpPr/>
          <p:nvPr/>
        </p:nvSpPr>
        <p:spPr>
          <a:xfrm>
            <a:off x="126432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5" name=""/>
          <p:cNvSpPr/>
          <p:nvPr/>
        </p:nvSpPr>
        <p:spPr>
          <a:xfrm>
            <a:off x="161064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6" name=""/>
          <p:cNvSpPr/>
          <p:nvPr/>
        </p:nvSpPr>
        <p:spPr>
          <a:xfrm>
            <a:off x="195732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7" name=""/>
          <p:cNvSpPr/>
          <p:nvPr/>
        </p:nvSpPr>
        <p:spPr>
          <a:xfrm>
            <a:off x="230364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8" name=""/>
          <p:cNvSpPr/>
          <p:nvPr/>
        </p:nvSpPr>
        <p:spPr>
          <a:xfrm>
            <a:off x="265032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79" name=""/>
          <p:cNvSpPr/>
          <p:nvPr/>
        </p:nvSpPr>
        <p:spPr>
          <a:xfrm>
            <a:off x="299664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0" name=""/>
          <p:cNvSpPr/>
          <p:nvPr/>
        </p:nvSpPr>
        <p:spPr>
          <a:xfrm>
            <a:off x="3342960" y="5162400"/>
            <a:ext cx="693360" cy="1276560"/>
          </a:xfrm>
          <a:custGeom>
            <a:avLst/>
            <a:gdLst/>
            <a:ahLst/>
            <a:rect l="0" t="0" r="r" b="b"/>
            <a:pathLst>
              <a:path w="1926" h="3546">
                <a:moveTo>
                  <a:pt x="1926" y="0"/>
                </a:moveTo>
                <a:lnTo>
                  <a:pt x="1926" y="3546"/>
                </a:lnTo>
                <a:lnTo>
                  <a:pt x="0" y="3546"/>
                </a:lnTo>
                <a:lnTo>
                  <a:pt x="0" y="0"/>
                </a:lnTo>
                <a:lnTo>
                  <a:pt x="1926"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1" name=""/>
          <p:cNvSpPr/>
          <p:nvPr/>
        </p:nvSpPr>
        <p:spPr>
          <a:xfrm>
            <a:off x="403596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2" name=""/>
          <p:cNvSpPr/>
          <p:nvPr/>
        </p:nvSpPr>
        <p:spPr>
          <a:xfrm>
            <a:off x="438264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3" name=""/>
          <p:cNvSpPr/>
          <p:nvPr/>
        </p:nvSpPr>
        <p:spPr>
          <a:xfrm>
            <a:off x="472896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4" name=""/>
          <p:cNvSpPr/>
          <p:nvPr/>
        </p:nvSpPr>
        <p:spPr>
          <a:xfrm>
            <a:off x="507528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5" name=""/>
          <p:cNvSpPr/>
          <p:nvPr/>
        </p:nvSpPr>
        <p:spPr>
          <a:xfrm>
            <a:off x="542196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6" name=""/>
          <p:cNvSpPr/>
          <p:nvPr/>
        </p:nvSpPr>
        <p:spPr>
          <a:xfrm>
            <a:off x="576828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7" name=""/>
          <p:cNvSpPr/>
          <p:nvPr/>
        </p:nvSpPr>
        <p:spPr>
          <a:xfrm>
            <a:off x="611496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8" name=""/>
          <p:cNvSpPr/>
          <p:nvPr/>
        </p:nvSpPr>
        <p:spPr>
          <a:xfrm>
            <a:off x="646128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89" name=""/>
          <p:cNvSpPr/>
          <p:nvPr/>
        </p:nvSpPr>
        <p:spPr>
          <a:xfrm>
            <a:off x="680796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0" name=""/>
          <p:cNvSpPr/>
          <p:nvPr/>
        </p:nvSpPr>
        <p:spPr>
          <a:xfrm>
            <a:off x="715428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1" name=""/>
          <p:cNvSpPr/>
          <p:nvPr/>
        </p:nvSpPr>
        <p:spPr>
          <a:xfrm>
            <a:off x="7500600" y="5162400"/>
            <a:ext cx="693360" cy="1276560"/>
          </a:xfrm>
          <a:custGeom>
            <a:avLst/>
            <a:gdLst/>
            <a:ahLst/>
            <a:rect l="0" t="0" r="r" b="b"/>
            <a:pathLst>
              <a:path w="1926" h="3546">
                <a:moveTo>
                  <a:pt x="1926" y="0"/>
                </a:moveTo>
                <a:lnTo>
                  <a:pt x="1926" y="3546"/>
                </a:lnTo>
                <a:lnTo>
                  <a:pt x="0" y="3546"/>
                </a:lnTo>
                <a:lnTo>
                  <a:pt x="0" y="0"/>
                </a:lnTo>
                <a:lnTo>
                  <a:pt x="1926"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2" name=""/>
          <p:cNvSpPr/>
          <p:nvPr/>
        </p:nvSpPr>
        <p:spPr>
          <a:xfrm>
            <a:off x="819360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3" name=""/>
          <p:cNvSpPr/>
          <p:nvPr/>
        </p:nvSpPr>
        <p:spPr>
          <a:xfrm>
            <a:off x="854028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4" name=""/>
          <p:cNvSpPr/>
          <p:nvPr/>
        </p:nvSpPr>
        <p:spPr>
          <a:xfrm>
            <a:off x="888660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5" name=""/>
          <p:cNvSpPr/>
          <p:nvPr/>
        </p:nvSpPr>
        <p:spPr>
          <a:xfrm>
            <a:off x="923328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6" name=""/>
          <p:cNvSpPr/>
          <p:nvPr/>
        </p:nvSpPr>
        <p:spPr>
          <a:xfrm>
            <a:off x="957960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7" name=""/>
          <p:cNvSpPr/>
          <p:nvPr/>
        </p:nvSpPr>
        <p:spPr>
          <a:xfrm>
            <a:off x="992592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8" name=""/>
          <p:cNvSpPr/>
          <p:nvPr/>
        </p:nvSpPr>
        <p:spPr>
          <a:xfrm>
            <a:off x="10272600" y="5162400"/>
            <a:ext cx="346680" cy="1276560"/>
          </a:xfrm>
          <a:custGeom>
            <a:avLst/>
            <a:gdLst/>
            <a:ahLst/>
            <a:rect l="0" t="0" r="r" b="b"/>
            <a:pathLst>
              <a:path w="963" h="3546">
                <a:moveTo>
                  <a:pt x="963" y="0"/>
                </a:moveTo>
                <a:lnTo>
                  <a:pt x="963" y="3546"/>
                </a:lnTo>
                <a:lnTo>
                  <a:pt x="0" y="3546"/>
                </a:lnTo>
                <a:lnTo>
                  <a:pt x="0" y="0"/>
                </a:lnTo>
                <a:lnTo>
                  <a:pt x="963"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199" name=""/>
          <p:cNvSpPr/>
          <p:nvPr/>
        </p:nvSpPr>
        <p:spPr>
          <a:xfrm>
            <a:off x="10618920" y="5162400"/>
            <a:ext cx="347040" cy="1276560"/>
          </a:xfrm>
          <a:custGeom>
            <a:avLst/>
            <a:gdLst/>
            <a:ahLst/>
            <a:rect l="0" t="0" r="r" b="b"/>
            <a:pathLst>
              <a:path w="964" h="3546">
                <a:moveTo>
                  <a:pt x="964" y="0"/>
                </a:moveTo>
                <a:lnTo>
                  <a:pt x="964" y="3546"/>
                </a:lnTo>
                <a:lnTo>
                  <a:pt x="0" y="3546"/>
                </a:lnTo>
                <a:lnTo>
                  <a:pt x="0" y="0"/>
                </a:lnTo>
                <a:lnTo>
                  <a:pt x="964"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200" name=""/>
          <p:cNvSpPr/>
          <p:nvPr/>
        </p:nvSpPr>
        <p:spPr>
          <a:xfrm>
            <a:off x="10965600" y="5162400"/>
            <a:ext cx="693000" cy="1276560"/>
          </a:xfrm>
          <a:custGeom>
            <a:avLst/>
            <a:gdLst/>
            <a:ahLst/>
            <a:rect l="0" t="0" r="r" b="b"/>
            <a:pathLst>
              <a:path w="1925" h="3546">
                <a:moveTo>
                  <a:pt x="1820" y="0"/>
                </a:moveTo>
                <a:cubicBezTo>
                  <a:pt x="1849" y="0"/>
                  <a:pt x="1874" y="10"/>
                  <a:pt x="1894" y="31"/>
                </a:cubicBezTo>
                <a:cubicBezTo>
                  <a:pt x="1915" y="52"/>
                  <a:pt x="1925" y="77"/>
                  <a:pt x="1925" y="106"/>
                </a:cubicBezTo>
                <a:lnTo>
                  <a:pt x="1925" y="3440"/>
                </a:lnTo>
                <a:cubicBezTo>
                  <a:pt x="1925" y="3470"/>
                  <a:pt x="1915" y="3495"/>
                  <a:pt x="1894" y="3515"/>
                </a:cubicBezTo>
                <a:cubicBezTo>
                  <a:pt x="1874" y="3536"/>
                  <a:pt x="1849" y="3546"/>
                  <a:pt x="1820" y="3546"/>
                </a:cubicBezTo>
                <a:lnTo>
                  <a:pt x="0" y="3546"/>
                </a:lnTo>
                <a:lnTo>
                  <a:pt x="0" y="0"/>
                </a:lnTo>
                <a:lnTo>
                  <a:pt x="1820"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201" name=""/>
          <p:cNvSpPr/>
          <p:nvPr/>
        </p:nvSpPr>
        <p:spPr>
          <a:xfrm>
            <a:off x="533160" y="5162400"/>
            <a:ext cx="38520" cy="1276560"/>
          </a:xfrm>
          <a:custGeom>
            <a:avLst/>
            <a:gdLst/>
            <a:ahLst/>
            <a:rect l="0" t="0" r="r" b="b"/>
            <a:pathLst>
              <a:path w="107" h="3546">
                <a:moveTo>
                  <a:pt x="0" y="0"/>
                </a:moveTo>
                <a:lnTo>
                  <a:pt x="107" y="0"/>
                </a:lnTo>
                <a:lnTo>
                  <a:pt x="107" y="3546"/>
                </a:lnTo>
                <a:lnTo>
                  <a:pt x="0" y="3546"/>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pic>
        <p:nvPicPr>
          <p:cNvPr id="1202" name=""/>
          <p:cNvPicPr/>
          <p:nvPr/>
        </p:nvPicPr>
        <p:blipFill>
          <a:blip r:embed="rId1"/>
          <a:stretch/>
        </p:blipFill>
        <p:spPr>
          <a:xfrm>
            <a:off x="1257120" y="1295280"/>
            <a:ext cx="3999960" cy="2437920"/>
          </a:xfrm>
          <a:prstGeom prst="rect">
            <a:avLst/>
          </a:prstGeom>
          <a:noFill/>
          <a:ln w="0">
            <a:noFill/>
          </a:ln>
        </p:spPr>
      </p:pic>
      <p:sp>
        <p:nvSpPr>
          <p:cNvPr id="1203" name=""/>
          <p:cNvSpPr/>
          <p:nvPr/>
        </p:nvSpPr>
        <p:spPr>
          <a:xfrm>
            <a:off x="6295680" y="144756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1"/>
                </a:cubicBezTo>
                <a:cubicBezTo>
                  <a:pt x="0" y="70"/>
                  <a:pt x="2" y="60"/>
                  <a:pt x="6" y="50"/>
                </a:cubicBezTo>
                <a:cubicBezTo>
                  <a:pt x="11" y="40"/>
                  <a:pt x="16" y="32"/>
                  <a:pt x="24" y="24"/>
                </a:cubicBezTo>
                <a:cubicBezTo>
                  <a:pt x="31" y="17"/>
                  <a:pt x="40" y="11"/>
                  <a:pt x="49" y="6"/>
                </a:cubicBezTo>
                <a:cubicBezTo>
                  <a:pt x="59" y="2"/>
                  <a:pt x="69" y="0"/>
                  <a:pt x="80" y="0"/>
                </a:cubicBezTo>
                <a:cubicBezTo>
                  <a:pt x="90" y="0"/>
                  <a:pt x="100" y="2"/>
                  <a:pt x="110" y="6"/>
                </a:cubicBezTo>
                <a:cubicBezTo>
                  <a:pt x="120" y="11"/>
                  <a:pt x="130" y="17"/>
                  <a:pt x="137" y="24"/>
                </a:cubicBezTo>
                <a:cubicBezTo>
                  <a:pt x="144" y="32"/>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04" name=""/>
          <p:cNvSpPr txBox="1"/>
          <p:nvPr/>
        </p:nvSpPr>
        <p:spPr>
          <a:xfrm>
            <a:off x="6477120" y="136116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フォルダにマークダウンファイルを保存（</a:t>
            </a:r>
            <a:endParaRPr lang="en-US" sz="1500" b="0" u="none" strike="noStrike">
              <a:solidFill>
                <a:srgbClr val="000000"/>
              </a:solidFill>
              <a:effectLst/>
              <a:uFillTx/>
              <a:latin typeface="游明朝体"/>
            </a:endParaRPr>
          </a:p>
        </p:txBody>
      </p:sp>
      <p:sp>
        <p:nvSpPr>
          <p:cNvPr id="1205" name=""/>
          <p:cNvSpPr txBox="1"/>
          <p:nvPr/>
        </p:nvSpPr>
        <p:spPr>
          <a:xfrm>
            <a:off x="10071720" y="1352160"/>
            <a:ext cx="10839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CLAUDE.md</a:t>
            </a:r>
            <a:endParaRPr lang="en-US" sz="1500" b="0" u="none" strike="noStrike">
              <a:solidFill>
                <a:srgbClr val="000000"/>
              </a:solidFill>
              <a:effectLst/>
              <a:uFillTx/>
              <a:latin typeface="游明朝体"/>
            </a:endParaRPr>
          </a:p>
        </p:txBody>
      </p:sp>
      <p:sp>
        <p:nvSpPr>
          <p:cNvPr id="1206" name=""/>
          <p:cNvSpPr txBox="1"/>
          <p:nvPr/>
        </p:nvSpPr>
        <p:spPr>
          <a:xfrm>
            <a:off x="11154960" y="13611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207" name=""/>
          <p:cNvSpPr txBox="1"/>
          <p:nvPr/>
        </p:nvSpPr>
        <p:spPr>
          <a:xfrm>
            <a:off x="6477120" y="1695240"/>
            <a:ext cx="6926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plan.md</a:t>
            </a:r>
            <a:endParaRPr lang="en-US" sz="1500" b="0" u="none" strike="noStrike">
              <a:solidFill>
                <a:srgbClr val="000000"/>
              </a:solidFill>
              <a:effectLst/>
              <a:uFillTx/>
              <a:latin typeface="游明朝体"/>
            </a:endParaRPr>
          </a:p>
        </p:txBody>
      </p:sp>
      <p:sp>
        <p:nvSpPr>
          <p:cNvPr id="1208" name=""/>
          <p:cNvSpPr txBox="1"/>
          <p:nvPr/>
        </p:nvSpPr>
        <p:spPr>
          <a:xfrm>
            <a:off x="7169040" y="170388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など）し、</a:t>
            </a:r>
            <a:endParaRPr lang="en-US" sz="1500" b="0" u="none" strike="noStrike">
              <a:solidFill>
                <a:srgbClr val="000000"/>
              </a:solidFill>
              <a:effectLst/>
              <a:uFillTx/>
              <a:latin typeface="游明朝体"/>
            </a:endParaRPr>
          </a:p>
        </p:txBody>
      </p:sp>
      <p:sp>
        <p:nvSpPr>
          <p:cNvPr id="1209" name=""/>
          <p:cNvSpPr txBox="1"/>
          <p:nvPr/>
        </p:nvSpPr>
        <p:spPr>
          <a:xfrm>
            <a:off x="8121240" y="169524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210" name=""/>
          <p:cNvSpPr txBox="1"/>
          <p:nvPr/>
        </p:nvSpPr>
        <p:spPr>
          <a:xfrm>
            <a:off x="8294040" y="1703880"/>
            <a:ext cx="3239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に制限事項（セキュリティ）や⽅針を</a:t>
            </a:r>
            <a:endParaRPr lang="en-US" sz="1500" b="0" u="none" strike="noStrike">
              <a:solidFill>
                <a:srgbClr val="000000"/>
              </a:solidFill>
              <a:effectLst/>
              <a:uFillTx/>
              <a:latin typeface="游明朝体"/>
            </a:endParaRPr>
          </a:p>
        </p:txBody>
      </p:sp>
      <p:sp>
        <p:nvSpPr>
          <p:cNvPr id="1211" name=""/>
          <p:cNvSpPr/>
          <p:nvPr/>
        </p:nvSpPr>
        <p:spPr>
          <a:xfrm>
            <a:off x="6295680" y="2523960"/>
            <a:ext cx="57600" cy="57600"/>
          </a:xfrm>
          <a:custGeom>
            <a:avLst/>
            <a:gdLst/>
            <a:ahLst/>
            <a:rect l="0" t="0" r="r" b="b"/>
            <a:pathLst>
              <a:path w="160" h="160">
                <a:moveTo>
                  <a:pt x="160" y="80"/>
                </a:moveTo>
                <a:cubicBezTo>
                  <a:pt x="160" y="91"/>
                  <a:pt x="158" y="101"/>
                  <a:pt x="154" y="111"/>
                </a:cubicBezTo>
                <a:cubicBezTo>
                  <a:pt x="150" y="120"/>
                  <a:pt x="144" y="129"/>
                  <a:pt x="137" y="136"/>
                </a:cubicBezTo>
                <a:cubicBezTo>
                  <a:pt x="130" y="144"/>
                  <a:pt x="120" y="150"/>
                  <a:pt x="110" y="154"/>
                </a:cubicBezTo>
                <a:cubicBezTo>
                  <a:pt x="100" y="158"/>
                  <a:pt x="90" y="160"/>
                  <a:pt x="80" y="160"/>
                </a:cubicBezTo>
                <a:cubicBezTo>
                  <a:pt x="69" y="160"/>
                  <a:pt x="59" y="158"/>
                  <a:pt x="49" y="154"/>
                </a:cubicBezTo>
                <a:cubicBezTo>
                  <a:pt x="40" y="150"/>
                  <a:pt x="31" y="144"/>
                  <a:pt x="24" y="136"/>
                </a:cubicBezTo>
                <a:cubicBezTo>
                  <a:pt x="16" y="129"/>
                  <a:pt x="11" y="120"/>
                  <a:pt x="6" y="111"/>
                </a:cubicBezTo>
                <a:cubicBezTo>
                  <a:pt x="2" y="101"/>
                  <a:pt x="0" y="91"/>
                  <a:pt x="0" y="80"/>
                </a:cubicBezTo>
                <a:cubicBezTo>
                  <a:pt x="0" y="70"/>
                  <a:pt x="2" y="60"/>
                  <a:pt x="6" y="50"/>
                </a:cubicBezTo>
                <a:cubicBezTo>
                  <a:pt x="11" y="40"/>
                  <a:pt x="16" y="32"/>
                  <a:pt x="24" y="24"/>
                </a:cubicBezTo>
                <a:cubicBezTo>
                  <a:pt x="31" y="16"/>
                  <a:pt x="40" y="10"/>
                  <a:pt x="49" y="6"/>
                </a:cubicBezTo>
                <a:cubicBezTo>
                  <a:pt x="59" y="2"/>
                  <a:pt x="69" y="0"/>
                  <a:pt x="80" y="0"/>
                </a:cubicBezTo>
                <a:cubicBezTo>
                  <a:pt x="90" y="0"/>
                  <a:pt x="100" y="2"/>
                  <a:pt x="110" y="6"/>
                </a:cubicBezTo>
                <a:cubicBezTo>
                  <a:pt x="120" y="10"/>
                  <a:pt x="130" y="16"/>
                  <a:pt x="137" y="24"/>
                </a:cubicBezTo>
                <a:cubicBezTo>
                  <a:pt x="144" y="32"/>
                  <a:pt x="150" y="40"/>
                  <a:pt x="154" y="50"/>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12" name=""/>
          <p:cNvSpPr txBox="1"/>
          <p:nvPr/>
        </p:nvSpPr>
        <p:spPr>
          <a:xfrm>
            <a:off x="6477120" y="204696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読ませて開発</a:t>
            </a:r>
            <a:endParaRPr lang="en-US" sz="1500" b="0" u="none" strike="noStrike">
              <a:solidFill>
                <a:srgbClr val="000000"/>
              </a:solidFill>
              <a:effectLst/>
              <a:uFillTx/>
              <a:latin typeface="游明朝体"/>
            </a:endParaRPr>
          </a:p>
        </p:txBody>
      </p:sp>
      <p:sp>
        <p:nvSpPr>
          <p:cNvPr id="1213" name=""/>
          <p:cNvSpPr txBox="1"/>
          <p:nvPr/>
        </p:nvSpPr>
        <p:spPr>
          <a:xfrm>
            <a:off x="6477120" y="243756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チャットで指⽰を出し</a:t>
            </a:r>
            <a:endParaRPr lang="en-US" sz="1500" b="0" u="none" strike="noStrike">
              <a:solidFill>
                <a:srgbClr val="000000"/>
              </a:solidFill>
              <a:effectLst/>
              <a:uFillTx/>
              <a:latin typeface="游明朝体"/>
            </a:endParaRPr>
          </a:p>
        </p:txBody>
      </p:sp>
      <p:sp>
        <p:nvSpPr>
          <p:cNvPr id="1214" name=""/>
          <p:cNvSpPr txBox="1"/>
          <p:nvPr/>
        </p:nvSpPr>
        <p:spPr>
          <a:xfrm>
            <a:off x="8381880" y="24285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215" name=""/>
          <p:cNvSpPr txBox="1"/>
          <p:nvPr/>
        </p:nvSpPr>
        <p:spPr>
          <a:xfrm>
            <a:off x="8554680" y="243756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が直接</a:t>
            </a:r>
            <a:endParaRPr lang="en-US" sz="1500" b="0" u="none" strike="noStrike">
              <a:solidFill>
                <a:srgbClr val="000000"/>
              </a:solidFill>
              <a:effectLst/>
              <a:uFillTx/>
              <a:latin typeface="游明朝体"/>
            </a:endParaRPr>
          </a:p>
        </p:txBody>
      </p:sp>
      <p:sp>
        <p:nvSpPr>
          <p:cNvPr id="1216" name=""/>
          <p:cNvSpPr txBox="1"/>
          <p:nvPr/>
        </p:nvSpPr>
        <p:spPr>
          <a:xfrm>
            <a:off x="9126360" y="2428560"/>
            <a:ext cx="5900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217" name=""/>
          <p:cNvSpPr txBox="1"/>
          <p:nvPr/>
        </p:nvSpPr>
        <p:spPr>
          <a:xfrm>
            <a:off x="9715680" y="243756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コードを書いて保存</a:t>
            </a:r>
            <a:endParaRPr lang="en-US" sz="1500" b="0" u="none" strike="noStrike">
              <a:solidFill>
                <a:srgbClr val="000000"/>
              </a:solidFill>
              <a:effectLst/>
              <a:uFillTx/>
              <a:latin typeface="游明朝体"/>
            </a:endParaRPr>
          </a:p>
        </p:txBody>
      </p:sp>
      <p:sp>
        <p:nvSpPr>
          <p:cNvPr id="1218" name=""/>
          <p:cNvSpPr/>
          <p:nvPr/>
        </p:nvSpPr>
        <p:spPr>
          <a:xfrm>
            <a:off x="6295680" y="32572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1"/>
                </a:cubicBezTo>
                <a:cubicBezTo>
                  <a:pt x="0" y="70"/>
                  <a:pt x="2" y="60"/>
                  <a:pt x="6" y="50"/>
                </a:cubicBezTo>
                <a:cubicBezTo>
                  <a:pt x="11" y="41"/>
                  <a:pt x="16" y="31"/>
                  <a:pt x="24" y="23"/>
                </a:cubicBezTo>
                <a:cubicBezTo>
                  <a:pt x="31" y="16"/>
                  <a:pt x="40" y="10"/>
                  <a:pt x="49" y="6"/>
                </a:cubicBezTo>
                <a:cubicBezTo>
                  <a:pt x="59" y="2"/>
                  <a:pt x="69" y="0"/>
                  <a:pt x="80" y="0"/>
                </a:cubicBezTo>
                <a:cubicBezTo>
                  <a:pt x="90" y="0"/>
                  <a:pt x="100" y="2"/>
                  <a:pt x="110" y="6"/>
                </a:cubicBezTo>
                <a:cubicBezTo>
                  <a:pt x="120" y="10"/>
                  <a:pt x="130" y="16"/>
                  <a:pt x="137" y="23"/>
                </a:cubicBezTo>
                <a:cubicBezTo>
                  <a:pt x="144" y="31"/>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19" name=""/>
          <p:cNvSpPr txBox="1"/>
          <p:nvPr/>
        </p:nvSpPr>
        <p:spPr>
          <a:xfrm>
            <a:off x="6477120" y="27802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（タイプミスもない）</a:t>
            </a:r>
            <a:endParaRPr lang="en-US" sz="1500" b="0" u="none" strike="noStrike">
              <a:solidFill>
                <a:srgbClr val="000000"/>
              </a:solidFill>
              <a:effectLst/>
              <a:uFillTx/>
              <a:latin typeface="游明朝体"/>
            </a:endParaRPr>
          </a:p>
        </p:txBody>
      </p:sp>
      <p:sp>
        <p:nvSpPr>
          <p:cNvPr id="1220" name=""/>
          <p:cNvSpPr txBox="1"/>
          <p:nvPr/>
        </p:nvSpPr>
        <p:spPr>
          <a:xfrm>
            <a:off x="6477120" y="317088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チャットの内容（バグ取り、機能追加、</a:t>
            </a:r>
            <a:endParaRPr lang="en-US" sz="1500" b="0" u="none" strike="noStrike">
              <a:solidFill>
                <a:srgbClr val="000000"/>
              </a:solidFill>
              <a:effectLst/>
              <a:uFillTx/>
              <a:latin typeface="游明朝体"/>
            </a:endParaRPr>
          </a:p>
        </p:txBody>
      </p:sp>
      <p:sp>
        <p:nvSpPr>
          <p:cNvPr id="1221" name=""/>
          <p:cNvSpPr txBox="1"/>
          <p:nvPr/>
        </p:nvSpPr>
        <p:spPr>
          <a:xfrm>
            <a:off x="9898200" y="31618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Q</a:t>
            </a:r>
            <a:endParaRPr lang="en-US" sz="1500" b="0" u="none" strike="noStrike">
              <a:solidFill>
                <a:srgbClr val="000000"/>
              </a:solidFill>
              <a:effectLst/>
              <a:uFillTx/>
              <a:latin typeface="游明朝体"/>
            </a:endParaRPr>
          </a:p>
        </p:txBody>
      </p:sp>
      <p:sp>
        <p:nvSpPr>
          <p:cNvPr id="1222" name=""/>
          <p:cNvSpPr txBox="1"/>
          <p:nvPr/>
        </p:nvSpPr>
        <p:spPr>
          <a:xfrm>
            <a:off x="10043280" y="317088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223" name=""/>
          <p:cNvSpPr txBox="1"/>
          <p:nvPr/>
        </p:nvSpPr>
        <p:spPr>
          <a:xfrm>
            <a:off x="10233720" y="31618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a:t>
            </a:r>
            <a:endParaRPr lang="en-US" sz="1500" b="0" u="none" strike="noStrike">
              <a:solidFill>
                <a:srgbClr val="000000"/>
              </a:solidFill>
              <a:effectLst/>
              <a:uFillTx/>
              <a:latin typeface="游明朝体"/>
            </a:endParaRPr>
          </a:p>
        </p:txBody>
      </p:sp>
      <p:sp>
        <p:nvSpPr>
          <p:cNvPr id="1224" name=""/>
          <p:cNvSpPr txBox="1"/>
          <p:nvPr/>
        </p:nvSpPr>
        <p:spPr>
          <a:xfrm>
            <a:off x="10357200" y="317088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）を常時まと</a:t>
            </a:r>
            <a:endParaRPr lang="en-US" sz="1500" b="0" u="none" strike="noStrike">
              <a:solidFill>
                <a:srgbClr val="000000"/>
              </a:solidFill>
              <a:effectLst/>
              <a:uFillTx/>
              <a:latin typeface="游明朝体"/>
            </a:endParaRPr>
          </a:p>
        </p:txBody>
      </p:sp>
      <p:sp>
        <p:nvSpPr>
          <p:cNvPr id="1225" name=""/>
          <p:cNvSpPr txBox="1"/>
          <p:nvPr/>
        </p:nvSpPr>
        <p:spPr>
          <a:xfrm>
            <a:off x="6477120" y="3513600"/>
            <a:ext cx="2286720" cy="21204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めさせてマニュアル化 </a:t>
            </a:r>
            <a:r>
              <a:rPr lang="en-US" sz="1500" b="0" u="none" strike="noStrike">
                <a:solidFill>
                  <a:srgbClr val="171326"/>
                </a:solidFill>
                <a:effectLst/>
                <a:uFillTx/>
                <a:latin typeface="Arial"/>
                <a:ea typeface="Arial"/>
              </a:rPr>
              <a:t>←</a:t>
            </a:r>
            <a:endParaRPr lang="en-US" sz="1500" b="0" u="none" strike="noStrike">
              <a:solidFill>
                <a:srgbClr val="000000"/>
              </a:solidFill>
              <a:effectLst/>
              <a:uFillTx/>
              <a:latin typeface="游明朝体"/>
            </a:endParaRPr>
          </a:p>
        </p:txBody>
      </p:sp>
      <p:sp>
        <p:nvSpPr>
          <p:cNvPr id="1226" name=""/>
          <p:cNvSpPr txBox="1"/>
          <p:nvPr/>
        </p:nvSpPr>
        <p:spPr>
          <a:xfrm>
            <a:off x="8738280" y="35049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1227" name=""/>
          <p:cNvSpPr txBox="1"/>
          <p:nvPr/>
        </p:nvSpPr>
        <p:spPr>
          <a:xfrm>
            <a:off x="8791200" y="3513600"/>
            <a:ext cx="2858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チャットだと⾃分でやる（⾯倒）</a:t>
            </a:r>
            <a:endParaRPr lang="en-US" sz="1500" b="0" u="none" strike="noStrike">
              <a:solidFill>
                <a:srgbClr val="000000"/>
              </a:solidFill>
              <a:effectLst/>
              <a:uFillTx/>
              <a:latin typeface="游明朝体"/>
            </a:endParaRPr>
          </a:p>
        </p:txBody>
      </p:sp>
      <p:sp>
        <p:nvSpPr>
          <p:cNvPr id="1228" name=""/>
          <p:cNvSpPr txBox="1"/>
          <p:nvPr/>
        </p:nvSpPr>
        <p:spPr>
          <a:xfrm>
            <a:off x="6477120" y="38566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が、</a:t>
            </a:r>
            <a:endParaRPr lang="en-US" sz="1500" b="0" u="none" strike="noStrike">
              <a:solidFill>
                <a:srgbClr val="000000"/>
              </a:solidFill>
              <a:effectLst/>
              <a:uFillTx/>
              <a:latin typeface="游明朝体"/>
            </a:endParaRPr>
          </a:p>
        </p:txBody>
      </p:sp>
      <p:sp>
        <p:nvSpPr>
          <p:cNvPr id="1229" name=""/>
          <p:cNvSpPr txBox="1"/>
          <p:nvPr/>
        </p:nvSpPr>
        <p:spPr>
          <a:xfrm>
            <a:off x="6858000" y="38476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230" name=""/>
          <p:cNvSpPr/>
          <p:nvPr/>
        </p:nvSpPr>
        <p:spPr>
          <a:xfrm>
            <a:off x="6295680" y="43336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0"/>
                </a:cubicBezTo>
                <a:cubicBezTo>
                  <a:pt x="0" y="70"/>
                  <a:pt x="2" y="60"/>
                  <a:pt x="6" y="50"/>
                </a:cubicBezTo>
                <a:cubicBezTo>
                  <a:pt x="11" y="39"/>
                  <a:pt x="16" y="31"/>
                  <a:pt x="24" y="23"/>
                </a:cubicBezTo>
                <a:cubicBezTo>
                  <a:pt x="31" y="16"/>
                  <a:pt x="40" y="10"/>
                  <a:pt x="49" y="6"/>
                </a:cubicBezTo>
                <a:cubicBezTo>
                  <a:pt x="59" y="2"/>
                  <a:pt x="69" y="0"/>
                  <a:pt x="80" y="0"/>
                </a:cubicBezTo>
                <a:cubicBezTo>
                  <a:pt x="90" y="0"/>
                  <a:pt x="100" y="2"/>
                  <a:pt x="110" y="6"/>
                </a:cubicBezTo>
                <a:cubicBezTo>
                  <a:pt x="120" y="10"/>
                  <a:pt x="130" y="16"/>
                  <a:pt x="137" y="23"/>
                </a:cubicBezTo>
                <a:cubicBezTo>
                  <a:pt x="144" y="31"/>
                  <a:pt x="150" y="39"/>
                  <a:pt x="154" y="50"/>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31" name=""/>
          <p:cNvSpPr txBox="1"/>
          <p:nvPr/>
        </p:nvSpPr>
        <p:spPr>
          <a:xfrm>
            <a:off x="7030800" y="385668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頼みだと簡単</a:t>
            </a:r>
            <a:endParaRPr lang="en-US" sz="1500" b="0" u="none" strike="noStrike">
              <a:solidFill>
                <a:srgbClr val="000000"/>
              </a:solidFill>
              <a:effectLst/>
              <a:uFillTx/>
              <a:latin typeface="游明朝体"/>
            </a:endParaRPr>
          </a:p>
        </p:txBody>
      </p:sp>
      <p:sp>
        <p:nvSpPr>
          <p:cNvPr id="1232" name=""/>
          <p:cNvSpPr txBox="1"/>
          <p:nvPr/>
        </p:nvSpPr>
        <p:spPr>
          <a:xfrm>
            <a:off x="6477120" y="42382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233" name=""/>
          <p:cNvSpPr txBox="1"/>
          <p:nvPr/>
        </p:nvSpPr>
        <p:spPr>
          <a:xfrm>
            <a:off x="6649920" y="424728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作成の</a:t>
            </a:r>
            <a:endParaRPr lang="en-US" sz="1500" b="0" u="none" strike="noStrike">
              <a:solidFill>
                <a:srgbClr val="000000"/>
              </a:solidFill>
              <a:effectLst/>
              <a:uFillTx/>
              <a:latin typeface="游明朝体"/>
            </a:endParaRPr>
          </a:p>
        </p:txBody>
      </p:sp>
      <p:sp>
        <p:nvSpPr>
          <p:cNvPr id="1234" name=""/>
          <p:cNvSpPr txBox="1"/>
          <p:nvPr/>
        </p:nvSpPr>
        <p:spPr>
          <a:xfrm>
            <a:off x="7221240" y="4238280"/>
            <a:ext cx="5900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235" name=""/>
          <p:cNvSpPr txBox="1"/>
          <p:nvPr/>
        </p:nvSpPr>
        <p:spPr>
          <a:xfrm>
            <a:off x="7810560" y="42472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コード・ドキュメント</a:t>
            </a:r>
            <a:endParaRPr lang="en-US" sz="1500" b="0" u="none" strike="noStrike">
              <a:solidFill>
                <a:srgbClr val="000000"/>
              </a:solidFill>
              <a:effectLst/>
              <a:uFillTx/>
              <a:latin typeface="游明朝体"/>
            </a:endParaRPr>
          </a:p>
        </p:txBody>
      </p:sp>
      <p:sp>
        <p:nvSpPr>
          <p:cNvPr id="1236" name=""/>
          <p:cNvSpPr txBox="1"/>
          <p:nvPr/>
        </p:nvSpPr>
        <p:spPr>
          <a:xfrm>
            <a:off x="9715680" y="42382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1237" name=""/>
          <p:cNvSpPr txBox="1"/>
          <p:nvPr/>
        </p:nvSpPr>
        <p:spPr>
          <a:xfrm>
            <a:off x="9768600" y="4247280"/>
            <a:ext cx="191160" cy="2120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Arial"/>
                <a:ea typeface="Arial"/>
              </a:rPr>
              <a:t>→</a:t>
            </a:r>
            <a:endParaRPr lang="en-US" sz="1500" b="0" u="none" strike="noStrike">
              <a:solidFill>
                <a:srgbClr val="000000"/>
              </a:solidFill>
              <a:effectLst/>
              <a:uFillTx/>
              <a:latin typeface="游明朝体"/>
            </a:endParaRPr>
          </a:p>
        </p:txBody>
      </p:sp>
      <p:sp>
        <p:nvSpPr>
          <p:cNvPr id="1238" name=""/>
          <p:cNvSpPr txBox="1"/>
          <p:nvPr/>
        </p:nvSpPr>
        <p:spPr>
          <a:xfrm>
            <a:off x="9959040" y="4238280"/>
            <a:ext cx="7099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GitHub </a:t>
            </a:r>
            <a:endParaRPr lang="en-US" sz="1500" b="0" u="none" strike="noStrike">
              <a:solidFill>
                <a:srgbClr val="000000"/>
              </a:solidFill>
              <a:effectLst/>
              <a:uFillTx/>
              <a:latin typeface="游明朝体"/>
            </a:endParaRPr>
          </a:p>
        </p:txBody>
      </p:sp>
      <p:sp>
        <p:nvSpPr>
          <p:cNvPr id="1239" name=""/>
          <p:cNvSpPr txBox="1"/>
          <p:nvPr/>
        </p:nvSpPr>
        <p:spPr>
          <a:xfrm>
            <a:off x="10668240" y="42472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への</a:t>
            </a:r>
            <a:endParaRPr lang="en-US" sz="1500" b="0" u="none" strike="noStrike">
              <a:solidFill>
                <a:srgbClr val="000000"/>
              </a:solidFill>
              <a:effectLst/>
              <a:uFillTx/>
              <a:latin typeface="游明朝体"/>
            </a:endParaRPr>
          </a:p>
        </p:txBody>
      </p:sp>
      <p:sp>
        <p:nvSpPr>
          <p:cNvPr id="1240" name=""/>
          <p:cNvSpPr txBox="1"/>
          <p:nvPr/>
        </p:nvSpPr>
        <p:spPr>
          <a:xfrm>
            <a:off x="11049480" y="4238280"/>
            <a:ext cx="4737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push</a:t>
            </a:r>
            <a:endParaRPr lang="en-US" sz="1500" b="0" u="none" strike="noStrike">
              <a:solidFill>
                <a:srgbClr val="000000"/>
              </a:solidFill>
              <a:effectLst/>
              <a:uFillTx/>
              <a:latin typeface="游明朝体"/>
            </a:endParaRPr>
          </a:p>
        </p:txBody>
      </p:sp>
      <p:sp>
        <p:nvSpPr>
          <p:cNvPr id="1241" name=""/>
          <p:cNvSpPr txBox="1"/>
          <p:nvPr/>
        </p:nvSpPr>
        <p:spPr>
          <a:xfrm>
            <a:off x="6477120" y="459000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という⼀連の流れを反復し、改良していく</a:t>
            </a:r>
            <a:endParaRPr lang="en-US" sz="1500" b="0" u="none" strike="noStrike">
              <a:solidFill>
                <a:srgbClr val="000000"/>
              </a:solidFill>
              <a:effectLst/>
              <a:uFillTx/>
              <a:latin typeface="游明朝体"/>
            </a:endParaRPr>
          </a:p>
        </p:txBody>
      </p:sp>
      <p:sp>
        <p:nvSpPr>
          <p:cNvPr id="1242" name=""/>
          <p:cNvSpPr txBox="1"/>
          <p:nvPr/>
        </p:nvSpPr>
        <p:spPr>
          <a:xfrm>
            <a:off x="723960" y="5294160"/>
            <a:ext cx="107006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チャットによる開発では継続的・安定的な開発が難しい。毎回説明し、プロンプトで指⽰し、コードを貼り付けて作業再開しなけれ</a:t>
            </a:r>
            <a:endParaRPr lang="en-US" sz="1430" b="0" u="none" strike="noStrike">
              <a:solidFill>
                <a:srgbClr val="000000"/>
              </a:solidFill>
              <a:effectLst/>
              <a:uFillTx/>
              <a:latin typeface="游明朝体"/>
            </a:endParaRPr>
          </a:p>
        </p:txBody>
      </p:sp>
      <p:sp>
        <p:nvSpPr>
          <p:cNvPr id="1243" name=""/>
          <p:cNvSpPr txBox="1"/>
          <p:nvPr/>
        </p:nvSpPr>
        <p:spPr>
          <a:xfrm>
            <a:off x="723960" y="5570280"/>
            <a:ext cx="10890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ばならない。</a:t>
            </a:r>
            <a:endParaRPr lang="en-US" sz="1430" b="0" u="none" strike="noStrike">
              <a:solidFill>
                <a:srgbClr val="000000"/>
              </a:solidFill>
              <a:effectLst/>
              <a:uFillTx/>
              <a:latin typeface="游明朝体"/>
            </a:endParaRPr>
          </a:p>
        </p:txBody>
      </p:sp>
      <p:sp>
        <p:nvSpPr>
          <p:cNvPr id="1244" name=""/>
          <p:cNvSpPr txBox="1"/>
          <p:nvPr/>
        </p:nvSpPr>
        <p:spPr>
          <a:xfrm>
            <a:off x="723960" y="5828400"/>
            <a:ext cx="106560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Claude Code</a:t>
            </a:r>
            <a:endParaRPr lang="en-US" sz="1430" b="0" u="none" strike="noStrike">
              <a:solidFill>
                <a:srgbClr val="000000"/>
              </a:solidFill>
              <a:effectLst/>
              <a:uFillTx/>
              <a:latin typeface="游明朝体"/>
            </a:endParaRPr>
          </a:p>
        </p:txBody>
      </p:sp>
      <p:sp>
        <p:nvSpPr>
          <p:cNvPr id="1245" name=""/>
          <p:cNvSpPr txBox="1"/>
          <p:nvPr/>
        </p:nvSpPr>
        <p:spPr>
          <a:xfrm>
            <a:off x="1786320" y="5837040"/>
            <a:ext cx="70736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では、プロンプトに当たるマークダウンファイルを常に読み込ませて起動し、コードも</a:t>
            </a:r>
            <a:endParaRPr lang="en-US" sz="1430" b="0" u="none" strike="noStrike">
              <a:solidFill>
                <a:srgbClr val="000000"/>
              </a:solidFill>
              <a:effectLst/>
              <a:uFillTx/>
              <a:latin typeface="游明朝体"/>
            </a:endParaRPr>
          </a:p>
        </p:txBody>
      </p:sp>
      <p:sp>
        <p:nvSpPr>
          <p:cNvPr id="1246" name=""/>
          <p:cNvSpPr txBox="1"/>
          <p:nvPr/>
        </p:nvSpPr>
        <p:spPr>
          <a:xfrm>
            <a:off x="8822880" y="5828400"/>
            <a:ext cx="2023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git</a:t>
            </a:r>
            <a:endParaRPr lang="en-US" sz="1430" b="0" u="none" strike="noStrike">
              <a:solidFill>
                <a:srgbClr val="000000"/>
              </a:solidFill>
              <a:effectLst/>
              <a:uFillTx/>
              <a:latin typeface="游明朝体"/>
            </a:endParaRPr>
          </a:p>
        </p:txBody>
      </p:sp>
      <p:sp>
        <p:nvSpPr>
          <p:cNvPr id="1247" name=""/>
          <p:cNvSpPr txBox="1"/>
          <p:nvPr/>
        </p:nvSpPr>
        <p:spPr>
          <a:xfrm>
            <a:off x="9023760" y="5837040"/>
            <a:ext cx="7261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で管理、</a:t>
            </a:r>
            <a:endParaRPr lang="en-US" sz="1430" b="0" u="none" strike="noStrike">
              <a:solidFill>
                <a:srgbClr val="000000"/>
              </a:solidFill>
              <a:effectLst/>
              <a:uFillTx/>
              <a:latin typeface="游明朝体"/>
            </a:endParaRPr>
          </a:p>
        </p:txBody>
      </p:sp>
      <p:sp>
        <p:nvSpPr>
          <p:cNvPr id="1248" name=""/>
          <p:cNvSpPr txBox="1"/>
          <p:nvPr/>
        </p:nvSpPr>
        <p:spPr>
          <a:xfrm>
            <a:off x="9747720" y="5828400"/>
            <a:ext cx="5749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GitHub</a:t>
            </a:r>
            <a:endParaRPr lang="en-US" sz="1430" b="0" u="none" strike="noStrike">
              <a:solidFill>
                <a:srgbClr val="000000"/>
              </a:solidFill>
              <a:effectLst/>
              <a:uFillTx/>
              <a:latin typeface="游明朝体"/>
            </a:endParaRPr>
          </a:p>
        </p:txBody>
      </p:sp>
      <p:sp>
        <p:nvSpPr>
          <p:cNvPr id="1249" name=""/>
          <p:cNvSpPr txBox="1"/>
          <p:nvPr/>
        </p:nvSpPr>
        <p:spPr>
          <a:xfrm>
            <a:off x="10320840" y="5837040"/>
            <a:ext cx="10890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にコードとド</a:t>
            </a:r>
            <a:endParaRPr lang="en-US" sz="1430" b="0" u="none" strike="noStrike">
              <a:solidFill>
                <a:srgbClr val="000000"/>
              </a:solidFill>
              <a:effectLst/>
              <a:uFillTx/>
              <a:latin typeface="游明朝体"/>
            </a:endParaRPr>
          </a:p>
        </p:txBody>
      </p:sp>
      <p:sp>
        <p:nvSpPr>
          <p:cNvPr id="1250" name=""/>
          <p:cNvSpPr txBox="1"/>
          <p:nvPr/>
        </p:nvSpPr>
        <p:spPr>
          <a:xfrm>
            <a:off x="723960" y="6113160"/>
            <a:ext cx="96127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キュメントを保存することで、スマホでドキュメント確認や毎⽇の⾃動処理の結果のグラフなどを⾒ることができる。</a:t>
            </a:r>
            <a:endParaRPr lang="en-US" sz="1430" b="0" u="none" strike="noStrike">
              <a:solidFill>
                <a:srgbClr val="000000"/>
              </a:solidFill>
              <a:effectLst/>
              <a:uFillTx/>
              <a:latin typeface="游明朝体"/>
            </a:endParaRPr>
          </a:p>
        </p:txBody>
      </p:sp>
      <p:sp>
        <p:nvSpPr>
          <p:cNvPr id="1251" name=""/>
          <p:cNvSpPr txBox="1"/>
          <p:nvPr/>
        </p:nvSpPr>
        <p:spPr>
          <a:xfrm>
            <a:off x="533520" y="476280"/>
            <a:ext cx="257364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Claude Code </a:t>
            </a:r>
            <a:endParaRPr lang="en-US" sz="3150" b="0" u="none" strike="noStrike">
              <a:solidFill>
                <a:srgbClr val="000000"/>
              </a:solidFill>
              <a:effectLst/>
              <a:uFillTx/>
              <a:latin typeface="游明朝体"/>
            </a:endParaRPr>
          </a:p>
        </p:txBody>
      </p:sp>
      <p:sp>
        <p:nvSpPr>
          <p:cNvPr id="1252"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3"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4"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5"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6"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7"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8"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59"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0"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1"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2"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3"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4"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5"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6"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7"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8"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69"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0"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1"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2"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3"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4"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5"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6"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7"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8"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79"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0"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1"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2"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3"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4"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5"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6"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7"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8"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89"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0"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1"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2"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3"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4"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5"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6"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7"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8"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299"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0"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1"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2"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3"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4"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5"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6"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7"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8"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09"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0"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1"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2"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3"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4"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5"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6"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7"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8"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19"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0"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1"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2"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3"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4"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5"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6"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7"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8"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29"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0"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1"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2"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3"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4"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5"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6"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7"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8"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39"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0"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1"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2"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3"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4"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5"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6"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7"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8"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49"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0"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1"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2"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3"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4"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5"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6"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7"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8"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59"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0"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1"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2"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3"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4"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5"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6"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7"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8"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69"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0"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1"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2"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3"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4"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5"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6"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7"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8"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79"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0"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1"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2"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3"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4"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5"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6"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7"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8"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89"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0"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1"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2"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3"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4"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5"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6"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7"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8"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399"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0"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1"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2"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3"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4"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5"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6"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7"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8"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09"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0"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1"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2"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3"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4"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5"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6"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7"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8"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19"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0"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1"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2"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3"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4"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5"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6"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7"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8"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29"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0"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1"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2"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3"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4"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5"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6"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7"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8"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39"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40"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41"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42"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43"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44" name=""/>
          <p:cNvSpPr txBox="1"/>
          <p:nvPr/>
        </p:nvSpPr>
        <p:spPr>
          <a:xfrm>
            <a:off x="3111480" y="495360"/>
            <a:ext cx="31950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の具体的な使い⽅</a:t>
            </a:r>
            <a:endParaRPr lang="en-US" sz="3150" b="0" u="none" strike="noStrike">
              <a:solidFill>
                <a:srgbClr val="000000"/>
              </a:solidFill>
              <a:effectLst/>
              <a:uFillTx/>
              <a:latin typeface="游明朝体"/>
            </a:endParaRPr>
          </a:p>
        </p:txBody>
      </p:sp>
      <p:sp>
        <p:nvSpPr>
          <p:cNvPr id="1445"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6</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44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44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1449" name=""/>
          <p:cNvPicPr/>
          <p:nvPr/>
        </p:nvPicPr>
        <p:blipFill>
          <a:blip r:embed="rId1"/>
          <a:stretch/>
        </p:blipFill>
        <p:spPr>
          <a:xfrm>
            <a:off x="546120" y="4648320"/>
            <a:ext cx="11112120" cy="456840"/>
          </a:xfrm>
          <a:prstGeom prst="rect">
            <a:avLst/>
          </a:prstGeom>
          <a:noFill/>
          <a:ln w="0">
            <a:noFill/>
          </a:ln>
        </p:spPr>
      </p:pic>
      <p:sp>
        <p:nvSpPr>
          <p:cNvPr id="1450" name=""/>
          <p:cNvSpPr/>
          <p:nvPr/>
        </p:nvSpPr>
        <p:spPr>
          <a:xfrm>
            <a:off x="533160" y="464796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51" name=""/>
          <p:cNvSpPr/>
          <p:nvPr/>
        </p:nvSpPr>
        <p:spPr>
          <a:xfrm>
            <a:off x="618840" y="2742840"/>
            <a:ext cx="57600" cy="57600"/>
          </a:xfrm>
          <a:custGeom>
            <a:avLst/>
            <a:gdLst/>
            <a:ahLst/>
            <a:rect l="0" t="0" r="r" b="b"/>
            <a:pathLst>
              <a:path w="160" h="160">
                <a:moveTo>
                  <a:pt x="160" y="81"/>
                </a:moveTo>
                <a:cubicBezTo>
                  <a:pt x="160" y="91"/>
                  <a:pt x="158" y="102"/>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2"/>
                  <a:pt x="0" y="91"/>
                  <a:pt x="0" y="81"/>
                </a:cubicBezTo>
                <a:cubicBezTo>
                  <a:pt x="0" y="70"/>
                  <a:pt x="2" y="60"/>
                  <a:pt x="6" y="50"/>
                </a:cubicBezTo>
                <a:cubicBezTo>
                  <a:pt x="10" y="40"/>
                  <a:pt x="16" y="31"/>
                  <a:pt x="24" y="24"/>
                </a:cubicBezTo>
                <a:cubicBezTo>
                  <a:pt x="31" y="16"/>
                  <a:pt x="40" y="11"/>
                  <a:pt x="49" y="7"/>
                </a:cubicBezTo>
                <a:cubicBezTo>
                  <a:pt x="59" y="3"/>
                  <a:pt x="69" y="0"/>
                  <a:pt x="80" y="0"/>
                </a:cubicBezTo>
                <a:cubicBezTo>
                  <a:pt x="90" y="0"/>
                  <a:pt x="101" y="3"/>
                  <a:pt x="111" y="7"/>
                </a:cubicBezTo>
                <a:cubicBezTo>
                  <a:pt x="121" y="11"/>
                  <a:pt x="129" y="16"/>
                  <a:pt x="137" y="24"/>
                </a:cubicBezTo>
                <a:cubicBezTo>
                  <a:pt x="144" y="31"/>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52" name=""/>
          <p:cNvSpPr txBox="1"/>
          <p:nvPr/>
        </p:nvSpPr>
        <p:spPr>
          <a:xfrm>
            <a:off x="799920" y="264744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1453" name=""/>
          <p:cNvSpPr txBox="1"/>
          <p:nvPr/>
        </p:nvSpPr>
        <p:spPr>
          <a:xfrm>
            <a:off x="1360800" y="2656440"/>
            <a:ext cx="3048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「気象データ分析チャレンジ」にて</a:t>
            </a:r>
            <a:endParaRPr lang="en-US" sz="1500" b="0" u="none" strike="noStrike">
              <a:solidFill>
                <a:srgbClr val="000000"/>
              </a:solidFill>
              <a:effectLst/>
              <a:uFillTx/>
              <a:latin typeface="游明朝体"/>
            </a:endParaRPr>
          </a:p>
        </p:txBody>
      </p:sp>
      <p:sp>
        <p:nvSpPr>
          <p:cNvPr id="1454" name=""/>
          <p:cNvSpPr txBox="1"/>
          <p:nvPr/>
        </p:nvSpPr>
        <p:spPr>
          <a:xfrm>
            <a:off x="4397400" y="2647440"/>
            <a:ext cx="6534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Python</a:t>
            </a:r>
            <a:endParaRPr lang="en-US" sz="1500" b="0" u="none" strike="noStrike">
              <a:solidFill>
                <a:srgbClr val="000000"/>
              </a:solidFill>
              <a:effectLst/>
              <a:uFillTx/>
              <a:latin typeface="游明朝体"/>
            </a:endParaRPr>
          </a:p>
        </p:txBody>
      </p:sp>
      <p:sp>
        <p:nvSpPr>
          <p:cNvPr id="1455" name=""/>
          <p:cNvSpPr/>
          <p:nvPr/>
        </p:nvSpPr>
        <p:spPr>
          <a:xfrm>
            <a:off x="618840" y="313344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56" name=""/>
          <p:cNvSpPr txBox="1"/>
          <p:nvPr/>
        </p:nvSpPr>
        <p:spPr>
          <a:xfrm>
            <a:off x="5050440" y="2656440"/>
            <a:ext cx="4191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・気象データの取り扱い・機械学習の基礎を習得</a:t>
            </a:r>
            <a:endParaRPr lang="en-US" sz="1500" b="0" u="none" strike="noStrike">
              <a:solidFill>
                <a:srgbClr val="000000"/>
              </a:solidFill>
              <a:effectLst/>
              <a:uFillTx/>
              <a:latin typeface="游明朝体"/>
            </a:endParaRPr>
          </a:p>
        </p:txBody>
      </p:sp>
      <p:sp>
        <p:nvSpPr>
          <p:cNvPr id="1457" name=""/>
          <p:cNvSpPr txBox="1"/>
          <p:nvPr/>
        </p:nvSpPr>
        <p:spPr>
          <a:xfrm>
            <a:off x="799920" y="304704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同講座を通じて</a:t>
            </a:r>
            <a:endParaRPr lang="en-US" sz="1500" b="0" u="none" strike="noStrike">
              <a:solidFill>
                <a:srgbClr val="000000"/>
              </a:solidFill>
              <a:effectLst/>
              <a:uFillTx/>
              <a:latin typeface="游明朝体"/>
            </a:endParaRPr>
          </a:p>
        </p:txBody>
      </p:sp>
      <p:sp>
        <p:nvSpPr>
          <p:cNvPr id="1458" name=""/>
          <p:cNvSpPr txBox="1"/>
          <p:nvPr/>
        </p:nvSpPr>
        <p:spPr>
          <a:xfrm>
            <a:off x="2133720" y="303804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1459" name=""/>
          <p:cNvSpPr txBox="1"/>
          <p:nvPr/>
        </p:nvSpPr>
        <p:spPr>
          <a:xfrm>
            <a:off x="2267640" y="304704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農研機構メッシュ農業気象データシステム（</a:t>
            </a:r>
            <a:endParaRPr lang="en-US" sz="1500" b="0" u="none" strike="noStrike">
              <a:solidFill>
                <a:srgbClr val="000000"/>
              </a:solidFill>
              <a:effectLst/>
              <a:uFillTx/>
              <a:latin typeface="游明朝体"/>
            </a:endParaRPr>
          </a:p>
        </p:txBody>
      </p:sp>
      <p:sp>
        <p:nvSpPr>
          <p:cNvPr id="1460" name=""/>
          <p:cNvSpPr txBox="1"/>
          <p:nvPr/>
        </p:nvSpPr>
        <p:spPr>
          <a:xfrm>
            <a:off x="6056640" y="3038040"/>
            <a:ext cx="8157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1461" name=""/>
          <p:cNvSpPr txBox="1"/>
          <p:nvPr/>
        </p:nvSpPr>
        <p:spPr>
          <a:xfrm>
            <a:off x="6871680" y="304704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462" name=""/>
          <p:cNvSpPr txBox="1"/>
          <p:nvPr/>
        </p:nvSpPr>
        <p:spPr>
          <a:xfrm>
            <a:off x="7062120" y="303804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1463" name=""/>
          <p:cNvSpPr/>
          <p:nvPr/>
        </p:nvSpPr>
        <p:spPr>
          <a:xfrm>
            <a:off x="618840" y="3524040"/>
            <a:ext cx="57600" cy="57600"/>
          </a:xfrm>
          <a:custGeom>
            <a:avLst/>
            <a:gdLst/>
            <a:ahLst/>
            <a:rect l="0" t="0" r="r" b="b"/>
            <a:pathLst>
              <a:path w="160" h="160">
                <a:moveTo>
                  <a:pt x="160" y="79"/>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64" name=""/>
          <p:cNvSpPr txBox="1"/>
          <p:nvPr/>
        </p:nvSpPr>
        <p:spPr>
          <a:xfrm>
            <a:off x="7196400" y="304704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の存在を確認</a:t>
            </a:r>
            <a:endParaRPr lang="en-US" sz="1500" b="0" u="none" strike="noStrike">
              <a:solidFill>
                <a:srgbClr val="000000"/>
              </a:solidFill>
              <a:effectLst/>
              <a:uFillTx/>
              <a:latin typeface="游明朝体"/>
            </a:endParaRPr>
          </a:p>
        </p:txBody>
      </p:sp>
      <p:sp>
        <p:nvSpPr>
          <p:cNvPr id="1465" name=""/>
          <p:cNvSpPr txBox="1"/>
          <p:nvPr/>
        </p:nvSpPr>
        <p:spPr>
          <a:xfrm>
            <a:off x="799920" y="343764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⿊良⽒の</a:t>
            </a:r>
            <a:endParaRPr lang="en-US" sz="1500" b="0" u="none" strike="noStrike">
              <a:solidFill>
                <a:srgbClr val="000000"/>
              </a:solidFill>
              <a:effectLst/>
              <a:uFillTx/>
              <a:latin typeface="游明朝体"/>
            </a:endParaRPr>
          </a:p>
        </p:txBody>
      </p:sp>
      <p:sp>
        <p:nvSpPr>
          <p:cNvPr id="1466" name=""/>
          <p:cNvSpPr txBox="1"/>
          <p:nvPr/>
        </p:nvSpPr>
        <p:spPr>
          <a:xfrm>
            <a:off x="1562040" y="3428640"/>
            <a:ext cx="5158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Note </a:t>
            </a:r>
            <a:endParaRPr lang="en-US" sz="1500" b="0" u="none" strike="noStrike">
              <a:solidFill>
                <a:srgbClr val="000000"/>
              </a:solidFill>
              <a:effectLst/>
              <a:uFillTx/>
              <a:latin typeface="游明朝体"/>
            </a:endParaRPr>
          </a:p>
        </p:txBody>
      </p:sp>
      <p:sp>
        <p:nvSpPr>
          <p:cNvPr id="1467" name=""/>
          <p:cNvSpPr txBox="1"/>
          <p:nvPr/>
        </p:nvSpPr>
        <p:spPr>
          <a:xfrm>
            <a:off x="2077200" y="343764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連載記事を参考に</a:t>
            </a:r>
            <a:endParaRPr lang="en-US" sz="1500" b="0" u="none" strike="noStrike">
              <a:solidFill>
                <a:srgbClr val="000000"/>
              </a:solidFill>
              <a:effectLst/>
              <a:uFillTx/>
              <a:latin typeface="游明朝体"/>
            </a:endParaRPr>
          </a:p>
        </p:txBody>
      </p:sp>
      <p:sp>
        <p:nvSpPr>
          <p:cNvPr id="1468" name=""/>
          <p:cNvSpPr txBox="1"/>
          <p:nvPr/>
        </p:nvSpPr>
        <p:spPr>
          <a:xfrm>
            <a:off x="3601080" y="3428640"/>
            <a:ext cx="6674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GRIB2 </a:t>
            </a:r>
            <a:endParaRPr lang="en-US" sz="1500" b="0" u="none" strike="noStrike">
              <a:solidFill>
                <a:srgbClr val="000000"/>
              </a:solidFill>
              <a:effectLst/>
              <a:uFillTx/>
              <a:latin typeface="游明朝体"/>
            </a:endParaRPr>
          </a:p>
        </p:txBody>
      </p:sp>
      <p:sp>
        <p:nvSpPr>
          <p:cNvPr id="1469" name=""/>
          <p:cNvSpPr/>
          <p:nvPr/>
        </p:nvSpPr>
        <p:spPr>
          <a:xfrm>
            <a:off x="618840" y="3914640"/>
            <a:ext cx="57600" cy="57600"/>
          </a:xfrm>
          <a:custGeom>
            <a:avLst/>
            <a:gdLst/>
            <a:ahLst/>
            <a:rect l="0" t="0" r="r" b="b"/>
            <a:pathLst>
              <a:path w="160" h="160">
                <a:moveTo>
                  <a:pt x="160" y="79"/>
                </a:moveTo>
                <a:cubicBezTo>
                  <a:pt x="160" y="90"/>
                  <a:pt x="158" y="100"/>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70" name=""/>
          <p:cNvSpPr txBox="1"/>
          <p:nvPr/>
        </p:nvSpPr>
        <p:spPr>
          <a:xfrm>
            <a:off x="4267800" y="3437640"/>
            <a:ext cx="4572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データの読み込み処理と天気図作成スクリプトを実装</a:t>
            </a:r>
            <a:endParaRPr lang="en-US" sz="1500" b="0" u="none" strike="noStrike">
              <a:solidFill>
                <a:srgbClr val="000000"/>
              </a:solidFill>
              <a:effectLst/>
              <a:uFillTx/>
              <a:latin typeface="游明朝体"/>
            </a:endParaRPr>
          </a:p>
        </p:txBody>
      </p:sp>
      <p:sp>
        <p:nvSpPr>
          <p:cNvPr id="1471" name=""/>
          <p:cNvSpPr txBox="1"/>
          <p:nvPr/>
        </p:nvSpPr>
        <p:spPr>
          <a:xfrm>
            <a:off x="799920" y="382824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気象台職員の</a:t>
            </a:r>
            <a:endParaRPr lang="en-US" sz="1500" b="0" u="none" strike="noStrike">
              <a:solidFill>
                <a:srgbClr val="000000"/>
              </a:solidFill>
              <a:effectLst/>
              <a:uFillTx/>
              <a:latin typeface="游明朝体"/>
            </a:endParaRPr>
          </a:p>
        </p:txBody>
      </p:sp>
      <p:sp>
        <p:nvSpPr>
          <p:cNvPr id="1472" name=""/>
          <p:cNvSpPr txBox="1"/>
          <p:nvPr/>
        </p:nvSpPr>
        <p:spPr>
          <a:xfrm>
            <a:off x="1942920" y="381924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473" name=""/>
          <p:cNvSpPr txBox="1"/>
          <p:nvPr/>
        </p:nvSpPr>
        <p:spPr>
          <a:xfrm>
            <a:off x="2302920" y="382824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アプリのコード（</a:t>
            </a:r>
            <a:endParaRPr lang="en-US" sz="1500" b="0" u="none" strike="noStrike">
              <a:solidFill>
                <a:srgbClr val="000000"/>
              </a:solidFill>
              <a:effectLst/>
              <a:uFillTx/>
              <a:latin typeface="游明朝体"/>
            </a:endParaRPr>
          </a:p>
        </p:txBody>
      </p:sp>
      <p:sp>
        <p:nvSpPr>
          <p:cNvPr id="1474" name=""/>
          <p:cNvSpPr txBox="1"/>
          <p:nvPr/>
        </p:nvSpPr>
        <p:spPr>
          <a:xfrm>
            <a:off x="3826800" y="3819240"/>
            <a:ext cx="819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javascript</a:t>
            </a:r>
            <a:endParaRPr lang="en-US" sz="1500" b="0" u="none" strike="noStrike">
              <a:solidFill>
                <a:srgbClr val="000000"/>
              </a:solidFill>
              <a:effectLst/>
              <a:uFillTx/>
              <a:latin typeface="游明朝体"/>
            </a:endParaRPr>
          </a:p>
        </p:txBody>
      </p:sp>
      <p:sp>
        <p:nvSpPr>
          <p:cNvPr id="1475" name=""/>
          <p:cNvSpPr txBox="1"/>
          <p:nvPr/>
        </p:nvSpPr>
        <p:spPr>
          <a:xfrm>
            <a:off x="4645080" y="382824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a:t>
            </a:r>
            <a:endParaRPr lang="en-US" sz="1500" b="0" u="none" strike="noStrike">
              <a:solidFill>
                <a:srgbClr val="000000"/>
              </a:solidFill>
              <a:effectLst/>
              <a:uFillTx/>
              <a:latin typeface="游明朝体"/>
            </a:endParaRPr>
          </a:p>
        </p:txBody>
      </p:sp>
      <p:sp>
        <p:nvSpPr>
          <p:cNvPr id="1476" name=""/>
          <p:cNvSpPr txBox="1"/>
          <p:nvPr/>
        </p:nvSpPr>
        <p:spPr>
          <a:xfrm>
            <a:off x="5026320" y="381924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477" name=""/>
          <p:cNvSpPr txBox="1"/>
          <p:nvPr/>
        </p:nvSpPr>
        <p:spPr>
          <a:xfrm>
            <a:off x="5198760" y="382824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に読ませて、</a:t>
            </a:r>
            <a:endParaRPr lang="en-US" sz="1500" b="0" u="none" strike="noStrike">
              <a:solidFill>
                <a:srgbClr val="000000"/>
              </a:solidFill>
              <a:effectLst/>
              <a:uFillTx/>
              <a:latin typeface="游明朝体"/>
            </a:endParaRPr>
          </a:p>
        </p:txBody>
      </p:sp>
      <p:sp>
        <p:nvSpPr>
          <p:cNvPr id="1478" name=""/>
          <p:cNvSpPr txBox="1"/>
          <p:nvPr/>
        </p:nvSpPr>
        <p:spPr>
          <a:xfrm>
            <a:off x="6334200" y="381924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479" name=""/>
          <p:cNvSpPr txBox="1"/>
          <p:nvPr/>
        </p:nvSpPr>
        <p:spPr>
          <a:xfrm>
            <a:off x="6693840" y="3828240"/>
            <a:ext cx="2858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アプリを作成（コード変換も簡単</a:t>
            </a:r>
            <a:endParaRPr lang="en-US" sz="1500" b="0" u="none" strike="noStrike">
              <a:solidFill>
                <a:srgbClr val="000000"/>
              </a:solidFill>
              <a:effectLst/>
              <a:uFillTx/>
              <a:latin typeface="游明朝体"/>
            </a:endParaRPr>
          </a:p>
        </p:txBody>
      </p:sp>
      <p:sp>
        <p:nvSpPr>
          <p:cNvPr id="1480" name=""/>
          <p:cNvSpPr txBox="1"/>
          <p:nvPr/>
        </p:nvSpPr>
        <p:spPr>
          <a:xfrm>
            <a:off x="9551520" y="3819240"/>
            <a:ext cx="1764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python&lt;-&gt;javascript</a:t>
            </a:r>
            <a:endParaRPr lang="en-US" sz="1500" b="0" u="none" strike="noStrike">
              <a:solidFill>
                <a:srgbClr val="000000"/>
              </a:solidFill>
              <a:effectLst/>
              <a:uFillTx/>
              <a:latin typeface="游明朝体"/>
            </a:endParaRPr>
          </a:p>
        </p:txBody>
      </p:sp>
      <p:sp>
        <p:nvSpPr>
          <p:cNvPr id="1481" name=""/>
          <p:cNvSpPr/>
          <p:nvPr/>
        </p:nvSpPr>
        <p:spPr>
          <a:xfrm>
            <a:off x="618840" y="4305240"/>
            <a:ext cx="57600" cy="57240"/>
          </a:xfrm>
          <a:custGeom>
            <a:avLst/>
            <a:gdLst/>
            <a:ahLst/>
            <a:rect l="0" t="0" r="r" b="b"/>
            <a:pathLst>
              <a:path w="160" h="159">
                <a:moveTo>
                  <a:pt x="160" y="79"/>
                </a:moveTo>
                <a:cubicBezTo>
                  <a:pt x="160" y="90"/>
                  <a:pt x="158" y="100"/>
                  <a:pt x="154" y="109"/>
                </a:cubicBezTo>
                <a:cubicBezTo>
                  <a:pt x="150" y="119"/>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19"/>
                  <a:pt x="6" y="109"/>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82" name=""/>
          <p:cNvSpPr txBox="1"/>
          <p:nvPr/>
        </p:nvSpPr>
        <p:spPr>
          <a:xfrm>
            <a:off x="11314800" y="382824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483" name=""/>
          <p:cNvSpPr txBox="1"/>
          <p:nvPr/>
        </p:nvSpPr>
        <p:spPr>
          <a:xfrm>
            <a:off x="799920" y="421848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公開されている教材コードをベースに、</a:t>
            </a:r>
            <a:endParaRPr lang="en-US" sz="1500" b="0" u="none" strike="noStrike">
              <a:solidFill>
                <a:srgbClr val="000000"/>
              </a:solidFill>
              <a:effectLst/>
              <a:uFillTx/>
              <a:latin typeface="游明朝体"/>
            </a:endParaRPr>
          </a:p>
        </p:txBody>
      </p:sp>
      <p:sp>
        <p:nvSpPr>
          <p:cNvPr id="1484" name=""/>
          <p:cNvSpPr txBox="1"/>
          <p:nvPr/>
        </p:nvSpPr>
        <p:spPr>
          <a:xfrm>
            <a:off x="4191120" y="4209840"/>
            <a:ext cx="1172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1485" name=""/>
          <p:cNvSpPr txBox="1"/>
          <p:nvPr/>
        </p:nvSpPr>
        <p:spPr>
          <a:xfrm>
            <a:off x="5362560" y="4218480"/>
            <a:ext cx="2096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で機能追加・改修を実施</a:t>
            </a:r>
            <a:endParaRPr lang="en-US" sz="1500" b="0" u="none" strike="noStrike">
              <a:solidFill>
                <a:srgbClr val="000000"/>
              </a:solidFill>
              <a:effectLst/>
              <a:uFillTx/>
              <a:latin typeface="游明朝体"/>
            </a:endParaRPr>
          </a:p>
        </p:txBody>
      </p:sp>
      <p:sp>
        <p:nvSpPr>
          <p:cNvPr id="1486" name=""/>
          <p:cNvSpPr txBox="1"/>
          <p:nvPr/>
        </p:nvSpPr>
        <p:spPr>
          <a:xfrm>
            <a:off x="723960" y="4779720"/>
            <a:ext cx="30837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教材・サンプルコードを⼟台として、</a:t>
            </a:r>
            <a:endParaRPr lang="en-US" sz="1430" b="0" u="none" strike="noStrike">
              <a:solidFill>
                <a:srgbClr val="000000"/>
              </a:solidFill>
              <a:effectLst/>
              <a:uFillTx/>
              <a:latin typeface="游明朝体"/>
            </a:endParaRPr>
          </a:p>
        </p:txBody>
      </p:sp>
      <p:sp>
        <p:nvSpPr>
          <p:cNvPr id="1487" name=""/>
          <p:cNvSpPr txBox="1"/>
          <p:nvPr/>
        </p:nvSpPr>
        <p:spPr>
          <a:xfrm>
            <a:off x="3773160" y="4771080"/>
            <a:ext cx="111600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Claude Code </a:t>
            </a:r>
            <a:endParaRPr lang="en-US" sz="1430" b="0" u="none" strike="noStrike">
              <a:solidFill>
                <a:srgbClr val="000000"/>
              </a:solidFill>
              <a:effectLst/>
              <a:uFillTx/>
              <a:latin typeface="游明朝体"/>
            </a:endParaRPr>
          </a:p>
        </p:txBody>
      </p:sp>
      <p:sp>
        <p:nvSpPr>
          <p:cNvPr id="1488" name=""/>
          <p:cNvSpPr txBox="1"/>
          <p:nvPr/>
        </p:nvSpPr>
        <p:spPr>
          <a:xfrm>
            <a:off x="4886280" y="4779720"/>
            <a:ext cx="32652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と共に機能を拡張していく開発スタイル</a:t>
            </a:r>
            <a:endParaRPr lang="en-US" sz="1430" b="0" u="none" strike="noStrike">
              <a:solidFill>
                <a:srgbClr val="000000"/>
              </a:solidFill>
              <a:effectLst/>
              <a:uFillTx/>
              <a:latin typeface="游明朝体"/>
            </a:endParaRPr>
          </a:p>
        </p:txBody>
      </p:sp>
      <p:sp>
        <p:nvSpPr>
          <p:cNvPr id="1489" name=""/>
          <p:cNvSpPr txBox="1"/>
          <p:nvPr/>
        </p:nvSpPr>
        <p:spPr>
          <a:xfrm>
            <a:off x="533520" y="177192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AI</a:t>
            </a:r>
            <a:endParaRPr lang="en-US" sz="3150" b="0" u="none" strike="noStrike">
              <a:solidFill>
                <a:srgbClr val="000000"/>
              </a:solidFill>
              <a:effectLst/>
              <a:uFillTx/>
              <a:latin typeface="游明朝体"/>
            </a:endParaRPr>
          </a:p>
        </p:txBody>
      </p:sp>
      <p:sp>
        <p:nvSpPr>
          <p:cNvPr id="1490" name=""/>
          <p:cNvSpPr/>
          <p:nvPr/>
        </p:nvSpPr>
        <p:spPr>
          <a:xfrm>
            <a:off x="533160" y="2312280"/>
            <a:ext cx="7200" cy="33480"/>
          </a:xfrm>
          <a:custGeom>
            <a:avLst/>
            <a:gdLst/>
            <a:ahLst/>
            <a:rect l="0" t="0" r="r" b="b"/>
            <a:pathLst>
              <a:path w="20" h="93">
                <a:moveTo>
                  <a:pt x="20" y="0"/>
                </a:moveTo>
                <a:lnTo>
                  <a:pt x="20" y="93"/>
                </a:lnTo>
                <a:cubicBezTo>
                  <a:pt x="7" y="79"/>
                  <a:pt x="0" y="63"/>
                  <a:pt x="0" y="46"/>
                </a:cubicBezTo>
                <a:cubicBezTo>
                  <a:pt x="0" y="28"/>
                  <a:pt x="7" y="12"/>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1" name=""/>
          <p:cNvSpPr/>
          <p:nvPr/>
        </p:nvSpPr>
        <p:spPr>
          <a:xfrm>
            <a:off x="540000" y="2307240"/>
            <a:ext cx="6840" cy="43200"/>
          </a:xfrm>
          <a:custGeom>
            <a:avLst/>
            <a:gdLst/>
            <a:ahLst/>
            <a:rect l="0" t="0" r="r" b="b"/>
            <a:pathLst>
              <a:path w="19" h="120">
                <a:moveTo>
                  <a:pt x="1" y="13"/>
                </a:moveTo>
                <a:cubicBezTo>
                  <a:pt x="7" y="7"/>
                  <a:pt x="13" y="3"/>
                  <a:pt x="19" y="0"/>
                </a:cubicBezTo>
                <a:lnTo>
                  <a:pt x="19" y="120"/>
                </a:lnTo>
                <a:cubicBezTo>
                  <a:pt x="13" y="117"/>
                  <a:pt x="7" y="113"/>
                  <a:pt x="1" y="107"/>
                </a:cubicBezTo>
                <a:cubicBezTo>
                  <a:pt x="0" y="107"/>
                  <a:pt x="0" y="107"/>
                  <a:pt x="0" y="107"/>
                </a:cubicBezTo>
                <a:lnTo>
                  <a:pt x="0" y="14"/>
                </a:lnTo>
                <a:cubicBezTo>
                  <a:pt x="0" y="13"/>
                  <a:pt x="0" y="13"/>
                  <a:pt x="1" y="13"/>
                </a:cubicBez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2" name=""/>
          <p:cNvSpPr/>
          <p:nvPr/>
        </p:nvSpPr>
        <p:spPr>
          <a:xfrm>
            <a:off x="546480" y="230508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3" name=""/>
          <p:cNvSpPr/>
          <p:nvPr/>
        </p:nvSpPr>
        <p:spPr>
          <a:xfrm>
            <a:off x="553320" y="2304720"/>
            <a:ext cx="7200" cy="48240"/>
          </a:xfrm>
          <a:custGeom>
            <a:avLst/>
            <a:gdLst/>
            <a:ahLst/>
            <a:rect l="0" t="0" r="r" b="b"/>
            <a:pathLst>
              <a:path w="20" h="134">
                <a:moveTo>
                  <a:pt x="11" y="0"/>
                </a:moveTo>
                <a:lnTo>
                  <a:pt x="20" y="0"/>
                </a:lnTo>
                <a:lnTo>
                  <a:pt x="20" y="134"/>
                </a:lnTo>
                <a:lnTo>
                  <a:pt x="11" y="134"/>
                </a:lnTo>
                <a:cubicBezTo>
                  <a:pt x="8" y="134"/>
                  <a:pt x="4" y="133"/>
                  <a:pt x="0" y="133"/>
                </a:cubicBezTo>
                <a:lnTo>
                  <a:pt x="0" y="1"/>
                </a:lnTo>
                <a:cubicBezTo>
                  <a:pt x="4" y="1"/>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4" name=""/>
          <p:cNvSpPr/>
          <p:nvPr/>
        </p:nvSpPr>
        <p:spPr>
          <a:xfrm>
            <a:off x="5601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5" name=""/>
          <p:cNvSpPr/>
          <p:nvPr/>
        </p:nvSpPr>
        <p:spPr>
          <a:xfrm>
            <a:off x="566640" y="2304720"/>
            <a:ext cx="7560" cy="48240"/>
          </a:xfrm>
          <a:custGeom>
            <a:avLst/>
            <a:gdLst/>
            <a:ahLst/>
            <a:rect l="0" t="0" r="r" b="b"/>
            <a:pathLst>
              <a:path w="21" h="134">
                <a:moveTo>
                  <a:pt x="21" y="0"/>
                </a:moveTo>
                <a:lnTo>
                  <a:pt x="21" y="134"/>
                </a:lnTo>
                <a:lnTo>
                  <a:pt x="0" y="134"/>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6" name=""/>
          <p:cNvSpPr/>
          <p:nvPr/>
        </p:nvSpPr>
        <p:spPr>
          <a:xfrm>
            <a:off x="57348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7" name=""/>
          <p:cNvSpPr/>
          <p:nvPr/>
        </p:nvSpPr>
        <p:spPr>
          <a:xfrm>
            <a:off x="5799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8" name=""/>
          <p:cNvSpPr/>
          <p:nvPr/>
        </p:nvSpPr>
        <p:spPr>
          <a:xfrm>
            <a:off x="5868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499" name=""/>
          <p:cNvSpPr/>
          <p:nvPr/>
        </p:nvSpPr>
        <p:spPr>
          <a:xfrm>
            <a:off x="59364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0" name=""/>
          <p:cNvSpPr/>
          <p:nvPr/>
        </p:nvSpPr>
        <p:spPr>
          <a:xfrm>
            <a:off x="6001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1" name=""/>
          <p:cNvSpPr/>
          <p:nvPr/>
        </p:nvSpPr>
        <p:spPr>
          <a:xfrm>
            <a:off x="6069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2" name=""/>
          <p:cNvSpPr/>
          <p:nvPr/>
        </p:nvSpPr>
        <p:spPr>
          <a:xfrm>
            <a:off x="6134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3" name=""/>
          <p:cNvSpPr/>
          <p:nvPr/>
        </p:nvSpPr>
        <p:spPr>
          <a:xfrm>
            <a:off x="6202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4" name=""/>
          <p:cNvSpPr/>
          <p:nvPr/>
        </p:nvSpPr>
        <p:spPr>
          <a:xfrm>
            <a:off x="62712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5" name=""/>
          <p:cNvSpPr/>
          <p:nvPr/>
        </p:nvSpPr>
        <p:spPr>
          <a:xfrm>
            <a:off x="6336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6" name=""/>
          <p:cNvSpPr/>
          <p:nvPr/>
        </p:nvSpPr>
        <p:spPr>
          <a:xfrm>
            <a:off x="64044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7" name=""/>
          <p:cNvSpPr/>
          <p:nvPr/>
        </p:nvSpPr>
        <p:spPr>
          <a:xfrm>
            <a:off x="6469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8" name=""/>
          <p:cNvSpPr/>
          <p:nvPr/>
        </p:nvSpPr>
        <p:spPr>
          <a:xfrm>
            <a:off x="6537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09" name=""/>
          <p:cNvSpPr/>
          <p:nvPr/>
        </p:nvSpPr>
        <p:spPr>
          <a:xfrm>
            <a:off x="66060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0" name=""/>
          <p:cNvSpPr/>
          <p:nvPr/>
        </p:nvSpPr>
        <p:spPr>
          <a:xfrm>
            <a:off x="6670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1" name=""/>
          <p:cNvSpPr/>
          <p:nvPr/>
        </p:nvSpPr>
        <p:spPr>
          <a:xfrm>
            <a:off x="67392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2" name=""/>
          <p:cNvSpPr/>
          <p:nvPr/>
        </p:nvSpPr>
        <p:spPr>
          <a:xfrm>
            <a:off x="6804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3" name=""/>
          <p:cNvSpPr/>
          <p:nvPr/>
        </p:nvSpPr>
        <p:spPr>
          <a:xfrm>
            <a:off x="6872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4" name=""/>
          <p:cNvSpPr/>
          <p:nvPr/>
        </p:nvSpPr>
        <p:spPr>
          <a:xfrm>
            <a:off x="69408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5" name=""/>
          <p:cNvSpPr/>
          <p:nvPr/>
        </p:nvSpPr>
        <p:spPr>
          <a:xfrm>
            <a:off x="7005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6" name=""/>
          <p:cNvSpPr/>
          <p:nvPr/>
        </p:nvSpPr>
        <p:spPr>
          <a:xfrm>
            <a:off x="70740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7" name=""/>
          <p:cNvSpPr/>
          <p:nvPr/>
        </p:nvSpPr>
        <p:spPr>
          <a:xfrm>
            <a:off x="7138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8" name=""/>
          <p:cNvSpPr/>
          <p:nvPr/>
        </p:nvSpPr>
        <p:spPr>
          <a:xfrm>
            <a:off x="7207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19" name=""/>
          <p:cNvSpPr/>
          <p:nvPr/>
        </p:nvSpPr>
        <p:spPr>
          <a:xfrm>
            <a:off x="7275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0" name=""/>
          <p:cNvSpPr/>
          <p:nvPr/>
        </p:nvSpPr>
        <p:spPr>
          <a:xfrm>
            <a:off x="7340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1" name=""/>
          <p:cNvSpPr/>
          <p:nvPr/>
        </p:nvSpPr>
        <p:spPr>
          <a:xfrm>
            <a:off x="74088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2" name=""/>
          <p:cNvSpPr/>
          <p:nvPr/>
        </p:nvSpPr>
        <p:spPr>
          <a:xfrm>
            <a:off x="7473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3" name=""/>
          <p:cNvSpPr/>
          <p:nvPr/>
        </p:nvSpPr>
        <p:spPr>
          <a:xfrm>
            <a:off x="7542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4" name=""/>
          <p:cNvSpPr/>
          <p:nvPr/>
        </p:nvSpPr>
        <p:spPr>
          <a:xfrm>
            <a:off x="76104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5" name=""/>
          <p:cNvSpPr/>
          <p:nvPr/>
        </p:nvSpPr>
        <p:spPr>
          <a:xfrm>
            <a:off x="767520" y="2304720"/>
            <a:ext cx="7560" cy="48240"/>
          </a:xfrm>
          <a:custGeom>
            <a:avLst/>
            <a:gdLst/>
            <a:ahLst/>
            <a:rect l="0" t="0" r="r" b="b"/>
            <a:pathLst>
              <a:path w="21" h="134">
                <a:moveTo>
                  <a:pt x="21" y="0"/>
                </a:moveTo>
                <a:lnTo>
                  <a:pt x="21" y="134"/>
                </a:lnTo>
                <a:lnTo>
                  <a:pt x="0" y="134"/>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6" name=""/>
          <p:cNvSpPr/>
          <p:nvPr/>
        </p:nvSpPr>
        <p:spPr>
          <a:xfrm>
            <a:off x="7743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7" name=""/>
          <p:cNvSpPr/>
          <p:nvPr/>
        </p:nvSpPr>
        <p:spPr>
          <a:xfrm>
            <a:off x="7808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8" name=""/>
          <p:cNvSpPr/>
          <p:nvPr/>
        </p:nvSpPr>
        <p:spPr>
          <a:xfrm>
            <a:off x="7876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29" name=""/>
          <p:cNvSpPr/>
          <p:nvPr/>
        </p:nvSpPr>
        <p:spPr>
          <a:xfrm>
            <a:off x="79452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0" name=""/>
          <p:cNvSpPr/>
          <p:nvPr/>
        </p:nvSpPr>
        <p:spPr>
          <a:xfrm>
            <a:off x="8010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1" name=""/>
          <p:cNvSpPr/>
          <p:nvPr/>
        </p:nvSpPr>
        <p:spPr>
          <a:xfrm>
            <a:off x="8078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2" name=""/>
          <p:cNvSpPr/>
          <p:nvPr/>
        </p:nvSpPr>
        <p:spPr>
          <a:xfrm>
            <a:off x="81468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3" name=""/>
          <p:cNvSpPr/>
          <p:nvPr/>
        </p:nvSpPr>
        <p:spPr>
          <a:xfrm>
            <a:off x="8211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4" name=""/>
          <p:cNvSpPr/>
          <p:nvPr/>
        </p:nvSpPr>
        <p:spPr>
          <a:xfrm>
            <a:off x="82800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5" name=""/>
          <p:cNvSpPr/>
          <p:nvPr/>
        </p:nvSpPr>
        <p:spPr>
          <a:xfrm>
            <a:off x="8344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6" name=""/>
          <p:cNvSpPr/>
          <p:nvPr/>
        </p:nvSpPr>
        <p:spPr>
          <a:xfrm>
            <a:off x="8413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7" name=""/>
          <p:cNvSpPr/>
          <p:nvPr/>
        </p:nvSpPr>
        <p:spPr>
          <a:xfrm>
            <a:off x="8481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8" name=""/>
          <p:cNvSpPr/>
          <p:nvPr/>
        </p:nvSpPr>
        <p:spPr>
          <a:xfrm>
            <a:off x="8546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39" name=""/>
          <p:cNvSpPr/>
          <p:nvPr/>
        </p:nvSpPr>
        <p:spPr>
          <a:xfrm>
            <a:off x="86148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0" name=""/>
          <p:cNvSpPr/>
          <p:nvPr/>
        </p:nvSpPr>
        <p:spPr>
          <a:xfrm>
            <a:off x="8679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1" name=""/>
          <p:cNvSpPr/>
          <p:nvPr/>
        </p:nvSpPr>
        <p:spPr>
          <a:xfrm>
            <a:off x="8748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2" name=""/>
          <p:cNvSpPr/>
          <p:nvPr/>
        </p:nvSpPr>
        <p:spPr>
          <a:xfrm>
            <a:off x="88164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3" name=""/>
          <p:cNvSpPr/>
          <p:nvPr/>
        </p:nvSpPr>
        <p:spPr>
          <a:xfrm>
            <a:off x="8881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4" name=""/>
          <p:cNvSpPr/>
          <p:nvPr/>
        </p:nvSpPr>
        <p:spPr>
          <a:xfrm>
            <a:off x="89496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5" name=""/>
          <p:cNvSpPr/>
          <p:nvPr/>
        </p:nvSpPr>
        <p:spPr>
          <a:xfrm>
            <a:off x="90144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6" name=""/>
          <p:cNvSpPr/>
          <p:nvPr/>
        </p:nvSpPr>
        <p:spPr>
          <a:xfrm>
            <a:off x="9082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7" name=""/>
          <p:cNvSpPr/>
          <p:nvPr/>
        </p:nvSpPr>
        <p:spPr>
          <a:xfrm>
            <a:off x="91512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8" name=""/>
          <p:cNvSpPr/>
          <p:nvPr/>
        </p:nvSpPr>
        <p:spPr>
          <a:xfrm>
            <a:off x="92160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49" name=""/>
          <p:cNvSpPr/>
          <p:nvPr/>
        </p:nvSpPr>
        <p:spPr>
          <a:xfrm>
            <a:off x="92844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0" name=""/>
          <p:cNvSpPr/>
          <p:nvPr/>
        </p:nvSpPr>
        <p:spPr>
          <a:xfrm>
            <a:off x="93492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1" name=""/>
          <p:cNvSpPr/>
          <p:nvPr/>
        </p:nvSpPr>
        <p:spPr>
          <a:xfrm>
            <a:off x="94176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2" name=""/>
          <p:cNvSpPr/>
          <p:nvPr/>
        </p:nvSpPr>
        <p:spPr>
          <a:xfrm>
            <a:off x="948600" y="2304720"/>
            <a:ext cx="6840" cy="48240"/>
          </a:xfrm>
          <a:custGeom>
            <a:avLst/>
            <a:gdLst/>
            <a:ahLst/>
            <a:rect l="0" t="0" r="r" b="b"/>
            <a:pathLst>
              <a:path w="19" h="134">
                <a:moveTo>
                  <a:pt x="19" y="0"/>
                </a:moveTo>
                <a:lnTo>
                  <a:pt x="19" y="134"/>
                </a:lnTo>
                <a:lnTo>
                  <a:pt x="0" y="134"/>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3" name=""/>
          <p:cNvSpPr/>
          <p:nvPr/>
        </p:nvSpPr>
        <p:spPr>
          <a:xfrm>
            <a:off x="955080" y="2304720"/>
            <a:ext cx="7200" cy="48240"/>
          </a:xfrm>
          <a:custGeom>
            <a:avLst/>
            <a:gdLst/>
            <a:ahLst/>
            <a:rect l="0" t="0" r="r" b="b"/>
            <a:pathLst>
              <a:path w="20" h="134">
                <a:moveTo>
                  <a:pt x="20" y="0"/>
                </a:moveTo>
                <a:lnTo>
                  <a:pt x="20" y="134"/>
                </a:lnTo>
                <a:lnTo>
                  <a:pt x="0" y="134"/>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4" name=""/>
          <p:cNvSpPr/>
          <p:nvPr/>
        </p:nvSpPr>
        <p:spPr>
          <a:xfrm>
            <a:off x="9619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5" name=""/>
          <p:cNvSpPr/>
          <p:nvPr/>
        </p:nvSpPr>
        <p:spPr>
          <a:xfrm>
            <a:off x="9651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6" name=""/>
          <p:cNvSpPr/>
          <p:nvPr/>
        </p:nvSpPr>
        <p:spPr>
          <a:xfrm>
            <a:off x="9684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7" name=""/>
          <p:cNvSpPr/>
          <p:nvPr/>
        </p:nvSpPr>
        <p:spPr>
          <a:xfrm>
            <a:off x="9720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8" name=""/>
          <p:cNvSpPr/>
          <p:nvPr/>
        </p:nvSpPr>
        <p:spPr>
          <a:xfrm>
            <a:off x="9752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59" name=""/>
          <p:cNvSpPr/>
          <p:nvPr/>
        </p:nvSpPr>
        <p:spPr>
          <a:xfrm>
            <a:off x="9784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0" name=""/>
          <p:cNvSpPr/>
          <p:nvPr/>
        </p:nvSpPr>
        <p:spPr>
          <a:xfrm>
            <a:off x="9820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1" name=""/>
          <p:cNvSpPr/>
          <p:nvPr/>
        </p:nvSpPr>
        <p:spPr>
          <a:xfrm>
            <a:off x="9853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2" name=""/>
          <p:cNvSpPr/>
          <p:nvPr/>
        </p:nvSpPr>
        <p:spPr>
          <a:xfrm>
            <a:off x="9885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3" name=""/>
          <p:cNvSpPr/>
          <p:nvPr/>
        </p:nvSpPr>
        <p:spPr>
          <a:xfrm>
            <a:off x="9921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4" name=""/>
          <p:cNvSpPr/>
          <p:nvPr/>
        </p:nvSpPr>
        <p:spPr>
          <a:xfrm>
            <a:off x="9954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5" name=""/>
          <p:cNvSpPr/>
          <p:nvPr/>
        </p:nvSpPr>
        <p:spPr>
          <a:xfrm>
            <a:off x="9986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6" name=""/>
          <p:cNvSpPr/>
          <p:nvPr/>
        </p:nvSpPr>
        <p:spPr>
          <a:xfrm>
            <a:off x="10018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7" name=""/>
          <p:cNvSpPr/>
          <p:nvPr/>
        </p:nvSpPr>
        <p:spPr>
          <a:xfrm>
            <a:off x="10054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8" name=""/>
          <p:cNvSpPr/>
          <p:nvPr/>
        </p:nvSpPr>
        <p:spPr>
          <a:xfrm>
            <a:off x="10087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69" name=""/>
          <p:cNvSpPr/>
          <p:nvPr/>
        </p:nvSpPr>
        <p:spPr>
          <a:xfrm>
            <a:off x="10119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0" name=""/>
          <p:cNvSpPr/>
          <p:nvPr/>
        </p:nvSpPr>
        <p:spPr>
          <a:xfrm>
            <a:off x="10155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1" name=""/>
          <p:cNvSpPr/>
          <p:nvPr/>
        </p:nvSpPr>
        <p:spPr>
          <a:xfrm>
            <a:off x="10188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2" name=""/>
          <p:cNvSpPr/>
          <p:nvPr/>
        </p:nvSpPr>
        <p:spPr>
          <a:xfrm>
            <a:off x="1022040" y="2304720"/>
            <a:ext cx="4320" cy="48240"/>
          </a:xfrm>
          <a:custGeom>
            <a:avLst/>
            <a:gdLst/>
            <a:ahLst/>
            <a:rect l="0" t="0" r="r" b="b"/>
            <a:pathLst>
              <a:path w="12" h="134">
                <a:moveTo>
                  <a:pt x="12" y="0"/>
                </a:moveTo>
                <a:lnTo>
                  <a:pt x="12" y="134"/>
                </a:lnTo>
                <a:lnTo>
                  <a:pt x="0" y="134"/>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3" name=""/>
          <p:cNvSpPr/>
          <p:nvPr/>
        </p:nvSpPr>
        <p:spPr>
          <a:xfrm>
            <a:off x="10256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4" name=""/>
          <p:cNvSpPr/>
          <p:nvPr/>
        </p:nvSpPr>
        <p:spPr>
          <a:xfrm>
            <a:off x="10288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5" name=""/>
          <p:cNvSpPr/>
          <p:nvPr/>
        </p:nvSpPr>
        <p:spPr>
          <a:xfrm>
            <a:off x="10321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6" name=""/>
          <p:cNvSpPr/>
          <p:nvPr/>
        </p:nvSpPr>
        <p:spPr>
          <a:xfrm>
            <a:off x="10353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7" name=""/>
          <p:cNvSpPr/>
          <p:nvPr/>
        </p:nvSpPr>
        <p:spPr>
          <a:xfrm>
            <a:off x="10389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8" name=""/>
          <p:cNvSpPr/>
          <p:nvPr/>
        </p:nvSpPr>
        <p:spPr>
          <a:xfrm>
            <a:off x="10422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79" name=""/>
          <p:cNvSpPr/>
          <p:nvPr/>
        </p:nvSpPr>
        <p:spPr>
          <a:xfrm>
            <a:off x="10454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0" name=""/>
          <p:cNvSpPr/>
          <p:nvPr/>
        </p:nvSpPr>
        <p:spPr>
          <a:xfrm>
            <a:off x="10490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1" name=""/>
          <p:cNvSpPr/>
          <p:nvPr/>
        </p:nvSpPr>
        <p:spPr>
          <a:xfrm>
            <a:off x="10522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2" name=""/>
          <p:cNvSpPr/>
          <p:nvPr/>
        </p:nvSpPr>
        <p:spPr>
          <a:xfrm>
            <a:off x="105552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3" name=""/>
          <p:cNvSpPr/>
          <p:nvPr/>
        </p:nvSpPr>
        <p:spPr>
          <a:xfrm>
            <a:off x="10591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4" name=""/>
          <p:cNvSpPr/>
          <p:nvPr/>
        </p:nvSpPr>
        <p:spPr>
          <a:xfrm>
            <a:off x="10623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5" name=""/>
          <p:cNvSpPr/>
          <p:nvPr/>
        </p:nvSpPr>
        <p:spPr>
          <a:xfrm>
            <a:off x="10656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6" name=""/>
          <p:cNvSpPr/>
          <p:nvPr/>
        </p:nvSpPr>
        <p:spPr>
          <a:xfrm>
            <a:off x="10688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7" name=""/>
          <p:cNvSpPr/>
          <p:nvPr/>
        </p:nvSpPr>
        <p:spPr>
          <a:xfrm>
            <a:off x="10724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8" name=""/>
          <p:cNvSpPr/>
          <p:nvPr/>
        </p:nvSpPr>
        <p:spPr>
          <a:xfrm>
            <a:off x="10756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89" name=""/>
          <p:cNvSpPr/>
          <p:nvPr/>
        </p:nvSpPr>
        <p:spPr>
          <a:xfrm>
            <a:off x="107892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0" name=""/>
          <p:cNvSpPr/>
          <p:nvPr/>
        </p:nvSpPr>
        <p:spPr>
          <a:xfrm>
            <a:off x="10825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1" name=""/>
          <p:cNvSpPr/>
          <p:nvPr/>
        </p:nvSpPr>
        <p:spPr>
          <a:xfrm>
            <a:off x="10857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2" name=""/>
          <p:cNvSpPr/>
          <p:nvPr/>
        </p:nvSpPr>
        <p:spPr>
          <a:xfrm>
            <a:off x="10890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3" name=""/>
          <p:cNvSpPr/>
          <p:nvPr/>
        </p:nvSpPr>
        <p:spPr>
          <a:xfrm>
            <a:off x="10926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4" name=""/>
          <p:cNvSpPr/>
          <p:nvPr/>
        </p:nvSpPr>
        <p:spPr>
          <a:xfrm>
            <a:off x="10958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5" name=""/>
          <p:cNvSpPr/>
          <p:nvPr/>
        </p:nvSpPr>
        <p:spPr>
          <a:xfrm>
            <a:off x="10990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6" name=""/>
          <p:cNvSpPr/>
          <p:nvPr/>
        </p:nvSpPr>
        <p:spPr>
          <a:xfrm>
            <a:off x="110232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7" name=""/>
          <p:cNvSpPr/>
          <p:nvPr/>
        </p:nvSpPr>
        <p:spPr>
          <a:xfrm>
            <a:off x="11059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8" name=""/>
          <p:cNvSpPr/>
          <p:nvPr/>
        </p:nvSpPr>
        <p:spPr>
          <a:xfrm>
            <a:off x="11091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599" name=""/>
          <p:cNvSpPr/>
          <p:nvPr/>
        </p:nvSpPr>
        <p:spPr>
          <a:xfrm>
            <a:off x="11124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0" name=""/>
          <p:cNvSpPr/>
          <p:nvPr/>
        </p:nvSpPr>
        <p:spPr>
          <a:xfrm>
            <a:off x="11160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1" name=""/>
          <p:cNvSpPr/>
          <p:nvPr/>
        </p:nvSpPr>
        <p:spPr>
          <a:xfrm>
            <a:off x="11192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2" name=""/>
          <p:cNvSpPr/>
          <p:nvPr/>
        </p:nvSpPr>
        <p:spPr>
          <a:xfrm>
            <a:off x="1122480" y="2304720"/>
            <a:ext cx="4320" cy="48240"/>
          </a:xfrm>
          <a:custGeom>
            <a:avLst/>
            <a:gdLst/>
            <a:ahLst/>
            <a:rect l="0" t="0" r="r" b="b"/>
            <a:pathLst>
              <a:path w="12" h="134">
                <a:moveTo>
                  <a:pt x="12" y="0"/>
                </a:moveTo>
                <a:lnTo>
                  <a:pt x="12" y="134"/>
                </a:lnTo>
                <a:lnTo>
                  <a:pt x="0" y="134"/>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3" name=""/>
          <p:cNvSpPr/>
          <p:nvPr/>
        </p:nvSpPr>
        <p:spPr>
          <a:xfrm>
            <a:off x="11260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4" name=""/>
          <p:cNvSpPr/>
          <p:nvPr/>
        </p:nvSpPr>
        <p:spPr>
          <a:xfrm>
            <a:off x="11293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5" name=""/>
          <p:cNvSpPr/>
          <p:nvPr/>
        </p:nvSpPr>
        <p:spPr>
          <a:xfrm>
            <a:off x="11325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6" name=""/>
          <p:cNvSpPr/>
          <p:nvPr/>
        </p:nvSpPr>
        <p:spPr>
          <a:xfrm>
            <a:off x="11358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7" name=""/>
          <p:cNvSpPr/>
          <p:nvPr/>
        </p:nvSpPr>
        <p:spPr>
          <a:xfrm>
            <a:off x="11394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8" name=""/>
          <p:cNvSpPr/>
          <p:nvPr/>
        </p:nvSpPr>
        <p:spPr>
          <a:xfrm>
            <a:off x="11426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09" name=""/>
          <p:cNvSpPr/>
          <p:nvPr/>
        </p:nvSpPr>
        <p:spPr>
          <a:xfrm>
            <a:off x="11458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0" name=""/>
          <p:cNvSpPr/>
          <p:nvPr/>
        </p:nvSpPr>
        <p:spPr>
          <a:xfrm>
            <a:off x="11494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1" name=""/>
          <p:cNvSpPr/>
          <p:nvPr/>
        </p:nvSpPr>
        <p:spPr>
          <a:xfrm>
            <a:off x="11527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2" name=""/>
          <p:cNvSpPr/>
          <p:nvPr/>
        </p:nvSpPr>
        <p:spPr>
          <a:xfrm>
            <a:off x="11559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3" name=""/>
          <p:cNvSpPr/>
          <p:nvPr/>
        </p:nvSpPr>
        <p:spPr>
          <a:xfrm>
            <a:off x="11595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4" name=""/>
          <p:cNvSpPr/>
          <p:nvPr/>
        </p:nvSpPr>
        <p:spPr>
          <a:xfrm>
            <a:off x="11628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5" name=""/>
          <p:cNvSpPr/>
          <p:nvPr/>
        </p:nvSpPr>
        <p:spPr>
          <a:xfrm>
            <a:off x="11660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6" name=""/>
          <p:cNvSpPr/>
          <p:nvPr/>
        </p:nvSpPr>
        <p:spPr>
          <a:xfrm>
            <a:off x="11696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7" name=""/>
          <p:cNvSpPr/>
          <p:nvPr/>
        </p:nvSpPr>
        <p:spPr>
          <a:xfrm>
            <a:off x="11728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8" name=""/>
          <p:cNvSpPr/>
          <p:nvPr/>
        </p:nvSpPr>
        <p:spPr>
          <a:xfrm>
            <a:off x="11761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9" name=""/>
          <p:cNvSpPr/>
          <p:nvPr/>
        </p:nvSpPr>
        <p:spPr>
          <a:xfrm>
            <a:off x="11793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0" name=""/>
          <p:cNvSpPr/>
          <p:nvPr/>
        </p:nvSpPr>
        <p:spPr>
          <a:xfrm>
            <a:off x="11829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1" name=""/>
          <p:cNvSpPr/>
          <p:nvPr/>
        </p:nvSpPr>
        <p:spPr>
          <a:xfrm>
            <a:off x="11862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2" name=""/>
          <p:cNvSpPr/>
          <p:nvPr/>
        </p:nvSpPr>
        <p:spPr>
          <a:xfrm>
            <a:off x="11894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3" name=""/>
          <p:cNvSpPr/>
          <p:nvPr/>
        </p:nvSpPr>
        <p:spPr>
          <a:xfrm>
            <a:off x="11930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4" name=""/>
          <p:cNvSpPr/>
          <p:nvPr/>
        </p:nvSpPr>
        <p:spPr>
          <a:xfrm>
            <a:off x="11962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5" name=""/>
          <p:cNvSpPr/>
          <p:nvPr/>
        </p:nvSpPr>
        <p:spPr>
          <a:xfrm>
            <a:off x="119952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6" name=""/>
          <p:cNvSpPr/>
          <p:nvPr/>
        </p:nvSpPr>
        <p:spPr>
          <a:xfrm>
            <a:off x="12031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7" name=""/>
          <p:cNvSpPr/>
          <p:nvPr/>
        </p:nvSpPr>
        <p:spPr>
          <a:xfrm>
            <a:off x="12063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8" name=""/>
          <p:cNvSpPr/>
          <p:nvPr/>
        </p:nvSpPr>
        <p:spPr>
          <a:xfrm>
            <a:off x="12096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29" name=""/>
          <p:cNvSpPr/>
          <p:nvPr/>
        </p:nvSpPr>
        <p:spPr>
          <a:xfrm>
            <a:off x="12128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0" name=""/>
          <p:cNvSpPr/>
          <p:nvPr/>
        </p:nvSpPr>
        <p:spPr>
          <a:xfrm>
            <a:off x="12164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1" name=""/>
          <p:cNvSpPr/>
          <p:nvPr/>
        </p:nvSpPr>
        <p:spPr>
          <a:xfrm>
            <a:off x="12196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2" name=""/>
          <p:cNvSpPr/>
          <p:nvPr/>
        </p:nvSpPr>
        <p:spPr>
          <a:xfrm>
            <a:off x="1222920" y="2304720"/>
            <a:ext cx="4320" cy="48240"/>
          </a:xfrm>
          <a:custGeom>
            <a:avLst/>
            <a:gdLst/>
            <a:ahLst/>
            <a:rect l="0" t="0" r="r" b="b"/>
            <a:pathLst>
              <a:path w="12" h="134">
                <a:moveTo>
                  <a:pt x="12" y="0"/>
                </a:moveTo>
                <a:lnTo>
                  <a:pt x="12" y="134"/>
                </a:lnTo>
                <a:lnTo>
                  <a:pt x="0" y="134"/>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3" name=""/>
          <p:cNvSpPr/>
          <p:nvPr/>
        </p:nvSpPr>
        <p:spPr>
          <a:xfrm>
            <a:off x="12265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4" name=""/>
          <p:cNvSpPr/>
          <p:nvPr/>
        </p:nvSpPr>
        <p:spPr>
          <a:xfrm>
            <a:off x="12297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5" name=""/>
          <p:cNvSpPr/>
          <p:nvPr/>
        </p:nvSpPr>
        <p:spPr>
          <a:xfrm>
            <a:off x="12330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6" name=""/>
          <p:cNvSpPr/>
          <p:nvPr/>
        </p:nvSpPr>
        <p:spPr>
          <a:xfrm>
            <a:off x="12366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7" name=""/>
          <p:cNvSpPr/>
          <p:nvPr/>
        </p:nvSpPr>
        <p:spPr>
          <a:xfrm>
            <a:off x="12398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8" name=""/>
          <p:cNvSpPr/>
          <p:nvPr/>
        </p:nvSpPr>
        <p:spPr>
          <a:xfrm>
            <a:off x="12430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39" name=""/>
          <p:cNvSpPr/>
          <p:nvPr/>
        </p:nvSpPr>
        <p:spPr>
          <a:xfrm>
            <a:off x="124632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0" name=""/>
          <p:cNvSpPr/>
          <p:nvPr/>
        </p:nvSpPr>
        <p:spPr>
          <a:xfrm>
            <a:off x="12499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1" name=""/>
          <p:cNvSpPr/>
          <p:nvPr/>
        </p:nvSpPr>
        <p:spPr>
          <a:xfrm>
            <a:off x="12531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2" name=""/>
          <p:cNvSpPr/>
          <p:nvPr/>
        </p:nvSpPr>
        <p:spPr>
          <a:xfrm>
            <a:off x="12564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3" name=""/>
          <p:cNvSpPr/>
          <p:nvPr/>
        </p:nvSpPr>
        <p:spPr>
          <a:xfrm>
            <a:off x="12600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4" name=""/>
          <p:cNvSpPr/>
          <p:nvPr/>
        </p:nvSpPr>
        <p:spPr>
          <a:xfrm>
            <a:off x="12632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5" name=""/>
          <p:cNvSpPr/>
          <p:nvPr/>
        </p:nvSpPr>
        <p:spPr>
          <a:xfrm>
            <a:off x="12664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6" name=""/>
          <p:cNvSpPr/>
          <p:nvPr/>
        </p:nvSpPr>
        <p:spPr>
          <a:xfrm>
            <a:off x="12700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7" name=""/>
          <p:cNvSpPr/>
          <p:nvPr/>
        </p:nvSpPr>
        <p:spPr>
          <a:xfrm>
            <a:off x="12733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8" name=""/>
          <p:cNvSpPr/>
          <p:nvPr/>
        </p:nvSpPr>
        <p:spPr>
          <a:xfrm>
            <a:off x="12765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9" name=""/>
          <p:cNvSpPr/>
          <p:nvPr/>
        </p:nvSpPr>
        <p:spPr>
          <a:xfrm>
            <a:off x="127980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0" name=""/>
          <p:cNvSpPr/>
          <p:nvPr/>
        </p:nvSpPr>
        <p:spPr>
          <a:xfrm>
            <a:off x="12834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1" name=""/>
          <p:cNvSpPr/>
          <p:nvPr/>
        </p:nvSpPr>
        <p:spPr>
          <a:xfrm>
            <a:off x="12866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2" name=""/>
          <p:cNvSpPr/>
          <p:nvPr/>
        </p:nvSpPr>
        <p:spPr>
          <a:xfrm>
            <a:off x="12898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3" name=""/>
          <p:cNvSpPr/>
          <p:nvPr/>
        </p:nvSpPr>
        <p:spPr>
          <a:xfrm>
            <a:off x="12934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4" name=""/>
          <p:cNvSpPr/>
          <p:nvPr/>
        </p:nvSpPr>
        <p:spPr>
          <a:xfrm>
            <a:off x="12967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5" name=""/>
          <p:cNvSpPr/>
          <p:nvPr/>
        </p:nvSpPr>
        <p:spPr>
          <a:xfrm>
            <a:off x="12999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6" name=""/>
          <p:cNvSpPr/>
          <p:nvPr/>
        </p:nvSpPr>
        <p:spPr>
          <a:xfrm>
            <a:off x="13035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7" name=""/>
          <p:cNvSpPr/>
          <p:nvPr/>
        </p:nvSpPr>
        <p:spPr>
          <a:xfrm>
            <a:off x="13068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8" name=""/>
          <p:cNvSpPr/>
          <p:nvPr/>
        </p:nvSpPr>
        <p:spPr>
          <a:xfrm>
            <a:off x="13100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59" name=""/>
          <p:cNvSpPr/>
          <p:nvPr/>
        </p:nvSpPr>
        <p:spPr>
          <a:xfrm>
            <a:off x="131328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0" name=""/>
          <p:cNvSpPr/>
          <p:nvPr/>
        </p:nvSpPr>
        <p:spPr>
          <a:xfrm>
            <a:off x="13168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1" name=""/>
          <p:cNvSpPr/>
          <p:nvPr/>
        </p:nvSpPr>
        <p:spPr>
          <a:xfrm>
            <a:off x="13201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2" name=""/>
          <p:cNvSpPr/>
          <p:nvPr/>
        </p:nvSpPr>
        <p:spPr>
          <a:xfrm>
            <a:off x="1323360" y="2304720"/>
            <a:ext cx="4320" cy="48240"/>
          </a:xfrm>
          <a:custGeom>
            <a:avLst/>
            <a:gdLst/>
            <a:ahLst/>
            <a:rect l="0" t="0" r="r" b="b"/>
            <a:pathLst>
              <a:path w="12" h="134">
                <a:moveTo>
                  <a:pt x="12" y="0"/>
                </a:moveTo>
                <a:lnTo>
                  <a:pt x="12" y="134"/>
                </a:lnTo>
                <a:lnTo>
                  <a:pt x="0" y="134"/>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3" name=""/>
          <p:cNvSpPr/>
          <p:nvPr/>
        </p:nvSpPr>
        <p:spPr>
          <a:xfrm>
            <a:off x="13269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4" name=""/>
          <p:cNvSpPr/>
          <p:nvPr/>
        </p:nvSpPr>
        <p:spPr>
          <a:xfrm>
            <a:off x="13302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5" name=""/>
          <p:cNvSpPr/>
          <p:nvPr/>
        </p:nvSpPr>
        <p:spPr>
          <a:xfrm>
            <a:off x="13334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6" name=""/>
          <p:cNvSpPr/>
          <p:nvPr/>
        </p:nvSpPr>
        <p:spPr>
          <a:xfrm>
            <a:off x="13370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7" name=""/>
          <p:cNvSpPr/>
          <p:nvPr/>
        </p:nvSpPr>
        <p:spPr>
          <a:xfrm>
            <a:off x="134028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8" name=""/>
          <p:cNvSpPr/>
          <p:nvPr/>
        </p:nvSpPr>
        <p:spPr>
          <a:xfrm>
            <a:off x="134352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9" name=""/>
          <p:cNvSpPr/>
          <p:nvPr/>
        </p:nvSpPr>
        <p:spPr>
          <a:xfrm>
            <a:off x="134676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0" name=""/>
          <p:cNvSpPr/>
          <p:nvPr/>
        </p:nvSpPr>
        <p:spPr>
          <a:xfrm>
            <a:off x="135036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1" name=""/>
          <p:cNvSpPr/>
          <p:nvPr/>
        </p:nvSpPr>
        <p:spPr>
          <a:xfrm>
            <a:off x="135360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2" name=""/>
          <p:cNvSpPr/>
          <p:nvPr/>
        </p:nvSpPr>
        <p:spPr>
          <a:xfrm>
            <a:off x="1356840" y="2304720"/>
            <a:ext cx="3960" cy="48240"/>
          </a:xfrm>
          <a:custGeom>
            <a:avLst/>
            <a:gdLst/>
            <a:ahLst/>
            <a:rect l="0" t="0" r="r" b="b"/>
            <a:pathLst>
              <a:path w="11" h="134">
                <a:moveTo>
                  <a:pt x="11" y="0"/>
                </a:moveTo>
                <a:lnTo>
                  <a:pt x="11" y="134"/>
                </a:lnTo>
                <a:lnTo>
                  <a:pt x="0" y="134"/>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3" name=""/>
          <p:cNvSpPr/>
          <p:nvPr/>
        </p:nvSpPr>
        <p:spPr>
          <a:xfrm>
            <a:off x="1360440" y="2304720"/>
            <a:ext cx="3600" cy="48240"/>
          </a:xfrm>
          <a:custGeom>
            <a:avLst/>
            <a:gdLst/>
            <a:ahLst/>
            <a:rect l="0" t="0" r="r" b="b"/>
            <a:pathLst>
              <a:path w="10" h="134">
                <a:moveTo>
                  <a:pt x="10" y="0"/>
                </a:moveTo>
                <a:lnTo>
                  <a:pt x="10" y="134"/>
                </a:lnTo>
                <a:lnTo>
                  <a:pt x="0" y="134"/>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4" name=""/>
          <p:cNvSpPr/>
          <p:nvPr/>
        </p:nvSpPr>
        <p:spPr>
          <a:xfrm>
            <a:off x="1363680" y="2304720"/>
            <a:ext cx="3600" cy="48240"/>
          </a:xfrm>
          <a:custGeom>
            <a:avLst/>
            <a:gdLst/>
            <a:ahLst/>
            <a:rect l="0" t="0" r="r" b="b"/>
            <a:pathLst>
              <a:path w="10" h="134">
                <a:moveTo>
                  <a:pt x="9" y="0"/>
                </a:moveTo>
                <a:cubicBezTo>
                  <a:pt x="10" y="0"/>
                  <a:pt x="10" y="0"/>
                  <a:pt x="10" y="0"/>
                </a:cubicBezTo>
                <a:lnTo>
                  <a:pt x="10" y="134"/>
                </a:lnTo>
                <a:lnTo>
                  <a:pt x="9" y="134"/>
                </a:lnTo>
                <a:lnTo>
                  <a:pt x="0" y="134"/>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5" name=""/>
          <p:cNvSpPr/>
          <p:nvPr/>
        </p:nvSpPr>
        <p:spPr>
          <a:xfrm>
            <a:off x="1366920" y="2304720"/>
            <a:ext cx="3960" cy="48240"/>
          </a:xfrm>
          <a:custGeom>
            <a:avLst/>
            <a:gdLst/>
            <a:ahLst/>
            <a:rect l="0" t="0" r="r" b="b"/>
            <a:pathLst>
              <a:path w="11" h="134">
                <a:moveTo>
                  <a:pt x="11" y="1"/>
                </a:moveTo>
                <a:lnTo>
                  <a:pt x="11" y="133"/>
                </a:lnTo>
                <a:cubicBezTo>
                  <a:pt x="8" y="133"/>
                  <a:pt x="3" y="134"/>
                  <a:pt x="0" y="134"/>
                </a:cubicBezTo>
                <a:lnTo>
                  <a:pt x="0" y="0"/>
                </a:lnTo>
                <a:cubicBezTo>
                  <a:pt x="3" y="0"/>
                  <a:pt x="8" y="1"/>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6" name=""/>
          <p:cNvSpPr/>
          <p:nvPr/>
        </p:nvSpPr>
        <p:spPr>
          <a:xfrm>
            <a:off x="1370520" y="2305080"/>
            <a:ext cx="3600" cy="47520"/>
          </a:xfrm>
          <a:custGeom>
            <a:avLst/>
            <a:gdLst/>
            <a:ahLst/>
            <a:rect l="0" t="0" r="r" b="b"/>
            <a:pathLst>
              <a:path w="10" h="132">
                <a:moveTo>
                  <a:pt x="10" y="2"/>
                </a:moveTo>
                <a:lnTo>
                  <a:pt x="10" y="130"/>
                </a:lnTo>
                <a:cubicBezTo>
                  <a:pt x="7" y="131"/>
                  <a:pt x="3" y="132"/>
                  <a:pt x="0" y="132"/>
                </a:cubicBezTo>
                <a:lnTo>
                  <a:pt x="0" y="0"/>
                </a:lnTo>
                <a:cubicBezTo>
                  <a:pt x="3" y="1"/>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7" name=""/>
          <p:cNvSpPr/>
          <p:nvPr/>
        </p:nvSpPr>
        <p:spPr>
          <a:xfrm>
            <a:off x="1373760" y="2305800"/>
            <a:ext cx="3600" cy="46080"/>
          </a:xfrm>
          <a:custGeom>
            <a:avLst/>
            <a:gdLst/>
            <a:ahLst/>
            <a:rect l="0" t="0" r="r" b="b"/>
            <a:pathLst>
              <a:path w="10" h="128">
                <a:moveTo>
                  <a:pt x="10" y="4"/>
                </a:moveTo>
                <a:lnTo>
                  <a:pt x="10" y="124"/>
                </a:lnTo>
                <a:cubicBezTo>
                  <a:pt x="7" y="126"/>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8" name=""/>
          <p:cNvSpPr/>
          <p:nvPr/>
        </p:nvSpPr>
        <p:spPr>
          <a:xfrm>
            <a:off x="1377000" y="2307240"/>
            <a:ext cx="3960" cy="43200"/>
          </a:xfrm>
          <a:custGeom>
            <a:avLst/>
            <a:gdLst/>
            <a:ahLst/>
            <a:rect l="0" t="0" r="r" b="b"/>
            <a:pathLst>
              <a:path w="11" h="120">
                <a:moveTo>
                  <a:pt x="11" y="5"/>
                </a:moveTo>
                <a:lnTo>
                  <a:pt x="11" y="115"/>
                </a:lnTo>
                <a:cubicBezTo>
                  <a:pt x="8" y="117"/>
                  <a:pt x="3" y="119"/>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9" name=""/>
          <p:cNvSpPr/>
          <p:nvPr/>
        </p:nvSpPr>
        <p:spPr>
          <a:xfrm>
            <a:off x="1380600" y="2309040"/>
            <a:ext cx="3600" cy="39600"/>
          </a:xfrm>
          <a:custGeom>
            <a:avLst/>
            <a:gdLst/>
            <a:ahLst/>
            <a:rect l="0" t="0" r="r" b="b"/>
            <a:pathLst>
              <a:path w="10" h="110">
                <a:moveTo>
                  <a:pt x="9" y="8"/>
                </a:moveTo>
                <a:cubicBezTo>
                  <a:pt x="9" y="8"/>
                  <a:pt x="10" y="8"/>
                  <a:pt x="10" y="9"/>
                </a:cubicBezTo>
                <a:lnTo>
                  <a:pt x="10" y="102"/>
                </a:lnTo>
                <a:lnTo>
                  <a:pt x="9" y="102"/>
                </a:lnTo>
                <a:cubicBezTo>
                  <a:pt x="6" y="105"/>
                  <a:pt x="2" y="107"/>
                  <a:pt x="0" y="110"/>
                </a:cubicBezTo>
                <a:lnTo>
                  <a:pt x="0" y="0"/>
                </a:lnTo>
                <a:cubicBezTo>
                  <a:pt x="2" y="3"/>
                  <a:pt x="6" y="5"/>
                  <a:pt x="9" y="8"/>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0" name=""/>
          <p:cNvSpPr/>
          <p:nvPr/>
        </p:nvSpPr>
        <p:spPr>
          <a:xfrm>
            <a:off x="1383840" y="2312280"/>
            <a:ext cx="3600" cy="33480"/>
          </a:xfrm>
          <a:custGeom>
            <a:avLst/>
            <a:gdLst/>
            <a:ahLst/>
            <a:rect l="0" t="0" r="r" b="b"/>
            <a:pathLst>
              <a:path w="10" h="93">
                <a:moveTo>
                  <a:pt x="10" y="11"/>
                </a:moveTo>
                <a:lnTo>
                  <a:pt x="10" y="80"/>
                </a:lnTo>
                <a:cubicBezTo>
                  <a:pt x="8" y="85"/>
                  <a:pt x="3" y="89"/>
                  <a:pt x="0" y="93"/>
                </a:cubicBezTo>
                <a:lnTo>
                  <a:pt x="0" y="0"/>
                </a:lnTo>
                <a:cubicBezTo>
                  <a:pt x="3" y="3"/>
                  <a:pt x="8" y="7"/>
                  <a:pt x="10" y="11"/>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1" name=""/>
          <p:cNvSpPr/>
          <p:nvPr/>
        </p:nvSpPr>
        <p:spPr>
          <a:xfrm>
            <a:off x="1387080" y="2316240"/>
            <a:ext cx="3600" cy="25200"/>
          </a:xfrm>
          <a:custGeom>
            <a:avLst/>
            <a:gdLst/>
            <a:ahLst/>
            <a:rect l="0" t="0" r="r" b="b"/>
            <a:pathLst>
              <a:path w="10" h="70">
                <a:moveTo>
                  <a:pt x="10" y="35"/>
                </a:moveTo>
                <a:cubicBezTo>
                  <a:pt x="10" y="47"/>
                  <a:pt x="7" y="59"/>
                  <a:pt x="0" y="70"/>
                </a:cubicBezTo>
                <a:lnTo>
                  <a:pt x="0" y="0"/>
                </a:lnTo>
                <a:cubicBezTo>
                  <a:pt x="7" y="11"/>
                  <a:pt x="10" y="22"/>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2" name=""/>
          <p:cNvSpPr txBox="1"/>
          <p:nvPr/>
        </p:nvSpPr>
        <p:spPr>
          <a:xfrm>
            <a:off x="925560" y="1790640"/>
            <a:ext cx="95835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へサンプルアプリを読ませて開発（応⽤、⾼機能化）</a:t>
            </a:r>
            <a:endParaRPr lang="en-US" sz="3150" b="0" u="none" strike="noStrike">
              <a:solidFill>
                <a:srgbClr val="000000"/>
              </a:solidFill>
              <a:effectLst/>
              <a:uFillTx/>
              <a:latin typeface="游明朝体"/>
            </a:endParaRPr>
          </a:p>
        </p:txBody>
      </p:sp>
      <p:sp>
        <p:nvSpPr>
          <p:cNvPr id="1683"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7</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8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8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87" name=""/>
          <p:cNvSpPr/>
          <p:nvPr/>
        </p:nvSpPr>
        <p:spPr>
          <a:xfrm>
            <a:off x="533160" y="3693240"/>
            <a:ext cx="7200" cy="33480"/>
          </a:xfrm>
          <a:custGeom>
            <a:avLst/>
            <a:gdLst/>
            <a:ahLst/>
            <a:rect l="0" t="0" r="r" b="b"/>
            <a:pathLst>
              <a:path w="20" h="93">
                <a:moveTo>
                  <a:pt x="20" y="0"/>
                </a:moveTo>
                <a:lnTo>
                  <a:pt x="20" y="93"/>
                </a:lnTo>
                <a:cubicBezTo>
                  <a:pt x="7" y="80"/>
                  <a:pt x="0" y="64"/>
                  <a:pt x="0" y="46"/>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8" name=""/>
          <p:cNvSpPr/>
          <p:nvPr/>
        </p:nvSpPr>
        <p:spPr>
          <a:xfrm>
            <a:off x="540000" y="3688200"/>
            <a:ext cx="6840" cy="43560"/>
          </a:xfrm>
          <a:custGeom>
            <a:avLst/>
            <a:gdLst/>
            <a:ahLst/>
            <a:rect l="0" t="0" r="r" b="b"/>
            <a:pathLst>
              <a:path w="19" h="121">
                <a:moveTo>
                  <a:pt x="1" y="13"/>
                </a:moveTo>
                <a:cubicBezTo>
                  <a:pt x="7" y="8"/>
                  <a:pt x="13" y="3"/>
                  <a:pt x="19" y="0"/>
                </a:cubicBezTo>
                <a:lnTo>
                  <a:pt x="19" y="121"/>
                </a:lnTo>
                <a:cubicBezTo>
                  <a:pt x="13" y="118"/>
                  <a:pt x="7" y="113"/>
                  <a:pt x="1" y="108"/>
                </a:cubicBezTo>
                <a:cubicBezTo>
                  <a:pt x="0" y="108"/>
                  <a:pt x="0" y="107"/>
                  <a:pt x="0" y="107"/>
                </a:cubicBezTo>
                <a:lnTo>
                  <a:pt x="0" y="14"/>
                </a:lnTo>
                <a:lnTo>
                  <a:pt x="1" y="13"/>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9" name=""/>
          <p:cNvSpPr/>
          <p:nvPr/>
        </p:nvSpPr>
        <p:spPr>
          <a:xfrm>
            <a:off x="546480" y="3686400"/>
            <a:ext cx="7200" cy="47160"/>
          </a:xfrm>
          <a:custGeom>
            <a:avLst/>
            <a:gdLst/>
            <a:ahLst/>
            <a:rect l="0" t="0" r="r" b="b"/>
            <a:pathLst>
              <a:path w="20" h="131">
                <a:moveTo>
                  <a:pt x="20" y="0"/>
                </a:moveTo>
                <a:lnTo>
                  <a:pt x="20" y="131"/>
                </a:lnTo>
                <a:cubicBezTo>
                  <a:pt x="13" y="130"/>
                  <a:pt x="7" y="129"/>
                  <a:pt x="0" y="126"/>
                </a:cubicBezTo>
                <a:lnTo>
                  <a:pt x="0" y="5"/>
                </a:lnTo>
                <a:cubicBezTo>
                  <a:pt x="7" y="2"/>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0" name=""/>
          <p:cNvSpPr/>
          <p:nvPr/>
        </p:nvSpPr>
        <p:spPr>
          <a:xfrm>
            <a:off x="553320" y="3686040"/>
            <a:ext cx="7200" cy="47880"/>
          </a:xfrm>
          <a:custGeom>
            <a:avLst/>
            <a:gdLst/>
            <a:ahLst/>
            <a:rect l="0" t="0" r="r" b="b"/>
            <a:pathLst>
              <a:path w="20" h="133">
                <a:moveTo>
                  <a:pt x="11" y="0"/>
                </a:moveTo>
                <a:lnTo>
                  <a:pt x="20" y="0"/>
                </a:lnTo>
                <a:lnTo>
                  <a:pt x="20" y="133"/>
                </a:lnTo>
                <a:lnTo>
                  <a:pt x="11" y="133"/>
                </a:lnTo>
                <a:cubicBezTo>
                  <a:pt x="8" y="133"/>
                  <a:pt x="4" y="133"/>
                  <a:pt x="0" y="132"/>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1" name=""/>
          <p:cNvSpPr/>
          <p:nvPr/>
        </p:nvSpPr>
        <p:spPr>
          <a:xfrm>
            <a:off x="5601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2" name=""/>
          <p:cNvSpPr/>
          <p:nvPr/>
        </p:nvSpPr>
        <p:spPr>
          <a:xfrm>
            <a:off x="566640" y="368604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3" name=""/>
          <p:cNvSpPr/>
          <p:nvPr/>
        </p:nvSpPr>
        <p:spPr>
          <a:xfrm>
            <a:off x="5734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4" name=""/>
          <p:cNvSpPr/>
          <p:nvPr/>
        </p:nvSpPr>
        <p:spPr>
          <a:xfrm>
            <a:off x="5799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5" name=""/>
          <p:cNvSpPr/>
          <p:nvPr/>
        </p:nvSpPr>
        <p:spPr>
          <a:xfrm>
            <a:off x="5868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6" name=""/>
          <p:cNvSpPr/>
          <p:nvPr/>
        </p:nvSpPr>
        <p:spPr>
          <a:xfrm>
            <a:off x="5936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7" name=""/>
          <p:cNvSpPr/>
          <p:nvPr/>
        </p:nvSpPr>
        <p:spPr>
          <a:xfrm>
            <a:off x="6001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8" name=""/>
          <p:cNvSpPr/>
          <p:nvPr/>
        </p:nvSpPr>
        <p:spPr>
          <a:xfrm>
            <a:off x="6069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9" name=""/>
          <p:cNvSpPr/>
          <p:nvPr/>
        </p:nvSpPr>
        <p:spPr>
          <a:xfrm>
            <a:off x="6134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0" name=""/>
          <p:cNvSpPr/>
          <p:nvPr/>
        </p:nvSpPr>
        <p:spPr>
          <a:xfrm>
            <a:off x="6202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1" name=""/>
          <p:cNvSpPr/>
          <p:nvPr/>
        </p:nvSpPr>
        <p:spPr>
          <a:xfrm>
            <a:off x="6271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2" name=""/>
          <p:cNvSpPr/>
          <p:nvPr/>
        </p:nvSpPr>
        <p:spPr>
          <a:xfrm>
            <a:off x="6336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3" name=""/>
          <p:cNvSpPr/>
          <p:nvPr/>
        </p:nvSpPr>
        <p:spPr>
          <a:xfrm>
            <a:off x="6404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4" name=""/>
          <p:cNvSpPr/>
          <p:nvPr/>
        </p:nvSpPr>
        <p:spPr>
          <a:xfrm>
            <a:off x="6469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5" name=""/>
          <p:cNvSpPr/>
          <p:nvPr/>
        </p:nvSpPr>
        <p:spPr>
          <a:xfrm>
            <a:off x="6537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6" name=""/>
          <p:cNvSpPr/>
          <p:nvPr/>
        </p:nvSpPr>
        <p:spPr>
          <a:xfrm>
            <a:off x="6606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7" name=""/>
          <p:cNvSpPr/>
          <p:nvPr/>
        </p:nvSpPr>
        <p:spPr>
          <a:xfrm>
            <a:off x="6670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8" name=""/>
          <p:cNvSpPr/>
          <p:nvPr/>
        </p:nvSpPr>
        <p:spPr>
          <a:xfrm>
            <a:off x="6739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9" name=""/>
          <p:cNvSpPr/>
          <p:nvPr/>
        </p:nvSpPr>
        <p:spPr>
          <a:xfrm>
            <a:off x="6804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0" name=""/>
          <p:cNvSpPr/>
          <p:nvPr/>
        </p:nvSpPr>
        <p:spPr>
          <a:xfrm>
            <a:off x="6872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1" name=""/>
          <p:cNvSpPr/>
          <p:nvPr/>
        </p:nvSpPr>
        <p:spPr>
          <a:xfrm>
            <a:off x="6940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2" name=""/>
          <p:cNvSpPr/>
          <p:nvPr/>
        </p:nvSpPr>
        <p:spPr>
          <a:xfrm>
            <a:off x="7005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3" name=""/>
          <p:cNvSpPr/>
          <p:nvPr/>
        </p:nvSpPr>
        <p:spPr>
          <a:xfrm>
            <a:off x="7074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4" name=""/>
          <p:cNvSpPr/>
          <p:nvPr/>
        </p:nvSpPr>
        <p:spPr>
          <a:xfrm>
            <a:off x="7138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5" name=""/>
          <p:cNvSpPr/>
          <p:nvPr/>
        </p:nvSpPr>
        <p:spPr>
          <a:xfrm>
            <a:off x="7207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6" name=""/>
          <p:cNvSpPr/>
          <p:nvPr/>
        </p:nvSpPr>
        <p:spPr>
          <a:xfrm>
            <a:off x="7275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7" name=""/>
          <p:cNvSpPr/>
          <p:nvPr/>
        </p:nvSpPr>
        <p:spPr>
          <a:xfrm>
            <a:off x="7340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8" name=""/>
          <p:cNvSpPr/>
          <p:nvPr/>
        </p:nvSpPr>
        <p:spPr>
          <a:xfrm>
            <a:off x="7408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9" name=""/>
          <p:cNvSpPr/>
          <p:nvPr/>
        </p:nvSpPr>
        <p:spPr>
          <a:xfrm>
            <a:off x="7473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0" name=""/>
          <p:cNvSpPr/>
          <p:nvPr/>
        </p:nvSpPr>
        <p:spPr>
          <a:xfrm>
            <a:off x="7542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1" name=""/>
          <p:cNvSpPr/>
          <p:nvPr/>
        </p:nvSpPr>
        <p:spPr>
          <a:xfrm>
            <a:off x="7610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2" name=""/>
          <p:cNvSpPr/>
          <p:nvPr/>
        </p:nvSpPr>
        <p:spPr>
          <a:xfrm>
            <a:off x="767520" y="368604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3" name=""/>
          <p:cNvSpPr/>
          <p:nvPr/>
        </p:nvSpPr>
        <p:spPr>
          <a:xfrm>
            <a:off x="7743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4" name=""/>
          <p:cNvSpPr/>
          <p:nvPr/>
        </p:nvSpPr>
        <p:spPr>
          <a:xfrm>
            <a:off x="7808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5" name=""/>
          <p:cNvSpPr/>
          <p:nvPr/>
        </p:nvSpPr>
        <p:spPr>
          <a:xfrm>
            <a:off x="7876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6" name=""/>
          <p:cNvSpPr/>
          <p:nvPr/>
        </p:nvSpPr>
        <p:spPr>
          <a:xfrm>
            <a:off x="7945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7" name=""/>
          <p:cNvSpPr/>
          <p:nvPr/>
        </p:nvSpPr>
        <p:spPr>
          <a:xfrm>
            <a:off x="8010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8" name=""/>
          <p:cNvSpPr/>
          <p:nvPr/>
        </p:nvSpPr>
        <p:spPr>
          <a:xfrm>
            <a:off x="8078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9" name=""/>
          <p:cNvSpPr/>
          <p:nvPr/>
        </p:nvSpPr>
        <p:spPr>
          <a:xfrm>
            <a:off x="8146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0" name=""/>
          <p:cNvSpPr/>
          <p:nvPr/>
        </p:nvSpPr>
        <p:spPr>
          <a:xfrm>
            <a:off x="8211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1" name=""/>
          <p:cNvSpPr/>
          <p:nvPr/>
        </p:nvSpPr>
        <p:spPr>
          <a:xfrm>
            <a:off x="8280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2" name=""/>
          <p:cNvSpPr/>
          <p:nvPr/>
        </p:nvSpPr>
        <p:spPr>
          <a:xfrm>
            <a:off x="8344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3" name=""/>
          <p:cNvSpPr/>
          <p:nvPr/>
        </p:nvSpPr>
        <p:spPr>
          <a:xfrm>
            <a:off x="8413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4" name=""/>
          <p:cNvSpPr/>
          <p:nvPr/>
        </p:nvSpPr>
        <p:spPr>
          <a:xfrm>
            <a:off x="8481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5" name=""/>
          <p:cNvSpPr/>
          <p:nvPr/>
        </p:nvSpPr>
        <p:spPr>
          <a:xfrm>
            <a:off x="8546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6" name=""/>
          <p:cNvSpPr/>
          <p:nvPr/>
        </p:nvSpPr>
        <p:spPr>
          <a:xfrm>
            <a:off x="8614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7" name=""/>
          <p:cNvSpPr/>
          <p:nvPr/>
        </p:nvSpPr>
        <p:spPr>
          <a:xfrm>
            <a:off x="8679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8" name=""/>
          <p:cNvSpPr/>
          <p:nvPr/>
        </p:nvSpPr>
        <p:spPr>
          <a:xfrm>
            <a:off x="8748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9" name=""/>
          <p:cNvSpPr/>
          <p:nvPr/>
        </p:nvSpPr>
        <p:spPr>
          <a:xfrm>
            <a:off x="8816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0" name=""/>
          <p:cNvSpPr/>
          <p:nvPr/>
        </p:nvSpPr>
        <p:spPr>
          <a:xfrm>
            <a:off x="8881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1" name=""/>
          <p:cNvSpPr/>
          <p:nvPr/>
        </p:nvSpPr>
        <p:spPr>
          <a:xfrm>
            <a:off x="8949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2" name=""/>
          <p:cNvSpPr/>
          <p:nvPr/>
        </p:nvSpPr>
        <p:spPr>
          <a:xfrm>
            <a:off x="9014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3" name=""/>
          <p:cNvSpPr/>
          <p:nvPr/>
        </p:nvSpPr>
        <p:spPr>
          <a:xfrm>
            <a:off x="9082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4" name=""/>
          <p:cNvSpPr/>
          <p:nvPr/>
        </p:nvSpPr>
        <p:spPr>
          <a:xfrm>
            <a:off x="9151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5" name=""/>
          <p:cNvSpPr/>
          <p:nvPr/>
        </p:nvSpPr>
        <p:spPr>
          <a:xfrm>
            <a:off x="9216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6" name=""/>
          <p:cNvSpPr/>
          <p:nvPr/>
        </p:nvSpPr>
        <p:spPr>
          <a:xfrm>
            <a:off x="9284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7" name=""/>
          <p:cNvSpPr/>
          <p:nvPr/>
        </p:nvSpPr>
        <p:spPr>
          <a:xfrm>
            <a:off x="9349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8" name=""/>
          <p:cNvSpPr/>
          <p:nvPr/>
        </p:nvSpPr>
        <p:spPr>
          <a:xfrm>
            <a:off x="9417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9" name=""/>
          <p:cNvSpPr/>
          <p:nvPr/>
        </p:nvSpPr>
        <p:spPr>
          <a:xfrm>
            <a:off x="9486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0" name=""/>
          <p:cNvSpPr/>
          <p:nvPr/>
        </p:nvSpPr>
        <p:spPr>
          <a:xfrm>
            <a:off x="9550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1" name=""/>
          <p:cNvSpPr/>
          <p:nvPr/>
        </p:nvSpPr>
        <p:spPr>
          <a:xfrm>
            <a:off x="961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2" name=""/>
          <p:cNvSpPr/>
          <p:nvPr/>
        </p:nvSpPr>
        <p:spPr>
          <a:xfrm>
            <a:off x="965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3" name=""/>
          <p:cNvSpPr/>
          <p:nvPr/>
        </p:nvSpPr>
        <p:spPr>
          <a:xfrm>
            <a:off x="968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4" name=""/>
          <p:cNvSpPr/>
          <p:nvPr/>
        </p:nvSpPr>
        <p:spPr>
          <a:xfrm>
            <a:off x="972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5" name=""/>
          <p:cNvSpPr/>
          <p:nvPr/>
        </p:nvSpPr>
        <p:spPr>
          <a:xfrm>
            <a:off x="975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6" name=""/>
          <p:cNvSpPr/>
          <p:nvPr/>
        </p:nvSpPr>
        <p:spPr>
          <a:xfrm>
            <a:off x="9784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7" name=""/>
          <p:cNvSpPr/>
          <p:nvPr/>
        </p:nvSpPr>
        <p:spPr>
          <a:xfrm>
            <a:off x="982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8" name=""/>
          <p:cNvSpPr/>
          <p:nvPr/>
        </p:nvSpPr>
        <p:spPr>
          <a:xfrm>
            <a:off x="985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9" name=""/>
          <p:cNvSpPr/>
          <p:nvPr/>
        </p:nvSpPr>
        <p:spPr>
          <a:xfrm>
            <a:off x="9885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0" name=""/>
          <p:cNvSpPr/>
          <p:nvPr/>
        </p:nvSpPr>
        <p:spPr>
          <a:xfrm>
            <a:off x="992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1" name=""/>
          <p:cNvSpPr/>
          <p:nvPr/>
        </p:nvSpPr>
        <p:spPr>
          <a:xfrm>
            <a:off x="995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2" name=""/>
          <p:cNvSpPr/>
          <p:nvPr/>
        </p:nvSpPr>
        <p:spPr>
          <a:xfrm>
            <a:off x="998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3" name=""/>
          <p:cNvSpPr/>
          <p:nvPr/>
        </p:nvSpPr>
        <p:spPr>
          <a:xfrm>
            <a:off x="1001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4" name=""/>
          <p:cNvSpPr/>
          <p:nvPr/>
        </p:nvSpPr>
        <p:spPr>
          <a:xfrm>
            <a:off x="1005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5" name=""/>
          <p:cNvSpPr/>
          <p:nvPr/>
        </p:nvSpPr>
        <p:spPr>
          <a:xfrm>
            <a:off x="1008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6" name=""/>
          <p:cNvSpPr/>
          <p:nvPr/>
        </p:nvSpPr>
        <p:spPr>
          <a:xfrm>
            <a:off x="1011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7" name=""/>
          <p:cNvSpPr/>
          <p:nvPr/>
        </p:nvSpPr>
        <p:spPr>
          <a:xfrm>
            <a:off x="1015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8" name=""/>
          <p:cNvSpPr/>
          <p:nvPr/>
        </p:nvSpPr>
        <p:spPr>
          <a:xfrm>
            <a:off x="1018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9" name=""/>
          <p:cNvSpPr/>
          <p:nvPr/>
        </p:nvSpPr>
        <p:spPr>
          <a:xfrm>
            <a:off x="102204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0" name=""/>
          <p:cNvSpPr/>
          <p:nvPr/>
        </p:nvSpPr>
        <p:spPr>
          <a:xfrm>
            <a:off x="1025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1" name=""/>
          <p:cNvSpPr/>
          <p:nvPr/>
        </p:nvSpPr>
        <p:spPr>
          <a:xfrm>
            <a:off x="1028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2" name=""/>
          <p:cNvSpPr/>
          <p:nvPr/>
        </p:nvSpPr>
        <p:spPr>
          <a:xfrm>
            <a:off x="1032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3" name=""/>
          <p:cNvSpPr/>
          <p:nvPr/>
        </p:nvSpPr>
        <p:spPr>
          <a:xfrm>
            <a:off x="10353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4" name=""/>
          <p:cNvSpPr/>
          <p:nvPr/>
        </p:nvSpPr>
        <p:spPr>
          <a:xfrm>
            <a:off x="1038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5" name=""/>
          <p:cNvSpPr/>
          <p:nvPr/>
        </p:nvSpPr>
        <p:spPr>
          <a:xfrm>
            <a:off x="1042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6" name=""/>
          <p:cNvSpPr/>
          <p:nvPr/>
        </p:nvSpPr>
        <p:spPr>
          <a:xfrm>
            <a:off x="1045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7" name=""/>
          <p:cNvSpPr/>
          <p:nvPr/>
        </p:nvSpPr>
        <p:spPr>
          <a:xfrm>
            <a:off x="1049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8" name=""/>
          <p:cNvSpPr/>
          <p:nvPr/>
        </p:nvSpPr>
        <p:spPr>
          <a:xfrm>
            <a:off x="1052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9" name=""/>
          <p:cNvSpPr/>
          <p:nvPr/>
        </p:nvSpPr>
        <p:spPr>
          <a:xfrm>
            <a:off x="10555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0" name=""/>
          <p:cNvSpPr/>
          <p:nvPr/>
        </p:nvSpPr>
        <p:spPr>
          <a:xfrm>
            <a:off x="1059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1" name=""/>
          <p:cNvSpPr/>
          <p:nvPr/>
        </p:nvSpPr>
        <p:spPr>
          <a:xfrm>
            <a:off x="1062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2" name=""/>
          <p:cNvSpPr/>
          <p:nvPr/>
        </p:nvSpPr>
        <p:spPr>
          <a:xfrm>
            <a:off x="1065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3" name=""/>
          <p:cNvSpPr/>
          <p:nvPr/>
        </p:nvSpPr>
        <p:spPr>
          <a:xfrm>
            <a:off x="1068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4" name=""/>
          <p:cNvSpPr/>
          <p:nvPr/>
        </p:nvSpPr>
        <p:spPr>
          <a:xfrm>
            <a:off x="1072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5" name=""/>
          <p:cNvSpPr/>
          <p:nvPr/>
        </p:nvSpPr>
        <p:spPr>
          <a:xfrm>
            <a:off x="10756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6" name=""/>
          <p:cNvSpPr/>
          <p:nvPr/>
        </p:nvSpPr>
        <p:spPr>
          <a:xfrm>
            <a:off x="10789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7" name=""/>
          <p:cNvSpPr/>
          <p:nvPr/>
        </p:nvSpPr>
        <p:spPr>
          <a:xfrm>
            <a:off x="1082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8" name=""/>
          <p:cNvSpPr/>
          <p:nvPr/>
        </p:nvSpPr>
        <p:spPr>
          <a:xfrm>
            <a:off x="10857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9" name=""/>
          <p:cNvSpPr/>
          <p:nvPr/>
        </p:nvSpPr>
        <p:spPr>
          <a:xfrm>
            <a:off x="10890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0" name=""/>
          <p:cNvSpPr/>
          <p:nvPr/>
        </p:nvSpPr>
        <p:spPr>
          <a:xfrm>
            <a:off x="1092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1" name=""/>
          <p:cNvSpPr/>
          <p:nvPr/>
        </p:nvSpPr>
        <p:spPr>
          <a:xfrm>
            <a:off x="10958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2" name=""/>
          <p:cNvSpPr/>
          <p:nvPr/>
        </p:nvSpPr>
        <p:spPr>
          <a:xfrm>
            <a:off x="1099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3" name=""/>
          <p:cNvSpPr/>
          <p:nvPr/>
        </p:nvSpPr>
        <p:spPr>
          <a:xfrm>
            <a:off x="11023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4" name=""/>
          <p:cNvSpPr/>
          <p:nvPr/>
        </p:nvSpPr>
        <p:spPr>
          <a:xfrm>
            <a:off x="1105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5" name=""/>
          <p:cNvSpPr/>
          <p:nvPr/>
        </p:nvSpPr>
        <p:spPr>
          <a:xfrm>
            <a:off x="1109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6" name=""/>
          <p:cNvSpPr/>
          <p:nvPr/>
        </p:nvSpPr>
        <p:spPr>
          <a:xfrm>
            <a:off x="1112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7" name=""/>
          <p:cNvSpPr/>
          <p:nvPr/>
        </p:nvSpPr>
        <p:spPr>
          <a:xfrm>
            <a:off x="1116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8" name=""/>
          <p:cNvSpPr/>
          <p:nvPr/>
        </p:nvSpPr>
        <p:spPr>
          <a:xfrm>
            <a:off x="1119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9" name=""/>
          <p:cNvSpPr/>
          <p:nvPr/>
        </p:nvSpPr>
        <p:spPr>
          <a:xfrm>
            <a:off x="112248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0" name=""/>
          <p:cNvSpPr/>
          <p:nvPr/>
        </p:nvSpPr>
        <p:spPr>
          <a:xfrm>
            <a:off x="1126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1" name=""/>
          <p:cNvSpPr/>
          <p:nvPr/>
        </p:nvSpPr>
        <p:spPr>
          <a:xfrm>
            <a:off x="1129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2" name=""/>
          <p:cNvSpPr/>
          <p:nvPr/>
        </p:nvSpPr>
        <p:spPr>
          <a:xfrm>
            <a:off x="1132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3" name=""/>
          <p:cNvSpPr/>
          <p:nvPr/>
        </p:nvSpPr>
        <p:spPr>
          <a:xfrm>
            <a:off x="11358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4" name=""/>
          <p:cNvSpPr/>
          <p:nvPr/>
        </p:nvSpPr>
        <p:spPr>
          <a:xfrm>
            <a:off x="1139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5" name=""/>
          <p:cNvSpPr/>
          <p:nvPr/>
        </p:nvSpPr>
        <p:spPr>
          <a:xfrm>
            <a:off x="1142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6" name=""/>
          <p:cNvSpPr/>
          <p:nvPr/>
        </p:nvSpPr>
        <p:spPr>
          <a:xfrm>
            <a:off x="1145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7" name=""/>
          <p:cNvSpPr/>
          <p:nvPr/>
        </p:nvSpPr>
        <p:spPr>
          <a:xfrm>
            <a:off x="1149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8" name=""/>
          <p:cNvSpPr/>
          <p:nvPr/>
        </p:nvSpPr>
        <p:spPr>
          <a:xfrm>
            <a:off x="1152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9" name=""/>
          <p:cNvSpPr/>
          <p:nvPr/>
        </p:nvSpPr>
        <p:spPr>
          <a:xfrm>
            <a:off x="1155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0" name=""/>
          <p:cNvSpPr/>
          <p:nvPr/>
        </p:nvSpPr>
        <p:spPr>
          <a:xfrm>
            <a:off x="1159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1" name=""/>
          <p:cNvSpPr/>
          <p:nvPr/>
        </p:nvSpPr>
        <p:spPr>
          <a:xfrm>
            <a:off x="1162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2" name=""/>
          <p:cNvSpPr/>
          <p:nvPr/>
        </p:nvSpPr>
        <p:spPr>
          <a:xfrm>
            <a:off x="11660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3" name=""/>
          <p:cNvSpPr/>
          <p:nvPr/>
        </p:nvSpPr>
        <p:spPr>
          <a:xfrm>
            <a:off x="1169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4" name=""/>
          <p:cNvSpPr/>
          <p:nvPr/>
        </p:nvSpPr>
        <p:spPr>
          <a:xfrm>
            <a:off x="1172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5" name=""/>
          <p:cNvSpPr/>
          <p:nvPr/>
        </p:nvSpPr>
        <p:spPr>
          <a:xfrm>
            <a:off x="1176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6" name=""/>
          <p:cNvSpPr/>
          <p:nvPr/>
        </p:nvSpPr>
        <p:spPr>
          <a:xfrm>
            <a:off x="11793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7" name=""/>
          <p:cNvSpPr/>
          <p:nvPr/>
        </p:nvSpPr>
        <p:spPr>
          <a:xfrm>
            <a:off x="1182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8" name=""/>
          <p:cNvSpPr/>
          <p:nvPr/>
        </p:nvSpPr>
        <p:spPr>
          <a:xfrm>
            <a:off x="1186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9" name=""/>
          <p:cNvSpPr/>
          <p:nvPr/>
        </p:nvSpPr>
        <p:spPr>
          <a:xfrm>
            <a:off x="1189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0" name=""/>
          <p:cNvSpPr/>
          <p:nvPr/>
        </p:nvSpPr>
        <p:spPr>
          <a:xfrm>
            <a:off x="1193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1" name=""/>
          <p:cNvSpPr/>
          <p:nvPr/>
        </p:nvSpPr>
        <p:spPr>
          <a:xfrm>
            <a:off x="1196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2" name=""/>
          <p:cNvSpPr/>
          <p:nvPr/>
        </p:nvSpPr>
        <p:spPr>
          <a:xfrm>
            <a:off x="11995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3" name=""/>
          <p:cNvSpPr/>
          <p:nvPr/>
        </p:nvSpPr>
        <p:spPr>
          <a:xfrm>
            <a:off x="1203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4" name=""/>
          <p:cNvSpPr/>
          <p:nvPr/>
        </p:nvSpPr>
        <p:spPr>
          <a:xfrm>
            <a:off x="1206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5" name=""/>
          <p:cNvSpPr/>
          <p:nvPr/>
        </p:nvSpPr>
        <p:spPr>
          <a:xfrm>
            <a:off x="1209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6" name=""/>
          <p:cNvSpPr/>
          <p:nvPr/>
        </p:nvSpPr>
        <p:spPr>
          <a:xfrm>
            <a:off x="1212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7" name=""/>
          <p:cNvSpPr/>
          <p:nvPr/>
        </p:nvSpPr>
        <p:spPr>
          <a:xfrm>
            <a:off x="1216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8" name=""/>
          <p:cNvSpPr/>
          <p:nvPr/>
        </p:nvSpPr>
        <p:spPr>
          <a:xfrm>
            <a:off x="12196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9" name=""/>
          <p:cNvSpPr/>
          <p:nvPr/>
        </p:nvSpPr>
        <p:spPr>
          <a:xfrm>
            <a:off x="122292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0" name=""/>
          <p:cNvSpPr/>
          <p:nvPr/>
        </p:nvSpPr>
        <p:spPr>
          <a:xfrm>
            <a:off x="1226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1" name=""/>
          <p:cNvSpPr/>
          <p:nvPr/>
        </p:nvSpPr>
        <p:spPr>
          <a:xfrm>
            <a:off x="12297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2" name=""/>
          <p:cNvSpPr/>
          <p:nvPr/>
        </p:nvSpPr>
        <p:spPr>
          <a:xfrm>
            <a:off x="12330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3" name=""/>
          <p:cNvSpPr/>
          <p:nvPr/>
        </p:nvSpPr>
        <p:spPr>
          <a:xfrm>
            <a:off x="1236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4" name=""/>
          <p:cNvSpPr/>
          <p:nvPr/>
        </p:nvSpPr>
        <p:spPr>
          <a:xfrm>
            <a:off x="12398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5" name=""/>
          <p:cNvSpPr/>
          <p:nvPr/>
        </p:nvSpPr>
        <p:spPr>
          <a:xfrm>
            <a:off x="1243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6" name=""/>
          <p:cNvSpPr/>
          <p:nvPr/>
        </p:nvSpPr>
        <p:spPr>
          <a:xfrm>
            <a:off x="12463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7" name=""/>
          <p:cNvSpPr/>
          <p:nvPr/>
        </p:nvSpPr>
        <p:spPr>
          <a:xfrm>
            <a:off x="1249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8" name=""/>
          <p:cNvSpPr/>
          <p:nvPr/>
        </p:nvSpPr>
        <p:spPr>
          <a:xfrm>
            <a:off x="1253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39" name=""/>
          <p:cNvSpPr/>
          <p:nvPr/>
        </p:nvSpPr>
        <p:spPr>
          <a:xfrm>
            <a:off x="1256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0" name=""/>
          <p:cNvSpPr/>
          <p:nvPr/>
        </p:nvSpPr>
        <p:spPr>
          <a:xfrm>
            <a:off x="1260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1" name=""/>
          <p:cNvSpPr/>
          <p:nvPr/>
        </p:nvSpPr>
        <p:spPr>
          <a:xfrm>
            <a:off x="1263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2" name=""/>
          <p:cNvSpPr/>
          <p:nvPr/>
        </p:nvSpPr>
        <p:spPr>
          <a:xfrm>
            <a:off x="12664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3" name=""/>
          <p:cNvSpPr/>
          <p:nvPr/>
        </p:nvSpPr>
        <p:spPr>
          <a:xfrm>
            <a:off x="1270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4" name=""/>
          <p:cNvSpPr/>
          <p:nvPr/>
        </p:nvSpPr>
        <p:spPr>
          <a:xfrm>
            <a:off x="1273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5" name=""/>
          <p:cNvSpPr/>
          <p:nvPr/>
        </p:nvSpPr>
        <p:spPr>
          <a:xfrm>
            <a:off x="1276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6" name=""/>
          <p:cNvSpPr/>
          <p:nvPr/>
        </p:nvSpPr>
        <p:spPr>
          <a:xfrm>
            <a:off x="12798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7" name=""/>
          <p:cNvSpPr/>
          <p:nvPr/>
        </p:nvSpPr>
        <p:spPr>
          <a:xfrm>
            <a:off x="1283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8" name=""/>
          <p:cNvSpPr/>
          <p:nvPr/>
        </p:nvSpPr>
        <p:spPr>
          <a:xfrm>
            <a:off x="1286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9" name=""/>
          <p:cNvSpPr/>
          <p:nvPr/>
        </p:nvSpPr>
        <p:spPr>
          <a:xfrm>
            <a:off x="1289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0" name=""/>
          <p:cNvSpPr/>
          <p:nvPr/>
        </p:nvSpPr>
        <p:spPr>
          <a:xfrm>
            <a:off x="1293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1" name=""/>
          <p:cNvSpPr/>
          <p:nvPr/>
        </p:nvSpPr>
        <p:spPr>
          <a:xfrm>
            <a:off x="1296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2" name=""/>
          <p:cNvSpPr/>
          <p:nvPr/>
        </p:nvSpPr>
        <p:spPr>
          <a:xfrm>
            <a:off x="1299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3" name=""/>
          <p:cNvSpPr/>
          <p:nvPr/>
        </p:nvSpPr>
        <p:spPr>
          <a:xfrm>
            <a:off x="1303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4" name=""/>
          <p:cNvSpPr/>
          <p:nvPr/>
        </p:nvSpPr>
        <p:spPr>
          <a:xfrm>
            <a:off x="1306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5" name=""/>
          <p:cNvSpPr/>
          <p:nvPr/>
        </p:nvSpPr>
        <p:spPr>
          <a:xfrm>
            <a:off x="1310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6" name=""/>
          <p:cNvSpPr/>
          <p:nvPr/>
        </p:nvSpPr>
        <p:spPr>
          <a:xfrm>
            <a:off x="13132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7" name=""/>
          <p:cNvSpPr/>
          <p:nvPr/>
        </p:nvSpPr>
        <p:spPr>
          <a:xfrm>
            <a:off x="1316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8" name=""/>
          <p:cNvSpPr/>
          <p:nvPr/>
        </p:nvSpPr>
        <p:spPr>
          <a:xfrm>
            <a:off x="1320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59" name=""/>
          <p:cNvSpPr/>
          <p:nvPr/>
        </p:nvSpPr>
        <p:spPr>
          <a:xfrm>
            <a:off x="132336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0" name=""/>
          <p:cNvSpPr/>
          <p:nvPr/>
        </p:nvSpPr>
        <p:spPr>
          <a:xfrm>
            <a:off x="1326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1" name=""/>
          <p:cNvSpPr/>
          <p:nvPr/>
        </p:nvSpPr>
        <p:spPr>
          <a:xfrm>
            <a:off x="1330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2" name=""/>
          <p:cNvSpPr/>
          <p:nvPr/>
        </p:nvSpPr>
        <p:spPr>
          <a:xfrm>
            <a:off x="1333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3" name=""/>
          <p:cNvSpPr/>
          <p:nvPr/>
        </p:nvSpPr>
        <p:spPr>
          <a:xfrm>
            <a:off x="1337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4" name=""/>
          <p:cNvSpPr/>
          <p:nvPr/>
        </p:nvSpPr>
        <p:spPr>
          <a:xfrm>
            <a:off x="1340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5" name=""/>
          <p:cNvSpPr/>
          <p:nvPr/>
        </p:nvSpPr>
        <p:spPr>
          <a:xfrm>
            <a:off x="1343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6" name=""/>
          <p:cNvSpPr/>
          <p:nvPr/>
        </p:nvSpPr>
        <p:spPr>
          <a:xfrm>
            <a:off x="13467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7" name=""/>
          <p:cNvSpPr/>
          <p:nvPr/>
        </p:nvSpPr>
        <p:spPr>
          <a:xfrm>
            <a:off x="1350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8" name=""/>
          <p:cNvSpPr/>
          <p:nvPr/>
        </p:nvSpPr>
        <p:spPr>
          <a:xfrm>
            <a:off x="1353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9" name=""/>
          <p:cNvSpPr/>
          <p:nvPr/>
        </p:nvSpPr>
        <p:spPr>
          <a:xfrm>
            <a:off x="1356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0" name=""/>
          <p:cNvSpPr/>
          <p:nvPr/>
        </p:nvSpPr>
        <p:spPr>
          <a:xfrm>
            <a:off x="1360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1" name=""/>
          <p:cNvSpPr/>
          <p:nvPr/>
        </p:nvSpPr>
        <p:spPr>
          <a:xfrm>
            <a:off x="1363680" y="368604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2" name=""/>
          <p:cNvSpPr/>
          <p:nvPr/>
        </p:nvSpPr>
        <p:spPr>
          <a:xfrm>
            <a:off x="1366920" y="3686040"/>
            <a:ext cx="3960" cy="47880"/>
          </a:xfrm>
          <a:custGeom>
            <a:avLst/>
            <a:gdLst/>
            <a:ahLst/>
            <a:rect l="0" t="0" r="r" b="b"/>
            <a:pathLst>
              <a:path w="11" h="133">
                <a:moveTo>
                  <a:pt x="11" y="1"/>
                </a:moveTo>
                <a:lnTo>
                  <a:pt x="11" y="132"/>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3" name=""/>
          <p:cNvSpPr/>
          <p:nvPr/>
        </p:nvSpPr>
        <p:spPr>
          <a:xfrm>
            <a:off x="1370520" y="3686400"/>
            <a:ext cx="3600" cy="47160"/>
          </a:xfrm>
          <a:custGeom>
            <a:avLst/>
            <a:gdLst/>
            <a:ahLst/>
            <a:rect l="0" t="0" r="r" b="b"/>
            <a:pathLst>
              <a:path w="10" h="131">
                <a:moveTo>
                  <a:pt x="10" y="2"/>
                </a:moveTo>
                <a:lnTo>
                  <a:pt x="10" y="129"/>
                </a:lnTo>
                <a:cubicBezTo>
                  <a:pt x="7" y="130"/>
                  <a:pt x="3" y="131"/>
                  <a:pt x="0" y="131"/>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4" name=""/>
          <p:cNvSpPr/>
          <p:nvPr/>
        </p:nvSpPr>
        <p:spPr>
          <a:xfrm>
            <a:off x="1373760" y="3687120"/>
            <a:ext cx="3600" cy="45720"/>
          </a:xfrm>
          <a:custGeom>
            <a:avLst/>
            <a:gdLst/>
            <a:ahLst/>
            <a:rect l="0" t="0" r="r" b="b"/>
            <a:pathLst>
              <a:path w="10" h="127">
                <a:moveTo>
                  <a:pt x="10" y="3"/>
                </a:moveTo>
                <a:lnTo>
                  <a:pt x="10" y="124"/>
                </a:lnTo>
                <a:cubicBezTo>
                  <a:pt x="7" y="125"/>
                  <a:pt x="3" y="126"/>
                  <a:pt x="0" y="127"/>
                </a:cubicBezTo>
                <a:lnTo>
                  <a:pt x="0" y="0"/>
                </a:lnTo>
                <a:cubicBezTo>
                  <a:pt x="3" y="1"/>
                  <a:pt x="7" y="2"/>
                  <a:pt x="10" y="3"/>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5" name=""/>
          <p:cNvSpPr/>
          <p:nvPr/>
        </p:nvSpPr>
        <p:spPr>
          <a:xfrm>
            <a:off x="1377000" y="3688200"/>
            <a:ext cx="3960" cy="43560"/>
          </a:xfrm>
          <a:custGeom>
            <a:avLst/>
            <a:gdLst/>
            <a:ahLst/>
            <a:rect l="0" t="0" r="r" b="b"/>
            <a:pathLst>
              <a:path w="11" h="121">
                <a:moveTo>
                  <a:pt x="11" y="6"/>
                </a:moveTo>
                <a:lnTo>
                  <a:pt x="11" y="115"/>
                </a:lnTo>
                <a:cubicBezTo>
                  <a:pt x="8" y="117"/>
                  <a:pt x="3" y="119"/>
                  <a:pt x="0" y="121"/>
                </a:cubicBezTo>
                <a:lnTo>
                  <a:pt x="0" y="0"/>
                </a:lnTo>
                <a:cubicBezTo>
                  <a:pt x="3" y="2"/>
                  <a:pt x="8" y="4"/>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6" name=""/>
          <p:cNvSpPr/>
          <p:nvPr/>
        </p:nvSpPr>
        <p:spPr>
          <a:xfrm>
            <a:off x="1380600" y="36903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7" name=""/>
          <p:cNvSpPr/>
          <p:nvPr/>
        </p:nvSpPr>
        <p:spPr>
          <a:xfrm>
            <a:off x="1383840" y="3693240"/>
            <a:ext cx="3600" cy="33480"/>
          </a:xfrm>
          <a:custGeom>
            <a:avLst/>
            <a:gdLst/>
            <a:ahLst/>
            <a:rect l="0" t="0" r="r" b="b"/>
            <a:pathLst>
              <a:path w="10" h="93">
                <a:moveTo>
                  <a:pt x="10" y="12"/>
                </a:moveTo>
                <a:lnTo>
                  <a:pt x="10" y="81"/>
                </a:lnTo>
                <a:cubicBezTo>
                  <a:pt x="8" y="85"/>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8" name=""/>
          <p:cNvSpPr/>
          <p:nvPr/>
        </p:nvSpPr>
        <p:spPr>
          <a:xfrm>
            <a:off x="1387080" y="3697560"/>
            <a:ext cx="3600" cy="24840"/>
          </a:xfrm>
          <a:custGeom>
            <a:avLst/>
            <a:gdLst/>
            <a:ahLst/>
            <a:rect l="0" t="0" r="r" b="b"/>
            <a:pathLst>
              <a:path w="10" h="69">
                <a:moveTo>
                  <a:pt x="10" y="35"/>
                </a:moveTo>
                <a:cubicBezTo>
                  <a:pt x="10" y="48"/>
                  <a:pt x="7" y="59"/>
                  <a:pt x="0" y="69"/>
                </a:cubicBezTo>
                <a:lnTo>
                  <a:pt x="0" y="0"/>
                </a:lnTo>
                <a:cubicBezTo>
                  <a:pt x="7" y="10"/>
                  <a:pt x="10" y="21"/>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9" name=""/>
          <p:cNvSpPr txBox="1"/>
          <p:nvPr/>
        </p:nvSpPr>
        <p:spPr>
          <a:xfrm>
            <a:off x="533520" y="3171600"/>
            <a:ext cx="3594240" cy="399600"/>
          </a:xfrm>
          <a:prstGeom prst="rect">
            <a:avLst/>
          </a:prstGeom>
          <a:noFill/>
          <a:ln w="0">
            <a:noFill/>
          </a:ln>
        </p:spPr>
        <p:txBody>
          <a:bodyPr wrap="none" lIns="0" tIns="0" rIns="0" bIns="0" anchor="t">
            <a:spAutoFit/>
          </a:bodyPr>
          <a:p>
            <a:pPr/>
            <a:r>
              <a:rPr lang="ja-JP" sz="3150" b="1" u="none" strike="noStrike">
                <a:solidFill>
                  <a:srgbClr val="1E3A8A"/>
                </a:solidFill>
                <a:effectLst/>
                <a:uFillTx/>
                <a:latin typeface="HiraginoSans-W7"/>
                <a:ea typeface="HiraginoSans-W7"/>
              </a:rPr>
              <a:t>開発したプロダクト</a:t>
            </a:r>
            <a:endParaRPr lang="en-US" sz="315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3" name=""/>
          <p:cNvSpPr/>
          <p:nvPr/>
        </p:nvSpPr>
        <p:spPr>
          <a:xfrm>
            <a:off x="57132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4" name=""/>
          <p:cNvSpPr/>
          <p:nvPr/>
        </p:nvSpPr>
        <p:spPr>
          <a:xfrm>
            <a:off x="91764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5" name=""/>
          <p:cNvSpPr/>
          <p:nvPr/>
        </p:nvSpPr>
        <p:spPr>
          <a:xfrm>
            <a:off x="126432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6" name=""/>
          <p:cNvSpPr/>
          <p:nvPr/>
        </p:nvSpPr>
        <p:spPr>
          <a:xfrm>
            <a:off x="161064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7" name=""/>
          <p:cNvSpPr/>
          <p:nvPr/>
        </p:nvSpPr>
        <p:spPr>
          <a:xfrm>
            <a:off x="195732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8" name=""/>
          <p:cNvSpPr/>
          <p:nvPr/>
        </p:nvSpPr>
        <p:spPr>
          <a:xfrm>
            <a:off x="230364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89" name=""/>
          <p:cNvSpPr/>
          <p:nvPr/>
        </p:nvSpPr>
        <p:spPr>
          <a:xfrm>
            <a:off x="265032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0" name=""/>
          <p:cNvSpPr/>
          <p:nvPr/>
        </p:nvSpPr>
        <p:spPr>
          <a:xfrm>
            <a:off x="299664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1" name=""/>
          <p:cNvSpPr/>
          <p:nvPr/>
        </p:nvSpPr>
        <p:spPr>
          <a:xfrm>
            <a:off x="3342960" y="5838480"/>
            <a:ext cx="693360" cy="734040"/>
          </a:xfrm>
          <a:custGeom>
            <a:avLst/>
            <a:gdLst/>
            <a:ahLst/>
            <a:rect l="0" t="0" r="r" b="b"/>
            <a:pathLst>
              <a:path w="1926" h="2039">
                <a:moveTo>
                  <a:pt x="1926" y="0"/>
                </a:moveTo>
                <a:lnTo>
                  <a:pt x="1926" y="2039"/>
                </a:lnTo>
                <a:lnTo>
                  <a:pt x="0" y="2039"/>
                </a:lnTo>
                <a:lnTo>
                  <a:pt x="0" y="0"/>
                </a:lnTo>
                <a:lnTo>
                  <a:pt x="1926"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2" name=""/>
          <p:cNvSpPr/>
          <p:nvPr/>
        </p:nvSpPr>
        <p:spPr>
          <a:xfrm>
            <a:off x="403596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3" name=""/>
          <p:cNvSpPr/>
          <p:nvPr/>
        </p:nvSpPr>
        <p:spPr>
          <a:xfrm>
            <a:off x="438264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4" name=""/>
          <p:cNvSpPr/>
          <p:nvPr/>
        </p:nvSpPr>
        <p:spPr>
          <a:xfrm>
            <a:off x="472896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5" name=""/>
          <p:cNvSpPr/>
          <p:nvPr/>
        </p:nvSpPr>
        <p:spPr>
          <a:xfrm>
            <a:off x="507528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6" name=""/>
          <p:cNvSpPr/>
          <p:nvPr/>
        </p:nvSpPr>
        <p:spPr>
          <a:xfrm>
            <a:off x="542196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7" name=""/>
          <p:cNvSpPr/>
          <p:nvPr/>
        </p:nvSpPr>
        <p:spPr>
          <a:xfrm>
            <a:off x="576828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8" name=""/>
          <p:cNvSpPr/>
          <p:nvPr/>
        </p:nvSpPr>
        <p:spPr>
          <a:xfrm>
            <a:off x="611496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99" name=""/>
          <p:cNvSpPr/>
          <p:nvPr/>
        </p:nvSpPr>
        <p:spPr>
          <a:xfrm>
            <a:off x="646128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0" name=""/>
          <p:cNvSpPr/>
          <p:nvPr/>
        </p:nvSpPr>
        <p:spPr>
          <a:xfrm>
            <a:off x="680796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1" name=""/>
          <p:cNvSpPr/>
          <p:nvPr/>
        </p:nvSpPr>
        <p:spPr>
          <a:xfrm>
            <a:off x="715428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2" name=""/>
          <p:cNvSpPr/>
          <p:nvPr/>
        </p:nvSpPr>
        <p:spPr>
          <a:xfrm>
            <a:off x="7500600" y="5838480"/>
            <a:ext cx="693360" cy="734040"/>
          </a:xfrm>
          <a:custGeom>
            <a:avLst/>
            <a:gdLst/>
            <a:ahLst/>
            <a:rect l="0" t="0" r="r" b="b"/>
            <a:pathLst>
              <a:path w="1926" h="2039">
                <a:moveTo>
                  <a:pt x="1926" y="0"/>
                </a:moveTo>
                <a:lnTo>
                  <a:pt x="1926" y="2039"/>
                </a:lnTo>
                <a:lnTo>
                  <a:pt x="0" y="2039"/>
                </a:lnTo>
                <a:lnTo>
                  <a:pt x="0" y="0"/>
                </a:lnTo>
                <a:lnTo>
                  <a:pt x="1926"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3" name=""/>
          <p:cNvSpPr/>
          <p:nvPr/>
        </p:nvSpPr>
        <p:spPr>
          <a:xfrm>
            <a:off x="819360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4" name=""/>
          <p:cNvSpPr/>
          <p:nvPr/>
        </p:nvSpPr>
        <p:spPr>
          <a:xfrm>
            <a:off x="854028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5" name=""/>
          <p:cNvSpPr/>
          <p:nvPr/>
        </p:nvSpPr>
        <p:spPr>
          <a:xfrm>
            <a:off x="888660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6" name=""/>
          <p:cNvSpPr/>
          <p:nvPr/>
        </p:nvSpPr>
        <p:spPr>
          <a:xfrm>
            <a:off x="923328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7" name=""/>
          <p:cNvSpPr/>
          <p:nvPr/>
        </p:nvSpPr>
        <p:spPr>
          <a:xfrm>
            <a:off x="957960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8" name=""/>
          <p:cNvSpPr/>
          <p:nvPr/>
        </p:nvSpPr>
        <p:spPr>
          <a:xfrm>
            <a:off x="992592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09" name=""/>
          <p:cNvSpPr/>
          <p:nvPr/>
        </p:nvSpPr>
        <p:spPr>
          <a:xfrm>
            <a:off x="10272600" y="5838480"/>
            <a:ext cx="346680" cy="734040"/>
          </a:xfrm>
          <a:custGeom>
            <a:avLst/>
            <a:gdLst/>
            <a:ahLst/>
            <a:rect l="0" t="0" r="r" b="b"/>
            <a:pathLst>
              <a:path w="963" h="2039">
                <a:moveTo>
                  <a:pt x="963" y="0"/>
                </a:moveTo>
                <a:lnTo>
                  <a:pt x="963" y="2039"/>
                </a:lnTo>
                <a:lnTo>
                  <a:pt x="0" y="2039"/>
                </a:lnTo>
                <a:lnTo>
                  <a:pt x="0" y="0"/>
                </a:lnTo>
                <a:lnTo>
                  <a:pt x="963"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0" name=""/>
          <p:cNvSpPr/>
          <p:nvPr/>
        </p:nvSpPr>
        <p:spPr>
          <a:xfrm>
            <a:off x="10618920" y="5838480"/>
            <a:ext cx="347040" cy="734040"/>
          </a:xfrm>
          <a:custGeom>
            <a:avLst/>
            <a:gdLst/>
            <a:ahLst/>
            <a:rect l="0" t="0" r="r" b="b"/>
            <a:pathLst>
              <a:path w="964" h="2039">
                <a:moveTo>
                  <a:pt x="964" y="0"/>
                </a:moveTo>
                <a:lnTo>
                  <a:pt x="964" y="2039"/>
                </a:lnTo>
                <a:lnTo>
                  <a:pt x="0" y="2039"/>
                </a:lnTo>
                <a:lnTo>
                  <a:pt x="0" y="0"/>
                </a:lnTo>
                <a:lnTo>
                  <a:pt x="964"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1" name=""/>
          <p:cNvSpPr/>
          <p:nvPr/>
        </p:nvSpPr>
        <p:spPr>
          <a:xfrm>
            <a:off x="10965600" y="5838480"/>
            <a:ext cx="693000" cy="734040"/>
          </a:xfrm>
          <a:custGeom>
            <a:avLst/>
            <a:gdLst/>
            <a:ahLst/>
            <a:rect l="0" t="0" r="r" b="b"/>
            <a:pathLst>
              <a:path w="1925" h="2039">
                <a:moveTo>
                  <a:pt x="1820" y="0"/>
                </a:moveTo>
                <a:cubicBezTo>
                  <a:pt x="1849" y="0"/>
                  <a:pt x="1874" y="11"/>
                  <a:pt x="1894" y="31"/>
                </a:cubicBezTo>
                <a:cubicBezTo>
                  <a:pt x="1915" y="52"/>
                  <a:pt x="1925" y="77"/>
                  <a:pt x="1925" y="106"/>
                </a:cubicBezTo>
                <a:lnTo>
                  <a:pt x="1925" y="1933"/>
                </a:lnTo>
                <a:cubicBezTo>
                  <a:pt x="1925" y="1962"/>
                  <a:pt x="1915" y="1987"/>
                  <a:pt x="1894" y="2008"/>
                </a:cubicBezTo>
                <a:cubicBezTo>
                  <a:pt x="1874" y="2028"/>
                  <a:pt x="1849" y="2039"/>
                  <a:pt x="1820" y="2039"/>
                </a:cubicBezTo>
                <a:lnTo>
                  <a:pt x="0" y="2039"/>
                </a:lnTo>
                <a:lnTo>
                  <a:pt x="0" y="0"/>
                </a:lnTo>
                <a:lnTo>
                  <a:pt x="1820"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2" name=""/>
          <p:cNvSpPr/>
          <p:nvPr/>
        </p:nvSpPr>
        <p:spPr>
          <a:xfrm>
            <a:off x="533160" y="5838480"/>
            <a:ext cx="38520" cy="734040"/>
          </a:xfrm>
          <a:custGeom>
            <a:avLst/>
            <a:gdLst/>
            <a:ahLst/>
            <a:rect l="0" t="0" r="r" b="b"/>
            <a:pathLst>
              <a:path w="107" h="2039">
                <a:moveTo>
                  <a:pt x="0" y="0"/>
                </a:moveTo>
                <a:lnTo>
                  <a:pt x="107" y="0"/>
                </a:lnTo>
                <a:lnTo>
                  <a:pt x="107" y="2039"/>
                </a:lnTo>
                <a:lnTo>
                  <a:pt x="0" y="203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13" name=""/>
          <p:cNvSpPr txBox="1"/>
          <p:nvPr/>
        </p:nvSpPr>
        <p:spPr>
          <a:xfrm>
            <a:off x="533520" y="1323720"/>
            <a:ext cx="434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GSM</a:t>
            </a:r>
            <a:endParaRPr lang="en-US" sz="1500" b="0" u="none" strike="noStrike">
              <a:solidFill>
                <a:srgbClr val="000000"/>
              </a:solidFill>
              <a:effectLst/>
              <a:uFillTx/>
              <a:latin typeface="游明朝体"/>
            </a:endParaRPr>
          </a:p>
        </p:txBody>
      </p:sp>
      <p:sp>
        <p:nvSpPr>
          <p:cNvPr id="1914" name=""/>
          <p:cNvSpPr txBox="1"/>
          <p:nvPr/>
        </p:nvSpPr>
        <p:spPr>
          <a:xfrm>
            <a:off x="967320" y="133272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（気象庁）</a:t>
            </a:r>
            <a:endParaRPr lang="en-US" sz="1500" b="0" u="none" strike="noStrike">
              <a:solidFill>
                <a:srgbClr val="000000"/>
              </a:solidFill>
              <a:effectLst/>
              <a:uFillTx/>
              <a:latin typeface="游明朝体"/>
            </a:endParaRPr>
          </a:p>
        </p:txBody>
      </p:sp>
      <p:sp>
        <p:nvSpPr>
          <p:cNvPr id="1915" name=""/>
          <p:cNvSpPr txBox="1"/>
          <p:nvPr/>
        </p:nvSpPr>
        <p:spPr>
          <a:xfrm>
            <a:off x="1919880" y="1323720"/>
            <a:ext cx="7063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ECMWF</a:t>
            </a:r>
            <a:endParaRPr lang="en-US" sz="1500" b="0" u="none" strike="noStrike">
              <a:solidFill>
                <a:srgbClr val="000000"/>
              </a:solidFill>
              <a:effectLst/>
              <a:uFillTx/>
              <a:latin typeface="游明朝体"/>
            </a:endParaRPr>
          </a:p>
        </p:txBody>
      </p:sp>
      <p:sp>
        <p:nvSpPr>
          <p:cNvPr id="1916" name=""/>
          <p:cNvSpPr txBox="1"/>
          <p:nvPr/>
        </p:nvSpPr>
        <p:spPr>
          <a:xfrm>
            <a:off x="2625480" y="133272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（欧州中期予報センター）</a:t>
            </a:r>
            <a:endParaRPr lang="en-US" sz="1500" b="0" u="none" strike="noStrike">
              <a:solidFill>
                <a:srgbClr val="000000"/>
              </a:solidFill>
              <a:effectLst/>
              <a:uFillTx/>
              <a:latin typeface="游明朝体"/>
            </a:endParaRPr>
          </a:p>
        </p:txBody>
      </p:sp>
      <p:sp>
        <p:nvSpPr>
          <p:cNvPr id="1917" name=""/>
          <p:cNvSpPr txBox="1"/>
          <p:nvPr/>
        </p:nvSpPr>
        <p:spPr>
          <a:xfrm>
            <a:off x="4911480" y="1323720"/>
            <a:ext cx="378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GFS</a:t>
            </a:r>
            <a:endParaRPr lang="en-US" sz="1500" b="0" u="none" strike="noStrike">
              <a:solidFill>
                <a:srgbClr val="000000"/>
              </a:solidFill>
              <a:effectLst/>
              <a:uFillTx/>
              <a:latin typeface="游明朝体"/>
            </a:endParaRPr>
          </a:p>
        </p:txBody>
      </p:sp>
      <p:sp>
        <p:nvSpPr>
          <p:cNvPr id="1918" name=""/>
          <p:cNvSpPr txBox="1"/>
          <p:nvPr/>
        </p:nvSpPr>
        <p:spPr>
          <a:xfrm>
            <a:off x="5288760" y="133272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（⽶国）</a:t>
            </a:r>
            <a:endParaRPr lang="en-US" sz="1500" b="0" u="none" strike="noStrike">
              <a:solidFill>
                <a:srgbClr val="000000"/>
              </a:solidFill>
              <a:effectLst/>
              <a:uFillTx/>
              <a:latin typeface="游明朝体"/>
            </a:endParaRPr>
          </a:p>
        </p:txBody>
      </p:sp>
      <p:sp>
        <p:nvSpPr>
          <p:cNvPr id="1919" name=""/>
          <p:cNvSpPr txBox="1"/>
          <p:nvPr/>
        </p:nvSpPr>
        <p:spPr>
          <a:xfrm>
            <a:off x="6050880" y="1323720"/>
            <a:ext cx="1316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AIFS,AIFS-ENS</a:t>
            </a:r>
            <a:endParaRPr lang="en-US" sz="1500" b="0" u="none" strike="noStrike">
              <a:solidFill>
                <a:srgbClr val="000000"/>
              </a:solidFill>
              <a:effectLst/>
              <a:uFillTx/>
              <a:latin typeface="游明朝体"/>
            </a:endParaRPr>
          </a:p>
        </p:txBody>
      </p:sp>
      <p:sp>
        <p:nvSpPr>
          <p:cNvPr id="1920" name=""/>
          <p:cNvSpPr txBox="1"/>
          <p:nvPr/>
        </p:nvSpPr>
        <p:spPr>
          <a:xfrm>
            <a:off x="7366320" y="133272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921" name=""/>
          <p:cNvSpPr txBox="1"/>
          <p:nvPr/>
        </p:nvSpPr>
        <p:spPr>
          <a:xfrm>
            <a:off x="7557120" y="1323720"/>
            <a:ext cx="9320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ECMWF AI</a:t>
            </a:r>
            <a:endParaRPr lang="en-US" sz="1500" b="0" u="none" strike="noStrike">
              <a:solidFill>
                <a:srgbClr val="000000"/>
              </a:solidFill>
              <a:effectLst/>
              <a:uFillTx/>
              <a:latin typeface="游明朝体"/>
            </a:endParaRPr>
          </a:p>
        </p:txBody>
      </p:sp>
      <p:sp>
        <p:nvSpPr>
          <p:cNvPr id="1922" name=""/>
          <p:cNvSpPr txBox="1"/>
          <p:nvPr/>
        </p:nvSpPr>
        <p:spPr>
          <a:xfrm>
            <a:off x="8488440" y="1332720"/>
            <a:ext cx="3048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予測）による地上気圧予報を並列表</a:t>
            </a:r>
            <a:endParaRPr lang="en-US" sz="1500" b="0" u="none" strike="noStrike">
              <a:solidFill>
                <a:srgbClr val="000000"/>
              </a:solidFill>
              <a:effectLst/>
              <a:uFillTx/>
              <a:latin typeface="游明朝体"/>
            </a:endParaRPr>
          </a:p>
        </p:txBody>
      </p:sp>
      <p:sp>
        <p:nvSpPr>
          <p:cNvPr id="1923" name=""/>
          <p:cNvSpPr txBox="1"/>
          <p:nvPr/>
        </p:nvSpPr>
        <p:spPr>
          <a:xfrm>
            <a:off x="533520" y="16182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1924" name=""/>
          <p:cNvSpPr txBox="1"/>
          <p:nvPr/>
        </p:nvSpPr>
        <p:spPr>
          <a:xfrm>
            <a:off x="533520" y="190404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例</a:t>
            </a:r>
            <a:endParaRPr lang="en-US" sz="1500" b="0" u="none" strike="noStrike">
              <a:solidFill>
                <a:srgbClr val="000000"/>
              </a:solidFill>
              <a:effectLst/>
              <a:uFillTx/>
              <a:latin typeface="游明朝体"/>
            </a:endParaRPr>
          </a:p>
        </p:txBody>
      </p:sp>
      <p:sp>
        <p:nvSpPr>
          <p:cNvPr id="1925" name=""/>
          <p:cNvSpPr txBox="1"/>
          <p:nvPr/>
        </p:nvSpPr>
        <p:spPr>
          <a:xfrm>
            <a:off x="723960" y="1895040"/>
            <a:ext cx="8632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FT=132h</a:t>
            </a:r>
            <a:endParaRPr lang="en-US" sz="1500" b="0" u="none" strike="noStrike">
              <a:solidFill>
                <a:srgbClr val="000000"/>
              </a:solidFill>
              <a:effectLst/>
              <a:uFillTx/>
              <a:latin typeface="游明朝体"/>
            </a:endParaRPr>
          </a:p>
        </p:txBody>
      </p:sp>
      <p:sp>
        <p:nvSpPr>
          <p:cNvPr id="1926" name=""/>
          <p:cNvSpPr txBox="1"/>
          <p:nvPr/>
        </p:nvSpPr>
        <p:spPr>
          <a:xfrm>
            <a:off x="1586520" y="190404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予報（</a:t>
            </a:r>
            <a:endParaRPr lang="en-US" sz="1500" b="0" u="none" strike="noStrike">
              <a:solidFill>
                <a:srgbClr val="000000"/>
              </a:solidFill>
              <a:effectLst/>
              <a:uFillTx/>
              <a:latin typeface="游明朝体"/>
            </a:endParaRPr>
          </a:p>
        </p:txBody>
      </p:sp>
      <p:sp>
        <p:nvSpPr>
          <p:cNvPr id="1927" name=""/>
          <p:cNvSpPr txBox="1"/>
          <p:nvPr/>
        </p:nvSpPr>
        <p:spPr>
          <a:xfrm>
            <a:off x="2157840" y="1895040"/>
            <a:ext cx="5407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7/10 9</a:t>
            </a:r>
            <a:endParaRPr lang="en-US" sz="1500" b="0" u="none" strike="noStrike">
              <a:solidFill>
                <a:srgbClr val="000000"/>
              </a:solidFill>
              <a:effectLst/>
              <a:uFillTx/>
              <a:latin typeface="游明朝体"/>
            </a:endParaRPr>
          </a:p>
        </p:txBody>
      </p:sp>
      <p:sp>
        <p:nvSpPr>
          <p:cNvPr id="1928" name=""/>
          <p:cNvSpPr txBox="1"/>
          <p:nvPr/>
        </p:nvSpPr>
        <p:spPr>
          <a:xfrm>
            <a:off x="2698200" y="190404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時</a:t>
            </a:r>
            <a:endParaRPr lang="en-US" sz="1500" b="0" u="none" strike="noStrike">
              <a:solidFill>
                <a:srgbClr val="000000"/>
              </a:solidFill>
              <a:effectLst/>
              <a:uFillTx/>
              <a:latin typeface="游明朝体"/>
            </a:endParaRPr>
          </a:p>
        </p:txBody>
      </p:sp>
      <p:sp>
        <p:nvSpPr>
          <p:cNvPr id="1929" name=""/>
          <p:cNvSpPr txBox="1"/>
          <p:nvPr/>
        </p:nvSpPr>
        <p:spPr>
          <a:xfrm>
            <a:off x="2888640" y="1895040"/>
            <a:ext cx="3322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JST</a:t>
            </a:r>
            <a:endParaRPr lang="en-US" sz="1500" b="0" u="none" strike="noStrike">
              <a:solidFill>
                <a:srgbClr val="000000"/>
              </a:solidFill>
              <a:effectLst/>
              <a:uFillTx/>
              <a:latin typeface="游明朝体"/>
            </a:endParaRPr>
          </a:p>
        </p:txBody>
      </p:sp>
      <p:pic>
        <p:nvPicPr>
          <p:cNvPr id="1930" name=""/>
          <p:cNvPicPr/>
          <p:nvPr/>
        </p:nvPicPr>
        <p:blipFill>
          <a:blip r:embed="rId1"/>
          <a:stretch/>
        </p:blipFill>
        <p:spPr>
          <a:xfrm>
            <a:off x="619200" y="2305080"/>
            <a:ext cx="10953360" cy="3304800"/>
          </a:xfrm>
          <a:prstGeom prst="rect">
            <a:avLst/>
          </a:prstGeom>
          <a:noFill/>
          <a:ln w="0">
            <a:noFill/>
          </a:ln>
        </p:spPr>
      </p:pic>
      <p:sp>
        <p:nvSpPr>
          <p:cNvPr id="1931" name=""/>
          <p:cNvSpPr txBox="1"/>
          <p:nvPr/>
        </p:nvSpPr>
        <p:spPr>
          <a:xfrm>
            <a:off x="3220200" y="190404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時点）。</a:t>
            </a:r>
            <a:endParaRPr lang="en-US" sz="1500" b="0" u="none" strike="noStrike">
              <a:solidFill>
                <a:srgbClr val="000000"/>
              </a:solidFill>
              <a:effectLst/>
              <a:uFillTx/>
              <a:latin typeface="游明朝体"/>
            </a:endParaRPr>
          </a:p>
        </p:txBody>
      </p:sp>
      <p:sp>
        <p:nvSpPr>
          <p:cNvPr id="1932" name=""/>
          <p:cNvSpPr txBox="1"/>
          <p:nvPr/>
        </p:nvSpPr>
        <p:spPr>
          <a:xfrm>
            <a:off x="723960" y="5961960"/>
            <a:ext cx="46440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GSM </a:t>
            </a:r>
            <a:endParaRPr lang="en-US" sz="1430" b="0" u="none" strike="noStrike">
              <a:solidFill>
                <a:srgbClr val="000000"/>
              </a:solidFill>
              <a:effectLst/>
              <a:uFillTx/>
              <a:latin typeface="游明朝体"/>
            </a:endParaRPr>
          </a:p>
        </p:txBody>
      </p:sp>
      <p:sp>
        <p:nvSpPr>
          <p:cNvPr id="1933" name=""/>
          <p:cNvSpPr txBox="1"/>
          <p:nvPr/>
        </p:nvSpPr>
        <p:spPr>
          <a:xfrm>
            <a:off x="1186560" y="5970240"/>
            <a:ext cx="5446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を含む</a:t>
            </a:r>
            <a:endParaRPr lang="en-US" sz="1430" b="0" u="none" strike="noStrike">
              <a:solidFill>
                <a:srgbClr val="000000"/>
              </a:solidFill>
              <a:effectLst/>
              <a:uFillTx/>
              <a:latin typeface="游明朝体"/>
            </a:endParaRPr>
          </a:p>
        </p:txBody>
      </p:sp>
      <p:sp>
        <p:nvSpPr>
          <p:cNvPr id="1934" name=""/>
          <p:cNvSpPr txBox="1"/>
          <p:nvPr/>
        </p:nvSpPr>
        <p:spPr>
          <a:xfrm>
            <a:off x="1729440" y="596196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5</a:t>
            </a:r>
            <a:endParaRPr lang="en-US" sz="1430" b="0" u="none" strike="noStrike">
              <a:solidFill>
                <a:srgbClr val="000000"/>
              </a:solidFill>
              <a:effectLst/>
              <a:uFillTx/>
              <a:latin typeface="游明朝体"/>
            </a:endParaRPr>
          </a:p>
        </p:txBody>
      </p:sp>
      <p:sp>
        <p:nvSpPr>
          <p:cNvPr id="1935" name=""/>
          <p:cNvSpPr txBox="1"/>
          <p:nvPr/>
        </p:nvSpPr>
        <p:spPr>
          <a:xfrm>
            <a:off x="1829880" y="5970240"/>
            <a:ext cx="56228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モデル⽐較表⽰は独⾃開発。台⾵接近時の進路確認に活⽤している。</a:t>
            </a:r>
            <a:endParaRPr lang="en-US" sz="1430" b="0" u="none" strike="noStrike">
              <a:solidFill>
                <a:srgbClr val="000000"/>
              </a:solidFill>
              <a:effectLst/>
              <a:uFillTx/>
              <a:latin typeface="游明朝体"/>
            </a:endParaRPr>
          </a:p>
        </p:txBody>
      </p:sp>
      <p:sp>
        <p:nvSpPr>
          <p:cNvPr id="1936" name=""/>
          <p:cNvSpPr txBox="1"/>
          <p:nvPr/>
        </p:nvSpPr>
        <p:spPr>
          <a:xfrm>
            <a:off x="723960" y="6237000"/>
            <a:ext cx="23583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カラー版天気図や極天気図、</a:t>
            </a:r>
            <a:endParaRPr lang="en-US" sz="1430" b="0" u="none" strike="noStrike">
              <a:solidFill>
                <a:srgbClr val="000000"/>
              </a:solidFill>
              <a:effectLst/>
              <a:uFillTx/>
              <a:latin typeface="游明朝体"/>
            </a:endParaRPr>
          </a:p>
        </p:txBody>
      </p:sp>
      <p:sp>
        <p:nvSpPr>
          <p:cNvPr id="1937" name=""/>
          <p:cNvSpPr txBox="1"/>
          <p:nvPr/>
        </p:nvSpPr>
        <p:spPr>
          <a:xfrm>
            <a:off x="3076560" y="622836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5</a:t>
            </a:r>
            <a:endParaRPr lang="en-US" sz="1430" b="0" u="none" strike="noStrike">
              <a:solidFill>
                <a:srgbClr val="000000"/>
              </a:solidFill>
              <a:effectLst/>
              <a:uFillTx/>
              <a:latin typeface="游明朝体"/>
            </a:endParaRPr>
          </a:p>
        </p:txBody>
      </p:sp>
      <p:sp>
        <p:nvSpPr>
          <p:cNvPr id="1938" name=""/>
          <p:cNvSpPr txBox="1"/>
          <p:nvPr/>
        </p:nvSpPr>
        <p:spPr>
          <a:xfrm>
            <a:off x="3177360" y="6237000"/>
            <a:ext cx="50785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⽇平均、エマグラム、断⾯図など、⾼度な天気図作成も可能で</a:t>
            </a:r>
            <a:endParaRPr lang="en-US" sz="1430" b="0" u="none" strike="noStrike">
              <a:solidFill>
                <a:srgbClr val="000000"/>
              </a:solidFill>
              <a:effectLst/>
              <a:uFillTx/>
              <a:latin typeface="游明朝体"/>
            </a:endParaRPr>
          </a:p>
        </p:txBody>
      </p:sp>
      <p:sp>
        <p:nvSpPr>
          <p:cNvPr id="1939" name=""/>
          <p:cNvSpPr txBox="1"/>
          <p:nvPr/>
        </p:nvSpPr>
        <p:spPr>
          <a:xfrm>
            <a:off x="8226360" y="6228360"/>
            <a:ext cx="5749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GitHub</a:t>
            </a:r>
            <a:endParaRPr lang="en-US" sz="1430" b="0" u="none" strike="noStrike">
              <a:solidFill>
                <a:srgbClr val="000000"/>
              </a:solidFill>
              <a:effectLst/>
              <a:uFillTx/>
              <a:latin typeface="游明朝体"/>
            </a:endParaRPr>
          </a:p>
        </p:txBody>
      </p:sp>
      <p:sp>
        <p:nvSpPr>
          <p:cNvPr id="1940" name=""/>
          <p:cNvSpPr txBox="1"/>
          <p:nvPr/>
        </p:nvSpPr>
        <p:spPr>
          <a:xfrm>
            <a:off x="8799480" y="6237000"/>
            <a:ext cx="16329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でスクリプトを公開</a:t>
            </a:r>
            <a:endParaRPr lang="en-US" sz="1430" b="0" u="none" strike="noStrike">
              <a:solidFill>
                <a:srgbClr val="000000"/>
              </a:solidFill>
              <a:effectLst/>
              <a:uFillTx/>
              <a:latin typeface="游明朝体"/>
            </a:endParaRPr>
          </a:p>
        </p:txBody>
      </p:sp>
      <p:sp>
        <p:nvSpPr>
          <p:cNvPr id="1941" name=""/>
          <p:cNvSpPr txBox="1"/>
          <p:nvPr/>
        </p:nvSpPr>
        <p:spPr>
          <a:xfrm>
            <a:off x="533520" y="47628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5</a:t>
            </a:r>
            <a:endParaRPr lang="en-US" sz="3150" b="0" u="none" strike="noStrike">
              <a:solidFill>
                <a:srgbClr val="000000"/>
              </a:solidFill>
              <a:effectLst/>
              <a:uFillTx/>
              <a:latin typeface="游明朝体"/>
            </a:endParaRPr>
          </a:p>
        </p:txBody>
      </p:sp>
      <p:sp>
        <p:nvSpPr>
          <p:cNvPr id="1942"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3"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4"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5"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6"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7"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8"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49"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0"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1"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2"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3"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4"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5"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6"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7"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8"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9"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0"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1"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2"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3"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4"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5"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6"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7"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8"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9"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0"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1"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2"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3"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4"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5"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6"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7"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8"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9"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0"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1"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2"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3"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4"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5"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6"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7"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8"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9"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0"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1"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2"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3"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4"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5"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6"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7"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8"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99"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0"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1"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2"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3"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4"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5"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6"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7"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8"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9"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0"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1"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2"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3"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4"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5"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6"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7"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8"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9"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0"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1"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2"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3"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4"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5"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6"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7"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8"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9"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0"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1"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2"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3"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4"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5"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6"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7"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8"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39"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0"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1"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2"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3"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4"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5"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6"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7"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8"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9"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0"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1"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2"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3"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4"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5"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6"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7"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8"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59"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0"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1"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2"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3"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4"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5"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6"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7"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8"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69"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0"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1"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2"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3"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4"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5"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6"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7"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8"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9"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0"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1"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2"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3"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4"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5"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6"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7"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8"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9"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0"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1"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2"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3"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4"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5"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6"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7"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8"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9"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0"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1"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2"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3"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4"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5"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6"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7"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8"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9"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0"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1"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2"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3"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4"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5"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6"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7"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8"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19"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0"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1"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2"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3"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4"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5"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6"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7"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8"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9"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0"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1"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2"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3"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4" name=""/>
          <p:cNvSpPr txBox="1"/>
          <p:nvPr/>
        </p:nvSpPr>
        <p:spPr>
          <a:xfrm>
            <a:off x="756000" y="495360"/>
            <a:ext cx="59900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気象モデルによる進路予測の⽐較</a:t>
            </a:r>
            <a:endParaRPr lang="en-US" sz="3150" b="0" u="none" strike="noStrike">
              <a:solidFill>
                <a:srgbClr val="000000"/>
              </a:solidFill>
              <a:effectLst/>
              <a:uFillTx/>
              <a:latin typeface="游明朝体"/>
            </a:endParaRPr>
          </a:p>
        </p:txBody>
      </p:sp>
      <p:sp>
        <p:nvSpPr>
          <p:cNvPr id="2135"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9</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3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3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39" name=""/>
          <p:cNvSpPr/>
          <p:nvPr/>
        </p:nvSpPr>
        <p:spPr>
          <a:xfrm>
            <a:off x="618840" y="144756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4"/>
                </a:cubicBezTo>
                <a:cubicBezTo>
                  <a:pt x="31" y="17"/>
                  <a:pt x="40" y="11"/>
                  <a:pt x="49" y="6"/>
                </a:cubicBezTo>
                <a:cubicBezTo>
                  <a:pt x="59" y="2"/>
                  <a:pt x="69" y="0"/>
                  <a:pt x="80" y="0"/>
                </a:cubicBezTo>
                <a:cubicBezTo>
                  <a:pt x="90" y="0"/>
                  <a:pt x="101" y="2"/>
                  <a:pt x="111" y="6"/>
                </a:cubicBezTo>
                <a:cubicBezTo>
                  <a:pt x="121" y="11"/>
                  <a:pt x="129" y="17"/>
                  <a:pt x="137" y="24"/>
                </a:cubicBezTo>
                <a:cubicBezTo>
                  <a:pt x="144" y="32"/>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40" name=""/>
          <p:cNvSpPr txBox="1"/>
          <p:nvPr/>
        </p:nvSpPr>
        <p:spPr>
          <a:xfrm>
            <a:off x="799920" y="136116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気象情報表⽰</a:t>
            </a:r>
            <a:endParaRPr lang="en-US" sz="1500" b="0" u="none" strike="noStrike">
              <a:solidFill>
                <a:srgbClr val="000000"/>
              </a:solidFill>
              <a:effectLst/>
              <a:uFillTx/>
              <a:latin typeface="游明朝体"/>
            </a:endParaRPr>
          </a:p>
        </p:txBody>
      </p:sp>
      <p:sp>
        <p:nvSpPr>
          <p:cNvPr id="2141" name=""/>
          <p:cNvSpPr txBox="1"/>
          <p:nvPr/>
        </p:nvSpPr>
        <p:spPr>
          <a:xfrm>
            <a:off x="1942920" y="135216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2142" name=""/>
          <p:cNvSpPr txBox="1"/>
          <p:nvPr/>
        </p:nvSpPr>
        <p:spPr>
          <a:xfrm>
            <a:off x="2302920" y="136116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アプリのコードを</a:t>
            </a:r>
            <a:endParaRPr lang="en-US" sz="1500" b="0" u="none" strike="noStrike">
              <a:solidFill>
                <a:srgbClr val="000000"/>
              </a:solidFill>
              <a:effectLst/>
              <a:uFillTx/>
              <a:latin typeface="游明朝体"/>
            </a:endParaRPr>
          </a:p>
        </p:txBody>
      </p:sp>
      <p:sp>
        <p:nvSpPr>
          <p:cNvPr id="2143" name=""/>
          <p:cNvSpPr txBox="1"/>
          <p:nvPr/>
        </p:nvSpPr>
        <p:spPr>
          <a:xfrm>
            <a:off x="3826800" y="1352160"/>
            <a:ext cx="1172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Claude Code</a:t>
            </a:r>
            <a:endParaRPr lang="en-US" sz="1500" b="0" u="none" strike="noStrike">
              <a:solidFill>
                <a:srgbClr val="000000"/>
              </a:solidFill>
              <a:effectLst/>
              <a:uFillTx/>
              <a:latin typeface="游明朝体"/>
            </a:endParaRPr>
          </a:p>
        </p:txBody>
      </p:sp>
      <p:sp>
        <p:nvSpPr>
          <p:cNvPr id="2144" name=""/>
          <p:cNvSpPr txBox="1"/>
          <p:nvPr/>
        </p:nvSpPr>
        <p:spPr>
          <a:xfrm>
            <a:off x="799920" y="1703880"/>
            <a:ext cx="4382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に読み込ませ、機能単位に分割したサンプルアプリ</a:t>
            </a:r>
            <a:endParaRPr lang="en-US" sz="1500" b="0" u="none" strike="noStrike">
              <a:solidFill>
                <a:srgbClr val="000000"/>
              </a:solidFill>
              <a:effectLst/>
              <a:uFillTx/>
              <a:latin typeface="游明朝体"/>
            </a:endParaRPr>
          </a:p>
        </p:txBody>
      </p:sp>
      <p:sp>
        <p:nvSpPr>
          <p:cNvPr id="2145" name=""/>
          <p:cNvSpPr/>
          <p:nvPr/>
        </p:nvSpPr>
        <p:spPr>
          <a:xfrm>
            <a:off x="618840" y="2523960"/>
            <a:ext cx="57600" cy="57600"/>
          </a:xfrm>
          <a:custGeom>
            <a:avLst/>
            <a:gdLst/>
            <a:ahLst/>
            <a:rect l="0" t="0" r="r" b="b"/>
            <a:pathLst>
              <a:path w="160" h="160">
                <a:moveTo>
                  <a:pt x="160" y="80"/>
                </a:moveTo>
                <a:cubicBezTo>
                  <a:pt x="160" y="91"/>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1"/>
                  <a:pt x="0" y="80"/>
                </a:cubicBezTo>
                <a:cubicBezTo>
                  <a:pt x="0" y="70"/>
                  <a:pt x="2" y="60"/>
                  <a:pt x="6" y="50"/>
                </a:cubicBezTo>
                <a:cubicBezTo>
                  <a:pt x="10" y="40"/>
                  <a:pt x="16" y="32"/>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2"/>
                  <a:pt x="150" y="40"/>
                  <a:pt x="154" y="50"/>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46" name=""/>
          <p:cNvSpPr txBox="1"/>
          <p:nvPr/>
        </p:nvSpPr>
        <p:spPr>
          <a:xfrm>
            <a:off x="799920" y="204696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集を作成</a:t>
            </a:r>
            <a:endParaRPr lang="en-US" sz="1500" b="0" u="none" strike="noStrike">
              <a:solidFill>
                <a:srgbClr val="000000"/>
              </a:solidFill>
              <a:effectLst/>
              <a:uFillTx/>
              <a:latin typeface="游明朝体"/>
            </a:endParaRPr>
          </a:p>
        </p:txBody>
      </p:sp>
      <p:sp>
        <p:nvSpPr>
          <p:cNvPr id="2147" name=""/>
          <p:cNvSpPr txBox="1"/>
          <p:nvPr/>
        </p:nvSpPr>
        <p:spPr>
          <a:xfrm>
            <a:off x="799920" y="243756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単機能のコードを</a:t>
            </a:r>
            <a:endParaRPr lang="en-US" sz="1500" b="0" u="none" strike="noStrike">
              <a:solidFill>
                <a:srgbClr val="000000"/>
              </a:solidFill>
              <a:effectLst/>
              <a:uFillTx/>
              <a:latin typeface="游明朝体"/>
            </a:endParaRPr>
          </a:p>
        </p:txBody>
      </p:sp>
      <p:sp>
        <p:nvSpPr>
          <p:cNvPr id="2148" name=""/>
          <p:cNvSpPr txBox="1"/>
          <p:nvPr/>
        </p:nvSpPr>
        <p:spPr>
          <a:xfrm>
            <a:off x="2324160" y="24285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149" name=""/>
          <p:cNvSpPr txBox="1"/>
          <p:nvPr/>
        </p:nvSpPr>
        <p:spPr>
          <a:xfrm>
            <a:off x="2496960" y="2437560"/>
            <a:ext cx="2667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に読ませて、簡単なアプリを作</a:t>
            </a:r>
            <a:endParaRPr lang="en-US" sz="1500" b="0" u="none" strike="noStrike">
              <a:solidFill>
                <a:srgbClr val="000000"/>
              </a:solidFill>
              <a:effectLst/>
              <a:uFillTx/>
              <a:latin typeface="游明朝体"/>
            </a:endParaRPr>
          </a:p>
        </p:txBody>
      </p:sp>
      <p:sp>
        <p:nvSpPr>
          <p:cNvPr id="2150" name=""/>
          <p:cNvSpPr txBox="1"/>
          <p:nvPr/>
        </p:nvSpPr>
        <p:spPr>
          <a:xfrm>
            <a:off x="799920" y="278028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成し、</a:t>
            </a:r>
            <a:endParaRPr lang="en-US" sz="1500" b="0" u="none" strike="noStrike">
              <a:solidFill>
                <a:srgbClr val="000000"/>
              </a:solidFill>
              <a:effectLst/>
              <a:uFillTx/>
              <a:latin typeface="游明朝体"/>
            </a:endParaRPr>
          </a:p>
        </p:txBody>
      </p:sp>
      <p:sp>
        <p:nvSpPr>
          <p:cNvPr id="2151" name=""/>
          <p:cNvSpPr txBox="1"/>
          <p:nvPr/>
        </p:nvSpPr>
        <p:spPr>
          <a:xfrm>
            <a:off x="1371600" y="27712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152" name=""/>
          <p:cNvSpPr/>
          <p:nvPr/>
        </p:nvSpPr>
        <p:spPr>
          <a:xfrm>
            <a:off x="618840" y="32572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1"/>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53" name=""/>
          <p:cNvSpPr txBox="1"/>
          <p:nvPr/>
        </p:nvSpPr>
        <p:spPr>
          <a:xfrm>
            <a:off x="1544400" y="2780280"/>
            <a:ext cx="3048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で機能を追加したりバグ取りを⾏う</a:t>
            </a:r>
            <a:endParaRPr lang="en-US" sz="1500" b="0" u="none" strike="noStrike">
              <a:solidFill>
                <a:srgbClr val="000000"/>
              </a:solidFill>
              <a:effectLst/>
              <a:uFillTx/>
              <a:latin typeface="游明朝体"/>
            </a:endParaRPr>
          </a:p>
        </p:txBody>
      </p:sp>
      <p:sp>
        <p:nvSpPr>
          <p:cNvPr id="2154" name=""/>
          <p:cNvSpPr txBox="1"/>
          <p:nvPr/>
        </p:nvSpPr>
        <p:spPr>
          <a:xfrm>
            <a:off x="799920" y="3161880"/>
            <a:ext cx="4453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 </a:t>
            </a:r>
            <a:endParaRPr lang="en-US" sz="1500" b="0" u="none" strike="noStrike">
              <a:solidFill>
                <a:srgbClr val="000000"/>
              </a:solidFill>
              <a:effectLst/>
              <a:uFillTx/>
              <a:latin typeface="游明朝体"/>
            </a:endParaRPr>
          </a:p>
        </p:txBody>
      </p:sp>
      <p:sp>
        <p:nvSpPr>
          <p:cNvPr id="2155" name=""/>
          <p:cNvSpPr txBox="1"/>
          <p:nvPr/>
        </p:nvSpPr>
        <p:spPr>
          <a:xfrm>
            <a:off x="1233720" y="317088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a:t>
            </a:r>
            <a:endParaRPr lang="en-US" sz="1500" b="0" u="none" strike="noStrike">
              <a:solidFill>
                <a:srgbClr val="000000"/>
              </a:solidFill>
              <a:effectLst/>
              <a:uFillTx/>
              <a:latin typeface="游明朝体"/>
            </a:endParaRPr>
          </a:p>
        </p:txBody>
      </p:sp>
      <p:sp>
        <p:nvSpPr>
          <p:cNvPr id="2156" name=""/>
          <p:cNvSpPr txBox="1"/>
          <p:nvPr/>
        </p:nvSpPr>
        <p:spPr>
          <a:xfrm>
            <a:off x="1995840" y="3161880"/>
            <a:ext cx="3643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iOS </a:t>
            </a:r>
            <a:endParaRPr lang="en-US" sz="1500" b="0" u="none" strike="noStrike">
              <a:solidFill>
                <a:srgbClr val="000000"/>
              </a:solidFill>
              <a:effectLst/>
              <a:uFillTx/>
              <a:latin typeface="游明朝体"/>
            </a:endParaRPr>
          </a:p>
        </p:txBody>
      </p:sp>
      <p:sp>
        <p:nvSpPr>
          <p:cNvPr id="2157" name=""/>
          <p:cNvSpPr txBox="1"/>
          <p:nvPr/>
        </p:nvSpPr>
        <p:spPr>
          <a:xfrm>
            <a:off x="2359440" y="317088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a:t>
            </a:r>
            <a:endParaRPr lang="en-US" sz="1500" b="0" u="none" strike="noStrike">
              <a:solidFill>
                <a:srgbClr val="000000"/>
              </a:solidFill>
              <a:effectLst/>
              <a:uFillTx/>
              <a:latin typeface="游明朝体"/>
            </a:endParaRPr>
          </a:p>
        </p:txBody>
      </p:sp>
      <p:sp>
        <p:nvSpPr>
          <p:cNvPr id="2158" name=""/>
          <p:cNvSpPr txBox="1"/>
          <p:nvPr/>
        </p:nvSpPr>
        <p:spPr>
          <a:xfrm>
            <a:off x="3121200" y="3161880"/>
            <a:ext cx="7239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Android </a:t>
            </a:r>
            <a:endParaRPr lang="en-US" sz="1500" b="0" u="none" strike="noStrike">
              <a:solidFill>
                <a:srgbClr val="000000"/>
              </a:solidFill>
              <a:effectLst/>
              <a:uFillTx/>
              <a:latin typeface="游明朝体"/>
            </a:endParaRPr>
          </a:p>
        </p:txBody>
      </p:sp>
      <p:sp>
        <p:nvSpPr>
          <p:cNvPr id="2159" name=""/>
          <p:cNvSpPr txBox="1"/>
          <p:nvPr/>
        </p:nvSpPr>
        <p:spPr>
          <a:xfrm>
            <a:off x="3841200" y="31708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アプリを同時実</a:t>
            </a:r>
            <a:endParaRPr lang="en-US" sz="1500" b="0" u="none" strike="noStrike">
              <a:solidFill>
                <a:srgbClr val="000000"/>
              </a:solidFill>
              <a:effectLst/>
              <a:uFillTx/>
              <a:latin typeface="游明朝体"/>
            </a:endParaRPr>
          </a:p>
        </p:txBody>
      </p:sp>
      <p:sp>
        <p:nvSpPr>
          <p:cNvPr id="2160" name=""/>
          <p:cNvSpPr txBox="1"/>
          <p:nvPr/>
        </p:nvSpPr>
        <p:spPr>
          <a:xfrm>
            <a:off x="799920" y="35136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装（</a:t>
            </a:r>
            <a:endParaRPr lang="en-US" sz="1500" b="0" u="none" strike="noStrike">
              <a:solidFill>
                <a:srgbClr val="000000"/>
              </a:solidFill>
              <a:effectLst/>
              <a:uFillTx/>
              <a:latin typeface="游明朝体"/>
            </a:endParaRPr>
          </a:p>
        </p:txBody>
      </p:sp>
      <p:sp>
        <p:nvSpPr>
          <p:cNvPr id="2161" name=""/>
          <p:cNvSpPr txBox="1"/>
          <p:nvPr/>
        </p:nvSpPr>
        <p:spPr>
          <a:xfrm>
            <a:off x="1181160" y="3504960"/>
            <a:ext cx="7448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Expo Go</a:t>
            </a:r>
            <a:endParaRPr lang="en-US" sz="1500" b="0" u="none" strike="noStrike">
              <a:solidFill>
                <a:srgbClr val="000000"/>
              </a:solidFill>
              <a:effectLst/>
              <a:uFillTx/>
              <a:latin typeface="游明朝体"/>
            </a:endParaRPr>
          </a:p>
        </p:txBody>
      </p:sp>
      <p:sp>
        <p:nvSpPr>
          <p:cNvPr id="2162" name=""/>
          <p:cNvSpPr txBox="1"/>
          <p:nvPr/>
        </p:nvSpPr>
        <p:spPr>
          <a:xfrm>
            <a:off x="1925280" y="351360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を利⽤、現時点では</a:t>
            </a:r>
            <a:endParaRPr lang="en-US" sz="1500" b="0" u="none" strike="noStrike">
              <a:solidFill>
                <a:srgbClr val="000000"/>
              </a:solidFill>
              <a:effectLst/>
              <a:uFillTx/>
              <a:latin typeface="游明朝体"/>
            </a:endParaRPr>
          </a:p>
        </p:txBody>
      </p:sp>
      <p:sp>
        <p:nvSpPr>
          <p:cNvPr id="2163" name=""/>
          <p:cNvSpPr txBox="1"/>
          <p:nvPr/>
        </p:nvSpPr>
        <p:spPr>
          <a:xfrm>
            <a:off x="3639960" y="3504960"/>
            <a:ext cx="360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2164" name=""/>
          <p:cNvSpPr txBox="1"/>
          <p:nvPr/>
        </p:nvSpPr>
        <p:spPr>
          <a:xfrm>
            <a:off x="3999600" y="351360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アプリのみ公</a:t>
            </a:r>
            <a:endParaRPr lang="en-US" sz="1500" b="0" u="none" strike="noStrike">
              <a:solidFill>
                <a:srgbClr val="000000"/>
              </a:solidFill>
              <a:effectLst/>
              <a:uFillTx/>
              <a:latin typeface="游明朝体"/>
            </a:endParaRPr>
          </a:p>
        </p:txBody>
      </p:sp>
      <p:sp>
        <p:nvSpPr>
          <p:cNvPr id="2165" name=""/>
          <p:cNvSpPr/>
          <p:nvPr/>
        </p:nvSpPr>
        <p:spPr>
          <a:xfrm>
            <a:off x="618840" y="43336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70"/>
                  <a:pt x="2" y="60"/>
                  <a:pt x="6" y="50"/>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50"/>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66" name=""/>
          <p:cNvSpPr txBox="1"/>
          <p:nvPr/>
        </p:nvSpPr>
        <p:spPr>
          <a:xfrm>
            <a:off x="799920" y="38566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開）</a:t>
            </a:r>
            <a:endParaRPr lang="en-US" sz="1500" b="0" u="none" strike="noStrike">
              <a:solidFill>
                <a:srgbClr val="000000"/>
              </a:solidFill>
              <a:effectLst/>
              <a:uFillTx/>
              <a:latin typeface="游明朝体"/>
            </a:endParaRPr>
          </a:p>
        </p:txBody>
      </p:sp>
      <p:sp>
        <p:nvSpPr>
          <p:cNvPr id="2167" name=""/>
          <p:cNvSpPr txBox="1"/>
          <p:nvPr/>
        </p:nvSpPr>
        <p:spPr>
          <a:xfrm>
            <a:off x="799920" y="424728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既存の実装を参考に</a:t>
            </a:r>
            <a:endParaRPr lang="en-US" sz="1500" b="0" u="none" strike="noStrike">
              <a:solidFill>
                <a:srgbClr val="000000"/>
              </a:solidFill>
              <a:effectLst/>
              <a:uFillTx/>
              <a:latin typeface="游明朝体"/>
            </a:endParaRPr>
          </a:p>
        </p:txBody>
      </p:sp>
      <p:sp>
        <p:nvSpPr>
          <p:cNvPr id="2168" name=""/>
          <p:cNvSpPr txBox="1"/>
          <p:nvPr/>
        </p:nvSpPr>
        <p:spPr>
          <a:xfrm>
            <a:off x="2514600" y="4238280"/>
            <a:ext cx="279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AI </a:t>
            </a:r>
            <a:endParaRPr lang="en-US" sz="1500" b="0" u="none" strike="noStrike">
              <a:solidFill>
                <a:srgbClr val="000000"/>
              </a:solidFill>
              <a:effectLst/>
              <a:uFillTx/>
              <a:latin typeface="游明朝体"/>
            </a:endParaRPr>
          </a:p>
        </p:txBody>
      </p:sp>
      <p:sp>
        <p:nvSpPr>
          <p:cNvPr id="2169" name=""/>
          <p:cNvSpPr txBox="1"/>
          <p:nvPr/>
        </p:nvSpPr>
        <p:spPr>
          <a:xfrm>
            <a:off x="2793240" y="424728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で機能を移植・改修する開</a:t>
            </a:r>
            <a:endParaRPr lang="en-US" sz="1500" b="0" u="none" strike="noStrike">
              <a:solidFill>
                <a:srgbClr val="000000"/>
              </a:solidFill>
              <a:effectLst/>
              <a:uFillTx/>
              <a:latin typeface="游明朝体"/>
            </a:endParaRPr>
          </a:p>
        </p:txBody>
      </p:sp>
      <p:sp>
        <p:nvSpPr>
          <p:cNvPr id="2170" name=""/>
          <p:cNvSpPr/>
          <p:nvPr/>
        </p:nvSpPr>
        <p:spPr>
          <a:xfrm>
            <a:off x="618840" y="506700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71" name=""/>
          <p:cNvSpPr txBox="1"/>
          <p:nvPr/>
        </p:nvSpPr>
        <p:spPr>
          <a:xfrm>
            <a:off x="799920" y="459000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発⼿法を採⽤</a:t>
            </a:r>
            <a:endParaRPr lang="en-US" sz="1500" b="0" u="none" strike="noStrike">
              <a:solidFill>
                <a:srgbClr val="000000"/>
              </a:solidFill>
              <a:effectLst/>
              <a:uFillTx/>
              <a:latin typeface="游明朝体"/>
            </a:endParaRPr>
          </a:p>
        </p:txBody>
      </p:sp>
      <p:sp>
        <p:nvSpPr>
          <p:cNvPr id="2172" name=""/>
          <p:cNvSpPr txBox="1"/>
          <p:nvPr/>
        </p:nvSpPr>
        <p:spPr>
          <a:xfrm>
            <a:off x="799920" y="4980600"/>
            <a:ext cx="4382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気象庁の検潮所データをリアルタイム表⽰する潮位</a:t>
            </a:r>
            <a:endParaRPr lang="en-US" sz="1500" b="0" u="none" strike="noStrike">
              <a:solidFill>
                <a:srgbClr val="000000"/>
              </a:solidFill>
              <a:effectLst/>
              <a:uFillTx/>
              <a:latin typeface="游明朝体"/>
            </a:endParaRPr>
          </a:p>
        </p:txBody>
      </p:sp>
      <p:sp>
        <p:nvSpPr>
          <p:cNvPr id="2173" name=""/>
          <p:cNvSpPr txBox="1"/>
          <p:nvPr/>
        </p:nvSpPr>
        <p:spPr>
          <a:xfrm>
            <a:off x="799920" y="5323680"/>
            <a:ext cx="2667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観測アプリも同様の⼿法で開発</a:t>
            </a:r>
            <a:endParaRPr lang="en-US" sz="1500" b="0" u="none" strike="noStrike">
              <a:solidFill>
                <a:srgbClr val="000000"/>
              </a:solidFill>
              <a:effectLst/>
              <a:uFillTx/>
              <a:latin typeface="游明朝体"/>
            </a:endParaRPr>
          </a:p>
        </p:txBody>
      </p:sp>
      <p:sp>
        <p:nvSpPr>
          <p:cNvPr id="2174" name=""/>
          <p:cNvSpPr txBox="1"/>
          <p:nvPr/>
        </p:nvSpPr>
        <p:spPr>
          <a:xfrm>
            <a:off x="533520" y="579024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公開</a:t>
            </a:r>
            <a:endParaRPr lang="en-US" sz="1500" b="0" u="none" strike="noStrike">
              <a:solidFill>
                <a:srgbClr val="000000"/>
              </a:solidFill>
              <a:effectLst/>
              <a:uFillTx/>
              <a:latin typeface="游明朝体"/>
            </a:endParaRPr>
          </a:p>
        </p:txBody>
      </p:sp>
      <p:sp>
        <p:nvSpPr>
          <p:cNvPr id="2175" name=""/>
          <p:cNvSpPr txBox="1"/>
          <p:nvPr/>
        </p:nvSpPr>
        <p:spPr>
          <a:xfrm>
            <a:off x="914400" y="5781240"/>
            <a:ext cx="41994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URL: </a:t>
            </a:r>
            <a:r>
              <a:rPr lang="en-US" sz="1500" b="0" u="none" strike="noStrike">
                <a:solidFill>
                  <a:srgbClr val="0969DA"/>
                </a:solidFill>
                <a:effectLst/>
                <a:uFillTx/>
                <a:latin typeface="HelveticaNeue"/>
                <a:ea typeface="HelveticaNeue"/>
              </a:rPr>
              <a:t>https://masauehr.github.io/iphone-weather-</a:t>
            </a:r>
            <a:endParaRPr lang="en-US" sz="1500" b="0" u="none" strike="noStrike">
              <a:solidFill>
                <a:srgbClr val="000000"/>
              </a:solidFill>
              <a:effectLst/>
              <a:uFillTx/>
              <a:latin typeface="游明朝体"/>
            </a:endParaRPr>
          </a:p>
        </p:txBody>
      </p:sp>
      <p:sp>
        <p:nvSpPr>
          <p:cNvPr id="2176" name=""/>
          <p:cNvSpPr txBox="1"/>
          <p:nvPr/>
        </p:nvSpPr>
        <p:spPr>
          <a:xfrm>
            <a:off x="533520" y="6067080"/>
            <a:ext cx="837000" cy="222840"/>
          </a:xfrm>
          <a:prstGeom prst="rect">
            <a:avLst/>
          </a:prstGeom>
          <a:noFill/>
          <a:ln w="0">
            <a:noFill/>
          </a:ln>
        </p:spPr>
        <p:txBody>
          <a:bodyPr wrap="none" lIns="0" tIns="0" rIns="0" bIns="0" anchor="t">
            <a:spAutoFit/>
          </a:bodyPr>
          <a:p>
            <a:pPr/>
            <a:r>
              <a:rPr lang="en-US" sz="1500" b="0" u="none" strike="noStrike">
                <a:solidFill>
                  <a:srgbClr val="0969DA"/>
                </a:solidFill>
                <a:effectLst/>
                <a:uFillTx/>
                <a:latin typeface="HelveticaNeue"/>
                <a:ea typeface="HelveticaNeue"/>
              </a:rPr>
              <a:t>app/radar</a:t>
            </a:r>
            <a:endParaRPr lang="en-US" sz="1500" b="0" u="none" strike="noStrike">
              <a:solidFill>
                <a:srgbClr val="000000"/>
              </a:solidFill>
              <a:effectLst/>
              <a:uFillTx/>
              <a:latin typeface="游明朝体"/>
            </a:endParaRPr>
          </a:p>
        </p:txBody>
      </p:sp>
      <p:sp>
        <p:nvSpPr>
          <p:cNvPr id="2177" name=""/>
          <p:cNvSpPr txBox="1"/>
          <p:nvPr/>
        </p:nvSpPr>
        <p:spPr>
          <a:xfrm>
            <a:off x="533520" y="636192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公開</a:t>
            </a:r>
            <a:endParaRPr lang="en-US" sz="1500" b="0" u="none" strike="noStrike">
              <a:solidFill>
                <a:srgbClr val="000000"/>
              </a:solidFill>
              <a:effectLst/>
              <a:uFillTx/>
              <a:latin typeface="游明朝体"/>
            </a:endParaRPr>
          </a:p>
        </p:txBody>
      </p:sp>
      <p:pic>
        <p:nvPicPr>
          <p:cNvPr id="2178" name=""/>
          <p:cNvPicPr/>
          <p:nvPr/>
        </p:nvPicPr>
        <p:blipFill>
          <a:blip r:embed="rId1"/>
          <a:stretch/>
        </p:blipFill>
        <p:spPr>
          <a:xfrm>
            <a:off x="6095880" y="1295280"/>
            <a:ext cx="2790360" cy="4571640"/>
          </a:xfrm>
          <a:prstGeom prst="rect">
            <a:avLst/>
          </a:prstGeom>
          <a:noFill/>
          <a:ln w="0">
            <a:noFill/>
          </a:ln>
        </p:spPr>
      </p:pic>
      <p:pic>
        <p:nvPicPr>
          <p:cNvPr id="2179" name=""/>
          <p:cNvPicPr/>
          <p:nvPr/>
        </p:nvPicPr>
        <p:blipFill>
          <a:blip r:embed="rId2"/>
          <a:stretch/>
        </p:blipFill>
        <p:spPr>
          <a:xfrm>
            <a:off x="9001080" y="1295280"/>
            <a:ext cx="1999800" cy="4571640"/>
          </a:xfrm>
          <a:prstGeom prst="rect">
            <a:avLst/>
          </a:prstGeom>
          <a:noFill/>
          <a:ln w="0">
            <a:noFill/>
          </a:ln>
        </p:spPr>
      </p:pic>
      <p:sp>
        <p:nvSpPr>
          <p:cNvPr id="2180" name=""/>
          <p:cNvSpPr txBox="1"/>
          <p:nvPr/>
        </p:nvSpPr>
        <p:spPr>
          <a:xfrm>
            <a:off x="914400" y="6352920"/>
            <a:ext cx="3818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URL: </a:t>
            </a:r>
            <a:r>
              <a:rPr lang="en-US" sz="1500" b="0" u="none" strike="noStrike">
                <a:solidFill>
                  <a:srgbClr val="0969DA"/>
                </a:solidFill>
                <a:effectLst/>
                <a:uFillTx/>
                <a:latin typeface="HelveticaNeue"/>
                <a:ea typeface="HelveticaNeue"/>
              </a:rPr>
              <a:t>https://masauehr.github.io/tide_viewer/</a:t>
            </a:r>
            <a:endParaRPr lang="en-US" sz="1500" b="0" u="none" strike="noStrike">
              <a:solidFill>
                <a:srgbClr val="000000"/>
              </a:solidFill>
              <a:effectLst/>
              <a:uFillTx/>
              <a:latin typeface="游明朝体"/>
            </a:endParaRPr>
          </a:p>
        </p:txBody>
      </p:sp>
      <p:sp>
        <p:nvSpPr>
          <p:cNvPr id="2181"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2"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3"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4"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5"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6"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7"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8"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89"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0"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1"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2"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3"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4"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5"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6"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7"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8"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99"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0"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1"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2"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3"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4"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5"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6"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7"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8"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09"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0"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1"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2"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3"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4"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5"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6"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7"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8"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9"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0"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1"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2"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3"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4"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5"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6"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7"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8"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9"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0"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1"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2"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3"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4"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5"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6"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7"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8"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9"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0"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1"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2"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3"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4"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5"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6"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7"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8"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49"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0"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1"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2"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3"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4"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5"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6"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7"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8"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59"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0"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1"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2"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3"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4"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5"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6"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7"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8"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9"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0"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1"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2"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3"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4"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5"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6"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7"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8"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79"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0"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1"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2"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3"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4"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5"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6"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7"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8"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89"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0"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1"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2"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3"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4"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5"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6"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7"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8"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99"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0"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1"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2"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3"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4"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5"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6"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7"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8"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09"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0"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1"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2"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3"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4"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5"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6"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7"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8"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19"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0"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1"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2"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3"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4"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5"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6"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7"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8"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29"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0"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1"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2"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3"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4"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5"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6"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7"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8"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39"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0"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1"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2"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3"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4"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5"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6"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7"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8"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49"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0"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1"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2"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3"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4"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5"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6"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7"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8"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59"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0"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1"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2"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3"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4"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5"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6"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7"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8"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69"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70"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71"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72"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373" name=""/>
          <p:cNvSpPr txBox="1"/>
          <p:nvPr/>
        </p:nvSpPr>
        <p:spPr>
          <a:xfrm>
            <a:off x="533520" y="495360"/>
            <a:ext cx="107816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衛星画像・レーダー表⽰アプリ、潮位観測表⽰アプリを開発</a:t>
            </a:r>
            <a:endParaRPr lang="en-US" sz="3150" b="0" u="none" strike="noStrike">
              <a:solidFill>
                <a:srgbClr val="000000"/>
              </a:solidFill>
              <a:effectLst/>
              <a:uFillTx/>
              <a:latin typeface="游明朝体"/>
            </a:endParaRPr>
          </a:p>
        </p:txBody>
      </p:sp>
      <p:sp>
        <p:nvSpPr>
          <p:cNvPr id="2374"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10</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8" name=""/>
          <p:cNvSpPr/>
          <p:nvPr/>
        </p:nvSpPr>
        <p:spPr>
          <a:xfrm>
            <a:off x="533160" y="5914800"/>
            <a:ext cx="11125440" cy="914760"/>
          </a:xfrm>
          <a:custGeom>
            <a:avLst/>
            <a:gdLst/>
            <a:ahLst/>
            <a:rect l="0" t="0" r="r" b="b"/>
            <a:pathLst>
              <a:path w="30904" h="2541">
                <a:moveTo>
                  <a:pt x="0" y="2382"/>
                </a:moveTo>
                <a:lnTo>
                  <a:pt x="0" y="160"/>
                </a:lnTo>
                <a:cubicBezTo>
                  <a:pt x="0" y="149"/>
                  <a:pt x="1" y="139"/>
                  <a:pt x="3" y="129"/>
                </a:cubicBezTo>
                <a:cubicBezTo>
                  <a:pt x="5" y="119"/>
                  <a:pt x="8" y="109"/>
                  <a:pt x="12" y="99"/>
                </a:cubicBezTo>
                <a:cubicBezTo>
                  <a:pt x="16" y="89"/>
                  <a:pt x="21" y="80"/>
                  <a:pt x="27" y="71"/>
                </a:cubicBezTo>
                <a:cubicBezTo>
                  <a:pt x="33" y="62"/>
                  <a:pt x="39" y="54"/>
                  <a:pt x="47" y="47"/>
                </a:cubicBezTo>
                <a:cubicBezTo>
                  <a:pt x="54" y="39"/>
                  <a:pt x="62" y="33"/>
                  <a:pt x="71" y="27"/>
                </a:cubicBezTo>
                <a:cubicBezTo>
                  <a:pt x="79" y="21"/>
                  <a:pt x="89" y="16"/>
                  <a:pt x="98" y="12"/>
                </a:cubicBezTo>
                <a:cubicBezTo>
                  <a:pt x="108" y="8"/>
                  <a:pt x="118" y="5"/>
                  <a:pt x="128" y="3"/>
                </a:cubicBezTo>
                <a:cubicBezTo>
                  <a:pt x="138" y="1"/>
                  <a:pt x="148" y="0"/>
                  <a:pt x="159" y="0"/>
                </a:cubicBezTo>
                <a:lnTo>
                  <a:pt x="30746" y="0"/>
                </a:lnTo>
                <a:cubicBezTo>
                  <a:pt x="30756" y="0"/>
                  <a:pt x="30766" y="1"/>
                  <a:pt x="30777" y="3"/>
                </a:cubicBezTo>
                <a:cubicBezTo>
                  <a:pt x="30787" y="5"/>
                  <a:pt x="30797" y="8"/>
                  <a:pt x="30806" y="12"/>
                </a:cubicBezTo>
                <a:cubicBezTo>
                  <a:pt x="30816" y="16"/>
                  <a:pt x="30825" y="21"/>
                  <a:pt x="30834" y="27"/>
                </a:cubicBezTo>
                <a:cubicBezTo>
                  <a:pt x="30843" y="33"/>
                  <a:pt x="30851" y="39"/>
                  <a:pt x="30858" y="47"/>
                </a:cubicBezTo>
                <a:cubicBezTo>
                  <a:pt x="30865" y="54"/>
                  <a:pt x="30872" y="62"/>
                  <a:pt x="30878" y="71"/>
                </a:cubicBezTo>
                <a:cubicBezTo>
                  <a:pt x="30884" y="80"/>
                  <a:pt x="30888" y="89"/>
                  <a:pt x="30892" y="99"/>
                </a:cubicBezTo>
                <a:cubicBezTo>
                  <a:pt x="30896" y="109"/>
                  <a:pt x="30899" y="119"/>
                  <a:pt x="30901" y="129"/>
                </a:cubicBezTo>
                <a:cubicBezTo>
                  <a:pt x="30903" y="139"/>
                  <a:pt x="30904" y="149"/>
                  <a:pt x="30904" y="160"/>
                </a:cubicBezTo>
                <a:lnTo>
                  <a:pt x="30904" y="2382"/>
                </a:lnTo>
                <a:cubicBezTo>
                  <a:pt x="30904" y="2393"/>
                  <a:pt x="30903" y="2403"/>
                  <a:pt x="30901" y="2413"/>
                </a:cubicBezTo>
                <a:cubicBezTo>
                  <a:pt x="30899" y="2424"/>
                  <a:pt x="30896" y="2433"/>
                  <a:pt x="30892" y="2443"/>
                </a:cubicBezTo>
                <a:cubicBezTo>
                  <a:pt x="30888" y="2453"/>
                  <a:pt x="30884" y="2462"/>
                  <a:pt x="30878" y="2471"/>
                </a:cubicBezTo>
                <a:cubicBezTo>
                  <a:pt x="30872" y="2479"/>
                  <a:pt x="30865" y="2487"/>
                  <a:pt x="30858" y="2495"/>
                </a:cubicBezTo>
                <a:cubicBezTo>
                  <a:pt x="30851" y="2502"/>
                  <a:pt x="30843" y="2509"/>
                  <a:pt x="30834" y="2514"/>
                </a:cubicBezTo>
                <a:cubicBezTo>
                  <a:pt x="30825" y="2520"/>
                  <a:pt x="30816" y="2525"/>
                  <a:pt x="30806" y="2529"/>
                </a:cubicBezTo>
                <a:cubicBezTo>
                  <a:pt x="30797" y="2533"/>
                  <a:pt x="30787" y="2536"/>
                  <a:pt x="30777" y="2538"/>
                </a:cubicBezTo>
                <a:cubicBezTo>
                  <a:pt x="30766" y="2540"/>
                  <a:pt x="30756" y="2541"/>
                  <a:pt x="30746" y="2541"/>
                </a:cubicBezTo>
                <a:lnTo>
                  <a:pt x="159" y="2541"/>
                </a:lnTo>
                <a:cubicBezTo>
                  <a:pt x="148" y="2541"/>
                  <a:pt x="138" y="2540"/>
                  <a:pt x="128" y="2538"/>
                </a:cubicBezTo>
                <a:cubicBezTo>
                  <a:pt x="118" y="2536"/>
                  <a:pt x="108" y="2533"/>
                  <a:pt x="98" y="2529"/>
                </a:cubicBezTo>
                <a:cubicBezTo>
                  <a:pt x="89" y="2525"/>
                  <a:pt x="79" y="2520"/>
                  <a:pt x="71" y="2514"/>
                </a:cubicBezTo>
                <a:cubicBezTo>
                  <a:pt x="62" y="2509"/>
                  <a:pt x="54" y="2502"/>
                  <a:pt x="47" y="2495"/>
                </a:cubicBezTo>
                <a:cubicBezTo>
                  <a:pt x="39" y="2487"/>
                  <a:pt x="33" y="2479"/>
                  <a:pt x="27" y="2471"/>
                </a:cubicBezTo>
                <a:cubicBezTo>
                  <a:pt x="21" y="2462"/>
                  <a:pt x="16" y="2453"/>
                  <a:pt x="12" y="2443"/>
                </a:cubicBezTo>
                <a:cubicBezTo>
                  <a:pt x="8" y="2433"/>
                  <a:pt x="5" y="2424"/>
                  <a:pt x="3" y="2413"/>
                </a:cubicBezTo>
                <a:cubicBezTo>
                  <a:pt x="1" y="2403"/>
                  <a:pt x="0" y="2393"/>
                  <a:pt x="0" y="2382"/>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9" name=""/>
          <p:cNvSpPr/>
          <p:nvPr/>
        </p:nvSpPr>
        <p:spPr>
          <a:xfrm>
            <a:off x="57132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0" name=""/>
          <p:cNvSpPr/>
          <p:nvPr/>
        </p:nvSpPr>
        <p:spPr>
          <a:xfrm>
            <a:off x="74052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1" name=""/>
          <p:cNvSpPr/>
          <p:nvPr/>
        </p:nvSpPr>
        <p:spPr>
          <a:xfrm>
            <a:off x="90936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2" name=""/>
          <p:cNvSpPr/>
          <p:nvPr/>
        </p:nvSpPr>
        <p:spPr>
          <a:xfrm>
            <a:off x="107856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3" name=""/>
          <p:cNvSpPr/>
          <p:nvPr/>
        </p:nvSpPr>
        <p:spPr>
          <a:xfrm>
            <a:off x="124776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4" name=""/>
          <p:cNvSpPr/>
          <p:nvPr/>
        </p:nvSpPr>
        <p:spPr>
          <a:xfrm>
            <a:off x="141660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5" name=""/>
          <p:cNvSpPr/>
          <p:nvPr/>
        </p:nvSpPr>
        <p:spPr>
          <a:xfrm>
            <a:off x="158580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6" name=""/>
          <p:cNvSpPr/>
          <p:nvPr/>
        </p:nvSpPr>
        <p:spPr>
          <a:xfrm>
            <a:off x="175464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7" name=""/>
          <p:cNvSpPr/>
          <p:nvPr/>
        </p:nvSpPr>
        <p:spPr>
          <a:xfrm>
            <a:off x="1923840" y="4381200"/>
            <a:ext cx="338400" cy="1010160"/>
          </a:xfrm>
          <a:custGeom>
            <a:avLst/>
            <a:gdLst/>
            <a:ahLst/>
            <a:rect l="0" t="0" r="r" b="b"/>
            <a:pathLst>
              <a:path w="940" h="2806">
                <a:moveTo>
                  <a:pt x="940" y="0"/>
                </a:moveTo>
                <a:lnTo>
                  <a:pt x="940" y="2806"/>
                </a:lnTo>
                <a:lnTo>
                  <a:pt x="0" y="2806"/>
                </a:lnTo>
                <a:lnTo>
                  <a:pt x="0" y="0"/>
                </a:lnTo>
                <a:lnTo>
                  <a:pt x="940"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8" name=""/>
          <p:cNvSpPr/>
          <p:nvPr/>
        </p:nvSpPr>
        <p:spPr>
          <a:xfrm>
            <a:off x="226188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9" name=""/>
          <p:cNvSpPr/>
          <p:nvPr/>
        </p:nvSpPr>
        <p:spPr>
          <a:xfrm>
            <a:off x="243108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0" name=""/>
          <p:cNvSpPr/>
          <p:nvPr/>
        </p:nvSpPr>
        <p:spPr>
          <a:xfrm>
            <a:off x="260028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1" name=""/>
          <p:cNvSpPr/>
          <p:nvPr/>
        </p:nvSpPr>
        <p:spPr>
          <a:xfrm>
            <a:off x="276912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2" name=""/>
          <p:cNvSpPr/>
          <p:nvPr/>
        </p:nvSpPr>
        <p:spPr>
          <a:xfrm>
            <a:off x="293832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3" name=""/>
          <p:cNvSpPr/>
          <p:nvPr/>
        </p:nvSpPr>
        <p:spPr>
          <a:xfrm>
            <a:off x="310752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4" name=""/>
          <p:cNvSpPr/>
          <p:nvPr/>
        </p:nvSpPr>
        <p:spPr>
          <a:xfrm>
            <a:off x="327636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5" name=""/>
          <p:cNvSpPr/>
          <p:nvPr/>
        </p:nvSpPr>
        <p:spPr>
          <a:xfrm>
            <a:off x="344556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6" name=""/>
          <p:cNvSpPr/>
          <p:nvPr/>
        </p:nvSpPr>
        <p:spPr>
          <a:xfrm>
            <a:off x="361440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7" name=""/>
          <p:cNvSpPr/>
          <p:nvPr/>
        </p:nvSpPr>
        <p:spPr>
          <a:xfrm>
            <a:off x="378360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8" name=""/>
          <p:cNvSpPr/>
          <p:nvPr/>
        </p:nvSpPr>
        <p:spPr>
          <a:xfrm>
            <a:off x="3952800" y="4381200"/>
            <a:ext cx="338400" cy="1010160"/>
          </a:xfrm>
          <a:custGeom>
            <a:avLst/>
            <a:gdLst/>
            <a:ahLst/>
            <a:rect l="0" t="0" r="r" b="b"/>
            <a:pathLst>
              <a:path w="940" h="2806">
                <a:moveTo>
                  <a:pt x="940" y="0"/>
                </a:moveTo>
                <a:lnTo>
                  <a:pt x="940" y="2806"/>
                </a:lnTo>
                <a:lnTo>
                  <a:pt x="0" y="2806"/>
                </a:lnTo>
                <a:lnTo>
                  <a:pt x="0" y="0"/>
                </a:lnTo>
                <a:lnTo>
                  <a:pt x="940"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9" name=""/>
          <p:cNvSpPr/>
          <p:nvPr/>
        </p:nvSpPr>
        <p:spPr>
          <a:xfrm>
            <a:off x="429084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0" name=""/>
          <p:cNvSpPr/>
          <p:nvPr/>
        </p:nvSpPr>
        <p:spPr>
          <a:xfrm>
            <a:off x="446004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1" name=""/>
          <p:cNvSpPr/>
          <p:nvPr/>
        </p:nvSpPr>
        <p:spPr>
          <a:xfrm>
            <a:off x="462888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2" name=""/>
          <p:cNvSpPr/>
          <p:nvPr/>
        </p:nvSpPr>
        <p:spPr>
          <a:xfrm>
            <a:off x="479808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3" name=""/>
          <p:cNvSpPr/>
          <p:nvPr/>
        </p:nvSpPr>
        <p:spPr>
          <a:xfrm>
            <a:off x="496728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4" name=""/>
          <p:cNvSpPr/>
          <p:nvPr/>
        </p:nvSpPr>
        <p:spPr>
          <a:xfrm>
            <a:off x="513612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5" name=""/>
          <p:cNvSpPr/>
          <p:nvPr/>
        </p:nvSpPr>
        <p:spPr>
          <a:xfrm>
            <a:off x="5305320" y="4381200"/>
            <a:ext cx="169200" cy="1010160"/>
          </a:xfrm>
          <a:custGeom>
            <a:avLst/>
            <a:gdLst/>
            <a:ahLst/>
            <a:rect l="0" t="0" r="r" b="b"/>
            <a:pathLst>
              <a:path w="470" h="2806">
                <a:moveTo>
                  <a:pt x="470" y="0"/>
                </a:moveTo>
                <a:lnTo>
                  <a:pt x="470" y="2806"/>
                </a:lnTo>
                <a:lnTo>
                  <a:pt x="0" y="2806"/>
                </a:lnTo>
                <a:lnTo>
                  <a:pt x="0" y="0"/>
                </a:lnTo>
                <a:lnTo>
                  <a:pt x="470"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6" name=""/>
          <p:cNvSpPr/>
          <p:nvPr/>
        </p:nvSpPr>
        <p:spPr>
          <a:xfrm>
            <a:off x="5474160" y="4381200"/>
            <a:ext cx="169560" cy="1010160"/>
          </a:xfrm>
          <a:custGeom>
            <a:avLst/>
            <a:gdLst/>
            <a:ahLst/>
            <a:rect l="0" t="0" r="r" b="b"/>
            <a:pathLst>
              <a:path w="471" h="2806">
                <a:moveTo>
                  <a:pt x="471" y="0"/>
                </a:moveTo>
                <a:lnTo>
                  <a:pt x="471" y="2806"/>
                </a:lnTo>
                <a:lnTo>
                  <a:pt x="0" y="2806"/>
                </a:lnTo>
                <a:lnTo>
                  <a:pt x="0" y="0"/>
                </a:lnTo>
                <a:lnTo>
                  <a:pt x="471"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7" name=""/>
          <p:cNvSpPr/>
          <p:nvPr/>
        </p:nvSpPr>
        <p:spPr>
          <a:xfrm>
            <a:off x="5643360" y="4381200"/>
            <a:ext cx="338400" cy="1010160"/>
          </a:xfrm>
          <a:custGeom>
            <a:avLst/>
            <a:gdLst/>
            <a:ahLst/>
            <a:rect l="0" t="0" r="r" b="b"/>
            <a:pathLst>
              <a:path w="940" h="2806">
                <a:moveTo>
                  <a:pt x="835" y="0"/>
                </a:moveTo>
                <a:cubicBezTo>
                  <a:pt x="864" y="0"/>
                  <a:pt x="889" y="11"/>
                  <a:pt x="909" y="31"/>
                </a:cubicBezTo>
                <a:cubicBezTo>
                  <a:pt x="930" y="52"/>
                  <a:pt x="940" y="77"/>
                  <a:pt x="940" y="106"/>
                </a:cubicBezTo>
                <a:lnTo>
                  <a:pt x="940" y="2700"/>
                </a:lnTo>
                <a:cubicBezTo>
                  <a:pt x="940" y="2729"/>
                  <a:pt x="930" y="2754"/>
                  <a:pt x="909" y="2775"/>
                </a:cubicBezTo>
                <a:cubicBezTo>
                  <a:pt x="889" y="2796"/>
                  <a:pt x="864" y="2806"/>
                  <a:pt x="835" y="2806"/>
                </a:cubicBezTo>
                <a:lnTo>
                  <a:pt x="0" y="2806"/>
                </a:lnTo>
                <a:lnTo>
                  <a:pt x="0" y="0"/>
                </a:lnTo>
                <a:lnTo>
                  <a:pt x="835"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8" name=""/>
          <p:cNvSpPr/>
          <p:nvPr/>
        </p:nvSpPr>
        <p:spPr>
          <a:xfrm>
            <a:off x="533160" y="4381200"/>
            <a:ext cx="38520" cy="1010160"/>
          </a:xfrm>
          <a:custGeom>
            <a:avLst/>
            <a:gdLst/>
            <a:ahLst/>
            <a:rect l="0" t="0" r="r" b="b"/>
            <a:pathLst>
              <a:path w="107" h="2806">
                <a:moveTo>
                  <a:pt x="0" y="0"/>
                </a:moveTo>
                <a:lnTo>
                  <a:pt x="107" y="0"/>
                </a:lnTo>
                <a:lnTo>
                  <a:pt x="107" y="2806"/>
                </a:lnTo>
                <a:lnTo>
                  <a:pt x="0" y="2806"/>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09" name=""/>
          <p:cNvSpPr/>
          <p:nvPr/>
        </p:nvSpPr>
        <p:spPr>
          <a:xfrm>
            <a:off x="618840" y="144756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4"/>
                </a:cubicBezTo>
                <a:cubicBezTo>
                  <a:pt x="31" y="17"/>
                  <a:pt x="40" y="11"/>
                  <a:pt x="49" y="6"/>
                </a:cubicBezTo>
                <a:cubicBezTo>
                  <a:pt x="59" y="2"/>
                  <a:pt x="69" y="0"/>
                  <a:pt x="80" y="0"/>
                </a:cubicBezTo>
                <a:cubicBezTo>
                  <a:pt x="90" y="0"/>
                  <a:pt x="101" y="2"/>
                  <a:pt x="111" y="6"/>
                </a:cubicBezTo>
                <a:cubicBezTo>
                  <a:pt x="121" y="11"/>
                  <a:pt x="129" y="17"/>
                  <a:pt x="137" y="24"/>
                </a:cubicBezTo>
                <a:cubicBezTo>
                  <a:pt x="144" y="32"/>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10" name=""/>
          <p:cNvSpPr txBox="1"/>
          <p:nvPr/>
        </p:nvSpPr>
        <p:spPr>
          <a:xfrm>
            <a:off x="799920" y="136116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気象庁サイト（</a:t>
            </a:r>
            <a:endParaRPr lang="en-US" sz="1500" b="0" u="none" strike="noStrike">
              <a:solidFill>
                <a:srgbClr val="000000"/>
              </a:solidFill>
              <a:effectLst/>
              <a:uFillTx/>
              <a:latin typeface="游明朝体"/>
            </a:endParaRPr>
          </a:p>
        </p:txBody>
      </p:sp>
      <p:sp>
        <p:nvSpPr>
          <p:cNvPr id="2411" name=""/>
          <p:cNvSpPr txBox="1"/>
          <p:nvPr/>
        </p:nvSpPr>
        <p:spPr>
          <a:xfrm>
            <a:off x="2127960" y="1352160"/>
            <a:ext cx="13028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bosai.jma.go.jp</a:t>
            </a:r>
            <a:endParaRPr lang="en-US" sz="1500" b="0" u="none" strike="noStrike">
              <a:solidFill>
                <a:srgbClr val="000000"/>
              </a:solidFill>
              <a:effectLst/>
              <a:uFillTx/>
              <a:latin typeface="游明朝体"/>
            </a:endParaRPr>
          </a:p>
        </p:txBody>
      </p:sp>
      <p:sp>
        <p:nvSpPr>
          <p:cNvPr id="2412" name=""/>
          <p:cNvSpPr txBox="1"/>
          <p:nvPr/>
        </p:nvSpPr>
        <p:spPr>
          <a:xfrm>
            <a:off x="3430080" y="136116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）が内部で使⽤する⾮公開</a:t>
            </a:r>
            <a:endParaRPr lang="en-US" sz="1500" b="0" u="none" strike="noStrike">
              <a:solidFill>
                <a:srgbClr val="000000"/>
              </a:solidFill>
              <a:effectLst/>
              <a:uFillTx/>
              <a:latin typeface="游明朝体"/>
            </a:endParaRPr>
          </a:p>
        </p:txBody>
      </p:sp>
      <p:sp>
        <p:nvSpPr>
          <p:cNvPr id="2413" name=""/>
          <p:cNvSpPr txBox="1"/>
          <p:nvPr/>
        </p:nvSpPr>
        <p:spPr>
          <a:xfrm>
            <a:off x="799920" y="1695240"/>
            <a:ext cx="297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API</a:t>
            </a:r>
            <a:endParaRPr lang="en-US" sz="1500" b="0" u="none" strike="noStrike">
              <a:solidFill>
                <a:srgbClr val="000000"/>
              </a:solidFill>
              <a:effectLst/>
              <a:uFillTx/>
              <a:latin typeface="游明朝体"/>
            </a:endParaRPr>
          </a:p>
        </p:txBody>
      </p:sp>
      <p:sp>
        <p:nvSpPr>
          <p:cNvPr id="2414" name=""/>
          <p:cNvSpPr txBox="1"/>
          <p:nvPr/>
        </p:nvSpPr>
        <p:spPr>
          <a:xfrm>
            <a:off x="1096200" y="17038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（認証不要）を</a:t>
            </a:r>
            <a:endParaRPr lang="en-US" sz="1500" b="0" u="none" strike="noStrike">
              <a:solidFill>
                <a:srgbClr val="000000"/>
              </a:solidFill>
              <a:effectLst/>
              <a:uFillTx/>
              <a:latin typeface="游明朝体"/>
            </a:endParaRPr>
          </a:p>
        </p:txBody>
      </p:sp>
      <p:sp>
        <p:nvSpPr>
          <p:cNvPr id="2415" name=""/>
          <p:cNvSpPr txBox="1"/>
          <p:nvPr/>
        </p:nvSpPr>
        <p:spPr>
          <a:xfrm>
            <a:off x="2430000" y="169524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416" name=""/>
          <p:cNvSpPr txBox="1"/>
          <p:nvPr/>
        </p:nvSpPr>
        <p:spPr>
          <a:xfrm>
            <a:off x="2602440" y="170388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と解析し、</a:t>
            </a:r>
            <a:endParaRPr lang="en-US" sz="1500" b="0" u="none" strike="noStrike">
              <a:solidFill>
                <a:srgbClr val="000000"/>
              </a:solidFill>
              <a:effectLst/>
              <a:uFillTx/>
              <a:latin typeface="游明朝体"/>
            </a:endParaRPr>
          </a:p>
        </p:txBody>
      </p:sp>
      <p:sp>
        <p:nvSpPr>
          <p:cNvPr id="2417" name=""/>
          <p:cNvSpPr txBox="1"/>
          <p:nvPr/>
        </p:nvSpPr>
        <p:spPr>
          <a:xfrm>
            <a:off x="3555000" y="1695240"/>
            <a:ext cx="4276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MCP</a:t>
            </a:r>
            <a:endParaRPr lang="en-US" sz="1500" b="0" u="none" strike="noStrike">
              <a:solidFill>
                <a:srgbClr val="000000"/>
              </a:solidFill>
              <a:effectLst/>
              <a:uFillTx/>
              <a:latin typeface="游明朝体"/>
            </a:endParaRPr>
          </a:p>
        </p:txBody>
      </p:sp>
      <p:sp>
        <p:nvSpPr>
          <p:cNvPr id="2418" name=""/>
          <p:cNvSpPr/>
          <p:nvPr/>
        </p:nvSpPr>
        <p:spPr>
          <a:xfrm>
            <a:off x="618840" y="2180880"/>
            <a:ext cx="57600" cy="57600"/>
          </a:xfrm>
          <a:custGeom>
            <a:avLst/>
            <a:gdLst/>
            <a:ahLst/>
            <a:rect l="0" t="0" r="r" b="b"/>
            <a:pathLst>
              <a:path w="160" h="160">
                <a:moveTo>
                  <a:pt x="160" y="81"/>
                </a:moveTo>
                <a:cubicBezTo>
                  <a:pt x="160" y="91"/>
                  <a:pt x="158" y="101"/>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1"/>
                  <a:pt x="0" y="91"/>
                  <a:pt x="0" y="81"/>
                </a:cubicBezTo>
                <a:cubicBezTo>
                  <a:pt x="0" y="70"/>
                  <a:pt x="2" y="60"/>
                  <a:pt x="6" y="50"/>
                </a:cubicBezTo>
                <a:cubicBezTo>
                  <a:pt x="10" y="41"/>
                  <a:pt x="16" y="32"/>
                  <a:pt x="24" y="24"/>
                </a:cubicBezTo>
                <a:cubicBezTo>
                  <a:pt x="31" y="16"/>
                  <a:pt x="40" y="11"/>
                  <a:pt x="49" y="6"/>
                </a:cubicBezTo>
                <a:cubicBezTo>
                  <a:pt x="59" y="2"/>
                  <a:pt x="69" y="0"/>
                  <a:pt x="80" y="0"/>
                </a:cubicBezTo>
                <a:cubicBezTo>
                  <a:pt x="90" y="0"/>
                  <a:pt x="101" y="2"/>
                  <a:pt x="111" y="6"/>
                </a:cubicBezTo>
                <a:cubicBezTo>
                  <a:pt x="121" y="11"/>
                  <a:pt x="129" y="16"/>
                  <a:pt x="137" y="24"/>
                </a:cubicBezTo>
                <a:cubicBezTo>
                  <a:pt x="144" y="32"/>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19" name=""/>
          <p:cNvSpPr txBox="1"/>
          <p:nvPr/>
        </p:nvSpPr>
        <p:spPr>
          <a:xfrm>
            <a:off x="3981960" y="170388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サーバーとして実装</a:t>
            </a:r>
            <a:endParaRPr lang="en-US" sz="1500" b="0" u="none" strike="noStrike">
              <a:solidFill>
                <a:srgbClr val="000000"/>
              </a:solidFill>
              <a:effectLst/>
              <a:uFillTx/>
              <a:latin typeface="游明朝体"/>
            </a:endParaRPr>
          </a:p>
        </p:txBody>
      </p:sp>
      <p:sp>
        <p:nvSpPr>
          <p:cNvPr id="2420" name=""/>
          <p:cNvSpPr txBox="1"/>
          <p:nvPr/>
        </p:nvSpPr>
        <p:spPr>
          <a:xfrm>
            <a:off x="799920" y="209448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天気予報・警報／注意報・早期注意情報・観測ランキング・</a:t>
            </a:r>
            <a:endParaRPr lang="en-US" sz="1500" b="0" u="none" strike="noStrike">
              <a:solidFill>
                <a:srgbClr val="000000"/>
              </a:solidFill>
              <a:effectLst/>
              <a:uFillTx/>
              <a:latin typeface="游明朝体"/>
            </a:endParaRPr>
          </a:p>
        </p:txBody>
      </p:sp>
      <p:sp>
        <p:nvSpPr>
          <p:cNvPr id="2421" name=""/>
          <p:cNvSpPr txBox="1"/>
          <p:nvPr/>
        </p:nvSpPr>
        <p:spPr>
          <a:xfrm>
            <a:off x="799920" y="243756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潮位など計</a:t>
            </a:r>
            <a:endParaRPr lang="en-US" sz="1500" b="0" u="none" strike="noStrike">
              <a:solidFill>
                <a:srgbClr val="000000"/>
              </a:solidFill>
              <a:effectLst/>
              <a:uFillTx/>
              <a:latin typeface="游明朝体"/>
            </a:endParaRPr>
          </a:p>
        </p:txBody>
      </p:sp>
      <p:sp>
        <p:nvSpPr>
          <p:cNvPr id="2422" name=""/>
          <p:cNvSpPr txBox="1"/>
          <p:nvPr/>
        </p:nvSpPr>
        <p:spPr>
          <a:xfrm>
            <a:off x="1752480" y="2428560"/>
            <a:ext cx="2124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21</a:t>
            </a:r>
            <a:endParaRPr lang="en-US" sz="1500" b="0" u="none" strike="noStrike">
              <a:solidFill>
                <a:srgbClr val="000000"/>
              </a:solidFill>
              <a:effectLst/>
              <a:uFillTx/>
              <a:latin typeface="游明朝体"/>
            </a:endParaRPr>
          </a:p>
        </p:txBody>
      </p:sp>
      <p:sp>
        <p:nvSpPr>
          <p:cNvPr id="2423" name=""/>
          <p:cNvSpPr/>
          <p:nvPr/>
        </p:nvSpPr>
        <p:spPr>
          <a:xfrm>
            <a:off x="618840" y="291456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39"/>
                  <a:pt x="16" y="30"/>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0"/>
                  <a:pt x="150" y="39"/>
                  <a:pt x="154" y="50"/>
                </a:cubicBezTo>
                <a:cubicBezTo>
                  <a:pt x="158" y="59"/>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24" name=""/>
          <p:cNvSpPr txBox="1"/>
          <p:nvPr/>
        </p:nvSpPr>
        <p:spPr>
          <a:xfrm>
            <a:off x="1964520" y="243756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種のツールを提供</a:t>
            </a:r>
            <a:endParaRPr lang="en-US" sz="1500" b="0" u="none" strike="noStrike">
              <a:solidFill>
                <a:srgbClr val="000000"/>
              </a:solidFill>
              <a:effectLst/>
              <a:uFillTx/>
              <a:latin typeface="游明朝体"/>
            </a:endParaRPr>
          </a:p>
        </p:txBody>
      </p:sp>
      <p:sp>
        <p:nvSpPr>
          <p:cNvPr id="2425" name=""/>
          <p:cNvSpPr txBox="1"/>
          <p:nvPr/>
        </p:nvSpPr>
        <p:spPr>
          <a:xfrm>
            <a:off x="799920" y="2819160"/>
            <a:ext cx="9072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HTTP/SSE</a:t>
            </a:r>
            <a:endParaRPr lang="en-US" sz="1500" b="0" u="none" strike="noStrike">
              <a:solidFill>
                <a:srgbClr val="000000"/>
              </a:solidFill>
              <a:effectLst/>
              <a:uFillTx/>
              <a:latin typeface="游明朝体"/>
            </a:endParaRPr>
          </a:p>
        </p:txBody>
      </p:sp>
      <p:sp>
        <p:nvSpPr>
          <p:cNvPr id="2426" name=""/>
          <p:cNvSpPr txBox="1"/>
          <p:nvPr/>
        </p:nvSpPr>
        <p:spPr>
          <a:xfrm>
            <a:off x="1706400" y="28278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版（</a:t>
            </a:r>
            <a:endParaRPr lang="en-US" sz="1500" b="0" u="none" strike="noStrike">
              <a:solidFill>
                <a:srgbClr val="000000"/>
              </a:solidFill>
              <a:effectLst/>
              <a:uFillTx/>
              <a:latin typeface="游明朝体"/>
            </a:endParaRPr>
          </a:p>
        </p:txBody>
      </p:sp>
      <p:sp>
        <p:nvSpPr>
          <p:cNvPr id="2427" name=""/>
          <p:cNvSpPr txBox="1"/>
          <p:nvPr/>
        </p:nvSpPr>
        <p:spPr>
          <a:xfrm>
            <a:off x="2087640" y="2819160"/>
            <a:ext cx="1433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jma-mcp-remote</a:t>
            </a:r>
            <a:endParaRPr lang="en-US" sz="1500" b="0" u="none" strike="noStrike">
              <a:solidFill>
                <a:srgbClr val="000000"/>
              </a:solidFill>
              <a:effectLst/>
              <a:uFillTx/>
              <a:latin typeface="游明朝体"/>
            </a:endParaRPr>
          </a:p>
        </p:txBody>
      </p:sp>
      <p:sp>
        <p:nvSpPr>
          <p:cNvPr id="2428" name=""/>
          <p:cNvSpPr txBox="1"/>
          <p:nvPr/>
        </p:nvSpPr>
        <p:spPr>
          <a:xfrm>
            <a:off x="3516840" y="28278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a:t>
            </a:r>
            <a:endParaRPr lang="en-US" sz="1500" b="0" u="none" strike="noStrike">
              <a:solidFill>
                <a:srgbClr val="000000"/>
              </a:solidFill>
              <a:effectLst/>
              <a:uFillTx/>
              <a:latin typeface="游明朝体"/>
            </a:endParaRPr>
          </a:p>
        </p:txBody>
      </p:sp>
      <p:sp>
        <p:nvSpPr>
          <p:cNvPr id="2429" name=""/>
          <p:cNvSpPr txBox="1"/>
          <p:nvPr/>
        </p:nvSpPr>
        <p:spPr>
          <a:xfrm>
            <a:off x="3898080" y="2819160"/>
            <a:ext cx="6181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Render</a:t>
            </a:r>
            <a:endParaRPr lang="en-US" sz="1500" b="0" u="none" strike="noStrike">
              <a:solidFill>
                <a:srgbClr val="000000"/>
              </a:solidFill>
              <a:effectLst/>
              <a:uFillTx/>
              <a:latin typeface="游明朝体"/>
            </a:endParaRPr>
          </a:p>
        </p:txBody>
      </p:sp>
      <p:sp>
        <p:nvSpPr>
          <p:cNvPr id="2430" name=""/>
          <p:cNvSpPr txBox="1"/>
          <p:nvPr/>
        </p:nvSpPr>
        <p:spPr>
          <a:xfrm>
            <a:off x="4515480" y="282780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にデプロイし、</a:t>
            </a:r>
            <a:endParaRPr lang="en-US" sz="1500" b="0" u="none" strike="noStrike">
              <a:solidFill>
                <a:srgbClr val="000000"/>
              </a:solidFill>
              <a:effectLst/>
              <a:uFillTx/>
              <a:latin typeface="游明朝体"/>
            </a:endParaRPr>
          </a:p>
        </p:txBody>
      </p:sp>
      <p:sp>
        <p:nvSpPr>
          <p:cNvPr id="2431" name=""/>
          <p:cNvSpPr txBox="1"/>
          <p:nvPr/>
        </p:nvSpPr>
        <p:spPr>
          <a:xfrm>
            <a:off x="799920" y="3161880"/>
            <a:ext cx="12463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Claude.ai Web</a:t>
            </a:r>
            <a:endParaRPr lang="en-US" sz="1500" b="0" u="none" strike="noStrike">
              <a:solidFill>
                <a:srgbClr val="000000"/>
              </a:solidFill>
              <a:effectLst/>
              <a:uFillTx/>
              <a:latin typeface="游明朝体"/>
            </a:endParaRPr>
          </a:p>
        </p:txBody>
      </p:sp>
      <p:sp>
        <p:nvSpPr>
          <p:cNvPr id="2432" name=""/>
          <p:cNvSpPr txBox="1"/>
          <p:nvPr/>
        </p:nvSpPr>
        <p:spPr>
          <a:xfrm>
            <a:off x="2034720" y="317088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版・デスクトップアプリ・</a:t>
            </a:r>
            <a:endParaRPr lang="en-US" sz="1500" b="0" u="none" strike="noStrike">
              <a:solidFill>
                <a:srgbClr val="000000"/>
              </a:solidFill>
              <a:effectLst/>
              <a:uFillTx/>
              <a:latin typeface="游明朝体"/>
            </a:endParaRPr>
          </a:p>
        </p:txBody>
      </p:sp>
      <p:sp>
        <p:nvSpPr>
          <p:cNvPr id="2433" name=""/>
          <p:cNvSpPr txBox="1"/>
          <p:nvPr/>
        </p:nvSpPr>
        <p:spPr>
          <a:xfrm>
            <a:off x="4309200" y="3161880"/>
            <a:ext cx="5900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iPhone</a:t>
            </a:r>
            <a:endParaRPr lang="en-US" sz="1500" b="0" u="none" strike="noStrike">
              <a:solidFill>
                <a:srgbClr val="000000"/>
              </a:solidFill>
              <a:effectLst/>
              <a:uFillTx/>
              <a:latin typeface="游明朝体"/>
            </a:endParaRPr>
          </a:p>
        </p:txBody>
      </p:sp>
      <p:sp>
        <p:nvSpPr>
          <p:cNvPr id="2434" name=""/>
          <p:cNvSpPr txBox="1"/>
          <p:nvPr/>
        </p:nvSpPr>
        <p:spPr>
          <a:xfrm>
            <a:off x="4898520" y="317088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版からも利</a:t>
            </a:r>
            <a:endParaRPr lang="en-US" sz="1500" b="0" u="none" strike="noStrike">
              <a:solidFill>
                <a:srgbClr val="000000"/>
              </a:solidFill>
              <a:effectLst/>
              <a:uFillTx/>
              <a:latin typeface="游明朝体"/>
            </a:endParaRPr>
          </a:p>
        </p:txBody>
      </p:sp>
      <p:sp>
        <p:nvSpPr>
          <p:cNvPr id="2435" name=""/>
          <p:cNvSpPr txBox="1"/>
          <p:nvPr/>
        </p:nvSpPr>
        <p:spPr>
          <a:xfrm>
            <a:off x="799920" y="351360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⽤可能</a:t>
            </a:r>
            <a:endParaRPr lang="en-US" sz="1500" b="0" u="none" strike="noStrike">
              <a:solidFill>
                <a:srgbClr val="000000"/>
              </a:solidFill>
              <a:effectLst/>
              <a:uFillTx/>
              <a:latin typeface="游明朝体"/>
            </a:endParaRPr>
          </a:p>
        </p:txBody>
      </p:sp>
      <p:sp>
        <p:nvSpPr>
          <p:cNvPr id="2436" name=""/>
          <p:cNvSpPr txBox="1"/>
          <p:nvPr/>
        </p:nvSpPr>
        <p:spPr>
          <a:xfrm>
            <a:off x="533520" y="3971520"/>
            <a:ext cx="40132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GitHub: </a:t>
            </a:r>
            <a:r>
              <a:rPr lang="en-US" sz="1500" b="0" u="none" strike="noStrike">
                <a:solidFill>
                  <a:srgbClr val="0969DA"/>
                </a:solidFill>
                <a:effectLst/>
                <a:uFillTx/>
                <a:latin typeface="HelveticaNeue"/>
                <a:ea typeface="HelveticaNeue"/>
              </a:rPr>
              <a:t>https://github.com/masauehr/jma-mcp</a:t>
            </a:r>
            <a:endParaRPr lang="en-US" sz="1500" b="0" u="none" strike="noStrike">
              <a:solidFill>
                <a:srgbClr val="000000"/>
              </a:solidFill>
              <a:effectLst/>
              <a:uFillTx/>
              <a:latin typeface="游明朝体"/>
            </a:endParaRPr>
          </a:p>
        </p:txBody>
      </p:sp>
      <p:sp>
        <p:nvSpPr>
          <p:cNvPr id="2437" name=""/>
          <p:cNvSpPr txBox="1"/>
          <p:nvPr/>
        </p:nvSpPr>
        <p:spPr>
          <a:xfrm>
            <a:off x="723960" y="4512960"/>
            <a:ext cx="5446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気象庁</a:t>
            </a:r>
            <a:endParaRPr lang="en-US" sz="1430" b="0" u="none" strike="noStrike">
              <a:solidFill>
                <a:srgbClr val="000000"/>
              </a:solidFill>
              <a:effectLst/>
              <a:uFillTx/>
              <a:latin typeface="游明朝体"/>
            </a:endParaRPr>
          </a:p>
        </p:txBody>
      </p:sp>
      <p:sp>
        <p:nvSpPr>
          <p:cNvPr id="2438" name=""/>
          <p:cNvSpPr txBox="1"/>
          <p:nvPr/>
        </p:nvSpPr>
        <p:spPr>
          <a:xfrm>
            <a:off x="1266840" y="4504320"/>
            <a:ext cx="2491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HP</a:t>
            </a:r>
            <a:endParaRPr lang="en-US" sz="1430" b="0" u="none" strike="noStrike">
              <a:solidFill>
                <a:srgbClr val="000000"/>
              </a:solidFill>
              <a:effectLst/>
              <a:uFillTx/>
              <a:latin typeface="游明朝体"/>
            </a:endParaRPr>
          </a:p>
        </p:txBody>
      </p:sp>
      <p:sp>
        <p:nvSpPr>
          <p:cNvPr id="2439" name=""/>
          <p:cNvSpPr txBox="1"/>
          <p:nvPr/>
        </p:nvSpPr>
        <p:spPr>
          <a:xfrm>
            <a:off x="1514880" y="4512960"/>
            <a:ext cx="41720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からのデータ取得コードは、以降の別アプリ（検潮</a:t>
            </a:r>
            <a:endParaRPr lang="en-US" sz="1430" b="0" u="none" strike="noStrike">
              <a:solidFill>
                <a:srgbClr val="000000"/>
              </a:solidFill>
              <a:effectLst/>
              <a:uFillTx/>
              <a:latin typeface="游明朝体"/>
            </a:endParaRPr>
          </a:p>
        </p:txBody>
      </p:sp>
      <p:sp>
        <p:nvSpPr>
          <p:cNvPr id="2440" name=""/>
          <p:cNvSpPr txBox="1"/>
          <p:nvPr/>
        </p:nvSpPr>
        <p:spPr>
          <a:xfrm>
            <a:off x="723960" y="4789080"/>
            <a:ext cx="27212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所観測データ⼀覧表⽰等）作成で</a:t>
            </a:r>
            <a:endParaRPr lang="en-US" sz="1430" b="0" u="none" strike="noStrike">
              <a:solidFill>
                <a:srgbClr val="000000"/>
              </a:solidFill>
              <a:effectLst/>
              <a:uFillTx/>
              <a:latin typeface="游明朝体"/>
            </a:endParaRPr>
          </a:p>
        </p:txBody>
      </p:sp>
      <p:sp>
        <p:nvSpPr>
          <p:cNvPr id="2441" name=""/>
          <p:cNvSpPr txBox="1"/>
          <p:nvPr/>
        </p:nvSpPr>
        <p:spPr>
          <a:xfrm>
            <a:off x="3438360" y="478080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AI</a:t>
            </a:r>
            <a:endParaRPr lang="en-US" sz="1430" b="0" u="none" strike="noStrike">
              <a:solidFill>
                <a:srgbClr val="000000"/>
              </a:solidFill>
              <a:effectLst/>
              <a:uFillTx/>
              <a:latin typeface="游明朝体"/>
            </a:endParaRPr>
          </a:p>
        </p:txBody>
      </p:sp>
      <p:sp>
        <p:nvSpPr>
          <p:cNvPr id="2442" name=""/>
          <p:cNvSpPr txBox="1"/>
          <p:nvPr/>
        </p:nvSpPr>
        <p:spPr>
          <a:xfrm>
            <a:off x="3602520" y="4789080"/>
            <a:ext cx="21769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が参考にできるので開発⾼</a:t>
            </a:r>
            <a:endParaRPr lang="en-US" sz="1430" b="0" u="none" strike="noStrike">
              <a:solidFill>
                <a:srgbClr val="000000"/>
              </a:solidFill>
              <a:effectLst/>
              <a:uFillTx/>
              <a:latin typeface="游明朝体"/>
            </a:endParaRPr>
          </a:p>
        </p:txBody>
      </p:sp>
      <p:sp>
        <p:nvSpPr>
          <p:cNvPr id="2443" name=""/>
          <p:cNvSpPr/>
          <p:nvPr/>
        </p:nvSpPr>
        <p:spPr>
          <a:xfrm>
            <a:off x="6248160" y="2038320"/>
            <a:ext cx="169560" cy="1276560"/>
          </a:xfrm>
          <a:custGeom>
            <a:avLst/>
            <a:gdLst/>
            <a:ahLst/>
            <a:rect l="0" t="0" r="r" b="b"/>
            <a:pathLst>
              <a:path w="471" h="3546">
                <a:moveTo>
                  <a:pt x="0" y="0"/>
                </a:moveTo>
                <a:lnTo>
                  <a:pt x="471" y="0"/>
                </a:lnTo>
                <a:lnTo>
                  <a:pt x="471" y="3546"/>
                </a:lnTo>
                <a:lnTo>
                  <a:pt x="0" y="3546"/>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4" name=""/>
          <p:cNvSpPr/>
          <p:nvPr/>
        </p:nvSpPr>
        <p:spPr>
          <a:xfrm>
            <a:off x="641736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5" name=""/>
          <p:cNvSpPr/>
          <p:nvPr/>
        </p:nvSpPr>
        <p:spPr>
          <a:xfrm>
            <a:off x="658620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6" name=""/>
          <p:cNvSpPr/>
          <p:nvPr/>
        </p:nvSpPr>
        <p:spPr>
          <a:xfrm>
            <a:off x="675540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7" name=""/>
          <p:cNvSpPr/>
          <p:nvPr/>
        </p:nvSpPr>
        <p:spPr>
          <a:xfrm>
            <a:off x="692460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8" name=""/>
          <p:cNvSpPr/>
          <p:nvPr/>
        </p:nvSpPr>
        <p:spPr>
          <a:xfrm>
            <a:off x="709344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49" name=""/>
          <p:cNvSpPr/>
          <p:nvPr/>
        </p:nvSpPr>
        <p:spPr>
          <a:xfrm>
            <a:off x="726264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0" name=""/>
          <p:cNvSpPr/>
          <p:nvPr/>
        </p:nvSpPr>
        <p:spPr>
          <a:xfrm>
            <a:off x="743184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1" name=""/>
          <p:cNvSpPr/>
          <p:nvPr/>
        </p:nvSpPr>
        <p:spPr>
          <a:xfrm>
            <a:off x="7600680" y="2038320"/>
            <a:ext cx="338760" cy="1276560"/>
          </a:xfrm>
          <a:custGeom>
            <a:avLst/>
            <a:gdLst/>
            <a:ahLst/>
            <a:rect l="0" t="0" r="r" b="b"/>
            <a:pathLst>
              <a:path w="941" h="3546">
                <a:moveTo>
                  <a:pt x="941" y="0"/>
                </a:moveTo>
                <a:lnTo>
                  <a:pt x="941" y="3546"/>
                </a:lnTo>
                <a:lnTo>
                  <a:pt x="0" y="3546"/>
                </a:lnTo>
                <a:lnTo>
                  <a:pt x="0" y="0"/>
                </a:lnTo>
                <a:lnTo>
                  <a:pt x="941"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2" name=""/>
          <p:cNvSpPr/>
          <p:nvPr/>
        </p:nvSpPr>
        <p:spPr>
          <a:xfrm>
            <a:off x="793908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3" name=""/>
          <p:cNvSpPr/>
          <p:nvPr/>
        </p:nvSpPr>
        <p:spPr>
          <a:xfrm>
            <a:off x="810792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4" name=""/>
          <p:cNvSpPr/>
          <p:nvPr/>
        </p:nvSpPr>
        <p:spPr>
          <a:xfrm>
            <a:off x="827712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5" name=""/>
          <p:cNvSpPr/>
          <p:nvPr/>
        </p:nvSpPr>
        <p:spPr>
          <a:xfrm>
            <a:off x="844596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6" name=""/>
          <p:cNvSpPr/>
          <p:nvPr/>
        </p:nvSpPr>
        <p:spPr>
          <a:xfrm>
            <a:off x="861516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7" name=""/>
          <p:cNvSpPr/>
          <p:nvPr/>
        </p:nvSpPr>
        <p:spPr>
          <a:xfrm>
            <a:off x="878436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8" name=""/>
          <p:cNvSpPr/>
          <p:nvPr/>
        </p:nvSpPr>
        <p:spPr>
          <a:xfrm>
            <a:off x="895320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59" name=""/>
          <p:cNvSpPr/>
          <p:nvPr/>
        </p:nvSpPr>
        <p:spPr>
          <a:xfrm>
            <a:off x="912240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0" name=""/>
          <p:cNvSpPr/>
          <p:nvPr/>
        </p:nvSpPr>
        <p:spPr>
          <a:xfrm>
            <a:off x="929160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1" name=""/>
          <p:cNvSpPr/>
          <p:nvPr/>
        </p:nvSpPr>
        <p:spPr>
          <a:xfrm>
            <a:off x="946044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2" name=""/>
          <p:cNvSpPr/>
          <p:nvPr/>
        </p:nvSpPr>
        <p:spPr>
          <a:xfrm>
            <a:off x="9629640" y="2038320"/>
            <a:ext cx="338400" cy="1276560"/>
          </a:xfrm>
          <a:custGeom>
            <a:avLst/>
            <a:gdLst/>
            <a:ahLst/>
            <a:rect l="0" t="0" r="r" b="b"/>
            <a:pathLst>
              <a:path w="940" h="3546">
                <a:moveTo>
                  <a:pt x="940" y="0"/>
                </a:moveTo>
                <a:lnTo>
                  <a:pt x="940" y="3546"/>
                </a:lnTo>
                <a:lnTo>
                  <a:pt x="0" y="3546"/>
                </a:lnTo>
                <a:lnTo>
                  <a:pt x="0" y="0"/>
                </a:lnTo>
                <a:lnTo>
                  <a:pt x="940"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3" name=""/>
          <p:cNvSpPr/>
          <p:nvPr/>
        </p:nvSpPr>
        <p:spPr>
          <a:xfrm>
            <a:off x="996768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4" name=""/>
          <p:cNvSpPr/>
          <p:nvPr/>
        </p:nvSpPr>
        <p:spPr>
          <a:xfrm>
            <a:off x="1013688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5" name=""/>
          <p:cNvSpPr/>
          <p:nvPr/>
        </p:nvSpPr>
        <p:spPr>
          <a:xfrm>
            <a:off x="1030572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6" name=""/>
          <p:cNvSpPr/>
          <p:nvPr/>
        </p:nvSpPr>
        <p:spPr>
          <a:xfrm>
            <a:off x="1047492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7" name=""/>
          <p:cNvSpPr/>
          <p:nvPr/>
        </p:nvSpPr>
        <p:spPr>
          <a:xfrm>
            <a:off x="1064412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8" name=""/>
          <p:cNvSpPr/>
          <p:nvPr/>
        </p:nvSpPr>
        <p:spPr>
          <a:xfrm>
            <a:off x="1081296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69" name=""/>
          <p:cNvSpPr/>
          <p:nvPr/>
        </p:nvSpPr>
        <p:spPr>
          <a:xfrm>
            <a:off x="10982160" y="2038320"/>
            <a:ext cx="169560" cy="1276560"/>
          </a:xfrm>
          <a:custGeom>
            <a:avLst/>
            <a:gdLst/>
            <a:ahLst/>
            <a:rect l="0" t="0" r="r" b="b"/>
            <a:pathLst>
              <a:path w="471" h="3546">
                <a:moveTo>
                  <a:pt x="471" y="0"/>
                </a:moveTo>
                <a:lnTo>
                  <a:pt x="471" y="3546"/>
                </a:lnTo>
                <a:lnTo>
                  <a:pt x="0" y="3546"/>
                </a:lnTo>
                <a:lnTo>
                  <a:pt x="0" y="0"/>
                </a:lnTo>
                <a:lnTo>
                  <a:pt x="471"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70" name=""/>
          <p:cNvSpPr/>
          <p:nvPr/>
        </p:nvSpPr>
        <p:spPr>
          <a:xfrm>
            <a:off x="11151360" y="2038320"/>
            <a:ext cx="169200" cy="1276560"/>
          </a:xfrm>
          <a:custGeom>
            <a:avLst/>
            <a:gdLst/>
            <a:ahLst/>
            <a:rect l="0" t="0" r="r" b="b"/>
            <a:pathLst>
              <a:path w="470" h="3546">
                <a:moveTo>
                  <a:pt x="470" y="0"/>
                </a:moveTo>
                <a:lnTo>
                  <a:pt x="470" y="3546"/>
                </a:lnTo>
                <a:lnTo>
                  <a:pt x="0" y="3546"/>
                </a:lnTo>
                <a:lnTo>
                  <a:pt x="0" y="0"/>
                </a:lnTo>
                <a:lnTo>
                  <a:pt x="470"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71" name=""/>
          <p:cNvSpPr/>
          <p:nvPr/>
        </p:nvSpPr>
        <p:spPr>
          <a:xfrm>
            <a:off x="11320200" y="2038320"/>
            <a:ext cx="338400" cy="1276560"/>
          </a:xfrm>
          <a:custGeom>
            <a:avLst/>
            <a:gdLst/>
            <a:ahLst/>
            <a:rect l="0" t="0" r="r" b="b"/>
            <a:pathLst>
              <a:path w="940" h="3546">
                <a:moveTo>
                  <a:pt x="835" y="0"/>
                </a:moveTo>
                <a:cubicBezTo>
                  <a:pt x="864" y="0"/>
                  <a:pt x="889" y="10"/>
                  <a:pt x="909" y="31"/>
                </a:cubicBezTo>
                <a:cubicBezTo>
                  <a:pt x="930" y="51"/>
                  <a:pt x="940" y="76"/>
                  <a:pt x="940" y="105"/>
                </a:cubicBezTo>
                <a:lnTo>
                  <a:pt x="940" y="3440"/>
                </a:lnTo>
                <a:cubicBezTo>
                  <a:pt x="940" y="3469"/>
                  <a:pt x="930" y="3494"/>
                  <a:pt x="909" y="3515"/>
                </a:cubicBezTo>
                <a:cubicBezTo>
                  <a:pt x="889" y="3536"/>
                  <a:pt x="864" y="3546"/>
                  <a:pt x="835" y="3546"/>
                </a:cubicBezTo>
                <a:lnTo>
                  <a:pt x="0" y="3546"/>
                </a:lnTo>
                <a:lnTo>
                  <a:pt x="0" y="0"/>
                </a:lnTo>
                <a:lnTo>
                  <a:pt x="835"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72" name=""/>
          <p:cNvSpPr/>
          <p:nvPr/>
        </p:nvSpPr>
        <p:spPr>
          <a:xfrm>
            <a:off x="6210000" y="2038320"/>
            <a:ext cx="38520" cy="1276560"/>
          </a:xfrm>
          <a:custGeom>
            <a:avLst/>
            <a:gdLst/>
            <a:ahLst/>
            <a:rect l="0" t="0" r="r" b="b"/>
            <a:pathLst>
              <a:path w="107" h="3546">
                <a:moveTo>
                  <a:pt x="0" y="0"/>
                </a:moveTo>
                <a:lnTo>
                  <a:pt x="107" y="0"/>
                </a:lnTo>
                <a:lnTo>
                  <a:pt x="107" y="3546"/>
                </a:lnTo>
                <a:lnTo>
                  <a:pt x="0" y="3546"/>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73" name=""/>
          <p:cNvSpPr txBox="1"/>
          <p:nvPr/>
        </p:nvSpPr>
        <p:spPr>
          <a:xfrm>
            <a:off x="723960" y="5055840"/>
            <a:ext cx="9075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速化になる</a:t>
            </a:r>
            <a:endParaRPr lang="en-US" sz="1430" b="0" u="none" strike="noStrike">
              <a:solidFill>
                <a:srgbClr val="000000"/>
              </a:solidFill>
              <a:effectLst/>
              <a:uFillTx/>
              <a:latin typeface="游明朝体"/>
            </a:endParaRPr>
          </a:p>
        </p:txBody>
      </p:sp>
      <p:sp>
        <p:nvSpPr>
          <p:cNvPr id="2474" name=""/>
          <p:cNvSpPr txBox="1"/>
          <p:nvPr/>
        </p:nvSpPr>
        <p:spPr>
          <a:xfrm>
            <a:off x="6210360" y="1333080"/>
            <a:ext cx="122832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2475" name=""/>
          <p:cNvSpPr txBox="1"/>
          <p:nvPr/>
        </p:nvSpPr>
        <p:spPr>
          <a:xfrm>
            <a:off x="7437960" y="1342080"/>
            <a:ext cx="419184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へ⾃然⾔語で質問するだけで⾃動的にツールを呼</a:t>
            </a:r>
            <a:endParaRPr lang="en-US" sz="1500" b="0" u="none" strike="noStrike">
              <a:solidFill>
                <a:srgbClr val="000000"/>
              </a:solidFill>
              <a:effectLst/>
              <a:uFillTx/>
              <a:latin typeface="游明朝体"/>
            </a:endParaRPr>
          </a:p>
        </p:txBody>
      </p:sp>
      <p:sp>
        <p:nvSpPr>
          <p:cNvPr id="2476" name=""/>
          <p:cNvSpPr txBox="1"/>
          <p:nvPr/>
        </p:nvSpPr>
        <p:spPr>
          <a:xfrm>
            <a:off x="6210360" y="1637280"/>
            <a:ext cx="228672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び出し、最新データを取得</a:t>
            </a:r>
            <a:endParaRPr lang="en-US" sz="1500" b="0" u="none" strike="noStrike">
              <a:solidFill>
                <a:srgbClr val="000000"/>
              </a:solidFill>
              <a:effectLst/>
              <a:uFillTx/>
              <a:latin typeface="游明朝体"/>
            </a:endParaRPr>
          </a:p>
        </p:txBody>
      </p:sp>
      <p:sp>
        <p:nvSpPr>
          <p:cNvPr id="2477" name=""/>
          <p:cNvSpPr txBox="1"/>
          <p:nvPr/>
        </p:nvSpPr>
        <p:spPr>
          <a:xfrm>
            <a:off x="6400800" y="2169720"/>
            <a:ext cx="23583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「東京の週間天気予報は？」</a:t>
            </a:r>
            <a:endParaRPr lang="en-US" sz="1430" b="0" u="none" strike="noStrike">
              <a:solidFill>
                <a:srgbClr val="000000"/>
              </a:solidFill>
              <a:effectLst/>
              <a:uFillTx/>
              <a:latin typeface="游明朝体"/>
            </a:endParaRPr>
          </a:p>
        </p:txBody>
      </p:sp>
      <p:sp>
        <p:nvSpPr>
          <p:cNvPr id="2478" name=""/>
          <p:cNvSpPr txBox="1"/>
          <p:nvPr/>
        </p:nvSpPr>
        <p:spPr>
          <a:xfrm>
            <a:off x="6400800" y="2446200"/>
            <a:ext cx="29023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「沖縄への早期注意情報を教えて」</a:t>
            </a:r>
            <a:endParaRPr lang="en-US" sz="1430" b="0" u="none" strike="noStrike">
              <a:solidFill>
                <a:srgbClr val="000000"/>
              </a:solidFill>
              <a:effectLst/>
              <a:uFillTx/>
              <a:latin typeface="游明朝体"/>
            </a:endParaRPr>
          </a:p>
        </p:txBody>
      </p:sp>
      <p:sp>
        <p:nvSpPr>
          <p:cNvPr id="2479" name=""/>
          <p:cNvSpPr txBox="1"/>
          <p:nvPr/>
        </p:nvSpPr>
        <p:spPr>
          <a:xfrm>
            <a:off x="6400800" y="2712600"/>
            <a:ext cx="25398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「那覇の現在の潮位を教えて」</a:t>
            </a:r>
            <a:endParaRPr lang="en-US" sz="1430" b="0" u="none" strike="noStrike">
              <a:solidFill>
                <a:srgbClr val="000000"/>
              </a:solidFill>
              <a:effectLst/>
              <a:uFillTx/>
              <a:latin typeface="游明朝体"/>
            </a:endParaRPr>
          </a:p>
        </p:txBody>
      </p:sp>
      <p:sp>
        <p:nvSpPr>
          <p:cNvPr id="2480" name=""/>
          <p:cNvSpPr txBox="1"/>
          <p:nvPr/>
        </p:nvSpPr>
        <p:spPr>
          <a:xfrm>
            <a:off x="6400800" y="2989080"/>
            <a:ext cx="344664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「今⽇の全国降⽔量ランキングを⾒せて」</a:t>
            </a:r>
            <a:endParaRPr lang="en-US" sz="1430" b="0" u="none" strike="noStrike">
              <a:solidFill>
                <a:srgbClr val="000000"/>
              </a:solidFill>
              <a:effectLst/>
              <a:uFillTx/>
              <a:latin typeface="游明朝体"/>
            </a:endParaRPr>
          </a:p>
        </p:txBody>
      </p:sp>
      <p:sp>
        <p:nvSpPr>
          <p:cNvPr id="2481" name=""/>
          <p:cNvSpPr txBox="1"/>
          <p:nvPr/>
        </p:nvSpPr>
        <p:spPr>
          <a:xfrm>
            <a:off x="704880" y="6075360"/>
            <a:ext cx="374760" cy="192240"/>
          </a:xfrm>
          <a:prstGeom prst="rect">
            <a:avLst/>
          </a:prstGeom>
          <a:noFill/>
          <a:ln w="0">
            <a:noFill/>
          </a:ln>
        </p:spPr>
        <p:txBody>
          <a:bodyPr wrap="none" lIns="0" tIns="0" rIns="0" bIns="0" anchor="t">
            <a:spAutoFit/>
          </a:bodyPr>
          <a:p>
            <a:pPr/>
            <a:r>
              <a:rPr lang="en-US" sz="1280" b="1" u="none" strike="noStrike">
                <a:solidFill>
                  <a:srgbClr val="EB6834"/>
                </a:solidFill>
                <a:effectLst/>
                <a:uFillTx/>
                <a:latin typeface="HelveticaNeue"/>
                <a:ea typeface="HelveticaNeue"/>
              </a:rPr>
              <a:t>MCP</a:t>
            </a:r>
            <a:endParaRPr lang="en-US" sz="1280" b="0" u="none" strike="noStrike">
              <a:solidFill>
                <a:srgbClr val="000000"/>
              </a:solidFill>
              <a:effectLst/>
              <a:uFillTx/>
              <a:latin typeface="游明朝体"/>
            </a:endParaRPr>
          </a:p>
        </p:txBody>
      </p:sp>
      <p:sp>
        <p:nvSpPr>
          <p:cNvPr id="2482" name=""/>
          <p:cNvSpPr txBox="1"/>
          <p:nvPr/>
        </p:nvSpPr>
        <p:spPr>
          <a:xfrm>
            <a:off x="1079640" y="6082920"/>
            <a:ext cx="162360" cy="162000"/>
          </a:xfrm>
          <a:prstGeom prst="rect">
            <a:avLst/>
          </a:prstGeom>
          <a:noFill/>
          <a:ln w="0">
            <a:noFill/>
          </a:ln>
        </p:spPr>
        <p:txBody>
          <a:bodyPr wrap="none" lIns="0" tIns="0" rIns="0" bIns="0" anchor="t">
            <a:spAutoFit/>
          </a:bodyPr>
          <a:p>
            <a:pPr/>
            <a:r>
              <a:rPr lang="ja-JP" sz="1280" b="1" u="none" strike="noStrike">
                <a:solidFill>
                  <a:srgbClr val="EB6834"/>
                </a:solidFill>
                <a:effectLst/>
                <a:uFillTx/>
                <a:latin typeface="HiraginoSans-W5"/>
                <a:ea typeface="HiraginoSans-W5"/>
              </a:rPr>
              <a:t>（</a:t>
            </a:r>
            <a:endParaRPr lang="en-US" sz="1280" b="0" u="none" strike="noStrike">
              <a:solidFill>
                <a:srgbClr val="000000"/>
              </a:solidFill>
              <a:effectLst/>
              <a:uFillTx/>
              <a:latin typeface="游明朝体"/>
            </a:endParaRPr>
          </a:p>
        </p:txBody>
      </p:sp>
      <p:sp>
        <p:nvSpPr>
          <p:cNvPr id="2483" name=""/>
          <p:cNvSpPr txBox="1"/>
          <p:nvPr/>
        </p:nvSpPr>
        <p:spPr>
          <a:xfrm>
            <a:off x="1241640" y="6075360"/>
            <a:ext cx="1834200" cy="192240"/>
          </a:xfrm>
          <a:prstGeom prst="rect">
            <a:avLst/>
          </a:prstGeom>
          <a:noFill/>
          <a:ln w="0">
            <a:noFill/>
          </a:ln>
        </p:spPr>
        <p:txBody>
          <a:bodyPr wrap="none" lIns="0" tIns="0" rIns="0" bIns="0" anchor="t">
            <a:spAutoFit/>
          </a:bodyPr>
          <a:p>
            <a:pPr/>
            <a:r>
              <a:rPr lang="en-US" sz="1280" b="1" u="none" strike="noStrike">
                <a:solidFill>
                  <a:srgbClr val="EB6834"/>
                </a:solidFill>
                <a:effectLst/>
                <a:uFillTx/>
                <a:latin typeface="HelveticaNeue"/>
                <a:ea typeface="HelveticaNeue"/>
              </a:rPr>
              <a:t>Model Context Protocol</a:t>
            </a:r>
            <a:endParaRPr lang="en-US" sz="1280" b="0" u="none" strike="noStrike">
              <a:solidFill>
                <a:srgbClr val="000000"/>
              </a:solidFill>
              <a:effectLst/>
              <a:uFillTx/>
              <a:latin typeface="游明朝体"/>
            </a:endParaRPr>
          </a:p>
        </p:txBody>
      </p:sp>
      <p:sp>
        <p:nvSpPr>
          <p:cNvPr id="2484" name=""/>
          <p:cNvSpPr txBox="1"/>
          <p:nvPr/>
        </p:nvSpPr>
        <p:spPr>
          <a:xfrm>
            <a:off x="3076560" y="6082920"/>
            <a:ext cx="485280" cy="162000"/>
          </a:xfrm>
          <a:prstGeom prst="rect">
            <a:avLst/>
          </a:prstGeom>
          <a:noFill/>
          <a:ln w="0">
            <a:noFill/>
          </a:ln>
        </p:spPr>
        <p:txBody>
          <a:bodyPr wrap="none" lIns="0" tIns="0" rIns="0" bIns="0" anchor="t">
            <a:spAutoFit/>
          </a:bodyPr>
          <a:p>
            <a:pPr/>
            <a:r>
              <a:rPr lang="ja-JP" sz="1280" b="1" u="none" strike="noStrike">
                <a:solidFill>
                  <a:srgbClr val="EB6834"/>
                </a:solidFill>
                <a:effectLst/>
                <a:uFillTx/>
                <a:latin typeface="HiraginoSans-W5"/>
                <a:ea typeface="HiraginoSans-W5"/>
              </a:rPr>
              <a:t>）とは</a:t>
            </a:r>
            <a:endParaRPr lang="en-US" sz="1280" b="0" u="none" strike="noStrike">
              <a:solidFill>
                <a:srgbClr val="000000"/>
              </a:solidFill>
              <a:effectLst/>
              <a:uFillTx/>
              <a:latin typeface="游明朝体"/>
            </a:endParaRPr>
          </a:p>
        </p:txBody>
      </p:sp>
      <p:sp>
        <p:nvSpPr>
          <p:cNvPr id="2485" name=""/>
          <p:cNvSpPr txBox="1"/>
          <p:nvPr/>
        </p:nvSpPr>
        <p:spPr>
          <a:xfrm>
            <a:off x="3562200" y="6075360"/>
            <a:ext cx="79056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 Anthropic</a:t>
            </a:r>
            <a:endParaRPr lang="en-US" sz="1280" b="0" u="none" strike="noStrike">
              <a:solidFill>
                <a:srgbClr val="000000"/>
              </a:solidFill>
              <a:effectLst/>
              <a:uFillTx/>
              <a:latin typeface="游明朝体"/>
            </a:endParaRPr>
          </a:p>
        </p:txBody>
      </p:sp>
      <p:sp>
        <p:nvSpPr>
          <p:cNvPr id="2486" name=""/>
          <p:cNvSpPr txBox="1"/>
          <p:nvPr/>
        </p:nvSpPr>
        <p:spPr>
          <a:xfrm>
            <a:off x="4351320" y="6082920"/>
            <a:ext cx="274680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3"/>
                <a:ea typeface="HiraginoSans-W3"/>
              </a:rPr>
              <a:t>が策定したオープン標準プロトコル。</a:t>
            </a:r>
            <a:endParaRPr lang="en-US" sz="1280" b="0" u="none" strike="noStrike">
              <a:solidFill>
                <a:srgbClr val="000000"/>
              </a:solidFill>
              <a:effectLst/>
              <a:uFillTx/>
              <a:latin typeface="游明朝体"/>
            </a:endParaRPr>
          </a:p>
        </p:txBody>
      </p:sp>
      <p:sp>
        <p:nvSpPr>
          <p:cNvPr id="2487" name=""/>
          <p:cNvSpPr txBox="1"/>
          <p:nvPr/>
        </p:nvSpPr>
        <p:spPr>
          <a:xfrm>
            <a:off x="7083000" y="6075360"/>
            <a:ext cx="16164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AI</a:t>
            </a:r>
            <a:endParaRPr lang="en-US" sz="1280" b="0" u="none" strike="noStrike">
              <a:solidFill>
                <a:srgbClr val="000000"/>
              </a:solidFill>
              <a:effectLst/>
              <a:uFillTx/>
              <a:latin typeface="游明朝体"/>
            </a:endParaRPr>
          </a:p>
        </p:txBody>
      </p:sp>
      <p:sp>
        <p:nvSpPr>
          <p:cNvPr id="2488" name=""/>
          <p:cNvSpPr txBox="1"/>
          <p:nvPr/>
        </p:nvSpPr>
        <p:spPr>
          <a:xfrm>
            <a:off x="7229880" y="6082920"/>
            <a:ext cx="16236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3"/>
                <a:ea typeface="HiraginoSans-W3"/>
              </a:rPr>
              <a:t>（</a:t>
            </a:r>
            <a:endParaRPr lang="en-US" sz="1280" b="0" u="none" strike="noStrike">
              <a:solidFill>
                <a:srgbClr val="000000"/>
              </a:solidFill>
              <a:effectLst/>
              <a:uFillTx/>
              <a:latin typeface="游明朝体"/>
            </a:endParaRPr>
          </a:p>
        </p:txBody>
      </p:sp>
      <p:sp>
        <p:nvSpPr>
          <p:cNvPr id="2489" name=""/>
          <p:cNvSpPr txBox="1"/>
          <p:nvPr/>
        </p:nvSpPr>
        <p:spPr>
          <a:xfrm>
            <a:off x="7391880" y="6075360"/>
            <a:ext cx="51228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Claude</a:t>
            </a:r>
            <a:endParaRPr lang="en-US" sz="1280" b="0" u="none" strike="noStrike">
              <a:solidFill>
                <a:srgbClr val="000000"/>
              </a:solidFill>
              <a:effectLst/>
              <a:uFillTx/>
              <a:latin typeface="游明朝体"/>
            </a:endParaRPr>
          </a:p>
        </p:txBody>
      </p:sp>
      <p:sp>
        <p:nvSpPr>
          <p:cNvPr id="2490" name=""/>
          <p:cNvSpPr txBox="1"/>
          <p:nvPr/>
        </p:nvSpPr>
        <p:spPr>
          <a:xfrm>
            <a:off x="7904520" y="6082920"/>
            <a:ext cx="355464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3"/>
                <a:ea typeface="HiraginoSans-W3"/>
              </a:rPr>
              <a:t>）と外部ツール・データソースを接続する仕組み</a:t>
            </a:r>
            <a:endParaRPr lang="en-US" sz="1280" b="0" u="none" strike="noStrike">
              <a:solidFill>
                <a:srgbClr val="000000"/>
              </a:solidFill>
              <a:effectLst/>
              <a:uFillTx/>
              <a:latin typeface="游明朝体"/>
            </a:endParaRPr>
          </a:p>
        </p:txBody>
      </p:sp>
      <p:sp>
        <p:nvSpPr>
          <p:cNvPr id="2491" name=""/>
          <p:cNvSpPr txBox="1"/>
          <p:nvPr/>
        </p:nvSpPr>
        <p:spPr>
          <a:xfrm>
            <a:off x="704880" y="6320880"/>
            <a:ext cx="113148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3"/>
                <a:ea typeface="HiraginoSans-W3"/>
              </a:rPr>
              <a:t>で、これにより</a:t>
            </a:r>
            <a:endParaRPr lang="en-US" sz="1280" b="0" u="none" strike="noStrike">
              <a:solidFill>
                <a:srgbClr val="000000"/>
              </a:solidFill>
              <a:effectLst/>
              <a:uFillTx/>
              <a:latin typeface="游明朝体"/>
            </a:endParaRPr>
          </a:p>
        </p:txBody>
      </p:sp>
      <p:sp>
        <p:nvSpPr>
          <p:cNvPr id="2492" name=""/>
          <p:cNvSpPr txBox="1"/>
          <p:nvPr/>
        </p:nvSpPr>
        <p:spPr>
          <a:xfrm>
            <a:off x="1830240" y="6313320"/>
            <a:ext cx="16164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AI</a:t>
            </a:r>
            <a:endParaRPr lang="en-US" sz="1280" b="0" u="none" strike="noStrike">
              <a:solidFill>
                <a:srgbClr val="000000"/>
              </a:solidFill>
              <a:effectLst/>
              <a:uFillTx/>
              <a:latin typeface="游明朝体"/>
            </a:endParaRPr>
          </a:p>
        </p:txBody>
      </p:sp>
      <p:sp>
        <p:nvSpPr>
          <p:cNvPr id="2493" name=""/>
          <p:cNvSpPr txBox="1"/>
          <p:nvPr/>
        </p:nvSpPr>
        <p:spPr>
          <a:xfrm>
            <a:off x="1977120" y="6320880"/>
            <a:ext cx="678564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3"/>
                <a:ea typeface="HiraginoSans-W3"/>
              </a:rPr>
              <a:t>が学習データにない最新情報やローカル環境の情報をリアルタイムに取得できるようになる。</a:t>
            </a:r>
            <a:endParaRPr lang="en-US" sz="1280" b="0" u="none" strike="noStrike">
              <a:solidFill>
                <a:srgbClr val="000000"/>
              </a:solidFill>
              <a:effectLst/>
              <a:uFillTx/>
              <a:latin typeface="游明朝体"/>
            </a:endParaRPr>
          </a:p>
        </p:txBody>
      </p:sp>
      <p:sp>
        <p:nvSpPr>
          <p:cNvPr id="2494" name=""/>
          <p:cNvSpPr txBox="1"/>
          <p:nvPr/>
        </p:nvSpPr>
        <p:spPr>
          <a:xfrm>
            <a:off x="533520" y="495360"/>
            <a:ext cx="31950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気象庁データ取得</a:t>
            </a:r>
            <a:endParaRPr lang="en-US" sz="3150" b="0" u="none" strike="noStrike">
              <a:solidFill>
                <a:srgbClr val="000000"/>
              </a:solidFill>
              <a:effectLst/>
              <a:uFillTx/>
              <a:latin typeface="游明朝体"/>
            </a:endParaRPr>
          </a:p>
        </p:txBody>
      </p:sp>
      <p:sp>
        <p:nvSpPr>
          <p:cNvPr id="2495" name=""/>
          <p:cNvSpPr txBox="1"/>
          <p:nvPr/>
        </p:nvSpPr>
        <p:spPr>
          <a:xfrm>
            <a:off x="3733920" y="476280"/>
            <a:ext cx="103608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 MCP</a:t>
            </a:r>
            <a:endParaRPr lang="en-US" sz="3150" b="0" u="none" strike="noStrike">
              <a:solidFill>
                <a:srgbClr val="000000"/>
              </a:solidFill>
              <a:effectLst/>
              <a:uFillTx/>
              <a:latin typeface="游明朝体"/>
            </a:endParaRPr>
          </a:p>
        </p:txBody>
      </p:sp>
      <p:sp>
        <p:nvSpPr>
          <p:cNvPr id="2496" name=""/>
          <p:cNvSpPr txBox="1"/>
          <p:nvPr/>
        </p:nvSpPr>
        <p:spPr>
          <a:xfrm>
            <a:off x="4771080" y="495360"/>
            <a:ext cx="199728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サーバー（</a:t>
            </a:r>
            <a:endParaRPr lang="en-US" sz="3150" b="0" u="none" strike="noStrike">
              <a:solidFill>
                <a:srgbClr val="000000"/>
              </a:solidFill>
              <a:effectLst/>
              <a:uFillTx/>
              <a:latin typeface="游明朝体"/>
            </a:endParaRPr>
          </a:p>
        </p:txBody>
      </p:sp>
      <p:sp>
        <p:nvSpPr>
          <p:cNvPr id="2497" name=""/>
          <p:cNvSpPr txBox="1"/>
          <p:nvPr/>
        </p:nvSpPr>
        <p:spPr>
          <a:xfrm>
            <a:off x="6759360" y="476280"/>
            <a:ext cx="169992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jma-mcp</a:t>
            </a:r>
            <a:endParaRPr lang="en-US" sz="3150" b="0" u="none" strike="noStrike">
              <a:solidFill>
                <a:srgbClr val="000000"/>
              </a:solidFill>
              <a:effectLst/>
              <a:uFillTx/>
              <a:latin typeface="游明朝体"/>
            </a:endParaRPr>
          </a:p>
        </p:txBody>
      </p:sp>
      <p:sp>
        <p:nvSpPr>
          <p:cNvPr id="2498"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499"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0"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1"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2"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3"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4"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5"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6"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7"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8"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09"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0"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1"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2"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3"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4"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5"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6"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7"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8"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19"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0"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1"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2"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3"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4"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5"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6"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7"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8"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9"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0"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1"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2"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3"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4"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5"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6"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7"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8"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9"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0"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1"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2"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3"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4"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5"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6"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7"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8"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49"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0"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1"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2"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3"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4"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5"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6"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7"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8"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59"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0"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1"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2"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3"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4"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5"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6"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7"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8"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69"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0"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1"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2"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3"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4"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5"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6"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7"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8"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79"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0"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1"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2"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3"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4"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5"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6"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7"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8"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89"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0"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1"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2"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3"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4"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5"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6"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7"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8"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99"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0"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1"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2"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3"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4"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5"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6"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7"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8"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09"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0"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1"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2"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3"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4"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5"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6"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7"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8"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19"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0"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1"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2"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3"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4"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5"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6"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7"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8"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29"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0"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1"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2"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3"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4"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5"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6"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7"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8"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39"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0"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1"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2"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3"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4"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5"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6"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7"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8"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49"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0"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1"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2"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3"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4"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5"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6"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7"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8"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59"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0"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1"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2"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3"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4"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5"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6"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7"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8"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69"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0"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1"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2"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3"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4"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5"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6"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7"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8"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79"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0"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1"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2"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3"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4"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5"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6"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7"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8"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89"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90" name=""/>
          <p:cNvSpPr txBox="1"/>
          <p:nvPr/>
        </p:nvSpPr>
        <p:spPr>
          <a:xfrm>
            <a:off x="8462160" y="495360"/>
            <a:ext cx="3999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a:t>
            </a:r>
            <a:endParaRPr lang="en-US" sz="3150" b="0" u="none" strike="noStrike">
              <a:solidFill>
                <a:srgbClr val="000000"/>
              </a:solidFill>
              <a:effectLst/>
              <a:uFillTx/>
              <a:latin typeface="游明朝体"/>
            </a:endParaRPr>
          </a:p>
        </p:txBody>
      </p:sp>
      <p:sp>
        <p:nvSpPr>
          <p:cNvPr id="2691"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11</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9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95" name=""/>
          <p:cNvSpPr txBox="1"/>
          <p:nvPr/>
        </p:nvSpPr>
        <p:spPr>
          <a:xfrm>
            <a:off x="533520" y="2914560"/>
            <a:ext cx="5990040" cy="399600"/>
          </a:xfrm>
          <a:prstGeom prst="rect">
            <a:avLst/>
          </a:prstGeom>
          <a:noFill/>
          <a:ln w="0">
            <a:noFill/>
          </a:ln>
        </p:spPr>
        <p:txBody>
          <a:bodyPr wrap="none" lIns="0" tIns="0" rIns="0" bIns="0" anchor="t">
            <a:spAutoFit/>
          </a:bodyPr>
          <a:p>
            <a:pPr/>
            <a:r>
              <a:rPr lang="ja-JP" sz="3150" b="1" u="none" strike="noStrike">
                <a:solidFill>
                  <a:srgbClr val="1E3A8A"/>
                </a:solidFill>
                <a:effectLst/>
                <a:uFillTx/>
                <a:latin typeface="HiraginoSans-W7"/>
                <a:ea typeface="HiraginoSans-W7"/>
              </a:rPr>
              <a:t>農研機構メッシュ農業気象データ</a:t>
            </a:r>
            <a:endParaRPr lang="en-US" sz="3150" b="0" u="none" strike="noStrike">
              <a:solidFill>
                <a:srgbClr val="000000"/>
              </a:solidFill>
              <a:effectLst/>
              <a:uFillTx/>
              <a:latin typeface="游明朝体"/>
            </a:endParaRPr>
          </a:p>
        </p:txBody>
      </p:sp>
      <p:sp>
        <p:nvSpPr>
          <p:cNvPr id="2696" name=""/>
          <p:cNvSpPr txBox="1"/>
          <p:nvPr/>
        </p:nvSpPr>
        <p:spPr>
          <a:xfrm>
            <a:off x="6534000" y="2895840"/>
            <a:ext cx="853560" cy="475920"/>
          </a:xfrm>
          <a:prstGeom prst="rect">
            <a:avLst/>
          </a:prstGeom>
          <a:noFill/>
          <a:ln w="0">
            <a:noFill/>
          </a:ln>
        </p:spPr>
        <p:txBody>
          <a:bodyPr wrap="none" lIns="0" tIns="0" rIns="0" bIns="0" anchor="t">
            <a:spAutoFit/>
          </a:bodyPr>
          <a:p>
            <a:pPr/>
            <a:r>
              <a:rPr lang="en-US" sz="3150" b="1" u="none" strike="noStrike">
                <a:solidFill>
                  <a:srgbClr val="1E3A8A"/>
                </a:solidFill>
                <a:effectLst/>
                <a:uFillTx/>
                <a:latin typeface="HelveticaNeue"/>
                <a:ea typeface="HelveticaNeue"/>
              </a:rPr>
              <a:t> × AI</a:t>
            </a:r>
            <a:endParaRPr lang="en-US" sz="3150" b="0" u="none" strike="noStrike">
              <a:solidFill>
                <a:srgbClr val="000000"/>
              </a:solidFill>
              <a:effectLst/>
              <a:uFillTx/>
              <a:latin typeface="游明朝体"/>
            </a:endParaRPr>
          </a:p>
        </p:txBody>
      </p:sp>
      <p:sp>
        <p:nvSpPr>
          <p:cNvPr id="2697" name=""/>
          <p:cNvSpPr txBox="1"/>
          <p:nvPr/>
        </p:nvSpPr>
        <p:spPr>
          <a:xfrm>
            <a:off x="7388640" y="2914560"/>
            <a:ext cx="3993480" cy="399600"/>
          </a:xfrm>
          <a:prstGeom prst="rect">
            <a:avLst/>
          </a:prstGeom>
          <a:noFill/>
          <a:ln w="0">
            <a:noFill/>
          </a:ln>
        </p:spPr>
        <p:txBody>
          <a:bodyPr wrap="none" lIns="0" tIns="0" rIns="0" bIns="0" anchor="t">
            <a:spAutoFit/>
          </a:bodyPr>
          <a:p>
            <a:pPr/>
            <a:r>
              <a:rPr lang="ja-JP" sz="3150" b="1" u="none" strike="noStrike">
                <a:solidFill>
                  <a:srgbClr val="1E3A8A"/>
                </a:solidFill>
                <a:effectLst/>
                <a:uFillTx/>
                <a:latin typeface="HiraginoSans-W7"/>
                <a:ea typeface="HiraginoSans-W7"/>
              </a:rPr>
              <a:t>による機械学習の取り</a:t>
            </a:r>
            <a:endParaRPr lang="en-US" sz="3150" b="0" u="none" strike="noStrike">
              <a:solidFill>
                <a:srgbClr val="000000"/>
              </a:solidFill>
              <a:effectLst/>
              <a:uFillTx/>
              <a:latin typeface="游明朝体"/>
            </a:endParaRPr>
          </a:p>
        </p:txBody>
      </p:sp>
      <p:sp>
        <p:nvSpPr>
          <p:cNvPr id="2698" name=""/>
          <p:cNvSpPr/>
          <p:nvPr/>
        </p:nvSpPr>
        <p:spPr>
          <a:xfrm>
            <a:off x="533160" y="3940920"/>
            <a:ext cx="7200" cy="33480"/>
          </a:xfrm>
          <a:custGeom>
            <a:avLst/>
            <a:gdLst/>
            <a:ahLst/>
            <a:rect l="0" t="0" r="r" b="b"/>
            <a:pathLst>
              <a:path w="20" h="93">
                <a:moveTo>
                  <a:pt x="20" y="0"/>
                </a:moveTo>
                <a:lnTo>
                  <a:pt x="20" y="93"/>
                </a:lnTo>
                <a:cubicBezTo>
                  <a:pt x="7" y="80"/>
                  <a:pt x="0" y="65"/>
                  <a:pt x="0" y="47"/>
                </a:cubicBezTo>
                <a:cubicBezTo>
                  <a:pt x="0" y="29"/>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699" name=""/>
          <p:cNvSpPr/>
          <p:nvPr/>
        </p:nvSpPr>
        <p:spPr>
          <a:xfrm>
            <a:off x="540000" y="3935880"/>
            <a:ext cx="6840" cy="43560"/>
          </a:xfrm>
          <a:custGeom>
            <a:avLst/>
            <a:gdLst/>
            <a:ahLst/>
            <a:rect l="0" t="0" r="r" b="b"/>
            <a:pathLst>
              <a:path w="19" h="121">
                <a:moveTo>
                  <a:pt x="1" y="13"/>
                </a:moveTo>
                <a:cubicBezTo>
                  <a:pt x="7" y="8"/>
                  <a:pt x="13" y="3"/>
                  <a:pt x="19" y="0"/>
                </a:cubicBezTo>
                <a:lnTo>
                  <a:pt x="19" y="121"/>
                </a:lnTo>
                <a:cubicBezTo>
                  <a:pt x="13" y="117"/>
                  <a:pt x="7" y="113"/>
                  <a:pt x="1" y="108"/>
                </a:cubicBezTo>
                <a:cubicBezTo>
                  <a:pt x="0" y="107"/>
                  <a:pt x="0" y="107"/>
                  <a:pt x="0" y="107"/>
                </a:cubicBezTo>
                <a:lnTo>
                  <a:pt x="0" y="14"/>
                </a:lnTo>
                <a:cubicBezTo>
                  <a:pt x="0" y="14"/>
                  <a:pt x="0" y="13"/>
                  <a:pt x="1" y="13"/>
                </a:cubicBez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0" name=""/>
          <p:cNvSpPr/>
          <p:nvPr/>
        </p:nvSpPr>
        <p:spPr>
          <a:xfrm>
            <a:off x="546480" y="3934080"/>
            <a:ext cx="7200" cy="47160"/>
          </a:xfrm>
          <a:custGeom>
            <a:avLst/>
            <a:gdLst/>
            <a:ahLst/>
            <a:rect l="0" t="0" r="r" b="b"/>
            <a:pathLst>
              <a:path w="20" h="131">
                <a:moveTo>
                  <a:pt x="20" y="0"/>
                </a:moveTo>
                <a:lnTo>
                  <a:pt x="20" y="131"/>
                </a:lnTo>
                <a:cubicBezTo>
                  <a:pt x="13" y="130"/>
                  <a:pt x="7" y="128"/>
                  <a:pt x="0" y="126"/>
                </a:cubicBezTo>
                <a:lnTo>
                  <a:pt x="0" y="5"/>
                </a:lnTo>
                <a:cubicBezTo>
                  <a:pt x="7" y="2"/>
                  <a:pt x="13" y="0"/>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1" name=""/>
          <p:cNvSpPr/>
          <p:nvPr/>
        </p:nvSpPr>
        <p:spPr>
          <a:xfrm>
            <a:off x="553320" y="3933720"/>
            <a:ext cx="7200" cy="47880"/>
          </a:xfrm>
          <a:custGeom>
            <a:avLst/>
            <a:gdLst/>
            <a:ahLst/>
            <a:rect l="0" t="0" r="r" b="b"/>
            <a:pathLst>
              <a:path w="20" h="133">
                <a:moveTo>
                  <a:pt x="11" y="0"/>
                </a:moveTo>
                <a:lnTo>
                  <a:pt x="20" y="0"/>
                </a:lnTo>
                <a:lnTo>
                  <a:pt x="20" y="133"/>
                </a:lnTo>
                <a:lnTo>
                  <a:pt x="11" y="133"/>
                </a:lnTo>
                <a:cubicBezTo>
                  <a:pt x="8" y="133"/>
                  <a:pt x="4" y="133"/>
                  <a:pt x="0" y="132"/>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2" name=""/>
          <p:cNvSpPr/>
          <p:nvPr/>
        </p:nvSpPr>
        <p:spPr>
          <a:xfrm>
            <a:off x="5601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3" name=""/>
          <p:cNvSpPr/>
          <p:nvPr/>
        </p:nvSpPr>
        <p:spPr>
          <a:xfrm>
            <a:off x="566640" y="393372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4" name=""/>
          <p:cNvSpPr/>
          <p:nvPr/>
        </p:nvSpPr>
        <p:spPr>
          <a:xfrm>
            <a:off x="57348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5" name=""/>
          <p:cNvSpPr/>
          <p:nvPr/>
        </p:nvSpPr>
        <p:spPr>
          <a:xfrm>
            <a:off x="5799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6" name=""/>
          <p:cNvSpPr/>
          <p:nvPr/>
        </p:nvSpPr>
        <p:spPr>
          <a:xfrm>
            <a:off x="5868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7" name=""/>
          <p:cNvSpPr/>
          <p:nvPr/>
        </p:nvSpPr>
        <p:spPr>
          <a:xfrm>
            <a:off x="59364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8" name=""/>
          <p:cNvSpPr/>
          <p:nvPr/>
        </p:nvSpPr>
        <p:spPr>
          <a:xfrm>
            <a:off x="6001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9" name=""/>
          <p:cNvSpPr/>
          <p:nvPr/>
        </p:nvSpPr>
        <p:spPr>
          <a:xfrm>
            <a:off x="6069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0" name=""/>
          <p:cNvSpPr/>
          <p:nvPr/>
        </p:nvSpPr>
        <p:spPr>
          <a:xfrm>
            <a:off x="6134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1" name=""/>
          <p:cNvSpPr/>
          <p:nvPr/>
        </p:nvSpPr>
        <p:spPr>
          <a:xfrm>
            <a:off x="6202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2" name=""/>
          <p:cNvSpPr/>
          <p:nvPr/>
        </p:nvSpPr>
        <p:spPr>
          <a:xfrm>
            <a:off x="62712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3" name=""/>
          <p:cNvSpPr/>
          <p:nvPr/>
        </p:nvSpPr>
        <p:spPr>
          <a:xfrm>
            <a:off x="6336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4" name=""/>
          <p:cNvSpPr/>
          <p:nvPr/>
        </p:nvSpPr>
        <p:spPr>
          <a:xfrm>
            <a:off x="64044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5" name=""/>
          <p:cNvSpPr/>
          <p:nvPr/>
        </p:nvSpPr>
        <p:spPr>
          <a:xfrm>
            <a:off x="6469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6" name=""/>
          <p:cNvSpPr/>
          <p:nvPr/>
        </p:nvSpPr>
        <p:spPr>
          <a:xfrm>
            <a:off x="6537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7" name=""/>
          <p:cNvSpPr/>
          <p:nvPr/>
        </p:nvSpPr>
        <p:spPr>
          <a:xfrm>
            <a:off x="66060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8" name=""/>
          <p:cNvSpPr/>
          <p:nvPr/>
        </p:nvSpPr>
        <p:spPr>
          <a:xfrm>
            <a:off x="6670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9" name=""/>
          <p:cNvSpPr/>
          <p:nvPr/>
        </p:nvSpPr>
        <p:spPr>
          <a:xfrm>
            <a:off x="67392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0" name=""/>
          <p:cNvSpPr/>
          <p:nvPr/>
        </p:nvSpPr>
        <p:spPr>
          <a:xfrm>
            <a:off x="6804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1" name=""/>
          <p:cNvSpPr/>
          <p:nvPr/>
        </p:nvSpPr>
        <p:spPr>
          <a:xfrm>
            <a:off x="6872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2" name=""/>
          <p:cNvSpPr/>
          <p:nvPr/>
        </p:nvSpPr>
        <p:spPr>
          <a:xfrm>
            <a:off x="69408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3" name=""/>
          <p:cNvSpPr/>
          <p:nvPr/>
        </p:nvSpPr>
        <p:spPr>
          <a:xfrm>
            <a:off x="7005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4" name=""/>
          <p:cNvSpPr/>
          <p:nvPr/>
        </p:nvSpPr>
        <p:spPr>
          <a:xfrm>
            <a:off x="70740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5" name=""/>
          <p:cNvSpPr/>
          <p:nvPr/>
        </p:nvSpPr>
        <p:spPr>
          <a:xfrm>
            <a:off x="7138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6" name=""/>
          <p:cNvSpPr/>
          <p:nvPr/>
        </p:nvSpPr>
        <p:spPr>
          <a:xfrm>
            <a:off x="7207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7" name=""/>
          <p:cNvSpPr/>
          <p:nvPr/>
        </p:nvSpPr>
        <p:spPr>
          <a:xfrm>
            <a:off x="7275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8" name=""/>
          <p:cNvSpPr/>
          <p:nvPr/>
        </p:nvSpPr>
        <p:spPr>
          <a:xfrm>
            <a:off x="7340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29" name=""/>
          <p:cNvSpPr/>
          <p:nvPr/>
        </p:nvSpPr>
        <p:spPr>
          <a:xfrm>
            <a:off x="74088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0" name=""/>
          <p:cNvSpPr/>
          <p:nvPr/>
        </p:nvSpPr>
        <p:spPr>
          <a:xfrm>
            <a:off x="7473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1" name=""/>
          <p:cNvSpPr/>
          <p:nvPr/>
        </p:nvSpPr>
        <p:spPr>
          <a:xfrm>
            <a:off x="7542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2" name=""/>
          <p:cNvSpPr/>
          <p:nvPr/>
        </p:nvSpPr>
        <p:spPr>
          <a:xfrm>
            <a:off x="76104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3" name=""/>
          <p:cNvSpPr/>
          <p:nvPr/>
        </p:nvSpPr>
        <p:spPr>
          <a:xfrm>
            <a:off x="767520" y="393372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4" name=""/>
          <p:cNvSpPr/>
          <p:nvPr/>
        </p:nvSpPr>
        <p:spPr>
          <a:xfrm>
            <a:off x="7743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5" name=""/>
          <p:cNvSpPr/>
          <p:nvPr/>
        </p:nvSpPr>
        <p:spPr>
          <a:xfrm>
            <a:off x="7808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6" name=""/>
          <p:cNvSpPr/>
          <p:nvPr/>
        </p:nvSpPr>
        <p:spPr>
          <a:xfrm>
            <a:off x="7876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7" name=""/>
          <p:cNvSpPr/>
          <p:nvPr/>
        </p:nvSpPr>
        <p:spPr>
          <a:xfrm>
            <a:off x="79452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8" name=""/>
          <p:cNvSpPr/>
          <p:nvPr/>
        </p:nvSpPr>
        <p:spPr>
          <a:xfrm>
            <a:off x="8010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39" name=""/>
          <p:cNvSpPr/>
          <p:nvPr/>
        </p:nvSpPr>
        <p:spPr>
          <a:xfrm>
            <a:off x="8078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0" name=""/>
          <p:cNvSpPr/>
          <p:nvPr/>
        </p:nvSpPr>
        <p:spPr>
          <a:xfrm>
            <a:off x="81468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1" name=""/>
          <p:cNvSpPr/>
          <p:nvPr/>
        </p:nvSpPr>
        <p:spPr>
          <a:xfrm>
            <a:off x="8211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2" name=""/>
          <p:cNvSpPr/>
          <p:nvPr/>
        </p:nvSpPr>
        <p:spPr>
          <a:xfrm>
            <a:off x="82800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3" name=""/>
          <p:cNvSpPr/>
          <p:nvPr/>
        </p:nvSpPr>
        <p:spPr>
          <a:xfrm>
            <a:off x="8344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4" name=""/>
          <p:cNvSpPr/>
          <p:nvPr/>
        </p:nvSpPr>
        <p:spPr>
          <a:xfrm>
            <a:off x="8413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5" name=""/>
          <p:cNvSpPr/>
          <p:nvPr/>
        </p:nvSpPr>
        <p:spPr>
          <a:xfrm>
            <a:off x="8481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6" name=""/>
          <p:cNvSpPr/>
          <p:nvPr/>
        </p:nvSpPr>
        <p:spPr>
          <a:xfrm>
            <a:off x="8546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7" name=""/>
          <p:cNvSpPr/>
          <p:nvPr/>
        </p:nvSpPr>
        <p:spPr>
          <a:xfrm>
            <a:off x="86148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8" name=""/>
          <p:cNvSpPr/>
          <p:nvPr/>
        </p:nvSpPr>
        <p:spPr>
          <a:xfrm>
            <a:off x="8679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49" name=""/>
          <p:cNvSpPr/>
          <p:nvPr/>
        </p:nvSpPr>
        <p:spPr>
          <a:xfrm>
            <a:off x="8748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0" name=""/>
          <p:cNvSpPr/>
          <p:nvPr/>
        </p:nvSpPr>
        <p:spPr>
          <a:xfrm>
            <a:off x="88164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1" name=""/>
          <p:cNvSpPr/>
          <p:nvPr/>
        </p:nvSpPr>
        <p:spPr>
          <a:xfrm>
            <a:off x="8881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2" name=""/>
          <p:cNvSpPr/>
          <p:nvPr/>
        </p:nvSpPr>
        <p:spPr>
          <a:xfrm>
            <a:off x="89496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3" name=""/>
          <p:cNvSpPr/>
          <p:nvPr/>
        </p:nvSpPr>
        <p:spPr>
          <a:xfrm>
            <a:off x="90144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4" name=""/>
          <p:cNvSpPr/>
          <p:nvPr/>
        </p:nvSpPr>
        <p:spPr>
          <a:xfrm>
            <a:off x="9082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5" name=""/>
          <p:cNvSpPr/>
          <p:nvPr/>
        </p:nvSpPr>
        <p:spPr>
          <a:xfrm>
            <a:off x="91512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6" name=""/>
          <p:cNvSpPr/>
          <p:nvPr/>
        </p:nvSpPr>
        <p:spPr>
          <a:xfrm>
            <a:off x="92160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7" name=""/>
          <p:cNvSpPr/>
          <p:nvPr/>
        </p:nvSpPr>
        <p:spPr>
          <a:xfrm>
            <a:off x="92844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8" name=""/>
          <p:cNvSpPr/>
          <p:nvPr/>
        </p:nvSpPr>
        <p:spPr>
          <a:xfrm>
            <a:off x="93492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59" name=""/>
          <p:cNvSpPr/>
          <p:nvPr/>
        </p:nvSpPr>
        <p:spPr>
          <a:xfrm>
            <a:off x="94176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0" name=""/>
          <p:cNvSpPr/>
          <p:nvPr/>
        </p:nvSpPr>
        <p:spPr>
          <a:xfrm>
            <a:off x="948600" y="393372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1" name=""/>
          <p:cNvSpPr/>
          <p:nvPr/>
        </p:nvSpPr>
        <p:spPr>
          <a:xfrm>
            <a:off x="955080" y="393372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2" name=""/>
          <p:cNvSpPr/>
          <p:nvPr/>
        </p:nvSpPr>
        <p:spPr>
          <a:xfrm>
            <a:off x="9619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3" name=""/>
          <p:cNvSpPr/>
          <p:nvPr/>
        </p:nvSpPr>
        <p:spPr>
          <a:xfrm>
            <a:off x="9651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4" name=""/>
          <p:cNvSpPr/>
          <p:nvPr/>
        </p:nvSpPr>
        <p:spPr>
          <a:xfrm>
            <a:off x="9684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5" name=""/>
          <p:cNvSpPr/>
          <p:nvPr/>
        </p:nvSpPr>
        <p:spPr>
          <a:xfrm>
            <a:off x="9720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6" name=""/>
          <p:cNvSpPr/>
          <p:nvPr/>
        </p:nvSpPr>
        <p:spPr>
          <a:xfrm>
            <a:off x="9752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7" name=""/>
          <p:cNvSpPr/>
          <p:nvPr/>
        </p:nvSpPr>
        <p:spPr>
          <a:xfrm>
            <a:off x="9784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8" name=""/>
          <p:cNvSpPr/>
          <p:nvPr/>
        </p:nvSpPr>
        <p:spPr>
          <a:xfrm>
            <a:off x="9820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69" name=""/>
          <p:cNvSpPr/>
          <p:nvPr/>
        </p:nvSpPr>
        <p:spPr>
          <a:xfrm>
            <a:off x="9853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0" name=""/>
          <p:cNvSpPr/>
          <p:nvPr/>
        </p:nvSpPr>
        <p:spPr>
          <a:xfrm>
            <a:off x="9885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1" name=""/>
          <p:cNvSpPr/>
          <p:nvPr/>
        </p:nvSpPr>
        <p:spPr>
          <a:xfrm>
            <a:off x="9921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2" name=""/>
          <p:cNvSpPr/>
          <p:nvPr/>
        </p:nvSpPr>
        <p:spPr>
          <a:xfrm>
            <a:off x="9954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3" name=""/>
          <p:cNvSpPr/>
          <p:nvPr/>
        </p:nvSpPr>
        <p:spPr>
          <a:xfrm>
            <a:off x="9986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4" name=""/>
          <p:cNvSpPr/>
          <p:nvPr/>
        </p:nvSpPr>
        <p:spPr>
          <a:xfrm>
            <a:off x="10018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5" name=""/>
          <p:cNvSpPr/>
          <p:nvPr/>
        </p:nvSpPr>
        <p:spPr>
          <a:xfrm>
            <a:off x="10054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6" name=""/>
          <p:cNvSpPr/>
          <p:nvPr/>
        </p:nvSpPr>
        <p:spPr>
          <a:xfrm>
            <a:off x="10087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7" name=""/>
          <p:cNvSpPr/>
          <p:nvPr/>
        </p:nvSpPr>
        <p:spPr>
          <a:xfrm>
            <a:off x="10119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8" name=""/>
          <p:cNvSpPr/>
          <p:nvPr/>
        </p:nvSpPr>
        <p:spPr>
          <a:xfrm>
            <a:off x="10155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79" name=""/>
          <p:cNvSpPr/>
          <p:nvPr/>
        </p:nvSpPr>
        <p:spPr>
          <a:xfrm>
            <a:off x="10188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0" name=""/>
          <p:cNvSpPr/>
          <p:nvPr/>
        </p:nvSpPr>
        <p:spPr>
          <a:xfrm>
            <a:off x="1022040" y="393372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1" name=""/>
          <p:cNvSpPr/>
          <p:nvPr/>
        </p:nvSpPr>
        <p:spPr>
          <a:xfrm>
            <a:off x="10256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2" name=""/>
          <p:cNvSpPr/>
          <p:nvPr/>
        </p:nvSpPr>
        <p:spPr>
          <a:xfrm>
            <a:off x="10288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3" name=""/>
          <p:cNvSpPr/>
          <p:nvPr/>
        </p:nvSpPr>
        <p:spPr>
          <a:xfrm>
            <a:off x="10321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4" name=""/>
          <p:cNvSpPr/>
          <p:nvPr/>
        </p:nvSpPr>
        <p:spPr>
          <a:xfrm>
            <a:off x="10353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5" name=""/>
          <p:cNvSpPr/>
          <p:nvPr/>
        </p:nvSpPr>
        <p:spPr>
          <a:xfrm>
            <a:off x="10389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6" name=""/>
          <p:cNvSpPr/>
          <p:nvPr/>
        </p:nvSpPr>
        <p:spPr>
          <a:xfrm>
            <a:off x="10422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7" name=""/>
          <p:cNvSpPr/>
          <p:nvPr/>
        </p:nvSpPr>
        <p:spPr>
          <a:xfrm>
            <a:off x="10454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8" name=""/>
          <p:cNvSpPr/>
          <p:nvPr/>
        </p:nvSpPr>
        <p:spPr>
          <a:xfrm>
            <a:off x="10490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89" name=""/>
          <p:cNvSpPr/>
          <p:nvPr/>
        </p:nvSpPr>
        <p:spPr>
          <a:xfrm>
            <a:off x="10522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0" name=""/>
          <p:cNvSpPr/>
          <p:nvPr/>
        </p:nvSpPr>
        <p:spPr>
          <a:xfrm>
            <a:off x="105552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1" name=""/>
          <p:cNvSpPr/>
          <p:nvPr/>
        </p:nvSpPr>
        <p:spPr>
          <a:xfrm>
            <a:off x="10591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2" name=""/>
          <p:cNvSpPr/>
          <p:nvPr/>
        </p:nvSpPr>
        <p:spPr>
          <a:xfrm>
            <a:off x="10623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3" name=""/>
          <p:cNvSpPr/>
          <p:nvPr/>
        </p:nvSpPr>
        <p:spPr>
          <a:xfrm>
            <a:off x="10656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4" name=""/>
          <p:cNvSpPr/>
          <p:nvPr/>
        </p:nvSpPr>
        <p:spPr>
          <a:xfrm>
            <a:off x="10688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5" name=""/>
          <p:cNvSpPr/>
          <p:nvPr/>
        </p:nvSpPr>
        <p:spPr>
          <a:xfrm>
            <a:off x="10724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6" name=""/>
          <p:cNvSpPr/>
          <p:nvPr/>
        </p:nvSpPr>
        <p:spPr>
          <a:xfrm>
            <a:off x="10756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7" name=""/>
          <p:cNvSpPr/>
          <p:nvPr/>
        </p:nvSpPr>
        <p:spPr>
          <a:xfrm>
            <a:off x="107892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8" name=""/>
          <p:cNvSpPr/>
          <p:nvPr/>
        </p:nvSpPr>
        <p:spPr>
          <a:xfrm>
            <a:off x="10825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99" name=""/>
          <p:cNvSpPr/>
          <p:nvPr/>
        </p:nvSpPr>
        <p:spPr>
          <a:xfrm>
            <a:off x="10857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0" name=""/>
          <p:cNvSpPr/>
          <p:nvPr/>
        </p:nvSpPr>
        <p:spPr>
          <a:xfrm>
            <a:off x="10890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1" name=""/>
          <p:cNvSpPr/>
          <p:nvPr/>
        </p:nvSpPr>
        <p:spPr>
          <a:xfrm>
            <a:off x="10926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2" name=""/>
          <p:cNvSpPr/>
          <p:nvPr/>
        </p:nvSpPr>
        <p:spPr>
          <a:xfrm>
            <a:off x="10958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3" name=""/>
          <p:cNvSpPr/>
          <p:nvPr/>
        </p:nvSpPr>
        <p:spPr>
          <a:xfrm>
            <a:off x="10990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4" name=""/>
          <p:cNvSpPr/>
          <p:nvPr/>
        </p:nvSpPr>
        <p:spPr>
          <a:xfrm>
            <a:off x="110232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5" name=""/>
          <p:cNvSpPr/>
          <p:nvPr/>
        </p:nvSpPr>
        <p:spPr>
          <a:xfrm>
            <a:off x="11059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6" name=""/>
          <p:cNvSpPr/>
          <p:nvPr/>
        </p:nvSpPr>
        <p:spPr>
          <a:xfrm>
            <a:off x="11091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7" name=""/>
          <p:cNvSpPr/>
          <p:nvPr/>
        </p:nvSpPr>
        <p:spPr>
          <a:xfrm>
            <a:off x="11124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8" name=""/>
          <p:cNvSpPr/>
          <p:nvPr/>
        </p:nvSpPr>
        <p:spPr>
          <a:xfrm>
            <a:off x="11160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09" name=""/>
          <p:cNvSpPr/>
          <p:nvPr/>
        </p:nvSpPr>
        <p:spPr>
          <a:xfrm>
            <a:off x="11192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0" name=""/>
          <p:cNvSpPr/>
          <p:nvPr/>
        </p:nvSpPr>
        <p:spPr>
          <a:xfrm>
            <a:off x="1122480" y="393372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1" name=""/>
          <p:cNvSpPr/>
          <p:nvPr/>
        </p:nvSpPr>
        <p:spPr>
          <a:xfrm>
            <a:off x="11260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2" name=""/>
          <p:cNvSpPr/>
          <p:nvPr/>
        </p:nvSpPr>
        <p:spPr>
          <a:xfrm>
            <a:off x="11293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3" name=""/>
          <p:cNvSpPr/>
          <p:nvPr/>
        </p:nvSpPr>
        <p:spPr>
          <a:xfrm>
            <a:off x="11325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4" name=""/>
          <p:cNvSpPr/>
          <p:nvPr/>
        </p:nvSpPr>
        <p:spPr>
          <a:xfrm>
            <a:off x="11358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5" name=""/>
          <p:cNvSpPr/>
          <p:nvPr/>
        </p:nvSpPr>
        <p:spPr>
          <a:xfrm>
            <a:off x="11394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6" name=""/>
          <p:cNvSpPr/>
          <p:nvPr/>
        </p:nvSpPr>
        <p:spPr>
          <a:xfrm>
            <a:off x="11426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7" name=""/>
          <p:cNvSpPr/>
          <p:nvPr/>
        </p:nvSpPr>
        <p:spPr>
          <a:xfrm>
            <a:off x="11458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8" name=""/>
          <p:cNvSpPr/>
          <p:nvPr/>
        </p:nvSpPr>
        <p:spPr>
          <a:xfrm>
            <a:off x="11494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19" name=""/>
          <p:cNvSpPr/>
          <p:nvPr/>
        </p:nvSpPr>
        <p:spPr>
          <a:xfrm>
            <a:off x="11527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0" name=""/>
          <p:cNvSpPr/>
          <p:nvPr/>
        </p:nvSpPr>
        <p:spPr>
          <a:xfrm>
            <a:off x="11559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1" name=""/>
          <p:cNvSpPr/>
          <p:nvPr/>
        </p:nvSpPr>
        <p:spPr>
          <a:xfrm>
            <a:off x="11595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2" name=""/>
          <p:cNvSpPr/>
          <p:nvPr/>
        </p:nvSpPr>
        <p:spPr>
          <a:xfrm>
            <a:off x="11628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3" name=""/>
          <p:cNvSpPr/>
          <p:nvPr/>
        </p:nvSpPr>
        <p:spPr>
          <a:xfrm>
            <a:off x="11660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4" name=""/>
          <p:cNvSpPr/>
          <p:nvPr/>
        </p:nvSpPr>
        <p:spPr>
          <a:xfrm>
            <a:off x="11696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5" name=""/>
          <p:cNvSpPr/>
          <p:nvPr/>
        </p:nvSpPr>
        <p:spPr>
          <a:xfrm>
            <a:off x="11728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6" name=""/>
          <p:cNvSpPr/>
          <p:nvPr/>
        </p:nvSpPr>
        <p:spPr>
          <a:xfrm>
            <a:off x="11761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7" name=""/>
          <p:cNvSpPr/>
          <p:nvPr/>
        </p:nvSpPr>
        <p:spPr>
          <a:xfrm>
            <a:off x="11793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8" name=""/>
          <p:cNvSpPr/>
          <p:nvPr/>
        </p:nvSpPr>
        <p:spPr>
          <a:xfrm>
            <a:off x="11829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29" name=""/>
          <p:cNvSpPr/>
          <p:nvPr/>
        </p:nvSpPr>
        <p:spPr>
          <a:xfrm>
            <a:off x="11862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0" name=""/>
          <p:cNvSpPr/>
          <p:nvPr/>
        </p:nvSpPr>
        <p:spPr>
          <a:xfrm>
            <a:off x="11894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1" name=""/>
          <p:cNvSpPr/>
          <p:nvPr/>
        </p:nvSpPr>
        <p:spPr>
          <a:xfrm>
            <a:off x="11930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2" name=""/>
          <p:cNvSpPr/>
          <p:nvPr/>
        </p:nvSpPr>
        <p:spPr>
          <a:xfrm>
            <a:off x="11962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3" name=""/>
          <p:cNvSpPr/>
          <p:nvPr/>
        </p:nvSpPr>
        <p:spPr>
          <a:xfrm>
            <a:off x="119952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4" name=""/>
          <p:cNvSpPr/>
          <p:nvPr/>
        </p:nvSpPr>
        <p:spPr>
          <a:xfrm>
            <a:off x="12031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5" name=""/>
          <p:cNvSpPr/>
          <p:nvPr/>
        </p:nvSpPr>
        <p:spPr>
          <a:xfrm>
            <a:off x="12063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6" name=""/>
          <p:cNvSpPr/>
          <p:nvPr/>
        </p:nvSpPr>
        <p:spPr>
          <a:xfrm>
            <a:off x="12096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7" name=""/>
          <p:cNvSpPr/>
          <p:nvPr/>
        </p:nvSpPr>
        <p:spPr>
          <a:xfrm>
            <a:off x="12128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8" name=""/>
          <p:cNvSpPr/>
          <p:nvPr/>
        </p:nvSpPr>
        <p:spPr>
          <a:xfrm>
            <a:off x="12164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39" name=""/>
          <p:cNvSpPr/>
          <p:nvPr/>
        </p:nvSpPr>
        <p:spPr>
          <a:xfrm>
            <a:off x="12196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0" name=""/>
          <p:cNvSpPr/>
          <p:nvPr/>
        </p:nvSpPr>
        <p:spPr>
          <a:xfrm>
            <a:off x="1222920" y="393372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1" name=""/>
          <p:cNvSpPr/>
          <p:nvPr/>
        </p:nvSpPr>
        <p:spPr>
          <a:xfrm>
            <a:off x="12265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2" name=""/>
          <p:cNvSpPr/>
          <p:nvPr/>
        </p:nvSpPr>
        <p:spPr>
          <a:xfrm>
            <a:off x="12297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3" name=""/>
          <p:cNvSpPr/>
          <p:nvPr/>
        </p:nvSpPr>
        <p:spPr>
          <a:xfrm>
            <a:off x="12330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4" name=""/>
          <p:cNvSpPr/>
          <p:nvPr/>
        </p:nvSpPr>
        <p:spPr>
          <a:xfrm>
            <a:off x="12366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5" name=""/>
          <p:cNvSpPr/>
          <p:nvPr/>
        </p:nvSpPr>
        <p:spPr>
          <a:xfrm>
            <a:off x="12398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6" name=""/>
          <p:cNvSpPr/>
          <p:nvPr/>
        </p:nvSpPr>
        <p:spPr>
          <a:xfrm>
            <a:off x="12430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7" name=""/>
          <p:cNvSpPr/>
          <p:nvPr/>
        </p:nvSpPr>
        <p:spPr>
          <a:xfrm>
            <a:off x="124632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8" name=""/>
          <p:cNvSpPr/>
          <p:nvPr/>
        </p:nvSpPr>
        <p:spPr>
          <a:xfrm>
            <a:off x="12499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49" name=""/>
          <p:cNvSpPr/>
          <p:nvPr/>
        </p:nvSpPr>
        <p:spPr>
          <a:xfrm>
            <a:off x="12531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0" name=""/>
          <p:cNvSpPr/>
          <p:nvPr/>
        </p:nvSpPr>
        <p:spPr>
          <a:xfrm>
            <a:off x="12564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1" name=""/>
          <p:cNvSpPr/>
          <p:nvPr/>
        </p:nvSpPr>
        <p:spPr>
          <a:xfrm>
            <a:off x="12600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2" name=""/>
          <p:cNvSpPr/>
          <p:nvPr/>
        </p:nvSpPr>
        <p:spPr>
          <a:xfrm>
            <a:off x="12632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3" name=""/>
          <p:cNvSpPr/>
          <p:nvPr/>
        </p:nvSpPr>
        <p:spPr>
          <a:xfrm>
            <a:off x="12664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4" name=""/>
          <p:cNvSpPr/>
          <p:nvPr/>
        </p:nvSpPr>
        <p:spPr>
          <a:xfrm>
            <a:off x="12700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5" name=""/>
          <p:cNvSpPr/>
          <p:nvPr/>
        </p:nvSpPr>
        <p:spPr>
          <a:xfrm>
            <a:off x="12733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6" name=""/>
          <p:cNvSpPr/>
          <p:nvPr/>
        </p:nvSpPr>
        <p:spPr>
          <a:xfrm>
            <a:off x="12765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7" name=""/>
          <p:cNvSpPr/>
          <p:nvPr/>
        </p:nvSpPr>
        <p:spPr>
          <a:xfrm>
            <a:off x="127980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8" name=""/>
          <p:cNvSpPr/>
          <p:nvPr/>
        </p:nvSpPr>
        <p:spPr>
          <a:xfrm>
            <a:off x="12834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59" name=""/>
          <p:cNvSpPr/>
          <p:nvPr/>
        </p:nvSpPr>
        <p:spPr>
          <a:xfrm>
            <a:off x="12866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0" name=""/>
          <p:cNvSpPr/>
          <p:nvPr/>
        </p:nvSpPr>
        <p:spPr>
          <a:xfrm>
            <a:off x="12898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1" name=""/>
          <p:cNvSpPr/>
          <p:nvPr/>
        </p:nvSpPr>
        <p:spPr>
          <a:xfrm>
            <a:off x="12934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2" name=""/>
          <p:cNvSpPr/>
          <p:nvPr/>
        </p:nvSpPr>
        <p:spPr>
          <a:xfrm>
            <a:off x="12967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3" name=""/>
          <p:cNvSpPr/>
          <p:nvPr/>
        </p:nvSpPr>
        <p:spPr>
          <a:xfrm>
            <a:off x="12999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4" name=""/>
          <p:cNvSpPr/>
          <p:nvPr/>
        </p:nvSpPr>
        <p:spPr>
          <a:xfrm>
            <a:off x="13035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5" name=""/>
          <p:cNvSpPr/>
          <p:nvPr/>
        </p:nvSpPr>
        <p:spPr>
          <a:xfrm>
            <a:off x="13068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6" name=""/>
          <p:cNvSpPr/>
          <p:nvPr/>
        </p:nvSpPr>
        <p:spPr>
          <a:xfrm>
            <a:off x="13100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7" name=""/>
          <p:cNvSpPr/>
          <p:nvPr/>
        </p:nvSpPr>
        <p:spPr>
          <a:xfrm>
            <a:off x="131328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8" name=""/>
          <p:cNvSpPr/>
          <p:nvPr/>
        </p:nvSpPr>
        <p:spPr>
          <a:xfrm>
            <a:off x="13168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69" name=""/>
          <p:cNvSpPr/>
          <p:nvPr/>
        </p:nvSpPr>
        <p:spPr>
          <a:xfrm>
            <a:off x="13201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0" name=""/>
          <p:cNvSpPr/>
          <p:nvPr/>
        </p:nvSpPr>
        <p:spPr>
          <a:xfrm>
            <a:off x="1323360" y="393372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1" name=""/>
          <p:cNvSpPr/>
          <p:nvPr/>
        </p:nvSpPr>
        <p:spPr>
          <a:xfrm>
            <a:off x="13269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2" name=""/>
          <p:cNvSpPr/>
          <p:nvPr/>
        </p:nvSpPr>
        <p:spPr>
          <a:xfrm>
            <a:off x="13302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3" name=""/>
          <p:cNvSpPr/>
          <p:nvPr/>
        </p:nvSpPr>
        <p:spPr>
          <a:xfrm>
            <a:off x="13334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4" name=""/>
          <p:cNvSpPr/>
          <p:nvPr/>
        </p:nvSpPr>
        <p:spPr>
          <a:xfrm>
            <a:off x="13370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5" name=""/>
          <p:cNvSpPr/>
          <p:nvPr/>
        </p:nvSpPr>
        <p:spPr>
          <a:xfrm>
            <a:off x="134028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6" name=""/>
          <p:cNvSpPr/>
          <p:nvPr/>
        </p:nvSpPr>
        <p:spPr>
          <a:xfrm>
            <a:off x="134352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7" name=""/>
          <p:cNvSpPr/>
          <p:nvPr/>
        </p:nvSpPr>
        <p:spPr>
          <a:xfrm>
            <a:off x="134676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8" name=""/>
          <p:cNvSpPr/>
          <p:nvPr/>
        </p:nvSpPr>
        <p:spPr>
          <a:xfrm>
            <a:off x="135036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79" name=""/>
          <p:cNvSpPr/>
          <p:nvPr/>
        </p:nvSpPr>
        <p:spPr>
          <a:xfrm>
            <a:off x="135360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0" name=""/>
          <p:cNvSpPr/>
          <p:nvPr/>
        </p:nvSpPr>
        <p:spPr>
          <a:xfrm>
            <a:off x="1356840" y="393372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1" name=""/>
          <p:cNvSpPr/>
          <p:nvPr/>
        </p:nvSpPr>
        <p:spPr>
          <a:xfrm>
            <a:off x="1360440" y="393372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2" name=""/>
          <p:cNvSpPr/>
          <p:nvPr/>
        </p:nvSpPr>
        <p:spPr>
          <a:xfrm>
            <a:off x="1363680" y="393372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3" name=""/>
          <p:cNvSpPr/>
          <p:nvPr/>
        </p:nvSpPr>
        <p:spPr>
          <a:xfrm>
            <a:off x="1366920" y="3933720"/>
            <a:ext cx="3960" cy="47880"/>
          </a:xfrm>
          <a:custGeom>
            <a:avLst/>
            <a:gdLst/>
            <a:ahLst/>
            <a:rect l="0" t="0" r="r" b="b"/>
            <a:pathLst>
              <a:path w="11" h="133">
                <a:moveTo>
                  <a:pt x="11" y="1"/>
                </a:moveTo>
                <a:lnTo>
                  <a:pt x="11" y="132"/>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4" name=""/>
          <p:cNvSpPr/>
          <p:nvPr/>
        </p:nvSpPr>
        <p:spPr>
          <a:xfrm>
            <a:off x="1370520" y="3934080"/>
            <a:ext cx="3600" cy="47160"/>
          </a:xfrm>
          <a:custGeom>
            <a:avLst/>
            <a:gdLst/>
            <a:ahLst/>
            <a:rect l="0" t="0" r="r" b="b"/>
            <a:pathLst>
              <a:path w="10" h="131">
                <a:moveTo>
                  <a:pt x="10" y="2"/>
                </a:moveTo>
                <a:lnTo>
                  <a:pt x="10" y="129"/>
                </a:lnTo>
                <a:cubicBezTo>
                  <a:pt x="7" y="130"/>
                  <a:pt x="3" y="131"/>
                  <a:pt x="0" y="131"/>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5" name=""/>
          <p:cNvSpPr/>
          <p:nvPr/>
        </p:nvSpPr>
        <p:spPr>
          <a:xfrm>
            <a:off x="1373760" y="3934800"/>
            <a:ext cx="3600" cy="45720"/>
          </a:xfrm>
          <a:custGeom>
            <a:avLst/>
            <a:gdLst/>
            <a:ahLst/>
            <a:rect l="0" t="0" r="r" b="b"/>
            <a:pathLst>
              <a:path w="10" h="127">
                <a:moveTo>
                  <a:pt x="10" y="3"/>
                </a:moveTo>
                <a:lnTo>
                  <a:pt x="10" y="124"/>
                </a:lnTo>
                <a:cubicBezTo>
                  <a:pt x="7" y="125"/>
                  <a:pt x="3" y="126"/>
                  <a:pt x="0" y="127"/>
                </a:cubicBezTo>
                <a:lnTo>
                  <a:pt x="0" y="0"/>
                </a:lnTo>
                <a:cubicBezTo>
                  <a:pt x="3" y="1"/>
                  <a:pt x="7" y="2"/>
                  <a:pt x="10" y="3"/>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6" name=""/>
          <p:cNvSpPr/>
          <p:nvPr/>
        </p:nvSpPr>
        <p:spPr>
          <a:xfrm>
            <a:off x="1377000" y="3935880"/>
            <a:ext cx="3960" cy="43560"/>
          </a:xfrm>
          <a:custGeom>
            <a:avLst/>
            <a:gdLst/>
            <a:ahLst/>
            <a:rect l="0" t="0" r="r" b="b"/>
            <a:pathLst>
              <a:path w="11" h="121">
                <a:moveTo>
                  <a:pt x="11" y="6"/>
                </a:moveTo>
                <a:lnTo>
                  <a:pt x="11" y="115"/>
                </a:lnTo>
                <a:cubicBezTo>
                  <a:pt x="8" y="117"/>
                  <a:pt x="3" y="119"/>
                  <a:pt x="0" y="121"/>
                </a:cubicBezTo>
                <a:lnTo>
                  <a:pt x="0" y="0"/>
                </a:lnTo>
                <a:cubicBezTo>
                  <a:pt x="3" y="2"/>
                  <a:pt x="8" y="4"/>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7" name=""/>
          <p:cNvSpPr/>
          <p:nvPr/>
        </p:nvSpPr>
        <p:spPr>
          <a:xfrm>
            <a:off x="1380600" y="3938040"/>
            <a:ext cx="3600" cy="39240"/>
          </a:xfrm>
          <a:custGeom>
            <a:avLst/>
            <a:gdLst/>
            <a:ahLst/>
            <a:rect l="0" t="0" r="r" b="b"/>
            <a:pathLst>
              <a:path w="10" h="109">
                <a:moveTo>
                  <a:pt x="9" y="7"/>
                </a:moveTo>
                <a:lnTo>
                  <a:pt x="10" y="8"/>
                </a:lnTo>
                <a:lnTo>
                  <a:pt x="10" y="101"/>
                </a:lnTo>
                <a:cubicBezTo>
                  <a:pt x="10" y="101"/>
                  <a:pt x="9" y="101"/>
                  <a:pt x="9" y="102"/>
                </a:cubicBezTo>
                <a:cubicBezTo>
                  <a:pt x="6" y="104"/>
                  <a:pt x="2" y="107"/>
                  <a:pt x="0" y="109"/>
                </a:cubicBezTo>
                <a:lnTo>
                  <a:pt x="0" y="0"/>
                </a:lnTo>
                <a:cubicBezTo>
                  <a:pt x="2" y="2"/>
                  <a:pt x="6" y="4"/>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8" name=""/>
          <p:cNvSpPr/>
          <p:nvPr/>
        </p:nvSpPr>
        <p:spPr>
          <a:xfrm>
            <a:off x="1383840" y="3940920"/>
            <a:ext cx="3600" cy="33480"/>
          </a:xfrm>
          <a:custGeom>
            <a:avLst/>
            <a:gdLst/>
            <a:ahLst/>
            <a:rect l="0" t="0" r="r" b="b"/>
            <a:pathLst>
              <a:path w="10" h="93">
                <a:moveTo>
                  <a:pt x="10" y="12"/>
                </a:moveTo>
                <a:lnTo>
                  <a:pt x="10" y="81"/>
                </a:lnTo>
                <a:cubicBezTo>
                  <a:pt x="8" y="85"/>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9" name=""/>
          <p:cNvSpPr/>
          <p:nvPr/>
        </p:nvSpPr>
        <p:spPr>
          <a:xfrm>
            <a:off x="1387080" y="3945240"/>
            <a:ext cx="3600" cy="24840"/>
          </a:xfrm>
          <a:custGeom>
            <a:avLst/>
            <a:gdLst/>
            <a:ahLst/>
            <a:rect l="0" t="0" r="r" b="b"/>
            <a:pathLst>
              <a:path w="10" h="69">
                <a:moveTo>
                  <a:pt x="10" y="35"/>
                </a:moveTo>
                <a:cubicBezTo>
                  <a:pt x="10" y="48"/>
                  <a:pt x="7" y="59"/>
                  <a:pt x="0" y="69"/>
                </a:cubicBezTo>
                <a:lnTo>
                  <a:pt x="0" y="0"/>
                </a:lnTo>
                <a:cubicBezTo>
                  <a:pt x="7" y="10"/>
                  <a:pt x="10" y="21"/>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0" name=""/>
          <p:cNvSpPr txBox="1"/>
          <p:nvPr/>
        </p:nvSpPr>
        <p:spPr>
          <a:xfrm>
            <a:off x="533520" y="3419280"/>
            <a:ext cx="799200" cy="399600"/>
          </a:xfrm>
          <a:prstGeom prst="rect">
            <a:avLst/>
          </a:prstGeom>
          <a:noFill/>
          <a:ln w="0">
            <a:noFill/>
          </a:ln>
        </p:spPr>
        <p:txBody>
          <a:bodyPr wrap="none" lIns="0" tIns="0" rIns="0" bIns="0" anchor="t">
            <a:spAutoFit/>
          </a:bodyPr>
          <a:p>
            <a:pPr/>
            <a:r>
              <a:rPr lang="ja-JP" sz="3150" b="1" u="none" strike="noStrike">
                <a:solidFill>
                  <a:srgbClr val="1E3A8A"/>
                </a:solidFill>
                <a:effectLst/>
                <a:uFillTx/>
                <a:latin typeface="HiraginoSans-W7"/>
                <a:ea typeface="HiraginoSans-W7"/>
              </a:rPr>
              <a:t>組み</a:t>
            </a:r>
            <a:endParaRPr lang="en-US" sz="315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4" name=""/>
          <p:cNvSpPr/>
          <p:nvPr/>
        </p:nvSpPr>
        <p:spPr>
          <a:xfrm>
            <a:off x="57132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5" name=""/>
          <p:cNvSpPr/>
          <p:nvPr/>
        </p:nvSpPr>
        <p:spPr>
          <a:xfrm>
            <a:off x="91764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6" name=""/>
          <p:cNvSpPr/>
          <p:nvPr/>
        </p:nvSpPr>
        <p:spPr>
          <a:xfrm>
            <a:off x="126432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7" name=""/>
          <p:cNvSpPr/>
          <p:nvPr/>
        </p:nvSpPr>
        <p:spPr>
          <a:xfrm>
            <a:off x="161064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8" name=""/>
          <p:cNvSpPr/>
          <p:nvPr/>
        </p:nvSpPr>
        <p:spPr>
          <a:xfrm>
            <a:off x="195732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9" name=""/>
          <p:cNvSpPr/>
          <p:nvPr/>
        </p:nvSpPr>
        <p:spPr>
          <a:xfrm>
            <a:off x="230364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0" name=""/>
          <p:cNvSpPr/>
          <p:nvPr/>
        </p:nvSpPr>
        <p:spPr>
          <a:xfrm>
            <a:off x="265032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1" name=""/>
          <p:cNvSpPr/>
          <p:nvPr/>
        </p:nvSpPr>
        <p:spPr>
          <a:xfrm>
            <a:off x="299664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2" name=""/>
          <p:cNvSpPr/>
          <p:nvPr/>
        </p:nvSpPr>
        <p:spPr>
          <a:xfrm>
            <a:off x="3342960" y="6219720"/>
            <a:ext cx="693360" cy="466920"/>
          </a:xfrm>
          <a:custGeom>
            <a:avLst/>
            <a:gdLst/>
            <a:ahLst/>
            <a:rect l="0" t="0" r="r" b="b"/>
            <a:pathLst>
              <a:path w="1926" h="1297">
                <a:moveTo>
                  <a:pt x="1926" y="0"/>
                </a:moveTo>
                <a:lnTo>
                  <a:pt x="1926" y="1297"/>
                </a:lnTo>
                <a:lnTo>
                  <a:pt x="0" y="1297"/>
                </a:lnTo>
                <a:lnTo>
                  <a:pt x="0" y="0"/>
                </a:lnTo>
                <a:lnTo>
                  <a:pt x="1926"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3" name=""/>
          <p:cNvSpPr/>
          <p:nvPr/>
        </p:nvSpPr>
        <p:spPr>
          <a:xfrm>
            <a:off x="403596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4" name=""/>
          <p:cNvSpPr/>
          <p:nvPr/>
        </p:nvSpPr>
        <p:spPr>
          <a:xfrm>
            <a:off x="438264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5" name=""/>
          <p:cNvSpPr/>
          <p:nvPr/>
        </p:nvSpPr>
        <p:spPr>
          <a:xfrm>
            <a:off x="472896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6" name=""/>
          <p:cNvSpPr/>
          <p:nvPr/>
        </p:nvSpPr>
        <p:spPr>
          <a:xfrm>
            <a:off x="507528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7" name=""/>
          <p:cNvSpPr/>
          <p:nvPr/>
        </p:nvSpPr>
        <p:spPr>
          <a:xfrm>
            <a:off x="542196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8" name=""/>
          <p:cNvSpPr/>
          <p:nvPr/>
        </p:nvSpPr>
        <p:spPr>
          <a:xfrm>
            <a:off x="576828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09" name=""/>
          <p:cNvSpPr/>
          <p:nvPr/>
        </p:nvSpPr>
        <p:spPr>
          <a:xfrm>
            <a:off x="611496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0" name=""/>
          <p:cNvSpPr/>
          <p:nvPr/>
        </p:nvSpPr>
        <p:spPr>
          <a:xfrm>
            <a:off x="646128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1" name=""/>
          <p:cNvSpPr/>
          <p:nvPr/>
        </p:nvSpPr>
        <p:spPr>
          <a:xfrm>
            <a:off x="680796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2" name=""/>
          <p:cNvSpPr/>
          <p:nvPr/>
        </p:nvSpPr>
        <p:spPr>
          <a:xfrm>
            <a:off x="715428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3" name=""/>
          <p:cNvSpPr/>
          <p:nvPr/>
        </p:nvSpPr>
        <p:spPr>
          <a:xfrm>
            <a:off x="7500600" y="6219720"/>
            <a:ext cx="693360" cy="466920"/>
          </a:xfrm>
          <a:custGeom>
            <a:avLst/>
            <a:gdLst/>
            <a:ahLst/>
            <a:rect l="0" t="0" r="r" b="b"/>
            <a:pathLst>
              <a:path w="1926" h="1297">
                <a:moveTo>
                  <a:pt x="1926" y="0"/>
                </a:moveTo>
                <a:lnTo>
                  <a:pt x="1926" y="1297"/>
                </a:lnTo>
                <a:lnTo>
                  <a:pt x="0" y="1297"/>
                </a:lnTo>
                <a:lnTo>
                  <a:pt x="0" y="0"/>
                </a:lnTo>
                <a:lnTo>
                  <a:pt x="1926"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4" name=""/>
          <p:cNvSpPr/>
          <p:nvPr/>
        </p:nvSpPr>
        <p:spPr>
          <a:xfrm>
            <a:off x="819360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5" name=""/>
          <p:cNvSpPr/>
          <p:nvPr/>
        </p:nvSpPr>
        <p:spPr>
          <a:xfrm>
            <a:off x="854028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6" name=""/>
          <p:cNvSpPr/>
          <p:nvPr/>
        </p:nvSpPr>
        <p:spPr>
          <a:xfrm>
            <a:off x="888660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7" name=""/>
          <p:cNvSpPr/>
          <p:nvPr/>
        </p:nvSpPr>
        <p:spPr>
          <a:xfrm>
            <a:off x="923328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8" name=""/>
          <p:cNvSpPr/>
          <p:nvPr/>
        </p:nvSpPr>
        <p:spPr>
          <a:xfrm>
            <a:off x="957960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19" name=""/>
          <p:cNvSpPr/>
          <p:nvPr/>
        </p:nvSpPr>
        <p:spPr>
          <a:xfrm>
            <a:off x="992592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20" name=""/>
          <p:cNvSpPr/>
          <p:nvPr/>
        </p:nvSpPr>
        <p:spPr>
          <a:xfrm>
            <a:off x="10272600" y="6219720"/>
            <a:ext cx="346680" cy="466920"/>
          </a:xfrm>
          <a:custGeom>
            <a:avLst/>
            <a:gdLst/>
            <a:ahLst/>
            <a:rect l="0" t="0" r="r" b="b"/>
            <a:pathLst>
              <a:path w="963" h="1297">
                <a:moveTo>
                  <a:pt x="963" y="0"/>
                </a:moveTo>
                <a:lnTo>
                  <a:pt x="963" y="1297"/>
                </a:lnTo>
                <a:lnTo>
                  <a:pt x="0" y="1297"/>
                </a:lnTo>
                <a:lnTo>
                  <a:pt x="0" y="0"/>
                </a:lnTo>
                <a:lnTo>
                  <a:pt x="963"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21" name=""/>
          <p:cNvSpPr/>
          <p:nvPr/>
        </p:nvSpPr>
        <p:spPr>
          <a:xfrm>
            <a:off x="10618920" y="6219720"/>
            <a:ext cx="347040" cy="466920"/>
          </a:xfrm>
          <a:custGeom>
            <a:avLst/>
            <a:gdLst/>
            <a:ahLst/>
            <a:rect l="0" t="0" r="r" b="b"/>
            <a:pathLst>
              <a:path w="964" h="1297">
                <a:moveTo>
                  <a:pt x="964" y="0"/>
                </a:moveTo>
                <a:lnTo>
                  <a:pt x="964" y="1297"/>
                </a:lnTo>
                <a:lnTo>
                  <a:pt x="0" y="1297"/>
                </a:lnTo>
                <a:lnTo>
                  <a:pt x="0" y="0"/>
                </a:lnTo>
                <a:lnTo>
                  <a:pt x="964"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22" name=""/>
          <p:cNvSpPr/>
          <p:nvPr/>
        </p:nvSpPr>
        <p:spPr>
          <a:xfrm>
            <a:off x="10965600" y="6219720"/>
            <a:ext cx="693000" cy="466920"/>
          </a:xfrm>
          <a:custGeom>
            <a:avLst/>
            <a:gdLst/>
            <a:ahLst/>
            <a:rect l="0" t="0" r="r" b="b"/>
            <a:pathLst>
              <a:path w="1925" h="1297">
                <a:moveTo>
                  <a:pt x="1820" y="0"/>
                </a:moveTo>
                <a:cubicBezTo>
                  <a:pt x="1849" y="0"/>
                  <a:pt x="1874" y="10"/>
                  <a:pt x="1894" y="31"/>
                </a:cubicBezTo>
                <a:cubicBezTo>
                  <a:pt x="1915" y="51"/>
                  <a:pt x="1925" y="76"/>
                  <a:pt x="1925" y="106"/>
                </a:cubicBezTo>
                <a:lnTo>
                  <a:pt x="1925" y="1191"/>
                </a:lnTo>
                <a:cubicBezTo>
                  <a:pt x="1925" y="1221"/>
                  <a:pt x="1915" y="1246"/>
                  <a:pt x="1894" y="1266"/>
                </a:cubicBezTo>
                <a:cubicBezTo>
                  <a:pt x="1874" y="1287"/>
                  <a:pt x="1849" y="1297"/>
                  <a:pt x="1820" y="1297"/>
                </a:cubicBezTo>
                <a:lnTo>
                  <a:pt x="0" y="1297"/>
                </a:lnTo>
                <a:lnTo>
                  <a:pt x="0" y="0"/>
                </a:lnTo>
                <a:lnTo>
                  <a:pt x="1820"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23" name=""/>
          <p:cNvSpPr/>
          <p:nvPr/>
        </p:nvSpPr>
        <p:spPr>
          <a:xfrm>
            <a:off x="533160" y="6219720"/>
            <a:ext cx="38520" cy="466920"/>
          </a:xfrm>
          <a:custGeom>
            <a:avLst/>
            <a:gdLst/>
            <a:ahLst/>
            <a:rect l="0" t="0" r="r" b="b"/>
            <a:pathLst>
              <a:path w="107" h="1297">
                <a:moveTo>
                  <a:pt x="0" y="0"/>
                </a:moveTo>
                <a:lnTo>
                  <a:pt x="107" y="0"/>
                </a:lnTo>
                <a:lnTo>
                  <a:pt x="107" y="1297"/>
                </a:lnTo>
                <a:lnTo>
                  <a:pt x="0" y="1297"/>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24" name=""/>
          <p:cNvSpPr/>
          <p:nvPr/>
        </p:nvSpPr>
        <p:spPr>
          <a:xfrm>
            <a:off x="618840" y="144756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4"/>
                </a:cubicBezTo>
                <a:cubicBezTo>
                  <a:pt x="31" y="17"/>
                  <a:pt x="40" y="11"/>
                  <a:pt x="49" y="6"/>
                </a:cubicBezTo>
                <a:cubicBezTo>
                  <a:pt x="59" y="2"/>
                  <a:pt x="69" y="0"/>
                  <a:pt x="80" y="0"/>
                </a:cubicBezTo>
                <a:cubicBezTo>
                  <a:pt x="90" y="0"/>
                  <a:pt x="101" y="2"/>
                  <a:pt x="111" y="6"/>
                </a:cubicBezTo>
                <a:cubicBezTo>
                  <a:pt x="121" y="11"/>
                  <a:pt x="129" y="17"/>
                  <a:pt x="137" y="24"/>
                </a:cubicBezTo>
                <a:cubicBezTo>
                  <a:pt x="144" y="32"/>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25" name=""/>
          <p:cNvSpPr txBox="1"/>
          <p:nvPr/>
        </p:nvSpPr>
        <p:spPr>
          <a:xfrm>
            <a:off x="799920" y="135216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2926" name=""/>
          <p:cNvSpPr txBox="1"/>
          <p:nvPr/>
        </p:nvSpPr>
        <p:spPr>
          <a:xfrm>
            <a:off x="1360800" y="136116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「アメダス気象データ分析チャレンジ」</a:t>
            </a:r>
            <a:endParaRPr lang="en-US" sz="1500" b="0" u="none" strike="noStrike">
              <a:solidFill>
                <a:srgbClr val="000000"/>
              </a:solidFill>
              <a:effectLst/>
              <a:uFillTx/>
              <a:latin typeface="游明朝体"/>
            </a:endParaRPr>
          </a:p>
        </p:txBody>
      </p:sp>
      <p:sp>
        <p:nvSpPr>
          <p:cNvPr id="2927" name=""/>
          <p:cNvSpPr txBox="1"/>
          <p:nvPr/>
        </p:nvSpPr>
        <p:spPr>
          <a:xfrm>
            <a:off x="799920" y="170388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で、気象データ（気温等）から東京電⼒の電⼒</a:t>
            </a:r>
            <a:endParaRPr lang="en-US" sz="1500" b="0" u="none" strike="noStrike">
              <a:solidFill>
                <a:srgbClr val="000000"/>
              </a:solidFill>
              <a:effectLst/>
              <a:uFillTx/>
              <a:latin typeface="游明朝体"/>
            </a:endParaRPr>
          </a:p>
        </p:txBody>
      </p:sp>
      <p:sp>
        <p:nvSpPr>
          <p:cNvPr id="2928" name=""/>
          <p:cNvSpPr txBox="1"/>
          <p:nvPr/>
        </p:nvSpPr>
        <p:spPr>
          <a:xfrm>
            <a:off x="799920" y="204696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消費量をニューラルネットワークで予測する演</a:t>
            </a:r>
            <a:endParaRPr lang="en-US" sz="1500" b="0" u="none" strike="noStrike">
              <a:solidFill>
                <a:srgbClr val="000000"/>
              </a:solidFill>
              <a:effectLst/>
              <a:uFillTx/>
              <a:latin typeface="游明朝体"/>
            </a:endParaRPr>
          </a:p>
        </p:txBody>
      </p:sp>
      <p:sp>
        <p:nvSpPr>
          <p:cNvPr id="2929" name=""/>
          <p:cNvSpPr/>
          <p:nvPr/>
        </p:nvSpPr>
        <p:spPr>
          <a:xfrm>
            <a:off x="618840" y="2866680"/>
            <a:ext cx="57600" cy="57600"/>
          </a:xfrm>
          <a:custGeom>
            <a:avLst/>
            <a:gdLst/>
            <a:ahLst/>
            <a:rect l="0" t="0" r="r" b="b"/>
            <a:pathLst>
              <a:path w="160" h="160">
                <a:moveTo>
                  <a:pt x="160" y="81"/>
                </a:moveTo>
                <a:cubicBezTo>
                  <a:pt x="160" y="91"/>
                  <a:pt x="158" y="101"/>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1"/>
                  <a:pt x="0" y="91"/>
                  <a:pt x="0" y="81"/>
                </a:cubicBezTo>
                <a:cubicBezTo>
                  <a:pt x="0" y="70"/>
                  <a:pt x="2" y="60"/>
                  <a:pt x="6" y="50"/>
                </a:cubicBezTo>
                <a:cubicBezTo>
                  <a:pt x="10" y="41"/>
                  <a:pt x="16" y="32"/>
                  <a:pt x="24" y="25"/>
                </a:cubicBezTo>
                <a:cubicBezTo>
                  <a:pt x="31" y="17"/>
                  <a:pt x="40" y="11"/>
                  <a:pt x="49" y="6"/>
                </a:cubicBezTo>
                <a:cubicBezTo>
                  <a:pt x="59" y="2"/>
                  <a:pt x="69" y="0"/>
                  <a:pt x="80" y="0"/>
                </a:cubicBezTo>
                <a:cubicBezTo>
                  <a:pt x="90" y="0"/>
                  <a:pt x="101" y="2"/>
                  <a:pt x="111" y="6"/>
                </a:cubicBezTo>
                <a:cubicBezTo>
                  <a:pt x="121" y="11"/>
                  <a:pt x="129" y="17"/>
                  <a:pt x="137" y="25"/>
                </a:cubicBezTo>
                <a:cubicBezTo>
                  <a:pt x="144" y="32"/>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30" name=""/>
          <p:cNvSpPr txBox="1"/>
          <p:nvPr/>
        </p:nvSpPr>
        <p:spPr>
          <a:xfrm>
            <a:off x="799920" y="23896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習に取り組んだ</a:t>
            </a:r>
            <a:endParaRPr lang="en-US" sz="1500" b="0" u="none" strike="noStrike">
              <a:solidFill>
                <a:srgbClr val="000000"/>
              </a:solidFill>
              <a:effectLst/>
              <a:uFillTx/>
              <a:latin typeface="游明朝体"/>
            </a:endParaRPr>
          </a:p>
        </p:txBody>
      </p:sp>
      <p:sp>
        <p:nvSpPr>
          <p:cNvPr id="2931" name=""/>
          <p:cNvSpPr txBox="1"/>
          <p:nvPr/>
        </p:nvSpPr>
        <p:spPr>
          <a:xfrm>
            <a:off x="799920" y="27802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気温だけの単回帰では</a:t>
            </a:r>
            <a:endParaRPr lang="en-US" sz="1500" b="0" u="none" strike="noStrike">
              <a:solidFill>
                <a:srgbClr val="000000"/>
              </a:solidFill>
              <a:effectLst/>
              <a:uFillTx/>
              <a:latin typeface="游明朝体"/>
            </a:endParaRPr>
          </a:p>
        </p:txBody>
      </p:sp>
      <p:sp>
        <p:nvSpPr>
          <p:cNvPr id="2932" name=""/>
          <p:cNvSpPr txBox="1"/>
          <p:nvPr/>
        </p:nvSpPr>
        <p:spPr>
          <a:xfrm>
            <a:off x="2705040" y="2771280"/>
            <a:ext cx="785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R²=0.03 </a:t>
            </a:r>
            <a:endParaRPr lang="en-US" sz="1500" b="0" u="none" strike="noStrike">
              <a:solidFill>
                <a:srgbClr val="000000"/>
              </a:solidFill>
              <a:effectLst/>
              <a:uFillTx/>
              <a:latin typeface="游明朝体"/>
            </a:endParaRPr>
          </a:p>
        </p:txBody>
      </p:sp>
      <p:sp>
        <p:nvSpPr>
          <p:cNvPr id="2933" name=""/>
          <p:cNvSpPr txBox="1"/>
          <p:nvPr/>
        </p:nvSpPr>
        <p:spPr>
          <a:xfrm>
            <a:off x="3489840" y="27802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とほぼ無相関だ</a:t>
            </a:r>
            <a:endParaRPr lang="en-US" sz="1500" b="0" u="none" strike="noStrike">
              <a:solidFill>
                <a:srgbClr val="000000"/>
              </a:solidFill>
              <a:effectLst/>
              <a:uFillTx/>
              <a:latin typeface="游明朝体"/>
            </a:endParaRPr>
          </a:p>
        </p:txBody>
      </p:sp>
      <p:sp>
        <p:nvSpPr>
          <p:cNvPr id="2934" name=""/>
          <p:cNvSpPr txBox="1"/>
          <p:nvPr/>
        </p:nvSpPr>
        <p:spPr>
          <a:xfrm>
            <a:off x="799920" y="312336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ったが、複数の気象・時刻要素を使ったニュー</a:t>
            </a:r>
            <a:endParaRPr lang="en-US" sz="1500" b="0" u="none" strike="noStrike">
              <a:solidFill>
                <a:srgbClr val="000000"/>
              </a:solidFill>
              <a:effectLst/>
              <a:uFillTx/>
              <a:latin typeface="游明朝体"/>
            </a:endParaRPr>
          </a:p>
        </p:txBody>
      </p:sp>
      <p:sp>
        <p:nvSpPr>
          <p:cNvPr id="2935" name=""/>
          <p:cNvSpPr txBox="1"/>
          <p:nvPr/>
        </p:nvSpPr>
        <p:spPr>
          <a:xfrm>
            <a:off x="799920" y="34660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ラルネットワークでは</a:t>
            </a:r>
            <a:endParaRPr lang="en-US" sz="1500" b="0" u="none" strike="noStrike">
              <a:solidFill>
                <a:srgbClr val="000000"/>
              </a:solidFill>
              <a:effectLst/>
              <a:uFillTx/>
              <a:latin typeface="游明朝体"/>
            </a:endParaRPr>
          </a:p>
        </p:txBody>
      </p:sp>
      <p:sp>
        <p:nvSpPr>
          <p:cNvPr id="2936" name=""/>
          <p:cNvSpPr txBox="1"/>
          <p:nvPr/>
        </p:nvSpPr>
        <p:spPr>
          <a:xfrm>
            <a:off x="2697480" y="3457080"/>
            <a:ext cx="785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R²=0.87 </a:t>
            </a:r>
            <a:endParaRPr lang="en-US" sz="1500" b="0" u="none" strike="noStrike">
              <a:solidFill>
                <a:srgbClr val="000000"/>
              </a:solidFill>
              <a:effectLst/>
              <a:uFillTx/>
              <a:latin typeface="游明朝体"/>
            </a:endParaRPr>
          </a:p>
        </p:txBody>
      </p:sp>
      <p:sp>
        <p:nvSpPr>
          <p:cNvPr id="2937" name=""/>
          <p:cNvSpPr/>
          <p:nvPr/>
        </p:nvSpPr>
        <p:spPr>
          <a:xfrm>
            <a:off x="618840" y="395280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40"/>
                  <a:pt x="16" y="31"/>
                  <a:pt x="24" y="24"/>
                </a:cubicBezTo>
                <a:cubicBezTo>
                  <a:pt x="31" y="17"/>
                  <a:pt x="40" y="11"/>
                  <a:pt x="49" y="7"/>
                </a:cubicBezTo>
                <a:cubicBezTo>
                  <a:pt x="59" y="3"/>
                  <a:pt x="69" y="0"/>
                  <a:pt x="80" y="0"/>
                </a:cubicBezTo>
                <a:cubicBezTo>
                  <a:pt x="90" y="0"/>
                  <a:pt x="101" y="3"/>
                  <a:pt x="111" y="7"/>
                </a:cubicBezTo>
                <a:cubicBezTo>
                  <a:pt x="121" y="11"/>
                  <a:pt x="129" y="17"/>
                  <a:pt x="137" y="24"/>
                </a:cubicBezTo>
                <a:cubicBezTo>
                  <a:pt x="144" y="31"/>
                  <a:pt x="150" y="40"/>
                  <a:pt x="154" y="50"/>
                </a:cubicBezTo>
                <a:cubicBezTo>
                  <a:pt x="158" y="59"/>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38" name=""/>
          <p:cNvSpPr txBox="1"/>
          <p:nvPr/>
        </p:nvSpPr>
        <p:spPr>
          <a:xfrm>
            <a:off x="3482280" y="346608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まで精度が向上</a:t>
            </a:r>
            <a:endParaRPr lang="en-US" sz="1500" b="0" u="none" strike="noStrike">
              <a:solidFill>
                <a:srgbClr val="000000"/>
              </a:solidFill>
              <a:effectLst/>
              <a:uFillTx/>
              <a:latin typeface="游明朝体"/>
            </a:endParaRPr>
          </a:p>
        </p:txBody>
      </p:sp>
      <p:sp>
        <p:nvSpPr>
          <p:cNvPr id="2939" name=""/>
          <p:cNvSpPr txBox="1"/>
          <p:nvPr/>
        </p:nvSpPr>
        <p:spPr>
          <a:xfrm>
            <a:off x="799920" y="3866040"/>
            <a:ext cx="2286720" cy="21204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気象データ（説明変数）</a:t>
            </a:r>
            <a:r>
              <a:rPr lang="en-US" sz="1500" b="1" u="none" strike="noStrike">
                <a:solidFill>
                  <a:srgbClr val="EB6834"/>
                </a:solidFill>
                <a:effectLst/>
                <a:uFillTx/>
                <a:latin typeface="Arial"/>
                <a:ea typeface="Arial"/>
              </a:rPr>
              <a:t>→</a:t>
            </a:r>
            <a:endParaRPr lang="en-US" sz="1500" b="0" u="none" strike="noStrike">
              <a:solidFill>
                <a:srgbClr val="000000"/>
              </a:solidFill>
              <a:effectLst/>
              <a:uFillTx/>
              <a:latin typeface="游明朝体"/>
            </a:endParaRPr>
          </a:p>
        </p:txBody>
      </p:sp>
      <p:sp>
        <p:nvSpPr>
          <p:cNvPr id="2940" name=""/>
          <p:cNvSpPr txBox="1"/>
          <p:nvPr/>
        </p:nvSpPr>
        <p:spPr>
          <a:xfrm>
            <a:off x="3085920" y="3857400"/>
            <a:ext cx="19008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2941" name=""/>
          <p:cNvSpPr txBox="1"/>
          <p:nvPr/>
        </p:nvSpPr>
        <p:spPr>
          <a:xfrm>
            <a:off x="3139200" y="3866040"/>
            <a:ext cx="1715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電⼒消費量（⽬的変</a:t>
            </a:r>
            <a:endParaRPr lang="en-US" sz="1500" b="0" u="none" strike="noStrike">
              <a:solidFill>
                <a:srgbClr val="000000"/>
              </a:solidFill>
              <a:effectLst/>
              <a:uFillTx/>
              <a:latin typeface="游明朝体"/>
            </a:endParaRPr>
          </a:p>
        </p:txBody>
      </p:sp>
      <p:sp>
        <p:nvSpPr>
          <p:cNvPr id="2942" name=""/>
          <p:cNvSpPr txBox="1"/>
          <p:nvPr/>
        </p:nvSpPr>
        <p:spPr>
          <a:xfrm>
            <a:off x="799920" y="4218480"/>
            <a:ext cx="4001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数）という構造を、⾃宅の太陽光発電にも応⽤</a:t>
            </a:r>
            <a:endParaRPr lang="en-US" sz="1500" b="0" u="none" strike="noStrike">
              <a:solidFill>
                <a:srgbClr val="000000"/>
              </a:solidFill>
              <a:effectLst/>
              <a:uFillTx/>
              <a:latin typeface="游明朝体"/>
            </a:endParaRPr>
          </a:p>
        </p:txBody>
      </p:sp>
      <p:sp>
        <p:nvSpPr>
          <p:cNvPr id="2943" name=""/>
          <p:cNvSpPr/>
          <p:nvPr/>
        </p:nvSpPr>
        <p:spPr>
          <a:xfrm>
            <a:off x="618840" y="5047920"/>
            <a:ext cx="57600" cy="57600"/>
          </a:xfrm>
          <a:custGeom>
            <a:avLst/>
            <a:gdLst/>
            <a:ahLst/>
            <a:rect l="0" t="0" r="r" b="b"/>
            <a:pathLst>
              <a:path w="160" h="160">
                <a:moveTo>
                  <a:pt x="160" y="80"/>
                </a:moveTo>
                <a:cubicBezTo>
                  <a:pt x="160" y="90"/>
                  <a:pt x="158" y="100"/>
                  <a:pt x="154" y="110"/>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4" name=""/>
          <p:cNvSpPr txBox="1"/>
          <p:nvPr/>
        </p:nvSpPr>
        <p:spPr>
          <a:xfrm>
            <a:off x="799920" y="4570920"/>
            <a:ext cx="15246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できないかと着想</a:t>
            </a:r>
            <a:endParaRPr lang="en-US" sz="1500" b="0" u="none" strike="noStrike">
              <a:solidFill>
                <a:srgbClr val="000000"/>
              </a:solidFill>
              <a:effectLst/>
              <a:uFillTx/>
              <a:latin typeface="游明朝体"/>
            </a:endParaRPr>
          </a:p>
        </p:txBody>
      </p:sp>
      <p:sp>
        <p:nvSpPr>
          <p:cNvPr id="2945" name=""/>
          <p:cNvSpPr txBox="1"/>
          <p:nvPr/>
        </p:nvSpPr>
        <p:spPr>
          <a:xfrm>
            <a:off x="799920" y="496152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チャレンジで学んだ⼿法をベースに、農研機構</a:t>
            </a:r>
            <a:endParaRPr lang="en-US" sz="1500" b="0" u="none" strike="noStrike">
              <a:solidFill>
                <a:srgbClr val="000000"/>
              </a:solidFill>
              <a:effectLst/>
              <a:uFillTx/>
              <a:latin typeface="游明朝体"/>
            </a:endParaRPr>
          </a:p>
        </p:txBody>
      </p:sp>
      <p:sp>
        <p:nvSpPr>
          <p:cNvPr id="2946" name=""/>
          <p:cNvSpPr txBox="1"/>
          <p:nvPr/>
        </p:nvSpPr>
        <p:spPr>
          <a:xfrm>
            <a:off x="799920" y="530460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メッシュ農業気象データを使った独⾃モデルの</a:t>
            </a:r>
            <a:endParaRPr lang="en-US" sz="1500" b="0" u="none" strike="noStrike">
              <a:solidFill>
                <a:srgbClr val="000000"/>
              </a:solidFill>
              <a:effectLst/>
              <a:uFillTx/>
              <a:latin typeface="游明朝体"/>
            </a:endParaRPr>
          </a:p>
        </p:txBody>
      </p:sp>
      <p:pic>
        <p:nvPicPr>
          <p:cNvPr id="2947" name=""/>
          <p:cNvPicPr/>
          <p:nvPr/>
        </p:nvPicPr>
        <p:blipFill>
          <a:blip r:embed="rId1"/>
          <a:stretch/>
        </p:blipFill>
        <p:spPr>
          <a:xfrm>
            <a:off x="4952880" y="1295280"/>
            <a:ext cx="3400200" cy="3333240"/>
          </a:xfrm>
          <a:prstGeom prst="rect">
            <a:avLst/>
          </a:prstGeom>
          <a:noFill/>
          <a:ln w="0">
            <a:noFill/>
          </a:ln>
        </p:spPr>
      </p:pic>
      <p:pic>
        <p:nvPicPr>
          <p:cNvPr id="2948" name=""/>
          <p:cNvPicPr/>
          <p:nvPr/>
        </p:nvPicPr>
        <p:blipFill>
          <a:blip r:embed="rId2"/>
          <a:stretch/>
        </p:blipFill>
        <p:spPr>
          <a:xfrm>
            <a:off x="8429760" y="1295280"/>
            <a:ext cx="3400200" cy="3333240"/>
          </a:xfrm>
          <a:prstGeom prst="rect">
            <a:avLst/>
          </a:prstGeom>
          <a:noFill/>
          <a:ln w="0">
            <a:noFill/>
          </a:ln>
        </p:spPr>
      </p:pic>
      <p:sp>
        <p:nvSpPr>
          <p:cNvPr id="2949" name=""/>
          <p:cNvSpPr txBox="1"/>
          <p:nvPr/>
        </p:nvSpPr>
        <p:spPr>
          <a:xfrm>
            <a:off x="799920" y="564732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開発に着⼿</a:t>
            </a:r>
            <a:endParaRPr lang="en-US" sz="1500" b="0" u="none" strike="noStrike">
              <a:solidFill>
                <a:srgbClr val="000000"/>
              </a:solidFill>
              <a:effectLst/>
              <a:uFillTx/>
              <a:latin typeface="游明朝体"/>
            </a:endParaRPr>
          </a:p>
        </p:txBody>
      </p:sp>
      <p:sp>
        <p:nvSpPr>
          <p:cNvPr id="2950" name=""/>
          <p:cNvSpPr txBox="1"/>
          <p:nvPr/>
        </p:nvSpPr>
        <p:spPr>
          <a:xfrm>
            <a:off x="5128560" y="4683240"/>
            <a:ext cx="39096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WXBC</a:t>
            </a:r>
            <a:endParaRPr lang="en-US" sz="1050" b="0" u="none" strike="noStrike">
              <a:solidFill>
                <a:srgbClr val="000000"/>
              </a:solidFill>
              <a:effectLst/>
              <a:uFillTx/>
              <a:latin typeface="游明朝体"/>
            </a:endParaRPr>
          </a:p>
        </p:txBody>
      </p:sp>
      <p:sp>
        <p:nvSpPr>
          <p:cNvPr id="2951" name=""/>
          <p:cNvSpPr txBox="1"/>
          <p:nvPr/>
        </p:nvSpPr>
        <p:spPr>
          <a:xfrm>
            <a:off x="5520960" y="4689360"/>
            <a:ext cx="318276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「アメダス気象データ分析チャレンジ」教材より 左</a:t>
            </a:r>
            <a:endParaRPr lang="en-US" sz="1050" b="0" u="none" strike="noStrike">
              <a:solidFill>
                <a:srgbClr val="000000"/>
              </a:solidFill>
              <a:effectLst/>
              <a:uFillTx/>
              <a:latin typeface="游明朝体"/>
            </a:endParaRPr>
          </a:p>
        </p:txBody>
      </p:sp>
      <p:sp>
        <p:nvSpPr>
          <p:cNvPr id="2952" name=""/>
          <p:cNvSpPr txBox="1"/>
          <p:nvPr/>
        </p:nvSpPr>
        <p:spPr>
          <a:xfrm>
            <a:off x="8702640" y="4683240"/>
            <a:ext cx="13284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 </a:t>
            </a:r>
            <a:endParaRPr lang="en-US" sz="1050" b="0" u="none" strike="noStrike">
              <a:solidFill>
                <a:srgbClr val="000000"/>
              </a:solidFill>
              <a:effectLst/>
              <a:uFillTx/>
              <a:latin typeface="游明朝体"/>
            </a:endParaRPr>
          </a:p>
        </p:txBody>
      </p:sp>
      <p:sp>
        <p:nvSpPr>
          <p:cNvPr id="2953" name=""/>
          <p:cNvSpPr txBox="1"/>
          <p:nvPr/>
        </p:nvSpPr>
        <p:spPr>
          <a:xfrm>
            <a:off x="8776800" y="4689360"/>
            <a:ext cx="172440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気温と電⼒消費量の単回帰（</a:t>
            </a:r>
            <a:endParaRPr lang="en-US" sz="1050" b="0" u="none" strike="noStrike">
              <a:solidFill>
                <a:srgbClr val="000000"/>
              </a:solidFill>
              <a:effectLst/>
              <a:uFillTx/>
              <a:latin typeface="游明朝体"/>
            </a:endParaRPr>
          </a:p>
        </p:txBody>
      </p:sp>
      <p:sp>
        <p:nvSpPr>
          <p:cNvPr id="2954" name=""/>
          <p:cNvSpPr txBox="1"/>
          <p:nvPr/>
        </p:nvSpPr>
        <p:spPr>
          <a:xfrm>
            <a:off x="10510560" y="4683240"/>
            <a:ext cx="47340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R²=0.03</a:t>
            </a:r>
            <a:endParaRPr lang="en-US" sz="1050" b="0" u="none" strike="noStrike">
              <a:solidFill>
                <a:srgbClr val="000000"/>
              </a:solidFill>
              <a:effectLst/>
              <a:uFillTx/>
              <a:latin typeface="游明朝体"/>
            </a:endParaRPr>
          </a:p>
        </p:txBody>
      </p:sp>
      <p:sp>
        <p:nvSpPr>
          <p:cNvPr id="2955" name=""/>
          <p:cNvSpPr txBox="1"/>
          <p:nvPr/>
        </p:nvSpPr>
        <p:spPr>
          <a:xfrm>
            <a:off x="10985760" y="4689360"/>
            <a:ext cx="39852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） 右</a:t>
            </a:r>
            <a:endParaRPr lang="en-US" sz="1050" b="0" u="none" strike="noStrike">
              <a:solidFill>
                <a:srgbClr val="000000"/>
              </a:solidFill>
              <a:effectLst/>
              <a:uFillTx/>
              <a:latin typeface="游明朝体"/>
            </a:endParaRPr>
          </a:p>
        </p:txBody>
      </p:sp>
      <p:sp>
        <p:nvSpPr>
          <p:cNvPr id="2956" name=""/>
          <p:cNvSpPr txBox="1"/>
          <p:nvPr/>
        </p:nvSpPr>
        <p:spPr>
          <a:xfrm>
            <a:off x="11319120" y="4683240"/>
            <a:ext cx="13284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 </a:t>
            </a:r>
            <a:endParaRPr lang="en-US" sz="1050" b="0" u="none" strike="noStrike">
              <a:solidFill>
                <a:srgbClr val="000000"/>
              </a:solidFill>
              <a:effectLst/>
              <a:uFillTx/>
              <a:latin typeface="游明朝体"/>
            </a:endParaRPr>
          </a:p>
        </p:txBody>
      </p:sp>
      <p:sp>
        <p:nvSpPr>
          <p:cNvPr id="2957" name=""/>
          <p:cNvSpPr txBox="1"/>
          <p:nvPr/>
        </p:nvSpPr>
        <p:spPr>
          <a:xfrm>
            <a:off x="11393280" y="4689360"/>
            <a:ext cx="26604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ニュ</a:t>
            </a:r>
            <a:endParaRPr lang="en-US" sz="1050" b="0" u="none" strike="noStrike">
              <a:solidFill>
                <a:srgbClr val="000000"/>
              </a:solidFill>
              <a:effectLst/>
              <a:uFillTx/>
              <a:latin typeface="游明朝体"/>
            </a:endParaRPr>
          </a:p>
        </p:txBody>
      </p:sp>
      <p:sp>
        <p:nvSpPr>
          <p:cNvPr id="2958" name=""/>
          <p:cNvSpPr txBox="1"/>
          <p:nvPr/>
        </p:nvSpPr>
        <p:spPr>
          <a:xfrm>
            <a:off x="6489720" y="4889520"/>
            <a:ext cx="318276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ーラルネットワークによる予測値と実測値の散布図（</a:t>
            </a:r>
            <a:endParaRPr lang="en-US" sz="1050" b="0" u="none" strike="noStrike">
              <a:solidFill>
                <a:srgbClr val="000000"/>
              </a:solidFill>
              <a:effectLst/>
              <a:uFillTx/>
              <a:latin typeface="游明朝体"/>
            </a:endParaRPr>
          </a:p>
        </p:txBody>
      </p:sp>
      <p:sp>
        <p:nvSpPr>
          <p:cNvPr id="2959" name=""/>
          <p:cNvSpPr txBox="1"/>
          <p:nvPr/>
        </p:nvSpPr>
        <p:spPr>
          <a:xfrm>
            <a:off x="9680760" y="4883040"/>
            <a:ext cx="47340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R²=0.87</a:t>
            </a:r>
            <a:endParaRPr lang="en-US" sz="1050" b="0" u="none" strike="noStrike">
              <a:solidFill>
                <a:srgbClr val="000000"/>
              </a:solidFill>
              <a:effectLst/>
              <a:uFillTx/>
              <a:latin typeface="游明朝体"/>
            </a:endParaRPr>
          </a:p>
        </p:txBody>
      </p:sp>
      <p:sp>
        <p:nvSpPr>
          <p:cNvPr id="2960" name=""/>
          <p:cNvSpPr txBox="1"/>
          <p:nvPr/>
        </p:nvSpPr>
        <p:spPr>
          <a:xfrm>
            <a:off x="10155960" y="4889520"/>
            <a:ext cx="13320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3"/>
                <a:ea typeface="HiraginoSans-W3"/>
              </a:rPr>
              <a:t>）</a:t>
            </a:r>
            <a:endParaRPr lang="en-US" sz="1050" b="0" u="none" strike="noStrike">
              <a:solidFill>
                <a:srgbClr val="000000"/>
              </a:solidFill>
              <a:effectLst/>
              <a:uFillTx/>
              <a:latin typeface="游明朝体"/>
            </a:endParaRPr>
          </a:p>
        </p:txBody>
      </p:sp>
      <p:sp>
        <p:nvSpPr>
          <p:cNvPr id="2961" name=""/>
          <p:cNvSpPr txBox="1"/>
          <p:nvPr/>
        </p:nvSpPr>
        <p:spPr>
          <a:xfrm>
            <a:off x="723960" y="6351480"/>
            <a:ext cx="67107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教材で学んだ⼿法を、⾃分の⽣活に⾝近な太陽光発電というテーマに転⽤したのが</a:t>
            </a:r>
            <a:endParaRPr lang="en-US" sz="1430" b="0" u="none" strike="noStrike">
              <a:solidFill>
                <a:srgbClr val="000000"/>
              </a:solidFill>
              <a:effectLst/>
              <a:uFillTx/>
              <a:latin typeface="游明朝体"/>
            </a:endParaRPr>
          </a:p>
        </p:txBody>
      </p:sp>
      <p:sp>
        <p:nvSpPr>
          <p:cNvPr id="2962" name=""/>
          <p:cNvSpPr txBox="1"/>
          <p:nvPr/>
        </p:nvSpPr>
        <p:spPr>
          <a:xfrm>
            <a:off x="7414560" y="6342840"/>
            <a:ext cx="104544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 ml_forecast </a:t>
            </a:r>
            <a:endParaRPr lang="en-US" sz="1430" b="0" u="none" strike="noStrike">
              <a:solidFill>
                <a:srgbClr val="000000"/>
              </a:solidFill>
              <a:effectLst/>
              <a:uFillTx/>
              <a:latin typeface="游明朝体"/>
            </a:endParaRPr>
          </a:p>
        </p:txBody>
      </p:sp>
      <p:sp>
        <p:nvSpPr>
          <p:cNvPr id="2963" name=""/>
          <p:cNvSpPr txBox="1"/>
          <p:nvPr/>
        </p:nvSpPr>
        <p:spPr>
          <a:xfrm>
            <a:off x="8453880" y="6351480"/>
            <a:ext cx="7261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の出発点</a:t>
            </a:r>
            <a:endParaRPr lang="en-US" sz="1430" b="0" u="none" strike="noStrike">
              <a:solidFill>
                <a:srgbClr val="000000"/>
              </a:solidFill>
              <a:effectLst/>
              <a:uFillTx/>
              <a:latin typeface="游明朝体"/>
            </a:endParaRPr>
          </a:p>
        </p:txBody>
      </p:sp>
      <p:sp>
        <p:nvSpPr>
          <p:cNvPr id="2964"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5"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6"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7"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8"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9"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0"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1"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2"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3"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4"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5"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6"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7"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8"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9"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0"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1"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2"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3"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4"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5"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6"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7"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8"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9"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0"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1"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2"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3"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4"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5"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6"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7"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8"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9"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0"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1"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2"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3"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4"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5"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6"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7"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8"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9"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0"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1"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2"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3"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4"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5"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6"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7"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8"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19"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0"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1"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2"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3"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4"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5"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6"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7"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8"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29"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0"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1"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2"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3"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4"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5"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6"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7"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8"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39"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0"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1"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2"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3"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4"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5"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6"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7"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8"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49"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0"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1"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2"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3"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4"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5"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6"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7"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8"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59"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0"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1"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2"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3"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4"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5"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6"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7"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8"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69"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0"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1"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2"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3"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4"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5"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6"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7"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8"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79"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0"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1"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2"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3"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4"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5"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6"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7"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8"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89"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0"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1"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2"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3"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4"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5"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6"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7"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8"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99"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0"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1"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2"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3"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4"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5"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6"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7"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8"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09"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0"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1"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2"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3"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4"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5"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6"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7"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8"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19"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0"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1"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2"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3"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4"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5"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6"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7"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8"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29"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0"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1"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2"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3"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4"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5"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6"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7"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8"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39"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0"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1"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2"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3"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4"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5"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6"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7"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8"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49"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0"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1"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2"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3"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4"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5"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56" name=""/>
          <p:cNvSpPr txBox="1"/>
          <p:nvPr/>
        </p:nvSpPr>
        <p:spPr>
          <a:xfrm>
            <a:off x="533520" y="495360"/>
            <a:ext cx="35942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取り組みのきっかけ</a:t>
            </a:r>
            <a:endParaRPr lang="en-US" sz="3150" b="0" u="none" strike="noStrike">
              <a:solidFill>
                <a:srgbClr val="000000"/>
              </a:solidFill>
              <a:effectLst/>
              <a:uFillTx/>
              <a:latin typeface="游明朝体"/>
            </a:endParaRPr>
          </a:p>
        </p:txBody>
      </p:sp>
      <p:sp>
        <p:nvSpPr>
          <p:cNvPr id="3157"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13</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15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1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3161" name=""/>
          <p:cNvPicPr/>
          <p:nvPr/>
        </p:nvPicPr>
        <p:blipFill>
          <a:blip r:embed="rId1"/>
          <a:stretch/>
        </p:blipFill>
        <p:spPr>
          <a:xfrm>
            <a:off x="546120" y="5524560"/>
            <a:ext cx="11112120" cy="456840"/>
          </a:xfrm>
          <a:prstGeom prst="rect">
            <a:avLst/>
          </a:prstGeom>
          <a:noFill/>
          <a:ln w="0">
            <a:noFill/>
          </a:ln>
        </p:spPr>
      </p:pic>
      <p:sp>
        <p:nvSpPr>
          <p:cNvPr id="3162" name=""/>
          <p:cNvSpPr/>
          <p:nvPr/>
        </p:nvSpPr>
        <p:spPr>
          <a:xfrm>
            <a:off x="533160" y="552420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63" name=""/>
          <p:cNvSpPr txBox="1"/>
          <p:nvPr/>
        </p:nvSpPr>
        <p:spPr>
          <a:xfrm>
            <a:off x="533520" y="1751760"/>
            <a:ext cx="5334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太陽光発電アプリの⽉次棒グラフのスクリーンショットを画像</a:t>
            </a:r>
            <a:endParaRPr lang="en-US" sz="1500" b="0" u="none" strike="noStrike">
              <a:solidFill>
                <a:srgbClr val="000000"/>
              </a:solidFill>
              <a:effectLst/>
              <a:uFillTx/>
              <a:latin typeface="游明朝体"/>
            </a:endParaRPr>
          </a:p>
        </p:txBody>
      </p:sp>
      <p:sp>
        <p:nvSpPr>
          <p:cNvPr id="3164" name=""/>
          <p:cNvSpPr txBox="1"/>
          <p:nvPr/>
        </p:nvSpPr>
        <p:spPr>
          <a:xfrm>
            <a:off x="533520" y="2037240"/>
            <a:ext cx="4763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処理で⾃動解析し、教師データとなる⽇別発電量を抽出</a:t>
            </a:r>
            <a:endParaRPr lang="en-US" sz="1500" b="0" u="none" strike="noStrike">
              <a:solidFill>
                <a:srgbClr val="000000"/>
              </a:solidFill>
              <a:effectLst/>
              <a:uFillTx/>
              <a:latin typeface="游明朝体"/>
            </a:endParaRPr>
          </a:p>
        </p:txBody>
      </p:sp>
      <p:sp>
        <p:nvSpPr>
          <p:cNvPr id="3165" name=""/>
          <p:cNvSpPr/>
          <p:nvPr/>
        </p:nvSpPr>
        <p:spPr>
          <a:xfrm>
            <a:off x="723600" y="2352600"/>
            <a:ext cx="2429280" cy="200160"/>
          </a:xfrm>
          <a:custGeom>
            <a:avLst/>
            <a:gdLst/>
            <a:ahLst/>
            <a:rect l="0" t="0" r="r" b="b"/>
            <a:pathLst>
              <a:path w="6748" h="556">
                <a:moveTo>
                  <a:pt x="0" y="477"/>
                </a:moveTo>
                <a:lnTo>
                  <a:pt x="0" y="79"/>
                </a:lnTo>
                <a:cubicBezTo>
                  <a:pt x="0" y="69"/>
                  <a:pt x="2" y="58"/>
                  <a:pt x="6" y="49"/>
                </a:cubicBezTo>
                <a:cubicBezTo>
                  <a:pt x="10" y="39"/>
                  <a:pt x="16" y="30"/>
                  <a:pt x="24" y="23"/>
                </a:cubicBezTo>
                <a:cubicBezTo>
                  <a:pt x="31" y="16"/>
                  <a:pt x="40" y="10"/>
                  <a:pt x="49" y="6"/>
                </a:cubicBezTo>
                <a:cubicBezTo>
                  <a:pt x="59" y="2"/>
                  <a:pt x="69" y="0"/>
                  <a:pt x="80" y="0"/>
                </a:cubicBezTo>
                <a:lnTo>
                  <a:pt x="6669" y="0"/>
                </a:lnTo>
                <a:cubicBezTo>
                  <a:pt x="6679" y="0"/>
                  <a:pt x="6689" y="2"/>
                  <a:pt x="6699" y="6"/>
                </a:cubicBezTo>
                <a:cubicBezTo>
                  <a:pt x="6709" y="10"/>
                  <a:pt x="6718" y="16"/>
                  <a:pt x="6725" y="23"/>
                </a:cubicBezTo>
                <a:cubicBezTo>
                  <a:pt x="6732" y="30"/>
                  <a:pt x="6738" y="39"/>
                  <a:pt x="6742" y="49"/>
                </a:cubicBezTo>
                <a:cubicBezTo>
                  <a:pt x="6746" y="58"/>
                  <a:pt x="6748" y="69"/>
                  <a:pt x="6748" y="79"/>
                </a:cubicBezTo>
                <a:lnTo>
                  <a:pt x="6748" y="477"/>
                </a:lnTo>
                <a:cubicBezTo>
                  <a:pt x="6748" y="487"/>
                  <a:pt x="6746" y="498"/>
                  <a:pt x="6742" y="507"/>
                </a:cubicBezTo>
                <a:cubicBezTo>
                  <a:pt x="6738" y="517"/>
                  <a:pt x="6732" y="526"/>
                  <a:pt x="6725" y="533"/>
                </a:cubicBezTo>
                <a:cubicBezTo>
                  <a:pt x="6718" y="541"/>
                  <a:pt x="6709" y="546"/>
                  <a:pt x="6699" y="550"/>
                </a:cubicBezTo>
                <a:cubicBezTo>
                  <a:pt x="6689" y="554"/>
                  <a:pt x="6679" y="556"/>
                  <a:pt x="6669" y="556"/>
                </a:cubicBezTo>
                <a:lnTo>
                  <a:pt x="80" y="556"/>
                </a:lnTo>
                <a:cubicBezTo>
                  <a:pt x="69" y="556"/>
                  <a:pt x="59" y="554"/>
                  <a:pt x="49" y="550"/>
                </a:cubicBezTo>
                <a:cubicBezTo>
                  <a:pt x="40" y="546"/>
                  <a:pt x="31" y="541"/>
                  <a:pt x="24" y="533"/>
                </a:cubicBezTo>
                <a:cubicBezTo>
                  <a:pt x="16" y="526"/>
                  <a:pt x="10" y="517"/>
                  <a:pt x="6" y="507"/>
                </a:cubicBezTo>
                <a:cubicBezTo>
                  <a:pt x="2" y="498"/>
                  <a:pt x="0" y="487"/>
                  <a:pt x="0" y="477"/>
                </a:cubicBez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166" name=""/>
          <p:cNvSpPr txBox="1"/>
          <p:nvPr/>
        </p:nvSpPr>
        <p:spPr>
          <a:xfrm>
            <a:off x="533520" y="232308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167" name=""/>
          <p:cNvSpPr txBox="1"/>
          <p:nvPr/>
        </p:nvSpPr>
        <p:spPr>
          <a:xfrm>
            <a:off x="771480" y="2360520"/>
            <a:ext cx="2327400" cy="183240"/>
          </a:xfrm>
          <a:prstGeom prst="rect">
            <a:avLst/>
          </a:prstGeom>
          <a:noFill/>
          <a:ln w="0">
            <a:noFill/>
          </a:ln>
        </p:spPr>
        <p:txBody>
          <a:bodyPr wrap="none" lIns="0" tIns="0" rIns="0" bIns="0" anchor="t">
            <a:spAutoFit/>
          </a:bodyPr>
          <a:p>
            <a:pPr/>
            <a:r>
              <a:rPr lang="en-US" sz="1280" b="0" u="none" strike="noStrike">
                <a:solidFill>
                  <a:srgbClr val="4A3AA7"/>
                </a:solidFill>
                <a:effectLst/>
                <a:uFillTx/>
                <a:latin typeface="CourierNew"/>
                <a:ea typeface="CourierNew"/>
              </a:rPr>
              <a:t>extract_hatuden_daily.py</a:t>
            </a:r>
            <a:endParaRPr lang="en-US" sz="1280" b="0" u="none" strike="noStrike">
              <a:solidFill>
                <a:srgbClr val="000000"/>
              </a:solidFill>
              <a:effectLst/>
              <a:uFillTx/>
              <a:latin typeface="游明朝体"/>
            </a:endParaRPr>
          </a:p>
        </p:txBody>
      </p:sp>
      <p:sp>
        <p:nvSpPr>
          <p:cNvPr id="3168" name=""/>
          <p:cNvSpPr/>
          <p:nvPr/>
        </p:nvSpPr>
        <p:spPr>
          <a:xfrm>
            <a:off x="618840" y="2885760"/>
            <a:ext cx="57600" cy="57600"/>
          </a:xfrm>
          <a:custGeom>
            <a:avLst/>
            <a:gdLst/>
            <a:ahLst/>
            <a:rect l="0" t="0" r="r" b="b"/>
            <a:pathLst>
              <a:path w="160" h="160">
                <a:moveTo>
                  <a:pt x="160" y="80"/>
                </a:moveTo>
                <a:cubicBezTo>
                  <a:pt x="160" y="90"/>
                  <a:pt x="158" y="100"/>
                  <a:pt x="154" y="110"/>
                </a:cubicBezTo>
                <a:cubicBezTo>
                  <a:pt x="150" y="120"/>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0"/>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69" name=""/>
          <p:cNvSpPr txBox="1"/>
          <p:nvPr/>
        </p:nvSpPr>
        <p:spPr>
          <a:xfrm>
            <a:off x="3151440" y="23230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170" name=""/>
          <p:cNvSpPr txBox="1"/>
          <p:nvPr/>
        </p:nvSpPr>
        <p:spPr>
          <a:xfrm>
            <a:off x="799920" y="279936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緑⾊のバー（発電量）をピクセル⾊で検出し、バーの⾼さか</a:t>
            </a:r>
            <a:endParaRPr lang="en-US" sz="1500" b="0" u="none" strike="noStrike">
              <a:solidFill>
                <a:srgbClr val="000000"/>
              </a:solidFill>
              <a:effectLst/>
              <a:uFillTx/>
              <a:latin typeface="游明朝体"/>
            </a:endParaRPr>
          </a:p>
        </p:txBody>
      </p:sp>
      <p:sp>
        <p:nvSpPr>
          <p:cNvPr id="3171" name=""/>
          <p:cNvSpPr/>
          <p:nvPr/>
        </p:nvSpPr>
        <p:spPr>
          <a:xfrm>
            <a:off x="618840" y="3619440"/>
            <a:ext cx="57600" cy="57240"/>
          </a:xfrm>
          <a:custGeom>
            <a:avLst/>
            <a:gdLst/>
            <a:ahLst/>
            <a:rect l="0" t="0" r="r" b="b"/>
            <a:pathLst>
              <a:path w="160" h="159">
                <a:moveTo>
                  <a:pt x="160" y="79"/>
                </a:moveTo>
                <a:cubicBezTo>
                  <a:pt x="160" y="90"/>
                  <a:pt x="158" y="100"/>
                  <a:pt x="154" y="109"/>
                </a:cubicBezTo>
                <a:cubicBezTo>
                  <a:pt x="150" y="119"/>
                  <a:pt x="144" y="128"/>
                  <a:pt x="137" y="135"/>
                </a:cubicBezTo>
                <a:cubicBezTo>
                  <a:pt x="129" y="144"/>
                  <a:pt x="121" y="149"/>
                  <a:pt x="111" y="153"/>
                </a:cubicBezTo>
                <a:cubicBezTo>
                  <a:pt x="101" y="157"/>
                  <a:pt x="90" y="159"/>
                  <a:pt x="80" y="159"/>
                </a:cubicBezTo>
                <a:cubicBezTo>
                  <a:pt x="69" y="159"/>
                  <a:pt x="59" y="157"/>
                  <a:pt x="49" y="153"/>
                </a:cubicBezTo>
                <a:cubicBezTo>
                  <a:pt x="40" y="149"/>
                  <a:pt x="31" y="144"/>
                  <a:pt x="24" y="135"/>
                </a:cubicBezTo>
                <a:cubicBezTo>
                  <a:pt x="16" y="128"/>
                  <a:pt x="10" y="119"/>
                  <a:pt x="6" y="109"/>
                </a:cubicBezTo>
                <a:cubicBezTo>
                  <a:pt x="2" y="100"/>
                  <a:pt x="0" y="90"/>
                  <a:pt x="0" y="79"/>
                </a:cubicBezTo>
                <a:cubicBezTo>
                  <a:pt x="0" y="69"/>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72" name=""/>
          <p:cNvSpPr txBox="1"/>
          <p:nvPr/>
        </p:nvSpPr>
        <p:spPr>
          <a:xfrm>
            <a:off x="799920" y="314244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ら数値化</a:t>
            </a:r>
            <a:endParaRPr lang="en-US" sz="1500" b="0" u="none" strike="noStrike">
              <a:solidFill>
                <a:srgbClr val="000000"/>
              </a:solidFill>
              <a:effectLst/>
              <a:uFillTx/>
              <a:latin typeface="游明朝体"/>
            </a:endParaRPr>
          </a:p>
        </p:txBody>
      </p:sp>
      <p:sp>
        <p:nvSpPr>
          <p:cNvPr id="3173" name=""/>
          <p:cNvSpPr txBox="1"/>
          <p:nvPr/>
        </p:nvSpPr>
        <p:spPr>
          <a:xfrm>
            <a:off x="799920" y="353268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アプリが表⽰する⽉次合計値でスケーリングし、⽬標値との</a:t>
            </a:r>
            <a:endParaRPr lang="en-US" sz="1500" b="0" u="none" strike="noStrike">
              <a:solidFill>
                <a:srgbClr val="000000"/>
              </a:solidFill>
              <a:effectLst/>
              <a:uFillTx/>
              <a:latin typeface="游明朝体"/>
            </a:endParaRPr>
          </a:p>
        </p:txBody>
      </p:sp>
      <p:sp>
        <p:nvSpPr>
          <p:cNvPr id="3174" name=""/>
          <p:cNvSpPr txBox="1"/>
          <p:nvPr/>
        </p:nvSpPr>
        <p:spPr>
          <a:xfrm>
            <a:off x="799920" y="387576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誤差</a:t>
            </a:r>
            <a:endParaRPr lang="en-US" sz="1500" b="0" u="none" strike="noStrike">
              <a:solidFill>
                <a:srgbClr val="000000"/>
              </a:solidFill>
              <a:effectLst/>
              <a:uFillTx/>
              <a:latin typeface="游明朝体"/>
            </a:endParaRPr>
          </a:p>
        </p:txBody>
      </p:sp>
      <p:sp>
        <p:nvSpPr>
          <p:cNvPr id="3175" name=""/>
          <p:cNvSpPr txBox="1"/>
          <p:nvPr/>
        </p:nvSpPr>
        <p:spPr>
          <a:xfrm>
            <a:off x="1181160" y="3866760"/>
            <a:ext cx="10256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±0.03 kWh </a:t>
            </a:r>
            <a:endParaRPr lang="en-US" sz="1500" b="0" u="none" strike="noStrike">
              <a:solidFill>
                <a:srgbClr val="000000"/>
              </a:solidFill>
              <a:effectLst/>
              <a:uFillTx/>
              <a:latin typeface="游明朝体"/>
            </a:endParaRPr>
          </a:p>
        </p:txBody>
      </p:sp>
      <p:sp>
        <p:nvSpPr>
          <p:cNvPr id="3176" name=""/>
          <p:cNvSpPr/>
          <p:nvPr/>
        </p:nvSpPr>
        <p:spPr>
          <a:xfrm>
            <a:off x="618840" y="4352760"/>
            <a:ext cx="57600" cy="57600"/>
          </a:xfrm>
          <a:custGeom>
            <a:avLst/>
            <a:gdLst/>
            <a:ahLst/>
            <a:rect l="0" t="0" r="r" b="b"/>
            <a:pathLst>
              <a:path w="160" h="160">
                <a:moveTo>
                  <a:pt x="160" y="79"/>
                </a:moveTo>
                <a:cubicBezTo>
                  <a:pt x="160" y="90"/>
                  <a:pt x="158" y="100"/>
                  <a:pt x="154" y="110"/>
                </a:cubicBezTo>
                <a:cubicBezTo>
                  <a:pt x="150" y="119"/>
                  <a:pt x="144" y="128"/>
                  <a:pt x="137" y="135"/>
                </a:cubicBezTo>
                <a:cubicBezTo>
                  <a:pt x="129" y="143"/>
                  <a:pt x="121" y="149"/>
                  <a:pt x="111" y="153"/>
                </a:cubicBezTo>
                <a:cubicBezTo>
                  <a:pt x="101" y="158"/>
                  <a:pt x="90" y="160"/>
                  <a:pt x="80" y="160"/>
                </a:cubicBezTo>
                <a:cubicBezTo>
                  <a:pt x="69" y="160"/>
                  <a:pt x="59" y="158"/>
                  <a:pt x="49" y="153"/>
                </a:cubicBezTo>
                <a:cubicBezTo>
                  <a:pt x="40" y="149"/>
                  <a:pt x="31" y="143"/>
                  <a:pt x="24" y="135"/>
                </a:cubicBezTo>
                <a:cubicBezTo>
                  <a:pt x="16" y="128"/>
                  <a:pt x="10" y="119"/>
                  <a:pt x="6" y="110"/>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77" name=""/>
          <p:cNvSpPr txBox="1"/>
          <p:nvPr/>
        </p:nvSpPr>
        <p:spPr>
          <a:xfrm>
            <a:off x="2206080" y="387576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以内に補正</a:t>
            </a:r>
            <a:endParaRPr lang="en-US" sz="1500" b="0" u="none" strike="noStrike">
              <a:solidFill>
                <a:srgbClr val="000000"/>
              </a:solidFill>
              <a:effectLst/>
              <a:uFillTx/>
              <a:latin typeface="游明朝体"/>
            </a:endParaRPr>
          </a:p>
        </p:txBody>
      </p:sp>
      <p:sp>
        <p:nvSpPr>
          <p:cNvPr id="3178" name=""/>
          <p:cNvSpPr txBox="1"/>
          <p:nvPr/>
        </p:nvSpPr>
        <p:spPr>
          <a:xfrm>
            <a:off x="799920" y="4266360"/>
            <a:ext cx="5144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画像データから発電量を読み取る仕組みと⼿⼊⼒で発電量を</a:t>
            </a:r>
            <a:endParaRPr lang="en-US" sz="1500" b="0" u="none" strike="noStrike">
              <a:solidFill>
                <a:srgbClr val="000000"/>
              </a:solidFill>
              <a:effectLst/>
              <a:uFillTx/>
              <a:latin typeface="游明朝体"/>
            </a:endParaRPr>
          </a:p>
        </p:txBody>
      </p:sp>
      <p:sp>
        <p:nvSpPr>
          <p:cNvPr id="3179" name=""/>
          <p:cNvSpPr txBox="1"/>
          <p:nvPr/>
        </p:nvSpPr>
        <p:spPr>
          <a:xfrm>
            <a:off x="799920" y="460908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追加するアプリ（</a:t>
            </a:r>
            <a:endParaRPr lang="en-US" sz="1500" b="0" u="none" strike="noStrike">
              <a:solidFill>
                <a:srgbClr val="000000"/>
              </a:solidFill>
              <a:effectLst/>
              <a:uFillTx/>
              <a:latin typeface="游明朝体"/>
            </a:endParaRPr>
          </a:p>
        </p:txBody>
      </p:sp>
      <p:sp>
        <p:nvSpPr>
          <p:cNvPr id="3180" name=""/>
          <p:cNvSpPr txBox="1"/>
          <p:nvPr/>
        </p:nvSpPr>
        <p:spPr>
          <a:xfrm>
            <a:off x="2324160" y="4600080"/>
            <a:ext cx="1532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Jupyter Notebook</a:t>
            </a:r>
            <a:endParaRPr lang="en-US" sz="1500" b="0" u="none" strike="noStrike">
              <a:solidFill>
                <a:srgbClr val="000000"/>
              </a:solidFill>
              <a:effectLst/>
              <a:uFillTx/>
              <a:latin typeface="游明朝体"/>
            </a:endParaRPr>
          </a:p>
        </p:txBody>
      </p:sp>
      <p:sp>
        <p:nvSpPr>
          <p:cNvPr id="3181" name=""/>
          <p:cNvSpPr txBox="1"/>
          <p:nvPr/>
        </p:nvSpPr>
        <p:spPr>
          <a:xfrm>
            <a:off x="3855600" y="4609080"/>
            <a:ext cx="2096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）を作成し、⽇々の精度</a:t>
            </a:r>
            <a:endParaRPr lang="en-US" sz="1500" b="0" u="none" strike="noStrike">
              <a:solidFill>
                <a:srgbClr val="000000"/>
              </a:solidFill>
              <a:effectLst/>
              <a:uFillTx/>
              <a:latin typeface="游明朝体"/>
            </a:endParaRPr>
          </a:p>
        </p:txBody>
      </p:sp>
      <p:pic>
        <p:nvPicPr>
          <p:cNvPr id="3182" name=""/>
          <p:cNvPicPr/>
          <p:nvPr/>
        </p:nvPicPr>
        <p:blipFill>
          <a:blip r:embed="rId2"/>
          <a:stretch/>
        </p:blipFill>
        <p:spPr>
          <a:xfrm>
            <a:off x="6458040" y="1714320"/>
            <a:ext cx="4952520" cy="2819160"/>
          </a:xfrm>
          <a:prstGeom prst="rect">
            <a:avLst/>
          </a:prstGeom>
          <a:noFill/>
          <a:ln w="0">
            <a:noFill/>
          </a:ln>
        </p:spPr>
      </p:pic>
      <p:sp>
        <p:nvSpPr>
          <p:cNvPr id="3183" name=""/>
          <p:cNvSpPr txBox="1"/>
          <p:nvPr/>
        </p:nvSpPr>
        <p:spPr>
          <a:xfrm>
            <a:off x="799920" y="495216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検証にも活⽤</a:t>
            </a:r>
            <a:endParaRPr lang="en-US" sz="1500" b="0" u="none" strike="noStrike">
              <a:solidFill>
                <a:srgbClr val="000000"/>
              </a:solidFill>
              <a:effectLst/>
              <a:uFillTx/>
              <a:latin typeface="游明朝体"/>
            </a:endParaRPr>
          </a:p>
        </p:txBody>
      </p:sp>
      <p:sp>
        <p:nvSpPr>
          <p:cNvPr id="3184" name=""/>
          <p:cNvSpPr txBox="1"/>
          <p:nvPr/>
        </p:nvSpPr>
        <p:spPr>
          <a:xfrm>
            <a:off x="723960" y="5655960"/>
            <a:ext cx="79804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スクリーンショットを撮るだけで教師データが増える。⼿⼊⼒なしで学習データを⽇々蓄積できる</a:t>
            </a:r>
            <a:endParaRPr lang="en-US" sz="1430" b="0" u="none" strike="noStrike">
              <a:solidFill>
                <a:srgbClr val="000000"/>
              </a:solidFill>
              <a:effectLst/>
              <a:uFillTx/>
              <a:latin typeface="游明朝体"/>
            </a:endParaRPr>
          </a:p>
        </p:txBody>
      </p:sp>
      <p:sp>
        <p:nvSpPr>
          <p:cNvPr id="3185" name=""/>
          <p:cNvSpPr txBox="1"/>
          <p:nvPr/>
        </p:nvSpPr>
        <p:spPr>
          <a:xfrm>
            <a:off x="533520" y="914400"/>
            <a:ext cx="678852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教師データ（太陽光発電量）の取得を</a:t>
            </a:r>
            <a:endParaRPr lang="en-US" sz="3150" b="0" u="none" strike="noStrike">
              <a:solidFill>
                <a:srgbClr val="000000"/>
              </a:solidFill>
              <a:effectLst/>
              <a:uFillTx/>
              <a:latin typeface="游明朝体"/>
            </a:endParaRPr>
          </a:p>
        </p:txBody>
      </p:sp>
      <p:sp>
        <p:nvSpPr>
          <p:cNvPr id="3186" name=""/>
          <p:cNvSpPr txBox="1"/>
          <p:nvPr/>
        </p:nvSpPr>
        <p:spPr>
          <a:xfrm>
            <a:off x="7334280" y="89568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AI</a:t>
            </a:r>
            <a:endParaRPr lang="en-US" sz="3150" b="0" u="none" strike="noStrike">
              <a:solidFill>
                <a:srgbClr val="000000"/>
              </a:solidFill>
              <a:effectLst/>
              <a:uFillTx/>
              <a:latin typeface="游明朝体"/>
            </a:endParaRPr>
          </a:p>
        </p:txBody>
      </p:sp>
      <p:sp>
        <p:nvSpPr>
          <p:cNvPr id="3187" name=""/>
          <p:cNvSpPr/>
          <p:nvPr/>
        </p:nvSpPr>
        <p:spPr>
          <a:xfrm>
            <a:off x="533160" y="1435680"/>
            <a:ext cx="7200" cy="33480"/>
          </a:xfrm>
          <a:custGeom>
            <a:avLst/>
            <a:gdLst/>
            <a:ahLst/>
            <a:rect l="0" t="0" r="r" b="b"/>
            <a:pathLst>
              <a:path w="20" h="93">
                <a:moveTo>
                  <a:pt x="20" y="0"/>
                </a:moveTo>
                <a:lnTo>
                  <a:pt x="20" y="93"/>
                </a:lnTo>
                <a:cubicBezTo>
                  <a:pt x="7" y="81"/>
                  <a:pt x="0" y="65"/>
                  <a:pt x="0" y="46"/>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88" name=""/>
          <p:cNvSpPr/>
          <p:nvPr/>
        </p:nvSpPr>
        <p:spPr>
          <a:xfrm>
            <a:off x="540000" y="1431000"/>
            <a:ext cx="6840" cy="43200"/>
          </a:xfrm>
          <a:custGeom>
            <a:avLst/>
            <a:gdLst/>
            <a:ahLst/>
            <a:rect l="0" t="0" r="r" b="b"/>
            <a:pathLst>
              <a:path w="19" h="120">
                <a:moveTo>
                  <a:pt x="1" y="14"/>
                </a:moveTo>
                <a:cubicBezTo>
                  <a:pt x="7" y="7"/>
                  <a:pt x="13" y="3"/>
                  <a:pt x="19" y="0"/>
                </a:cubicBezTo>
                <a:lnTo>
                  <a:pt x="19" y="120"/>
                </a:lnTo>
                <a:cubicBezTo>
                  <a:pt x="13" y="117"/>
                  <a:pt x="7" y="113"/>
                  <a:pt x="1" y="107"/>
                </a:cubicBezTo>
                <a:cubicBezTo>
                  <a:pt x="0" y="107"/>
                  <a:pt x="0" y="107"/>
                  <a:pt x="0" y="106"/>
                </a:cubicBezTo>
                <a:lnTo>
                  <a:pt x="0" y="14"/>
                </a:lnTo>
                <a:lnTo>
                  <a:pt x="1" y="14"/>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89" name=""/>
          <p:cNvSpPr/>
          <p:nvPr/>
        </p:nvSpPr>
        <p:spPr>
          <a:xfrm>
            <a:off x="546480" y="1428840"/>
            <a:ext cx="7200" cy="47520"/>
          </a:xfrm>
          <a:custGeom>
            <a:avLst/>
            <a:gdLst/>
            <a:ahLst/>
            <a:rect l="0" t="0" r="r" b="b"/>
            <a:pathLst>
              <a:path w="20" h="132">
                <a:moveTo>
                  <a:pt x="20" y="0"/>
                </a:moveTo>
                <a:lnTo>
                  <a:pt x="20" y="132"/>
                </a:lnTo>
                <a:cubicBezTo>
                  <a:pt x="13" y="131"/>
                  <a:pt x="7" y="129"/>
                  <a:pt x="0" y="125"/>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0" name=""/>
          <p:cNvSpPr/>
          <p:nvPr/>
        </p:nvSpPr>
        <p:spPr>
          <a:xfrm>
            <a:off x="553320" y="1428480"/>
            <a:ext cx="7200" cy="48240"/>
          </a:xfrm>
          <a:custGeom>
            <a:avLst/>
            <a:gdLst/>
            <a:ahLst/>
            <a:rect l="0" t="0" r="r" b="b"/>
            <a:pathLst>
              <a:path w="20" h="134">
                <a:moveTo>
                  <a:pt x="11" y="0"/>
                </a:moveTo>
                <a:lnTo>
                  <a:pt x="20" y="0"/>
                </a:lnTo>
                <a:lnTo>
                  <a:pt x="20" y="134"/>
                </a:lnTo>
                <a:lnTo>
                  <a:pt x="11" y="134"/>
                </a:lnTo>
                <a:cubicBezTo>
                  <a:pt x="8" y="134"/>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1" name=""/>
          <p:cNvSpPr/>
          <p:nvPr/>
        </p:nvSpPr>
        <p:spPr>
          <a:xfrm>
            <a:off x="5601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2" name=""/>
          <p:cNvSpPr/>
          <p:nvPr/>
        </p:nvSpPr>
        <p:spPr>
          <a:xfrm>
            <a:off x="566640" y="1428480"/>
            <a:ext cx="7560" cy="48240"/>
          </a:xfrm>
          <a:custGeom>
            <a:avLst/>
            <a:gdLst/>
            <a:ahLst/>
            <a:rect l="0" t="0" r="r" b="b"/>
            <a:pathLst>
              <a:path w="21" h="134">
                <a:moveTo>
                  <a:pt x="0" y="134"/>
                </a:moveTo>
                <a:lnTo>
                  <a:pt x="0" y="0"/>
                </a:lnTo>
                <a:lnTo>
                  <a:pt x="21" y="0"/>
                </a:lnTo>
                <a:lnTo>
                  <a:pt x="21" y="134"/>
                </a:lnTo>
                <a:lnTo>
                  <a:pt x="0" y="134"/>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3" name=""/>
          <p:cNvSpPr/>
          <p:nvPr/>
        </p:nvSpPr>
        <p:spPr>
          <a:xfrm>
            <a:off x="57348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4" name=""/>
          <p:cNvSpPr/>
          <p:nvPr/>
        </p:nvSpPr>
        <p:spPr>
          <a:xfrm>
            <a:off x="5799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5" name=""/>
          <p:cNvSpPr/>
          <p:nvPr/>
        </p:nvSpPr>
        <p:spPr>
          <a:xfrm>
            <a:off x="5868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6" name=""/>
          <p:cNvSpPr/>
          <p:nvPr/>
        </p:nvSpPr>
        <p:spPr>
          <a:xfrm>
            <a:off x="59364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7" name=""/>
          <p:cNvSpPr/>
          <p:nvPr/>
        </p:nvSpPr>
        <p:spPr>
          <a:xfrm>
            <a:off x="6001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8" name=""/>
          <p:cNvSpPr/>
          <p:nvPr/>
        </p:nvSpPr>
        <p:spPr>
          <a:xfrm>
            <a:off x="6069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199" name=""/>
          <p:cNvSpPr/>
          <p:nvPr/>
        </p:nvSpPr>
        <p:spPr>
          <a:xfrm>
            <a:off x="6134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0" name=""/>
          <p:cNvSpPr/>
          <p:nvPr/>
        </p:nvSpPr>
        <p:spPr>
          <a:xfrm>
            <a:off x="6202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1" name=""/>
          <p:cNvSpPr/>
          <p:nvPr/>
        </p:nvSpPr>
        <p:spPr>
          <a:xfrm>
            <a:off x="62712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2" name=""/>
          <p:cNvSpPr/>
          <p:nvPr/>
        </p:nvSpPr>
        <p:spPr>
          <a:xfrm>
            <a:off x="6336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3" name=""/>
          <p:cNvSpPr/>
          <p:nvPr/>
        </p:nvSpPr>
        <p:spPr>
          <a:xfrm>
            <a:off x="64044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4" name=""/>
          <p:cNvSpPr/>
          <p:nvPr/>
        </p:nvSpPr>
        <p:spPr>
          <a:xfrm>
            <a:off x="6469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5" name=""/>
          <p:cNvSpPr/>
          <p:nvPr/>
        </p:nvSpPr>
        <p:spPr>
          <a:xfrm>
            <a:off x="6537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6" name=""/>
          <p:cNvSpPr/>
          <p:nvPr/>
        </p:nvSpPr>
        <p:spPr>
          <a:xfrm>
            <a:off x="66060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7" name=""/>
          <p:cNvSpPr/>
          <p:nvPr/>
        </p:nvSpPr>
        <p:spPr>
          <a:xfrm>
            <a:off x="6670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8" name=""/>
          <p:cNvSpPr/>
          <p:nvPr/>
        </p:nvSpPr>
        <p:spPr>
          <a:xfrm>
            <a:off x="67392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09" name=""/>
          <p:cNvSpPr/>
          <p:nvPr/>
        </p:nvSpPr>
        <p:spPr>
          <a:xfrm>
            <a:off x="6804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0" name=""/>
          <p:cNvSpPr/>
          <p:nvPr/>
        </p:nvSpPr>
        <p:spPr>
          <a:xfrm>
            <a:off x="6872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1" name=""/>
          <p:cNvSpPr/>
          <p:nvPr/>
        </p:nvSpPr>
        <p:spPr>
          <a:xfrm>
            <a:off x="69408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2" name=""/>
          <p:cNvSpPr/>
          <p:nvPr/>
        </p:nvSpPr>
        <p:spPr>
          <a:xfrm>
            <a:off x="7005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3" name=""/>
          <p:cNvSpPr/>
          <p:nvPr/>
        </p:nvSpPr>
        <p:spPr>
          <a:xfrm>
            <a:off x="70740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4" name=""/>
          <p:cNvSpPr/>
          <p:nvPr/>
        </p:nvSpPr>
        <p:spPr>
          <a:xfrm>
            <a:off x="7138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5" name=""/>
          <p:cNvSpPr/>
          <p:nvPr/>
        </p:nvSpPr>
        <p:spPr>
          <a:xfrm>
            <a:off x="7207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6" name=""/>
          <p:cNvSpPr/>
          <p:nvPr/>
        </p:nvSpPr>
        <p:spPr>
          <a:xfrm>
            <a:off x="7275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7" name=""/>
          <p:cNvSpPr/>
          <p:nvPr/>
        </p:nvSpPr>
        <p:spPr>
          <a:xfrm>
            <a:off x="7340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8" name=""/>
          <p:cNvSpPr/>
          <p:nvPr/>
        </p:nvSpPr>
        <p:spPr>
          <a:xfrm>
            <a:off x="74088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19" name=""/>
          <p:cNvSpPr/>
          <p:nvPr/>
        </p:nvSpPr>
        <p:spPr>
          <a:xfrm>
            <a:off x="7473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0" name=""/>
          <p:cNvSpPr/>
          <p:nvPr/>
        </p:nvSpPr>
        <p:spPr>
          <a:xfrm>
            <a:off x="7542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1" name=""/>
          <p:cNvSpPr/>
          <p:nvPr/>
        </p:nvSpPr>
        <p:spPr>
          <a:xfrm>
            <a:off x="76104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2" name=""/>
          <p:cNvSpPr/>
          <p:nvPr/>
        </p:nvSpPr>
        <p:spPr>
          <a:xfrm>
            <a:off x="767520" y="1428480"/>
            <a:ext cx="7560" cy="48240"/>
          </a:xfrm>
          <a:custGeom>
            <a:avLst/>
            <a:gdLst/>
            <a:ahLst/>
            <a:rect l="0" t="0" r="r" b="b"/>
            <a:pathLst>
              <a:path w="21" h="134">
                <a:moveTo>
                  <a:pt x="0" y="134"/>
                </a:moveTo>
                <a:lnTo>
                  <a:pt x="0" y="0"/>
                </a:lnTo>
                <a:lnTo>
                  <a:pt x="21" y="0"/>
                </a:lnTo>
                <a:lnTo>
                  <a:pt x="21" y="134"/>
                </a:lnTo>
                <a:lnTo>
                  <a:pt x="0" y="134"/>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3" name=""/>
          <p:cNvSpPr/>
          <p:nvPr/>
        </p:nvSpPr>
        <p:spPr>
          <a:xfrm>
            <a:off x="7743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4" name=""/>
          <p:cNvSpPr/>
          <p:nvPr/>
        </p:nvSpPr>
        <p:spPr>
          <a:xfrm>
            <a:off x="7808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5" name=""/>
          <p:cNvSpPr/>
          <p:nvPr/>
        </p:nvSpPr>
        <p:spPr>
          <a:xfrm>
            <a:off x="7876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6" name=""/>
          <p:cNvSpPr/>
          <p:nvPr/>
        </p:nvSpPr>
        <p:spPr>
          <a:xfrm>
            <a:off x="79452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7" name=""/>
          <p:cNvSpPr/>
          <p:nvPr/>
        </p:nvSpPr>
        <p:spPr>
          <a:xfrm>
            <a:off x="8010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8" name=""/>
          <p:cNvSpPr/>
          <p:nvPr/>
        </p:nvSpPr>
        <p:spPr>
          <a:xfrm>
            <a:off x="8078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29" name=""/>
          <p:cNvSpPr/>
          <p:nvPr/>
        </p:nvSpPr>
        <p:spPr>
          <a:xfrm>
            <a:off x="81468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0" name=""/>
          <p:cNvSpPr/>
          <p:nvPr/>
        </p:nvSpPr>
        <p:spPr>
          <a:xfrm>
            <a:off x="8211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1" name=""/>
          <p:cNvSpPr/>
          <p:nvPr/>
        </p:nvSpPr>
        <p:spPr>
          <a:xfrm>
            <a:off x="82800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2" name=""/>
          <p:cNvSpPr/>
          <p:nvPr/>
        </p:nvSpPr>
        <p:spPr>
          <a:xfrm>
            <a:off x="8344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3" name=""/>
          <p:cNvSpPr/>
          <p:nvPr/>
        </p:nvSpPr>
        <p:spPr>
          <a:xfrm>
            <a:off x="8413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4" name=""/>
          <p:cNvSpPr/>
          <p:nvPr/>
        </p:nvSpPr>
        <p:spPr>
          <a:xfrm>
            <a:off x="8481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5" name=""/>
          <p:cNvSpPr/>
          <p:nvPr/>
        </p:nvSpPr>
        <p:spPr>
          <a:xfrm>
            <a:off x="8546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6" name=""/>
          <p:cNvSpPr/>
          <p:nvPr/>
        </p:nvSpPr>
        <p:spPr>
          <a:xfrm>
            <a:off x="86148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7" name=""/>
          <p:cNvSpPr/>
          <p:nvPr/>
        </p:nvSpPr>
        <p:spPr>
          <a:xfrm>
            <a:off x="8679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8" name=""/>
          <p:cNvSpPr/>
          <p:nvPr/>
        </p:nvSpPr>
        <p:spPr>
          <a:xfrm>
            <a:off x="8748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39" name=""/>
          <p:cNvSpPr/>
          <p:nvPr/>
        </p:nvSpPr>
        <p:spPr>
          <a:xfrm>
            <a:off x="88164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0" name=""/>
          <p:cNvSpPr/>
          <p:nvPr/>
        </p:nvSpPr>
        <p:spPr>
          <a:xfrm>
            <a:off x="8881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1" name=""/>
          <p:cNvSpPr/>
          <p:nvPr/>
        </p:nvSpPr>
        <p:spPr>
          <a:xfrm>
            <a:off x="89496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2" name=""/>
          <p:cNvSpPr/>
          <p:nvPr/>
        </p:nvSpPr>
        <p:spPr>
          <a:xfrm>
            <a:off x="90144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3" name=""/>
          <p:cNvSpPr/>
          <p:nvPr/>
        </p:nvSpPr>
        <p:spPr>
          <a:xfrm>
            <a:off x="9082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4" name=""/>
          <p:cNvSpPr/>
          <p:nvPr/>
        </p:nvSpPr>
        <p:spPr>
          <a:xfrm>
            <a:off x="91512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5" name=""/>
          <p:cNvSpPr/>
          <p:nvPr/>
        </p:nvSpPr>
        <p:spPr>
          <a:xfrm>
            <a:off x="92160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6" name=""/>
          <p:cNvSpPr/>
          <p:nvPr/>
        </p:nvSpPr>
        <p:spPr>
          <a:xfrm>
            <a:off x="92844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7" name=""/>
          <p:cNvSpPr/>
          <p:nvPr/>
        </p:nvSpPr>
        <p:spPr>
          <a:xfrm>
            <a:off x="93492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8" name=""/>
          <p:cNvSpPr/>
          <p:nvPr/>
        </p:nvSpPr>
        <p:spPr>
          <a:xfrm>
            <a:off x="94176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49" name=""/>
          <p:cNvSpPr/>
          <p:nvPr/>
        </p:nvSpPr>
        <p:spPr>
          <a:xfrm>
            <a:off x="948600" y="1428480"/>
            <a:ext cx="6840" cy="48240"/>
          </a:xfrm>
          <a:custGeom>
            <a:avLst/>
            <a:gdLst/>
            <a:ahLst/>
            <a:rect l="0" t="0" r="r" b="b"/>
            <a:pathLst>
              <a:path w="19" h="134">
                <a:moveTo>
                  <a:pt x="0" y="134"/>
                </a:moveTo>
                <a:lnTo>
                  <a:pt x="0" y="0"/>
                </a:lnTo>
                <a:lnTo>
                  <a:pt x="19" y="0"/>
                </a:lnTo>
                <a:lnTo>
                  <a:pt x="19" y="134"/>
                </a:lnTo>
                <a:lnTo>
                  <a:pt x="0" y="134"/>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0" name=""/>
          <p:cNvSpPr/>
          <p:nvPr/>
        </p:nvSpPr>
        <p:spPr>
          <a:xfrm>
            <a:off x="955080" y="1428480"/>
            <a:ext cx="7200" cy="48240"/>
          </a:xfrm>
          <a:custGeom>
            <a:avLst/>
            <a:gdLst/>
            <a:ahLst/>
            <a:rect l="0" t="0" r="r" b="b"/>
            <a:pathLst>
              <a:path w="20" h="134">
                <a:moveTo>
                  <a:pt x="0" y="134"/>
                </a:moveTo>
                <a:lnTo>
                  <a:pt x="0" y="0"/>
                </a:lnTo>
                <a:lnTo>
                  <a:pt x="20" y="0"/>
                </a:lnTo>
                <a:lnTo>
                  <a:pt x="20" y="134"/>
                </a:lnTo>
                <a:lnTo>
                  <a:pt x="0" y="134"/>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1" name=""/>
          <p:cNvSpPr/>
          <p:nvPr/>
        </p:nvSpPr>
        <p:spPr>
          <a:xfrm>
            <a:off x="9619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2" name=""/>
          <p:cNvSpPr/>
          <p:nvPr/>
        </p:nvSpPr>
        <p:spPr>
          <a:xfrm>
            <a:off x="9651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3" name=""/>
          <p:cNvSpPr/>
          <p:nvPr/>
        </p:nvSpPr>
        <p:spPr>
          <a:xfrm>
            <a:off x="9684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4" name=""/>
          <p:cNvSpPr/>
          <p:nvPr/>
        </p:nvSpPr>
        <p:spPr>
          <a:xfrm>
            <a:off x="9720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5" name=""/>
          <p:cNvSpPr/>
          <p:nvPr/>
        </p:nvSpPr>
        <p:spPr>
          <a:xfrm>
            <a:off x="9752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6" name=""/>
          <p:cNvSpPr/>
          <p:nvPr/>
        </p:nvSpPr>
        <p:spPr>
          <a:xfrm>
            <a:off x="9784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7" name=""/>
          <p:cNvSpPr/>
          <p:nvPr/>
        </p:nvSpPr>
        <p:spPr>
          <a:xfrm>
            <a:off x="9820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8" name=""/>
          <p:cNvSpPr/>
          <p:nvPr/>
        </p:nvSpPr>
        <p:spPr>
          <a:xfrm>
            <a:off x="9853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59" name=""/>
          <p:cNvSpPr/>
          <p:nvPr/>
        </p:nvSpPr>
        <p:spPr>
          <a:xfrm>
            <a:off x="9885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0" name=""/>
          <p:cNvSpPr/>
          <p:nvPr/>
        </p:nvSpPr>
        <p:spPr>
          <a:xfrm>
            <a:off x="9921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1" name=""/>
          <p:cNvSpPr/>
          <p:nvPr/>
        </p:nvSpPr>
        <p:spPr>
          <a:xfrm>
            <a:off x="9954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2" name=""/>
          <p:cNvSpPr/>
          <p:nvPr/>
        </p:nvSpPr>
        <p:spPr>
          <a:xfrm>
            <a:off x="9986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3" name=""/>
          <p:cNvSpPr/>
          <p:nvPr/>
        </p:nvSpPr>
        <p:spPr>
          <a:xfrm>
            <a:off x="10018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4" name=""/>
          <p:cNvSpPr/>
          <p:nvPr/>
        </p:nvSpPr>
        <p:spPr>
          <a:xfrm>
            <a:off x="10054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5" name=""/>
          <p:cNvSpPr/>
          <p:nvPr/>
        </p:nvSpPr>
        <p:spPr>
          <a:xfrm>
            <a:off x="10087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6" name=""/>
          <p:cNvSpPr/>
          <p:nvPr/>
        </p:nvSpPr>
        <p:spPr>
          <a:xfrm>
            <a:off x="10119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7" name=""/>
          <p:cNvSpPr/>
          <p:nvPr/>
        </p:nvSpPr>
        <p:spPr>
          <a:xfrm>
            <a:off x="10155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8" name=""/>
          <p:cNvSpPr/>
          <p:nvPr/>
        </p:nvSpPr>
        <p:spPr>
          <a:xfrm>
            <a:off x="10188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69" name=""/>
          <p:cNvSpPr/>
          <p:nvPr/>
        </p:nvSpPr>
        <p:spPr>
          <a:xfrm>
            <a:off x="1022040" y="1428480"/>
            <a:ext cx="4320" cy="48240"/>
          </a:xfrm>
          <a:custGeom>
            <a:avLst/>
            <a:gdLst/>
            <a:ahLst/>
            <a:rect l="0" t="0" r="r" b="b"/>
            <a:pathLst>
              <a:path w="12" h="134">
                <a:moveTo>
                  <a:pt x="0" y="134"/>
                </a:moveTo>
                <a:lnTo>
                  <a:pt x="0" y="0"/>
                </a:lnTo>
                <a:lnTo>
                  <a:pt x="12" y="0"/>
                </a:lnTo>
                <a:lnTo>
                  <a:pt x="12" y="134"/>
                </a:lnTo>
                <a:lnTo>
                  <a:pt x="0" y="134"/>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0" name=""/>
          <p:cNvSpPr/>
          <p:nvPr/>
        </p:nvSpPr>
        <p:spPr>
          <a:xfrm>
            <a:off x="10256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1" name=""/>
          <p:cNvSpPr/>
          <p:nvPr/>
        </p:nvSpPr>
        <p:spPr>
          <a:xfrm>
            <a:off x="10288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2" name=""/>
          <p:cNvSpPr/>
          <p:nvPr/>
        </p:nvSpPr>
        <p:spPr>
          <a:xfrm>
            <a:off x="10321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3" name=""/>
          <p:cNvSpPr/>
          <p:nvPr/>
        </p:nvSpPr>
        <p:spPr>
          <a:xfrm>
            <a:off x="10353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4" name=""/>
          <p:cNvSpPr/>
          <p:nvPr/>
        </p:nvSpPr>
        <p:spPr>
          <a:xfrm>
            <a:off x="10389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5" name=""/>
          <p:cNvSpPr/>
          <p:nvPr/>
        </p:nvSpPr>
        <p:spPr>
          <a:xfrm>
            <a:off x="10422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6" name=""/>
          <p:cNvSpPr/>
          <p:nvPr/>
        </p:nvSpPr>
        <p:spPr>
          <a:xfrm>
            <a:off x="10454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7" name=""/>
          <p:cNvSpPr/>
          <p:nvPr/>
        </p:nvSpPr>
        <p:spPr>
          <a:xfrm>
            <a:off x="10490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8" name=""/>
          <p:cNvSpPr/>
          <p:nvPr/>
        </p:nvSpPr>
        <p:spPr>
          <a:xfrm>
            <a:off x="10522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79" name=""/>
          <p:cNvSpPr/>
          <p:nvPr/>
        </p:nvSpPr>
        <p:spPr>
          <a:xfrm>
            <a:off x="105552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0" name=""/>
          <p:cNvSpPr/>
          <p:nvPr/>
        </p:nvSpPr>
        <p:spPr>
          <a:xfrm>
            <a:off x="10591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1" name=""/>
          <p:cNvSpPr/>
          <p:nvPr/>
        </p:nvSpPr>
        <p:spPr>
          <a:xfrm>
            <a:off x="10623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2" name=""/>
          <p:cNvSpPr/>
          <p:nvPr/>
        </p:nvSpPr>
        <p:spPr>
          <a:xfrm>
            <a:off x="10656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3" name=""/>
          <p:cNvSpPr/>
          <p:nvPr/>
        </p:nvSpPr>
        <p:spPr>
          <a:xfrm>
            <a:off x="10688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4" name=""/>
          <p:cNvSpPr/>
          <p:nvPr/>
        </p:nvSpPr>
        <p:spPr>
          <a:xfrm>
            <a:off x="10724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5" name=""/>
          <p:cNvSpPr/>
          <p:nvPr/>
        </p:nvSpPr>
        <p:spPr>
          <a:xfrm>
            <a:off x="10756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6" name=""/>
          <p:cNvSpPr/>
          <p:nvPr/>
        </p:nvSpPr>
        <p:spPr>
          <a:xfrm>
            <a:off x="107892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7" name=""/>
          <p:cNvSpPr/>
          <p:nvPr/>
        </p:nvSpPr>
        <p:spPr>
          <a:xfrm>
            <a:off x="10825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8" name=""/>
          <p:cNvSpPr/>
          <p:nvPr/>
        </p:nvSpPr>
        <p:spPr>
          <a:xfrm>
            <a:off x="10857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89" name=""/>
          <p:cNvSpPr/>
          <p:nvPr/>
        </p:nvSpPr>
        <p:spPr>
          <a:xfrm>
            <a:off x="10890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0" name=""/>
          <p:cNvSpPr/>
          <p:nvPr/>
        </p:nvSpPr>
        <p:spPr>
          <a:xfrm>
            <a:off x="10926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1" name=""/>
          <p:cNvSpPr/>
          <p:nvPr/>
        </p:nvSpPr>
        <p:spPr>
          <a:xfrm>
            <a:off x="10958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2" name=""/>
          <p:cNvSpPr/>
          <p:nvPr/>
        </p:nvSpPr>
        <p:spPr>
          <a:xfrm>
            <a:off x="10990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3" name=""/>
          <p:cNvSpPr/>
          <p:nvPr/>
        </p:nvSpPr>
        <p:spPr>
          <a:xfrm>
            <a:off x="110232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4" name=""/>
          <p:cNvSpPr/>
          <p:nvPr/>
        </p:nvSpPr>
        <p:spPr>
          <a:xfrm>
            <a:off x="11059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5" name=""/>
          <p:cNvSpPr/>
          <p:nvPr/>
        </p:nvSpPr>
        <p:spPr>
          <a:xfrm>
            <a:off x="11091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6" name=""/>
          <p:cNvSpPr/>
          <p:nvPr/>
        </p:nvSpPr>
        <p:spPr>
          <a:xfrm>
            <a:off x="11124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7" name=""/>
          <p:cNvSpPr/>
          <p:nvPr/>
        </p:nvSpPr>
        <p:spPr>
          <a:xfrm>
            <a:off x="11160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8" name=""/>
          <p:cNvSpPr/>
          <p:nvPr/>
        </p:nvSpPr>
        <p:spPr>
          <a:xfrm>
            <a:off x="11192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299" name=""/>
          <p:cNvSpPr/>
          <p:nvPr/>
        </p:nvSpPr>
        <p:spPr>
          <a:xfrm>
            <a:off x="1122480" y="1428480"/>
            <a:ext cx="4320" cy="48240"/>
          </a:xfrm>
          <a:custGeom>
            <a:avLst/>
            <a:gdLst/>
            <a:ahLst/>
            <a:rect l="0" t="0" r="r" b="b"/>
            <a:pathLst>
              <a:path w="12" h="134">
                <a:moveTo>
                  <a:pt x="0" y="134"/>
                </a:moveTo>
                <a:lnTo>
                  <a:pt x="0" y="0"/>
                </a:lnTo>
                <a:lnTo>
                  <a:pt x="12" y="0"/>
                </a:lnTo>
                <a:lnTo>
                  <a:pt x="12" y="134"/>
                </a:lnTo>
                <a:lnTo>
                  <a:pt x="0" y="134"/>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0" name=""/>
          <p:cNvSpPr/>
          <p:nvPr/>
        </p:nvSpPr>
        <p:spPr>
          <a:xfrm>
            <a:off x="11260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1" name=""/>
          <p:cNvSpPr/>
          <p:nvPr/>
        </p:nvSpPr>
        <p:spPr>
          <a:xfrm>
            <a:off x="11293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2" name=""/>
          <p:cNvSpPr/>
          <p:nvPr/>
        </p:nvSpPr>
        <p:spPr>
          <a:xfrm>
            <a:off x="11325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3" name=""/>
          <p:cNvSpPr/>
          <p:nvPr/>
        </p:nvSpPr>
        <p:spPr>
          <a:xfrm>
            <a:off x="11358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4" name=""/>
          <p:cNvSpPr/>
          <p:nvPr/>
        </p:nvSpPr>
        <p:spPr>
          <a:xfrm>
            <a:off x="11394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5" name=""/>
          <p:cNvSpPr/>
          <p:nvPr/>
        </p:nvSpPr>
        <p:spPr>
          <a:xfrm>
            <a:off x="11426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6" name=""/>
          <p:cNvSpPr/>
          <p:nvPr/>
        </p:nvSpPr>
        <p:spPr>
          <a:xfrm>
            <a:off x="11458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7" name=""/>
          <p:cNvSpPr/>
          <p:nvPr/>
        </p:nvSpPr>
        <p:spPr>
          <a:xfrm>
            <a:off x="11494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8" name=""/>
          <p:cNvSpPr/>
          <p:nvPr/>
        </p:nvSpPr>
        <p:spPr>
          <a:xfrm>
            <a:off x="11527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09" name=""/>
          <p:cNvSpPr/>
          <p:nvPr/>
        </p:nvSpPr>
        <p:spPr>
          <a:xfrm>
            <a:off x="11559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0" name=""/>
          <p:cNvSpPr/>
          <p:nvPr/>
        </p:nvSpPr>
        <p:spPr>
          <a:xfrm>
            <a:off x="11595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1" name=""/>
          <p:cNvSpPr/>
          <p:nvPr/>
        </p:nvSpPr>
        <p:spPr>
          <a:xfrm>
            <a:off x="11628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2" name=""/>
          <p:cNvSpPr/>
          <p:nvPr/>
        </p:nvSpPr>
        <p:spPr>
          <a:xfrm>
            <a:off x="11660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3" name=""/>
          <p:cNvSpPr/>
          <p:nvPr/>
        </p:nvSpPr>
        <p:spPr>
          <a:xfrm>
            <a:off x="11696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4" name=""/>
          <p:cNvSpPr/>
          <p:nvPr/>
        </p:nvSpPr>
        <p:spPr>
          <a:xfrm>
            <a:off x="11728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5" name=""/>
          <p:cNvSpPr/>
          <p:nvPr/>
        </p:nvSpPr>
        <p:spPr>
          <a:xfrm>
            <a:off x="11761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6" name=""/>
          <p:cNvSpPr/>
          <p:nvPr/>
        </p:nvSpPr>
        <p:spPr>
          <a:xfrm>
            <a:off x="11793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7" name=""/>
          <p:cNvSpPr/>
          <p:nvPr/>
        </p:nvSpPr>
        <p:spPr>
          <a:xfrm>
            <a:off x="11829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8" name=""/>
          <p:cNvSpPr/>
          <p:nvPr/>
        </p:nvSpPr>
        <p:spPr>
          <a:xfrm>
            <a:off x="11862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19" name=""/>
          <p:cNvSpPr/>
          <p:nvPr/>
        </p:nvSpPr>
        <p:spPr>
          <a:xfrm>
            <a:off x="11894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0" name=""/>
          <p:cNvSpPr/>
          <p:nvPr/>
        </p:nvSpPr>
        <p:spPr>
          <a:xfrm>
            <a:off x="11930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1" name=""/>
          <p:cNvSpPr/>
          <p:nvPr/>
        </p:nvSpPr>
        <p:spPr>
          <a:xfrm>
            <a:off x="11962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2" name=""/>
          <p:cNvSpPr/>
          <p:nvPr/>
        </p:nvSpPr>
        <p:spPr>
          <a:xfrm>
            <a:off x="119952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3" name=""/>
          <p:cNvSpPr/>
          <p:nvPr/>
        </p:nvSpPr>
        <p:spPr>
          <a:xfrm>
            <a:off x="12031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4" name=""/>
          <p:cNvSpPr/>
          <p:nvPr/>
        </p:nvSpPr>
        <p:spPr>
          <a:xfrm>
            <a:off x="12063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5" name=""/>
          <p:cNvSpPr/>
          <p:nvPr/>
        </p:nvSpPr>
        <p:spPr>
          <a:xfrm>
            <a:off x="12096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6" name=""/>
          <p:cNvSpPr/>
          <p:nvPr/>
        </p:nvSpPr>
        <p:spPr>
          <a:xfrm>
            <a:off x="12128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7" name=""/>
          <p:cNvSpPr/>
          <p:nvPr/>
        </p:nvSpPr>
        <p:spPr>
          <a:xfrm>
            <a:off x="12164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8" name=""/>
          <p:cNvSpPr/>
          <p:nvPr/>
        </p:nvSpPr>
        <p:spPr>
          <a:xfrm>
            <a:off x="12196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29" name=""/>
          <p:cNvSpPr/>
          <p:nvPr/>
        </p:nvSpPr>
        <p:spPr>
          <a:xfrm>
            <a:off x="1222920" y="1428480"/>
            <a:ext cx="4320" cy="48240"/>
          </a:xfrm>
          <a:custGeom>
            <a:avLst/>
            <a:gdLst/>
            <a:ahLst/>
            <a:rect l="0" t="0" r="r" b="b"/>
            <a:pathLst>
              <a:path w="12" h="134">
                <a:moveTo>
                  <a:pt x="0" y="134"/>
                </a:moveTo>
                <a:lnTo>
                  <a:pt x="0" y="0"/>
                </a:lnTo>
                <a:lnTo>
                  <a:pt x="12" y="0"/>
                </a:lnTo>
                <a:lnTo>
                  <a:pt x="12" y="134"/>
                </a:lnTo>
                <a:lnTo>
                  <a:pt x="0" y="134"/>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0" name=""/>
          <p:cNvSpPr/>
          <p:nvPr/>
        </p:nvSpPr>
        <p:spPr>
          <a:xfrm>
            <a:off x="12265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1" name=""/>
          <p:cNvSpPr/>
          <p:nvPr/>
        </p:nvSpPr>
        <p:spPr>
          <a:xfrm>
            <a:off x="12297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2" name=""/>
          <p:cNvSpPr/>
          <p:nvPr/>
        </p:nvSpPr>
        <p:spPr>
          <a:xfrm>
            <a:off x="12330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3" name=""/>
          <p:cNvSpPr/>
          <p:nvPr/>
        </p:nvSpPr>
        <p:spPr>
          <a:xfrm>
            <a:off x="12366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4" name=""/>
          <p:cNvSpPr/>
          <p:nvPr/>
        </p:nvSpPr>
        <p:spPr>
          <a:xfrm>
            <a:off x="12398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5" name=""/>
          <p:cNvSpPr/>
          <p:nvPr/>
        </p:nvSpPr>
        <p:spPr>
          <a:xfrm>
            <a:off x="12430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6" name=""/>
          <p:cNvSpPr/>
          <p:nvPr/>
        </p:nvSpPr>
        <p:spPr>
          <a:xfrm>
            <a:off x="124632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7" name=""/>
          <p:cNvSpPr/>
          <p:nvPr/>
        </p:nvSpPr>
        <p:spPr>
          <a:xfrm>
            <a:off x="12499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8" name=""/>
          <p:cNvSpPr/>
          <p:nvPr/>
        </p:nvSpPr>
        <p:spPr>
          <a:xfrm>
            <a:off x="12531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39" name=""/>
          <p:cNvSpPr/>
          <p:nvPr/>
        </p:nvSpPr>
        <p:spPr>
          <a:xfrm>
            <a:off x="12564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0" name=""/>
          <p:cNvSpPr/>
          <p:nvPr/>
        </p:nvSpPr>
        <p:spPr>
          <a:xfrm>
            <a:off x="12600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1" name=""/>
          <p:cNvSpPr/>
          <p:nvPr/>
        </p:nvSpPr>
        <p:spPr>
          <a:xfrm>
            <a:off x="12632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2" name=""/>
          <p:cNvSpPr/>
          <p:nvPr/>
        </p:nvSpPr>
        <p:spPr>
          <a:xfrm>
            <a:off x="12664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3" name=""/>
          <p:cNvSpPr/>
          <p:nvPr/>
        </p:nvSpPr>
        <p:spPr>
          <a:xfrm>
            <a:off x="12700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4" name=""/>
          <p:cNvSpPr/>
          <p:nvPr/>
        </p:nvSpPr>
        <p:spPr>
          <a:xfrm>
            <a:off x="12733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5" name=""/>
          <p:cNvSpPr/>
          <p:nvPr/>
        </p:nvSpPr>
        <p:spPr>
          <a:xfrm>
            <a:off x="12765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6" name=""/>
          <p:cNvSpPr/>
          <p:nvPr/>
        </p:nvSpPr>
        <p:spPr>
          <a:xfrm>
            <a:off x="127980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7" name=""/>
          <p:cNvSpPr/>
          <p:nvPr/>
        </p:nvSpPr>
        <p:spPr>
          <a:xfrm>
            <a:off x="12834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8" name=""/>
          <p:cNvSpPr/>
          <p:nvPr/>
        </p:nvSpPr>
        <p:spPr>
          <a:xfrm>
            <a:off x="12866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49" name=""/>
          <p:cNvSpPr/>
          <p:nvPr/>
        </p:nvSpPr>
        <p:spPr>
          <a:xfrm>
            <a:off x="12898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0" name=""/>
          <p:cNvSpPr/>
          <p:nvPr/>
        </p:nvSpPr>
        <p:spPr>
          <a:xfrm>
            <a:off x="12934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1" name=""/>
          <p:cNvSpPr/>
          <p:nvPr/>
        </p:nvSpPr>
        <p:spPr>
          <a:xfrm>
            <a:off x="12967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2" name=""/>
          <p:cNvSpPr/>
          <p:nvPr/>
        </p:nvSpPr>
        <p:spPr>
          <a:xfrm>
            <a:off x="12999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3" name=""/>
          <p:cNvSpPr/>
          <p:nvPr/>
        </p:nvSpPr>
        <p:spPr>
          <a:xfrm>
            <a:off x="13035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4" name=""/>
          <p:cNvSpPr/>
          <p:nvPr/>
        </p:nvSpPr>
        <p:spPr>
          <a:xfrm>
            <a:off x="13068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5" name=""/>
          <p:cNvSpPr/>
          <p:nvPr/>
        </p:nvSpPr>
        <p:spPr>
          <a:xfrm>
            <a:off x="13100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6" name=""/>
          <p:cNvSpPr/>
          <p:nvPr/>
        </p:nvSpPr>
        <p:spPr>
          <a:xfrm>
            <a:off x="131328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7" name=""/>
          <p:cNvSpPr/>
          <p:nvPr/>
        </p:nvSpPr>
        <p:spPr>
          <a:xfrm>
            <a:off x="13168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8" name=""/>
          <p:cNvSpPr/>
          <p:nvPr/>
        </p:nvSpPr>
        <p:spPr>
          <a:xfrm>
            <a:off x="13201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59" name=""/>
          <p:cNvSpPr/>
          <p:nvPr/>
        </p:nvSpPr>
        <p:spPr>
          <a:xfrm>
            <a:off x="1323360" y="1428480"/>
            <a:ext cx="4320" cy="48240"/>
          </a:xfrm>
          <a:custGeom>
            <a:avLst/>
            <a:gdLst/>
            <a:ahLst/>
            <a:rect l="0" t="0" r="r" b="b"/>
            <a:pathLst>
              <a:path w="12" h="134">
                <a:moveTo>
                  <a:pt x="0" y="134"/>
                </a:moveTo>
                <a:lnTo>
                  <a:pt x="0" y="0"/>
                </a:lnTo>
                <a:lnTo>
                  <a:pt x="12" y="0"/>
                </a:lnTo>
                <a:lnTo>
                  <a:pt x="12" y="134"/>
                </a:lnTo>
                <a:lnTo>
                  <a:pt x="0" y="134"/>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0" name=""/>
          <p:cNvSpPr/>
          <p:nvPr/>
        </p:nvSpPr>
        <p:spPr>
          <a:xfrm>
            <a:off x="13269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1" name=""/>
          <p:cNvSpPr/>
          <p:nvPr/>
        </p:nvSpPr>
        <p:spPr>
          <a:xfrm>
            <a:off x="13302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2" name=""/>
          <p:cNvSpPr/>
          <p:nvPr/>
        </p:nvSpPr>
        <p:spPr>
          <a:xfrm>
            <a:off x="13334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3" name=""/>
          <p:cNvSpPr/>
          <p:nvPr/>
        </p:nvSpPr>
        <p:spPr>
          <a:xfrm>
            <a:off x="13370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4" name=""/>
          <p:cNvSpPr/>
          <p:nvPr/>
        </p:nvSpPr>
        <p:spPr>
          <a:xfrm>
            <a:off x="134028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5" name=""/>
          <p:cNvSpPr/>
          <p:nvPr/>
        </p:nvSpPr>
        <p:spPr>
          <a:xfrm>
            <a:off x="134352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6" name=""/>
          <p:cNvSpPr/>
          <p:nvPr/>
        </p:nvSpPr>
        <p:spPr>
          <a:xfrm>
            <a:off x="134676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7" name=""/>
          <p:cNvSpPr/>
          <p:nvPr/>
        </p:nvSpPr>
        <p:spPr>
          <a:xfrm>
            <a:off x="135036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8" name=""/>
          <p:cNvSpPr/>
          <p:nvPr/>
        </p:nvSpPr>
        <p:spPr>
          <a:xfrm>
            <a:off x="135360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69" name=""/>
          <p:cNvSpPr/>
          <p:nvPr/>
        </p:nvSpPr>
        <p:spPr>
          <a:xfrm>
            <a:off x="1356840" y="1428480"/>
            <a:ext cx="3960" cy="48240"/>
          </a:xfrm>
          <a:custGeom>
            <a:avLst/>
            <a:gdLst/>
            <a:ahLst/>
            <a:rect l="0" t="0" r="r" b="b"/>
            <a:pathLst>
              <a:path w="11" h="134">
                <a:moveTo>
                  <a:pt x="0" y="134"/>
                </a:moveTo>
                <a:lnTo>
                  <a:pt x="0" y="0"/>
                </a:lnTo>
                <a:lnTo>
                  <a:pt x="11" y="0"/>
                </a:lnTo>
                <a:lnTo>
                  <a:pt x="11" y="134"/>
                </a:lnTo>
                <a:lnTo>
                  <a:pt x="0" y="134"/>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0" name=""/>
          <p:cNvSpPr/>
          <p:nvPr/>
        </p:nvSpPr>
        <p:spPr>
          <a:xfrm>
            <a:off x="1360440" y="1428480"/>
            <a:ext cx="3600" cy="48240"/>
          </a:xfrm>
          <a:custGeom>
            <a:avLst/>
            <a:gdLst/>
            <a:ahLst/>
            <a:rect l="0" t="0" r="r" b="b"/>
            <a:pathLst>
              <a:path w="10" h="134">
                <a:moveTo>
                  <a:pt x="0" y="134"/>
                </a:moveTo>
                <a:lnTo>
                  <a:pt x="0" y="0"/>
                </a:lnTo>
                <a:lnTo>
                  <a:pt x="10" y="0"/>
                </a:lnTo>
                <a:lnTo>
                  <a:pt x="10" y="134"/>
                </a:lnTo>
                <a:lnTo>
                  <a:pt x="0" y="134"/>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1" name=""/>
          <p:cNvSpPr/>
          <p:nvPr/>
        </p:nvSpPr>
        <p:spPr>
          <a:xfrm>
            <a:off x="1363680" y="1428480"/>
            <a:ext cx="3600" cy="48240"/>
          </a:xfrm>
          <a:custGeom>
            <a:avLst/>
            <a:gdLst/>
            <a:ahLst/>
            <a:rect l="0" t="0" r="r" b="b"/>
            <a:pathLst>
              <a:path w="10" h="134">
                <a:moveTo>
                  <a:pt x="10" y="0"/>
                </a:moveTo>
                <a:lnTo>
                  <a:pt x="10" y="134"/>
                </a:lnTo>
                <a:lnTo>
                  <a:pt x="9" y="134"/>
                </a:lnTo>
                <a:lnTo>
                  <a:pt x="0" y="134"/>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2" name=""/>
          <p:cNvSpPr/>
          <p:nvPr/>
        </p:nvSpPr>
        <p:spPr>
          <a:xfrm>
            <a:off x="1366920" y="1428480"/>
            <a:ext cx="3960" cy="48240"/>
          </a:xfrm>
          <a:custGeom>
            <a:avLst/>
            <a:gdLst/>
            <a:ahLst/>
            <a:rect l="0" t="0" r="r" b="b"/>
            <a:pathLst>
              <a:path w="11" h="134">
                <a:moveTo>
                  <a:pt x="11" y="1"/>
                </a:moveTo>
                <a:lnTo>
                  <a:pt x="11" y="133"/>
                </a:lnTo>
                <a:cubicBezTo>
                  <a:pt x="8" y="133"/>
                  <a:pt x="3" y="133"/>
                  <a:pt x="0" y="134"/>
                </a:cubicBezTo>
                <a:lnTo>
                  <a:pt x="0" y="0"/>
                </a:lnTo>
                <a:cubicBezTo>
                  <a:pt x="3" y="0"/>
                  <a:pt x="8" y="1"/>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3" name=""/>
          <p:cNvSpPr/>
          <p:nvPr/>
        </p:nvSpPr>
        <p:spPr>
          <a:xfrm>
            <a:off x="1370520" y="1428840"/>
            <a:ext cx="3600" cy="47520"/>
          </a:xfrm>
          <a:custGeom>
            <a:avLst/>
            <a:gdLst/>
            <a:ahLst/>
            <a:rect l="0" t="0" r="r" b="b"/>
            <a:pathLst>
              <a:path w="10" h="132">
                <a:moveTo>
                  <a:pt x="10" y="2"/>
                </a:moveTo>
                <a:lnTo>
                  <a:pt x="10" y="130"/>
                </a:lnTo>
                <a:cubicBezTo>
                  <a:pt x="7" y="131"/>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4" name=""/>
          <p:cNvSpPr/>
          <p:nvPr/>
        </p:nvSpPr>
        <p:spPr>
          <a:xfrm>
            <a:off x="1373760" y="1429560"/>
            <a:ext cx="3600" cy="46080"/>
          </a:xfrm>
          <a:custGeom>
            <a:avLst/>
            <a:gdLst/>
            <a:ahLst/>
            <a:rect l="0" t="0" r="r" b="b"/>
            <a:pathLst>
              <a:path w="10" h="128">
                <a:moveTo>
                  <a:pt x="10" y="4"/>
                </a:moveTo>
                <a:lnTo>
                  <a:pt x="10" y="123"/>
                </a:lnTo>
                <a:cubicBezTo>
                  <a:pt x="7" y="126"/>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5" name=""/>
          <p:cNvSpPr/>
          <p:nvPr/>
        </p:nvSpPr>
        <p:spPr>
          <a:xfrm>
            <a:off x="1377000" y="1431000"/>
            <a:ext cx="3960" cy="43200"/>
          </a:xfrm>
          <a:custGeom>
            <a:avLst/>
            <a:gdLst/>
            <a:ahLst/>
            <a:rect l="0" t="0" r="r" b="b"/>
            <a:pathLst>
              <a:path w="11" h="120">
                <a:moveTo>
                  <a:pt x="11" y="5"/>
                </a:moveTo>
                <a:lnTo>
                  <a:pt x="11" y="114"/>
                </a:lnTo>
                <a:cubicBezTo>
                  <a:pt x="8" y="117"/>
                  <a:pt x="3" y="119"/>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6" name=""/>
          <p:cNvSpPr/>
          <p:nvPr/>
        </p:nvSpPr>
        <p:spPr>
          <a:xfrm>
            <a:off x="1380600" y="1432800"/>
            <a:ext cx="3600" cy="39240"/>
          </a:xfrm>
          <a:custGeom>
            <a:avLst/>
            <a:gdLst/>
            <a:ahLst/>
            <a:rect l="0" t="0" r="r" b="b"/>
            <a:pathLst>
              <a:path w="10" h="109">
                <a:moveTo>
                  <a:pt x="9" y="8"/>
                </a:moveTo>
                <a:lnTo>
                  <a:pt x="10" y="8"/>
                </a:lnTo>
                <a:lnTo>
                  <a:pt x="10" y="101"/>
                </a:lnTo>
                <a:cubicBezTo>
                  <a:pt x="10" y="102"/>
                  <a:pt x="9" y="102"/>
                  <a:pt x="9" y="102"/>
                </a:cubicBezTo>
                <a:cubicBezTo>
                  <a:pt x="6" y="105"/>
                  <a:pt x="2" y="107"/>
                  <a:pt x="0" y="109"/>
                </a:cubicBezTo>
                <a:lnTo>
                  <a:pt x="0" y="0"/>
                </a:lnTo>
                <a:cubicBezTo>
                  <a:pt x="2" y="2"/>
                  <a:pt x="6" y="5"/>
                  <a:pt x="9" y="8"/>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7" name=""/>
          <p:cNvSpPr/>
          <p:nvPr/>
        </p:nvSpPr>
        <p:spPr>
          <a:xfrm>
            <a:off x="1383840" y="1435680"/>
            <a:ext cx="3600" cy="33480"/>
          </a:xfrm>
          <a:custGeom>
            <a:avLst/>
            <a:gdLst/>
            <a:ahLst/>
            <a:rect l="0" t="0" r="r" b="b"/>
            <a:pathLst>
              <a:path w="10" h="93">
                <a:moveTo>
                  <a:pt x="10" y="12"/>
                </a:moveTo>
                <a:lnTo>
                  <a:pt x="10" y="82"/>
                </a:lnTo>
                <a:cubicBezTo>
                  <a:pt x="8" y="86"/>
                  <a:pt x="3" y="90"/>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8" name=""/>
          <p:cNvSpPr/>
          <p:nvPr/>
        </p:nvSpPr>
        <p:spPr>
          <a:xfrm>
            <a:off x="1387080" y="1440000"/>
            <a:ext cx="3600" cy="25200"/>
          </a:xfrm>
          <a:custGeom>
            <a:avLst/>
            <a:gdLst/>
            <a:ahLst/>
            <a:rect l="0" t="0" r="r" b="b"/>
            <a:pathLst>
              <a:path w="10" h="70">
                <a:moveTo>
                  <a:pt x="10" y="34"/>
                </a:moveTo>
                <a:cubicBezTo>
                  <a:pt x="10" y="48"/>
                  <a:pt x="7" y="59"/>
                  <a:pt x="0" y="70"/>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79" name=""/>
          <p:cNvSpPr txBox="1"/>
          <p:nvPr/>
        </p:nvSpPr>
        <p:spPr>
          <a:xfrm>
            <a:off x="7726320" y="914400"/>
            <a:ext cx="11984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で解決</a:t>
            </a:r>
            <a:endParaRPr lang="en-US" sz="3150" b="0" u="none" strike="noStrike">
              <a:solidFill>
                <a:srgbClr val="000000"/>
              </a:solidFill>
              <a:effectLst/>
              <a:uFillTx/>
              <a:latin typeface="游明朝体"/>
            </a:endParaRPr>
          </a:p>
        </p:txBody>
      </p:sp>
      <p:sp>
        <p:nvSpPr>
          <p:cNvPr id="3380"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14</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4" name=""/>
          <p:cNvSpPr/>
          <p:nvPr/>
        </p:nvSpPr>
        <p:spPr>
          <a:xfrm>
            <a:off x="542880" y="4000320"/>
            <a:ext cx="1648080" cy="381240"/>
          </a:xfrm>
          <a:custGeom>
            <a:avLst/>
            <a:gdLst/>
            <a:ahLst/>
            <a:rect l="0" t="0" r="r" b="b"/>
            <a:pathLst>
              <a:path w="4578" h="1059">
                <a:moveTo>
                  <a:pt x="20" y="20"/>
                </a:moveTo>
                <a:cubicBezTo>
                  <a:pt x="27" y="12"/>
                  <a:pt x="35" y="6"/>
                  <a:pt x="44" y="0"/>
                </a:cubicBezTo>
                <a:lnTo>
                  <a:pt x="4578" y="0"/>
                </a:lnTo>
                <a:lnTo>
                  <a:pt x="4578" y="1059"/>
                </a:lnTo>
                <a:lnTo>
                  <a:pt x="0" y="1059"/>
                </a:lnTo>
                <a:lnTo>
                  <a:pt x="0" y="44"/>
                </a:lnTo>
                <a:cubicBezTo>
                  <a:pt x="5" y="36"/>
                  <a:pt x="12" y="28"/>
                  <a:pt x="20" y="2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5" name=""/>
          <p:cNvSpPr/>
          <p:nvPr/>
        </p:nvSpPr>
        <p:spPr>
          <a:xfrm>
            <a:off x="2190600" y="400032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6" name=""/>
          <p:cNvSpPr/>
          <p:nvPr/>
        </p:nvSpPr>
        <p:spPr>
          <a:xfrm>
            <a:off x="3352680" y="400032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87" name=""/>
          <p:cNvSpPr/>
          <p:nvPr/>
        </p:nvSpPr>
        <p:spPr>
          <a:xfrm>
            <a:off x="542880" y="4000320"/>
            <a:ext cx="1648080" cy="381240"/>
          </a:xfrm>
          <a:custGeom>
            <a:avLst/>
            <a:gdLst/>
            <a:ahLst/>
            <a:rect l="0" t="0" r="r" b="b"/>
            <a:pathLst>
              <a:path w="4578" h="1059">
                <a:moveTo>
                  <a:pt x="20" y="20"/>
                </a:moveTo>
                <a:cubicBezTo>
                  <a:pt x="27" y="12"/>
                  <a:pt x="35" y="6"/>
                  <a:pt x="44" y="0"/>
                </a:cubicBezTo>
                <a:lnTo>
                  <a:pt x="4578" y="0"/>
                </a:lnTo>
                <a:lnTo>
                  <a:pt x="4578" y="1059"/>
                </a:lnTo>
                <a:lnTo>
                  <a:pt x="0" y="1059"/>
                </a:lnTo>
                <a:lnTo>
                  <a:pt x="0" y="44"/>
                </a:lnTo>
                <a:cubicBezTo>
                  <a:pt x="5" y="36"/>
                  <a:pt x="12" y="28"/>
                  <a:pt x="20" y="2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88" name=""/>
          <p:cNvSpPr/>
          <p:nvPr/>
        </p:nvSpPr>
        <p:spPr>
          <a:xfrm>
            <a:off x="2190600" y="400032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89" name=""/>
          <p:cNvSpPr/>
          <p:nvPr/>
        </p:nvSpPr>
        <p:spPr>
          <a:xfrm>
            <a:off x="3352680" y="400032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390" name=""/>
          <p:cNvSpPr/>
          <p:nvPr/>
        </p:nvSpPr>
        <p:spPr>
          <a:xfrm>
            <a:off x="542880" y="4381200"/>
            <a:ext cx="1648080" cy="381600"/>
          </a:xfrm>
          <a:custGeom>
            <a:avLst/>
            <a:gdLst/>
            <a:ahLst/>
            <a:rect l="0" t="0" r="r" b="b"/>
            <a:pathLst>
              <a:path w="4578" h="1060">
                <a:moveTo>
                  <a:pt x="0" y="0"/>
                </a:moveTo>
                <a:lnTo>
                  <a:pt x="4578" y="0"/>
                </a:lnTo>
                <a:lnTo>
                  <a:pt x="4578"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1" name=""/>
          <p:cNvSpPr/>
          <p:nvPr/>
        </p:nvSpPr>
        <p:spPr>
          <a:xfrm>
            <a:off x="2190600" y="4381200"/>
            <a:ext cx="1162440" cy="381600"/>
          </a:xfrm>
          <a:custGeom>
            <a:avLst/>
            <a:gdLst/>
            <a:ahLst/>
            <a:rect l="0" t="0" r="r" b="b"/>
            <a:pathLst>
              <a:path w="3229" h="1060">
                <a:moveTo>
                  <a:pt x="0" y="0"/>
                </a:moveTo>
                <a:lnTo>
                  <a:pt x="3229" y="0"/>
                </a:lnTo>
                <a:lnTo>
                  <a:pt x="3229"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2" name=""/>
          <p:cNvSpPr/>
          <p:nvPr/>
        </p:nvSpPr>
        <p:spPr>
          <a:xfrm>
            <a:off x="3352680" y="4381200"/>
            <a:ext cx="1381320" cy="381600"/>
          </a:xfrm>
          <a:custGeom>
            <a:avLst/>
            <a:gdLst/>
            <a:ahLst/>
            <a:rect l="0" t="0" r="r" b="b"/>
            <a:pathLst>
              <a:path w="3837" h="1060">
                <a:moveTo>
                  <a:pt x="0" y="0"/>
                </a:moveTo>
                <a:lnTo>
                  <a:pt x="3837" y="0"/>
                </a:lnTo>
                <a:lnTo>
                  <a:pt x="3837"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3" name=""/>
          <p:cNvSpPr/>
          <p:nvPr/>
        </p:nvSpPr>
        <p:spPr>
          <a:xfrm>
            <a:off x="542880" y="4762440"/>
            <a:ext cx="1648080" cy="381240"/>
          </a:xfrm>
          <a:custGeom>
            <a:avLst/>
            <a:gdLst/>
            <a:ahLst/>
            <a:rect l="0" t="0" r="r" b="b"/>
            <a:pathLst>
              <a:path w="4578" h="1059">
                <a:moveTo>
                  <a:pt x="0" y="0"/>
                </a:moveTo>
                <a:lnTo>
                  <a:pt x="4578" y="0"/>
                </a:lnTo>
                <a:lnTo>
                  <a:pt x="4578"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4" name=""/>
          <p:cNvSpPr/>
          <p:nvPr/>
        </p:nvSpPr>
        <p:spPr>
          <a:xfrm>
            <a:off x="2190600" y="476244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5" name=""/>
          <p:cNvSpPr/>
          <p:nvPr/>
        </p:nvSpPr>
        <p:spPr>
          <a:xfrm>
            <a:off x="3352680" y="476244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6" name=""/>
          <p:cNvSpPr/>
          <p:nvPr/>
        </p:nvSpPr>
        <p:spPr>
          <a:xfrm>
            <a:off x="542880" y="4762440"/>
            <a:ext cx="1648080" cy="381240"/>
          </a:xfrm>
          <a:custGeom>
            <a:avLst/>
            <a:gdLst/>
            <a:ahLst/>
            <a:rect l="0" t="0" r="r" b="b"/>
            <a:pathLst>
              <a:path w="4578" h="1059">
                <a:moveTo>
                  <a:pt x="0" y="0"/>
                </a:moveTo>
                <a:lnTo>
                  <a:pt x="4578" y="0"/>
                </a:lnTo>
                <a:lnTo>
                  <a:pt x="4578"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7" name=""/>
          <p:cNvSpPr/>
          <p:nvPr/>
        </p:nvSpPr>
        <p:spPr>
          <a:xfrm>
            <a:off x="2190600" y="476244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8" name=""/>
          <p:cNvSpPr/>
          <p:nvPr/>
        </p:nvSpPr>
        <p:spPr>
          <a:xfrm>
            <a:off x="3352680" y="476244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399" name=""/>
          <p:cNvSpPr/>
          <p:nvPr/>
        </p:nvSpPr>
        <p:spPr>
          <a:xfrm>
            <a:off x="542880" y="5143320"/>
            <a:ext cx="1648080" cy="381240"/>
          </a:xfrm>
          <a:custGeom>
            <a:avLst/>
            <a:gdLst/>
            <a:ahLst/>
            <a:rect l="0" t="0" r="r" b="b"/>
            <a:pathLst>
              <a:path w="4578" h="1059">
                <a:moveTo>
                  <a:pt x="132" y="1059"/>
                </a:moveTo>
                <a:cubicBezTo>
                  <a:pt x="111" y="1059"/>
                  <a:pt x="91" y="1054"/>
                  <a:pt x="71" y="1046"/>
                </a:cubicBezTo>
                <a:cubicBezTo>
                  <a:pt x="52" y="1038"/>
                  <a:pt x="35" y="1027"/>
                  <a:pt x="20" y="1012"/>
                </a:cubicBezTo>
                <a:cubicBezTo>
                  <a:pt x="12" y="1004"/>
                  <a:pt x="5" y="996"/>
                  <a:pt x="0" y="987"/>
                </a:cubicBezTo>
                <a:lnTo>
                  <a:pt x="0" y="0"/>
                </a:lnTo>
                <a:lnTo>
                  <a:pt x="4578" y="0"/>
                </a:lnTo>
                <a:lnTo>
                  <a:pt x="4578" y="1059"/>
                </a:lnTo>
                <a:lnTo>
                  <a:pt x="132"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0" name=""/>
          <p:cNvSpPr/>
          <p:nvPr/>
        </p:nvSpPr>
        <p:spPr>
          <a:xfrm>
            <a:off x="2190600" y="5143320"/>
            <a:ext cx="1162440" cy="381240"/>
          </a:xfrm>
          <a:custGeom>
            <a:avLst/>
            <a:gdLst/>
            <a:ahLst/>
            <a:rect l="0" t="0" r="r" b="b"/>
            <a:pathLst>
              <a:path w="3229" h="1059">
                <a:moveTo>
                  <a:pt x="0" y="1059"/>
                </a:moveTo>
                <a:lnTo>
                  <a:pt x="0" y="0"/>
                </a:lnTo>
                <a:lnTo>
                  <a:pt x="3229" y="0"/>
                </a:lnTo>
                <a:lnTo>
                  <a:pt x="3229" y="1059"/>
                </a:lnTo>
                <a:lnTo>
                  <a:pt x="0"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1" name=""/>
          <p:cNvSpPr/>
          <p:nvPr/>
        </p:nvSpPr>
        <p:spPr>
          <a:xfrm>
            <a:off x="3352680" y="5143320"/>
            <a:ext cx="1381320" cy="381240"/>
          </a:xfrm>
          <a:custGeom>
            <a:avLst/>
            <a:gdLst/>
            <a:ahLst/>
            <a:rect l="0" t="0" r="r" b="b"/>
            <a:pathLst>
              <a:path w="3837" h="1059">
                <a:moveTo>
                  <a:pt x="0" y="1059"/>
                </a:moveTo>
                <a:lnTo>
                  <a:pt x="0" y="0"/>
                </a:lnTo>
                <a:lnTo>
                  <a:pt x="3837" y="0"/>
                </a:lnTo>
                <a:lnTo>
                  <a:pt x="3837" y="1059"/>
                </a:lnTo>
                <a:lnTo>
                  <a:pt x="0"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2" name=""/>
          <p:cNvSpPr/>
          <p:nvPr/>
        </p:nvSpPr>
        <p:spPr>
          <a:xfrm>
            <a:off x="533160" y="4016160"/>
            <a:ext cx="10080" cy="365400"/>
          </a:xfrm>
          <a:custGeom>
            <a:avLst/>
            <a:gdLst/>
            <a:ahLst/>
            <a:rect l="0" t="0" r="r" b="b"/>
            <a:pathLst>
              <a:path w="28" h="1015">
                <a:moveTo>
                  <a:pt x="12" y="28"/>
                </a:moveTo>
                <a:cubicBezTo>
                  <a:pt x="17" y="18"/>
                  <a:pt x="22" y="9"/>
                  <a:pt x="28" y="0"/>
                </a:cubicBezTo>
                <a:lnTo>
                  <a:pt x="28" y="1015"/>
                </a:lnTo>
                <a:lnTo>
                  <a:pt x="0" y="1015"/>
                </a:lnTo>
                <a:lnTo>
                  <a:pt x="0" y="88"/>
                </a:lnTo>
                <a:cubicBezTo>
                  <a:pt x="0" y="67"/>
                  <a:pt x="4" y="47"/>
                  <a:pt x="12" y="28"/>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3" name=""/>
          <p:cNvSpPr/>
          <p:nvPr/>
        </p:nvSpPr>
        <p:spPr>
          <a:xfrm>
            <a:off x="558720" y="3990960"/>
            <a:ext cx="1632240" cy="9720"/>
          </a:xfrm>
          <a:custGeom>
            <a:avLst/>
            <a:gdLst/>
            <a:ahLst/>
            <a:rect l="0" t="0" r="r" b="b"/>
            <a:pathLst>
              <a:path w="4534" h="27">
                <a:moveTo>
                  <a:pt x="27" y="13"/>
                </a:moveTo>
                <a:cubicBezTo>
                  <a:pt x="47" y="5"/>
                  <a:pt x="67" y="0"/>
                  <a:pt x="88" y="0"/>
                </a:cubicBezTo>
                <a:lnTo>
                  <a:pt x="4534" y="0"/>
                </a:lnTo>
                <a:lnTo>
                  <a:pt x="4534" y="27"/>
                </a:lnTo>
                <a:lnTo>
                  <a:pt x="0" y="27"/>
                </a:lnTo>
                <a:cubicBezTo>
                  <a:pt x="9" y="21"/>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4" name=""/>
          <p:cNvSpPr/>
          <p:nvPr/>
        </p:nvSpPr>
        <p:spPr>
          <a:xfrm>
            <a:off x="2180880" y="399096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5" name=""/>
          <p:cNvSpPr/>
          <p:nvPr/>
        </p:nvSpPr>
        <p:spPr>
          <a:xfrm>
            <a:off x="2190600" y="399096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6" name=""/>
          <p:cNvSpPr/>
          <p:nvPr/>
        </p:nvSpPr>
        <p:spPr>
          <a:xfrm>
            <a:off x="3342960" y="399096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7" name=""/>
          <p:cNvSpPr/>
          <p:nvPr/>
        </p:nvSpPr>
        <p:spPr>
          <a:xfrm>
            <a:off x="3352680" y="399096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8" name=""/>
          <p:cNvSpPr/>
          <p:nvPr/>
        </p:nvSpPr>
        <p:spPr>
          <a:xfrm>
            <a:off x="4733640" y="399096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09" name=""/>
          <p:cNvSpPr/>
          <p:nvPr/>
        </p:nvSpPr>
        <p:spPr>
          <a:xfrm>
            <a:off x="533160" y="437184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0" name=""/>
          <p:cNvSpPr/>
          <p:nvPr/>
        </p:nvSpPr>
        <p:spPr>
          <a:xfrm>
            <a:off x="2190600" y="437184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1" name=""/>
          <p:cNvSpPr/>
          <p:nvPr/>
        </p:nvSpPr>
        <p:spPr>
          <a:xfrm>
            <a:off x="3352680" y="437184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2" name=""/>
          <p:cNvSpPr/>
          <p:nvPr/>
        </p:nvSpPr>
        <p:spPr>
          <a:xfrm>
            <a:off x="533160" y="438120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3" name=""/>
          <p:cNvSpPr/>
          <p:nvPr/>
        </p:nvSpPr>
        <p:spPr>
          <a:xfrm>
            <a:off x="2180880" y="438120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4" name=""/>
          <p:cNvSpPr/>
          <p:nvPr/>
        </p:nvSpPr>
        <p:spPr>
          <a:xfrm>
            <a:off x="3342960" y="438120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5" name=""/>
          <p:cNvSpPr/>
          <p:nvPr/>
        </p:nvSpPr>
        <p:spPr>
          <a:xfrm>
            <a:off x="4733640" y="438120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6" name=""/>
          <p:cNvSpPr/>
          <p:nvPr/>
        </p:nvSpPr>
        <p:spPr>
          <a:xfrm>
            <a:off x="533160" y="47624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7" name=""/>
          <p:cNvSpPr/>
          <p:nvPr/>
        </p:nvSpPr>
        <p:spPr>
          <a:xfrm>
            <a:off x="533160" y="4752720"/>
            <a:ext cx="1657800" cy="10080"/>
          </a:xfrm>
          <a:custGeom>
            <a:avLst/>
            <a:gdLst/>
            <a:ahLst/>
            <a:rect l="0" t="0" r="r" b="b"/>
            <a:pathLst>
              <a:path w="4605" h="28">
                <a:moveTo>
                  <a:pt x="0" y="0"/>
                </a:moveTo>
                <a:lnTo>
                  <a:pt x="4605" y="0"/>
                </a:lnTo>
                <a:lnTo>
                  <a:pt x="460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8" name=""/>
          <p:cNvSpPr/>
          <p:nvPr/>
        </p:nvSpPr>
        <p:spPr>
          <a:xfrm>
            <a:off x="2180880" y="47624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19" name=""/>
          <p:cNvSpPr/>
          <p:nvPr/>
        </p:nvSpPr>
        <p:spPr>
          <a:xfrm>
            <a:off x="2190600" y="4752720"/>
            <a:ext cx="1162440" cy="10080"/>
          </a:xfrm>
          <a:custGeom>
            <a:avLst/>
            <a:gdLst/>
            <a:ahLst/>
            <a:rect l="0" t="0" r="r" b="b"/>
            <a:pathLst>
              <a:path w="3229" h="28">
                <a:moveTo>
                  <a:pt x="0" y="0"/>
                </a:moveTo>
                <a:lnTo>
                  <a:pt x="3229" y="0"/>
                </a:lnTo>
                <a:lnTo>
                  <a:pt x="3229"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0" name=""/>
          <p:cNvSpPr/>
          <p:nvPr/>
        </p:nvSpPr>
        <p:spPr>
          <a:xfrm>
            <a:off x="3342960" y="47624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1" name=""/>
          <p:cNvSpPr/>
          <p:nvPr/>
        </p:nvSpPr>
        <p:spPr>
          <a:xfrm>
            <a:off x="3352680" y="4752720"/>
            <a:ext cx="1391040" cy="10080"/>
          </a:xfrm>
          <a:custGeom>
            <a:avLst/>
            <a:gdLst/>
            <a:ahLst/>
            <a:rect l="0" t="0" r="r" b="b"/>
            <a:pathLst>
              <a:path w="3864" h="28">
                <a:moveTo>
                  <a:pt x="0" y="0"/>
                </a:moveTo>
                <a:lnTo>
                  <a:pt x="3864" y="0"/>
                </a:lnTo>
                <a:lnTo>
                  <a:pt x="386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2" name=""/>
          <p:cNvSpPr/>
          <p:nvPr/>
        </p:nvSpPr>
        <p:spPr>
          <a:xfrm>
            <a:off x="4733640" y="47624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3" name=""/>
          <p:cNvSpPr/>
          <p:nvPr/>
        </p:nvSpPr>
        <p:spPr>
          <a:xfrm>
            <a:off x="533160" y="5143320"/>
            <a:ext cx="10080" cy="355680"/>
          </a:xfrm>
          <a:custGeom>
            <a:avLst/>
            <a:gdLst/>
            <a:ahLst/>
            <a:rect l="0" t="0" r="r" b="b"/>
            <a:pathLst>
              <a:path w="28" h="988">
                <a:moveTo>
                  <a:pt x="12" y="961"/>
                </a:moveTo>
                <a:cubicBezTo>
                  <a:pt x="4" y="942"/>
                  <a:pt x="0" y="922"/>
                  <a:pt x="0" y="901"/>
                </a:cubicBezTo>
                <a:lnTo>
                  <a:pt x="0" y="0"/>
                </a:lnTo>
                <a:lnTo>
                  <a:pt x="28" y="0"/>
                </a:lnTo>
                <a:lnTo>
                  <a:pt x="28" y="988"/>
                </a:lnTo>
                <a:cubicBezTo>
                  <a:pt x="22" y="980"/>
                  <a:pt x="17" y="971"/>
                  <a:pt x="12" y="961"/>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4" name=""/>
          <p:cNvSpPr/>
          <p:nvPr/>
        </p:nvSpPr>
        <p:spPr>
          <a:xfrm>
            <a:off x="533160" y="513396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5" name=""/>
          <p:cNvSpPr/>
          <p:nvPr/>
        </p:nvSpPr>
        <p:spPr>
          <a:xfrm>
            <a:off x="2180880" y="514332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6" name=""/>
          <p:cNvSpPr/>
          <p:nvPr/>
        </p:nvSpPr>
        <p:spPr>
          <a:xfrm>
            <a:off x="2190600" y="513396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7" name=""/>
          <p:cNvSpPr/>
          <p:nvPr/>
        </p:nvSpPr>
        <p:spPr>
          <a:xfrm>
            <a:off x="3342960" y="514332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8" name=""/>
          <p:cNvSpPr/>
          <p:nvPr/>
        </p:nvSpPr>
        <p:spPr>
          <a:xfrm>
            <a:off x="3352680" y="513396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29" name=""/>
          <p:cNvSpPr/>
          <p:nvPr/>
        </p:nvSpPr>
        <p:spPr>
          <a:xfrm>
            <a:off x="4733640" y="514332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30" name=""/>
          <p:cNvSpPr/>
          <p:nvPr/>
        </p:nvSpPr>
        <p:spPr>
          <a:xfrm>
            <a:off x="558720" y="5514840"/>
            <a:ext cx="1632240" cy="9720"/>
          </a:xfrm>
          <a:custGeom>
            <a:avLst/>
            <a:gdLst/>
            <a:ahLst/>
            <a:rect l="0" t="0" r="r" b="b"/>
            <a:pathLst>
              <a:path w="4534" h="27">
                <a:moveTo>
                  <a:pt x="88" y="27"/>
                </a:moveTo>
                <a:cubicBezTo>
                  <a:pt x="67" y="27"/>
                  <a:pt x="47" y="23"/>
                  <a:pt x="27" y="15"/>
                </a:cubicBezTo>
                <a:cubicBezTo>
                  <a:pt x="18" y="11"/>
                  <a:pt x="9" y="5"/>
                  <a:pt x="0" y="0"/>
                </a:cubicBezTo>
                <a:lnTo>
                  <a:pt x="4534" y="0"/>
                </a:lnTo>
                <a:lnTo>
                  <a:pt x="4534"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31" name=""/>
          <p:cNvSpPr/>
          <p:nvPr/>
        </p:nvSpPr>
        <p:spPr>
          <a:xfrm>
            <a:off x="2190600" y="5514840"/>
            <a:ext cx="1162440" cy="9720"/>
          </a:xfrm>
          <a:custGeom>
            <a:avLst/>
            <a:gdLst/>
            <a:ahLst/>
            <a:rect l="0" t="0" r="r" b="b"/>
            <a:pathLst>
              <a:path w="3229" h="27">
                <a:moveTo>
                  <a:pt x="0" y="27"/>
                </a:moveTo>
                <a:lnTo>
                  <a:pt x="0" y="0"/>
                </a:lnTo>
                <a:lnTo>
                  <a:pt x="3229" y="0"/>
                </a:lnTo>
                <a:lnTo>
                  <a:pt x="3229"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32" name=""/>
          <p:cNvSpPr/>
          <p:nvPr/>
        </p:nvSpPr>
        <p:spPr>
          <a:xfrm>
            <a:off x="3352680" y="5514840"/>
            <a:ext cx="1391040" cy="9720"/>
          </a:xfrm>
          <a:custGeom>
            <a:avLst/>
            <a:gdLst/>
            <a:ahLst/>
            <a:rect l="0" t="0" r="r" b="b"/>
            <a:pathLst>
              <a:path w="3864" h="27">
                <a:moveTo>
                  <a:pt x="0" y="27"/>
                </a:moveTo>
                <a:lnTo>
                  <a:pt x="0" y="0"/>
                </a:lnTo>
                <a:lnTo>
                  <a:pt x="3864" y="0"/>
                </a:lnTo>
                <a:lnTo>
                  <a:pt x="3864"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433" name=""/>
          <p:cNvSpPr/>
          <p:nvPr/>
        </p:nvSpPr>
        <p:spPr>
          <a:xfrm>
            <a:off x="618840" y="144756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0"/>
                  <a:pt x="16" y="32"/>
                  <a:pt x="24" y="24"/>
                </a:cubicBezTo>
                <a:cubicBezTo>
                  <a:pt x="31" y="17"/>
                  <a:pt x="40" y="11"/>
                  <a:pt x="49" y="6"/>
                </a:cubicBezTo>
                <a:cubicBezTo>
                  <a:pt x="59" y="2"/>
                  <a:pt x="69" y="0"/>
                  <a:pt x="80" y="0"/>
                </a:cubicBezTo>
                <a:cubicBezTo>
                  <a:pt x="90" y="0"/>
                  <a:pt x="101" y="2"/>
                  <a:pt x="111" y="6"/>
                </a:cubicBezTo>
                <a:cubicBezTo>
                  <a:pt x="121" y="11"/>
                  <a:pt x="129" y="17"/>
                  <a:pt x="137" y="24"/>
                </a:cubicBezTo>
                <a:cubicBezTo>
                  <a:pt x="144" y="32"/>
                  <a:pt x="150" y="40"/>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34" name=""/>
          <p:cNvSpPr txBox="1"/>
          <p:nvPr/>
        </p:nvSpPr>
        <p:spPr>
          <a:xfrm>
            <a:off x="799920" y="136116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農研機構メッシュ農業気象データシステム（</a:t>
            </a:r>
            <a:endParaRPr lang="en-US" sz="1500" b="0" u="none" strike="noStrike">
              <a:solidFill>
                <a:srgbClr val="000000"/>
              </a:solidFill>
              <a:effectLst/>
              <a:uFillTx/>
              <a:latin typeface="游明朝体"/>
            </a:endParaRPr>
          </a:p>
        </p:txBody>
      </p:sp>
      <p:sp>
        <p:nvSpPr>
          <p:cNvPr id="3435" name=""/>
          <p:cNvSpPr txBox="1"/>
          <p:nvPr/>
        </p:nvSpPr>
        <p:spPr>
          <a:xfrm>
            <a:off x="4589280" y="1352160"/>
            <a:ext cx="8157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3436" name=""/>
          <p:cNvSpPr txBox="1"/>
          <p:nvPr/>
        </p:nvSpPr>
        <p:spPr>
          <a:xfrm>
            <a:off x="5403960" y="13611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437" name=""/>
          <p:cNvSpPr txBox="1"/>
          <p:nvPr/>
        </p:nvSpPr>
        <p:spPr>
          <a:xfrm>
            <a:off x="5594760" y="13521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3438" name=""/>
          <p:cNvSpPr txBox="1"/>
          <p:nvPr/>
        </p:nvSpPr>
        <p:spPr>
          <a:xfrm>
            <a:off x="5700600" y="13611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全</a:t>
            </a:r>
            <a:endParaRPr lang="en-US" sz="1500" b="0" u="none" strike="noStrike">
              <a:solidFill>
                <a:srgbClr val="000000"/>
              </a:solidFill>
              <a:effectLst/>
              <a:uFillTx/>
              <a:latin typeface="游明朝体"/>
            </a:endParaRPr>
          </a:p>
        </p:txBody>
      </p:sp>
      <p:sp>
        <p:nvSpPr>
          <p:cNvPr id="3439" name=""/>
          <p:cNvSpPr/>
          <p:nvPr/>
        </p:nvSpPr>
        <p:spPr>
          <a:xfrm>
            <a:off x="618840" y="2180880"/>
            <a:ext cx="57600" cy="57600"/>
          </a:xfrm>
          <a:custGeom>
            <a:avLst/>
            <a:gdLst/>
            <a:ahLst/>
            <a:rect l="0" t="0" r="r" b="b"/>
            <a:pathLst>
              <a:path w="160" h="160">
                <a:moveTo>
                  <a:pt x="160" y="81"/>
                </a:moveTo>
                <a:cubicBezTo>
                  <a:pt x="160" y="91"/>
                  <a:pt x="158" y="101"/>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1"/>
                  <a:pt x="0" y="91"/>
                  <a:pt x="0" y="81"/>
                </a:cubicBezTo>
                <a:cubicBezTo>
                  <a:pt x="0" y="70"/>
                  <a:pt x="2" y="60"/>
                  <a:pt x="6" y="50"/>
                </a:cubicBezTo>
                <a:cubicBezTo>
                  <a:pt x="10" y="41"/>
                  <a:pt x="16" y="32"/>
                  <a:pt x="24" y="24"/>
                </a:cubicBezTo>
                <a:cubicBezTo>
                  <a:pt x="31" y="16"/>
                  <a:pt x="40" y="11"/>
                  <a:pt x="49" y="6"/>
                </a:cubicBezTo>
                <a:cubicBezTo>
                  <a:pt x="59" y="2"/>
                  <a:pt x="69" y="0"/>
                  <a:pt x="80" y="0"/>
                </a:cubicBezTo>
                <a:cubicBezTo>
                  <a:pt x="90" y="0"/>
                  <a:pt x="101" y="2"/>
                  <a:pt x="111" y="6"/>
                </a:cubicBezTo>
                <a:cubicBezTo>
                  <a:pt x="121" y="11"/>
                  <a:pt x="129" y="16"/>
                  <a:pt x="137" y="24"/>
                </a:cubicBezTo>
                <a:cubicBezTo>
                  <a:pt x="144" y="32"/>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40" name=""/>
          <p:cNvSpPr txBox="1"/>
          <p:nvPr/>
        </p:nvSpPr>
        <p:spPr>
          <a:xfrm>
            <a:off x="799920" y="170388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国をメッシュ単位で網羅する気象データ</a:t>
            </a:r>
            <a:endParaRPr lang="en-US" sz="1500" b="0" u="none" strike="noStrike">
              <a:solidFill>
                <a:srgbClr val="000000"/>
              </a:solidFill>
              <a:effectLst/>
              <a:uFillTx/>
              <a:latin typeface="游明朝体"/>
            </a:endParaRPr>
          </a:p>
        </p:txBody>
      </p:sp>
      <p:sp>
        <p:nvSpPr>
          <p:cNvPr id="3441" name=""/>
          <p:cNvSpPr txBox="1"/>
          <p:nvPr/>
        </p:nvSpPr>
        <p:spPr>
          <a:xfrm>
            <a:off x="799920" y="208548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3442" name=""/>
          <p:cNvSpPr txBox="1"/>
          <p:nvPr/>
        </p:nvSpPr>
        <p:spPr>
          <a:xfrm>
            <a:off x="1360800" y="2094480"/>
            <a:ext cx="4572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「アメダス気象データ分析チャレンジ」の公開コード</a:t>
            </a:r>
            <a:endParaRPr lang="en-US" sz="1500" b="0" u="none" strike="noStrike">
              <a:solidFill>
                <a:srgbClr val="000000"/>
              </a:solidFill>
              <a:effectLst/>
              <a:uFillTx/>
              <a:latin typeface="游明朝体"/>
            </a:endParaRPr>
          </a:p>
        </p:txBody>
      </p:sp>
      <p:sp>
        <p:nvSpPr>
          <p:cNvPr id="3443" name=""/>
          <p:cNvSpPr/>
          <p:nvPr/>
        </p:nvSpPr>
        <p:spPr>
          <a:xfrm>
            <a:off x="618840" y="291456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39"/>
                  <a:pt x="16" y="30"/>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0"/>
                  <a:pt x="150" y="39"/>
                  <a:pt x="154" y="50"/>
                </a:cubicBezTo>
                <a:cubicBezTo>
                  <a:pt x="158" y="59"/>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44" name=""/>
          <p:cNvSpPr txBox="1"/>
          <p:nvPr/>
        </p:nvSpPr>
        <p:spPr>
          <a:xfrm>
            <a:off x="799920" y="243756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を参考にモデルを構築</a:t>
            </a:r>
            <a:endParaRPr lang="en-US" sz="1500" b="0" u="none" strike="noStrike">
              <a:solidFill>
                <a:srgbClr val="000000"/>
              </a:solidFill>
              <a:effectLst/>
              <a:uFillTx/>
              <a:latin typeface="游明朝体"/>
            </a:endParaRPr>
          </a:p>
        </p:txBody>
      </p:sp>
      <p:sp>
        <p:nvSpPr>
          <p:cNvPr id="3445" name=""/>
          <p:cNvSpPr txBox="1"/>
          <p:nvPr/>
        </p:nvSpPr>
        <p:spPr>
          <a:xfrm>
            <a:off x="799920" y="282780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説明変数</a:t>
            </a:r>
            <a:endParaRPr lang="en-US" sz="1500" b="0" u="none" strike="noStrike">
              <a:solidFill>
                <a:srgbClr val="000000"/>
              </a:solidFill>
              <a:effectLst/>
              <a:uFillTx/>
              <a:latin typeface="游明朝体"/>
            </a:endParaRPr>
          </a:p>
        </p:txBody>
      </p:sp>
      <p:sp>
        <p:nvSpPr>
          <p:cNvPr id="3446" name=""/>
          <p:cNvSpPr txBox="1"/>
          <p:nvPr/>
        </p:nvSpPr>
        <p:spPr>
          <a:xfrm>
            <a:off x="1562040" y="28191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3447" name=""/>
          <p:cNvSpPr txBox="1"/>
          <p:nvPr/>
        </p:nvSpPr>
        <p:spPr>
          <a:xfrm>
            <a:off x="1667880" y="2827800"/>
            <a:ext cx="4191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全天⽇射量・⽇照時間等の気象予報値／⽬的変数</a:t>
            </a:r>
            <a:endParaRPr lang="en-US" sz="1500" b="0" u="none" strike="noStrike">
              <a:solidFill>
                <a:srgbClr val="000000"/>
              </a:solidFill>
              <a:effectLst/>
              <a:uFillTx/>
              <a:latin typeface="游明朝体"/>
            </a:endParaRPr>
          </a:p>
        </p:txBody>
      </p:sp>
      <p:sp>
        <p:nvSpPr>
          <p:cNvPr id="3448" name=""/>
          <p:cNvSpPr txBox="1"/>
          <p:nvPr/>
        </p:nvSpPr>
        <p:spPr>
          <a:xfrm>
            <a:off x="5859000" y="28191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3449" name=""/>
          <p:cNvSpPr/>
          <p:nvPr/>
        </p:nvSpPr>
        <p:spPr>
          <a:xfrm>
            <a:off x="618840" y="36478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70"/>
                  <a:pt x="2" y="60"/>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50" name=""/>
          <p:cNvSpPr txBox="1"/>
          <p:nvPr/>
        </p:nvSpPr>
        <p:spPr>
          <a:xfrm>
            <a:off x="799920" y="3170880"/>
            <a:ext cx="953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実測発電量</a:t>
            </a:r>
            <a:endParaRPr lang="en-US" sz="1500" b="0" u="none" strike="noStrike">
              <a:solidFill>
                <a:srgbClr val="000000"/>
              </a:solidFill>
              <a:effectLst/>
              <a:uFillTx/>
              <a:latin typeface="游明朝体"/>
            </a:endParaRPr>
          </a:p>
        </p:txBody>
      </p:sp>
      <p:sp>
        <p:nvSpPr>
          <p:cNvPr id="3451" name=""/>
          <p:cNvSpPr txBox="1"/>
          <p:nvPr/>
        </p:nvSpPr>
        <p:spPr>
          <a:xfrm>
            <a:off x="799920" y="35614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毎朝</a:t>
            </a:r>
            <a:endParaRPr lang="en-US" sz="1500" b="0" u="none" strike="noStrike">
              <a:solidFill>
                <a:srgbClr val="000000"/>
              </a:solidFill>
              <a:effectLst/>
              <a:uFillTx/>
              <a:latin typeface="游明朝体"/>
            </a:endParaRPr>
          </a:p>
        </p:txBody>
      </p:sp>
      <p:sp>
        <p:nvSpPr>
          <p:cNvPr id="3452" name=""/>
          <p:cNvSpPr txBox="1"/>
          <p:nvPr/>
        </p:nvSpPr>
        <p:spPr>
          <a:xfrm>
            <a:off x="1181160" y="3552480"/>
            <a:ext cx="371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6:30</a:t>
            </a:r>
            <a:endParaRPr lang="en-US" sz="1500" b="0" u="none" strike="noStrike">
              <a:solidFill>
                <a:srgbClr val="000000"/>
              </a:solidFill>
              <a:effectLst/>
              <a:uFillTx/>
              <a:latin typeface="游明朝体"/>
            </a:endParaRPr>
          </a:p>
        </p:txBody>
      </p:sp>
      <p:sp>
        <p:nvSpPr>
          <p:cNvPr id="3453" name=""/>
          <p:cNvSpPr txBox="1"/>
          <p:nvPr/>
        </p:nvSpPr>
        <p:spPr>
          <a:xfrm>
            <a:off x="1551960" y="35614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に予測を⾃動更新し、</a:t>
            </a:r>
            <a:endParaRPr lang="en-US" sz="1500" b="0" u="none" strike="noStrike">
              <a:solidFill>
                <a:srgbClr val="000000"/>
              </a:solidFill>
              <a:effectLst/>
              <a:uFillTx/>
              <a:latin typeface="游明朝体"/>
            </a:endParaRPr>
          </a:p>
        </p:txBody>
      </p:sp>
      <p:sp>
        <p:nvSpPr>
          <p:cNvPr id="3454" name=""/>
          <p:cNvSpPr txBox="1"/>
          <p:nvPr/>
        </p:nvSpPr>
        <p:spPr>
          <a:xfrm>
            <a:off x="3456720" y="3552480"/>
            <a:ext cx="6570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GitHub </a:t>
            </a:r>
            <a:endParaRPr lang="en-US" sz="1500" b="0" u="none" strike="noStrike">
              <a:solidFill>
                <a:srgbClr val="000000"/>
              </a:solidFill>
              <a:effectLst/>
              <a:uFillTx/>
              <a:latin typeface="游明朝体"/>
            </a:endParaRPr>
          </a:p>
        </p:txBody>
      </p:sp>
      <p:sp>
        <p:nvSpPr>
          <p:cNvPr id="3455" name=""/>
          <p:cNvSpPr txBox="1"/>
          <p:nvPr/>
        </p:nvSpPr>
        <p:spPr>
          <a:xfrm>
            <a:off x="4113000" y="3561480"/>
            <a:ext cx="1143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で結果を確認</a:t>
            </a:r>
            <a:endParaRPr lang="en-US" sz="1500" b="0" u="none" strike="noStrike">
              <a:solidFill>
                <a:srgbClr val="000000"/>
              </a:solidFill>
              <a:effectLst/>
              <a:uFillTx/>
              <a:latin typeface="游明朝体"/>
            </a:endParaRPr>
          </a:p>
        </p:txBody>
      </p:sp>
      <p:sp>
        <p:nvSpPr>
          <p:cNvPr id="3456" name=""/>
          <p:cNvSpPr txBox="1"/>
          <p:nvPr/>
        </p:nvSpPr>
        <p:spPr>
          <a:xfrm>
            <a:off x="666720" y="409284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モデル</a:t>
            </a:r>
            <a:endParaRPr lang="en-US" sz="1350" b="0" u="none" strike="noStrike">
              <a:solidFill>
                <a:srgbClr val="000000"/>
              </a:solidFill>
              <a:effectLst/>
              <a:uFillTx/>
              <a:latin typeface="游明朝体"/>
            </a:endParaRPr>
          </a:p>
        </p:txBody>
      </p:sp>
      <p:sp>
        <p:nvSpPr>
          <p:cNvPr id="3457" name=""/>
          <p:cNvSpPr txBox="1"/>
          <p:nvPr/>
        </p:nvSpPr>
        <p:spPr>
          <a:xfrm>
            <a:off x="2317680" y="4084920"/>
            <a:ext cx="19080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R²</a:t>
            </a:r>
            <a:endParaRPr lang="en-US" sz="1350" b="0" u="none" strike="noStrike">
              <a:solidFill>
                <a:srgbClr val="000000"/>
              </a:solidFill>
              <a:effectLst/>
              <a:uFillTx/>
              <a:latin typeface="游明朝体"/>
            </a:endParaRPr>
          </a:p>
        </p:txBody>
      </p:sp>
      <p:sp>
        <p:nvSpPr>
          <p:cNvPr id="3458" name=""/>
          <p:cNvSpPr txBox="1"/>
          <p:nvPr/>
        </p:nvSpPr>
        <p:spPr>
          <a:xfrm>
            <a:off x="2508840" y="409284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3459" name=""/>
          <p:cNvSpPr txBox="1"/>
          <p:nvPr/>
        </p:nvSpPr>
        <p:spPr>
          <a:xfrm>
            <a:off x="2680200" y="4084920"/>
            <a:ext cx="3675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OOF</a:t>
            </a:r>
            <a:endParaRPr lang="en-US" sz="1350" b="0" u="none" strike="noStrike">
              <a:solidFill>
                <a:srgbClr val="000000"/>
              </a:solidFill>
              <a:effectLst/>
              <a:uFillTx/>
              <a:latin typeface="游明朝体"/>
            </a:endParaRPr>
          </a:p>
        </p:txBody>
      </p:sp>
      <p:sp>
        <p:nvSpPr>
          <p:cNvPr id="3460" name=""/>
          <p:cNvSpPr txBox="1"/>
          <p:nvPr/>
        </p:nvSpPr>
        <p:spPr>
          <a:xfrm>
            <a:off x="3048840" y="409284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3461" name=""/>
          <p:cNvSpPr txBox="1"/>
          <p:nvPr/>
        </p:nvSpPr>
        <p:spPr>
          <a:xfrm>
            <a:off x="3477240" y="4084920"/>
            <a:ext cx="90468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MAE (kWh/</a:t>
            </a:r>
            <a:endParaRPr lang="en-US" sz="1350" b="0" u="none" strike="noStrike">
              <a:solidFill>
                <a:srgbClr val="000000"/>
              </a:solidFill>
              <a:effectLst/>
              <a:uFillTx/>
              <a:latin typeface="游明朝体"/>
            </a:endParaRPr>
          </a:p>
        </p:txBody>
      </p:sp>
      <p:sp>
        <p:nvSpPr>
          <p:cNvPr id="3462" name=""/>
          <p:cNvSpPr txBox="1"/>
          <p:nvPr/>
        </p:nvSpPr>
        <p:spPr>
          <a:xfrm>
            <a:off x="4385520" y="409284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3463" name=""/>
          <p:cNvSpPr txBox="1"/>
          <p:nvPr/>
        </p:nvSpPr>
        <p:spPr>
          <a:xfrm>
            <a:off x="4556880" y="4084920"/>
            <a:ext cx="17100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464" name=""/>
          <p:cNvSpPr txBox="1"/>
          <p:nvPr/>
        </p:nvSpPr>
        <p:spPr>
          <a:xfrm>
            <a:off x="666720" y="4465800"/>
            <a:ext cx="1255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Random Forest</a:t>
            </a:r>
            <a:endParaRPr lang="en-US" sz="1350" b="0" u="none" strike="noStrike">
              <a:solidFill>
                <a:srgbClr val="000000"/>
              </a:solidFill>
              <a:effectLst/>
              <a:uFillTx/>
              <a:latin typeface="游明朝体"/>
            </a:endParaRPr>
          </a:p>
        </p:txBody>
      </p:sp>
      <p:sp>
        <p:nvSpPr>
          <p:cNvPr id="3465" name=""/>
          <p:cNvSpPr txBox="1"/>
          <p:nvPr/>
        </p:nvSpPr>
        <p:spPr>
          <a:xfrm>
            <a:off x="2317680" y="4465800"/>
            <a:ext cx="4276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0.846</a:t>
            </a:r>
            <a:endParaRPr lang="en-US" sz="1350" b="0" u="none" strike="noStrike">
              <a:solidFill>
                <a:srgbClr val="000000"/>
              </a:solidFill>
              <a:effectLst/>
              <a:uFillTx/>
              <a:latin typeface="游明朝体"/>
            </a:endParaRPr>
          </a:p>
        </p:txBody>
      </p:sp>
      <p:sp>
        <p:nvSpPr>
          <p:cNvPr id="3466" name=""/>
          <p:cNvSpPr txBox="1"/>
          <p:nvPr/>
        </p:nvSpPr>
        <p:spPr>
          <a:xfrm>
            <a:off x="3477240" y="4465800"/>
            <a:ext cx="333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1.89</a:t>
            </a:r>
            <a:endParaRPr lang="en-US" sz="1350" b="0" u="none" strike="noStrike">
              <a:solidFill>
                <a:srgbClr val="000000"/>
              </a:solidFill>
              <a:effectLst/>
              <a:uFillTx/>
              <a:latin typeface="游明朝体"/>
            </a:endParaRPr>
          </a:p>
        </p:txBody>
      </p:sp>
      <p:sp>
        <p:nvSpPr>
          <p:cNvPr id="3467" name=""/>
          <p:cNvSpPr txBox="1"/>
          <p:nvPr/>
        </p:nvSpPr>
        <p:spPr>
          <a:xfrm>
            <a:off x="666720" y="4847040"/>
            <a:ext cx="13885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Gradient Boosting</a:t>
            </a:r>
            <a:endParaRPr lang="en-US" sz="1350" b="0" u="none" strike="noStrike">
              <a:solidFill>
                <a:srgbClr val="000000"/>
              </a:solidFill>
              <a:effectLst/>
              <a:uFillTx/>
              <a:latin typeface="游明朝体"/>
            </a:endParaRPr>
          </a:p>
        </p:txBody>
      </p:sp>
      <p:sp>
        <p:nvSpPr>
          <p:cNvPr id="3468" name=""/>
          <p:cNvSpPr txBox="1"/>
          <p:nvPr/>
        </p:nvSpPr>
        <p:spPr>
          <a:xfrm>
            <a:off x="2317680" y="4847040"/>
            <a:ext cx="4276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0.840</a:t>
            </a:r>
            <a:endParaRPr lang="en-US" sz="1350" b="0" u="none" strike="noStrike">
              <a:solidFill>
                <a:srgbClr val="000000"/>
              </a:solidFill>
              <a:effectLst/>
              <a:uFillTx/>
              <a:latin typeface="游明朝体"/>
            </a:endParaRPr>
          </a:p>
        </p:txBody>
      </p:sp>
      <p:sp>
        <p:nvSpPr>
          <p:cNvPr id="3469" name=""/>
          <p:cNvSpPr txBox="1"/>
          <p:nvPr/>
        </p:nvSpPr>
        <p:spPr>
          <a:xfrm>
            <a:off x="3477240" y="484704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1.93</a:t>
            </a:r>
            <a:endParaRPr lang="en-US" sz="1350" b="0" u="none" strike="noStrike">
              <a:solidFill>
                <a:srgbClr val="000000"/>
              </a:solidFill>
              <a:effectLst/>
              <a:uFillTx/>
              <a:latin typeface="游明朝体"/>
            </a:endParaRPr>
          </a:p>
        </p:txBody>
      </p:sp>
      <p:sp>
        <p:nvSpPr>
          <p:cNvPr id="3470" name=""/>
          <p:cNvSpPr txBox="1"/>
          <p:nvPr/>
        </p:nvSpPr>
        <p:spPr>
          <a:xfrm>
            <a:off x="666720" y="5227920"/>
            <a:ext cx="4939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Ridge </a:t>
            </a:r>
            <a:endParaRPr lang="en-US" sz="1350" b="0" u="none" strike="noStrike">
              <a:solidFill>
                <a:srgbClr val="000000"/>
              </a:solidFill>
              <a:effectLst/>
              <a:uFillTx/>
              <a:latin typeface="游明朝体"/>
            </a:endParaRPr>
          </a:p>
        </p:txBody>
      </p:sp>
      <p:sp>
        <p:nvSpPr>
          <p:cNvPr id="3471" name=""/>
          <p:cNvSpPr txBox="1"/>
          <p:nvPr/>
        </p:nvSpPr>
        <p:spPr>
          <a:xfrm>
            <a:off x="1162080" y="523584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回帰</a:t>
            </a:r>
            <a:endParaRPr lang="en-US" sz="1350" b="0" u="none" strike="noStrike">
              <a:solidFill>
                <a:srgbClr val="000000"/>
              </a:solidFill>
              <a:effectLst/>
              <a:uFillTx/>
              <a:latin typeface="游明朝体"/>
            </a:endParaRPr>
          </a:p>
        </p:txBody>
      </p:sp>
      <p:sp>
        <p:nvSpPr>
          <p:cNvPr id="3472" name=""/>
          <p:cNvSpPr txBox="1"/>
          <p:nvPr/>
        </p:nvSpPr>
        <p:spPr>
          <a:xfrm>
            <a:off x="2317680" y="5227920"/>
            <a:ext cx="4276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0.813</a:t>
            </a:r>
            <a:endParaRPr lang="en-US" sz="1350" b="0" u="none" strike="noStrike">
              <a:solidFill>
                <a:srgbClr val="000000"/>
              </a:solidFill>
              <a:effectLst/>
              <a:uFillTx/>
              <a:latin typeface="游明朝体"/>
            </a:endParaRPr>
          </a:p>
        </p:txBody>
      </p:sp>
      <p:sp>
        <p:nvSpPr>
          <p:cNvPr id="3473" name=""/>
          <p:cNvSpPr txBox="1"/>
          <p:nvPr/>
        </p:nvSpPr>
        <p:spPr>
          <a:xfrm>
            <a:off x="3477240" y="522792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2.14</a:t>
            </a:r>
            <a:endParaRPr lang="en-US" sz="1350" b="0" u="none" strike="noStrike">
              <a:solidFill>
                <a:srgbClr val="000000"/>
              </a:solidFill>
              <a:effectLst/>
              <a:uFillTx/>
              <a:latin typeface="游明朝体"/>
            </a:endParaRPr>
          </a:p>
        </p:txBody>
      </p:sp>
      <p:sp>
        <p:nvSpPr>
          <p:cNvPr id="3474" name=""/>
          <p:cNvSpPr txBox="1"/>
          <p:nvPr/>
        </p:nvSpPr>
        <p:spPr>
          <a:xfrm>
            <a:off x="533520" y="5713920"/>
            <a:ext cx="191160" cy="21204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Arial"/>
                <a:ea typeface="Arial"/>
              </a:rPr>
              <a:t>→</a:t>
            </a:r>
            <a:endParaRPr lang="en-US" sz="1500" b="0" u="none" strike="noStrike">
              <a:solidFill>
                <a:srgbClr val="000000"/>
              </a:solidFill>
              <a:effectLst/>
              <a:uFillTx/>
              <a:latin typeface="游明朝体"/>
            </a:endParaRPr>
          </a:p>
        </p:txBody>
      </p:sp>
      <p:sp>
        <p:nvSpPr>
          <p:cNvPr id="3475" name=""/>
          <p:cNvSpPr txBox="1"/>
          <p:nvPr/>
        </p:nvSpPr>
        <p:spPr>
          <a:xfrm>
            <a:off x="723960" y="5704920"/>
            <a:ext cx="19008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3476" name=""/>
          <p:cNvSpPr txBox="1"/>
          <p:nvPr/>
        </p:nvSpPr>
        <p:spPr>
          <a:xfrm>
            <a:off x="776880" y="5713920"/>
            <a:ext cx="362016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複数モデルを⽐較検討し、精度が最も⾼い</a:t>
            </a:r>
            <a:endParaRPr lang="en-US" sz="1500" b="0" u="none" strike="noStrike">
              <a:solidFill>
                <a:srgbClr val="000000"/>
              </a:solidFill>
              <a:effectLst/>
              <a:uFillTx/>
              <a:latin typeface="游明朝体"/>
            </a:endParaRPr>
          </a:p>
        </p:txBody>
      </p:sp>
      <p:sp>
        <p:nvSpPr>
          <p:cNvPr id="3477" name=""/>
          <p:cNvSpPr txBox="1"/>
          <p:nvPr/>
        </p:nvSpPr>
        <p:spPr>
          <a:xfrm>
            <a:off x="4386960" y="5704920"/>
            <a:ext cx="145404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Random Forest</a:t>
            </a:r>
            <a:endParaRPr lang="en-US" sz="1500" b="0" u="none" strike="noStrike">
              <a:solidFill>
                <a:srgbClr val="000000"/>
              </a:solidFill>
              <a:effectLst/>
              <a:uFillTx/>
              <a:latin typeface="游明朝体"/>
            </a:endParaRPr>
          </a:p>
        </p:txBody>
      </p:sp>
      <p:pic>
        <p:nvPicPr>
          <p:cNvPr id="3478" name=""/>
          <p:cNvPicPr/>
          <p:nvPr/>
        </p:nvPicPr>
        <p:blipFill>
          <a:blip r:embed="rId1"/>
          <a:stretch/>
        </p:blipFill>
        <p:spPr>
          <a:xfrm>
            <a:off x="7496280" y="628560"/>
            <a:ext cx="2876040" cy="2856960"/>
          </a:xfrm>
          <a:prstGeom prst="rect">
            <a:avLst/>
          </a:prstGeom>
          <a:noFill/>
          <a:ln w="0">
            <a:noFill/>
          </a:ln>
        </p:spPr>
      </p:pic>
      <p:pic>
        <p:nvPicPr>
          <p:cNvPr id="3479" name=""/>
          <p:cNvPicPr/>
          <p:nvPr/>
        </p:nvPicPr>
        <p:blipFill>
          <a:blip r:embed="rId2"/>
          <a:stretch/>
        </p:blipFill>
        <p:spPr>
          <a:xfrm>
            <a:off x="6486480" y="3562200"/>
            <a:ext cx="4895640" cy="2857320"/>
          </a:xfrm>
          <a:prstGeom prst="rect">
            <a:avLst/>
          </a:prstGeom>
          <a:noFill/>
          <a:ln w="0">
            <a:noFill/>
          </a:ln>
        </p:spPr>
      </p:pic>
      <p:sp>
        <p:nvSpPr>
          <p:cNvPr id="3480" name=""/>
          <p:cNvSpPr txBox="1"/>
          <p:nvPr/>
        </p:nvSpPr>
        <p:spPr>
          <a:xfrm>
            <a:off x="533520" y="6009480"/>
            <a:ext cx="1715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を現⾏モデルに採⽤</a:t>
            </a:r>
            <a:endParaRPr lang="en-US" sz="1500" b="0" u="none" strike="noStrike">
              <a:solidFill>
                <a:srgbClr val="000000"/>
              </a:solidFill>
              <a:effectLst/>
              <a:uFillTx/>
              <a:latin typeface="游明朝体"/>
            </a:endParaRPr>
          </a:p>
        </p:txBody>
      </p:sp>
      <p:sp>
        <p:nvSpPr>
          <p:cNvPr id="3481"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2"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3"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4"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5"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6"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7"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8"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89"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0"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1"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2"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3"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4"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5"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6"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7"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8"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499"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0"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1"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2"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3"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4"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5"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6"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7"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8"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09"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0"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1"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2"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3"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4"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5"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6"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7"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8"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19"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0"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1"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2"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3"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4"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5"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6"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7"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8"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29"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0"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1"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2"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3"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4"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5"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6"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7"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8"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39"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0"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1"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2"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3"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4"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5"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6"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7"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8"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49"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0"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1"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2"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3"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4"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5"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6"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7"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8"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59"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0"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1"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2"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3"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4"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5"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6"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7"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8"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69"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0"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1"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2"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3"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4"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5"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6"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7"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8"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79"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0"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1"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2"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3"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4"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5"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6"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7"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8"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89"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0"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1"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2"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3"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4"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5"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6"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7"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8"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599"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0"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1"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2"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3"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4"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5"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6"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7"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8"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09"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0"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1"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2"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3"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4"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5"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6"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7"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8"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19"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0"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1"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2"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3"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4"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5"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6"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7"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8"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29"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0"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1"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2"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3"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4"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5"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6"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7"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8"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39"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0"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1"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2"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3"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4"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5"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6"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7"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8"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49"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0"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1"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2"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3"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4"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5"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6"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7"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8"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59"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0"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1"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2"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3"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4"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5"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6"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7"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8"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69"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70"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71"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72"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73" name=""/>
          <p:cNvSpPr txBox="1"/>
          <p:nvPr/>
        </p:nvSpPr>
        <p:spPr>
          <a:xfrm>
            <a:off x="533520" y="495360"/>
            <a:ext cx="71877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農業気象データによる太陽光発電量予測</a:t>
            </a:r>
            <a:endParaRPr lang="en-US" sz="3150" b="0" u="none" strike="noStrike">
              <a:solidFill>
                <a:srgbClr val="000000"/>
              </a:solidFill>
              <a:effectLst/>
              <a:uFillTx/>
              <a:latin typeface="游明朝体"/>
            </a:endParaRPr>
          </a:p>
        </p:txBody>
      </p:sp>
      <p:sp>
        <p:nvSpPr>
          <p:cNvPr id="3674"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15</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7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3678" name=""/>
          <p:cNvPicPr/>
          <p:nvPr/>
        </p:nvPicPr>
        <p:blipFill>
          <a:blip r:embed="rId1"/>
          <a:stretch/>
        </p:blipFill>
        <p:spPr>
          <a:xfrm>
            <a:off x="546120" y="6083280"/>
            <a:ext cx="11112120" cy="469440"/>
          </a:xfrm>
          <a:prstGeom prst="rect">
            <a:avLst/>
          </a:prstGeom>
          <a:noFill/>
          <a:ln w="0">
            <a:noFill/>
          </a:ln>
        </p:spPr>
      </p:pic>
      <p:pic>
        <p:nvPicPr>
          <p:cNvPr id="3679" name=""/>
          <p:cNvPicPr/>
          <p:nvPr/>
        </p:nvPicPr>
        <p:blipFill>
          <a:blip r:embed="rId2"/>
          <a:stretch/>
        </p:blipFill>
        <p:spPr>
          <a:xfrm>
            <a:off x="546120" y="6553080"/>
            <a:ext cx="11112120" cy="0"/>
          </a:xfrm>
          <a:prstGeom prst="rect">
            <a:avLst/>
          </a:prstGeom>
          <a:noFill/>
          <a:ln w="0">
            <a:noFill/>
          </a:ln>
        </p:spPr>
      </p:pic>
      <p:sp>
        <p:nvSpPr>
          <p:cNvPr id="3680" name=""/>
          <p:cNvSpPr/>
          <p:nvPr/>
        </p:nvSpPr>
        <p:spPr>
          <a:xfrm>
            <a:off x="533160" y="608616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81" name=""/>
          <p:cNvSpPr/>
          <p:nvPr/>
        </p:nvSpPr>
        <p:spPr>
          <a:xfrm>
            <a:off x="542880" y="2790720"/>
            <a:ext cx="952560" cy="381240"/>
          </a:xfrm>
          <a:custGeom>
            <a:avLst/>
            <a:gdLst/>
            <a:ahLst/>
            <a:rect l="0" t="0" r="r" b="b"/>
            <a:pathLst>
              <a:path w="2646" h="1059">
                <a:moveTo>
                  <a:pt x="20" y="20"/>
                </a:moveTo>
                <a:cubicBezTo>
                  <a:pt x="27" y="12"/>
                  <a:pt x="35" y="6"/>
                  <a:pt x="44" y="0"/>
                </a:cubicBezTo>
                <a:lnTo>
                  <a:pt x="2646" y="0"/>
                </a:lnTo>
                <a:lnTo>
                  <a:pt x="2646" y="1059"/>
                </a:lnTo>
                <a:lnTo>
                  <a:pt x="0" y="1059"/>
                </a:lnTo>
                <a:lnTo>
                  <a:pt x="0" y="44"/>
                </a:lnTo>
                <a:cubicBezTo>
                  <a:pt x="5" y="36"/>
                  <a:pt x="12" y="27"/>
                  <a:pt x="20" y="2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2" name=""/>
          <p:cNvSpPr/>
          <p:nvPr/>
        </p:nvSpPr>
        <p:spPr>
          <a:xfrm>
            <a:off x="1495080" y="279072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3" name=""/>
          <p:cNvSpPr/>
          <p:nvPr/>
        </p:nvSpPr>
        <p:spPr>
          <a:xfrm>
            <a:off x="2114280" y="279072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4" name=""/>
          <p:cNvSpPr/>
          <p:nvPr/>
        </p:nvSpPr>
        <p:spPr>
          <a:xfrm>
            <a:off x="2885760" y="279072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5" name=""/>
          <p:cNvSpPr/>
          <p:nvPr/>
        </p:nvSpPr>
        <p:spPr>
          <a:xfrm>
            <a:off x="3495600" y="279072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6" name=""/>
          <p:cNvSpPr/>
          <p:nvPr/>
        </p:nvSpPr>
        <p:spPr>
          <a:xfrm>
            <a:off x="4095720" y="2790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7" name=""/>
          <p:cNvSpPr/>
          <p:nvPr/>
        </p:nvSpPr>
        <p:spPr>
          <a:xfrm>
            <a:off x="4686120" y="2790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88" name=""/>
          <p:cNvSpPr/>
          <p:nvPr/>
        </p:nvSpPr>
        <p:spPr>
          <a:xfrm>
            <a:off x="542880" y="2790720"/>
            <a:ext cx="952560" cy="381240"/>
          </a:xfrm>
          <a:custGeom>
            <a:avLst/>
            <a:gdLst/>
            <a:ahLst/>
            <a:rect l="0" t="0" r="r" b="b"/>
            <a:pathLst>
              <a:path w="2646" h="1059">
                <a:moveTo>
                  <a:pt x="20" y="20"/>
                </a:moveTo>
                <a:cubicBezTo>
                  <a:pt x="27" y="12"/>
                  <a:pt x="35" y="6"/>
                  <a:pt x="44" y="0"/>
                </a:cubicBezTo>
                <a:lnTo>
                  <a:pt x="2646" y="0"/>
                </a:lnTo>
                <a:lnTo>
                  <a:pt x="2646" y="1059"/>
                </a:lnTo>
                <a:lnTo>
                  <a:pt x="0" y="1059"/>
                </a:lnTo>
                <a:lnTo>
                  <a:pt x="0" y="44"/>
                </a:lnTo>
                <a:cubicBezTo>
                  <a:pt x="5" y="36"/>
                  <a:pt x="12" y="27"/>
                  <a:pt x="20" y="2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89" name=""/>
          <p:cNvSpPr/>
          <p:nvPr/>
        </p:nvSpPr>
        <p:spPr>
          <a:xfrm>
            <a:off x="1495080" y="279072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0" name=""/>
          <p:cNvSpPr/>
          <p:nvPr/>
        </p:nvSpPr>
        <p:spPr>
          <a:xfrm>
            <a:off x="2114280" y="279072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1" name=""/>
          <p:cNvSpPr/>
          <p:nvPr/>
        </p:nvSpPr>
        <p:spPr>
          <a:xfrm>
            <a:off x="2885760" y="279072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2" name=""/>
          <p:cNvSpPr/>
          <p:nvPr/>
        </p:nvSpPr>
        <p:spPr>
          <a:xfrm>
            <a:off x="3495600" y="279072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3" name=""/>
          <p:cNvSpPr/>
          <p:nvPr/>
        </p:nvSpPr>
        <p:spPr>
          <a:xfrm>
            <a:off x="4095720" y="2790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4" name=""/>
          <p:cNvSpPr/>
          <p:nvPr/>
        </p:nvSpPr>
        <p:spPr>
          <a:xfrm>
            <a:off x="4686120" y="2790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695" name=""/>
          <p:cNvSpPr/>
          <p:nvPr/>
        </p:nvSpPr>
        <p:spPr>
          <a:xfrm>
            <a:off x="542880" y="317160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96" name=""/>
          <p:cNvSpPr/>
          <p:nvPr/>
        </p:nvSpPr>
        <p:spPr>
          <a:xfrm>
            <a:off x="1495080" y="317160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97" name=""/>
          <p:cNvSpPr/>
          <p:nvPr/>
        </p:nvSpPr>
        <p:spPr>
          <a:xfrm>
            <a:off x="2114280" y="317160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98" name=""/>
          <p:cNvSpPr/>
          <p:nvPr/>
        </p:nvSpPr>
        <p:spPr>
          <a:xfrm>
            <a:off x="2885760" y="317160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699" name=""/>
          <p:cNvSpPr/>
          <p:nvPr/>
        </p:nvSpPr>
        <p:spPr>
          <a:xfrm>
            <a:off x="3495600" y="317160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0" name=""/>
          <p:cNvSpPr/>
          <p:nvPr/>
        </p:nvSpPr>
        <p:spPr>
          <a:xfrm>
            <a:off x="4095720" y="3171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1" name=""/>
          <p:cNvSpPr/>
          <p:nvPr/>
        </p:nvSpPr>
        <p:spPr>
          <a:xfrm>
            <a:off x="4686120" y="3171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2" name=""/>
          <p:cNvSpPr/>
          <p:nvPr/>
        </p:nvSpPr>
        <p:spPr>
          <a:xfrm>
            <a:off x="542880" y="3552480"/>
            <a:ext cx="952560" cy="381600"/>
          </a:xfrm>
          <a:custGeom>
            <a:avLst/>
            <a:gdLst/>
            <a:ahLst/>
            <a:rect l="0" t="0" r="r" b="b"/>
            <a:pathLst>
              <a:path w="2646" h="1060">
                <a:moveTo>
                  <a:pt x="0" y="0"/>
                </a:moveTo>
                <a:lnTo>
                  <a:pt x="2646" y="0"/>
                </a:lnTo>
                <a:lnTo>
                  <a:pt x="2646"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3" name=""/>
          <p:cNvSpPr/>
          <p:nvPr/>
        </p:nvSpPr>
        <p:spPr>
          <a:xfrm>
            <a:off x="1495080" y="3552480"/>
            <a:ext cx="619560" cy="381600"/>
          </a:xfrm>
          <a:custGeom>
            <a:avLst/>
            <a:gdLst/>
            <a:ahLst/>
            <a:rect l="0" t="0" r="r" b="b"/>
            <a:pathLst>
              <a:path w="1721" h="1060">
                <a:moveTo>
                  <a:pt x="0" y="0"/>
                </a:moveTo>
                <a:lnTo>
                  <a:pt x="1721" y="0"/>
                </a:lnTo>
                <a:lnTo>
                  <a:pt x="1721"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4" name=""/>
          <p:cNvSpPr/>
          <p:nvPr/>
        </p:nvSpPr>
        <p:spPr>
          <a:xfrm>
            <a:off x="2114280" y="3552480"/>
            <a:ext cx="771840" cy="381600"/>
          </a:xfrm>
          <a:custGeom>
            <a:avLst/>
            <a:gdLst/>
            <a:ahLst/>
            <a:rect l="0" t="0" r="r" b="b"/>
            <a:pathLst>
              <a:path w="2144" h="1060">
                <a:moveTo>
                  <a:pt x="0" y="0"/>
                </a:moveTo>
                <a:lnTo>
                  <a:pt x="2144" y="0"/>
                </a:lnTo>
                <a:lnTo>
                  <a:pt x="2144"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5" name=""/>
          <p:cNvSpPr/>
          <p:nvPr/>
        </p:nvSpPr>
        <p:spPr>
          <a:xfrm>
            <a:off x="2885760" y="3552480"/>
            <a:ext cx="610200" cy="381600"/>
          </a:xfrm>
          <a:custGeom>
            <a:avLst/>
            <a:gdLst/>
            <a:ahLst/>
            <a:rect l="0" t="0" r="r" b="b"/>
            <a:pathLst>
              <a:path w="1695" h="1060">
                <a:moveTo>
                  <a:pt x="0" y="0"/>
                </a:moveTo>
                <a:lnTo>
                  <a:pt x="1695" y="0"/>
                </a:lnTo>
                <a:lnTo>
                  <a:pt x="1695"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6" name=""/>
          <p:cNvSpPr/>
          <p:nvPr/>
        </p:nvSpPr>
        <p:spPr>
          <a:xfrm>
            <a:off x="3495600" y="3552480"/>
            <a:ext cx="600480" cy="381600"/>
          </a:xfrm>
          <a:custGeom>
            <a:avLst/>
            <a:gdLst/>
            <a:ahLst/>
            <a:rect l="0" t="0" r="r" b="b"/>
            <a:pathLst>
              <a:path w="1668" h="1060">
                <a:moveTo>
                  <a:pt x="0" y="0"/>
                </a:moveTo>
                <a:lnTo>
                  <a:pt x="1668" y="0"/>
                </a:lnTo>
                <a:lnTo>
                  <a:pt x="1668"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7" name=""/>
          <p:cNvSpPr/>
          <p:nvPr/>
        </p:nvSpPr>
        <p:spPr>
          <a:xfrm>
            <a:off x="4095720" y="355248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8" name=""/>
          <p:cNvSpPr/>
          <p:nvPr/>
        </p:nvSpPr>
        <p:spPr>
          <a:xfrm>
            <a:off x="4686120" y="355248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09" name=""/>
          <p:cNvSpPr/>
          <p:nvPr/>
        </p:nvSpPr>
        <p:spPr>
          <a:xfrm>
            <a:off x="542880" y="3552480"/>
            <a:ext cx="952560" cy="381600"/>
          </a:xfrm>
          <a:custGeom>
            <a:avLst/>
            <a:gdLst/>
            <a:ahLst/>
            <a:rect l="0" t="0" r="r" b="b"/>
            <a:pathLst>
              <a:path w="2646" h="1060">
                <a:moveTo>
                  <a:pt x="0" y="0"/>
                </a:moveTo>
                <a:lnTo>
                  <a:pt x="2646" y="0"/>
                </a:lnTo>
                <a:lnTo>
                  <a:pt x="2646"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0" name=""/>
          <p:cNvSpPr/>
          <p:nvPr/>
        </p:nvSpPr>
        <p:spPr>
          <a:xfrm>
            <a:off x="1495080" y="3552480"/>
            <a:ext cx="619560" cy="381600"/>
          </a:xfrm>
          <a:custGeom>
            <a:avLst/>
            <a:gdLst/>
            <a:ahLst/>
            <a:rect l="0" t="0" r="r" b="b"/>
            <a:pathLst>
              <a:path w="1721" h="1060">
                <a:moveTo>
                  <a:pt x="0" y="0"/>
                </a:moveTo>
                <a:lnTo>
                  <a:pt x="1721" y="0"/>
                </a:lnTo>
                <a:lnTo>
                  <a:pt x="1721"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1" name=""/>
          <p:cNvSpPr/>
          <p:nvPr/>
        </p:nvSpPr>
        <p:spPr>
          <a:xfrm>
            <a:off x="2114280" y="3552480"/>
            <a:ext cx="771840" cy="381600"/>
          </a:xfrm>
          <a:custGeom>
            <a:avLst/>
            <a:gdLst/>
            <a:ahLst/>
            <a:rect l="0" t="0" r="r" b="b"/>
            <a:pathLst>
              <a:path w="2144" h="1060">
                <a:moveTo>
                  <a:pt x="0" y="0"/>
                </a:moveTo>
                <a:lnTo>
                  <a:pt x="2144" y="0"/>
                </a:lnTo>
                <a:lnTo>
                  <a:pt x="2144"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2" name=""/>
          <p:cNvSpPr/>
          <p:nvPr/>
        </p:nvSpPr>
        <p:spPr>
          <a:xfrm>
            <a:off x="2885760" y="3552480"/>
            <a:ext cx="610200" cy="381600"/>
          </a:xfrm>
          <a:custGeom>
            <a:avLst/>
            <a:gdLst/>
            <a:ahLst/>
            <a:rect l="0" t="0" r="r" b="b"/>
            <a:pathLst>
              <a:path w="1695" h="1060">
                <a:moveTo>
                  <a:pt x="0" y="0"/>
                </a:moveTo>
                <a:lnTo>
                  <a:pt x="1695" y="0"/>
                </a:lnTo>
                <a:lnTo>
                  <a:pt x="1695"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3" name=""/>
          <p:cNvSpPr/>
          <p:nvPr/>
        </p:nvSpPr>
        <p:spPr>
          <a:xfrm>
            <a:off x="3495600" y="3552480"/>
            <a:ext cx="600480" cy="381600"/>
          </a:xfrm>
          <a:custGeom>
            <a:avLst/>
            <a:gdLst/>
            <a:ahLst/>
            <a:rect l="0" t="0" r="r" b="b"/>
            <a:pathLst>
              <a:path w="1668" h="1060">
                <a:moveTo>
                  <a:pt x="0" y="0"/>
                </a:moveTo>
                <a:lnTo>
                  <a:pt x="1668" y="0"/>
                </a:lnTo>
                <a:lnTo>
                  <a:pt x="1668"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4" name=""/>
          <p:cNvSpPr/>
          <p:nvPr/>
        </p:nvSpPr>
        <p:spPr>
          <a:xfrm>
            <a:off x="4095720" y="355248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5" name=""/>
          <p:cNvSpPr/>
          <p:nvPr/>
        </p:nvSpPr>
        <p:spPr>
          <a:xfrm>
            <a:off x="4686120" y="355248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6" name=""/>
          <p:cNvSpPr/>
          <p:nvPr/>
        </p:nvSpPr>
        <p:spPr>
          <a:xfrm>
            <a:off x="542880" y="393372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7" name=""/>
          <p:cNvSpPr/>
          <p:nvPr/>
        </p:nvSpPr>
        <p:spPr>
          <a:xfrm>
            <a:off x="1495080" y="393372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8" name=""/>
          <p:cNvSpPr/>
          <p:nvPr/>
        </p:nvSpPr>
        <p:spPr>
          <a:xfrm>
            <a:off x="2114280" y="393372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19" name=""/>
          <p:cNvSpPr/>
          <p:nvPr/>
        </p:nvSpPr>
        <p:spPr>
          <a:xfrm>
            <a:off x="2885760" y="393372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0" name=""/>
          <p:cNvSpPr/>
          <p:nvPr/>
        </p:nvSpPr>
        <p:spPr>
          <a:xfrm>
            <a:off x="3495600" y="393372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1" name=""/>
          <p:cNvSpPr/>
          <p:nvPr/>
        </p:nvSpPr>
        <p:spPr>
          <a:xfrm>
            <a:off x="4095720" y="3933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2" name=""/>
          <p:cNvSpPr/>
          <p:nvPr/>
        </p:nvSpPr>
        <p:spPr>
          <a:xfrm>
            <a:off x="4686120" y="393372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3" name=""/>
          <p:cNvSpPr/>
          <p:nvPr/>
        </p:nvSpPr>
        <p:spPr>
          <a:xfrm>
            <a:off x="542880" y="431460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4" name=""/>
          <p:cNvSpPr/>
          <p:nvPr/>
        </p:nvSpPr>
        <p:spPr>
          <a:xfrm>
            <a:off x="1495080" y="431460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5" name=""/>
          <p:cNvSpPr/>
          <p:nvPr/>
        </p:nvSpPr>
        <p:spPr>
          <a:xfrm>
            <a:off x="2114280" y="431460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6" name=""/>
          <p:cNvSpPr/>
          <p:nvPr/>
        </p:nvSpPr>
        <p:spPr>
          <a:xfrm>
            <a:off x="2885760" y="431460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7" name=""/>
          <p:cNvSpPr/>
          <p:nvPr/>
        </p:nvSpPr>
        <p:spPr>
          <a:xfrm>
            <a:off x="3495600" y="431460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8" name=""/>
          <p:cNvSpPr/>
          <p:nvPr/>
        </p:nvSpPr>
        <p:spPr>
          <a:xfrm>
            <a:off x="4095720" y="4314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29" name=""/>
          <p:cNvSpPr/>
          <p:nvPr/>
        </p:nvSpPr>
        <p:spPr>
          <a:xfrm>
            <a:off x="4686120" y="4314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0" name=""/>
          <p:cNvSpPr/>
          <p:nvPr/>
        </p:nvSpPr>
        <p:spPr>
          <a:xfrm>
            <a:off x="542880" y="431460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1" name=""/>
          <p:cNvSpPr/>
          <p:nvPr/>
        </p:nvSpPr>
        <p:spPr>
          <a:xfrm>
            <a:off x="1495080" y="431460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2" name=""/>
          <p:cNvSpPr/>
          <p:nvPr/>
        </p:nvSpPr>
        <p:spPr>
          <a:xfrm>
            <a:off x="2114280" y="431460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3" name=""/>
          <p:cNvSpPr/>
          <p:nvPr/>
        </p:nvSpPr>
        <p:spPr>
          <a:xfrm>
            <a:off x="2885760" y="431460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4" name=""/>
          <p:cNvSpPr/>
          <p:nvPr/>
        </p:nvSpPr>
        <p:spPr>
          <a:xfrm>
            <a:off x="3495600" y="431460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5" name=""/>
          <p:cNvSpPr/>
          <p:nvPr/>
        </p:nvSpPr>
        <p:spPr>
          <a:xfrm>
            <a:off x="4095720" y="4314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6" name=""/>
          <p:cNvSpPr/>
          <p:nvPr/>
        </p:nvSpPr>
        <p:spPr>
          <a:xfrm>
            <a:off x="4686120" y="431460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7" name=""/>
          <p:cNvSpPr/>
          <p:nvPr/>
        </p:nvSpPr>
        <p:spPr>
          <a:xfrm>
            <a:off x="542880" y="4695480"/>
            <a:ext cx="952560" cy="381600"/>
          </a:xfrm>
          <a:custGeom>
            <a:avLst/>
            <a:gdLst/>
            <a:ahLst/>
            <a:rect l="0" t="0" r="r" b="b"/>
            <a:pathLst>
              <a:path w="2646" h="1060">
                <a:moveTo>
                  <a:pt x="132" y="1060"/>
                </a:moveTo>
                <a:cubicBezTo>
                  <a:pt x="111" y="1060"/>
                  <a:pt x="91" y="1056"/>
                  <a:pt x="71" y="1048"/>
                </a:cubicBezTo>
                <a:cubicBezTo>
                  <a:pt x="52" y="1040"/>
                  <a:pt x="35" y="1028"/>
                  <a:pt x="20" y="1013"/>
                </a:cubicBezTo>
                <a:cubicBezTo>
                  <a:pt x="12" y="1006"/>
                  <a:pt x="5" y="998"/>
                  <a:pt x="0" y="989"/>
                </a:cubicBezTo>
                <a:lnTo>
                  <a:pt x="0" y="0"/>
                </a:lnTo>
                <a:lnTo>
                  <a:pt x="2646" y="0"/>
                </a:lnTo>
                <a:lnTo>
                  <a:pt x="2646" y="1060"/>
                </a:lnTo>
                <a:lnTo>
                  <a:pt x="132"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8" name=""/>
          <p:cNvSpPr/>
          <p:nvPr/>
        </p:nvSpPr>
        <p:spPr>
          <a:xfrm>
            <a:off x="1495080" y="4695480"/>
            <a:ext cx="619560" cy="381600"/>
          </a:xfrm>
          <a:custGeom>
            <a:avLst/>
            <a:gdLst/>
            <a:ahLst/>
            <a:rect l="0" t="0" r="r" b="b"/>
            <a:pathLst>
              <a:path w="1721" h="1060">
                <a:moveTo>
                  <a:pt x="0" y="1060"/>
                </a:moveTo>
                <a:lnTo>
                  <a:pt x="0" y="0"/>
                </a:lnTo>
                <a:lnTo>
                  <a:pt x="1721" y="0"/>
                </a:lnTo>
                <a:lnTo>
                  <a:pt x="1721"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39" name=""/>
          <p:cNvSpPr/>
          <p:nvPr/>
        </p:nvSpPr>
        <p:spPr>
          <a:xfrm>
            <a:off x="2114280" y="4695480"/>
            <a:ext cx="771840" cy="381600"/>
          </a:xfrm>
          <a:custGeom>
            <a:avLst/>
            <a:gdLst/>
            <a:ahLst/>
            <a:rect l="0" t="0" r="r" b="b"/>
            <a:pathLst>
              <a:path w="2144" h="1060">
                <a:moveTo>
                  <a:pt x="0" y="1060"/>
                </a:moveTo>
                <a:lnTo>
                  <a:pt x="0" y="0"/>
                </a:lnTo>
                <a:lnTo>
                  <a:pt x="2144" y="0"/>
                </a:lnTo>
                <a:lnTo>
                  <a:pt x="2144"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0" name=""/>
          <p:cNvSpPr/>
          <p:nvPr/>
        </p:nvSpPr>
        <p:spPr>
          <a:xfrm>
            <a:off x="2885760" y="4695480"/>
            <a:ext cx="610200" cy="381600"/>
          </a:xfrm>
          <a:custGeom>
            <a:avLst/>
            <a:gdLst/>
            <a:ahLst/>
            <a:rect l="0" t="0" r="r" b="b"/>
            <a:pathLst>
              <a:path w="1695" h="1060">
                <a:moveTo>
                  <a:pt x="0" y="1060"/>
                </a:moveTo>
                <a:lnTo>
                  <a:pt x="0" y="0"/>
                </a:lnTo>
                <a:lnTo>
                  <a:pt x="1695" y="0"/>
                </a:lnTo>
                <a:lnTo>
                  <a:pt x="1695"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1" name=""/>
          <p:cNvSpPr/>
          <p:nvPr/>
        </p:nvSpPr>
        <p:spPr>
          <a:xfrm>
            <a:off x="3495600" y="4695480"/>
            <a:ext cx="600480" cy="381600"/>
          </a:xfrm>
          <a:custGeom>
            <a:avLst/>
            <a:gdLst/>
            <a:ahLst/>
            <a:rect l="0" t="0" r="r" b="b"/>
            <a:pathLst>
              <a:path w="1668" h="1060">
                <a:moveTo>
                  <a:pt x="0" y="1060"/>
                </a:moveTo>
                <a:lnTo>
                  <a:pt x="0" y="0"/>
                </a:lnTo>
                <a:lnTo>
                  <a:pt x="1668" y="0"/>
                </a:lnTo>
                <a:lnTo>
                  <a:pt x="1668"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2" name=""/>
          <p:cNvSpPr/>
          <p:nvPr/>
        </p:nvSpPr>
        <p:spPr>
          <a:xfrm>
            <a:off x="4095720" y="4695480"/>
            <a:ext cx="590760" cy="381600"/>
          </a:xfrm>
          <a:custGeom>
            <a:avLst/>
            <a:gdLst/>
            <a:ahLst/>
            <a:rect l="0" t="0" r="r" b="b"/>
            <a:pathLst>
              <a:path w="1641" h="1060">
                <a:moveTo>
                  <a:pt x="0" y="1060"/>
                </a:moveTo>
                <a:lnTo>
                  <a:pt x="0" y="0"/>
                </a:lnTo>
                <a:lnTo>
                  <a:pt x="1641" y="0"/>
                </a:lnTo>
                <a:lnTo>
                  <a:pt x="1641"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3" name=""/>
          <p:cNvSpPr/>
          <p:nvPr/>
        </p:nvSpPr>
        <p:spPr>
          <a:xfrm>
            <a:off x="4686120" y="4695480"/>
            <a:ext cx="590760" cy="381600"/>
          </a:xfrm>
          <a:custGeom>
            <a:avLst/>
            <a:gdLst/>
            <a:ahLst/>
            <a:rect l="0" t="0" r="r" b="b"/>
            <a:pathLst>
              <a:path w="1641" h="1060">
                <a:moveTo>
                  <a:pt x="0" y="1060"/>
                </a:moveTo>
                <a:lnTo>
                  <a:pt x="0" y="0"/>
                </a:lnTo>
                <a:lnTo>
                  <a:pt x="1641" y="0"/>
                </a:lnTo>
                <a:lnTo>
                  <a:pt x="1641" y="1060"/>
                </a:lnTo>
                <a:lnTo>
                  <a:pt x="0" y="106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4" name=""/>
          <p:cNvSpPr/>
          <p:nvPr/>
        </p:nvSpPr>
        <p:spPr>
          <a:xfrm>
            <a:off x="533160" y="2806560"/>
            <a:ext cx="10080" cy="365400"/>
          </a:xfrm>
          <a:custGeom>
            <a:avLst/>
            <a:gdLst/>
            <a:ahLst/>
            <a:rect l="0" t="0" r="r" b="b"/>
            <a:pathLst>
              <a:path w="28" h="1015">
                <a:moveTo>
                  <a:pt x="12" y="27"/>
                </a:moveTo>
                <a:cubicBezTo>
                  <a:pt x="17" y="18"/>
                  <a:pt x="22" y="9"/>
                  <a:pt x="28" y="0"/>
                </a:cubicBezTo>
                <a:lnTo>
                  <a:pt x="28" y="1015"/>
                </a:lnTo>
                <a:lnTo>
                  <a:pt x="0" y="1015"/>
                </a:lnTo>
                <a:lnTo>
                  <a:pt x="0" y="88"/>
                </a:lnTo>
                <a:cubicBezTo>
                  <a:pt x="0" y="67"/>
                  <a:pt x="4" y="47"/>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5" name=""/>
          <p:cNvSpPr/>
          <p:nvPr/>
        </p:nvSpPr>
        <p:spPr>
          <a:xfrm>
            <a:off x="558720" y="2781000"/>
            <a:ext cx="936720" cy="10080"/>
          </a:xfrm>
          <a:custGeom>
            <a:avLst/>
            <a:gdLst/>
            <a:ahLst/>
            <a:rect l="0" t="0" r="r" b="b"/>
            <a:pathLst>
              <a:path w="2602" h="28">
                <a:moveTo>
                  <a:pt x="27" y="13"/>
                </a:moveTo>
                <a:cubicBezTo>
                  <a:pt x="47" y="4"/>
                  <a:pt x="67" y="0"/>
                  <a:pt x="88" y="0"/>
                </a:cubicBezTo>
                <a:lnTo>
                  <a:pt x="2602" y="0"/>
                </a:lnTo>
                <a:lnTo>
                  <a:pt x="2602" y="28"/>
                </a:lnTo>
                <a:lnTo>
                  <a:pt x="0" y="28"/>
                </a:lnTo>
                <a:cubicBezTo>
                  <a:pt x="9" y="22"/>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6" name=""/>
          <p:cNvSpPr/>
          <p:nvPr/>
        </p:nvSpPr>
        <p:spPr>
          <a:xfrm>
            <a:off x="1485720" y="278100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7" name=""/>
          <p:cNvSpPr/>
          <p:nvPr/>
        </p:nvSpPr>
        <p:spPr>
          <a:xfrm>
            <a:off x="1495080" y="278100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8" name=""/>
          <p:cNvSpPr/>
          <p:nvPr/>
        </p:nvSpPr>
        <p:spPr>
          <a:xfrm>
            <a:off x="2114280" y="278100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49" name=""/>
          <p:cNvSpPr/>
          <p:nvPr/>
        </p:nvSpPr>
        <p:spPr>
          <a:xfrm>
            <a:off x="2124000" y="278100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0" name=""/>
          <p:cNvSpPr/>
          <p:nvPr/>
        </p:nvSpPr>
        <p:spPr>
          <a:xfrm>
            <a:off x="2885760" y="278100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1" name=""/>
          <p:cNvSpPr/>
          <p:nvPr/>
        </p:nvSpPr>
        <p:spPr>
          <a:xfrm>
            <a:off x="2895480" y="278100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2" name=""/>
          <p:cNvSpPr/>
          <p:nvPr/>
        </p:nvSpPr>
        <p:spPr>
          <a:xfrm>
            <a:off x="3485880" y="278100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3" name=""/>
          <p:cNvSpPr/>
          <p:nvPr/>
        </p:nvSpPr>
        <p:spPr>
          <a:xfrm>
            <a:off x="3495600" y="278100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4" name=""/>
          <p:cNvSpPr/>
          <p:nvPr/>
        </p:nvSpPr>
        <p:spPr>
          <a:xfrm>
            <a:off x="4086000" y="278100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5" name=""/>
          <p:cNvSpPr/>
          <p:nvPr/>
        </p:nvSpPr>
        <p:spPr>
          <a:xfrm>
            <a:off x="4095720" y="278100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6" name=""/>
          <p:cNvSpPr/>
          <p:nvPr/>
        </p:nvSpPr>
        <p:spPr>
          <a:xfrm>
            <a:off x="4676760" y="278100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7" name=""/>
          <p:cNvSpPr/>
          <p:nvPr/>
        </p:nvSpPr>
        <p:spPr>
          <a:xfrm>
            <a:off x="4686120" y="278100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8" name=""/>
          <p:cNvSpPr/>
          <p:nvPr/>
        </p:nvSpPr>
        <p:spPr>
          <a:xfrm>
            <a:off x="5267160" y="278100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59" name=""/>
          <p:cNvSpPr/>
          <p:nvPr/>
        </p:nvSpPr>
        <p:spPr>
          <a:xfrm>
            <a:off x="533160" y="316224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0" name=""/>
          <p:cNvSpPr/>
          <p:nvPr/>
        </p:nvSpPr>
        <p:spPr>
          <a:xfrm>
            <a:off x="1495080" y="316224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1" name=""/>
          <p:cNvSpPr/>
          <p:nvPr/>
        </p:nvSpPr>
        <p:spPr>
          <a:xfrm>
            <a:off x="2124000" y="316224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2" name=""/>
          <p:cNvSpPr/>
          <p:nvPr/>
        </p:nvSpPr>
        <p:spPr>
          <a:xfrm>
            <a:off x="2895480" y="316224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3" name=""/>
          <p:cNvSpPr/>
          <p:nvPr/>
        </p:nvSpPr>
        <p:spPr>
          <a:xfrm>
            <a:off x="3495600" y="316224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4" name=""/>
          <p:cNvSpPr/>
          <p:nvPr/>
        </p:nvSpPr>
        <p:spPr>
          <a:xfrm>
            <a:off x="4095720" y="316224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5" name=""/>
          <p:cNvSpPr/>
          <p:nvPr/>
        </p:nvSpPr>
        <p:spPr>
          <a:xfrm>
            <a:off x="4686120" y="316224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6" name=""/>
          <p:cNvSpPr/>
          <p:nvPr/>
        </p:nvSpPr>
        <p:spPr>
          <a:xfrm>
            <a:off x="533160" y="3171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7" name=""/>
          <p:cNvSpPr/>
          <p:nvPr/>
        </p:nvSpPr>
        <p:spPr>
          <a:xfrm>
            <a:off x="1485720" y="3171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8" name=""/>
          <p:cNvSpPr/>
          <p:nvPr/>
        </p:nvSpPr>
        <p:spPr>
          <a:xfrm>
            <a:off x="2114280" y="3171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69" name=""/>
          <p:cNvSpPr/>
          <p:nvPr/>
        </p:nvSpPr>
        <p:spPr>
          <a:xfrm>
            <a:off x="2885760" y="3171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0" name=""/>
          <p:cNvSpPr/>
          <p:nvPr/>
        </p:nvSpPr>
        <p:spPr>
          <a:xfrm>
            <a:off x="3485880" y="3171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1" name=""/>
          <p:cNvSpPr/>
          <p:nvPr/>
        </p:nvSpPr>
        <p:spPr>
          <a:xfrm>
            <a:off x="4086000" y="3171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2" name=""/>
          <p:cNvSpPr/>
          <p:nvPr/>
        </p:nvSpPr>
        <p:spPr>
          <a:xfrm>
            <a:off x="4676760" y="3171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3" name=""/>
          <p:cNvSpPr/>
          <p:nvPr/>
        </p:nvSpPr>
        <p:spPr>
          <a:xfrm>
            <a:off x="5267160" y="3171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4" name=""/>
          <p:cNvSpPr/>
          <p:nvPr/>
        </p:nvSpPr>
        <p:spPr>
          <a:xfrm>
            <a:off x="533160" y="35524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5" name=""/>
          <p:cNvSpPr/>
          <p:nvPr/>
        </p:nvSpPr>
        <p:spPr>
          <a:xfrm>
            <a:off x="533160" y="354312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6" name=""/>
          <p:cNvSpPr/>
          <p:nvPr/>
        </p:nvSpPr>
        <p:spPr>
          <a:xfrm>
            <a:off x="1485720" y="355248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7" name=""/>
          <p:cNvSpPr/>
          <p:nvPr/>
        </p:nvSpPr>
        <p:spPr>
          <a:xfrm>
            <a:off x="1495080" y="354312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8" name=""/>
          <p:cNvSpPr/>
          <p:nvPr/>
        </p:nvSpPr>
        <p:spPr>
          <a:xfrm>
            <a:off x="2114280" y="35524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79" name=""/>
          <p:cNvSpPr/>
          <p:nvPr/>
        </p:nvSpPr>
        <p:spPr>
          <a:xfrm>
            <a:off x="2124000" y="354312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0" name=""/>
          <p:cNvSpPr/>
          <p:nvPr/>
        </p:nvSpPr>
        <p:spPr>
          <a:xfrm>
            <a:off x="2885760" y="35524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1" name=""/>
          <p:cNvSpPr/>
          <p:nvPr/>
        </p:nvSpPr>
        <p:spPr>
          <a:xfrm>
            <a:off x="2895480" y="354312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2" name=""/>
          <p:cNvSpPr/>
          <p:nvPr/>
        </p:nvSpPr>
        <p:spPr>
          <a:xfrm>
            <a:off x="3485880" y="35524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3" name=""/>
          <p:cNvSpPr/>
          <p:nvPr/>
        </p:nvSpPr>
        <p:spPr>
          <a:xfrm>
            <a:off x="3495600" y="354312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4" name=""/>
          <p:cNvSpPr/>
          <p:nvPr/>
        </p:nvSpPr>
        <p:spPr>
          <a:xfrm>
            <a:off x="4086000" y="35524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5" name=""/>
          <p:cNvSpPr/>
          <p:nvPr/>
        </p:nvSpPr>
        <p:spPr>
          <a:xfrm>
            <a:off x="4095720" y="354312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6" name=""/>
          <p:cNvSpPr/>
          <p:nvPr/>
        </p:nvSpPr>
        <p:spPr>
          <a:xfrm>
            <a:off x="4676760" y="355248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7" name=""/>
          <p:cNvSpPr/>
          <p:nvPr/>
        </p:nvSpPr>
        <p:spPr>
          <a:xfrm>
            <a:off x="4686120" y="354312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8" name=""/>
          <p:cNvSpPr/>
          <p:nvPr/>
        </p:nvSpPr>
        <p:spPr>
          <a:xfrm>
            <a:off x="5267160" y="355248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89" name=""/>
          <p:cNvSpPr/>
          <p:nvPr/>
        </p:nvSpPr>
        <p:spPr>
          <a:xfrm>
            <a:off x="533160" y="393372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0" name=""/>
          <p:cNvSpPr/>
          <p:nvPr/>
        </p:nvSpPr>
        <p:spPr>
          <a:xfrm>
            <a:off x="533160" y="3924000"/>
            <a:ext cx="962280" cy="10080"/>
          </a:xfrm>
          <a:custGeom>
            <a:avLst/>
            <a:gdLst/>
            <a:ahLst/>
            <a:rect l="0" t="0" r="r" b="b"/>
            <a:pathLst>
              <a:path w="2673" h="28">
                <a:moveTo>
                  <a:pt x="0" y="0"/>
                </a:moveTo>
                <a:lnTo>
                  <a:pt x="2673" y="0"/>
                </a:lnTo>
                <a:lnTo>
                  <a:pt x="267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1" name=""/>
          <p:cNvSpPr/>
          <p:nvPr/>
        </p:nvSpPr>
        <p:spPr>
          <a:xfrm>
            <a:off x="1485720" y="393372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2" name=""/>
          <p:cNvSpPr/>
          <p:nvPr/>
        </p:nvSpPr>
        <p:spPr>
          <a:xfrm>
            <a:off x="1495080" y="392400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3" name=""/>
          <p:cNvSpPr/>
          <p:nvPr/>
        </p:nvSpPr>
        <p:spPr>
          <a:xfrm>
            <a:off x="2114280" y="393372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4" name=""/>
          <p:cNvSpPr/>
          <p:nvPr/>
        </p:nvSpPr>
        <p:spPr>
          <a:xfrm>
            <a:off x="2124000" y="392400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5" name=""/>
          <p:cNvSpPr/>
          <p:nvPr/>
        </p:nvSpPr>
        <p:spPr>
          <a:xfrm>
            <a:off x="2885760" y="393372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6" name=""/>
          <p:cNvSpPr/>
          <p:nvPr/>
        </p:nvSpPr>
        <p:spPr>
          <a:xfrm>
            <a:off x="2895480" y="392400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7" name=""/>
          <p:cNvSpPr/>
          <p:nvPr/>
        </p:nvSpPr>
        <p:spPr>
          <a:xfrm>
            <a:off x="3485880" y="393372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8" name=""/>
          <p:cNvSpPr/>
          <p:nvPr/>
        </p:nvSpPr>
        <p:spPr>
          <a:xfrm>
            <a:off x="3495600" y="392400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799" name=""/>
          <p:cNvSpPr/>
          <p:nvPr/>
        </p:nvSpPr>
        <p:spPr>
          <a:xfrm>
            <a:off x="4086000" y="393372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0" name=""/>
          <p:cNvSpPr/>
          <p:nvPr/>
        </p:nvSpPr>
        <p:spPr>
          <a:xfrm>
            <a:off x="4095720" y="392400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1" name=""/>
          <p:cNvSpPr/>
          <p:nvPr/>
        </p:nvSpPr>
        <p:spPr>
          <a:xfrm>
            <a:off x="4676760" y="393372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2" name=""/>
          <p:cNvSpPr/>
          <p:nvPr/>
        </p:nvSpPr>
        <p:spPr>
          <a:xfrm>
            <a:off x="4686120" y="392400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3" name=""/>
          <p:cNvSpPr/>
          <p:nvPr/>
        </p:nvSpPr>
        <p:spPr>
          <a:xfrm>
            <a:off x="5267160" y="393372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4" name=""/>
          <p:cNvSpPr/>
          <p:nvPr/>
        </p:nvSpPr>
        <p:spPr>
          <a:xfrm>
            <a:off x="533160" y="4314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5" name=""/>
          <p:cNvSpPr/>
          <p:nvPr/>
        </p:nvSpPr>
        <p:spPr>
          <a:xfrm>
            <a:off x="533160" y="430524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6" name=""/>
          <p:cNvSpPr/>
          <p:nvPr/>
        </p:nvSpPr>
        <p:spPr>
          <a:xfrm>
            <a:off x="1485720" y="4314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7" name=""/>
          <p:cNvSpPr/>
          <p:nvPr/>
        </p:nvSpPr>
        <p:spPr>
          <a:xfrm>
            <a:off x="1495080" y="430524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8" name=""/>
          <p:cNvSpPr/>
          <p:nvPr/>
        </p:nvSpPr>
        <p:spPr>
          <a:xfrm>
            <a:off x="2114280" y="4314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09" name=""/>
          <p:cNvSpPr/>
          <p:nvPr/>
        </p:nvSpPr>
        <p:spPr>
          <a:xfrm>
            <a:off x="2124000" y="430524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0" name=""/>
          <p:cNvSpPr/>
          <p:nvPr/>
        </p:nvSpPr>
        <p:spPr>
          <a:xfrm>
            <a:off x="2885760" y="4314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1" name=""/>
          <p:cNvSpPr/>
          <p:nvPr/>
        </p:nvSpPr>
        <p:spPr>
          <a:xfrm>
            <a:off x="2895480" y="430524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2" name=""/>
          <p:cNvSpPr/>
          <p:nvPr/>
        </p:nvSpPr>
        <p:spPr>
          <a:xfrm>
            <a:off x="3485880" y="4314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3" name=""/>
          <p:cNvSpPr/>
          <p:nvPr/>
        </p:nvSpPr>
        <p:spPr>
          <a:xfrm>
            <a:off x="3495600" y="430524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4" name=""/>
          <p:cNvSpPr/>
          <p:nvPr/>
        </p:nvSpPr>
        <p:spPr>
          <a:xfrm>
            <a:off x="4086000" y="43146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5" name=""/>
          <p:cNvSpPr/>
          <p:nvPr/>
        </p:nvSpPr>
        <p:spPr>
          <a:xfrm>
            <a:off x="4095720" y="430524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6" name=""/>
          <p:cNvSpPr/>
          <p:nvPr/>
        </p:nvSpPr>
        <p:spPr>
          <a:xfrm>
            <a:off x="4676760" y="4314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7" name=""/>
          <p:cNvSpPr/>
          <p:nvPr/>
        </p:nvSpPr>
        <p:spPr>
          <a:xfrm>
            <a:off x="4686120" y="430524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8" name=""/>
          <p:cNvSpPr/>
          <p:nvPr/>
        </p:nvSpPr>
        <p:spPr>
          <a:xfrm>
            <a:off x="5267160" y="43146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19" name=""/>
          <p:cNvSpPr/>
          <p:nvPr/>
        </p:nvSpPr>
        <p:spPr>
          <a:xfrm>
            <a:off x="533160" y="4695480"/>
            <a:ext cx="10080" cy="356040"/>
          </a:xfrm>
          <a:custGeom>
            <a:avLst/>
            <a:gdLst/>
            <a:ahLst/>
            <a:rect l="0" t="0" r="r" b="b"/>
            <a:pathLst>
              <a:path w="28" h="989">
                <a:moveTo>
                  <a:pt x="12" y="962"/>
                </a:moveTo>
                <a:cubicBezTo>
                  <a:pt x="4" y="942"/>
                  <a:pt x="0" y="922"/>
                  <a:pt x="0" y="901"/>
                </a:cubicBezTo>
                <a:lnTo>
                  <a:pt x="0" y="0"/>
                </a:lnTo>
                <a:lnTo>
                  <a:pt x="28" y="0"/>
                </a:lnTo>
                <a:lnTo>
                  <a:pt x="28" y="989"/>
                </a:lnTo>
                <a:cubicBezTo>
                  <a:pt x="22" y="980"/>
                  <a:pt x="17" y="971"/>
                  <a:pt x="12" y="962"/>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0" name=""/>
          <p:cNvSpPr/>
          <p:nvPr/>
        </p:nvSpPr>
        <p:spPr>
          <a:xfrm>
            <a:off x="533160" y="468612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1" name=""/>
          <p:cNvSpPr/>
          <p:nvPr/>
        </p:nvSpPr>
        <p:spPr>
          <a:xfrm>
            <a:off x="1485720" y="4695480"/>
            <a:ext cx="9720" cy="381600"/>
          </a:xfrm>
          <a:custGeom>
            <a:avLst/>
            <a:gdLst/>
            <a:ahLst/>
            <a:rect l="0" t="0" r="r" b="b"/>
            <a:pathLst>
              <a:path w="27" h="1060">
                <a:moveTo>
                  <a:pt x="0" y="1060"/>
                </a:moveTo>
                <a:lnTo>
                  <a:pt x="0" y="0"/>
                </a:lnTo>
                <a:lnTo>
                  <a:pt x="27" y="0"/>
                </a:lnTo>
                <a:lnTo>
                  <a:pt x="27"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2" name=""/>
          <p:cNvSpPr/>
          <p:nvPr/>
        </p:nvSpPr>
        <p:spPr>
          <a:xfrm>
            <a:off x="1495080" y="468612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3" name=""/>
          <p:cNvSpPr/>
          <p:nvPr/>
        </p:nvSpPr>
        <p:spPr>
          <a:xfrm>
            <a:off x="2114280" y="4695480"/>
            <a:ext cx="10080" cy="381600"/>
          </a:xfrm>
          <a:custGeom>
            <a:avLst/>
            <a:gdLst/>
            <a:ahLst/>
            <a:rect l="0" t="0" r="r" b="b"/>
            <a:pathLst>
              <a:path w="28" h="1060">
                <a:moveTo>
                  <a:pt x="0" y="1060"/>
                </a:moveTo>
                <a:lnTo>
                  <a:pt x="0" y="0"/>
                </a:lnTo>
                <a:lnTo>
                  <a:pt x="28" y="0"/>
                </a:lnTo>
                <a:lnTo>
                  <a:pt x="28"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4" name=""/>
          <p:cNvSpPr/>
          <p:nvPr/>
        </p:nvSpPr>
        <p:spPr>
          <a:xfrm>
            <a:off x="2124000" y="468612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5" name=""/>
          <p:cNvSpPr/>
          <p:nvPr/>
        </p:nvSpPr>
        <p:spPr>
          <a:xfrm>
            <a:off x="2885760" y="4695480"/>
            <a:ext cx="10080" cy="381600"/>
          </a:xfrm>
          <a:custGeom>
            <a:avLst/>
            <a:gdLst/>
            <a:ahLst/>
            <a:rect l="0" t="0" r="r" b="b"/>
            <a:pathLst>
              <a:path w="28" h="1060">
                <a:moveTo>
                  <a:pt x="0" y="1060"/>
                </a:moveTo>
                <a:lnTo>
                  <a:pt x="0" y="0"/>
                </a:lnTo>
                <a:lnTo>
                  <a:pt x="28" y="0"/>
                </a:lnTo>
                <a:lnTo>
                  <a:pt x="28"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6" name=""/>
          <p:cNvSpPr/>
          <p:nvPr/>
        </p:nvSpPr>
        <p:spPr>
          <a:xfrm>
            <a:off x="2895480" y="468612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7" name=""/>
          <p:cNvSpPr/>
          <p:nvPr/>
        </p:nvSpPr>
        <p:spPr>
          <a:xfrm>
            <a:off x="3485880" y="4695480"/>
            <a:ext cx="10080" cy="381600"/>
          </a:xfrm>
          <a:custGeom>
            <a:avLst/>
            <a:gdLst/>
            <a:ahLst/>
            <a:rect l="0" t="0" r="r" b="b"/>
            <a:pathLst>
              <a:path w="28" h="1060">
                <a:moveTo>
                  <a:pt x="0" y="1060"/>
                </a:moveTo>
                <a:lnTo>
                  <a:pt x="0" y="0"/>
                </a:lnTo>
                <a:lnTo>
                  <a:pt x="28" y="0"/>
                </a:lnTo>
                <a:lnTo>
                  <a:pt x="28"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8" name=""/>
          <p:cNvSpPr/>
          <p:nvPr/>
        </p:nvSpPr>
        <p:spPr>
          <a:xfrm>
            <a:off x="3495600" y="468612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29" name=""/>
          <p:cNvSpPr/>
          <p:nvPr/>
        </p:nvSpPr>
        <p:spPr>
          <a:xfrm>
            <a:off x="4086000" y="4695480"/>
            <a:ext cx="10080" cy="381600"/>
          </a:xfrm>
          <a:custGeom>
            <a:avLst/>
            <a:gdLst/>
            <a:ahLst/>
            <a:rect l="0" t="0" r="r" b="b"/>
            <a:pathLst>
              <a:path w="28" h="1060">
                <a:moveTo>
                  <a:pt x="0" y="1060"/>
                </a:moveTo>
                <a:lnTo>
                  <a:pt x="0" y="0"/>
                </a:lnTo>
                <a:lnTo>
                  <a:pt x="28" y="0"/>
                </a:lnTo>
                <a:lnTo>
                  <a:pt x="28"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0" name=""/>
          <p:cNvSpPr/>
          <p:nvPr/>
        </p:nvSpPr>
        <p:spPr>
          <a:xfrm>
            <a:off x="4095720" y="468612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1" name=""/>
          <p:cNvSpPr/>
          <p:nvPr/>
        </p:nvSpPr>
        <p:spPr>
          <a:xfrm>
            <a:off x="4676760" y="4695480"/>
            <a:ext cx="9720" cy="381600"/>
          </a:xfrm>
          <a:custGeom>
            <a:avLst/>
            <a:gdLst/>
            <a:ahLst/>
            <a:rect l="0" t="0" r="r" b="b"/>
            <a:pathLst>
              <a:path w="27" h="1060">
                <a:moveTo>
                  <a:pt x="0" y="1060"/>
                </a:moveTo>
                <a:lnTo>
                  <a:pt x="0" y="0"/>
                </a:lnTo>
                <a:lnTo>
                  <a:pt x="27" y="0"/>
                </a:lnTo>
                <a:lnTo>
                  <a:pt x="27"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2" name=""/>
          <p:cNvSpPr/>
          <p:nvPr/>
        </p:nvSpPr>
        <p:spPr>
          <a:xfrm>
            <a:off x="4686120" y="468612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3" name=""/>
          <p:cNvSpPr/>
          <p:nvPr/>
        </p:nvSpPr>
        <p:spPr>
          <a:xfrm>
            <a:off x="5267160" y="4695480"/>
            <a:ext cx="9720" cy="381600"/>
          </a:xfrm>
          <a:custGeom>
            <a:avLst/>
            <a:gdLst/>
            <a:ahLst/>
            <a:rect l="0" t="0" r="r" b="b"/>
            <a:pathLst>
              <a:path w="27" h="1060">
                <a:moveTo>
                  <a:pt x="0" y="1060"/>
                </a:moveTo>
                <a:lnTo>
                  <a:pt x="0" y="0"/>
                </a:lnTo>
                <a:lnTo>
                  <a:pt x="27" y="0"/>
                </a:lnTo>
                <a:lnTo>
                  <a:pt x="27" y="1060"/>
                </a:lnTo>
                <a:lnTo>
                  <a:pt x="0" y="106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4" name=""/>
          <p:cNvSpPr/>
          <p:nvPr/>
        </p:nvSpPr>
        <p:spPr>
          <a:xfrm>
            <a:off x="558720" y="5067000"/>
            <a:ext cx="936720" cy="10080"/>
          </a:xfrm>
          <a:custGeom>
            <a:avLst/>
            <a:gdLst/>
            <a:ahLst/>
            <a:rect l="0" t="0" r="r" b="b"/>
            <a:pathLst>
              <a:path w="2602" h="28">
                <a:moveTo>
                  <a:pt x="88" y="28"/>
                </a:moveTo>
                <a:cubicBezTo>
                  <a:pt x="67" y="28"/>
                  <a:pt x="47" y="24"/>
                  <a:pt x="27" y="16"/>
                </a:cubicBezTo>
                <a:cubicBezTo>
                  <a:pt x="18" y="12"/>
                  <a:pt x="9" y="7"/>
                  <a:pt x="0" y="0"/>
                </a:cubicBezTo>
                <a:lnTo>
                  <a:pt x="2602" y="0"/>
                </a:lnTo>
                <a:lnTo>
                  <a:pt x="2602" y="28"/>
                </a:lnTo>
                <a:lnTo>
                  <a:pt x="88"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5" name=""/>
          <p:cNvSpPr/>
          <p:nvPr/>
        </p:nvSpPr>
        <p:spPr>
          <a:xfrm>
            <a:off x="1495080" y="5067000"/>
            <a:ext cx="629280" cy="10080"/>
          </a:xfrm>
          <a:custGeom>
            <a:avLst/>
            <a:gdLst/>
            <a:ahLst/>
            <a:rect l="0" t="0" r="r" b="b"/>
            <a:pathLst>
              <a:path w="1748" h="28">
                <a:moveTo>
                  <a:pt x="0" y="28"/>
                </a:moveTo>
                <a:lnTo>
                  <a:pt x="0" y="0"/>
                </a:lnTo>
                <a:lnTo>
                  <a:pt x="1748" y="0"/>
                </a:lnTo>
                <a:lnTo>
                  <a:pt x="174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6" name=""/>
          <p:cNvSpPr/>
          <p:nvPr/>
        </p:nvSpPr>
        <p:spPr>
          <a:xfrm>
            <a:off x="2124000" y="5067000"/>
            <a:ext cx="771840" cy="10080"/>
          </a:xfrm>
          <a:custGeom>
            <a:avLst/>
            <a:gdLst/>
            <a:ahLst/>
            <a:rect l="0" t="0" r="r" b="b"/>
            <a:pathLst>
              <a:path w="2144" h="28">
                <a:moveTo>
                  <a:pt x="0" y="28"/>
                </a:moveTo>
                <a:lnTo>
                  <a:pt x="0" y="0"/>
                </a:lnTo>
                <a:lnTo>
                  <a:pt x="2144" y="0"/>
                </a:lnTo>
                <a:lnTo>
                  <a:pt x="2144"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7" name=""/>
          <p:cNvSpPr/>
          <p:nvPr/>
        </p:nvSpPr>
        <p:spPr>
          <a:xfrm>
            <a:off x="2895480" y="5067000"/>
            <a:ext cx="600480" cy="10080"/>
          </a:xfrm>
          <a:custGeom>
            <a:avLst/>
            <a:gdLst/>
            <a:ahLst/>
            <a:rect l="0" t="0" r="r" b="b"/>
            <a:pathLst>
              <a:path w="1668" h="28">
                <a:moveTo>
                  <a:pt x="0" y="28"/>
                </a:moveTo>
                <a:lnTo>
                  <a:pt x="0" y="0"/>
                </a:lnTo>
                <a:lnTo>
                  <a:pt x="1668" y="0"/>
                </a:lnTo>
                <a:lnTo>
                  <a:pt x="166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8" name=""/>
          <p:cNvSpPr/>
          <p:nvPr/>
        </p:nvSpPr>
        <p:spPr>
          <a:xfrm>
            <a:off x="3495600" y="5067000"/>
            <a:ext cx="600480" cy="10080"/>
          </a:xfrm>
          <a:custGeom>
            <a:avLst/>
            <a:gdLst/>
            <a:ahLst/>
            <a:rect l="0" t="0" r="r" b="b"/>
            <a:pathLst>
              <a:path w="1668" h="28">
                <a:moveTo>
                  <a:pt x="0" y="28"/>
                </a:moveTo>
                <a:lnTo>
                  <a:pt x="0" y="0"/>
                </a:lnTo>
                <a:lnTo>
                  <a:pt x="1668" y="0"/>
                </a:lnTo>
                <a:lnTo>
                  <a:pt x="166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39" name=""/>
          <p:cNvSpPr/>
          <p:nvPr/>
        </p:nvSpPr>
        <p:spPr>
          <a:xfrm>
            <a:off x="4095720" y="5067000"/>
            <a:ext cx="590760" cy="10080"/>
          </a:xfrm>
          <a:custGeom>
            <a:avLst/>
            <a:gdLst/>
            <a:ahLst/>
            <a:rect l="0" t="0" r="r" b="b"/>
            <a:pathLst>
              <a:path w="1641" h="28">
                <a:moveTo>
                  <a:pt x="0" y="28"/>
                </a:moveTo>
                <a:lnTo>
                  <a:pt x="0" y="0"/>
                </a:lnTo>
                <a:lnTo>
                  <a:pt x="1641" y="0"/>
                </a:lnTo>
                <a:lnTo>
                  <a:pt x="1641"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40" name=""/>
          <p:cNvSpPr/>
          <p:nvPr/>
        </p:nvSpPr>
        <p:spPr>
          <a:xfrm>
            <a:off x="4686120" y="5067000"/>
            <a:ext cx="590760" cy="10080"/>
          </a:xfrm>
          <a:custGeom>
            <a:avLst/>
            <a:gdLst/>
            <a:ahLst/>
            <a:rect l="0" t="0" r="r" b="b"/>
            <a:pathLst>
              <a:path w="1641" h="28">
                <a:moveTo>
                  <a:pt x="0" y="28"/>
                </a:moveTo>
                <a:lnTo>
                  <a:pt x="0" y="0"/>
                </a:lnTo>
                <a:lnTo>
                  <a:pt x="1641" y="0"/>
                </a:lnTo>
                <a:lnTo>
                  <a:pt x="1641"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3841" name=""/>
          <p:cNvSpPr txBox="1"/>
          <p:nvPr/>
        </p:nvSpPr>
        <p:spPr>
          <a:xfrm>
            <a:off x="533520" y="133272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農研機構メッシュ農業気象データシステム（</a:t>
            </a:r>
            <a:endParaRPr lang="en-US" sz="1500" b="0" u="none" strike="noStrike">
              <a:solidFill>
                <a:srgbClr val="000000"/>
              </a:solidFill>
              <a:effectLst/>
              <a:uFillTx/>
              <a:latin typeface="游明朝体"/>
            </a:endParaRPr>
          </a:p>
        </p:txBody>
      </p:sp>
      <p:sp>
        <p:nvSpPr>
          <p:cNvPr id="3842" name=""/>
          <p:cNvSpPr txBox="1"/>
          <p:nvPr/>
        </p:nvSpPr>
        <p:spPr>
          <a:xfrm>
            <a:off x="4322520" y="1323720"/>
            <a:ext cx="8157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3843" name=""/>
          <p:cNvSpPr txBox="1"/>
          <p:nvPr/>
        </p:nvSpPr>
        <p:spPr>
          <a:xfrm>
            <a:off x="5137560" y="133272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a:t>
            </a:r>
            <a:endParaRPr lang="en-US" sz="1500" b="0" u="none" strike="noStrike">
              <a:solidFill>
                <a:srgbClr val="000000"/>
              </a:solidFill>
              <a:effectLst/>
              <a:uFillTx/>
              <a:latin typeface="游明朝体"/>
            </a:endParaRPr>
          </a:p>
        </p:txBody>
      </p:sp>
      <p:sp>
        <p:nvSpPr>
          <p:cNvPr id="3844" name=""/>
          <p:cNvSpPr txBox="1"/>
          <p:nvPr/>
        </p:nvSpPr>
        <p:spPr>
          <a:xfrm>
            <a:off x="533520" y="1609200"/>
            <a:ext cx="3992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GSR</a:t>
            </a:r>
            <a:endParaRPr lang="en-US" sz="1500" b="0" u="none" strike="noStrike">
              <a:solidFill>
                <a:srgbClr val="000000"/>
              </a:solidFill>
              <a:effectLst/>
              <a:uFillTx/>
              <a:latin typeface="游明朝体"/>
            </a:endParaRPr>
          </a:p>
        </p:txBody>
      </p:sp>
      <p:sp>
        <p:nvSpPr>
          <p:cNvPr id="3845" name=""/>
          <p:cNvSpPr txBox="1"/>
          <p:nvPr/>
        </p:nvSpPr>
        <p:spPr>
          <a:xfrm>
            <a:off x="932040" y="161820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846" name=""/>
          <p:cNvSpPr txBox="1"/>
          <p:nvPr/>
        </p:nvSpPr>
        <p:spPr>
          <a:xfrm>
            <a:off x="1122480" y="1609200"/>
            <a:ext cx="462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GSR/</a:t>
            </a:r>
            <a:endParaRPr lang="en-US" sz="1500" b="0" u="none" strike="noStrike">
              <a:solidFill>
                <a:srgbClr val="000000"/>
              </a:solidFill>
              <a:effectLst/>
              <a:uFillTx/>
              <a:latin typeface="游明朝体"/>
            </a:endParaRPr>
          </a:p>
        </p:txBody>
      </p:sp>
      <p:sp>
        <p:nvSpPr>
          <p:cNvPr id="3847" name=""/>
          <p:cNvSpPr txBox="1"/>
          <p:nvPr/>
        </p:nvSpPr>
        <p:spPr>
          <a:xfrm>
            <a:off x="1584360" y="161820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平年⽐・</a:t>
            </a:r>
            <a:endParaRPr lang="en-US" sz="1500" b="0" u="none" strike="noStrike">
              <a:solidFill>
                <a:srgbClr val="000000"/>
              </a:solidFill>
              <a:effectLst/>
              <a:uFillTx/>
              <a:latin typeface="游明朝体"/>
            </a:endParaRPr>
          </a:p>
        </p:txBody>
      </p:sp>
      <p:sp>
        <p:nvSpPr>
          <p:cNvPr id="3848" name=""/>
          <p:cNvSpPr txBox="1"/>
          <p:nvPr/>
        </p:nvSpPr>
        <p:spPr>
          <a:xfrm>
            <a:off x="2346480" y="1609200"/>
            <a:ext cx="38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SSD</a:t>
            </a:r>
            <a:endParaRPr lang="en-US" sz="1500" b="0" u="none" strike="noStrike">
              <a:solidFill>
                <a:srgbClr val="000000"/>
              </a:solidFill>
              <a:effectLst/>
              <a:uFillTx/>
              <a:latin typeface="游明朝体"/>
            </a:endParaRPr>
          </a:p>
        </p:txBody>
      </p:sp>
      <p:sp>
        <p:nvSpPr>
          <p:cNvPr id="3849" name=""/>
          <p:cNvSpPr txBox="1"/>
          <p:nvPr/>
        </p:nvSpPr>
        <p:spPr>
          <a:xfrm>
            <a:off x="2727360" y="1618200"/>
            <a:ext cx="3239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を説明変数に、⾃宅の⽇別太陽光発電</a:t>
            </a:r>
            <a:endParaRPr lang="en-US" sz="1500" b="0" u="none" strike="noStrike">
              <a:solidFill>
                <a:srgbClr val="000000"/>
              </a:solidFill>
              <a:effectLst/>
              <a:uFillTx/>
              <a:latin typeface="游明朝体"/>
            </a:endParaRPr>
          </a:p>
        </p:txBody>
      </p:sp>
      <p:sp>
        <p:nvSpPr>
          <p:cNvPr id="3850" name=""/>
          <p:cNvSpPr txBox="1"/>
          <p:nvPr/>
        </p:nvSpPr>
        <p:spPr>
          <a:xfrm>
            <a:off x="533520" y="190404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量（</a:t>
            </a:r>
            <a:endParaRPr lang="en-US" sz="1500" b="0" u="none" strike="noStrike">
              <a:solidFill>
                <a:srgbClr val="000000"/>
              </a:solidFill>
              <a:effectLst/>
              <a:uFillTx/>
              <a:latin typeface="游明朝体"/>
            </a:endParaRPr>
          </a:p>
        </p:txBody>
      </p:sp>
      <p:sp>
        <p:nvSpPr>
          <p:cNvPr id="3851" name=""/>
          <p:cNvSpPr txBox="1"/>
          <p:nvPr/>
        </p:nvSpPr>
        <p:spPr>
          <a:xfrm>
            <a:off x="914400" y="1895040"/>
            <a:ext cx="3819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kWh</a:t>
            </a:r>
            <a:endParaRPr lang="en-US" sz="1500" b="0" u="none" strike="noStrike">
              <a:solidFill>
                <a:srgbClr val="000000"/>
              </a:solidFill>
              <a:effectLst/>
              <a:uFillTx/>
              <a:latin typeface="游明朝体"/>
            </a:endParaRPr>
          </a:p>
        </p:txBody>
      </p:sp>
      <p:sp>
        <p:nvSpPr>
          <p:cNvPr id="3852" name=""/>
          <p:cNvSpPr txBox="1"/>
          <p:nvPr/>
        </p:nvSpPr>
        <p:spPr>
          <a:xfrm>
            <a:off x="1295640" y="190404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）を</a:t>
            </a:r>
            <a:endParaRPr lang="en-US" sz="1500" b="0" u="none" strike="noStrike">
              <a:solidFill>
                <a:srgbClr val="000000"/>
              </a:solidFill>
              <a:effectLst/>
              <a:uFillTx/>
              <a:latin typeface="游明朝体"/>
            </a:endParaRPr>
          </a:p>
        </p:txBody>
      </p:sp>
      <p:sp>
        <p:nvSpPr>
          <p:cNvPr id="3853" name=""/>
          <p:cNvSpPr txBox="1"/>
          <p:nvPr/>
        </p:nvSpPr>
        <p:spPr>
          <a:xfrm>
            <a:off x="1676520" y="1895040"/>
            <a:ext cx="13168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Random Forest</a:t>
            </a:r>
            <a:endParaRPr lang="en-US" sz="1500" b="0" u="none" strike="noStrike">
              <a:solidFill>
                <a:srgbClr val="000000"/>
              </a:solidFill>
              <a:effectLst/>
              <a:uFillTx/>
              <a:latin typeface="游明朝体"/>
            </a:endParaRPr>
          </a:p>
        </p:txBody>
      </p:sp>
      <p:sp>
        <p:nvSpPr>
          <p:cNvPr id="3854" name=""/>
          <p:cNvSpPr txBox="1"/>
          <p:nvPr/>
        </p:nvSpPr>
        <p:spPr>
          <a:xfrm>
            <a:off x="2989440" y="190404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で予測。</a:t>
            </a:r>
            <a:endParaRPr lang="en-US" sz="1500" b="0" u="none" strike="noStrike">
              <a:solidFill>
                <a:srgbClr val="000000"/>
              </a:solidFill>
              <a:effectLst/>
              <a:uFillTx/>
              <a:latin typeface="游明朝体"/>
            </a:endParaRPr>
          </a:p>
        </p:txBody>
      </p:sp>
      <p:sp>
        <p:nvSpPr>
          <p:cNvPr id="3855" name=""/>
          <p:cNvSpPr txBox="1"/>
          <p:nvPr/>
        </p:nvSpPr>
        <p:spPr>
          <a:xfrm>
            <a:off x="533520" y="2391480"/>
            <a:ext cx="4183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6"/>
                <a:ea typeface="HiraginoSans-W6"/>
              </a:rPr>
              <a:t>直近</a:t>
            </a:r>
            <a:endParaRPr lang="en-US" sz="1650" b="0" u="none" strike="noStrike">
              <a:solidFill>
                <a:srgbClr val="000000"/>
              </a:solidFill>
              <a:effectLst/>
              <a:uFillTx/>
              <a:latin typeface="游明朝体"/>
            </a:endParaRPr>
          </a:p>
        </p:txBody>
      </p:sp>
      <p:sp>
        <p:nvSpPr>
          <p:cNvPr id="3856" name=""/>
          <p:cNvSpPr txBox="1"/>
          <p:nvPr/>
        </p:nvSpPr>
        <p:spPr>
          <a:xfrm>
            <a:off x="952560" y="2381760"/>
            <a:ext cx="209160" cy="250200"/>
          </a:xfrm>
          <a:prstGeom prst="rect">
            <a:avLst/>
          </a:prstGeom>
          <a:noFill/>
          <a:ln w="0">
            <a:noFill/>
          </a:ln>
        </p:spPr>
        <p:txBody>
          <a:bodyPr wrap="none" lIns="0" tIns="0" rIns="0" bIns="0" anchor="t">
            <a:spAutoFit/>
          </a:bodyPr>
          <a:p>
            <a:pPr/>
            <a:r>
              <a:rPr lang="en-US" sz="1650" b="1" u="none" strike="noStrike">
                <a:solidFill>
                  <a:srgbClr val="EB6834"/>
                </a:solidFill>
                <a:effectLst/>
                <a:uFillTx/>
                <a:latin typeface="HelveticaNeue"/>
                <a:ea typeface="HelveticaNeue"/>
              </a:rPr>
              <a:t>5</a:t>
            </a:r>
            <a:endParaRPr lang="en-US" sz="1650" b="0" u="none" strike="noStrike">
              <a:solidFill>
                <a:srgbClr val="000000"/>
              </a:solidFill>
              <a:effectLst/>
              <a:uFillTx/>
              <a:latin typeface="游明朝体"/>
            </a:endParaRPr>
          </a:p>
        </p:txBody>
      </p:sp>
      <p:sp>
        <p:nvSpPr>
          <p:cNvPr id="3857" name=""/>
          <p:cNvSpPr txBox="1"/>
          <p:nvPr/>
        </p:nvSpPr>
        <p:spPr>
          <a:xfrm>
            <a:off x="1068840" y="2391480"/>
            <a:ext cx="27151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6"/>
                <a:ea typeface="HiraginoSans-W6"/>
              </a:rPr>
              <a:t>⽇間の発電量予測（最終更新</a:t>
            </a:r>
            <a:endParaRPr lang="en-US" sz="1650" b="0" u="none" strike="noStrike">
              <a:solidFill>
                <a:srgbClr val="000000"/>
              </a:solidFill>
              <a:effectLst/>
              <a:uFillTx/>
              <a:latin typeface="游明朝体"/>
            </a:endParaRPr>
          </a:p>
        </p:txBody>
      </p:sp>
      <p:sp>
        <p:nvSpPr>
          <p:cNvPr id="3858" name=""/>
          <p:cNvSpPr txBox="1"/>
          <p:nvPr/>
        </p:nvSpPr>
        <p:spPr>
          <a:xfrm>
            <a:off x="3793320" y="2381760"/>
            <a:ext cx="1215360" cy="250200"/>
          </a:xfrm>
          <a:prstGeom prst="rect">
            <a:avLst/>
          </a:prstGeom>
          <a:noFill/>
          <a:ln w="0">
            <a:noFill/>
          </a:ln>
        </p:spPr>
        <p:txBody>
          <a:bodyPr wrap="none" lIns="0" tIns="0" rIns="0" bIns="0" anchor="t">
            <a:spAutoFit/>
          </a:bodyPr>
          <a:p>
            <a:pPr/>
            <a:r>
              <a:rPr lang="en-US" sz="1650" b="1" u="none" strike="noStrike">
                <a:solidFill>
                  <a:srgbClr val="EB6834"/>
                </a:solidFill>
                <a:effectLst/>
                <a:uFillTx/>
                <a:latin typeface="HelveticaNeue"/>
                <a:ea typeface="HelveticaNeue"/>
              </a:rPr>
              <a:t>: 2026-07-05</a:t>
            </a:r>
            <a:endParaRPr lang="en-US" sz="1650" b="0" u="none" strike="noStrike">
              <a:solidFill>
                <a:srgbClr val="000000"/>
              </a:solidFill>
              <a:effectLst/>
              <a:uFillTx/>
              <a:latin typeface="游明朝体"/>
            </a:endParaRPr>
          </a:p>
        </p:txBody>
      </p:sp>
      <p:sp>
        <p:nvSpPr>
          <p:cNvPr id="3859" name=""/>
          <p:cNvSpPr txBox="1"/>
          <p:nvPr/>
        </p:nvSpPr>
        <p:spPr>
          <a:xfrm>
            <a:off x="5012280" y="2391480"/>
            <a:ext cx="2095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6"/>
                <a:ea typeface="HiraginoSans-W6"/>
              </a:rPr>
              <a:t>）</a:t>
            </a:r>
            <a:endParaRPr lang="en-US" sz="1650" b="0" u="none" strike="noStrike">
              <a:solidFill>
                <a:srgbClr val="000000"/>
              </a:solidFill>
              <a:effectLst/>
              <a:uFillTx/>
              <a:latin typeface="游明朝体"/>
            </a:endParaRPr>
          </a:p>
        </p:txBody>
      </p:sp>
      <p:sp>
        <p:nvSpPr>
          <p:cNvPr id="3860" name=""/>
          <p:cNvSpPr txBox="1"/>
          <p:nvPr/>
        </p:nvSpPr>
        <p:spPr>
          <a:xfrm>
            <a:off x="666720" y="288324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⽇付</a:t>
            </a:r>
            <a:endParaRPr lang="en-US" sz="1350" b="0" u="none" strike="noStrike">
              <a:solidFill>
                <a:srgbClr val="000000"/>
              </a:solidFill>
              <a:effectLst/>
              <a:uFillTx/>
              <a:latin typeface="游明朝体"/>
            </a:endParaRPr>
          </a:p>
        </p:txBody>
      </p:sp>
      <p:sp>
        <p:nvSpPr>
          <p:cNvPr id="3861" name=""/>
          <p:cNvSpPr txBox="1"/>
          <p:nvPr/>
        </p:nvSpPr>
        <p:spPr>
          <a:xfrm>
            <a:off x="1622520" y="2875320"/>
            <a:ext cx="36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3862" name=""/>
          <p:cNvSpPr txBox="1"/>
          <p:nvPr/>
        </p:nvSpPr>
        <p:spPr>
          <a:xfrm>
            <a:off x="2244960" y="288324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平年⽐</a:t>
            </a:r>
            <a:endParaRPr lang="en-US" sz="1350" b="0" u="none" strike="noStrike">
              <a:solidFill>
                <a:srgbClr val="000000"/>
              </a:solidFill>
              <a:effectLst/>
              <a:uFillTx/>
              <a:latin typeface="游明朝体"/>
            </a:endParaRPr>
          </a:p>
        </p:txBody>
      </p:sp>
      <p:sp>
        <p:nvSpPr>
          <p:cNvPr id="3863" name=""/>
          <p:cNvSpPr txBox="1"/>
          <p:nvPr/>
        </p:nvSpPr>
        <p:spPr>
          <a:xfrm>
            <a:off x="3016440" y="287532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3864" name=""/>
          <p:cNvSpPr txBox="1"/>
          <p:nvPr/>
        </p:nvSpPr>
        <p:spPr>
          <a:xfrm>
            <a:off x="3623400" y="288324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天気</a:t>
            </a:r>
            <a:endParaRPr lang="en-US" sz="1350" b="0" u="none" strike="noStrike">
              <a:solidFill>
                <a:srgbClr val="000000"/>
              </a:solidFill>
              <a:effectLst/>
              <a:uFillTx/>
              <a:latin typeface="游明朝体"/>
            </a:endParaRPr>
          </a:p>
        </p:txBody>
      </p:sp>
      <p:sp>
        <p:nvSpPr>
          <p:cNvPr id="3865" name=""/>
          <p:cNvSpPr txBox="1"/>
          <p:nvPr/>
        </p:nvSpPr>
        <p:spPr>
          <a:xfrm>
            <a:off x="4223520" y="2875320"/>
            <a:ext cx="18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3866" name=""/>
          <p:cNvSpPr txBox="1"/>
          <p:nvPr/>
        </p:nvSpPr>
        <p:spPr>
          <a:xfrm>
            <a:off x="4814280" y="2875320"/>
            <a:ext cx="288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3867" name=""/>
          <p:cNvSpPr txBox="1"/>
          <p:nvPr/>
        </p:nvSpPr>
        <p:spPr>
          <a:xfrm>
            <a:off x="666720" y="3256200"/>
            <a:ext cx="4813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07/05(</a:t>
            </a:r>
            <a:endParaRPr lang="en-US" sz="1350" b="0" u="none" strike="noStrike">
              <a:solidFill>
                <a:srgbClr val="000000"/>
              </a:solidFill>
              <a:effectLst/>
              <a:uFillTx/>
              <a:latin typeface="游明朝体"/>
            </a:endParaRPr>
          </a:p>
        </p:txBody>
      </p:sp>
      <p:sp>
        <p:nvSpPr>
          <p:cNvPr id="3868" name=""/>
          <p:cNvSpPr txBox="1"/>
          <p:nvPr/>
        </p:nvSpPr>
        <p:spPr>
          <a:xfrm>
            <a:off x="1149480" y="326448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3869" name=""/>
          <p:cNvSpPr txBox="1"/>
          <p:nvPr/>
        </p:nvSpPr>
        <p:spPr>
          <a:xfrm>
            <a:off x="1320840" y="325620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870" name=""/>
          <p:cNvSpPr txBox="1"/>
          <p:nvPr/>
        </p:nvSpPr>
        <p:spPr>
          <a:xfrm>
            <a:off x="1622520" y="3256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30.4</a:t>
            </a:r>
            <a:endParaRPr lang="en-US" sz="1350" b="0" u="none" strike="noStrike">
              <a:solidFill>
                <a:srgbClr val="000000"/>
              </a:solidFill>
              <a:effectLst/>
              <a:uFillTx/>
              <a:latin typeface="游明朝体"/>
            </a:endParaRPr>
          </a:p>
        </p:txBody>
      </p:sp>
      <p:sp>
        <p:nvSpPr>
          <p:cNvPr id="3871" name=""/>
          <p:cNvSpPr txBox="1"/>
          <p:nvPr/>
        </p:nvSpPr>
        <p:spPr>
          <a:xfrm>
            <a:off x="2244960" y="3256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1.48</a:t>
            </a:r>
            <a:endParaRPr lang="en-US" sz="1350" b="0" u="none" strike="noStrike">
              <a:solidFill>
                <a:srgbClr val="000000"/>
              </a:solidFill>
              <a:effectLst/>
              <a:uFillTx/>
              <a:latin typeface="游明朝体"/>
            </a:endParaRPr>
          </a:p>
        </p:txBody>
      </p:sp>
      <p:sp>
        <p:nvSpPr>
          <p:cNvPr id="3872" name=""/>
          <p:cNvSpPr txBox="1"/>
          <p:nvPr/>
        </p:nvSpPr>
        <p:spPr>
          <a:xfrm>
            <a:off x="3016440" y="3256200"/>
            <a:ext cx="237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7.3</a:t>
            </a:r>
            <a:endParaRPr lang="en-US" sz="1350" b="0" u="none" strike="noStrike">
              <a:solidFill>
                <a:srgbClr val="000000"/>
              </a:solidFill>
              <a:effectLst/>
              <a:uFillTx/>
              <a:latin typeface="游明朝体"/>
            </a:endParaRPr>
          </a:p>
        </p:txBody>
      </p:sp>
      <p:sp>
        <p:nvSpPr>
          <p:cNvPr id="3873" name=""/>
          <p:cNvSpPr txBox="1"/>
          <p:nvPr/>
        </p:nvSpPr>
        <p:spPr>
          <a:xfrm>
            <a:off x="3623400" y="326448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3874" name=""/>
          <p:cNvSpPr txBox="1"/>
          <p:nvPr/>
        </p:nvSpPr>
        <p:spPr>
          <a:xfrm>
            <a:off x="4223520" y="3256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18.4</a:t>
            </a:r>
            <a:endParaRPr lang="en-US" sz="1350" b="0" u="none" strike="noStrike">
              <a:solidFill>
                <a:srgbClr val="000000"/>
              </a:solidFill>
              <a:effectLst/>
              <a:uFillTx/>
              <a:latin typeface="游明朝体"/>
            </a:endParaRPr>
          </a:p>
        </p:txBody>
      </p:sp>
      <p:sp>
        <p:nvSpPr>
          <p:cNvPr id="3875" name=""/>
          <p:cNvSpPr txBox="1"/>
          <p:nvPr/>
        </p:nvSpPr>
        <p:spPr>
          <a:xfrm>
            <a:off x="4814280" y="3256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19.3</a:t>
            </a:r>
            <a:endParaRPr lang="en-US" sz="1350" b="0" u="none" strike="noStrike">
              <a:solidFill>
                <a:srgbClr val="000000"/>
              </a:solidFill>
              <a:effectLst/>
              <a:uFillTx/>
              <a:latin typeface="游明朝体"/>
            </a:endParaRPr>
          </a:p>
        </p:txBody>
      </p:sp>
      <p:sp>
        <p:nvSpPr>
          <p:cNvPr id="3876" name=""/>
          <p:cNvSpPr txBox="1"/>
          <p:nvPr/>
        </p:nvSpPr>
        <p:spPr>
          <a:xfrm>
            <a:off x="666720" y="3637080"/>
            <a:ext cx="4813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07/06(</a:t>
            </a:r>
            <a:endParaRPr lang="en-US" sz="1350" b="0" u="none" strike="noStrike">
              <a:solidFill>
                <a:srgbClr val="000000"/>
              </a:solidFill>
              <a:effectLst/>
              <a:uFillTx/>
              <a:latin typeface="游明朝体"/>
            </a:endParaRPr>
          </a:p>
        </p:txBody>
      </p:sp>
      <p:sp>
        <p:nvSpPr>
          <p:cNvPr id="3877" name=""/>
          <p:cNvSpPr txBox="1"/>
          <p:nvPr/>
        </p:nvSpPr>
        <p:spPr>
          <a:xfrm>
            <a:off x="1149480" y="364536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3878" name=""/>
          <p:cNvSpPr txBox="1"/>
          <p:nvPr/>
        </p:nvSpPr>
        <p:spPr>
          <a:xfrm>
            <a:off x="1320840" y="363708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879" name=""/>
          <p:cNvSpPr txBox="1"/>
          <p:nvPr/>
        </p:nvSpPr>
        <p:spPr>
          <a:xfrm>
            <a:off x="1622520" y="3637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32.4</a:t>
            </a:r>
            <a:endParaRPr lang="en-US" sz="1350" b="0" u="none" strike="noStrike">
              <a:solidFill>
                <a:srgbClr val="000000"/>
              </a:solidFill>
              <a:effectLst/>
              <a:uFillTx/>
              <a:latin typeface="游明朝体"/>
            </a:endParaRPr>
          </a:p>
        </p:txBody>
      </p:sp>
      <p:sp>
        <p:nvSpPr>
          <p:cNvPr id="3880" name=""/>
          <p:cNvSpPr txBox="1"/>
          <p:nvPr/>
        </p:nvSpPr>
        <p:spPr>
          <a:xfrm>
            <a:off x="2244960" y="3637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1.59</a:t>
            </a:r>
            <a:endParaRPr lang="en-US" sz="1350" b="0" u="none" strike="noStrike">
              <a:solidFill>
                <a:srgbClr val="000000"/>
              </a:solidFill>
              <a:effectLst/>
              <a:uFillTx/>
              <a:latin typeface="游明朝体"/>
            </a:endParaRPr>
          </a:p>
        </p:txBody>
      </p:sp>
      <p:sp>
        <p:nvSpPr>
          <p:cNvPr id="3881" name=""/>
          <p:cNvSpPr txBox="1"/>
          <p:nvPr/>
        </p:nvSpPr>
        <p:spPr>
          <a:xfrm>
            <a:off x="3016440" y="3637080"/>
            <a:ext cx="237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7.3</a:t>
            </a:r>
            <a:endParaRPr lang="en-US" sz="1350" b="0" u="none" strike="noStrike">
              <a:solidFill>
                <a:srgbClr val="000000"/>
              </a:solidFill>
              <a:effectLst/>
              <a:uFillTx/>
              <a:latin typeface="游明朝体"/>
            </a:endParaRPr>
          </a:p>
        </p:txBody>
      </p:sp>
      <p:sp>
        <p:nvSpPr>
          <p:cNvPr id="3882" name=""/>
          <p:cNvSpPr txBox="1"/>
          <p:nvPr/>
        </p:nvSpPr>
        <p:spPr>
          <a:xfrm>
            <a:off x="3623400" y="364536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3883" name=""/>
          <p:cNvSpPr txBox="1"/>
          <p:nvPr/>
        </p:nvSpPr>
        <p:spPr>
          <a:xfrm>
            <a:off x="4223520" y="3637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18.5</a:t>
            </a:r>
            <a:endParaRPr lang="en-US" sz="1350" b="0" u="none" strike="noStrike">
              <a:solidFill>
                <a:srgbClr val="000000"/>
              </a:solidFill>
              <a:effectLst/>
              <a:uFillTx/>
              <a:latin typeface="游明朝体"/>
            </a:endParaRPr>
          </a:p>
        </p:txBody>
      </p:sp>
      <p:sp>
        <p:nvSpPr>
          <p:cNvPr id="3884" name=""/>
          <p:cNvSpPr txBox="1"/>
          <p:nvPr/>
        </p:nvSpPr>
        <p:spPr>
          <a:xfrm>
            <a:off x="4814280" y="3637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20.1</a:t>
            </a:r>
            <a:endParaRPr lang="en-US" sz="1350" b="0" u="none" strike="noStrike">
              <a:solidFill>
                <a:srgbClr val="000000"/>
              </a:solidFill>
              <a:effectLst/>
              <a:uFillTx/>
              <a:latin typeface="游明朝体"/>
            </a:endParaRPr>
          </a:p>
        </p:txBody>
      </p:sp>
      <p:sp>
        <p:nvSpPr>
          <p:cNvPr id="3885" name=""/>
          <p:cNvSpPr txBox="1"/>
          <p:nvPr/>
        </p:nvSpPr>
        <p:spPr>
          <a:xfrm>
            <a:off x="666720" y="4018320"/>
            <a:ext cx="4813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07/07(</a:t>
            </a:r>
            <a:endParaRPr lang="en-US" sz="1350" b="0" u="none" strike="noStrike">
              <a:solidFill>
                <a:srgbClr val="000000"/>
              </a:solidFill>
              <a:effectLst/>
              <a:uFillTx/>
              <a:latin typeface="游明朝体"/>
            </a:endParaRPr>
          </a:p>
        </p:txBody>
      </p:sp>
      <p:sp>
        <p:nvSpPr>
          <p:cNvPr id="3886" name=""/>
          <p:cNvSpPr txBox="1"/>
          <p:nvPr/>
        </p:nvSpPr>
        <p:spPr>
          <a:xfrm>
            <a:off x="1149480" y="402624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3887" name=""/>
          <p:cNvSpPr txBox="1"/>
          <p:nvPr/>
        </p:nvSpPr>
        <p:spPr>
          <a:xfrm>
            <a:off x="1320840" y="401832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888" name=""/>
          <p:cNvSpPr txBox="1"/>
          <p:nvPr/>
        </p:nvSpPr>
        <p:spPr>
          <a:xfrm>
            <a:off x="1622520" y="401832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24.1</a:t>
            </a:r>
            <a:endParaRPr lang="en-US" sz="1350" b="0" u="none" strike="noStrike">
              <a:solidFill>
                <a:srgbClr val="000000"/>
              </a:solidFill>
              <a:effectLst/>
              <a:uFillTx/>
              <a:latin typeface="游明朝体"/>
            </a:endParaRPr>
          </a:p>
        </p:txBody>
      </p:sp>
      <p:sp>
        <p:nvSpPr>
          <p:cNvPr id="3889" name=""/>
          <p:cNvSpPr txBox="1"/>
          <p:nvPr/>
        </p:nvSpPr>
        <p:spPr>
          <a:xfrm>
            <a:off x="2244960" y="401832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1.18</a:t>
            </a:r>
            <a:endParaRPr lang="en-US" sz="1350" b="0" u="none" strike="noStrike">
              <a:solidFill>
                <a:srgbClr val="000000"/>
              </a:solidFill>
              <a:effectLst/>
              <a:uFillTx/>
              <a:latin typeface="游明朝体"/>
            </a:endParaRPr>
          </a:p>
        </p:txBody>
      </p:sp>
      <p:sp>
        <p:nvSpPr>
          <p:cNvPr id="3890" name=""/>
          <p:cNvSpPr txBox="1"/>
          <p:nvPr/>
        </p:nvSpPr>
        <p:spPr>
          <a:xfrm>
            <a:off x="3016440" y="4018320"/>
            <a:ext cx="237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3891" name=""/>
          <p:cNvSpPr txBox="1"/>
          <p:nvPr/>
        </p:nvSpPr>
        <p:spPr>
          <a:xfrm>
            <a:off x="3623400" y="402624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3892" name=""/>
          <p:cNvSpPr txBox="1"/>
          <p:nvPr/>
        </p:nvSpPr>
        <p:spPr>
          <a:xfrm>
            <a:off x="4223520" y="401832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16.8</a:t>
            </a:r>
            <a:endParaRPr lang="en-US" sz="1350" b="0" u="none" strike="noStrike">
              <a:solidFill>
                <a:srgbClr val="000000"/>
              </a:solidFill>
              <a:effectLst/>
              <a:uFillTx/>
              <a:latin typeface="游明朝体"/>
            </a:endParaRPr>
          </a:p>
        </p:txBody>
      </p:sp>
      <p:sp>
        <p:nvSpPr>
          <p:cNvPr id="3893" name=""/>
          <p:cNvSpPr txBox="1"/>
          <p:nvPr/>
        </p:nvSpPr>
        <p:spPr>
          <a:xfrm>
            <a:off x="4814280" y="401832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18.2</a:t>
            </a:r>
            <a:endParaRPr lang="en-US" sz="1350" b="0" u="none" strike="noStrike">
              <a:solidFill>
                <a:srgbClr val="000000"/>
              </a:solidFill>
              <a:effectLst/>
              <a:uFillTx/>
              <a:latin typeface="游明朝体"/>
            </a:endParaRPr>
          </a:p>
        </p:txBody>
      </p:sp>
      <p:sp>
        <p:nvSpPr>
          <p:cNvPr id="3894" name=""/>
          <p:cNvSpPr txBox="1"/>
          <p:nvPr/>
        </p:nvSpPr>
        <p:spPr>
          <a:xfrm>
            <a:off x="666720" y="4399200"/>
            <a:ext cx="4813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07/08(</a:t>
            </a:r>
            <a:endParaRPr lang="en-US" sz="1350" b="0" u="none" strike="noStrike">
              <a:solidFill>
                <a:srgbClr val="000000"/>
              </a:solidFill>
              <a:effectLst/>
              <a:uFillTx/>
              <a:latin typeface="游明朝体"/>
            </a:endParaRPr>
          </a:p>
        </p:txBody>
      </p:sp>
      <p:sp>
        <p:nvSpPr>
          <p:cNvPr id="3895" name=""/>
          <p:cNvSpPr txBox="1"/>
          <p:nvPr/>
        </p:nvSpPr>
        <p:spPr>
          <a:xfrm>
            <a:off x="1149480" y="440748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3896" name=""/>
          <p:cNvSpPr txBox="1"/>
          <p:nvPr/>
        </p:nvSpPr>
        <p:spPr>
          <a:xfrm>
            <a:off x="1320840" y="439920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897" name=""/>
          <p:cNvSpPr txBox="1"/>
          <p:nvPr/>
        </p:nvSpPr>
        <p:spPr>
          <a:xfrm>
            <a:off x="1622520" y="4399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21.4</a:t>
            </a:r>
            <a:endParaRPr lang="en-US" sz="1350" b="0" u="none" strike="noStrike">
              <a:solidFill>
                <a:srgbClr val="000000"/>
              </a:solidFill>
              <a:effectLst/>
              <a:uFillTx/>
              <a:latin typeface="游明朝体"/>
            </a:endParaRPr>
          </a:p>
        </p:txBody>
      </p:sp>
      <p:sp>
        <p:nvSpPr>
          <p:cNvPr id="3898" name=""/>
          <p:cNvSpPr txBox="1"/>
          <p:nvPr/>
        </p:nvSpPr>
        <p:spPr>
          <a:xfrm>
            <a:off x="2244960" y="4399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1.05</a:t>
            </a:r>
            <a:endParaRPr lang="en-US" sz="1350" b="0" u="none" strike="noStrike">
              <a:solidFill>
                <a:srgbClr val="000000"/>
              </a:solidFill>
              <a:effectLst/>
              <a:uFillTx/>
              <a:latin typeface="游明朝体"/>
            </a:endParaRPr>
          </a:p>
        </p:txBody>
      </p:sp>
      <p:sp>
        <p:nvSpPr>
          <p:cNvPr id="3899" name=""/>
          <p:cNvSpPr txBox="1"/>
          <p:nvPr/>
        </p:nvSpPr>
        <p:spPr>
          <a:xfrm>
            <a:off x="3016440" y="4399200"/>
            <a:ext cx="237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3900" name=""/>
          <p:cNvSpPr txBox="1"/>
          <p:nvPr/>
        </p:nvSpPr>
        <p:spPr>
          <a:xfrm>
            <a:off x="3623400" y="440748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3901" name=""/>
          <p:cNvSpPr txBox="1"/>
          <p:nvPr/>
        </p:nvSpPr>
        <p:spPr>
          <a:xfrm>
            <a:off x="4223520" y="4399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16.4</a:t>
            </a:r>
            <a:endParaRPr lang="en-US" sz="1350" b="0" u="none" strike="noStrike">
              <a:solidFill>
                <a:srgbClr val="000000"/>
              </a:solidFill>
              <a:effectLst/>
              <a:uFillTx/>
              <a:latin typeface="游明朝体"/>
            </a:endParaRPr>
          </a:p>
        </p:txBody>
      </p:sp>
      <p:sp>
        <p:nvSpPr>
          <p:cNvPr id="3902" name=""/>
          <p:cNvSpPr txBox="1"/>
          <p:nvPr/>
        </p:nvSpPr>
        <p:spPr>
          <a:xfrm>
            <a:off x="4814280" y="43992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17.2</a:t>
            </a:r>
            <a:endParaRPr lang="en-US" sz="1350" b="0" u="none" strike="noStrike">
              <a:solidFill>
                <a:srgbClr val="000000"/>
              </a:solidFill>
              <a:effectLst/>
              <a:uFillTx/>
              <a:latin typeface="游明朝体"/>
            </a:endParaRPr>
          </a:p>
        </p:txBody>
      </p:sp>
      <p:sp>
        <p:nvSpPr>
          <p:cNvPr id="3903" name=""/>
          <p:cNvSpPr txBox="1"/>
          <p:nvPr/>
        </p:nvSpPr>
        <p:spPr>
          <a:xfrm>
            <a:off x="666720" y="4780080"/>
            <a:ext cx="4813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07/09(</a:t>
            </a:r>
            <a:endParaRPr lang="en-US" sz="1350" b="0" u="none" strike="noStrike">
              <a:solidFill>
                <a:srgbClr val="000000"/>
              </a:solidFill>
              <a:effectLst/>
              <a:uFillTx/>
              <a:latin typeface="游明朝体"/>
            </a:endParaRPr>
          </a:p>
        </p:txBody>
      </p:sp>
      <p:sp>
        <p:nvSpPr>
          <p:cNvPr id="3904" name=""/>
          <p:cNvSpPr txBox="1"/>
          <p:nvPr/>
        </p:nvSpPr>
        <p:spPr>
          <a:xfrm>
            <a:off x="1149480" y="478836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3905" name=""/>
          <p:cNvSpPr txBox="1"/>
          <p:nvPr/>
        </p:nvSpPr>
        <p:spPr>
          <a:xfrm>
            <a:off x="1320840" y="478008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3906" name=""/>
          <p:cNvSpPr txBox="1"/>
          <p:nvPr/>
        </p:nvSpPr>
        <p:spPr>
          <a:xfrm>
            <a:off x="1622520" y="4780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22.3</a:t>
            </a:r>
            <a:endParaRPr lang="en-US" sz="1350" b="0" u="none" strike="noStrike">
              <a:solidFill>
                <a:srgbClr val="000000"/>
              </a:solidFill>
              <a:effectLst/>
              <a:uFillTx/>
              <a:latin typeface="游明朝体"/>
            </a:endParaRPr>
          </a:p>
        </p:txBody>
      </p:sp>
      <p:sp>
        <p:nvSpPr>
          <p:cNvPr id="3907" name=""/>
          <p:cNvSpPr txBox="1"/>
          <p:nvPr/>
        </p:nvSpPr>
        <p:spPr>
          <a:xfrm>
            <a:off x="2244960" y="4780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1.10</a:t>
            </a:r>
            <a:endParaRPr lang="en-US" sz="1350" b="0" u="none" strike="noStrike">
              <a:solidFill>
                <a:srgbClr val="000000"/>
              </a:solidFill>
              <a:effectLst/>
              <a:uFillTx/>
              <a:latin typeface="游明朝体"/>
            </a:endParaRPr>
          </a:p>
        </p:txBody>
      </p:sp>
      <p:sp>
        <p:nvSpPr>
          <p:cNvPr id="3908" name=""/>
          <p:cNvSpPr txBox="1"/>
          <p:nvPr/>
        </p:nvSpPr>
        <p:spPr>
          <a:xfrm>
            <a:off x="3016440" y="4780080"/>
            <a:ext cx="237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3909" name=""/>
          <p:cNvSpPr txBox="1"/>
          <p:nvPr/>
        </p:nvSpPr>
        <p:spPr>
          <a:xfrm>
            <a:off x="3623400" y="478836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3910" name=""/>
          <p:cNvSpPr txBox="1"/>
          <p:nvPr/>
        </p:nvSpPr>
        <p:spPr>
          <a:xfrm>
            <a:off x="4223520" y="4780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16.8</a:t>
            </a:r>
            <a:endParaRPr lang="en-US" sz="1350" b="0" u="none" strike="noStrike">
              <a:solidFill>
                <a:srgbClr val="000000"/>
              </a:solidFill>
              <a:effectLst/>
              <a:uFillTx/>
              <a:latin typeface="游明朝体"/>
            </a:endParaRPr>
          </a:p>
        </p:txBody>
      </p:sp>
      <p:sp>
        <p:nvSpPr>
          <p:cNvPr id="3911" name=""/>
          <p:cNvSpPr txBox="1"/>
          <p:nvPr/>
        </p:nvSpPr>
        <p:spPr>
          <a:xfrm>
            <a:off x="4814280" y="478008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18.1</a:t>
            </a:r>
            <a:endParaRPr lang="en-US" sz="1350" b="0" u="none" strike="noStrike">
              <a:solidFill>
                <a:srgbClr val="000000"/>
              </a:solidFill>
              <a:effectLst/>
              <a:uFillTx/>
              <a:latin typeface="游明朝体"/>
            </a:endParaRPr>
          </a:p>
        </p:txBody>
      </p:sp>
      <p:sp>
        <p:nvSpPr>
          <p:cNvPr id="3912" name=""/>
          <p:cNvSpPr txBox="1"/>
          <p:nvPr/>
        </p:nvSpPr>
        <p:spPr>
          <a:xfrm>
            <a:off x="533520" y="524736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単位</a:t>
            </a:r>
            <a:endParaRPr lang="en-US" sz="1500" b="0" u="none" strike="noStrike">
              <a:solidFill>
                <a:srgbClr val="000000"/>
              </a:solidFill>
              <a:effectLst/>
              <a:uFillTx/>
              <a:latin typeface="游明朝体"/>
            </a:endParaRPr>
          </a:p>
        </p:txBody>
      </p:sp>
      <p:sp>
        <p:nvSpPr>
          <p:cNvPr id="3913" name=""/>
          <p:cNvSpPr txBox="1"/>
          <p:nvPr/>
        </p:nvSpPr>
        <p:spPr>
          <a:xfrm>
            <a:off x="914400" y="5238360"/>
            <a:ext cx="11581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GSR(MJ/m²)</a:t>
            </a:r>
            <a:endParaRPr lang="en-US" sz="1500" b="0" u="none" strike="noStrike">
              <a:solidFill>
                <a:srgbClr val="000000"/>
              </a:solidFill>
              <a:effectLst/>
              <a:uFillTx/>
              <a:latin typeface="游明朝体"/>
            </a:endParaRPr>
          </a:p>
        </p:txBody>
      </p:sp>
      <p:sp>
        <p:nvSpPr>
          <p:cNvPr id="3914" name=""/>
          <p:cNvSpPr txBox="1"/>
          <p:nvPr/>
        </p:nvSpPr>
        <p:spPr>
          <a:xfrm>
            <a:off x="2071800" y="52473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915" name=""/>
          <p:cNvSpPr txBox="1"/>
          <p:nvPr/>
        </p:nvSpPr>
        <p:spPr>
          <a:xfrm>
            <a:off x="2262240" y="5238360"/>
            <a:ext cx="5864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SSD(h)</a:t>
            </a:r>
            <a:endParaRPr lang="en-US" sz="1500" b="0" u="none" strike="noStrike">
              <a:solidFill>
                <a:srgbClr val="000000"/>
              </a:solidFill>
              <a:effectLst/>
              <a:uFillTx/>
              <a:latin typeface="游明朝体"/>
            </a:endParaRPr>
          </a:p>
        </p:txBody>
      </p:sp>
      <p:sp>
        <p:nvSpPr>
          <p:cNvPr id="3916" name=""/>
          <p:cNvSpPr txBox="1"/>
          <p:nvPr/>
        </p:nvSpPr>
        <p:spPr>
          <a:xfrm>
            <a:off x="2847960" y="52473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917" name=""/>
          <p:cNvSpPr txBox="1"/>
          <p:nvPr/>
        </p:nvSpPr>
        <p:spPr>
          <a:xfrm>
            <a:off x="3038400" y="5238360"/>
            <a:ext cx="10594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v3/v3b(kWh)</a:t>
            </a:r>
            <a:endParaRPr lang="en-US" sz="1500" b="0" u="none" strike="noStrike">
              <a:solidFill>
                <a:srgbClr val="000000"/>
              </a:solidFill>
              <a:effectLst/>
              <a:uFillTx/>
              <a:latin typeface="游明朝体"/>
            </a:endParaRPr>
          </a:p>
        </p:txBody>
      </p:sp>
      <p:sp>
        <p:nvSpPr>
          <p:cNvPr id="3918" name=""/>
          <p:cNvSpPr txBox="1"/>
          <p:nvPr/>
        </p:nvSpPr>
        <p:spPr>
          <a:xfrm>
            <a:off x="4096800" y="5247360"/>
            <a:ext cx="762840" cy="19116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iraginoSans-W3"/>
                <a:ea typeface="HiraginoSans-W3"/>
              </a:rPr>
              <a:t> モデル</a:t>
            </a:r>
            <a:endParaRPr lang="en-US" sz="1500" b="0" u="none" strike="noStrike">
              <a:solidFill>
                <a:srgbClr val="000000"/>
              </a:solidFill>
              <a:effectLst/>
              <a:uFillTx/>
              <a:latin typeface="游明朝体"/>
            </a:endParaRPr>
          </a:p>
        </p:txBody>
      </p:sp>
      <p:sp>
        <p:nvSpPr>
          <p:cNvPr id="3919" name=""/>
          <p:cNvSpPr txBox="1"/>
          <p:nvPr/>
        </p:nvSpPr>
        <p:spPr>
          <a:xfrm>
            <a:off x="4847400" y="5238360"/>
            <a:ext cx="8301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Random</a:t>
            </a:r>
            <a:endParaRPr lang="en-US" sz="1500" b="0" u="none" strike="noStrike">
              <a:solidFill>
                <a:srgbClr val="000000"/>
              </a:solidFill>
              <a:effectLst/>
              <a:uFillTx/>
              <a:latin typeface="游明朝体"/>
            </a:endParaRPr>
          </a:p>
        </p:txBody>
      </p:sp>
      <p:sp>
        <p:nvSpPr>
          <p:cNvPr id="3920" name=""/>
          <p:cNvSpPr txBox="1"/>
          <p:nvPr/>
        </p:nvSpPr>
        <p:spPr>
          <a:xfrm>
            <a:off x="533520" y="5524200"/>
            <a:ext cx="794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Forest v3</a:t>
            </a:r>
            <a:endParaRPr lang="en-US" sz="1500" b="0" u="none" strike="noStrike">
              <a:solidFill>
                <a:srgbClr val="000000"/>
              </a:solidFill>
              <a:effectLst/>
              <a:uFillTx/>
              <a:latin typeface="游明朝体"/>
            </a:endParaRPr>
          </a:p>
        </p:txBody>
      </p:sp>
      <p:sp>
        <p:nvSpPr>
          <p:cNvPr id="3921" name=""/>
          <p:cNvSpPr txBox="1"/>
          <p:nvPr/>
        </p:nvSpPr>
        <p:spPr>
          <a:xfrm>
            <a:off x="1323720" y="553320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3922" name=""/>
          <p:cNvSpPr txBox="1"/>
          <p:nvPr/>
        </p:nvSpPr>
        <p:spPr>
          <a:xfrm>
            <a:off x="1514160" y="5524200"/>
            <a:ext cx="16959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CV MAE=2.09 kWh/</a:t>
            </a:r>
            <a:endParaRPr lang="en-US" sz="1500" b="0" u="none" strike="noStrike">
              <a:solidFill>
                <a:srgbClr val="000000"/>
              </a:solidFill>
              <a:effectLst/>
              <a:uFillTx/>
              <a:latin typeface="游明朝体"/>
            </a:endParaRPr>
          </a:p>
        </p:txBody>
      </p:sp>
      <p:sp>
        <p:nvSpPr>
          <p:cNvPr id="3923" name=""/>
          <p:cNvSpPr txBox="1"/>
          <p:nvPr/>
        </p:nvSpPr>
        <p:spPr>
          <a:xfrm>
            <a:off x="3209400" y="55332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pic>
        <p:nvPicPr>
          <p:cNvPr id="3924" name=""/>
          <p:cNvPicPr/>
          <p:nvPr/>
        </p:nvPicPr>
        <p:blipFill>
          <a:blip r:embed="rId3"/>
          <a:stretch/>
        </p:blipFill>
        <p:spPr>
          <a:xfrm>
            <a:off x="6210360" y="1733400"/>
            <a:ext cx="5447880" cy="3362040"/>
          </a:xfrm>
          <a:prstGeom prst="rect">
            <a:avLst/>
          </a:prstGeom>
          <a:noFill/>
          <a:ln w="0">
            <a:noFill/>
          </a:ln>
        </p:spPr>
      </p:pic>
      <p:sp>
        <p:nvSpPr>
          <p:cNvPr id="3925" name=""/>
          <p:cNvSpPr txBox="1"/>
          <p:nvPr/>
        </p:nvSpPr>
        <p:spPr>
          <a:xfrm>
            <a:off x="8096400" y="1366920"/>
            <a:ext cx="167724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5"/>
                <a:ea typeface="HiraginoSans-W5"/>
              </a:rPr>
              <a:t>太陽光発電量予測の検証</a:t>
            </a:r>
            <a:endParaRPr lang="en-US" sz="1200" b="0" u="none" strike="noStrike">
              <a:solidFill>
                <a:srgbClr val="000000"/>
              </a:solidFill>
              <a:effectLst/>
              <a:uFillTx/>
              <a:latin typeface="游明朝体"/>
            </a:endParaRPr>
          </a:p>
        </p:txBody>
      </p:sp>
      <p:sp>
        <p:nvSpPr>
          <p:cNvPr id="3926" name=""/>
          <p:cNvSpPr txBox="1"/>
          <p:nvPr/>
        </p:nvSpPr>
        <p:spPr>
          <a:xfrm>
            <a:off x="723960" y="6217920"/>
            <a:ext cx="52599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精度評価は継続中。⽇次での予測・検証サイクルを運⽤している</a:t>
            </a:r>
            <a:endParaRPr lang="en-US" sz="1430" b="0" u="none" strike="noStrike">
              <a:solidFill>
                <a:srgbClr val="000000"/>
              </a:solidFill>
              <a:effectLst/>
              <a:uFillTx/>
              <a:latin typeface="游明朝体"/>
            </a:endParaRPr>
          </a:p>
        </p:txBody>
      </p:sp>
      <p:sp>
        <p:nvSpPr>
          <p:cNvPr id="3927" name=""/>
          <p:cNvSpPr txBox="1"/>
          <p:nvPr/>
        </p:nvSpPr>
        <p:spPr>
          <a:xfrm>
            <a:off x="533520" y="476280"/>
            <a:ext cx="286128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ml_forecast — </a:t>
            </a:r>
            <a:endParaRPr lang="en-US" sz="3150" b="0" u="none" strike="noStrike">
              <a:solidFill>
                <a:srgbClr val="000000"/>
              </a:solidFill>
              <a:effectLst/>
              <a:uFillTx/>
              <a:latin typeface="游明朝体"/>
            </a:endParaRPr>
          </a:p>
        </p:txBody>
      </p:sp>
      <p:sp>
        <p:nvSpPr>
          <p:cNvPr id="3928" name=""/>
          <p:cNvSpPr txBox="1"/>
          <p:nvPr/>
        </p:nvSpPr>
        <p:spPr>
          <a:xfrm>
            <a:off x="3392280" y="495360"/>
            <a:ext cx="31950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⾃宅太陽光発電量</a:t>
            </a:r>
            <a:endParaRPr lang="en-US" sz="3150" b="0" u="none" strike="noStrike">
              <a:solidFill>
                <a:srgbClr val="000000"/>
              </a:solidFill>
              <a:effectLst/>
              <a:uFillTx/>
              <a:latin typeface="游明朝体"/>
            </a:endParaRPr>
          </a:p>
        </p:txBody>
      </p:sp>
      <p:sp>
        <p:nvSpPr>
          <p:cNvPr id="3929" name=""/>
          <p:cNvSpPr txBox="1"/>
          <p:nvPr/>
        </p:nvSpPr>
        <p:spPr>
          <a:xfrm>
            <a:off x="6592680" y="476280"/>
            <a:ext cx="39960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 </a:t>
            </a:r>
            <a:endParaRPr lang="en-US" sz="3150" b="0" u="none" strike="noStrike">
              <a:solidFill>
                <a:srgbClr val="000000"/>
              </a:solidFill>
              <a:effectLst/>
              <a:uFillTx/>
              <a:latin typeface="游明朝体"/>
            </a:endParaRPr>
          </a:p>
        </p:txBody>
      </p:sp>
      <p:sp>
        <p:nvSpPr>
          <p:cNvPr id="3930"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1"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2"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3"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4"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5"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6"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7"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8"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39"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0"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1"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2"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3"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4"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5"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6"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7"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8"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49"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0"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1"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2"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3"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4"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5"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6"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7"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8"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59"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0"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1"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2"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3"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4"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5"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6"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7"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8"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69"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0"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1"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2"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3"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4"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5"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6"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7"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8"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79"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0"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1"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2"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3"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4"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5"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6"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7"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8"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89"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0"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1"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2"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3"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4"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5"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6"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7"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8"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999"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0"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1"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2"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3"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4"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5"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6"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7"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8"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09"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0"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1"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2"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3"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4"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5"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6"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7"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8"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19"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0"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1"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2"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3"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4"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5"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6"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7"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8"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29"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0"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1"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2"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3"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4"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5"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6"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7"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8"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39"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0"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1"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2"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3"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4"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5"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6"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7"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8"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49"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0"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1"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2"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3"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4"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5"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6"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7"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8"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59"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0"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1"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2"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3"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4"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5"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6"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7"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8"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69"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0"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1"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2"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3"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4"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5"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6"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7"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8"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79"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0"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1"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2"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3"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4"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5"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6"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7"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8"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89"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0"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1"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2"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3"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4"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5"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6"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7"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8"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099"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0"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1"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2"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3"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4"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5"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6"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7"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8"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09"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0"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1"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2"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3"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4"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5"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6"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7"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8"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19"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20"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21"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22" name=""/>
          <p:cNvSpPr txBox="1"/>
          <p:nvPr/>
        </p:nvSpPr>
        <p:spPr>
          <a:xfrm>
            <a:off x="6703920" y="495360"/>
            <a:ext cx="239652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機械学習予測</a:t>
            </a:r>
            <a:endParaRPr lang="en-US" sz="3150" b="0" u="none" strike="noStrike">
              <a:solidFill>
                <a:srgbClr val="000000"/>
              </a:solidFill>
              <a:effectLst/>
              <a:uFillTx/>
              <a:latin typeface="游明朝体"/>
            </a:endParaRPr>
          </a:p>
        </p:txBody>
      </p:sp>
      <p:sp>
        <p:nvSpPr>
          <p:cNvPr id="4123"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16</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2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2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27" name=""/>
          <p:cNvSpPr/>
          <p:nvPr/>
        </p:nvSpPr>
        <p:spPr>
          <a:xfrm>
            <a:off x="618840" y="1800000"/>
            <a:ext cx="57600" cy="57600"/>
          </a:xfrm>
          <a:custGeom>
            <a:avLst/>
            <a:gdLst/>
            <a:ahLst/>
            <a:rect l="0" t="0" r="r" b="b"/>
            <a:pathLst>
              <a:path w="160" h="160">
                <a:moveTo>
                  <a:pt x="160" y="79"/>
                </a:moveTo>
                <a:cubicBezTo>
                  <a:pt x="160" y="90"/>
                  <a:pt x="158" y="100"/>
                  <a:pt x="154" y="110"/>
                </a:cubicBezTo>
                <a:cubicBezTo>
                  <a:pt x="150" y="120"/>
                  <a:pt x="144" y="128"/>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8"/>
                  <a:pt x="10" y="120"/>
                  <a:pt x="6" y="110"/>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28" name=""/>
          <p:cNvSpPr txBox="1"/>
          <p:nvPr/>
        </p:nvSpPr>
        <p:spPr>
          <a:xfrm>
            <a:off x="799920" y="171360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初期モデルは説明変数の選定を含めて⽣成</a:t>
            </a:r>
            <a:endParaRPr lang="en-US" sz="1500" b="0" u="none" strike="noStrike">
              <a:solidFill>
                <a:srgbClr val="000000"/>
              </a:solidFill>
              <a:effectLst/>
              <a:uFillTx/>
              <a:latin typeface="游明朝体"/>
            </a:endParaRPr>
          </a:p>
        </p:txBody>
      </p:sp>
      <p:sp>
        <p:nvSpPr>
          <p:cNvPr id="4129" name=""/>
          <p:cNvSpPr txBox="1"/>
          <p:nvPr/>
        </p:nvSpPr>
        <p:spPr>
          <a:xfrm>
            <a:off x="4402440" y="17046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4130" name=""/>
          <p:cNvSpPr txBox="1"/>
          <p:nvPr/>
        </p:nvSpPr>
        <p:spPr>
          <a:xfrm>
            <a:off x="4575240" y="171360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a:t>
            </a:r>
            <a:endParaRPr lang="en-US" sz="1500" b="0" u="none" strike="noStrike">
              <a:solidFill>
                <a:srgbClr val="000000"/>
              </a:solidFill>
              <a:effectLst/>
              <a:uFillTx/>
              <a:latin typeface="游明朝体"/>
            </a:endParaRPr>
          </a:p>
        </p:txBody>
      </p:sp>
      <p:sp>
        <p:nvSpPr>
          <p:cNvPr id="4131" name=""/>
          <p:cNvSpPr/>
          <p:nvPr/>
        </p:nvSpPr>
        <p:spPr>
          <a:xfrm>
            <a:off x="618840" y="2533320"/>
            <a:ext cx="57600" cy="57600"/>
          </a:xfrm>
          <a:custGeom>
            <a:avLst/>
            <a:gdLst/>
            <a:ahLst/>
            <a:rect l="0" t="0" r="r" b="b"/>
            <a:pathLst>
              <a:path w="160" h="160">
                <a:moveTo>
                  <a:pt x="160" y="80"/>
                </a:moveTo>
                <a:cubicBezTo>
                  <a:pt x="160" y="90"/>
                  <a:pt x="158" y="100"/>
                  <a:pt x="154" y="110"/>
                </a:cubicBezTo>
                <a:cubicBezTo>
                  <a:pt x="150" y="120"/>
                  <a:pt x="144" y="128"/>
                  <a:pt x="137" y="136"/>
                </a:cubicBezTo>
                <a:cubicBezTo>
                  <a:pt x="129" y="143"/>
                  <a:pt x="121" y="149"/>
                  <a:pt x="111" y="154"/>
                </a:cubicBezTo>
                <a:cubicBezTo>
                  <a:pt x="101" y="158"/>
                  <a:pt x="90" y="160"/>
                  <a:pt x="80" y="160"/>
                </a:cubicBezTo>
                <a:cubicBezTo>
                  <a:pt x="69" y="160"/>
                  <a:pt x="59" y="158"/>
                  <a:pt x="49" y="154"/>
                </a:cubicBezTo>
                <a:cubicBezTo>
                  <a:pt x="40" y="149"/>
                  <a:pt x="31" y="143"/>
                  <a:pt x="24" y="136"/>
                </a:cubicBezTo>
                <a:cubicBezTo>
                  <a:pt x="16" y="128"/>
                  <a:pt x="10" y="120"/>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32" name=""/>
          <p:cNvSpPr txBox="1"/>
          <p:nvPr/>
        </p:nvSpPr>
        <p:spPr>
          <a:xfrm>
            <a:off x="799920" y="2056320"/>
            <a:ext cx="2286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⼀任し、⼀定の精度を確保</a:t>
            </a:r>
            <a:endParaRPr lang="en-US" sz="1500" b="0" u="none" strike="noStrike">
              <a:solidFill>
                <a:srgbClr val="000000"/>
              </a:solidFill>
              <a:effectLst/>
              <a:uFillTx/>
              <a:latin typeface="游明朝体"/>
            </a:endParaRPr>
          </a:p>
        </p:txBody>
      </p:sp>
      <p:sp>
        <p:nvSpPr>
          <p:cNvPr id="4133" name=""/>
          <p:cNvSpPr txBox="1"/>
          <p:nvPr/>
        </p:nvSpPr>
        <p:spPr>
          <a:xfrm>
            <a:off x="799920" y="244692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運⽤開始から約</a:t>
            </a:r>
            <a:endParaRPr lang="en-US" sz="1500" b="0" u="none" strike="noStrike">
              <a:solidFill>
                <a:srgbClr val="000000"/>
              </a:solidFill>
              <a:effectLst/>
              <a:uFillTx/>
              <a:latin typeface="游明朝体"/>
            </a:endParaRPr>
          </a:p>
        </p:txBody>
      </p:sp>
      <p:sp>
        <p:nvSpPr>
          <p:cNvPr id="4134" name=""/>
          <p:cNvSpPr txBox="1"/>
          <p:nvPr/>
        </p:nvSpPr>
        <p:spPr>
          <a:xfrm>
            <a:off x="2133720" y="243792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1</a:t>
            </a:r>
            <a:endParaRPr lang="en-US" sz="1500" b="0" u="none" strike="noStrike">
              <a:solidFill>
                <a:srgbClr val="000000"/>
              </a:solidFill>
              <a:effectLst/>
              <a:uFillTx/>
              <a:latin typeface="游明朝体"/>
            </a:endParaRPr>
          </a:p>
        </p:txBody>
      </p:sp>
      <p:sp>
        <p:nvSpPr>
          <p:cNvPr id="4135" name=""/>
          <p:cNvSpPr txBox="1"/>
          <p:nvPr/>
        </p:nvSpPr>
        <p:spPr>
          <a:xfrm>
            <a:off x="2239560" y="2446920"/>
            <a:ext cx="2477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ヶ⽉後、予測値に異常が⾒ら</a:t>
            </a:r>
            <a:endParaRPr lang="en-US" sz="1500" b="0" u="none" strike="noStrike">
              <a:solidFill>
                <a:srgbClr val="000000"/>
              </a:solidFill>
              <a:effectLst/>
              <a:uFillTx/>
              <a:latin typeface="游明朝体"/>
            </a:endParaRPr>
          </a:p>
        </p:txBody>
      </p:sp>
      <p:sp>
        <p:nvSpPr>
          <p:cNvPr id="4136" name=""/>
          <p:cNvSpPr/>
          <p:nvPr/>
        </p:nvSpPr>
        <p:spPr>
          <a:xfrm>
            <a:off x="618840" y="326700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40"/>
                  <a:pt x="16" y="31"/>
                  <a:pt x="24" y="24"/>
                </a:cubicBezTo>
                <a:cubicBezTo>
                  <a:pt x="31" y="17"/>
                  <a:pt x="40" y="11"/>
                  <a:pt x="49" y="6"/>
                </a:cubicBezTo>
                <a:cubicBezTo>
                  <a:pt x="59" y="2"/>
                  <a:pt x="69" y="0"/>
                  <a:pt x="80" y="0"/>
                </a:cubicBezTo>
                <a:cubicBezTo>
                  <a:pt x="90" y="0"/>
                  <a:pt x="101" y="2"/>
                  <a:pt x="111" y="6"/>
                </a:cubicBezTo>
                <a:cubicBezTo>
                  <a:pt x="121" y="11"/>
                  <a:pt x="129" y="17"/>
                  <a:pt x="137" y="24"/>
                </a:cubicBezTo>
                <a:cubicBezTo>
                  <a:pt x="144" y="31"/>
                  <a:pt x="150" y="40"/>
                  <a:pt x="154" y="50"/>
                </a:cubicBezTo>
                <a:cubicBezTo>
                  <a:pt x="158" y="59"/>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37" name=""/>
          <p:cNvSpPr txBox="1"/>
          <p:nvPr/>
        </p:nvSpPr>
        <p:spPr>
          <a:xfrm>
            <a:off x="799920" y="279000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れたため要因を調査</a:t>
            </a:r>
            <a:endParaRPr lang="en-US" sz="1500" b="0" u="none" strike="noStrike">
              <a:solidFill>
                <a:srgbClr val="000000"/>
              </a:solidFill>
              <a:effectLst/>
              <a:uFillTx/>
              <a:latin typeface="游明朝体"/>
            </a:endParaRPr>
          </a:p>
        </p:txBody>
      </p:sp>
      <p:sp>
        <p:nvSpPr>
          <p:cNvPr id="4138" name=""/>
          <p:cNvSpPr txBox="1"/>
          <p:nvPr/>
        </p:nvSpPr>
        <p:spPr>
          <a:xfrm>
            <a:off x="799920" y="31716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5</a:t>
            </a:r>
            <a:endParaRPr lang="en-US" sz="1500" b="0" u="none" strike="noStrike">
              <a:solidFill>
                <a:srgbClr val="000000"/>
              </a:solidFill>
              <a:effectLst/>
              <a:uFillTx/>
              <a:latin typeface="游明朝体"/>
            </a:endParaRPr>
          </a:p>
        </p:txBody>
      </p:sp>
      <p:sp>
        <p:nvSpPr>
          <p:cNvPr id="4139" name=""/>
          <p:cNvSpPr txBox="1"/>
          <p:nvPr/>
        </p:nvSpPr>
        <p:spPr>
          <a:xfrm>
            <a:off x="906120" y="3180240"/>
            <a:ext cx="3810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⽇前の⽇射量やその移動平均など、妥当性の</a:t>
            </a:r>
            <a:endParaRPr lang="en-US" sz="1500" b="0" u="none" strike="noStrike">
              <a:solidFill>
                <a:srgbClr val="000000"/>
              </a:solidFill>
              <a:effectLst/>
              <a:uFillTx/>
              <a:latin typeface="游明朝体"/>
            </a:endParaRPr>
          </a:p>
        </p:txBody>
      </p:sp>
      <p:sp>
        <p:nvSpPr>
          <p:cNvPr id="4140" name=""/>
          <p:cNvSpPr/>
          <p:nvPr/>
        </p:nvSpPr>
        <p:spPr>
          <a:xfrm>
            <a:off x="618840" y="4000320"/>
            <a:ext cx="57600" cy="57600"/>
          </a:xfrm>
          <a:custGeom>
            <a:avLst/>
            <a:gdLst/>
            <a:ahLst/>
            <a:rect l="0" t="0" r="r" b="b"/>
            <a:pathLst>
              <a:path w="160" h="160">
                <a:moveTo>
                  <a:pt x="160" y="80"/>
                </a:moveTo>
                <a:cubicBezTo>
                  <a:pt x="160" y="91"/>
                  <a:pt x="158" y="101"/>
                  <a:pt x="154" y="111"/>
                </a:cubicBezTo>
                <a:cubicBezTo>
                  <a:pt x="150" y="120"/>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0"/>
                  <a:pt x="6" y="111"/>
                </a:cubicBezTo>
                <a:cubicBezTo>
                  <a:pt x="2" y="101"/>
                  <a:pt x="0" y="91"/>
                  <a:pt x="0" y="80"/>
                </a:cubicBezTo>
                <a:cubicBezTo>
                  <a:pt x="0" y="70"/>
                  <a:pt x="2" y="60"/>
                  <a:pt x="6" y="50"/>
                </a:cubicBezTo>
                <a:cubicBezTo>
                  <a:pt x="10" y="40"/>
                  <a:pt x="16" y="32"/>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2"/>
                  <a:pt x="150" y="40"/>
                  <a:pt x="154" y="50"/>
                </a:cubicBezTo>
                <a:cubicBezTo>
                  <a:pt x="158" y="60"/>
                  <a:pt x="160" y="70"/>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41" name=""/>
          <p:cNvSpPr txBox="1"/>
          <p:nvPr/>
        </p:nvSpPr>
        <p:spPr>
          <a:xfrm>
            <a:off x="799920" y="352332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低い説明変数が含まれていたことが判明</a:t>
            </a:r>
            <a:endParaRPr lang="en-US" sz="1500" b="0" u="none" strike="noStrike">
              <a:solidFill>
                <a:srgbClr val="000000"/>
              </a:solidFill>
              <a:effectLst/>
              <a:uFillTx/>
              <a:latin typeface="游明朝体"/>
            </a:endParaRPr>
          </a:p>
        </p:txBody>
      </p:sp>
      <p:sp>
        <p:nvSpPr>
          <p:cNvPr id="4142" name=""/>
          <p:cNvSpPr/>
          <p:nvPr/>
        </p:nvSpPr>
        <p:spPr>
          <a:xfrm>
            <a:off x="5124240" y="2276280"/>
            <a:ext cx="810000" cy="638640"/>
          </a:xfrm>
          <a:custGeom>
            <a:avLst/>
            <a:gdLst/>
            <a:ahLst/>
            <a:rect l="0" t="0" r="r" b="b"/>
            <a:pathLst>
              <a:path w="2250" h="1774">
                <a:moveTo>
                  <a:pt x="12" y="98"/>
                </a:moveTo>
                <a:cubicBezTo>
                  <a:pt x="20" y="79"/>
                  <a:pt x="32" y="61"/>
                  <a:pt x="47" y="47"/>
                </a:cubicBezTo>
                <a:cubicBezTo>
                  <a:pt x="61" y="32"/>
                  <a:pt x="79" y="20"/>
                  <a:pt x="98" y="12"/>
                </a:cubicBezTo>
                <a:cubicBezTo>
                  <a:pt x="118" y="4"/>
                  <a:pt x="138" y="0"/>
                  <a:pt x="159" y="0"/>
                </a:cubicBezTo>
                <a:lnTo>
                  <a:pt x="2250" y="0"/>
                </a:lnTo>
                <a:lnTo>
                  <a:pt x="2250" y="1774"/>
                </a:lnTo>
                <a:lnTo>
                  <a:pt x="0" y="1774"/>
                </a:lnTo>
                <a:lnTo>
                  <a:pt x="0" y="159"/>
                </a:lnTo>
                <a:cubicBezTo>
                  <a:pt x="0" y="138"/>
                  <a:pt x="4" y="117"/>
                  <a:pt x="12" y="98"/>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43" name=""/>
          <p:cNvSpPr/>
          <p:nvPr/>
        </p:nvSpPr>
        <p:spPr>
          <a:xfrm>
            <a:off x="5933880" y="227628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44" name=""/>
          <p:cNvSpPr/>
          <p:nvPr/>
        </p:nvSpPr>
        <p:spPr>
          <a:xfrm>
            <a:off x="7134120" y="227628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45" name=""/>
          <p:cNvSpPr/>
          <p:nvPr/>
        </p:nvSpPr>
        <p:spPr>
          <a:xfrm>
            <a:off x="10848960" y="2276280"/>
            <a:ext cx="809640" cy="638640"/>
          </a:xfrm>
          <a:custGeom>
            <a:avLst/>
            <a:gdLst/>
            <a:ahLst/>
            <a:rect l="0" t="0" r="r" b="b"/>
            <a:pathLst>
              <a:path w="2249" h="1774">
                <a:moveTo>
                  <a:pt x="2151" y="12"/>
                </a:moveTo>
                <a:cubicBezTo>
                  <a:pt x="2171" y="20"/>
                  <a:pt x="2188" y="32"/>
                  <a:pt x="2203" y="47"/>
                </a:cubicBezTo>
                <a:cubicBezTo>
                  <a:pt x="2218" y="61"/>
                  <a:pt x="2229" y="79"/>
                  <a:pt x="2237" y="98"/>
                </a:cubicBezTo>
                <a:cubicBezTo>
                  <a:pt x="2245" y="117"/>
                  <a:pt x="2249" y="138"/>
                  <a:pt x="2249" y="159"/>
                </a:cubicBezTo>
                <a:lnTo>
                  <a:pt x="2249" y="1774"/>
                </a:lnTo>
                <a:lnTo>
                  <a:pt x="0" y="1774"/>
                </a:lnTo>
                <a:lnTo>
                  <a:pt x="0" y="0"/>
                </a:lnTo>
                <a:lnTo>
                  <a:pt x="2091" y="0"/>
                </a:lnTo>
                <a:cubicBezTo>
                  <a:pt x="2112" y="0"/>
                  <a:pt x="2132" y="4"/>
                  <a:pt x="2151" y="12"/>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46" name=""/>
          <p:cNvSpPr/>
          <p:nvPr/>
        </p:nvSpPr>
        <p:spPr>
          <a:xfrm>
            <a:off x="5124240" y="2276280"/>
            <a:ext cx="810000" cy="638640"/>
          </a:xfrm>
          <a:custGeom>
            <a:avLst/>
            <a:gdLst/>
            <a:ahLst/>
            <a:rect l="0" t="0" r="r" b="b"/>
            <a:pathLst>
              <a:path w="2250" h="1774">
                <a:moveTo>
                  <a:pt x="12" y="98"/>
                </a:moveTo>
                <a:cubicBezTo>
                  <a:pt x="20" y="79"/>
                  <a:pt x="32" y="61"/>
                  <a:pt x="47" y="47"/>
                </a:cubicBezTo>
                <a:cubicBezTo>
                  <a:pt x="61" y="32"/>
                  <a:pt x="79" y="20"/>
                  <a:pt x="98" y="12"/>
                </a:cubicBezTo>
                <a:cubicBezTo>
                  <a:pt x="118" y="4"/>
                  <a:pt x="138" y="0"/>
                  <a:pt x="159" y="0"/>
                </a:cubicBezTo>
                <a:lnTo>
                  <a:pt x="2250" y="0"/>
                </a:lnTo>
                <a:lnTo>
                  <a:pt x="2250" y="1774"/>
                </a:lnTo>
                <a:lnTo>
                  <a:pt x="0" y="1774"/>
                </a:lnTo>
                <a:lnTo>
                  <a:pt x="0" y="159"/>
                </a:lnTo>
                <a:cubicBezTo>
                  <a:pt x="0" y="138"/>
                  <a:pt x="4" y="117"/>
                  <a:pt x="12" y="98"/>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47" name=""/>
          <p:cNvSpPr/>
          <p:nvPr/>
        </p:nvSpPr>
        <p:spPr>
          <a:xfrm>
            <a:off x="5933880" y="227628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48" name=""/>
          <p:cNvSpPr/>
          <p:nvPr/>
        </p:nvSpPr>
        <p:spPr>
          <a:xfrm>
            <a:off x="7134120" y="227628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49" name=""/>
          <p:cNvSpPr/>
          <p:nvPr/>
        </p:nvSpPr>
        <p:spPr>
          <a:xfrm>
            <a:off x="10848960" y="2276280"/>
            <a:ext cx="809640" cy="638640"/>
          </a:xfrm>
          <a:custGeom>
            <a:avLst/>
            <a:gdLst/>
            <a:ahLst/>
            <a:rect l="0" t="0" r="r" b="b"/>
            <a:pathLst>
              <a:path w="2249" h="1774">
                <a:moveTo>
                  <a:pt x="2151" y="12"/>
                </a:moveTo>
                <a:cubicBezTo>
                  <a:pt x="2171" y="20"/>
                  <a:pt x="2188" y="32"/>
                  <a:pt x="2203" y="47"/>
                </a:cubicBezTo>
                <a:cubicBezTo>
                  <a:pt x="2218" y="61"/>
                  <a:pt x="2229" y="79"/>
                  <a:pt x="2237" y="98"/>
                </a:cubicBezTo>
                <a:cubicBezTo>
                  <a:pt x="2245" y="117"/>
                  <a:pt x="2249" y="138"/>
                  <a:pt x="2249" y="159"/>
                </a:cubicBezTo>
                <a:lnTo>
                  <a:pt x="2249" y="1774"/>
                </a:lnTo>
                <a:lnTo>
                  <a:pt x="0" y="1774"/>
                </a:lnTo>
                <a:lnTo>
                  <a:pt x="0" y="0"/>
                </a:lnTo>
                <a:lnTo>
                  <a:pt x="2091" y="0"/>
                </a:lnTo>
                <a:cubicBezTo>
                  <a:pt x="2112" y="0"/>
                  <a:pt x="2132" y="4"/>
                  <a:pt x="2151" y="12"/>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150" name=""/>
          <p:cNvSpPr/>
          <p:nvPr/>
        </p:nvSpPr>
        <p:spPr>
          <a:xfrm>
            <a:off x="5124240" y="2914560"/>
            <a:ext cx="810000" cy="638280"/>
          </a:xfrm>
          <a:custGeom>
            <a:avLst/>
            <a:gdLst/>
            <a:ahLst/>
            <a:rect l="0" t="0" r="r" b="b"/>
            <a:pathLst>
              <a:path w="2250" h="1773">
                <a:moveTo>
                  <a:pt x="0" y="0"/>
                </a:moveTo>
                <a:lnTo>
                  <a:pt x="2250" y="0"/>
                </a:lnTo>
                <a:lnTo>
                  <a:pt x="2250"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1" name=""/>
          <p:cNvSpPr/>
          <p:nvPr/>
        </p:nvSpPr>
        <p:spPr>
          <a:xfrm>
            <a:off x="5933880" y="2914560"/>
            <a:ext cx="1200600" cy="638280"/>
          </a:xfrm>
          <a:custGeom>
            <a:avLst/>
            <a:gdLst/>
            <a:ahLst/>
            <a:rect l="0" t="0" r="r" b="b"/>
            <a:pathLst>
              <a:path w="3335" h="1773">
                <a:moveTo>
                  <a:pt x="0" y="0"/>
                </a:moveTo>
                <a:lnTo>
                  <a:pt x="3335" y="0"/>
                </a:lnTo>
                <a:lnTo>
                  <a:pt x="3335"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2" name=""/>
          <p:cNvSpPr/>
          <p:nvPr/>
        </p:nvSpPr>
        <p:spPr>
          <a:xfrm>
            <a:off x="7134120" y="2914560"/>
            <a:ext cx="3715200" cy="638280"/>
          </a:xfrm>
          <a:custGeom>
            <a:avLst/>
            <a:gdLst/>
            <a:ahLst/>
            <a:rect l="0" t="0" r="r" b="b"/>
            <a:pathLst>
              <a:path w="10320" h="1773">
                <a:moveTo>
                  <a:pt x="0" y="0"/>
                </a:moveTo>
                <a:lnTo>
                  <a:pt x="10320" y="0"/>
                </a:lnTo>
                <a:lnTo>
                  <a:pt x="10320"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3" name=""/>
          <p:cNvSpPr/>
          <p:nvPr/>
        </p:nvSpPr>
        <p:spPr>
          <a:xfrm>
            <a:off x="10848960" y="2914560"/>
            <a:ext cx="809640" cy="638280"/>
          </a:xfrm>
          <a:custGeom>
            <a:avLst/>
            <a:gdLst/>
            <a:ahLst/>
            <a:rect l="0" t="0" r="r" b="b"/>
            <a:pathLst>
              <a:path w="2249" h="1773">
                <a:moveTo>
                  <a:pt x="2249" y="1773"/>
                </a:moveTo>
                <a:lnTo>
                  <a:pt x="0" y="1773"/>
                </a:lnTo>
                <a:lnTo>
                  <a:pt x="0" y="0"/>
                </a:lnTo>
                <a:lnTo>
                  <a:pt x="2249" y="0"/>
                </a:lnTo>
                <a:lnTo>
                  <a:pt x="2249" y="1773"/>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4" name=""/>
          <p:cNvSpPr/>
          <p:nvPr/>
        </p:nvSpPr>
        <p:spPr>
          <a:xfrm>
            <a:off x="5124240" y="355248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5" name=""/>
          <p:cNvSpPr/>
          <p:nvPr/>
        </p:nvSpPr>
        <p:spPr>
          <a:xfrm>
            <a:off x="5933880" y="355248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6" name=""/>
          <p:cNvSpPr/>
          <p:nvPr/>
        </p:nvSpPr>
        <p:spPr>
          <a:xfrm>
            <a:off x="7134120" y="355248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7" name=""/>
          <p:cNvSpPr/>
          <p:nvPr/>
        </p:nvSpPr>
        <p:spPr>
          <a:xfrm>
            <a:off x="10848960" y="355248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8" name=""/>
          <p:cNvSpPr/>
          <p:nvPr/>
        </p:nvSpPr>
        <p:spPr>
          <a:xfrm>
            <a:off x="5124240" y="355248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59" name=""/>
          <p:cNvSpPr/>
          <p:nvPr/>
        </p:nvSpPr>
        <p:spPr>
          <a:xfrm>
            <a:off x="5933880" y="355248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0" name=""/>
          <p:cNvSpPr/>
          <p:nvPr/>
        </p:nvSpPr>
        <p:spPr>
          <a:xfrm>
            <a:off x="7134120" y="355248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1" name=""/>
          <p:cNvSpPr/>
          <p:nvPr/>
        </p:nvSpPr>
        <p:spPr>
          <a:xfrm>
            <a:off x="10848960" y="355248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2" name=""/>
          <p:cNvSpPr/>
          <p:nvPr/>
        </p:nvSpPr>
        <p:spPr>
          <a:xfrm>
            <a:off x="5124240" y="419076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3" name=""/>
          <p:cNvSpPr/>
          <p:nvPr/>
        </p:nvSpPr>
        <p:spPr>
          <a:xfrm>
            <a:off x="5933880" y="419076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4" name=""/>
          <p:cNvSpPr/>
          <p:nvPr/>
        </p:nvSpPr>
        <p:spPr>
          <a:xfrm>
            <a:off x="7134120" y="419076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5" name=""/>
          <p:cNvSpPr/>
          <p:nvPr/>
        </p:nvSpPr>
        <p:spPr>
          <a:xfrm>
            <a:off x="10848960" y="419076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6" name=""/>
          <p:cNvSpPr/>
          <p:nvPr/>
        </p:nvSpPr>
        <p:spPr>
          <a:xfrm>
            <a:off x="5124240" y="4829040"/>
            <a:ext cx="810000" cy="638640"/>
          </a:xfrm>
          <a:custGeom>
            <a:avLst/>
            <a:gdLst/>
            <a:ahLst/>
            <a:rect l="0" t="0" r="r" b="b"/>
            <a:pathLst>
              <a:path w="2250" h="1774">
                <a:moveTo>
                  <a:pt x="47" y="1754"/>
                </a:moveTo>
                <a:cubicBezTo>
                  <a:pt x="32" y="1739"/>
                  <a:pt x="20" y="1721"/>
                  <a:pt x="12" y="1702"/>
                </a:cubicBezTo>
                <a:cubicBezTo>
                  <a:pt x="4" y="1683"/>
                  <a:pt x="0" y="1662"/>
                  <a:pt x="0" y="1640"/>
                </a:cubicBezTo>
                <a:lnTo>
                  <a:pt x="0" y="0"/>
                </a:lnTo>
                <a:lnTo>
                  <a:pt x="2250" y="0"/>
                </a:lnTo>
                <a:lnTo>
                  <a:pt x="2250" y="1774"/>
                </a:lnTo>
                <a:lnTo>
                  <a:pt x="71" y="1774"/>
                </a:lnTo>
                <a:cubicBezTo>
                  <a:pt x="62" y="1768"/>
                  <a:pt x="54" y="1761"/>
                  <a:pt x="47" y="1754"/>
                </a:cubicBez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7" name=""/>
          <p:cNvSpPr/>
          <p:nvPr/>
        </p:nvSpPr>
        <p:spPr>
          <a:xfrm>
            <a:off x="5933880" y="482904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8" name=""/>
          <p:cNvSpPr/>
          <p:nvPr/>
        </p:nvSpPr>
        <p:spPr>
          <a:xfrm>
            <a:off x="7134120" y="482904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69" name=""/>
          <p:cNvSpPr/>
          <p:nvPr/>
        </p:nvSpPr>
        <p:spPr>
          <a:xfrm>
            <a:off x="10848960" y="4829040"/>
            <a:ext cx="809640" cy="638640"/>
          </a:xfrm>
          <a:custGeom>
            <a:avLst/>
            <a:gdLst/>
            <a:ahLst/>
            <a:rect l="0" t="0" r="r" b="b"/>
            <a:pathLst>
              <a:path w="2249" h="1774">
                <a:moveTo>
                  <a:pt x="2249" y="1640"/>
                </a:moveTo>
                <a:cubicBezTo>
                  <a:pt x="2249" y="1662"/>
                  <a:pt x="2245" y="1683"/>
                  <a:pt x="2237" y="1702"/>
                </a:cubicBezTo>
                <a:cubicBezTo>
                  <a:pt x="2229" y="1721"/>
                  <a:pt x="2218" y="1739"/>
                  <a:pt x="2203" y="1754"/>
                </a:cubicBezTo>
                <a:cubicBezTo>
                  <a:pt x="2195" y="1761"/>
                  <a:pt x="2187" y="1768"/>
                  <a:pt x="2179" y="1774"/>
                </a:cubicBezTo>
                <a:lnTo>
                  <a:pt x="0" y="1774"/>
                </a:lnTo>
                <a:lnTo>
                  <a:pt x="0" y="0"/>
                </a:lnTo>
                <a:lnTo>
                  <a:pt x="2249" y="0"/>
                </a:lnTo>
                <a:lnTo>
                  <a:pt x="2249" y="164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0" name=""/>
          <p:cNvSpPr/>
          <p:nvPr/>
        </p:nvSpPr>
        <p:spPr>
          <a:xfrm>
            <a:off x="5124240" y="4829040"/>
            <a:ext cx="810000" cy="638640"/>
          </a:xfrm>
          <a:custGeom>
            <a:avLst/>
            <a:gdLst/>
            <a:ahLst/>
            <a:rect l="0" t="0" r="r" b="b"/>
            <a:pathLst>
              <a:path w="2250" h="1774">
                <a:moveTo>
                  <a:pt x="47" y="1754"/>
                </a:moveTo>
                <a:cubicBezTo>
                  <a:pt x="32" y="1739"/>
                  <a:pt x="20" y="1721"/>
                  <a:pt x="12" y="1702"/>
                </a:cubicBezTo>
                <a:cubicBezTo>
                  <a:pt x="4" y="1683"/>
                  <a:pt x="0" y="1662"/>
                  <a:pt x="0" y="1640"/>
                </a:cubicBezTo>
                <a:lnTo>
                  <a:pt x="0" y="0"/>
                </a:lnTo>
                <a:lnTo>
                  <a:pt x="2250" y="0"/>
                </a:lnTo>
                <a:lnTo>
                  <a:pt x="2250" y="1774"/>
                </a:lnTo>
                <a:lnTo>
                  <a:pt x="71" y="1774"/>
                </a:lnTo>
                <a:cubicBezTo>
                  <a:pt x="62" y="1768"/>
                  <a:pt x="54" y="1761"/>
                  <a:pt x="47" y="1754"/>
                </a:cubicBez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1" name=""/>
          <p:cNvSpPr/>
          <p:nvPr/>
        </p:nvSpPr>
        <p:spPr>
          <a:xfrm>
            <a:off x="5933880" y="482904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2" name=""/>
          <p:cNvSpPr/>
          <p:nvPr/>
        </p:nvSpPr>
        <p:spPr>
          <a:xfrm>
            <a:off x="7134120" y="482904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3" name=""/>
          <p:cNvSpPr/>
          <p:nvPr/>
        </p:nvSpPr>
        <p:spPr>
          <a:xfrm>
            <a:off x="10848960" y="4829040"/>
            <a:ext cx="809640" cy="638640"/>
          </a:xfrm>
          <a:custGeom>
            <a:avLst/>
            <a:gdLst/>
            <a:ahLst/>
            <a:rect l="0" t="0" r="r" b="b"/>
            <a:pathLst>
              <a:path w="2249" h="1774">
                <a:moveTo>
                  <a:pt x="2249" y="1640"/>
                </a:moveTo>
                <a:cubicBezTo>
                  <a:pt x="2249" y="1662"/>
                  <a:pt x="2245" y="1683"/>
                  <a:pt x="2237" y="1702"/>
                </a:cubicBezTo>
                <a:cubicBezTo>
                  <a:pt x="2229" y="1721"/>
                  <a:pt x="2218" y="1739"/>
                  <a:pt x="2203" y="1754"/>
                </a:cubicBezTo>
                <a:cubicBezTo>
                  <a:pt x="2195" y="1761"/>
                  <a:pt x="2187" y="1768"/>
                  <a:pt x="2179" y="1774"/>
                </a:cubicBezTo>
                <a:lnTo>
                  <a:pt x="0" y="1774"/>
                </a:lnTo>
                <a:lnTo>
                  <a:pt x="0" y="0"/>
                </a:lnTo>
                <a:lnTo>
                  <a:pt x="2249" y="0"/>
                </a:lnTo>
                <a:lnTo>
                  <a:pt x="2249" y="164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4" name=""/>
          <p:cNvSpPr/>
          <p:nvPr/>
        </p:nvSpPr>
        <p:spPr>
          <a:xfrm>
            <a:off x="5124240" y="2301840"/>
            <a:ext cx="10440" cy="622440"/>
          </a:xfrm>
          <a:custGeom>
            <a:avLst/>
            <a:gdLst/>
            <a:ahLst/>
            <a:rect l="0" t="0" r="r" b="b"/>
            <a:pathLst>
              <a:path w="29" h="1729">
                <a:moveTo>
                  <a:pt x="13" y="27"/>
                </a:moveTo>
                <a:cubicBezTo>
                  <a:pt x="17" y="17"/>
                  <a:pt x="22" y="8"/>
                  <a:pt x="29" y="0"/>
                </a:cubicBezTo>
                <a:lnTo>
                  <a:pt x="29" y="1729"/>
                </a:lnTo>
                <a:lnTo>
                  <a:pt x="0" y="1729"/>
                </a:lnTo>
                <a:lnTo>
                  <a:pt x="0" y="88"/>
                </a:lnTo>
                <a:cubicBezTo>
                  <a:pt x="0" y="67"/>
                  <a:pt x="5" y="46"/>
                  <a:pt x="13"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5" name=""/>
          <p:cNvSpPr/>
          <p:nvPr/>
        </p:nvSpPr>
        <p:spPr>
          <a:xfrm>
            <a:off x="5149800" y="2276280"/>
            <a:ext cx="784440" cy="9720"/>
          </a:xfrm>
          <a:custGeom>
            <a:avLst/>
            <a:gdLst/>
            <a:ahLst/>
            <a:rect l="0" t="0" r="r" b="b"/>
            <a:pathLst>
              <a:path w="2179" h="27">
                <a:moveTo>
                  <a:pt x="27" y="13"/>
                </a:moveTo>
                <a:cubicBezTo>
                  <a:pt x="47" y="4"/>
                  <a:pt x="67" y="0"/>
                  <a:pt x="88" y="0"/>
                </a:cubicBezTo>
                <a:lnTo>
                  <a:pt x="2179" y="0"/>
                </a:lnTo>
                <a:lnTo>
                  <a:pt x="2179" y="27"/>
                </a:lnTo>
                <a:lnTo>
                  <a:pt x="0" y="27"/>
                </a:lnTo>
                <a:cubicBezTo>
                  <a:pt x="8" y="22"/>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6" name=""/>
          <p:cNvSpPr/>
          <p:nvPr/>
        </p:nvSpPr>
        <p:spPr>
          <a:xfrm>
            <a:off x="5924520" y="2276280"/>
            <a:ext cx="9720" cy="648000"/>
          </a:xfrm>
          <a:custGeom>
            <a:avLst/>
            <a:gdLst/>
            <a:ahLst/>
            <a:rect l="0" t="0" r="r" b="b"/>
            <a:pathLst>
              <a:path w="27" h="1800">
                <a:moveTo>
                  <a:pt x="0" y="0"/>
                </a:moveTo>
                <a:lnTo>
                  <a:pt x="27" y="0"/>
                </a:lnTo>
                <a:lnTo>
                  <a:pt x="27"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7" name=""/>
          <p:cNvSpPr/>
          <p:nvPr/>
        </p:nvSpPr>
        <p:spPr>
          <a:xfrm>
            <a:off x="5933880" y="227628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8" name=""/>
          <p:cNvSpPr/>
          <p:nvPr/>
        </p:nvSpPr>
        <p:spPr>
          <a:xfrm>
            <a:off x="7124400" y="2276280"/>
            <a:ext cx="10080" cy="648000"/>
          </a:xfrm>
          <a:custGeom>
            <a:avLst/>
            <a:gdLst/>
            <a:ahLst/>
            <a:rect l="0" t="0" r="r" b="b"/>
            <a:pathLst>
              <a:path w="28" h="1800">
                <a:moveTo>
                  <a:pt x="0" y="0"/>
                </a:moveTo>
                <a:lnTo>
                  <a:pt x="28" y="0"/>
                </a:lnTo>
                <a:lnTo>
                  <a:pt x="28"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79" name=""/>
          <p:cNvSpPr/>
          <p:nvPr/>
        </p:nvSpPr>
        <p:spPr>
          <a:xfrm>
            <a:off x="7134120" y="227628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0" name=""/>
          <p:cNvSpPr/>
          <p:nvPr/>
        </p:nvSpPr>
        <p:spPr>
          <a:xfrm>
            <a:off x="10839240" y="2276280"/>
            <a:ext cx="10080" cy="648000"/>
          </a:xfrm>
          <a:custGeom>
            <a:avLst/>
            <a:gdLst/>
            <a:ahLst/>
            <a:rect l="0" t="0" r="r" b="b"/>
            <a:pathLst>
              <a:path w="28" h="1800">
                <a:moveTo>
                  <a:pt x="0" y="0"/>
                </a:moveTo>
                <a:lnTo>
                  <a:pt x="28" y="0"/>
                </a:lnTo>
                <a:lnTo>
                  <a:pt x="28"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1" name=""/>
          <p:cNvSpPr/>
          <p:nvPr/>
        </p:nvSpPr>
        <p:spPr>
          <a:xfrm>
            <a:off x="10848960" y="2276280"/>
            <a:ext cx="784440" cy="9720"/>
          </a:xfrm>
          <a:custGeom>
            <a:avLst/>
            <a:gdLst/>
            <a:ahLst/>
            <a:rect l="0" t="0" r="r" b="b"/>
            <a:pathLst>
              <a:path w="2179" h="27">
                <a:moveTo>
                  <a:pt x="2151" y="13"/>
                </a:moveTo>
                <a:cubicBezTo>
                  <a:pt x="2161" y="17"/>
                  <a:pt x="2170" y="22"/>
                  <a:pt x="2179" y="27"/>
                </a:cubicBezTo>
                <a:lnTo>
                  <a:pt x="0" y="27"/>
                </a:lnTo>
                <a:lnTo>
                  <a:pt x="0" y="0"/>
                </a:lnTo>
                <a:lnTo>
                  <a:pt x="2091" y="0"/>
                </a:lnTo>
                <a:cubicBezTo>
                  <a:pt x="2112" y="0"/>
                  <a:pt x="2132" y="4"/>
                  <a:pt x="2151"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2" name=""/>
          <p:cNvSpPr/>
          <p:nvPr/>
        </p:nvSpPr>
        <p:spPr>
          <a:xfrm>
            <a:off x="11648880" y="2301840"/>
            <a:ext cx="9720" cy="622440"/>
          </a:xfrm>
          <a:custGeom>
            <a:avLst/>
            <a:gdLst/>
            <a:ahLst/>
            <a:rect l="0" t="0" r="r" b="b"/>
            <a:pathLst>
              <a:path w="27" h="1729">
                <a:moveTo>
                  <a:pt x="14" y="27"/>
                </a:moveTo>
                <a:cubicBezTo>
                  <a:pt x="22" y="46"/>
                  <a:pt x="27" y="67"/>
                  <a:pt x="27" y="88"/>
                </a:cubicBezTo>
                <a:lnTo>
                  <a:pt x="27" y="1729"/>
                </a:lnTo>
                <a:lnTo>
                  <a:pt x="0" y="1729"/>
                </a:lnTo>
                <a:lnTo>
                  <a:pt x="0" y="0"/>
                </a:lnTo>
                <a:cubicBezTo>
                  <a:pt x="6" y="8"/>
                  <a:pt x="10" y="17"/>
                  <a:pt x="14"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3" name=""/>
          <p:cNvSpPr/>
          <p:nvPr/>
        </p:nvSpPr>
        <p:spPr>
          <a:xfrm>
            <a:off x="5124240" y="2914560"/>
            <a:ext cx="810000" cy="9720"/>
          </a:xfrm>
          <a:custGeom>
            <a:avLst/>
            <a:gdLst/>
            <a:ahLst/>
            <a:rect l="0" t="0" r="r" b="b"/>
            <a:pathLst>
              <a:path w="2250" h="27">
                <a:moveTo>
                  <a:pt x="0" y="0"/>
                </a:moveTo>
                <a:lnTo>
                  <a:pt x="2250" y="0"/>
                </a:lnTo>
                <a:lnTo>
                  <a:pt x="225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4" name=""/>
          <p:cNvSpPr/>
          <p:nvPr/>
        </p:nvSpPr>
        <p:spPr>
          <a:xfrm>
            <a:off x="5933880" y="291456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5" name=""/>
          <p:cNvSpPr/>
          <p:nvPr/>
        </p:nvSpPr>
        <p:spPr>
          <a:xfrm>
            <a:off x="7134120" y="291456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6" name=""/>
          <p:cNvSpPr/>
          <p:nvPr/>
        </p:nvSpPr>
        <p:spPr>
          <a:xfrm>
            <a:off x="10848960" y="2914560"/>
            <a:ext cx="809640" cy="9720"/>
          </a:xfrm>
          <a:custGeom>
            <a:avLst/>
            <a:gdLst/>
            <a:ahLst/>
            <a:rect l="0" t="0" r="r" b="b"/>
            <a:pathLst>
              <a:path w="2249" h="27">
                <a:moveTo>
                  <a:pt x="2249" y="27"/>
                </a:moveTo>
                <a:lnTo>
                  <a:pt x="0" y="27"/>
                </a:lnTo>
                <a:lnTo>
                  <a:pt x="0" y="0"/>
                </a:lnTo>
                <a:lnTo>
                  <a:pt x="2249" y="0"/>
                </a:lnTo>
                <a:lnTo>
                  <a:pt x="2249"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7" name=""/>
          <p:cNvSpPr/>
          <p:nvPr/>
        </p:nvSpPr>
        <p:spPr>
          <a:xfrm>
            <a:off x="5124240" y="2923920"/>
            <a:ext cx="10440" cy="638640"/>
          </a:xfrm>
          <a:custGeom>
            <a:avLst/>
            <a:gdLst/>
            <a:ahLst/>
            <a:rect l="0" t="0" r="r" b="b"/>
            <a:pathLst>
              <a:path w="29" h="1774">
                <a:moveTo>
                  <a:pt x="0" y="0"/>
                </a:moveTo>
                <a:lnTo>
                  <a:pt x="29" y="0"/>
                </a:lnTo>
                <a:lnTo>
                  <a:pt x="29"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8" name=""/>
          <p:cNvSpPr/>
          <p:nvPr/>
        </p:nvSpPr>
        <p:spPr>
          <a:xfrm>
            <a:off x="5924520" y="2923920"/>
            <a:ext cx="9720" cy="638640"/>
          </a:xfrm>
          <a:custGeom>
            <a:avLst/>
            <a:gdLst/>
            <a:ahLst/>
            <a:rect l="0" t="0" r="r" b="b"/>
            <a:pathLst>
              <a:path w="27" h="1774">
                <a:moveTo>
                  <a:pt x="0" y="0"/>
                </a:moveTo>
                <a:lnTo>
                  <a:pt x="27" y="0"/>
                </a:lnTo>
                <a:lnTo>
                  <a:pt x="27"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89" name=""/>
          <p:cNvSpPr/>
          <p:nvPr/>
        </p:nvSpPr>
        <p:spPr>
          <a:xfrm>
            <a:off x="7124400" y="292392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0" name=""/>
          <p:cNvSpPr/>
          <p:nvPr/>
        </p:nvSpPr>
        <p:spPr>
          <a:xfrm>
            <a:off x="10839240" y="292392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1" name=""/>
          <p:cNvSpPr/>
          <p:nvPr/>
        </p:nvSpPr>
        <p:spPr>
          <a:xfrm>
            <a:off x="11648880" y="2923920"/>
            <a:ext cx="9720" cy="638640"/>
          </a:xfrm>
          <a:custGeom>
            <a:avLst/>
            <a:gdLst/>
            <a:ahLst/>
            <a:rect l="0" t="0" r="r" b="b"/>
            <a:pathLst>
              <a:path w="27" h="1774">
                <a:moveTo>
                  <a:pt x="27" y="1774"/>
                </a:moveTo>
                <a:lnTo>
                  <a:pt x="0" y="1774"/>
                </a:lnTo>
                <a:lnTo>
                  <a:pt x="0" y="0"/>
                </a:lnTo>
                <a:lnTo>
                  <a:pt x="27" y="0"/>
                </a:lnTo>
                <a:lnTo>
                  <a:pt x="27"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2" name=""/>
          <p:cNvSpPr/>
          <p:nvPr/>
        </p:nvSpPr>
        <p:spPr>
          <a:xfrm>
            <a:off x="5124240" y="3562200"/>
            <a:ext cx="10440" cy="638640"/>
          </a:xfrm>
          <a:custGeom>
            <a:avLst/>
            <a:gdLst/>
            <a:ahLst/>
            <a:rect l="0" t="0" r="r" b="b"/>
            <a:pathLst>
              <a:path w="29" h="1774">
                <a:moveTo>
                  <a:pt x="0" y="0"/>
                </a:moveTo>
                <a:lnTo>
                  <a:pt x="29" y="0"/>
                </a:lnTo>
                <a:lnTo>
                  <a:pt x="29"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3" name=""/>
          <p:cNvSpPr/>
          <p:nvPr/>
        </p:nvSpPr>
        <p:spPr>
          <a:xfrm>
            <a:off x="5124240" y="3552480"/>
            <a:ext cx="810000" cy="10080"/>
          </a:xfrm>
          <a:custGeom>
            <a:avLst/>
            <a:gdLst/>
            <a:ahLst/>
            <a:rect l="0" t="0" r="r" b="b"/>
            <a:pathLst>
              <a:path w="2250" h="28">
                <a:moveTo>
                  <a:pt x="0" y="0"/>
                </a:moveTo>
                <a:lnTo>
                  <a:pt x="2250" y="0"/>
                </a:lnTo>
                <a:lnTo>
                  <a:pt x="225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4" name=""/>
          <p:cNvSpPr/>
          <p:nvPr/>
        </p:nvSpPr>
        <p:spPr>
          <a:xfrm>
            <a:off x="5924520" y="3562200"/>
            <a:ext cx="9720" cy="638640"/>
          </a:xfrm>
          <a:custGeom>
            <a:avLst/>
            <a:gdLst/>
            <a:ahLst/>
            <a:rect l="0" t="0" r="r" b="b"/>
            <a:pathLst>
              <a:path w="27" h="1774">
                <a:moveTo>
                  <a:pt x="0" y="0"/>
                </a:moveTo>
                <a:lnTo>
                  <a:pt x="27" y="0"/>
                </a:lnTo>
                <a:lnTo>
                  <a:pt x="27"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5" name=""/>
          <p:cNvSpPr/>
          <p:nvPr/>
        </p:nvSpPr>
        <p:spPr>
          <a:xfrm>
            <a:off x="5933880" y="3552480"/>
            <a:ext cx="1200600" cy="10080"/>
          </a:xfrm>
          <a:custGeom>
            <a:avLst/>
            <a:gdLst/>
            <a:ahLst/>
            <a:rect l="0" t="0" r="r" b="b"/>
            <a:pathLst>
              <a:path w="3335" h="28">
                <a:moveTo>
                  <a:pt x="0" y="0"/>
                </a:moveTo>
                <a:lnTo>
                  <a:pt x="3335" y="0"/>
                </a:lnTo>
                <a:lnTo>
                  <a:pt x="333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6" name=""/>
          <p:cNvSpPr/>
          <p:nvPr/>
        </p:nvSpPr>
        <p:spPr>
          <a:xfrm>
            <a:off x="7124400" y="356220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7" name=""/>
          <p:cNvSpPr/>
          <p:nvPr/>
        </p:nvSpPr>
        <p:spPr>
          <a:xfrm>
            <a:off x="7134120" y="3552480"/>
            <a:ext cx="3715200" cy="10080"/>
          </a:xfrm>
          <a:custGeom>
            <a:avLst/>
            <a:gdLst/>
            <a:ahLst/>
            <a:rect l="0" t="0" r="r" b="b"/>
            <a:pathLst>
              <a:path w="10320" h="28">
                <a:moveTo>
                  <a:pt x="0" y="0"/>
                </a:moveTo>
                <a:lnTo>
                  <a:pt x="10320" y="0"/>
                </a:lnTo>
                <a:lnTo>
                  <a:pt x="1032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8" name=""/>
          <p:cNvSpPr/>
          <p:nvPr/>
        </p:nvSpPr>
        <p:spPr>
          <a:xfrm>
            <a:off x="10839240" y="356220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199" name=""/>
          <p:cNvSpPr/>
          <p:nvPr/>
        </p:nvSpPr>
        <p:spPr>
          <a:xfrm>
            <a:off x="10848960" y="3552480"/>
            <a:ext cx="809640" cy="10080"/>
          </a:xfrm>
          <a:custGeom>
            <a:avLst/>
            <a:gdLst/>
            <a:ahLst/>
            <a:rect l="0" t="0" r="r" b="b"/>
            <a:pathLst>
              <a:path w="2249" h="28">
                <a:moveTo>
                  <a:pt x="2249" y="28"/>
                </a:moveTo>
                <a:lnTo>
                  <a:pt x="0" y="28"/>
                </a:lnTo>
                <a:lnTo>
                  <a:pt x="0" y="0"/>
                </a:lnTo>
                <a:lnTo>
                  <a:pt x="2249" y="0"/>
                </a:lnTo>
                <a:lnTo>
                  <a:pt x="2249"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0" name=""/>
          <p:cNvSpPr/>
          <p:nvPr/>
        </p:nvSpPr>
        <p:spPr>
          <a:xfrm>
            <a:off x="11648880" y="3562200"/>
            <a:ext cx="9720" cy="638640"/>
          </a:xfrm>
          <a:custGeom>
            <a:avLst/>
            <a:gdLst/>
            <a:ahLst/>
            <a:rect l="0" t="0" r="r" b="b"/>
            <a:pathLst>
              <a:path w="27" h="1774">
                <a:moveTo>
                  <a:pt x="27" y="1774"/>
                </a:moveTo>
                <a:lnTo>
                  <a:pt x="0" y="1774"/>
                </a:lnTo>
                <a:lnTo>
                  <a:pt x="0" y="0"/>
                </a:lnTo>
                <a:lnTo>
                  <a:pt x="27" y="0"/>
                </a:lnTo>
                <a:lnTo>
                  <a:pt x="27"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1" name=""/>
          <p:cNvSpPr/>
          <p:nvPr/>
        </p:nvSpPr>
        <p:spPr>
          <a:xfrm>
            <a:off x="5124240" y="4200480"/>
            <a:ext cx="10440" cy="638280"/>
          </a:xfrm>
          <a:custGeom>
            <a:avLst/>
            <a:gdLst/>
            <a:ahLst/>
            <a:rect l="0" t="0" r="r" b="b"/>
            <a:pathLst>
              <a:path w="29" h="1773">
                <a:moveTo>
                  <a:pt x="0" y="0"/>
                </a:moveTo>
                <a:lnTo>
                  <a:pt x="29" y="0"/>
                </a:lnTo>
                <a:lnTo>
                  <a:pt x="29"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2" name=""/>
          <p:cNvSpPr/>
          <p:nvPr/>
        </p:nvSpPr>
        <p:spPr>
          <a:xfrm>
            <a:off x="5124240" y="4190760"/>
            <a:ext cx="810000" cy="10080"/>
          </a:xfrm>
          <a:custGeom>
            <a:avLst/>
            <a:gdLst/>
            <a:ahLst/>
            <a:rect l="0" t="0" r="r" b="b"/>
            <a:pathLst>
              <a:path w="2250" h="28">
                <a:moveTo>
                  <a:pt x="0" y="0"/>
                </a:moveTo>
                <a:lnTo>
                  <a:pt x="2250" y="0"/>
                </a:lnTo>
                <a:lnTo>
                  <a:pt x="225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3" name=""/>
          <p:cNvSpPr/>
          <p:nvPr/>
        </p:nvSpPr>
        <p:spPr>
          <a:xfrm>
            <a:off x="5924520" y="4200480"/>
            <a:ext cx="9720" cy="638280"/>
          </a:xfrm>
          <a:custGeom>
            <a:avLst/>
            <a:gdLst/>
            <a:ahLst/>
            <a:rect l="0" t="0" r="r" b="b"/>
            <a:pathLst>
              <a:path w="27" h="1773">
                <a:moveTo>
                  <a:pt x="0" y="0"/>
                </a:moveTo>
                <a:lnTo>
                  <a:pt x="27" y="0"/>
                </a:lnTo>
                <a:lnTo>
                  <a:pt x="27"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4" name=""/>
          <p:cNvSpPr/>
          <p:nvPr/>
        </p:nvSpPr>
        <p:spPr>
          <a:xfrm>
            <a:off x="5933880" y="4190760"/>
            <a:ext cx="1200600" cy="10080"/>
          </a:xfrm>
          <a:custGeom>
            <a:avLst/>
            <a:gdLst/>
            <a:ahLst/>
            <a:rect l="0" t="0" r="r" b="b"/>
            <a:pathLst>
              <a:path w="3335" h="28">
                <a:moveTo>
                  <a:pt x="0" y="0"/>
                </a:moveTo>
                <a:lnTo>
                  <a:pt x="3335" y="0"/>
                </a:lnTo>
                <a:lnTo>
                  <a:pt x="333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5" name=""/>
          <p:cNvSpPr/>
          <p:nvPr/>
        </p:nvSpPr>
        <p:spPr>
          <a:xfrm>
            <a:off x="7124400" y="4200480"/>
            <a:ext cx="10080" cy="638280"/>
          </a:xfrm>
          <a:custGeom>
            <a:avLst/>
            <a:gdLst/>
            <a:ahLst/>
            <a:rect l="0" t="0" r="r" b="b"/>
            <a:pathLst>
              <a:path w="28" h="1773">
                <a:moveTo>
                  <a:pt x="0" y="0"/>
                </a:moveTo>
                <a:lnTo>
                  <a:pt x="28" y="0"/>
                </a:lnTo>
                <a:lnTo>
                  <a:pt x="28"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6" name=""/>
          <p:cNvSpPr/>
          <p:nvPr/>
        </p:nvSpPr>
        <p:spPr>
          <a:xfrm>
            <a:off x="7134120" y="4190760"/>
            <a:ext cx="3715200" cy="10080"/>
          </a:xfrm>
          <a:custGeom>
            <a:avLst/>
            <a:gdLst/>
            <a:ahLst/>
            <a:rect l="0" t="0" r="r" b="b"/>
            <a:pathLst>
              <a:path w="10320" h="28">
                <a:moveTo>
                  <a:pt x="0" y="0"/>
                </a:moveTo>
                <a:lnTo>
                  <a:pt x="10320" y="0"/>
                </a:lnTo>
                <a:lnTo>
                  <a:pt x="1032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7" name=""/>
          <p:cNvSpPr/>
          <p:nvPr/>
        </p:nvSpPr>
        <p:spPr>
          <a:xfrm>
            <a:off x="10839240" y="4200480"/>
            <a:ext cx="10080" cy="638280"/>
          </a:xfrm>
          <a:custGeom>
            <a:avLst/>
            <a:gdLst/>
            <a:ahLst/>
            <a:rect l="0" t="0" r="r" b="b"/>
            <a:pathLst>
              <a:path w="28" h="1773">
                <a:moveTo>
                  <a:pt x="0" y="0"/>
                </a:moveTo>
                <a:lnTo>
                  <a:pt x="28" y="0"/>
                </a:lnTo>
                <a:lnTo>
                  <a:pt x="28"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8" name=""/>
          <p:cNvSpPr/>
          <p:nvPr/>
        </p:nvSpPr>
        <p:spPr>
          <a:xfrm>
            <a:off x="10848960" y="4190760"/>
            <a:ext cx="809640" cy="10080"/>
          </a:xfrm>
          <a:custGeom>
            <a:avLst/>
            <a:gdLst/>
            <a:ahLst/>
            <a:rect l="0" t="0" r="r" b="b"/>
            <a:pathLst>
              <a:path w="2249" h="28">
                <a:moveTo>
                  <a:pt x="2249" y="28"/>
                </a:moveTo>
                <a:lnTo>
                  <a:pt x="0" y="28"/>
                </a:lnTo>
                <a:lnTo>
                  <a:pt x="0" y="0"/>
                </a:lnTo>
                <a:lnTo>
                  <a:pt x="2249" y="0"/>
                </a:lnTo>
                <a:lnTo>
                  <a:pt x="2249"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09" name=""/>
          <p:cNvSpPr/>
          <p:nvPr/>
        </p:nvSpPr>
        <p:spPr>
          <a:xfrm>
            <a:off x="11648880" y="4200480"/>
            <a:ext cx="9720" cy="638280"/>
          </a:xfrm>
          <a:custGeom>
            <a:avLst/>
            <a:gdLst/>
            <a:ahLst/>
            <a:rect l="0" t="0" r="r" b="b"/>
            <a:pathLst>
              <a:path w="27" h="1773">
                <a:moveTo>
                  <a:pt x="27" y="1773"/>
                </a:moveTo>
                <a:lnTo>
                  <a:pt x="0" y="1773"/>
                </a:lnTo>
                <a:lnTo>
                  <a:pt x="0" y="0"/>
                </a:lnTo>
                <a:lnTo>
                  <a:pt x="27" y="0"/>
                </a:lnTo>
                <a:lnTo>
                  <a:pt x="27" y="1773"/>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0" name=""/>
          <p:cNvSpPr/>
          <p:nvPr/>
        </p:nvSpPr>
        <p:spPr>
          <a:xfrm>
            <a:off x="5124240" y="4838400"/>
            <a:ext cx="10440" cy="613080"/>
          </a:xfrm>
          <a:custGeom>
            <a:avLst/>
            <a:gdLst/>
            <a:ahLst/>
            <a:rect l="0" t="0" r="r" b="b"/>
            <a:pathLst>
              <a:path w="29" h="1703">
                <a:moveTo>
                  <a:pt x="13" y="1676"/>
                </a:moveTo>
                <a:cubicBezTo>
                  <a:pt x="5" y="1657"/>
                  <a:pt x="0" y="1636"/>
                  <a:pt x="0" y="1615"/>
                </a:cubicBezTo>
                <a:lnTo>
                  <a:pt x="0" y="0"/>
                </a:lnTo>
                <a:lnTo>
                  <a:pt x="29" y="0"/>
                </a:lnTo>
                <a:lnTo>
                  <a:pt x="29" y="1703"/>
                </a:lnTo>
                <a:cubicBezTo>
                  <a:pt x="22" y="1695"/>
                  <a:pt x="17" y="1686"/>
                  <a:pt x="13" y="1676"/>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1" name=""/>
          <p:cNvSpPr/>
          <p:nvPr/>
        </p:nvSpPr>
        <p:spPr>
          <a:xfrm>
            <a:off x="5124240" y="4829040"/>
            <a:ext cx="810000" cy="9720"/>
          </a:xfrm>
          <a:custGeom>
            <a:avLst/>
            <a:gdLst/>
            <a:ahLst/>
            <a:rect l="0" t="0" r="r" b="b"/>
            <a:pathLst>
              <a:path w="2250" h="27">
                <a:moveTo>
                  <a:pt x="0" y="0"/>
                </a:moveTo>
                <a:lnTo>
                  <a:pt x="2250" y="0"/>
                </a:lnTo>
                <a:lnTo>
                  <a:pt x="225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2" name=""/>
          <p:cNvSpPr/>
          <p:nvPr/>
        </p:nvSpPr>
        <p:spPr>
          <a:xfrm>
            <a:off x="5924520" y="4838400"/>
            <a:ext cx="9720" cy="638640"/>
          </a:xfrm>
          <a:custGeom>
            <a:avLst/>
            <a:gdLst/>
            <a:ahLst/>
            <a:rect l="0" t="0" r="r" b="b"/>
            <a:pathLst>
              <a:path w="27" h="1774">
                <a:moveTo>
                  <a:pt x="0" y="1774"/>
                </a:moveTo>
                <a:lnTo>
                  <a:pt x="0" y="0"/>
                </a:lnTo>
                <a:lnTo>
                  <a:pt x="27" y="0"/>
                </a:lnTo>
                <a:lnTo>
                  <a:pt x="27"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3" name=""/>
          <p:cNvSpPr/>
          <p:nvPr/>
        </p:nvSpPr>
        <p:spPr>
          <a:xfrm>
            <a:off x="5933880" y="482904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4" name=""/>
          <p:cNvSpPr/>
          <p:nvPr/>
        </p:nvSpPr>
        <p:spPr>
          <a:xfrm>
            <a:off x="7124400" y="4838400"/>
            <a:ext cx="10080" cy="638640"/>
          </a:xfrm>
          <a:custGeom>
            <a:avLst/>
            <a:gdLst/>
            <a:ahLst/>
            <a:rect l="0" t="0" r="r" b="b"/>
            <a:pathLst>
              <a:path w="28" h="1774">
                <a:moveTo>
                  <a:pt x="0" y="1774"/>
                </a:moveTo>
                <a:lnTo>
                  <a:pt x="0" y="0"/>
                </a:lnTo>
                <a:lnTo>
                  <a:pt x="28" y="0"/>
                </a:lnTo>
                <a:lnTo>
                  <a:pt x="28"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5" name=""/>
          <p:cNvSpPr/>
          <p:nvPr/>
        </p:nvSpPr>
        <p:spPr>
          <a:xfrm>
            <a:off x="7134120" y="482904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6" name=""/>
          <p:cNvSpPr/>
          <p:nvPr/>
        </p:nvSpPr>
        <p:spPr>
          <a:xfrm>
            <a:off x="10839240" y="4838400"/>
            <a:ext cx="10080" cy="638640"/>
          </a:xfrm>
          <a:custGeom>
            <a:avLst/>
            <a:gdLst/>
            <a:ahLst/>
            <a:rect l="0" t="0" r="r" b="b"/>
            <a:pathLst>
              <a:path w="28" h="1774">
                <a:moveTo>
                  <a:pt x="0" y="1774"/>
                </a:moveTo>
                <a:lnTo>
                  <a:pt x="0" y="0"/>
                </a:lnTo>
                <a:lnTo>
                  <a:pt x="28" y="0"/>
                </a:lnTo>
                <a:lnTo>
                  <a:pt x="28"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7" name=""/>
          <p:cNvSpPr/>
          <p:nvPr/>
        </p:nvSpPr>
        <p:spPr>
          <a:xfrm>
            <a:off x="10848960" y="4829040"/>
            <a:ext cx="809640" cy="9720"/>
          </a:xfrm>
          <a:custGeom>
            <a:avLst/>
            <a:gdLst/>
            <a:ahLst/>
            <a:rect l="0" t="0" r="r" b="b"/>
            <a:pathLst>
              <a:path w="2249" h="27">
                <a:moveTo>
                  <a:pt x="2249" y="27"/>
                </a:moveTo>
                <a:lnTo>
                  <a:pt x="0" y="27"/>
                </a:lnTo>
                <a:lnTo>
                  <a:pt x="0" y="0"/>
                </a:lnTo>
                <a:lnTo>
                  <a:pt x="2249" y="0"/>
                </a:lnTo>
                <a:lnTo>
                  <a:pt x="2249"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8" name=""/>
          <p:cNvSpPr/>
          <p:nvPr/>
        </p:nvSpPr>
        <p:spPr>
          <a:xfrm>
            <a:off x="11648880" y="4838400"/>
            <a:ext cx="9720" cy="613080"/>
          </a:xfrm>
          <a:custGeom>
            <a:avLst/>
            <a:gdLst/>
            <a:ahLst/>
            <a:rect l="0" t="0" r="r" b="b"/>
            <a:pathLst>
              <a:path w="27" h="1703">
                <a:moveTo>
                  <a:pt x="27" y="1615"/>
                </a:moveTo>
                <a:cubicBezTo>
                  <a:pt x="27" y="1636"/>
                  <a:pt x="22" y="1657"/>
                  <a:pt x="14" y="1676"/>
                </a:cubicBezTo>
                <a:cubicBezTo>
                  <a:pt x="10" y="1686"/>
                  <a:pt x="6" y="1695"/>
                  <a:pt x="0" y="1703"/>
                </a:cubicBezTo>
                <a:lnTo>
                  <a:pt x="0" y="0"/>
                </a:lnTo>
                <a:lnTo>
                  <a:pt x="27" y="0"/>
                </a:lnTo>
                <a:lnTo>
                  <a:pt x="27" y="1615"/>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19" name=""/>
          <p:cNvSpPr/>
          <p:nvPr/>
        </p:nvSpPr>
        <p:spPr>
          <a:xfrm>
            <a:off x="5149800" y="5467320"/>
            <a:ext cx="784440" cy="9720"/>
          </a:xfrm>
          <a:custGeom>
            <a:avLst/>
            <a:gdLst/>
            <a:ahLst/>
            <a:rect l="0" t="0" r="r" b="b"/>
            <a:pathLst>
              <a:path w="2179" h="27">
                <a:moveTo>
                  <a:pt x="88" y="27"/>
                </a:moveTo>
                <a:cubicBezTo>
                  <a:pt x="67" y="27"/>
                  <a:pt x="47" y="23"/>
                  <a:pt x="27" y="15"/>
                </a:cubicBezTo>
                <a:cubicBezTo>
                  <a:pt x="18" y="11"/>
                  <a:pt x="8" y="5"/>
                  <a:pt x="0" y="0"/>
                </a:cubicBezTo>
                <a:lnTo>
                  <a:pt x="2179" y="0"/>
                </a:lnTo>
                <a:lnTo>
                  <a:pt x="2179"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20" name=""/>
          <p:cNvSpPr/>
          <p:nvPr/>
        </p:nvSpPr>
        <p:spPr>
          <a:xfrm>
            <a:off x="5933880" y="5467320"/>
            <a:ext cx="1200600" cy="9720"/>
          </a:xfrm>
          <a:custGeom>
            <a:avLst/>
            <a:gdLst/>
            <a:ahLst/>
            <a:rect l="0" t="0" r="r" b="b"/>
            <a:pathLst>
              <a:path w="3335" h="27">
                <a:moveTo>
                  <a:pt x="0" y="27"/>
                </a:moveTo>
                <a:lnTo>
                  <a:pt x="0" y="0"/>
                </a:lnTo>
                <a:lnTo>
                  <a:pt x="3335" y="0"/>
                </a:lnTo>
                <a:lnTo>
                  <a:pt x="3335"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21" name=""/>
          <p:cNvSpPr/>
          <p:nvPr/>
        </p:nvSpPr>
        <p:spPr>
          <a:xfrm>
            <a:off x="7134120" y="5467320"/>
            <a:ext cx="3715200" cy="9720"/>
          </a:xfrm>
          <a:custGeom>
            <a:avLst/>
            <a:gdLst/>
            <a:ahLst/>
            <a:rect l="0" t="0" r="r" b="b"/>
            <a:pathLst>
              <a:path w="10320" h="27">
                <a:moveTo>
                  <a:pt x="0" y="27"/>
                </a:moveTo>
                <a:lnTo>
                  <a:pt x="0" y="0"/>
                </a:lnTo>
                <a:lnTo>
                  <a:pt x="10320" y="0"/>
                </a:lnTo>
                <a:lnTo>
                  <a:pt x="10320"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22" name=""/>
          <p:cNvSpPr/>
          <p:nvPr/>
        </p:nvSpPr>
        <p:spPr>
          <a:xfrm>
            <a:off x="10848960" y="5467320"/>
            <a:ext cx="784440" cy="9720"/>
          </a:xfrm>
          <a:custGeom>
            <a:avLst/>
            <a:gdLst/>
            <a:ahLst/>
            <a:rect l="0" t="0" r="r" b="b"/>
            <a:pathLst>
              <a:path w="2179" h="27">
                <a:moveTo>
                  <a:pt x="2151" y="15"/>
                </a:moveTo>
                <a:cubicBezTo>
                  <a:pt x="2132" y="23"/>
                  <a:pt x="2112" y="27"/>
                  <a:pt x="2091" y="27"/>
                </a:cubicBezTo>
                <a:lnTo>
                  <a:pt x="0" y="27"/>
                </a:lnTo>
                <a:lnTo>
                  <a:pt x="0" y="0"/>
                </a:lnTo>
                <a:lnTo>
                  <a:pt x="2179" y="0"/>
                </a:lnTo>
                <a:cubicBezTo>
                  <a:pt x="2170" y="5"/>
                  <a:pt x="2161" y="11"/>
                  <a:pt x="2151" y="15"/>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223" name=""/>
          <p:cNvSpPr txBox="1"/>
          <p:nvPr/>
        </p:nvSpPr>
        <p:spPr>
          <a:xfrm>
            <a:off x="799920" y="3913920"/>
            <a:ext cx="3048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説明変数を⾒直し、モデルを再構築</a:t>
            </a:r>
            <a:endParaRPr lang="en-US" sz="1500" b="0" u="none" strike="noStrike">
              <a:solidFill>
                <a:srgbClr val="000000"/>
              </a:solidFill>
              <a:effectLst/>
              <a:uFillTx/>
              <a:latin typeface="游明朝体"/>
            </a:endParaRPr>
          </a:p>
        </p:txBody>
      </p:sp>
      <p:sp>
        <p:nvSpPr>
          <p:cNvPr id="4224" name=""/>
          <p:cNvSpPr txBox="1"/>
          <p:nvPr/>
        </p:nvSpPr>
        <p:spPr>
          <a:xfrm>
            <a:off x="5120640" y="1886760"/>
            <a:ext cx="10447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6"/>
                <a:ea typeface="HiraginoSans-W6"/>
              </a:rPr>
              <a:t>モデル変遷</a:t>
            </a:r>
            <a:endParaRPr lang="en-US" sz="1650" b="0" u="none" strike="noStrike">
              <a:solidFill>
                <a:srgbClr val="000000"/>
              </a:solidFill>
              <a:effectLst/>
              <a:uFillTx/>
              <a:latin typeface="游明朝体"/>
            </a:endParaRPr>
          </a:p>
        </p:txBody>
      </p:sp>
      <p:sp>
        <p:nvSpPr>
          <p:cNvPr id="4225" name=""/>
          <p:cNvSpPr txBox="1"/>
          <p:nvPr/>
        </p:nvSpPr>
        <p:spPr>
          <a:xfrm>
            <a:off x="5253840" y="237852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バージ</a:t>
            </a:r>
            <a:endParaRPr lang="en-US" sz="1350" b="0" u="none" strike="noStrike">
              <a:solidFill>
                <a:srgbClr val="000000"/>
              </a:solidFill>
              <a:effectLst/>
              <a:uFillTx/>
              <a:latin typeface="游明朝体"/>
            </a:endParaRPr>
          </a:p>
        </p:txBody>
      </p:sp>
      <p:sp>
        <p:nvSpPr>
          <p:cNvPr id="4226" name=""/>
          <p:cNvSpPr txBox="1"/>
          <p:nvPr/>
        </p:nvSpPr>
        <p:spPr>
          <a:xfrm>
            <a:off x="5253840" y="263556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ョン</a:t>
            </a:r>
            <a:endParaRPr lang="en-US" sz="1350" b="0" u="none" strike="noStrike">
              <a:solidFill>
                <a:srgbClr val="000000"/>
              </a:solidFill>
              <a:effectLst/>
              <a:uFillTx/>
              <a:latin typeface="游明朝体"/>
            </a:endParaRPr>
          </a:p>
        </p:txBody>
      </p:sp>
      <p:sp>
        <p:nvSpPr>
          <p:cNvPr id="4227" name=""/>
          <p:cNvSpPr txBox="1"/>
          <p:nvPr/>
        </p:nvSpPr>
        <p:spPr>
          <a:xfrm>
            <a:off x="6058080" y="250236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期間</a:t>
            </a:r>
            <a:endParaRPr lang="en-US" sz="1350" b="0" u="none" strike="noStrike">
              <a:solidFill>
                <a:srgbClr val="000000"/>
              </a:solidFill>
              <a:effectLst/>
              <a:uFillTx/>
              <a:latin typeface="游明朝体"/>
            </a:endParaRPr>
          </a:p>
        </p:txBody>
      </p:sp>
      <p:sp>
        <p:nvSpPr>
          <p:cNvPr id="4228" name=""/>
          <p:cNvSpPr txBox="1"/>
          <p:nvPr/>
        </p:nvSpPr>
        <p:spPr>
          <a:xfrm>
            <a:off x="7261920" y="250236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説明変数</a:t>
            </a:r>
            <a:endParaRPr lang="en-US" sz="1350" b="0" u="none" strike="noStrike">
              <a:solidFill>
                <a:srgbClr val="000000"/>
              </a:solidFill>
              <a:effectLst/>
              <a:uFillTx/>
              <a:latin typeface="游明朝体"/>
            </a:endParaRPr>
          </a:p>
        </p:txBody>
      </p:sp>
      <p:sp>
        <p:nvSpPr>
          <p:cNvPr id="4229" name=""/>
          <p:cNvSpPr txBox="1"/>
          <p:nvPr/>
        </p:nvSpPr>
        <p:spPr>
          <a:xfrm>
            <a:off x="10973520" y="2370600"/>
            <a:ext cx="234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CV</a:t>
            </a:r>
            <a:endParaRPr lang="en-US" sz="1350" b="0" u="none" strike="noStrike">
              <a:solidFill>
                <a:srgbClr val="000000"/>
              </a:solidFill>
              <a:effectLst/>
              <a:uFillTx/>
              <a:latin typeface="游明朝体"/>
            </a:endParaRPr>
          </a:p>
        </p:txBody>
      </p:sp>
      <p:sp>
        <p:nvSpPr>
          <p:cNvPr id="4230" name=""/>
          <p:cNvSpPr txBox="1"/>
          <p:nvPr/>
        </p:nvSpPr>
        <p:spPr>
          <a:xfrm>
            <a:off x="10973520" y="2627640"/>
            <a:ext cx="3830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MAE</a:t>
            </a:r>
            <a:endParaRPr lang="en-US" sz="1350" b="0" u="none" strike="noStrike">
              <a:solidFill>
                <a:srgbClr val="000000"/>
              </a:solidFill>
              <a:effectLst/>
              <a:uFillTx/>
              <a:latin typeface="游明朝体"/>
            </a:endParaRPr>
          </a:p>
        </p:txBody>
      </p:sp>
      <p:sp>
        <p:nvSpPr>
          <p:cNvPr id="4231" name=""/>
          <p:cNvSpPr txBox="1"/>
          <p:nvPr/>
        </p:nvSpPr>
        <p:spPr>
          <a:xfrm>
            <a:off x="5253840" y="3132360"/>
            <a:ext cx="181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v1</a:t>
            </a:r>
            <a:endParaRPr lang="en-US" sz="1350" b="0" u="none" strike="noStrike">
              <a:solidFill>
                <a:srgbClr val="000000"/>
              </a:solidFill>
              <a:effectLst/>
              <a:uFillTx/>
              <a:latin typeface="游明朝体"/>
            </a:endParaRPr>
          </a:p>
        </p:txBody>
      </p:sp>
      <p:sp>
        <p:nvSpPr>
          <p:cNvPr id="4232" name=""/>
          <p:cNvSpPr txBox="1"/>
          <p:nvPr/>
        </p:nvSpPr>
        <p:spPr>
          <a:xfrm>
            <a:off x="6058080" y="3016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33" name=""/>
          <p:cNvSpPr txBox="1"/>
          <p:nvPr/>
        </p:nvSpPr>
        <p:spPr>
          <a:xfrm>
            <a:off x="6229440" y="3008520"/>
            <a:ext cx="703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2026-05-</a:t>
            </a:r>
            <a:endParaRPr lang="en-US" sz="1350" b="0" u="none" strike="noStrike">
              <a:solidFill>
                <a:srgbClr val="000000"/>
              </a:solidFill>
              <a:effectLst/>
              <a:uFillTx/>
              <a:latin typeface="游明朝体"/>
            </a:endParaRPr>
          </a:p>
        </p:txBody>
      </p:sp>
      <p:sp>
        <p:nvSpPr>
          <p:cNvPr id="4234" name=""/>
          <p:cNvSpPr txBox="1"/>
          <p:nvPr/>
        </p:nvSpPr>
        <p:spPr>
          <a:xfrm>
            <a:off x="6058080" y="3265920"/>
            <a:ext cx="1904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17</a:t>
            </a:r>
            <a:endParaRPr lang="en-US" sz="1350" b="0" u="none" strike="noStrike">
              <a:solidFill>
                <a:srgbClr val="000000"/>
              </a:solidFill>
              <a:effectLst/>
              <a:uFillTx/>
              <a:latin typeface="游明朝体"/>
            </a:endParaRPr>
          </a:p>
        </p:txBody>
      </p:sp>
      <p:sp>
        <p:nvSpPr>
          <p:cNvPr id="4235" name=""/>
          <p:cNvSpPr txBox="1"/>
          <p:nvPr/>
        </p:nvSpPr>
        <p:spPr>
          <a:xfrm>
            <a:off x="7261920" y="300852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8</a:t>
            </a:r>
            <a:endParaRPr lang="en-US" sz="1350" b="0" u="none" strike="noStrike">
              <a:solidFill>
                <a:srgbClr val="000000"/>
              </a:solidFill>
              <a:effectLst/>
              <a:uFillTx/>
              <a:latin typeface="游明朝体"/>
            </a:endParaRPr>
          </a:p>
        </p:txBody>
      </p:sp>
      <p:sp>
        <p:nvSpPr>
          <p:cNvPr id="4236" name=""/>
          <p:cNvSpPr txBox="1"/>
          <p:nvPr/>
        </p:nvSpPr>
        <p:spPr>
          <a:xfrm>
            <a:off x="7356960" y="301680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変数（</a:t>
            </a:r>
            <a:endParaRPr lang="en-US" sz="1350" b="0" u="none" strike="noStrike">
              <a:solidFill>
                <a:srgbClr val="000000"/>
              </a:solidFill>
              <a:effectLst/>
              <a:uFillTx/>
              <a:latin typeface="游明朝体"/>
            </a:endParaRPr>
          </a:p>
        </p:txBody>
      </p:sp>
      <p:sp>
        <p:nvSpPr>
          <p:cNvPr id="4237" name=""/>
          <p:cNvSpPr txBox="1"/>
          <p:nvPr/>
        </p:nvSpPr>
        <p:spPr>
          <a:xfrm>
            <a:off x="7871400" y="3008520"/>
            <a:ext cx="3578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238" name=""/>
          <p:cNvSpPr txBox="1"/>
          <p:nvPr/>
        </p:nvSpPr>
        <p:spPr>
          <a:xfrm>
            <a:off x="8229960" y="3016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39" name=""/>
          <p:cNvSpPr txBox="1"/>
          <p:nvPr/>
        </p:nvSpPr>
        <p:spPr>
          <a:xfrm>
            <a:off x="8401680" y="3008520"/>
            <a:ext cx="7689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TMP_max</a:t>
            </a:r>
            <a:endParaRPr lang="en-US" sz="1350" b="0" u="none" strike="noStrike">
              <a:solidFill>
                <a:srgbClr val="000000"/>
              </a:solidFill>
              <a:effectLst/>
              <a:uFillTx/>
              <a:latin typeface="游明朝体"/>
            </a:endParaRPr>
          </a:p>
        </p:txBody>
      </p:sp>
      <p:sp>
        <p:nvSpPr>
          <p:cNvPr id="4240" name=""/>
          <p:cNvSpPr txBox="1"/>
          <p:nvPr/>
        </p:nvSpPr>
        <p:spPr>
          <a:xfrm>
            <a:off x="9173160" y="301680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41" name=""/>
          <p:cNvSpPr txBox="1"/>
          <p:nvPr/>
        </p:nvSpPr>
        <p:spPr>
          <a:xfrm>
            <a:off x="9516240" y="3008520"/>
            <a:ext cx="5508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sin/cos</a:t>
            </a:r>
            <a:endParaRPr lang="en-US" sz="1350" b="0" u="none" strike="noStrike">
              <a:solidFill>
                <a:srgbClr val="000000"/>
              </a:solidFill>
              <a:effectLst/>
              <a:uFillTx/>
              <a:latin typeface="游明朝体"/>
            </a:endParaRPr>
          </a:p>
        </p:txBody>
      </p:sp>
      <p:sp>
        <p:nvSpPr>
          <p:cNvPr id="4242" name=""/>
          <p:cNvSpPr txBox="1"/>
          <p:nvPr/>
        </p:nvSpPr>
        <p:spPr>
          <a:xfrm>
            <a:off x="10068480" y="3016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43" name=""/>
          <p:cNvSpPr txBox="1"/>
          <p:nvPr/>
        </p:nvSpPr>
        <p:spPr>
          <a:xfrm>
            <a:off x="7261920" y="3265920"/>
            <a:ext cx="11764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GSR_5day_avg</a:t>
            </a:r>
            <a:endParaRPr lang="en-US" sz="1350" b="0" u="none" strike="noStrike">
              <a:solidFill>
                <a:srgbClr val="000000"/>
              </a:solidFill>
              <a:effectLst/>
              <a:uFillTx/>
              <a:latin typeface="游明朝体"/>
            </a:endParaRPr>
          </a:p>
        </p:txBody>
      </p:sp>
      <p:sp>
        <p:nvSpPr>
          <p:cNvPr id="4244" name=""/>
          <p:cNvSpPr txBox="1"/>
          <p:nvPr/>
        </p:nvSpPr>
        <p:spPr>
          <a:xfrm>
            <a:off x="8442720" y="327384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45" name=""/>
          <p:cNvSpPr txBox="1"/>
          <p:nvPr/>
        </p:nvSpPr>
        <p:spPr>
          <a:xfrm>
            <a:off x="8614440" y="3265920"/>
            <a:ext cx="1189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GSR_5day_ago</a:t>
            </a:r>
            <a:endParaRPr lang="en-US" sz="1350" b="0" u="none" strike="noStrike">
              <a:solidFill>
                <a:srgbClr val="000000"/>
              </a:solidFill>
              <a:effectLst/>
              <a:uFillTx/>
              <a:latin typeface="游明朝体"/>
            </a:endParaRPr>
          </a:p>
        </p:txBody>
      </p:sp>
      <p:sp>
        <p:nvSpPr>
          <p:cNvPr id="4246" name=""/>
          <p:cNvSpPr txBox="1"/>
          <p:nvPr/>
        </p:nvSpPr>
        <p:spPr>
          <a:xfrm>
            <a:off x="9808200" y="327384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等）</a:t>
            </a:r>
            <a:endParaRPr lang="en-US" sz="1350" b="0" u="none" strike="noStrike">
              <a:solidFill>
                <a:srgbClr val="000000"/>
              </a:solidFill>
              <a:effectLst/>
              <a:uFillTx/>
              <a:latin typeface="游明朝体"/>
            </a:endParaRPr>
          </a:p>
        </p:txBody>
      </p:sp>
      <p:sp>
        <p:nvSpPr>
          <p:cNvPr id="4247" name=""/>
          <p:cNvSpPr txBox="1"/>
          <p:nvPr/>
        </p:nvSpPr>
        <p:spPr>
          <a:xfrm>
            <a:off x="10973520" y="3132360"/>
            <a:ext cx="1713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4248" name=""/>
          <p:cNvSpPr txBox="1"/>
          <p:nvPr/>
        </p:nvSpPr>
        <p:spPr>
          <a:xfrm>
            <a:off x="5253840" y="3770640"/>
            <a:ext cx="181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v2</a:t>
            </a:r>
            <a:endParaRPr lang="en-US" sz="1350" b="0" u="none" strike="noStrike">
              <a:solidFill>
                <a:srgbClr val="000000"/>
              </a:solidFill>
              <a:effectLst/>
              <a:uFillTx/>
              <a:latin typeface="游明朝体"/>
            </a:endParaRPr>
          </a:p>
        </p:txBody>
      </p:sp>
      <p:sp>
        <p:nvSpPr>
          <p:cNvPr id="4249" name=""/>
          <p:cNvSpPr txBox="1"/>
          <p:nvPr/>
        </p:nvSpPr>
        <p:spPr>
          <a:xfrm>
            <a:off x="6058080" y="3646800"/>
            <a:ext cx="703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2026-05-</a:t>
            </a:r>
            <a:endParaRPr lang="en-US" sz="1350" b="0" u="none" strike="noStrike">
              <a:solidFill>
                <a:srgbClr val="000000"/>
              </a:solidFill>
              <a:effectLst/>
              <a:uFillTx/>
              <a:latin typeface="游明朝体"/>
            </a:endParaRPr>
          </a:p>
        </p:txBody>
      </p:sp>
      <p:sp>
        <p:nvSpPr>
          <p:cNvPr id="4250" name=""/>
          <p:cNvSpPr txBox="1"/>
          <p:nvPr/>
        </p:nvSpPr>
        <p:spPr>
          <a:xfrm>
            <a:off x="6058080" y="3903840"/>
            <a:ext cx="1904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18</a:t>
            </a:r>
            <a:endParaRPr lang="en-US" sz="1350" b="0" u="none" strike="noStrike">
              <a:solidFill>
                <a:srgbClr val="000000"/>
              </a:solidFill>
              <a:effectLst/>
              <a:uFillTx/>
              <a:latin typeface="游明朝体"/>
            </a:endParaRPr>
          </a:p>
        </p:txBody>
      </p:sp>
      <p:sp>
        <p:nvSpPr>
          <p:cNvPr id="4251" name=""/>
          <p:cNvSpPr txBox="1"/>
          <p:nvPr/>
        </p:nvSpPr>
        <p:spPr>
          <a:xfrm>
            <a:off x="6248880" y="391212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52" name=""/>
          <p:cNvSpPr txBox="1"/>
          <p:nvPr/>
        </p:nvSpPr>
        <p:spPr>
          <a:xfrm>
            <a:off x="6420240" y="3903840"/>
            <a:ext cx="4467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06-06</a:t>
            </a:r>
            <a:endParaRPr lang="en-US" sz="1350" b="0" u="none" strike="noStrike">
              <a:solidFill>
                <a:srgbClr val="000000"/>
              </a:solidFill>
              <a:effectLst/>
              <a:uFillTx/>
              <a:latin typeface="游明朝体"/>
            </a:endParaRPr>
          </a:p>
        </p:txBody>
      </p:sp>
      <p:sp>
        <p:nvSpPr>
          <p:cNvPr id="4253" name=""/>
          <p:cNvSpPr txBox="1"/>
          <p:nvPr/>
        </p:nvSpPr>
        <p:spPr>
          <a:xfrm>
            <a:off x="7261920" y="377064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6</a:t>
            </a:r>
            <a:endParaRPr lang="en-US" sz="1350" b="0" u="none" strike="noStrike">
              <a:solidFill>
                <a:srgbClr val="000000"/>
              </a:solidFill>
              <a:effectLst/>
              <a:uFillTx/>
              <a:latin typeface="游明朝体"/>
            </a:endParaRPr>
          </a:p>
        </p:txBody>
      </p:sp>
      <p:sp>
        <p:nvSpPr>
          <p:cNvPr id="4254" name=""/>
          <p:cNvSpPr txBox="1"/>
          <p:nvPr/>
        </p:nvSpPr>
        <p:spPr>
          <a:xfrm>
            <a:off x="7356960" y="377856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変数（</a:t>
            </a:r>
            <a:endParaRPr lang="en-US" sz="1350" b="0" u="none" strike="noStrike">
              <a:solidFill>
                <a:srgbClr val="000000"/>
              </a:solidFill>
              <a:effectLst/>
              <a:uFillTx/>
              <a:latin typeface="游明朝体"/>
            </a:endParaRPr>
          </a:p>
        </p:txBody>
      </p:sp>
      <p:sp>
        <p:nvSpPr>
          <p:cNvPr id="4255" name=""/>
          <p:cNvSpPr txBox="1"/>
          <p:nvPr/>
        </p:nvSpPr>
        <p:spPr>
          <a:xfrm>
            <a:off x="7871400" y="3770640"/>
            <a:ext cx="3578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256" name=""/>
          <p:cNvSpPr txBox="1"/>
          <p:nvPr/>
        </p:nvSpPr>
        <p:spPr>
          <a:xfrm>
            <a:off x="8229960" y="377856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57" name=""/>
          <p:cNvSpPr txBox="1"/>
          <p:nvPr/>
        </p:nvSpPr>
        <p:spPr>
          <a:xfrm>
            <a:off x="8401680" y="3770640"/>
            <a:ext cx="7812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4258" name=""/>
          <p:cNvSpPr txBox="1"/>
          <p:nvPr/>
        </p:nvSpPr>
        <p:spPr>
          <a:xfrm>
            <a:off x="9185760" y="377856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59" name=""/>
          <p:cNvSpPr txBox="1"/>
          <p:nvPr/>
        </p:nvSpPr>
        <p:spPr>
          <a:xfrm>
            <a:off x="9357120" y="3770640"/>
            <a:ext cx="8164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TMP_max </a:t>
            </a:r>
            <a:endParaRPr lang="en-US" sz="1350" b="0" u="none" strike="noStrike">
              <a:solidFill>
                <a:srgbClr val="000000"/>
              </a:solidFill>
              <a:effectLst/>
              <a:uFillTx/>
              <a:latin typeface="游明朝体"/>
            </a:endParaRPr>
          </a:p>
        </p:txBody>
      </p:sp>
      <p:sp>
        <p:nvSpPr>
          <p:cNvPr id="4260" name=""/>
          <p:cNvSpPr txBox="1"/>
          <p:nvPr/>
        </p:nvSpPr>
        <p:spPr>
          <a:xfrm>
            <a:off x="10176480" y="377856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等）</a:t>
            </a:r>
            <a:endParaRPr lang="en-US" sz="1350" b="0" u="none" strike="noStrike">
              <a:solidFill>
                <a:srgbClr val="000000"/>
              </a:solidFill>
              <a:effectLst/>
              <a:uFillTx/>
              <a:latin typeface="游明朝体"/>
            </a:endParaRPr>
          </a:p>
        </p:txBody>
      </p:sp>
      <p:sp>
        <p:nvSpPr>
          <p:cNvPr id="4261" name=""/>
          <p:cNvSpPr txBox="1"/>
          <p:nvPr/>
        </p:nvSpPr>
        <p:spPr>
          <a:xfrm>
            <a:off x="10973520" y="36468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2.23</a:t>
            </a:r>
            <a:endParaRPr lang="en-US" sz="1350" b="0" u="none" strike="noStrike">
              <a:solidFill>
                <a:srgbClr val="000000"/>
              </a:solidFill>
              <a:effectLst/>
              <a:uFillTx/>
              <a:latin typeface="游明朝体"/>
            </a:endParaRPr>
          </a:p>
        </p:txBody>
      </p:sp>
      <p:sp>
        <p:nvSpPr>
          <p:cNvPr id="4262" name=""/>
          <p:cNvSpPr txBox="1"/>
          <p:nvPr/>
        </p:nvSpPr>
        <p:spPr>
          <a:xfrm>
            <a:off x="10973520" y="3903840"/>
            <a:ext cx="3423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4263" name=""/>
          <p:cNvSpPr txBox="1"/>
          <p:nvPr/>
        </p:nvSpPr>
        <p:spPr>
          <a:xfrm>
            <a:off x="5253840" y="4408920"/>
            <a:ext cx="184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4264" name=""/>
          <p:cNvSpPr txBox="1"/>
          <p:nvPr/>
        </p:nvSpPr>
        <p:spPr>
          <a:xfrm>
            <a:off x="6058080" y="4285080"/>
            <a:ext cx="7092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2026-06-</a:t>
            </a:r>
            <a:endParaRPr lang="en-US" sz="1350" b="0" u="none" strike="noStrike">
              <a:solidFill>
                <a:srgbClr val="000000"/>
              </a:solidFill>
              <a:effectLst/>
              <a:uFillTx/>
              <a:latin typeface="游明朝体"/>
            </a:endParaRPr>
          </a:p>
        </p:txBody>
      </p:sp>
      <p:sp>
        <p:nvSpPr>
          <p:cNvPr id="4265" name=""/>
          <p:cNvSpPr txBox="1"/>
          <p:nvPr/>
        </p:nvSpPr>
        <p:spPr>
          <a:xfrm>
            <a:off x="6058080" y="4542120"/>
            <a:ext cx="1904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07</a:t>
            </a:r>
            <a:endParaRPr lang="en-US" sz="1350" b="0" u="none" strike="noStrike">
              <a:solidFill>
                <a:srgbClr val="000000"/>
              </a:solidFill>
              <a:effectLst/>
              <a:uFillTx/>
              <a:latin typeface="游明朝体"/>
            </a:endParaRPr>
          </a:p>
        </p:txBody>
      </p:sp>
      <p:sp>
        <p:nvSpPr>
          <p:cNvPr id="4266" name=""/>
          <p:cNvSpPr txBox="1"/>
          <p:nvPr/>
        </p:nvSpPr>
        <p:spPr>
          <a:xfrm>
            <a:off x="6248880" y="455004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267" name=""/>
          <p:cNvSpPr txBox="1"/>
          <p:nvPr/>
        </p:nvSpPr>
        <p:spPr>
          <a:xfrm>
            <a:off x="7261920" y="4408920"/>
            <a:ext cx="171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3</a:t>
            </a:r>
            <a:endParaRPr lang="en-US" sz="1350" b="0" u="none" strike="noStrike">
              <a:solidFill>
                <a:srgbClr val="000000"/>
              </a:solidFill>
              <a:effectLst/>
              <a:uFillTx/>
              <a:latin typeface="游明朝体"/>
            </a:endParaRPr>
          </a:p>
        </p:txBody>
      </p:sp>
      <p:sp>
        <p:nvSpPr>
          <p:cNvPr id="4268" name=""/>
          <p:cNvSpPr txBox="1"/>
          <p:nvPr/>
        </p:nvSpPr>
        <p:spPr>
          <a:xfrm>
            <a:off x="7356960" y="4416840"/>
            <a:ext cx="51264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変数（</a:t>
            </a:r>
            <a:endParaRPr lang="en-US" sz="1350" b="0" u="none" strike="noStrike">
              <a:solidFill>
                <a:srgbClr val="000000"/>
              </a:solidFill>
              <a:effectLst/>
              <a:uFillTx/>
              <a:latin typeface="游明朝体"/>
            </a:endParaRPr>
          </a:p>
        </p:txBody>
      </p:sp>
      <p:sp>
        <p:nvSpPr>
          <p:cNvPr id="4269" name=""/>
          <p:cNvSpPr txBox="1"/>
          <p:nvPr/>
        </p:nvSpPr>
        <p:spPr>
          <a:xfrm>
            <a:off x="7871400" y="4408920"/>
            <a:ext cx="364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270" name=""/>
          <p:cNvSpPr txBox="1"/>
          <p:nvPr/>
        </p:nvSpPr>
        <p:spPr>
          <a:xfrm>
            <a:off x="8236800" y="441684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271" name=""/>
          <p:cNvSpPr txBox="1"/>
          <p:nvPr/>
        </p:nvSpPr>
        <p:spPr>
          <a:xfrm>
            <a:off x="8408160" y="4408920"/>
            <a:ext cx="8222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4272" name=""/>
          <p:cNvSpPr txBox="1"/>
          <p:nvPr/>
        </p:nvSpPr>
        <p:spPr>
          <a:xfrm>
            <a:off x="9233280" y="441684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273" name=""/>
          <p:cNvSpPr txBox="1"/>
          <p:nvPr/>
        </p:nvSpPr>
        <p:spPr>
          <a:xfrm>
            <a:off x="9405000" y="4408920"/>
            <a:ext cx="3488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274" name=""/>
          <p:cNvSpPr txBox="1"/>
          <p:nvPr/>
        </p:nvSpPr>
        <p:spPr>
          <a:xfrm>
            <a:off x="9754560" y="441684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275" name=""/>
          <p:cNvSpPr txBox="1"/>
          <p:nvPr/>
        </p:nvSpPr>
        <p:spPr>
          <a:xfrm>
            <a:off x="10973520" y="4285080"/>
            <a:ext cx="333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2.08</a:t>
            </a:r>
            <a:endParaRPr lang="en-US" sz="1350" b="0" u="none" strike="noStrike">
              <a:solidFill>
                <a:srgbClr val="000000"/>
              </a:solidFill>
              <a:effectLst/>
              <a:uFillTx/>
              <a:latin typeface="游明朝体"/>
            </a:endParaRPr>
          </a:p>
        </p:txBody>
      </p:sp>
      <p:sp>
        <p:nvSpPr>
          <p:cNvPr id="4276" name=""/>
          <p:cNvSpPr txBox="1"/>
          <p:nvPr/>
        </p:nvSpPr>
        <p:spPr>
          <a:xfrm>
            <a:off x="10973520" y="4542120"/>
            <a:ext cx="3610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4277" name=""/>
          <p:cNvSpPr txBox="1"/>
          <p:nvPr/>
        </p:nvSpPr>
        <p:spPr>
          <a:xfrm>
            <a:off x="5253840" y="5046840"/>
            <a:ext cx="2822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4278" name=""/>
          <p:cNvSpPr txBox="1"/>
          <p:nvPr/>
        </p:nvSpPr>
        <p:spPr>
          <a:xfrm>
            <a:off x="6058080" y="4923000"/>
            <a:ext cx="7030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2026-06-</a:t>
            </a:r>
            <a:endParaRPr lang="en-US" sz="1350" b="0" u="none" strike="noStrike">
              <a:solidFill>
                <a:srgbClr val="000000"/>
              </a:solidFill>
              <a:effectLst/>
              <a:uFillTx/>
              <a:latin typeface="游明朝体"/>
            </a:endParaRPr>
          </a:p>
        </p:txBody>
      </p:sp>
      <p:sp>
        <p:nvSpPr>
          <p:cNvPr id="4279" name=""/>
          <p:cNvSpPr txBox="1"/>
          <p:nvPr/>
        </p:nvSpPr>
        <p:spPr>
          <a:xfrm>
            <a:off x="6058080" y="5180400"/>
            <a:ext cx="1904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23</a:t>
            </a:r>
            <a:endParaRPr lang="en-US" sz="1350" b="0" u="none" strike="noStrike">
              <a:solidFill>
                <a:srgbClr val="000000"/>
              </a:solidFill>
              <a:effectLst/>
              <a:uFillTx/>
              <a:latin typeface="游明朝体"/>
            </a:endParaRPr>
          </a:p>
        </p:txBody>
      </p:sp>
      <p:sp>
        <p:nvSpPr>
          <p:cNvPr id="4280" name=""/>
          <p:cNvSpPr txBox="1"/>
          <p:nvPr/>
        </p:nvSpPr>
        <p:spPr>
          <a:xfrm>
            <a:off x="6248880" y="518832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81" name=""/>
          <p:cNvSpPr txBox="1"/>
          <p:nvPr/>
        </p:nvSpPr>
        <p:spPr>
          <a:xfrm>
            <a:off x="7261920" y="504684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a:t>
            </a:r>
            <a:endParaRPr lang="en-US" sz="1350" b="0" u="none" strike="noStrike">
              <a:solidFill>
                <a:srgbClr val="000000"/>
              </a:solidFill>
              <a:effectLst/>
              <a:uFillTx/>
              <a:latin typeface="游明朝体"/>
            </a:endParaRPr>
          </a:p>
        </p:txBody>
      </p:sp>
      <p:sp>
        <p:nvSpPr>
          <p:cNvPr id="4282" name=""/>
          <p:cNvSpPr txBox="1"/>
          <p:nvPr/>
        </p:nvSpPr>
        <p:spPr>
          <a:xfrm>
            <a:off x="7356960" y="505512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変数（</a:t>
            </a:r>
            <a:endParaRPr lang="en-US" sz="1350" b="0" u="none" strike="noStrike">
              <a:solidFill>
                <a:srgbClr val="000000"/>
              </a:solidFill>
              <a:effectLst/>
              <a:uFillTx/>
              <a:latin typeface="游明朝体"/>
            </a:endParaRPr>
          </a:p>
        </p:txBody>
      </p:sp>
      <p:sp>
        <p:nvSpPr>
          <p:cNvPr id="4283" name=""/>
          <p:cNvSpPr txBox="1"/>
          <p:nvPr/>
        </p:nvSpPr>
        <p:spPr>
          <a:xfrm>
            <a:off x="7871400" y="5046840"/>
            <a:ext cx="3578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284" name=""/>
          <p:cNvSpPr txBox="1"/>
          <p:nvPr/>
        </p:nvSpPr>
        <p:spPr>
          <a:xfrm>
            <a:off x="8229960" y="505512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85" name=""/>
          <p:cNvSpPr txBox="1"/>
          <p:nvPr/>
        </p:nvSpPr>
        <p:spPr>
          <a:xfrm>
            <a:off x="8401680" y="5046840"/>
            <a:ext cx="7812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4286" name=""/>
          <p:cNvSpPr txBox="1"/>
          <p:nvPr/>
        </p:nvSpPr>
        <p:spPr>
          <a:xfrm>
            <a:off x="9185760" y="505512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287" name=""/>
          <p:cNvSpPr txBox="1"/>
          <p:nvPr/>
        </p:nvSpPr>
        <p:spPr>
          <a:xfrm>
            <a:off x="9357120" y="5046840"/>
            <a:ext cx="342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288" name=""/>
          <p:cNvSpPr txBox="1"/>
          <p:nvPr/>
        </p:nvSpPr>
        <p:spPr>
          <a:xfrm>
            <a:off x="9699840" y="505512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除外）</a:t>
            </a:r>
            <a:endParaRPr lang="en-US" sz="1350" b="0" u="none" strike="noStrike">
              <a:solidFill>
                <a:srgbClr val="000000"/>
              </a:solidFill>
              <a:effectLst/>
              <a:uFillTx/>
              <a:latin typeface="游明朝体"/>
            </a:endParaRPr>
          </a:p>
        </p:txBody>
      </p:sp>
      <p:sp>
        <p:nvSpPr>
          <p:cNvPr id="4289" name=""/>
          <p:cNvSpPr txBox="1"/>
          <p:nvPr/>
        </p:nvSpPr>
        <p:spPr>
          <a:xfrm>
            <a:off x="10973520" y="4923000"/>
            <a:ext cx="333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2.22</a:t>
            </a:r>
            <a:endParaRPr lang="en-US" sz="1350" b="0" u="none" strike="noStrike">
              <a:solidFill>
                <a:srgbClr val="000000"/>
              </a:solidFill>
              <a:effectLst/>
              <a:uFillTx/>
              <a:latin typeface="游明朝体"/>
            </a:endParaRPr>
          </a:p>
        </p:txBody>
      </p:sp>
      <p:sp>
        <p:nvSpPr>
          <p:cNvPr id="4290" name=""/>
          <p:cNvSpPr txBox="1"/>
          <p:nvPr/>
        </p:nvSpPr>
        <p:spPr>
          <a:xfrm>
            <a:off x="10973520" y="5180400"/>
            <a:ext cx="3423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4291" name=""/>
          <p:cNvSpPr txBox="1"/>
          <p:nvPr/>
        </p:nvSpPr>
        <p:spPr>
          <a:xfrm>
            <a:off x="5120640" y="5647320"/>
            <a:ext cx="3048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変数を絞り込むたびに精度が向上（</a:t>
            </a:r>
            <a:endParaRPr lang="en-US" sz="1500" b="0" u="none" strike="noStrike">
              <a:solidFill>
                <a:srgbClr val="000000"/>
              </a:solidFill>
              <a:effectLst/>
              <a:uFillTx/>
              <a:latin typeface="游明朝体"/>
            </a:endParaRPr>
          </a:p>
        </p:txBody>
      </p:sp>
      <p:sp>
        <p:nvSpPr>
          <p:cNvPr id="4292" name=""/>
          <p:cNvSpPr txBox="1"/>
          <p:nvPr/>
        </p:nvSpPr>
        <p:spPr>
          <a:xfrm>
            <a:off x="8168760" y="5638320"/>
            <a:ext cx="11368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CV MAE 2.23</a:t>
            </a:r>
            <a:endParaRPr lang="en-US" sz="1500" b="0" u="none" strike="noStrike">
              <a:solidFill>
                <a:srgbClr val="000000"/>
              </a:solidFill>
              <a:effectLst/>
              <a:uFillTx/>
              <a:latin typeface="游明朝体"/>
            </a:endParaRPr>
          </a:p>
        </p:txBody>
      </p:sp>
      <p:sp>
        <p:nvSpPr>
          <p:cNvPr id="4293" name=""/>
          <p:cNvSpPr txBox="1"/>
          <p:nvPr/>
        </p:nvSpPr>
        <p:spPr>
          <a:xfrm>
            <a:off x="9304920" y="5647320"/>
            <a:ext cx="191160" cy="2120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Arial"/>
                <a:ea typeface="Arial"/>
              </a:rPr>
              <a:t>→</a:t>
            </a:r>
            <a:endParaRPr lang="en-US" sz="1500" b="0" u="none" strike="noStrike">
              <a:solidFill>
                <a:srgbClr val="000000"/>
              </a:solidFill>
              <a:effectLst/>
              <a:uFillTx/>
              <a:latin typeface="游明朝体"/>
            </a:endParaRPr>
          </a:p>
        </p:txBody>
      </p:sp>
      <p:sp>
        <p:nvSpPr>
          <p:cNvPr id="4294" name=""/>
          <p:cNvSpPr txBox="1"/>
          <p:nvPr/>
        </p:nvSpPr>
        <p:spPr>
          <a:xfrm>
            <a:off x="9495360" y="5638320"/>
            <a:ext cx="8056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2.08 kWh</a:t>
            </a:r>
            <a:endParaRPr lang="en-US" sz="1500" b="0" u="none" strike="noStrike">
              <a:solidFill>
                <a:srgbClr val="000000"/>
              </a:solidFill>
              <a:effectLst/>
              <a:uFillTx/>
              <a:latin typeface="游明朝体"/>
            </a:endParaRPr>
          </a:p>
        </p:txBody>
      </p:sp>
      <p:sp>
        <p:nvSpPr>
          <p:cNvPr id="4295" name=""/>
          <p:cNvSpPr txBox="1"/>
          <p:nvPr/>
        </p:nvSpPr>
        <p:spPr>
          <a:xfrm>
            <a:off x="10300320" y="564732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4296" name=""/>
          <p:cNvSpPr/>
          <p:nvPr/>
        </p:nvSpPr>
        <p:spPr>
          <a:xfrm>
            <a:off x="533160" y="1369080"/>
            <a:ext cx="7200" cy="33480"/>
          </a:xfrm>
          <a:custGeom>
            <a:avLst/>
            <a:gdLst/>
            <a:ahLst/>
            <a:rect l="0" t="0" r="r" b="b"/>
            <a:pathLst>
              <a:path w="20" h="93">
                <a:moveTo>
                  <a:pt x="20" y="0"/>
                </a:moveTo>
                <a:lnTo>
                  <a:pt x="20" y="93"/>
                </a:lnTo>
                <a:cubicBezTo>
                  <a:pt x="7" y="80"/>
                  <a:pt x="0" y="64"/>
                  <a:pt x="0" y="46"/>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97" name=""/>
          <p:cNvSpPr/>
          <p:nvPr/>
        </p:nvSpPr>
        <p:spPr>
          <a:xfrm>
            <a:off x="540000" y="1364040"/>
            <a:ext cx="6840" cy="43560"/>
          </a:xfrm>
          <a:custGeom>
            <a:avLst/>
            <a:gdLst/>
            <a:ahLst/>
            <a:rect l="0" t="0" r="r" b="b"/>
            <a:pathLst>
              <a:path w="19" h="121">
                <a:moveTo>
                  <a:pt x="1" y="13"/>
                </a:moveTo>
                <a:cubicBezTo>
                  <a:pt x="7" y="8"/>
                  <a:pt x="13" y="4"/>
                  <a:pt x="19" y="0"/>
                </a:cubicBezTo>
                <a:lnTo>
                  <a:pt x="19" y="121"/>
                </a:lnTo>
                <a:cubicBezTo>
                  <a:pt x="13" y="118"/>
                  <a:pt x="7" y="113"/>
                  <a:pt x="1" y="108"/>
                </a:cubicBezTo>
                <a:cubicBezTo>
                  <a:pt x="0" y="108"/>
                  <a:pt x="0" y="107"/>
                  <a:pt x="0" y="107"/>
                </a:cubicBezTo>
                <a:lnTo>
                  <a:pt x="0" y="14"/>
                </a:lnTo>
                <a:lnTo>
                  <a:pt x="1" y="13"/>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98" name=""/>
          <p:cNvSpPr/>
          <p:nvPr/>
        </p:nvSpPr>
        <p:spPr>
          <a:xfrm>
            <a:off x="546480" y="1362240"/>
            <a:ext cx="7200" cy="47520"/>
          </a:xfrm>
          <a:custGeom>
            <a:avLst/>
            <a:gdLst/>
            <a:ahLst/>
            <a:rect l="0" t="0" r="r" b="b"/>
            <a:pathLst>
              <a:path w="20" h="132">
                <a:moveTo>
                  <a:pt x="20" y="0"/>
                </a:moveTo>
                <a:lnTo>
                  <a:pt x="20" y="132"/>
                </a:lnTo>
                <a:cubicBezTo>
                  <a:pt x="13" y="131"/>
                  <a:pt x="7" y="129"/>
                  <a:pt x="0" y="126"/>
                </a:cubicBezTo>
                <a:lnTo>
                  <a:pt x="0" y="5"/>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299" name=""/>
          <p:cNvSpPr/>
          <p:nvPr/>
        </p:nvSpPr>
        <p:spPr>
          <a:xfrm>
            <a:off x="553320" y="136188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0" name=""/>
          <p:cNvSpPr/>
          <p:nvPr/>
        </p:nvSpPr>
        <p:spPr>
          <a:xfrm>
            <a:off x="5601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1" name=""/>
          <p:cNvSpPr/>
          <p:nvPr/>
        </p:nvSpPr>
        <p:spPr>
          <a:xfrm>
            <a:off x="566640" y="136188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2" name=""/>
          <p:cNvSpPr/>
          <p:nvPr/>
        </p:nvSpPr>
        <p:spPr>
          <a:xfrm>
            <a:off x="57348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3" name=""/>
          <p:cNvSpPr/>
          <p:nvPr/>
        </p:nvSpPr>
        <p:spPr>
          <a:xfrm>
            <a:off x="5799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4" name=""/>
          <p:cNvSpPr/>
          <p:nvPr/>
        </p:nvSpPr>
        <p:spPr>
          <a:xfrm>
            <a:off x="5868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5" name=""/>
          <p:cNvSpPr/>
          <p:nvPr/>
        </p:nvSpPr>
        <p:spPr>
          <a:xfrm>
            <a:off x="59364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6" name=""/>
          <p:cNvSpPr/>
          <p:nvPr/>
        </p:nvSpPr>
        <p:spPr>
          <a:xfrm>
            <a:off x="6001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7" name=""/>
          <p:cNvSpPr/>
          <p:nvPr/>
        </p:nvSpPr>
        <p:spPr>
          <a:xfrm>
            <a:off x="6069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8" name=""/>
          <p:cNvSpPr/>
          <p:nvPr/>
        </p:nvSpPr>
        <p:spPr>
          <a:xfrm>
            <a:off x="6134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09" name=""/>
          <p:cNvSpPr/>
          <p:nvPr/>
        </p:nvSpPr>
        <p:spPr>
          <a:xfrm>
            <a:off x="6202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0" name=""/>
          <p:cNvSpPr/>
          <p:nvPr/>
        </p:nvSpPr>
        <p:spPr>
          <a:xfrm>
            <a:off x="62712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1" name=""/>
          <p:cNvSpPr/>
          <p:nvPr/>
        </p:nvSpPr>
        <p:spPr>
          <a:xfrm>
            <a:off x="6336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2" name=""/>
          <p:cNvSpPr/>
          <p:nvPr/>
        </p:nvSpPr>
        <p:spPr>
          <a:xfrm>
            <a:off x="64044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3" name=""/>
          <p:cNvSpPr/>
          <p:nvPr/>
        </p:nvSpPr>
        <p:spPr>
          <a:xfrm>
            <a:off x="6469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4" name=""/>
          <p:cNvSpPr/>
          <p:nvPr/>
        </p:nvSpPr>
        <p:spPr>
          <a:xfrm>
            <a:off x="6537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5" name=""/>
          <p:cNvSpPr/>
          <p:nvPr/>
        </p:nvSpPr>
        <p:spPr>
          <a:xfrm>
            <a:off x="66060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6" name=""/>
          <p:cNvSpPr/>
          <p:nvPr/>
        </p:nvSpPr>
        <p:spPr>
          <a:xfrm>
            <a:off x="6670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7" name=""/>
          <p:cNvSpPr/>
          <p:nvPr/>
        </p:nvSpPr>
        <p:spPr>
          <a:xfrm>
            <a:off x="67392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8" name=""/>
          <p:cNvSpPr/>
          <p:nvPr/>
        </p:nvSpPr>
        <p:spPr>
          <a:xfrm>
            <a:off x="6804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19" name=""/>
          <p:cNvSpPr/>
          <p:nvPr/>
        </p:nvSpPr>
        <p:spPr>
          <a:xfrm>
            <a:off x="6872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0" name=""/>
          <p:cNvSpPr/>
          <p:nvPr/>
        </p:nvSpPr>
        <p:spPr>
          <a:xfrm>
            <a:off x="69408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1" name=""/>
          <p:cNvSpPr/>
          <p:nvPr/>
        </p:nvSpPr>
        <p:spPr>
          <a:xfrm>
            <a:off x="7005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2" name=""/>
          <p:cNvSpPr/>
          <p:nvPr/>
        </p:nvSpPr>
        <p:spPr>
          <a:xfrm>
            <a:off x="70740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3" name=""/>
          <p:cNvSpPr/>
          <p:nvPr/>
        </p:nvSpPr>
        <p:spPr>
          <a:xfrm>
            <a:off x="7138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4" name=""/>
          <p:cNvSpPr/>
          <p:nvPr/>
        </p:nvSpPr>
        <p:spPr>
          <a:xfrm>
            <a:off x="7207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5" name=""/>
          <p:cNvSpPr/>
          <p:nvPr/>
        </p:nvSpPr>
        <p:spPr>
          <a:xfrm>
            <a:off x="7275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6" name=""/>
          <p:cNvSpPr/>
          <p:nvPr/>
        </p:nvSpPr>
        <p:spPr>
          <a:xfrm>
            <a:off x="7340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7" name=""/>
          <p:cNvSpPr/>
          <p:nvPr/>
        </p:nvSpPr>
        <p:spPr>
          <a:xfrm>
            <a:off x="74088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8" name=""/>
          <p:cNvSpPr/>
          <p:nvPr/>
        </p:nvSpPr>
        <p:spPr>
          <a:xfrm>
            <a:off x="7473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29" name=""/>
          <p:cNvSpPr/>
          <p:nvPr/>
        </p:nvSpPr>
        <p:spPr>
          <a:xfrm>
            <a:off x="7542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0" name=""/>
          <p:cNvSpPr/>
          <p:nvPr/>
        </p:nvSpPr>
        <p:spPr>
          <a:xfrm>
            <a:off x="76104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1" name=""/>
          <p:cNvSpPr/>
          <p:nvPr/>
        </p:nvSpPr>
        <p:spPr>
          <a:xfrm>
            <a:off x="767520" y="136188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2" name=""/>
          <p:cNvSpPr/>
          <p:nvPr/>
        </p:nvSpPr>
        <p:spPr>
          <a:xfrm>
            <a:off x="7743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3" name=""/>
          <p:cNvSpPr/>
          <p:nvPr/>
        </p:nvSpPr>
        <p:spPr>
          <a:xfrm>
            <a:off x="7808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4" name=""/>
          <p:cNvSpPr/>
          <p:nvPr/>
        </p:nvSpPr>
        <p:spPr>
          <a:xfrm>
            <a:off x="7876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5" name=""/>
          <p:cNvSpPr/>
          <p:nvPr/>
        </p:nvSpPr>
        <p:spPr>
          <a:xfrm>
            <a:off x="79452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6" name=""/>
          <p:cNvSpPr/>
          <p:nvPr/>
        </p:nvSpPr>
        <p:spPr>
          <a:xfrm>
            <a:off x="8010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7" name=""/>
          <p:cNvSpPr/>
          <p:nvPr/>
        </p:nvSpPr>
        <p:spPr>
          <a:xfrm>
            <a:off x="8078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8" name=""/>
          <p:cNvSpPr/>
          <p:nvPr/>
        </p:nvSpPr>
        <p:spPr>
          <a:xfrm>
            <a:off x="81468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39" name=""/>
          <p:cNvSpPr/>
          <p:nvPr/>
        </p:nvSpPr>
        <p:spPr>
          <a:xfrm>
            <a:off x="8211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0" name=""/>
          <p:cNvSpPr/>
          <p:nvPr/>
        </p:nvSpPr>
        <p:spPr>
          <a:xfrm>
            <a:off x="82800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1" name=""/>
          <p:cNvSpPr/>
          <p:nvPr/>
        </p:nvSpPr>
        <p:spPr>
          <a:xfrm>
            <a:off x="8344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2" name=""/>
          <p:cNvSpPr/>
          <p:nvPr/>
        </p:nvSpPr>
        <p:spPr>
          <a:xfrm>
            <a:off x="8413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3" name=""/>
          <p:cNvSpPr/>
          <p:nvPr/>
        </p:nvSpPr>
        <p:spPr>
          <a:xfrm>
            <a:off x="8481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4" name=""/>
          <p:cNvSpPr/>
          <p:nvPr/>
        </p:nvSpPr>
        <p:spPr>
          <a:xfrm>
            <a:off x="8546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5" name=""/>
          <p:cNvSpPr/>
          <p:nvPr/>
        </p:nvSpPr>
        <p:spPr>
          <a:xfrm>
            <a:off x="86148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6" name=""/>
          <p:cNvSpPr/>
          <p:nvPr/>
        </p:nvSpPr>
        <p:spPr>
          <a:xfrm>
            <a:off x="8679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7" name=""/>
          <p:cNvSpPr/>
          <p:nvPr/>
        </p:nvSpPr>
        <p:spPr>
          <a:xfrm>
            <a:off x="8748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8" name=""/>
          <p:cNvSpPr/>
          <p:nvPr/>
        </p:nvSpPr>
        <p:spPr>
          <a:xfrm>
            <a:off x="88164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49" name=""/>
          <p:cNvSpPr/>
          <p:nvPr/>
        </p:nvSpPr>
        <p:spPr>
          <a:xfrm>
            <a:off x="8881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0" name=""/>
          <p:cNvSpPr/>
          <p:nvPr/>
        </p:nvSpPr>
        <p:spPr>
          <a:xfrm>
            <a:off x="89496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1" name=""/>
          <p:cNvSpPr/>
          <p:nvPr/>
        </p:nvSpPr>
        <p:spPr>
          <a:xfrm>
            <a:off x="90144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2" name=""/>
          <p:cNvSpPr/>
          <p:nvPr/>
        </p:nvSpPr>
        <p:spPr>
          <a:xfrm>
            <a:off x="9082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3" name=""/>
          <p:cNvSpPr/>
          <p:nvPr/>
        </p:nvSpPr>
        <p:spPr>
          <a:xfrm>
            <a:off x="91512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4" name=""/>
          <p:cNvSpPr/>
          <p:nvPr/>
        </p:nvSpPr>
        <p:spPr>
          <a:xfrm>
            <a:off x="92160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5" name=""/>
          <p:cNvSpPr/>
          <p:nvPr/>
        </p:nvSpPr>
        <p:spPr>
          <a:xfrm>
            <a:off x="92844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6" name=""/>
          <p:cNvSpPr/>
          <p:nvPr/>
        </p:nvSpPr>
        <p:spPr>
          <a:xfrm>
            <a:off x="93492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7" name=""/>
          <p:cNvSpPr/>
          <p:nvPr/>
        </p:nvSpPr>
        <p:spPr>
          <a:xfrm>
            <a:off x="94176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8" name=""/>
          <p:cNvSpPr/>
          <p:nvPr/>
        </p:nvSpPr>
        <p:spPr>
          <a:xfrm>
            <a:off x="948600" y="136188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59" name=""/>
          <p:cNvSpPr/>
          <p:nvPr/>
        </p:nvSpPr>
        <p:spPr>
          <a:xfrm>
            <a:off x="955080" y="136188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0" name=""/>
          <p:cNvSpPr/>
          <p:nvPr/>
        </p:nvSpPr>
        <p:spPr>
          <a:xfrm>
            <a:off x="9619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1" name=""/>
          <p:cNvSpPr/>
          <p:nvPr/>
        </p:nvSpPr>
        <p:spPr>
          <a:xfrm>
            <a:off x="9651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2" name=""/>
          <p:cNvSpPr/>
          <p:nvPr/>
        </p:nvSpPr>
        <p:spPr>
          <a:xfrm>
            <a:off x="9684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3" name=""/>
          <p:cNvSpPr/>
          <p:nvPr/>
        </p:nvSpPr>
        <p:spPr>
          <a:xfrm>
            <a:off x="9720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4" name=""/>
          <p:cNvSpPr/>
          <p:nvPr/>
        </p:nvSpPr>
        <p:spPr>
          <a:xfrm>
            <a:off x="9752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5" name=""/>
          <p:cNvSpPr/>
          <p:nvPr/>
        </p:nvSpPr>
        <p:spPr>
          <a:xfrm>
            <a:off x="9784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6" name=""/>
          <p:cNvSpPr/>
          <p:nvPr/>
        </p:nvSpPr>
        <p:spPr>
          <a:xfrm>
            <a:off x="9820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7" name=""/>
          <p:cNvSpPr/>
          <p:nvPr/>
        </p:nvSpPr>
        <p:spPr>
          <a:xfrm>
            <a:off x="9853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8" name=""/>
          <p:cNvSpPr/>
          <p:nvPr/>
        </p:nvSpPr>
        <p:spPr>
          <a:xfrm>
            <a:off x="9885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69" name=""/>
          <p:cNvSpPr/>
          <p:nvPr/>
        </p:nvSpPr>
        <p:spPr>
          <a:xfrm>
            <a:off x="9921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0" name=""/>
          <p:cNvSpPr/>
          <p:nvPr/>
        </p:nvSpPr>
        <p:spPr>
          <a:xfrm>
            <a:off x="9954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1" name=""/>
          <p:cNvSpPr/>
          <p:nvPr/>
        </p:nvSpPr>
        <p:spPr>
          <a:xfrm>
            <a:off x="9986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2" name=""/>
          <p:cNvSpPr/>
          <p:nvPr/>
        </p:nvSpPr>
        <p:spPr>
          <a:xfrm>
            <a:off x="10018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3" name=""/>
          <p:cNvSpPr/>
          <p:nvPr/>
        </p:nvSpPr>
        <p:spPr>
          <a:xfrm>
            <a:off x="10054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4" name=""/>
          <p:cNvSpPr/>
          <p:nvPr/>
        </p:nvSpPr>
        <p:spPr>
          <a:xfrm>
            <a:off x="10087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5" name=""/>
          <p:cNvSpPr/>
          <p:nvPr/>
        </p:nvSpPr>
        <p:spPr>
          <a:xfrm>
            <a:off x="10119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6" name=""/>
          <p:cNvSpPr/>
          <p:nvPr/>
        </p:nvSpPr>
        <p:spPr>
          <a:xfrm>
            <a:off x="10155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7" name=""/>
          <p:cNvSpPr/>
          <p:nvPr/>
        </p:nvSpPr>
        <p:spPr>
          <a:xfrm>
            <a:off x="10188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8" name=""/>
          <p:cNvSpPr/>
          <p:nvPr/>
        </p:nvSpPr>
        <p:spPr>
          <a:xfrm>
            <a:off x="1022040" y="136188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79" name=""/>
          <p:cNvSpPr/>
          <p:nvPr/>
        </p:nvSpPr>
        <p:spPr>
          <a:xfrm>
            <a:off x="10256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0" name=""/>
          <p:cNvSpPr/>
          <p:nvPr/>
        </p:nvSpPr>
        <p:spPr>
          <a:xfrm>
            <a:off x="10288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1" name=""/>
          <p:cNvSpPr/>
          <p:nvPr/>
        </p:nvSpPr>
        <p:spPr>
          <a:xfrm>
            <a:off x="10321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2" name=""/>
          <p:cNvSpPr/>
          <p:nvPr/>
        </p:nvSpPr>
        <p:spPr>
          <a:xfrm>
            <a:off x="10353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3" name=""/>
          <p:cNvSpPr/>
          <p:nvPr/>
        </p:nvSpPr>
        <p:spPr>
          <a:xfrm>
            <a:off x="10389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4" name=""/>
          <p:cNvSpPr/>
          <p:nvPr/>
        </p:nvSpPr>
        <p:spPr>
          <a:xfrm>
            <a:off x="10422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5" name=""/>
          <p:cNvSpPr/>
          <p:nvPr/>
        </p:nvSpPr>
        <p:spPr>
          <a:xfrm>
            <a:off x="10454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6" name=""/>
          <p:cNvSpPr/>
          <p:nvPr/>
        </p:nvSpPr>
        <p:spPr>
          <a:xfrm>
            <a:off x="10490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7" name=""/>
          <p:cNvSpPr/>
          <p:nvPr/>
        </p:nvSpPr>
        <p:spPr>
          <a:xfrm>
            <a:off x="10522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8" name=""/>
          <p:cNvSpPr/>
          <p:nvPr/>
        </p:nvSpPr>
        <p:spPr>
          <a:xfrm>
            <a:off x="105552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89" name=""/>
          <p:cNvSpPr/>
          <p:nvPr/>
        </p:nvSpPr>
        <p:spPr>
          <a:xfrm>
            <a:off x="10591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0" name=""/>
          <p:cNvSpPr/>
          <p:nvPr/>
        </p:nvSpPr>
        <p:spPr>
          <a:xfrm>
            <a:off x="10623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1" name=""/>
          <p:cNvSpPr/>
          <p:nvPr/>
        </p:nvSpPr>
        <p:spPr>
          <a:xfrm>
            <a:off x="10656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2" name=""/>
          <p:cNvSpPr/>
          <p:nvPr/>
        </p:nvSpPr>
        <p:spPr>
          <a:xfrm>
            <a:off x="10688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3" name=""/>
          <p:cNvSpPr/>
          <p:nvPr/>
        </p:nvSpPr>
        <p:spPr>
          <a:xfrm>
            <a:off x="10724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4" name=""/>
          <p:cNvSpPr/>
          <p:nvPr/>
        </p:nvSpPr>
        <p:spPr>
          <a:xfrm>
            <a:off x="10756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5" name=""/>
          <p:cNvSpPr/>
          <p:nvPr/>
        </p:nvSpPr>
        <p:spPr>
          <a:xfrm>
            <a:off x="107892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6" name=""/>
          <p:cNvSpPr/>
          <p:nvPr/>
        </p:nvSpPr>
        <p:spPr>
          <a:xfrm>
            <a:off x="10825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7" name=""/>
          <p:cNvSpPr/>
          <p:nvPr/>
        </p:nvSpPr>
        <p:spPr>
          <a:xfrm>
            <a:off x="10857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8" name=""/>
          <p:cNvSpPr/>
          <p:nvPr/>
        </p:nvSpPr>
        <p:spPr>
          <a:xfrm>
            <a:off x="10890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399" name=""/>
          <p:cNvSpPr/>
          <p:nvPr/>
        </p:nvSpPr>
        <p:spPr>
          <a:xfrm>
            <a:off x="10926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0" name=""/>
          <p:cNvSpPr/>
          <p:nvPr/>
        </p:nvSpPr>
        <p:spPr>
          <a:xfrm>
            <a:off x="10958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1" name=""/>
          <p:cNvSpPr/>
          <p:nvPr/>
        </p:nvSpPr>
        <p:spPr>
          <a:xfrm>
            <a:off x="10990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2" name=""/>
          <p:cNvSpPr/>
          <p:nvPr/>
        </p:nvSpPr>
        <p:spPr>
          <a:xfrm>
            <a:off x="110232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3" name=""/>
          <p:cNvSpPr/>
          <p:nvPr/>
        </p:nvSpPr>
        <p:spPr>
          <a:xfrm>
            <a:off x="11059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4" name=""/>
          <p:cNvSpPr/>
          <p:nvPr/>
        </p:nvSpPr>
        <p:spPr>
          <a:xfrm>
            <a:off x="11091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5" name=""/>
          <p:cNvSpPr/>
          <p:nvPr/>
        </p:nvSpPr>
        <p:spPr>
          <a:xfrm>
            <a:off x="11124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6" name=""/>
          <p:cNvSpPr/>
          <p:nvPr/>
        </p:nvSpPr>
        <p:spPr>
          <a:xfrm>
            <a:off x="11160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7" name=""/>
          <p:cNvSpPr/>
          <p:nvPr/>
        </p:nvSpPr>
        <p:spPr>
          <a:xfrm>
            <a:off x="11192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8" name=""/>
          <p:cNvSpPr/>
          <p:nvPr/>
        </p:nvSpPr>
        <p:spPr>
          <a:xfrm>
            <a:off x="1122480" y="136188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09" name=""/>
          <p:cNvSpPr/>
          <p:nvPr/>
        </p:nvSpPr>
        <p:spPr>
          <a:xfrm>
            <a:off x="11260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0" name=""/>
          <p:cNvSpPr/>
          <p:nvPr/>
        </p:nvSpPr>
        <p:spPr>
          <a:xfrm>
            <a:off x="11293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1" name=""/>
          <p:cNvSpPr/>
          <p:nvPr/>
        </p:nvSpPr>
        <p:spPr>
          <a:xfrm>
            <a:off x="11325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2" name=""/>
          <p:cNvSpPr/>
          <p:nvPr/>
        </p:nvSpPr>
        <p:spPr>
          <a:xfrm>
            <a:off x="11358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3" name=""/>
          <p:cNvSpPr/>
          <p:nvPr/>
        </p:nvSpPr>
        <p:spPr>
          <a:xfrm>
            <a:off x="11394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4" name=""/>
          <p:cNvSpPr/>
          <p:nvPr/>
        </p:nvSpPr>
        <p:spPr>
          <a:xfrm>
            <a:off x="11426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5" name=""/>
          <p:cNvSpPr/>
          <p:nvPr/>
        </p:nvSpPr>
        <p:spPr>
          <a:xfrm>
            <a:off x="11458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6" name=""/>
          <p:cNvSpPr/>
          <p:nvPr/>
        </p:nvSpPr>
        <p:spPr>
          <a:xfrm>
            <a:off x="11494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7" name=""/>
          <p:cNvSpPr/>
          <p:nvPr/>
        </p:nvSpPr>
        <p:spPr>
          <a:xfrm>
            <a:off x="11527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8" name=""/>
          <p:cNvSpPr/>
          <p:nvPr/>
        </p:nvSpPr>
        <p:spPr>
          <a:xfrm>
            <a:off x="11559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19" name=""/>
          <p:cNvSpPr/>
          <p:nvPr/>
        </p:nvSpPr>
        <p:spPr>
          <a:xfrm>
            <a:off x="11595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0" name=""/>
          <p:cNvSpPr/>
          <p:nvPr/>
        </p:nvSpPr>
        <p:spPr>
          <a:xfrm>
            <a:off x="11628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1" name=""/>
          <p:cNvSpPr/>
          <p:nvPr/>
        </p:nvSpPr>
        <p:spPr>
          <a:xfrm>
            <a:off x="11660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2" name=""/>
          <p:cNvSpPr/>
          <p:nvPr/>
        </p:nvSpPr>
        <p:spPr>
          <a:xfrm>
            <a:off x="11696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3" name=""/>
          <p:cNvSpPr/>
          <p:nvPr/>
        </p:nvSpPr>
        <p:spPr>
          <a:xfrm>
            <a:off x="11728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4" name=""/>
          <p:cNvSpPr/>
          <p:nvPr/>
        </p:nvSpPr>
        <p:spPr>
          <a:xfrm>
            <a:off x="11761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5" name=""/>
          <p:cNvSpPr/>
          <p:nvPr/>
        </p:nvSpPr>
        <p:spPr>
          <a:xfrm>
            <a:off x="11793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6" name=""/>
          <p:cNvSpPr/>
          <p:nvPr/>
        </p:nvSpPr>
        <p:spPr>
          <a:xfrm>
            <a:off x="11829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7" name=""/>
          <p:cNvSpPr/>
          <p:nvPr/>
        </p:nvSpPr>
        <p:spPr>
          <a:xfrm>
            <a:off x="11862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8" name=""/>
          <p:cNvSpPr/>
          <p:nvPr/>
        </p:nvSpPr>
        <p:spPr>
          <a:xfrm>
            <a:off x="11894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29" name=""/>
          <p:cNvSpPr/>
          <p:nvPr/>
        </p:nvSpPr>
        <p:spPr>
          <a:xfrm>
            <a:off x="11930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0" name=""/>
          <p:cNvSpPr/>
          <p:nvPr/>
        </p:nvSpPr>
        <p:spPr>
          <a:xfrm>
            <a:off x="11962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1" name=""/>
          <p:cNvSpPr/>
          <p:nvPr/>
        </p:nvSpPr>
        <p:spPr>
          <a:xfrm>
            <a:off x="119952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2" name=""/>
          <p:cNvSpPr/>
          <p:nvPr/>
        </p:nvSpPr>
        <p:spPr>
          <a:xfrm>
            <a:off x="12031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3" name=""/>
          <p:cNvSpPr/>
          <p:nvPr/>
        </p:nvSpPr>
        <p:spPr>
          <a:xfrm>
            <a:off x="12063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4" name=""/>
          <p:cNvSpPr/>
          <p:nvPr/>
        </p:nvSpPr>
        <p:spPr>
          <a:xfrm>
            <a:off x="12096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5" name=""/>
          <p:cNvSpPr/>
          <p:nvPr/>
        </p:nvSpPr>
        <p:spPr>
          <a:xfrm>
            <a:off x="12128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6" name=""/>
          <p:cNvSpPr/>
          <p:nvPr/>
        </p:nvSpPr>
        <p:spPr>
          <a:xfrm>
            <a:off x="12164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7" name=""/>
          <p:cNvSpPr/>
          <p:nvPr/>
        </p:nvSpPr>
        <p:spPr>
          <a:xfrm>
            <a:off x="12196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8" name=""/>
          <p:cNvSpPr/>
          <p:nvPr/>
        </p:nvSpPr>
        <p:spPr>
          <a:xfrm>
            <a:off x="1222920" y="136188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39" name=""/>
          <p:cNvSpPr/>
          <p:nvPr/>
        </p:nvSpPr>
        <p:spPr>
          <a:xfrm>
            <a:off x="12265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0" name=""/>
          <p:cNvSpPr/>
          <p:nvPr/>
        </p:nvSpPr>
        <p:spPr>
          <a:xfrm>
            <a:off x="12297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1" name=""/>
          <p:cNvSpPr/>
          <p:nvPr/>
        </p:nvSpPr>
        <p:spPr>
          <a:xfrm>
            <a:off x="12330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2" name=""/>
          <p:cNvSpPr/>
          <p:nvPr/>
        </p:nvSpPr>
        <p:spPr>
          <a:xfrm>
            <a:off x="12366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3" name=""/>
          <p:cNvSpPr/>
          <p:nvPr/>
        </p:nvSpPr>
        <p:spPr>
          <a:xfrm>
            <a:off x="12398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4" name=""/>
          <p:cNvSpPr/>
          <p:nvPr/>
        </p:nvSpPr>
        <p:spPr>
          <a:xfrm>
            <a:off x="12430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5" name=""/>
          <p:cNvSpPr/>
          <p:nvPr/>
        </p:nvSpPr>
        <p:spPr>
          <a:xfrm>
            <a:off x="124632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6" name=""/>
          <p:cNvSpPr/>
          <p:nvPr/>
        </p:nvSpPr>
        <p:spPr>
          <a:xfrm>
            <a:off x="12499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7" name=""/>
          <p:cNvSpPr/>
          <p:nvPr/>
        </p:nvSpPr>
        <p:spPr>
          <a:xfrm>
            <a:off x="12531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8" name=""/>
          <p:cNvSpPr/>
          <p:nvPr/>
        </p:nvSpPr>
        <p:spPr>
          <a:xfrm>
            <a:off x="12564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49" name=""/>
          <p:cNvSpPr/>
          <p:nvPr/>
        </p:nvSpPr>
        <p:spPr>
          <a:xfrm>
            <a:off x="12600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0" name=""/>
          <p:cNvSpPr/>
          <p:nvPr/>
        </p:nvSpPr>
        <p:spPr>
          <a:xfrm>
            <a:off x="12632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1" name=""/>
          <p:cNvSpPr/>
          <p:nvPr/>
        </p:nvSpPr>
        <p:spPr>
          <a:xfrm>
            <a:off x="12664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2" name=""/>
          <p:cNvSpPr/>
          <p:nvPr/>
        </p:nvSpPr>
        <p:spPr>
          <a:xfrm>
            <a:off x="12700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3" name=""/>
          <p:cNvSpPr/>
          <p:nvPr/>
        </p:nvSpPr>
        <p:spPr>
          <a:xfrm>
            <a:off x="12733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4" name=""/>
          <p:cNvSpPr/>
          <p:nvPr/>
        </p:nvSpPr>
        <p:spPr>
          <a:xfrm>
            <a:off x="12765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5" name=""/>
          <p:cNvSpPr/>
          <p:nvPr/>
        </p:nvSpPr>
        <p:spPr>
          <a:xfrm>
            <a:off x="127980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6" name=""/>
          <p:cNvSpPr/>
          <p:nvPr/>
        </p:nvSpPr>
        <p:spPr>
          <a:xfrm>
            <a:off x="12834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7" name=""/>
          <p:cNvSpPr/>
          <p:nvPr/>
        </p:nvSpPr>
        <p:spPr>
          <a:xfrm>
            <a:off x="12866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8" name=""/>
          <p:cNvSpPr/>
          <p:nvPr/>
        </p:nvSpPr>
        <p:spPr>
          <a:xfrm>
            <a:off x="12898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59" name=""/>
          <p:cNvSpPr/>
          <p:nvPr/>
        </p:nvSpPr>
        <p:spPr>
          <a:xfrm>
            <a:off x="12934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0" name=""/>
          <p:cNvSpPr/>
          <p:nvPr/>
        </p:nvSpPr>
        <p:spPr>
          <a:xfrm>
            <a:off x="12967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1" name=""/>
          <p:cNvSpPr/>
          <p:nvPr/>
        </p:nvSpPr>
        <p:spPr>
          <a:xfrm>
            <a:off x="12999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2" name=""/>
          <p:cNvSpPr/>
          <p:nvPr/>
        </p:nvSpPr>
        <p:spPr>
          <a:xfrm>
            <a:off x="13035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3" name=""/>
          <p:cNvSpPr/>
          <p:nvPr/>
        </p:nvSpPr>
        <p:spPr>
          <a:xfrm>
            <a:off x="13068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4" name=""/>
          <p:cNvSpPr/>
          <p:nvPr/>
        </p:nvSpPr>
        <p:spPr>
          <a:xfrm>
            <a:off x="13100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5" name=""/>
          <p:cNvSpPr/>
          <p:nvPr/>
        </p:nvSpPr>
        <p:spPr>
          <a:xfrm>
            <a:off x="131328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6" name=""/>
          <p:cNvSpPr/>
          <p:nvPr/>
        </p:nvSpPr>
        <p:spPr>
          <a:xfrm>
            <a:off x="13168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7" name=""/>
          <p:cNvSpPr/>
          <p:nvPr/>
        </p:nvSpPr>
        <p:spPr>
          <a:xfrm>
            <a:off x="13201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8" name=""/>
          <p:cNvSpPr/>
          <p:nvPr/>
        </p:nvSpPr>
        <p:spPr>
          <a:xfrm>
            <a:off x="1323360" y="136188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69" name=""/>
          <p:cNvSpPr/>
          <p:nvPr/>
        </p:nvSpPr>
        <p:spPr>
          <a:xfrm>
            <a:off x="13269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0" name=""/>
          <p:cNvSpPr/>
          <p:nvPr/>
        </p:nvSpPr>
        <p:spPr>
          <a:xfrm>
            <a:off x="13302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1" name=""/>
          <p:cNvSpPr/>
          <p:nvPr/>
        </p:nvSpPr>
        <p:spPr>
          <a:xfrm>
            <a:off x="13334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2" name=""/>
          <p:cNvSpPr/>
          <p:nvPr/>
        </p:nvSpPr>
        <p:spPr>
          <a:xfrm>
            <a:off x="13370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3" name=""/>
          <p:cNvSpPr/>
          <p:nvPr/>
        </p:nvSpPr>
        <p:spPr>
          <a:xfrm>
            <a:off x="134028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4" name=""/>
          <p:cNvSpPr/>
          <p:nvPr/>
        </p:nvSpPr>
        <p:spPr>
          <a:xfrm>
            <a:off x="134352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5" name=""/>
          <p:cNvSpPr/>
          <p:nvPr/>
        </p:nvSpPr>
        <p:spPr>
          <a:xfrm>
            <a:off x="134676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6" name=""/>
          <p:cNvSpPr/>
          <p:nvPr/>
        </p:nvSpPr>
        <p:spPr>
          <a:xfrm>
            <a:off x="135036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7" name=""/>
          <p:cNvSpPr/>
          <p:nvPr/>
        </p:nvSpPr>
        <p:spPr>
          <a:xfrm>
            <a:off x="135360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8" name=""/>
          <p:cNvSpPr/>
          <p:nvPr/>
        </p:nvSpPr>
        <p:spPr>
          <a:xfrm>
            <a:off x="1356840" y="136188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79" name=""/>
          <p:cNvSpPr/>
          <p:nvPr/>
        </p:nvSpPr>
        <p:spPr>
          <a:xfrm>
            <a:off x="1360440" y="136188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0" name=""/>
          <p:cNvSpPr/>
          <p:nvPr/>
        </p:nvSpPr>
        <p:spPr>
          <a:xfrm>
            <a:off x="1363680" y="136188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1" name=""/>
          <p:cNvSpPr/>
          <p:nvPr/>
        </p:nvSpPr>
        <p:spPr>
          <a:xfrm>
            <a:off x="1366920" y="136188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2" name=""/>
          <p:cNvSpPr/>
          <p:nvPr/>
        </p:nvSpPr>
        <p:spPr>
          <a:xfrm>
            <a:off x="1370520" y="136224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3" name=""/>
          <p:cNvSpPr/>
          <p:nvPr/>
        </p:nvSpPr>
        <p:spPr>
          <a:xfrm>
            <a:off x="1373760" y="1362960"/>
            <a:ext cx="3600" cy="46080"/>
          </a:xfrm>
          <a:custGeom>
            <a:avLst/>
            <a:gdLst/>
            <a:ahLst/>
            <a:rect l="0" t="0" r="r" b="b"/>
            <a:pathLst>
              <a:path w="10" h="128">
                <a:moveTo>
                  <a:pt x="10" y="3"/>
                </a:moveTo>
                <a:lnTo>
                  <a:pt x="10" y="124"/>
                </a:lnTo>
                <a:cubicBezTo>
                  <a:pt x="7" y="125"/>
                  <a:pt x="3" y="127"/>
                  <a:pt x="0" y="128"/>
                </a:cubicBezTo>
                <a:lnTo>
                  <a:pt x="0" y="0"/>
                </a:lnTo>
                <a:cubicBezTo>
                  <a:pt x="3" y="1"/>
                  <a:pt x="7" y="2"/>
                  <a:pt x="10" y="3"/>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4" name=""/>
          <p:cNvSpPr/>
          <p:nvPr/>
        </p:nvSpPr>
        <p:spPr>
          <a:xfrm>
            <a:off x="1377000" y="1364040"/>
            <a:ext cx="3960" cy="43560"/>
          </a:xfrm>
          <a:custGeom>
            <a:avLst/>
            <a:gdLst/>
            <a:ahLst/>
            <a:rect l="0" t="0" r="r" b="b"/>
            <a:pathLst>
              <a:path w="11" h="121">
                <a:moveTo>
                  <a:pt x="11" y="6"/>
                </a:moveTo>
                <a:lnTo>
                  <a:pt x="11" y="115"/>
                </a:lnTo>
                <a:cubicBezTo>
                  <a:pt x="8" y="117"/>
                  <a:pt x="3" y="119"/>
                  <a:pt x="0" y="121"/>
                </a:cubicBezTo>
                <a:lnTo>
                  <a:pt x="0" y="0"/>
                </a:lnTo>
                <a:cubicBezTo>
                  <a:pt x="3" y="2"/>
                  <a:pt x="8" y="4"/>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5" name=""/>
          <p:cNvSpPr/>
          <p:nvPr/>
        </p:nvSpPr>
        <p:spPr>
          <a:xfrm>
            <a:off x="1380600" y="136620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6" name=""/>
          <p:cNvSpPr/>
          <p:nvPr/>
        </p:nvSpPr>
        <p:spPr>
          <a:xfrm>
            <a:off x="1383840" y="1369080"/>
            <a:ext cx="3600" cy="33480"/>
          </a:xfrm>
          <a:custGeom>
            <a:avLst/>
            <a:gdLst/>
            <a:ahLst/>
            <a:rect l="0" t="0" r="r" b="b"/>
            <a:pathLst>
              <a:path w="10" h="93">
                <a:moveTo>
                  <a:pt x="10" y="12"/>
                </a:moveTo>
                <a:lnTo>
                  <a:pt x="10" y="81"/>
                </a:lnTo>
                <a:cubicBezTo>
                  <a:pt x="8" y="85"/>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7" name=""/>
          <p:cNvSpPr/>
          <p:nvPr/>
        </p:nvSpPr>
        <p:spPr>
          <a:xfrm>
            <a:off x="1387080" y="1373400"/>
            <a:ext cx="3600" cy="24840"/>
          </a:xfrm>
          <a:custGeom>
            <a:avLst/>
            <a:gdLst/>
            <a:ahLst/>
            <a:rect l="0" t="0" r="r" b="b"/>
            <a:pathLst>
              <a:path w="10" h="69">
                <a:moveTo>
                  <a:pt x="10" y="35"/>
                </a:moveTo>
                <a:cubicBezTo>
                  <a:pt x="10" y="48"/>
                  <a:pt x="7" y="59"/>
                  <a:pt x="0" y="69"/>
                </a:cubicBezTo>
                <a:lnTo>
                  <a:pt x="0" y="0"/>
                </a:lnTo>
                <a:cubicBezTo>
                  <a:pt x="7" y="10"/>
                  <a:pt x="10" y="22"/>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488" name=""/>
          <p:cNvSpPr txBox="1"/>
          <p:nvPr/>
        </p:nvSpPr>
        <p:spPr>
          <a:xfrm>
            <a:off x="533520" y="847800"/>
            <a:ext cx="55908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運⽤を通じた説明変数の⾒直し</a:t>
            </a:r>
            <a:endParaRPr lang="en-US" sz="3150" b="0" u="none" strike="noStrike">
              <a:solidFill>
                <a:srgbClr val="000000"/>
              </a:solidFill>
              <a:effectLst/>
              <a:uFillTx/>
              <a:latin typeface="游明朝体"/>
            </a:endParaRPr>
          </a:p>
        </p:txBody>
      </p:sp>
      <p:sp>
        <p:nvSpPr>
          <p:cNvPr id="4489"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17</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3" name=""/>
          <p:cNvSpPr/>
          <p:nvPr/>
        </p:nvSpPr>
        <p:spPr>
          <a:xfrm>
            <a:off x="161064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4" name=""/>
          <p:cNvSpPr/>
          <p:nvPr/>
        </p:nvSpPr>
        <p:spPr>
          <a:xfrm>
            <a:off x="195732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5" name=""/>
          <p:cNvSpPr/>
          <p:nvPr/>
        </p:nvSpPr>
        <p:spPr>
          <a:xfrm>
            <a:off x="299664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6" name=""/>
          <p:cNvSpPr/>
          <p:nvPr/>
        </p:nvSpPr>
        <p:spPr>
          <a:xfrm>
            <a:off x="3342960" y="6181560"/>
            <a:ext cx="693360" cy="676440"/>
          </a:xfrm>
          <a:custGeom>
            <a:avLst/>
            <a:gdLst/>
            <a:ahLst/>
            <a:rect l="0" t="0" r="r" b="b"/>
            <a:pathLst>
              <a:path w="1926" h="1879">
                <a:moveTo>
                  <a:pt x="1926" y="0"/>
                </a:moveTo>
                <a:lnTo>
                  <a:pt x="1926" y="1879"/>
                </a:lnTo>
                <a:lnTo>
                  <a:pt x="0" y="1879"/>
                </a:lnTo>
                <a:lnTo>
                  <a:pt x="0" y="0"/>
                </a:lnTo>
                <a:lnTo>
                  <a:pt x="1926"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7" name=""/>
          <p:cNvSpPr/>
          <p:nvPr/>
        </p:nvSpPr>
        <p:spPr>
          <a:xfrm>
            <a:off x="403596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8" name=""/>
          <p:cNvSpPr/>
          <p:nvPr/>
        </p:nvSpPr>
        <p:spPr>
          <a:xfrm>
            <a:off x="438264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499" name=""/>
          <p:cNvSpPr/>
          <p:nvPr/>
        </p:nvSpPr>
        <p:spPr>
          <a:xfrm>
            <a:off x="472896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0" name=""/>
          <p:cNvSpPr/>
          <p:nvPr/>
        </p:nvSpPr>
        <p:spPr>
          <a:xfrm>
            <a:off x="507528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1" name=""/>
          <p:cNvSpPr/>
          <p:nvPr/>
        </p:nvSpPr>
        <p:spPr>
          <a:xfrm>
            <a:off x="542196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2" name=""/>
          <p:cNvSpPr/>
          <p:nvPr/>
        </p:nvSpPr>
        <p:spPr>
          <a:xfrm>
            <a:off x="576828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3" name=""/>
          <p:cNvSpPr/>
          <p:nvPr/>
        </p:nvSpPr>
        <p:spPr>
          <a:xfrm>
            <a:off x="611496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4" name=""/>
          <p:cNvSpPr/>
          <p:nvPr/>
        </p:nvSpPr>
        <p:spPr>
          <a:xfrm>
            <a:off x="646128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5" name=""/>
          <p:cNvSpPr/>
          <p:nvPr/>
        </p:nvSpPr>
        <p:spPr>
          <a:xfrm>
            <a:off x="680796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6" name=""/>
          <p:cNvSpPr/>
          <p:nvPr/>
        </p:nvSpPr>
        <p:spPr>
          <a:xfrm>
            <a:off x="819360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7" name=""/>
          <p:cNvSpPr/>
          <p:nvPr/>
        </p:nvSpPr>
        <p:spPr>
          <a:xfrm>
            <a:off x="854028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8" name=""/>
          <p:cNvSpPr/>
          <p:nvPr/>
        </p:nvSpPr>
        <p:spPr>
          <a:xfrm>
            <a:off x="888660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09" name=""/>
          <p:cNvSpPr/>
          <p:nvPr/>
        </p:nvSpPr>
        <p:spPr>
          <a:xfrm>
            <a:off x="923328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0" name=""/>
          <p:cNvSpPr/>
          <p:nvPr/>
        </p:nvSpPr>
        <p:spPr>
          <a:xfrm>
            <a:off x="957960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1" name=""/>
          <p:cNvSpPr/>
          <p:nvPr/>
        </p:nvSpPr>
        <p:spPr>
          <a:xfrm>
            <a:off x="992592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2" name=""/>
          <p:cNvSpPr/>
          <p:nvPr/>
        </p:nvSpPr>
        <p:spPr>
          <a:xfrm>
            <a:off x="10272600" y="6181560"/>
            <a:ext cx="346680" cy="676440"/>
          </a:xfrm>
          <a:custGeom>
            <a:avLst/>
            <a:gdLst/>
            <a:ahLst/>
            <a:rect l="0" t="0" r="r" b="b"/>
            <a:pathLst>
              <a:path w="963" h="1879">
                <a:moveTo>
                  <a:pt x="963" y="0"/>
                </a:moveTo>
                <a:lnTo>
                  <a:pt x="963" y="1879"/>
                </a:lnTo>
                <a:lnTo>
                  <a:pt x="0" y="1879"/>
                </a:lnTo>
                <a:lnTo>
                  <a:pt x="0" y="0"/>
                </a:lnTo>
                <a:lnTo>
                  <a:pt x="963"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3" name=""/>
          <p:cNvSpPr/>
          <p:nvPr/>
        </p:nvSpPr>
        <p:spPr>
          <a:xfrm>
            <a:off x="10618920" y="6181560"/>
            <a:ext cx="347040" cy="676440"/>
          </a:xfrm>
          <a:custGeom>
            <a:avLst/>
            <a:gdLst/>
            <a:ahLst/>
            <a:rect l="0" t="0" r="r" b="b"/>
            <a:pathLst>
              <a:path w="964" h="1879">
                <a:moveTo>
                  <a:pt x="964" y="0"/>
                </a:moveTo>
                <a:lnTo>
                  <a:pt x="964" y="1879"/>
                </a:lnTo>
                <a:lnTo>
                  <a:pt x="0" y="1879"/>
                </a:lnTo>
                <a:lnTo>
                  <a:pt x="0" y="0"/>
                </a:lnTo>
                <a:lnTo>
                  <a:pt x="964"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4" name=""/>
          <p:cNvSpPr/>
          <p:nvPr/>
        </p:nvSpPr>
        <p:spPr>
          <a:xfrm>
            <a:off x="533160" y="6181560"/>
            <a:ext cx="38520" cy="676440"/>
          </a:xfrm>
          <a:custGeom>
            <a:avLst/>
            <a:gdLst/>
            <a:ahLst/>
            <a:rect l="0" t="0" r="r" b="b"/>
            <a:pathLst>
              <a:path w="107" h="1879">
                <a:moveTo>
                  <a:pt x="0" y="0"/>
                </a:moveTo>
                <a:lnTo>
                  <a:pt x="107" y="0"/>
                </a:lnTo>
                <a:lnTo>
                  <a:pt x="107" y="1879"/>
                </a:lnTo>
                <a:lnTo>
                  <a:pt x="0" y="187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pic>
        <p:nvPicPr>
          <p:cNvPr id="4515" name=""/>
          <p:cNvPicPr/>
          <p:nvPr/>
        </p:nvPicPr>
        <p:blipFill>
          <a:blip r:embed="rId1"/>
          <a:stretch/>
        </p:blipFill>
        <p:spPr>
          <a:xfrm>
            <a:off x="546120" y="1434960"/>
            <a:ext cx="6527520" cy="469440"/>
          </a:xfrm>
          <a:prstGeom prst="rect">
            <a:avLst/>
          </a:prstGeom>
          <a:noFill/>
          <a:ln w="0">
            <a:noFill/>
          </a:ln>
        </p:spPr>
      </p:pic>
      <p:sp>
        <p:nvSpPr>
          <p:cNvPr id="4516" name=""/>
          <p:cNvSpPr/>
          <p:nvPr/>
        </p:nvSpPr>
        <p:spPr>
          <a:xfrm>
            <a:off x="533160" y="1438200"/>
            <a:ext cx="38520" cy="466920"/>
          </a:xfrm>
          <a:custGeom>
            <a:avLst/>
            <a:gdLst/>
            <a:ahLst/>
            <a:rect l="0" t="0" r="r" b="b"/>
            <a:pathLst>
              <a:path w="107" h="1297">
                <a:moveTo>
                  <a:pt x="0" y="0"/>
                </a:moveTo>
                <a:lnTo>
                  <a:pt x="107" y="0"/>
                </a:lnTo>
                <a:lnTo>
                  <a:pt x="107" y="1297"/>
                </a:lnTo>
                <a:lnTo>
                  <a:pt x="0" y="1297"/>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17" name=""/>
          <p:cNvSpPr/>
          <p:nvPr/>
        </p:nvSpPr>
        <p:spPr>
          <a:xfrm>
            <a:off x="542880" y="2057040"/>
            <a:ext cx="943200" cy="381600"/>
          </a:xfrm>
          <a:custGeom>
            <a:avLst/>
            <a:gdLst/>
            <a:ahLst/>
            <a:rect l="0" t="0" r="r" b="b"/>
            <a:pathLst>
              <a:path w="2620" h="1060">
                <a:moveTo>
                  <a:pt x="20" y="21"/>
                </a:moveTo>
                <a:cubicBezTo>
                  <a:pt x="27" y="13"/>
                  <a:pt x="35" y="6"/>
                  <a:pt x="44" y="0"/>
                </a:cubicBezTo>
                <a:lnTo>
                  <a:pt x="2620" y="0"/>
                </a:lnTo>
                <a:lnTo>
                  <a:pt x="2620" y="1060"/>
                </a:lnTo>
                <a:lnTo>
                  <a:pt x="0" y="1060"/>
                </a:lnTo>
                <a:lnTo>
                  <a:pt x="0" y="45"/>
                </a:lnTo>
                <a:cubicBezTo>
                  <a:pt x="5" y="36"/>
                  <a:pt x="12" y="28"/>
                  <a:pt x="20" y="21"/>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8" name=""/>
          <p:cNvSpPr/>
          <p:nvPr/>
        </p:nvSpPr>
        <p:spPr>
          <a:xfrm>
            <a:off x="1485720" y="2057040"/>
            <a:ext cx="3010320" cy="381600"/>
          </a:xfrm>
          <a:custGeom>
            <a:avLst/>
            <a:gdLst/>
            <a:ahLst/>
            <a:rect l="0" t="0" r="r" b="b"/>
            <a:pathLst>
              <a:path w="8362" h="1060">
                <a:moveTo>
                  <a:pt x="0" y="0"/>
                </a:moveTo>
                <a:lnTo>
                  <a:pt x="8362" y="0"/>
                </a:lnTo>
                <a:lnTo>
                  <a:pt x="8362"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19" name=""/>
          <p:cNvSpPr/>
          <p:nvPr/>
        </p:nvSpPr>
        <p:spPr>
          <a:xfrm>
            <a:off x="4495680" y="2057040"/>
            <a:ext cx="2495880" cy="381600"/>
          </a:xfrm>
          <a:custGeom>
            <a:avLst/>
            <a:gdLst/>
            <a:ahLst/>
            <a:rect l="0" t="0" r="r" b="b"/>
            <a:pathLst>
              <a:path w="6933" h="1060">
                <a:moveTo>
                  <a:pt x="0" y="0"/>
                </a:moveTo>
                <a:lnTo>
                  <a:pt x="6933" y="0"/>
                </a:lnTo>
                <a:lnTo>
                  <a:pt x="6933"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0" name=""/>
          <p:cNvSpPr/>
          <p:nvPr/>
        </p:nvSpPr>
        <p:spPr>
          <a:xfrm>
            <a:off x="542880" y="2057040"/>
            <a:ext cx="943200" cy="381600"/>
          </a:xfrm>
          <a:custGeom>
            <a:avLst/>
            <a:gdLst/>
            <a:ahLst/>
            <a:rect l="0" t="0" r="r" b="b"/>
            <a:pathLst>
              <a:path w="2620" h="1060">
                <a:moveTo>
                  <a:pt x="20" y="21"/>
                </a:moveTo>
                <a:cubicBezTo>
                  <a:pt x="27" y="13"/>
                  <a:pt x="35" y="6"/>
                  <a:pt x="44" y="0"/>
                </a:cubicBezTo>
                <a:lnTo>
                  <a:pt x="2620" y="0"/>
                </a:lnTo>
                <a:lnTo>
                  <a:pt x="2620" y="1060"/>
                </a:lnTo>
                <a:lnTo>
                  <a:pt x="0" y="1060"/>
                </a:lnTo>
                <a:lnTo>
                  <a:pt x="0" y="45"/>
                </a:lnTo>
                <a:cubicBezTo>
                  <a:pt x="5" y="36"/>
                  <a:pt x="12" y="28"/>
                  <a:pt x="20" y="21"/>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21" name=""/>
          <p:cNvSpPr/>
          <p:nvPr/>
        </p:nvSpPr>
        <p:spPr>
          <a:xfrm>
            <a:off x="1485720" y="2057040"/>
            <a:ext cx="3010320" cy="381600"/>
          </a:xfrm>
          <a:custGeom>
            <a:avLst/>
            <a:gdLst/>
            <a:ahLst/>
            <a:rect l="0" t="0" r="r" b="b"/>
            <a:pathLst>
              <a:path w="8362" h="1060">
                <a:moveTo>
                  <a:pt x="0" y="0"/>
                </a:moveTo>
                <a:lnTo>
                  <a:pt x="8362" y="0"/>
                </a:lnTo>
                <a:lnTo>
                  <a:pt x="8362" y="1060"/>
                </a:lnTo>
                <a:lnTo>
                  <a:pt x="0" y="1060"/>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22" name=""/>
          <p:cNvSpPr/>
          <p:nvPr/>
        </p:nvSpPr>
        <p:spPr>
          <a:xfrm>
            <a:off x="4495680" y="2057040"/>
            <a:ext cx="2495880" cy="381600"/>
          </a:xfrm>
          <a:custGeom>
            <a:avLst/>
            <a:gdLst/>
            <a:ahLst/>
            <a:rect l="0" t="0" r="r" b="b"/>
            <a:pathLst>
              <a:path w="6933" h="1060">
                <a:moveTo>
                  <a:pt x="0" y="0"/>
                </a:moveTo>
                <a:lnTo>
                  <a:pt x="6933" y="0"/>
                </a:lnTo>
                <a:lnTo>
                  <a:pt x="6933" y="1060"/>
                </a:lnTo>
                <a:lnTo>
                  <a:pt x="0" y="1060"/>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23" name=""/>
          <p:cNvSpPr/>
          <p:nvPr/>
        </p:nvSpPr>
        <p:spPr>
          <a:xfrm>
            <a:off x="542880" y="2438280"/>
            <a:ext cx="943200" cy="381240"/>
          </a:xfrm>
          <a:custGeom>
            <a:avLst/>
            <a:gdLst/>
            <a:ahLst/>
            <a:rect l="0" t="0" r="r" b="b"/>
            <a:pathLst>
              <a:path w="2620" h="1059">
                <a:moveTo>
                  <a:pt x="0" y="0"/>
                </a:moveTo>
                <a:lnTo>
                  <a:pt x="2620" y="0"/>
                </a:lnTo>
                <a:lnTo>
                  <a:pt x="2620"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4" name=""/>
          <p:cNvSpPr/>
          <p:nvPr/>
        </p:nvSpPr>
        <p:spPr>
          <a:xfrm>
            <a:off x="1485720" y="243828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5" name=""/>
          <p:cNvSpPr/>
          <p:nvPr/>
        </p:nvSpPr>
        <p:spPr>
          <a:xfrm>
            <a:off x="4495680" y="243828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6" name=""/>
          <p:cNvSpPr/>
          <p:nvPr/>
        </p:nvSpPr>
        <p:spPr>
          <a:xfrm>
            <a:off x="542880" y="2819160"/>
            <a:ext cx="943200" cy="381240"/>
          </a:xfrm>
          <a:custGeom>
            <a:avLst/>
            <a:gdLst/>
            <a:ahLst/>
            <a:rect l="0" t="0" r="r" b="b"/>
            <a:pathLst>
              <a:path w="2620" h="1059">
                <a:moveTo>
                  <a:pt x="0" y="0"/>
                </a:moveTo>
                <a:lnTo>
                  <a:pt x="2620" y="0"/>
                </a:lnTo>
                <a:lnTo>
                  <a:pt x="2620"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7" name=""/>
          <p:cNvSpPr/>
          <p:nvPr/>
        </p:nvSpPr>
        <p:spPr>
          <a:xfrm>
            <a:off x="1485720" y="281916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8" name=""/>
          <p:cNvSpPr/>
          <p:nvPr/>
        </p:nvSpPr>
        <p:spPr>
          <a:xfrm>
            <a:off x="4495680" y="281916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29" name=""/>
          <p:cNvSpPr/>
          <p:nvPr/>
        </p:nvSpPr>
        <p:spPr>
          <a:xfrm>
            <a:off x="542880" y="2819160"/>
            <a:ext cx="943200" cy="381240"/>
          </a:xfrm>
          <a:custGeom>
            <a:avLst/>
            <a:gdLst/>
            <a:ahLst/>
            <a:rect l="0" t="0" r="r" b="b"/>
            <a:pathLst>
              <a:path w="2620" h="1059">
                <a:moveTo>
                  <a:pt x="0" y="0"/>
                </a:moveTo>
                <a:lnTo>
                  <a:pt x="2620" y="0"/>
                </a:lnTo>
                <a:lnTo>
                  <a:pt x="2620"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0" name=""/>
          <p:cNvSpPr/>
          <p:nvPr/>
        </p:nvSpPr>
        <p:spPr>
          <a:xfrm>
            <a:off x="1485720" y="281916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1" name=""/>
          <p:cNvSpPr/>
          <p:nvPr/>
        </p:nvSpPr>
        <p:spPr>
          <a:xfrm>
            <a:off x="4495680" y="281916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2" name=""/>
          <p:cNvSpPr/>
          <p:nvPr/>
        </p:nvSpPr>
        <p:spPr>
          <a:xfrm>
            <a:off x="542880" y="3200040"/>
            <a:ext cx="943200" cy="390960"/>
          </a:xfrm>
          <a:custGeom>
            <a:avLst/>
            <a:gdLst/>
            <a:ahLst/>
            <a:rect l="0" t="0" r="r" b="b"/>
            <a:pathLst>
              <a:path w="2620" h="1086">
                <a:moveTo>
                  <a:pt x="132" y="1086"/>
                </a:moveTo>
                <a:cubicBezTo>
                  <a:pt x="111" y="1086"/>
                  <a:pt x="91" y="1082"/>
                  <a:pt x="71" y="1074"/>
                </a:cubicBezTo>
                <a:cubicBezTo>
                  <a:pt x="52" y="1066"/>
                  <a:pt x="35" y="1055"/>
                  <a:pt x="20" y="1040"/>
                </a:cubicBezTo>
                <a:cubicBezTo>
                  <a:pt x="12" y="1032"/>
                  <a:pt x="5" y="1024"/>
                  <a:pt x="0" y="1015"/>
                </a:cubicBezTo>
                <a:lnTo>
                  <a:pt x="0" y="0"/>
                </a:lnTo>
                <a:lnTo>
                  <a:pt x="2620" y="0"/>
                </a:lnTo>
                <a:lnTo>
                  <a:pt x="2620" y="1086"/>
                </a:lnTo>
                <a:lnTo>
                  <a:pt x="132" y="1086"/>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3" name=""/>
          <p:cNvSpPr/>
          <p:nvPr/>
        </p:nvSpPr>
        <p:spPr>
          <a:xfrm>
            <a:off x="1485720" y="3200040"/>
            <a:ext cx="3010320" cy="390960"/>
          </a:xfrm>
          <a:custGeom>
            <a:avLst/>
            <a:gdLst/>
            <a:ahLst/>
            <a:rect l="0" t="0" r="r" b="b"/>
            <a:pathLst>
              <a:path w="8362" h="1086">
                <a:moveTo>
                  <a:pt x="0" y="1086"/>
                </a:moveTo>
                <a:lnTo>
                  <a:pt x="0" y="0"/>
                </a:lnTo>
                <a:lnTo>
                  <a:pt x="8362" y="0"/>
                </a:lnTo>
                <a:lnTo>
                  <a:pt x="8362" y="1086"/>
                </a:lnTo>
                <a:lnTo>
                  <a:pt x="0" y="1086"/>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4" name=""/>
          <p:cNvSpPr/>
          <p:nvPr/>
        </p:nvSpPr>
        <p:spPr>
          <a:xfrm>
            <a:off x="4495680" y="3200040"/>
            <a:ext cx="2495880" cy="390960"/>
          </a:xfrm>
          <a:custGeom>
            <a:avLst/>
            <a:gdLst/>
            <a:ahLst/>
            <a:rect l="0" t="0" r="r" b="b"/>
            <a:pathLst>
              <a:path w="6933" h="1086">
                <a:moveTo>
                  <a:pt x="0" y="1086"/>
                </a:moveTo>
                <a:lnTo>
                  <a:pt x="0" y="0"/>
                </a:lnTo>
                <a:lnTo>
                  <a:pt x="6933" y="0"/>
                </a:lnTo>
                <a:lnTo>
                  <a:pt x="6933" y="1086"/>
                </a:lnTo>
                <a:lnTo>
                  <a:pt x="0" y="1086"/>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5" name=""/>
          <p:cNvSpPr/>
          <p:nvPr/>
        </p:nvSpPr>
        <p:spPr>
          <a:xfrm>
            <a:off x="533160" y="2073240"/>
            <a:ext cx="10080" cy="365400"/>
          </a:xfrm>
          <a:custGeom>
            <a:avLst/>
            <a:gdLst/>
            <a:ahLst/>
            <a:rect l="0" t="0" r="r" b="b"/>
            <a:pathLst>
              <a:path w="28" h="1015">
                <a:moveTo>
                  <a:pt x="12" y="27"/>
                </a:moveTo>
                <a:cubicBezTo>
                  <a:pt x="17" y="17"/>
                  <a:pt x="22" y="8"/>
                  <a:pt x="28" y="0"/>
                </a:cubicBezTo>
                <a:lnTo>
                  <a:pt x="28" y="1015"/>
                </a:lnTo>
                <a:lnTo>
                  <a:pt x="0" y="1015"/>
                </a:lnTo>
                <a:lnTo>
                  <a:pt x="0" y="88"/>
                </a:lnTo>
                <a:cubicBezTo>
                  <a:pt x="0" y="67"/>
                  <a:pt x="4" y="46"/>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6" name=""/>
          <p:cNvSpPr/>
          <p:nvPr/>
        </p:nvSpPr>
        <p:spPr>
          <a:xfrm>
            <a:off x="558720" y="2047680"/>
            <a:ext cx="927360" cy="9720"/>
          </a:xfrm>
          <a:custGeom>
            <a:avLst/>
            <a:gdLst/>
            <a:ahLst/>
            <a:rect l="0" t="0" r="r" b="b"/>
            <a:pathLst>
              <a:path w="2576" h="27">
                <a:moveTo>
                  <a:pt x="27" y="12"/>
                </a:moveTo>
                <a:cubicBezTo>
                  <a:pt x="47" y="4"/>
                  <a:pt x="67" y="0"/>
                  <a:pt x="88" y="0"/>
                </a:cubicBezTo>
                <a:lnTo>
                  <a:pt x="2576" y="0"/>
                </a:lnTo>
                <a:lnTo>
                  <a:pt x="2576" y="27"/>
                </a:lnTo>
                <a:lnTo>
                  <a:pt x="0" y="27"/>
                </a:lnTo>
                <a:cubicBezTo>
                  <a:pt x="9" y="22"/>
                  <a:pt x="18" y="16"/>
                  <a:pt x="27" y="12"/>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7" name=""/>
          <p:cNvSpPr/>
          <p:nvPr/>
        </p:nvSpPr>
        <p:spPr>
          <a:xfrm>
            <a:off x="1476360" y="204768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8" name=""/>
          <p:cNvSpPr/>
          <p:nvPr/>
        </p:nvSpPr>
        <p:spPr>
          <a:xfrm>
            <a:off x="1485720" y="2047680"/>
            <a:ext cx="3010320" cy="9720"/>
          </a:xfrm>
          <a:custGeom>
            <a:avLst/>
            <a:gdLst/>
            <a:ahLst/>
            <a:rect l="0" t="0" r="r" b="b"/>
            <a:pathLst>
              <a:path w="8362" h="27">
                <a:moveTo>
                  <a:pt x="0" y="0"/>
                </a:moveTo>
                <a:lnTo>
                  <a:pt x="8362" y="0"/>
                </a:lnTo>
                <a:lnTo>
                  <a:pt x="8362"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39" name=""/>
          <p:cNvSpPr/>
          <p:nvPr/>
        </p:nvSpPr>
        <p:spPr>
          <a:xfrm>
            <a:off x="4485960" y="204768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0" name=""/>
          <p:cNvSpPr/>
          <p:nvPr/>
        </p:nvSpPr>
        <p:spPr>
          <a:xfrm>
            <a:off x="4495680" y="2047680"/>
            <a:ext cx="2505240" cy="9720"/>
          </a:xfrm>
          <a:custGeom>
            <a:avLst/>
            <a:gdLst/>
            <a:ahLst/>
            <a:rect l="0" t="0" r="r" b="b"/>
            <a:pathLst>
              <a:path w="6959" h="27">
                <a:moveTo>
                  <a:pt x="0" y="0"/>
                </a:moveTo>
                <a:lnTo>
                  <a:pt x="6959" y="0"/>
                </a:lnTo>
                <a:lnTo>
                  <a:pt x="695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1" name=""/>
          <p:cNvSpPr/>
          <p:nvPr/>
        </p:nvSpPr>
        <p:spPr>
          <a:xfrm>
            <a:off x="6991200" y="204768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2" name=""/>
          <p:cNvSpPr/>
          <p:nvPr/>
        </p:nvSpPr>
        <p:spPr>
          <a:xfrm>
            <a:off x="533160" y="2428560"/>
            <a:ext cx="952920" cy="10440"/>
          </a:xfrm>
          <a:custGeom>
            <a:avLst/>
            <a:gdLst/>
            <a:ahLst/>
            <a:rect l="0" t="0" r="r" b="b"/>
            <a:pathLst>
              <a:path w="2647" h="29">
                <a:moveTo>
                  <a:pt x="0" y="0"/>
                </a:moveTo>
                <a:lnTo>
                  <a:pt x="2647" y="0"/>
                </a:lnTo>
                <a:lnTo>
                  <a:pt x="2647"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3" name=""/>
          <p:cNvSpPr/>
          <p:nvPr/>
        </p:nvSpPr>
        <p:spPr>
          <a:xfrm>
            <a:off x="1485720" y="2428560"/>
            <a:ext cx="3010320" cy="10440"/>
          </a:xfrm>
          <a:custGeom>
            <a:avLst/>
            <a:gdLst/>
            <a:ahLst/>
            <a:rect l="0" t="0" r="r" b="b"/>
            <a:pathLst>
              <a:path w="8362" h="29">
                <a:moveTo>
                  <a:pt x="0" y="0"/>
                </a:moveTo>
                <a:lnTo>
                  <a:pt x="8362" y="0"/>
                </a:lnTo>
                <a:lnTo>
                  <a:pt x="8362"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4" name=""/>
          <p:cNvSpPr/>
          <p:nvPr/>
        </p:nvSpPr>
        <p:spPr>
          <a:xfrm>
            <a:off x="4495680" y="2428560"/>
            <a:ext cx="2505240" cy="10440"/>
          </a:xfrm>
          <a:custGeom>
            <a:avLst/>
            <a:gdLst/>
            <a:ahLst/>
            <a:rect l="0" t="0" r="r" b="b"/>
            <a:pathLst>
              <a:path w="6959" h="29">
                <a:moveTo>
                  <a:pt x="0" y="0"/>
                </a:moveTo>
                <a:lnTo>
                  <a:pt x="6959" y="0"/>
                </a:lnTo>
                <a:lnTo>
                  <a:pt x="6959"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5" name=""/>
          <p:cNvSpPr/>
          <p:nvPr/>
        </p:nvSpPr>
        <p:spPr>
          <a:xfrm>
            <a:off x="533160" y="243828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6" name=""/>
          <p:cNvSpPr/>
          <p:nvPr/>
        </p:nvSpPr>
        <p:spPr>
          <a:xfrm>
            <a:off x="1476360" y="243828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7" name=""/>
          <p:cNvSpPr/>
          <p:nvPr/>
        </p:nvSpPr>
        <p:spPr>
          <a:xfrm>
            <a:off x="4485960" y="243828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8" name=""/>
          <p:cNvSpPr/>
          <p:nvPr/>
        </p:nvSpPr>
        <p:spPr>
          <a:xfrm>
            <a:off x="6991200" y="243828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49" name=""/>
          <p:cNvSpPr/>
          <p:nvPr/>
        </p:nvSpPr>
        <p:spPr>
          <a:xfrm>
            <a:off x="533160" y="28191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0" name=""/>
          <p:cNvSpPr/>
          <p:nvPr/>
        </p:nvSpPr>
        <p:spPr>
          <a:xfrm>
            <a:off x="533160" y="2809800"/>
            <a:ext cx="952920" cy="9720"/>
          </a:xfrm>
          <a:custGeom>
            <a:avLst/>
            <a:gdLst/>
            <a:ahLst/>
            <a:rect l="0" t="0" r="r" b="b"/>
            <a:pathLst>
              <a:path w="2647" h="27">
                <a:moveTo>
                  <a:pt x="0" y="0"/>
                </a:moveTo>
                <a:lnTo>
                  <a:pt x="2647" y="0"/>
                </a:lnTo>
                <a:lnTo>
                  <a:pt x="2647"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1" name=""/>
          <p:cNvSpPr/>
          <p:nvPr/>
        </p:nvSpPr>
        <p:spPr>
          <a:xfrm>
            <a:off x="1476360" y="28191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2" name=""/>
          <p:cNvSpPr/>
          <p:nvPr/>
        </p:nvSpPr>
        <p:spPr>
          <a:xfrm>
            <a:off x="1485720" y="2809800"/>
            <a:ext cx="3010320" cy="9720"/>
          </a:xfrm>
          <a:custGeom>
            <a:avLst/>
            <a:gdLst/>
            <a:ahLst/>
            <a:rect l="0" t="0" r="r" b="b"/>
            <a:pathLst>
              <a:path w="8362" h="27">
                <a:moveTo>
                  <a:pt x="0" y="0"/>
                </a:moveTo>
                <a:lnTo>
                  <a:pt x="8362" y="0"/>
                </a:lnTo>
                <a:lnTo>
                  <a:pt x="8362"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3" name=""/>
          <p:cNvSpPr/>
          <p:nvPr/>
        </p:nvSpPr>
        <p:spPr>
          <a:xfrm>
            <a:off x="4485960" y="28191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4" name=""/>
          <p:cNvSpPr/>
          <p:nvPr/>
        </p:nvSpPr>
        <p:spPr>
          <a:xfrm>
            <a:off x="4495680" y="2809800"/>
            <a:ext cx="2505240" cy="9720"/>
          </a:xfrm>
          <a:custGeom>
            <a:avLst/>
            <a:gdLst/>
            <a:ahLst/>
            <a:rect l="0" t="0" r="r" b="b"/>
            <a:pathLst>
              <a:path w="6959" h="27">
                <a:moveTo>
                  <a:pt x="0" y="0"/>
                </a:moveTo>
                <a:lnTo>
                  <a:pt x="6959" y="0"/>
                </a:lnTo>
                <a:lnTo>
                  <a:pt x="695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5" name=""/>
          <p:cNvSpPr/>
          <p:nvPr/>
        </p:nvSpPr>
        <p:spPr>
          <a:xfrm>
            <a:off x="6991200" y="28191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6" name=""/>
          <p:cNvSpPr/>
          <p:nvPr/>
        </p:nvSpPr>
        <p:spPr>
          <a:xfrm>
            <a:off x="533160" y="3200040"/>
            <a:ext cx="10080" cy="365400"/>
          </a:xfrm>
          <a:custGeom>
            <a:avLst/>
            <a:gdLst/>
            <a:ahLst/>
            <a:rect l="0" t="0" r="r" b="b"/>
            <a:pathLst>
              <a:path w="28" h="1015">
                <a:moveTo>
                  <a:pt x="12" y="988"/>
                </a:moveTo>
                <a:cubicBezTo>
                  <a:pt x="4" y="969"/>
                  <a:pt x="0" y="949"/>
                  <a:pt x="0" y="928"/>
                </a:cubicBezTo>
                <a:lnTo>
                  <a:pt x="0" y="0"/>
                </a:lnTo>
                <a:lnTo>
                  <a:pt x="28" y="0"/>
                </a:lnTo>
                <a:lnTo>
                  <a:pt x="28" y="1015"/>
                </a:lnTo>
                <a:cubicBezTo>
                  <a:pt x="22" y="1007"/>
                  <a:pt x="17" y="998"/>
                  <a:pt x="12" y="988"/>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7" name=""/>
          <p:cNvSpPr/>
          <p:nvPr/>
        </p:nvSpPr>
        <p:spPr>
          <a:xfrm>
            <a:off x="533160" y="3190680"/>
            <a:ext cx="952920" cy="9720"/>
          </a:xfrm>
          <a:custGeom>
            <a:avLst/>
            <a:gdLst/>
            <a:ahLst/>
            <a:rect l="0" t="0" r="r" b="b"/>
            <a:pathLst>
              <a:path w="2647" h="27">
                <a:moveTo>
                  <a:pt x="0" y="0"/>
                </a:moveTo>
                <a:lnTo>
                  <a:pt x="2647" y="0"/>
                </a:lnTo>
                <a:lnTo>
                  <a:pt x="2647"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8" name=""/>
          <p:cNvSpPr/>
          <p:nvPr/>
        </p:nvSpPr>
        <p:spPr>
          <a:xfrm>
            <a:off x="1476360" y="3200040"/>
            <a:ext cx="9720" cy="390960"/>
          </a:xfrm>
          <a:custGeom>
            <a:avLst/>
            <a:gdLst/>
            <a:ah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59" name=""/>
          <p:cNvSpPr/>
          <p:nvPr/>
        </p:nvSpPr>
        <p:spPr>
          <a:xfrm>
            <a:off x="1485720" y="3190680"/>
            <a:ext cx="3010320" cy="9720"/>
          </a:xfrm>
          <a:custGeom>
            <a:avLst/>
            <a:gdLst/>
            <a:ahLst/>
            <a:rect l="0" t="0" r="r" b="b"/>
            <a:pathLst>
              <a:path w="8362" h="27">
                <a:moveTo>
                  <a:pt x="0" y="0"/>
                </a:moveTo>
                <a:lnTo>
                  <a:pt x="8362" y="0"/>
                </a:lnTo>
                <a:lnTo>
                  <a:pt x="8362"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0" name=""/>
          <p:cNvSpPr/>
          <p:nvPr/>
        </p:nvSpPr>
        <p:spPr>
          <a:xfrm>
            <a:off x="4485960" y="3200040"/>
            <a:ext cx="10080" cy="390960"/>
          </a:xfrm>
          <a:custGeom>
            <a:avLst/>
            <a:gdLst/>
            <a:ahLst/>
            <a:rect l="0" t="0" r="r" b="b"/>
            <a:pathLst>
              <a:path w="28" h="1086">
                <a:moveTo>
                  <a:pt x="0" y="1086"/>
                </a:moveTo>
                <a:lnTo>
                  <a:pt x="0" y="0"/>
                </a:lnTo>
                <a:lnTo>
                  <a:pt x="28" y="0"/>
                </a:lnTo>
                <a:lnTo>
                  <a:pt x="28" y="1086"/>
                </a:lnTo>
                <a:lnTo>
                  <a:pt x="0" y="1086"/>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1" name=""/>
          <p:cNvSpPr/>
          <p:nvPr/>
        </p:nvSpPr>
        <p:spPr>
          <a:xfrm>
            <a:off x="4495680" y="3190680"/>
            <a:ext cx="2505240" cy="9720"/>
          </a:xfrm>
          <a:custGeom>
            <a:avLst/>
            <a:gdLst/>
            <a:ahLst/>
            <a:rect l="0" t="0" r="r" b="b"/>
            <a:pathLst>
              <a:path w="6959" h="27">
                <a:moveTo>
                  <a:pt x="0" y="0"/>
                </a:moveTo>
                <a:lnTo>
                  <a:pt x="6959" y="0"/>
                </a:lnTo>
                <a:lnTo>
                  <a:pt x="695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2" name=""/>
          <p:cNvSpPr/>
          <p:nvPr/>
        </p:nvSpPr>
        <p:spPr>
          <a:xfrm>
            <a:off x="6991200" y="3200040"/>
            <a:ext cx="9720" cy="390960"/>
          </a:xfrm>
          <a:custGeom>
            <a:avLst/>
            <a:gdLst/>
            <a:ah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3" name=""/>
          <p:cNvSpPr/>
          <p:nvPr/>
        </p:nvSpPr>
        <p:spPr>
          <a:xfrm>
            <a:off x="558720" y="3581280"/>
            <a:ext cx="927360" cy="9720"/>
          </a:xfrm>
          <a:custGeom>
            <a:avLst/>
            <a:gdLst/>
            <a:ahLst/>
            <a:rect l="0" t="0" r="r" b="b"/>
            <a:pathLst>
              <a:path w="2576" h="27">
                <a:moveTo>
                  <a:pt x="88" y="27"/>
                </a:moveTo>
                <a:cubicBezTo>
                  <a:pt x="67" y="27"/>
                  <a:pt x="47" y="22"/>
                  <a:pt x="27" y="14"/>
                </a:cubicBezTo>
                <a:cubicBezTo>
                  <a:pt x="18" y="10"/>
                  <a:pt x="9" y="5"/>
                  <a:pt x="0" y="0"/>
                </a:cubicBezTo>
                <a:lnTo>
                  <a:pt x="2576" y="0"/>
                </a:lnTo>
                <a:lnTo>
                  <a:pt x="2576"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4" name=""/>
          <p:cNvSpPr/>
          <p:nvPr/>
        </p:nvSpPr>
        <p:spPr>
          <a:xfrm>
            <a:off x="1485720" y="3581280"/>
            <a:ext cx="3010320" cy="9720"/>
          </a:xfrm>
          <a:custGeom>
            <a:avLst/>
            <a:gdLst/>
            <a:ahLst/>
            <a:rect l="0" t="0" r="r" b="b"/>
            <a:pathLst>
              <a:path w="8362" h="27">
                <a:moveTo>
                  <a:pt x="0" y="27"/>
                </a:moveTo>
                <a:lnTo>
                  <a:pt x="0" y="0"/>
                </a:lnTo>
                <a:lnTo>
                  <a:pt x="8362" y="0"/>
                </a:lnTo>
                <a:lnTo>
                  <a:pt x="8362"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5" name=""/>
          <p:cNvSpPr/>
          <p:nvPr/>
        </p:nvSpPr>
        <p:spPr>
          <a:xfrm>
            <a:off x="4495680" y="3581280"/>
            <a:ext cx="2505240" cy="9720"/>
          </a:xfrm>
          <a:custGeom>
            <a:avLst/>
            <a:gdLst/>
            <a:ahLst/>
            <a:rect l="0" t="0" r="r" b="b"/>
            <a:pathLst>
              <a:path w="6959" h="27">
                <a:moveTo>
                  <a:pt x="0" y="27"/>
                </a:moveTo>
                <a:lnTo>
                  <a:pt x="0" y="0"/>
                </a:lnTo>
                <a:lnTo>
                  <a:pt x="6959" y="0"/>
                </a:lnTo>
                <a:lnTo>
                  <a:pt x="6959"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6" name=""/>
          <p:cNvSpPr/>
          <p:nvPr/>
        </p:nvSpPr>
        <p:spPr>
          <a:xfrm>
            <a:off x="542880" y="4752720"/>
            <a:ext cx="2181600" cy="381600"/>
          </a:xfrm>
          <a:custGeom>
            <a:avLst/>
            <a:gdLst/>
            <a:ahLst/>
            <a:rect l="0" t="0" r="r" b="b"/>
            <a:pathLst>
              <a:path w="6060" h="1060">
                <a:moveTo>
                  <a:pt x="20" y="20"/>
                </a:moveTo>
                <a:cubicBezTo>
                  <a:pt x="27" y="13"/>
                  <a:pt x="35" y="6"/>
                  <a:pt x="44" y="0"/>
                </a:cubicBezTo>
                <a:lnTo>
                  <a:pt x="6060" y="0"/>
                </a:lnTo>
                <a:lnTo>
                  <a:pt x="6060" y="1060"/>
                </a:lnTo>
                <a:lnTo>
                  <a:pt x="0" y="1060"/>
                </a:lnTo>
                <a:lnTo>
                  <a:pt x="0" y="46"/>
                </a:lnTo>
                <a:cubicBezTo>
                  <a:pt x="5" y="37"/>
                  <a:pt x="12" y="29"/>
                  <a:pt x="20" y="2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7" name=""/>
          <p:cNvSpPr/>
          <p:nvPr/>
        </p:nvSpPr>
        <p:spPr>
          <a:xfrm>
            <a:off x="2724120" y="4752720"/>
            <a:ext cx="1562400" cy="381600"/>
          </a:xfrm>
          <a:custGeom>
            <a:avLst/>
            <a:gdLst/>
            <a:ahLst/>
            <a:rect l="0" t="0" r="r" b="b"/>
            <a:pathLst>
              <a:path w="4340" h="1060">
                <a:moveTo>
                  <a:pt x="0" y="0"/>
                </a:moveTo>
                <a:lnTo>
                  <a:pt x="4340" y="0"/>
                </a:lnTo>
                <a:lnTo>
                  <a:pt x="4340"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8" name=""/>
          <p:cNvSpPr/>
          <p:nvPr/>
        </p:nvSpPr>
        <p:spPr>
          <a:xfrm>
            <a:off x="4286160" y="4752720"/>
            <a:ext cx="1667160" cy="381600"/>
          </a:xfrm>
          <a:custGeom>
            <a:avLst/>
            <a:gdLst/>
            <a:ahLst/>
            <a:rect l="0" t="0" r="r" b="b"/>
            <a:pathLst>
              <a:path w="4631" h="1060">
                <a:moveTo>
                  <a:pt x="0" y="0"/>
                </a:moveTo>
                <a:lnTo>
                  <a:pt x="4631" y="0"/>
                </a:lnTo>
                <a:lnTo>
                  <a:pt x="463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69" name=""/>
          <p:cNvSpPr/>
          <p:nvPr/>
        </p:nvSpPr>
        <p:spPr>
          <a:xfrm>
            <a:off x="542880" y="4752720"/>
            <a:ext cx="2181600" cy="381600"/>
          </a:xfrm>
          <a:custGeom>
            <a:avLst/>
            <a:gdLst/>
            <a:ahLst/>
            <a:rect l="0" t="0" r="r" b="b"/>
            <a:pathLst>
              <a:path w="6060" h="1060">
                <a:moveTo>
                  <a:pt x="20" y="20"/>
                </a:moveTo>
                <a:cubicBezTo>
                  <a:pt x="27" y="13"/>
                  <a:pt x="35" y="6"/>
                  <a:pt x="44" y="0"/>
                </a:cubicBezTo>
                <a:lnTo>
                  <a:pt x="6060" y="0"/>
                </a:lnTo>
                <a:lnTo>
                  <a:pt x="6060" y="1060"/>
                </a:lnTo>
                <a:lnTo>
                  <a:pt x="0" y="1060"/>
                </a:lnTo>
                <a:lnTo>
                  <a:pt x="0" y="46"/>
                </a:lnTo>
                <a:cubicBezTo>
                  <a:pt x="5" y="37"/>
                  <a:pt x="12" y="29"/>
                  <a:pt x="20" y="2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70" name=""/>
          <p:cNvSpPr/>
          <p:nvPr/>
        </p:nvSpPr>
        <p:spPr>
          <a:xfrm>
            <a:off x="2724120" y="4752720"/>
            <a:ext cx="1562400" cy="381600"/>
          </a:xfrm>
          <a:custGeom>
            <a:avLst/>
            <a:gdLst/>
            <a:ahLst/>
            <a:rect l="0" t="0" r="r" b="b"/>
            <a:pathLst>
              <a:path w="4340" h="1060">
                <a:moveTo>
                  <a:pt x="0" y="0"/>
                </a:moveTo>
                <a:lnTo>
                  <a:pt x="4340" y="0"/>
                </a:lnTo>
                <a:lnTo>
                  <a:pt x="4340" y="1060"/>
                </a:lnTo>
                <a:lnTo>
                  <a:pt x="0" y="1060"/>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71" name=""/>
          <p:cNvSpPr/>
          <p:nvPr/>
        </p:nvSpPr>
        <p:spPr>
          <a:xfrm>
            <a:off x="4286160" y="4752720"/>
            <a:ext cx="1667160" cy="381600"/>
          </a:xfrm>
          <a:custGeom>
            <a:avLst/>
            <a:gdLst/>
            <a:ahLst/>
            <a:rect l="0" t="0" r="r" b="b"/>
            <a:pathLst>
              <a:path w="4631" h="1060">
                <a:moveTo>
                  <a:pt x="0" y="0"/>
                </a:moveTo>
                <a:lnTo>
                  <a:pt x="4631" y="0"/>
                </a:lnTo>
                <a:lnTo>
                  <a:pt x="4631" y="1060"/>
                </a:lnTo>
                <a:lnTo>
                  <a:pt x="0" y="1060"/>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572" name=""/>
          <p:cNvSpPr/>
          <p:nvPr/>
        </p:nvSpPr>
        <p:spPr>
          <a:xfrm>
            <a:off x="542880" y="5133960"/>
            <a:ext cx="2181600" cy="381240"/>
          </a:xfrm>
          <a:custGeom>
            <a:avLst/>
            <a:gdLst/>
            <a:ahLst/>
            <a:rect l="0" t="0" r="r" b="b"/>
            <a:pathLst>
              <a:path w="6060" h="1059">
                <a:moveTo>
                  <a:pt x="0" y="0"/>
                </a:moveTo>
                <a:lnTo>
                  <a:pt x="6060" y="0"/>
                </a:lnTo>
                <a:lnTo>
                  <a:pt x="6060"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3" name=""/>
          <p:cNvSpPr/>
          <p:nvPr/>
        </p:nvSpPr>
        <p:spPr>
          <a:xfrm>
            <a:off x="2724120" y="5133960"/>
            <a:ext cx="1562400" cy="381240"/>
          </a:xfrm>
          <a:custGeom>
            <a:avLst/>
            <a:gdLst/>
            <a:ahLst/>
            <a:rect l="0" t="0" r="r" b="b"/>
            <a:pathLst>
              <a:path w="4340" h="1059">
                <a:moveTo>
                  <a:pt x="0" y="0"/>
                </a:moveTo>
                <a:lnTo>
                  <a:pt x="4340" y="0"/>
                </a:lnTo>
                <a:lnTo>
                  <a:pt x="4340"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4" name=""/>
          <p:cNvSpPr/>
          <p:nvPr/>
        </p:nvSpPr>
        <p:spPr>
          <a:xfrm>
            <a:off x="4286160" y="5133960"/>
            <a:ext cx="1667160" cy="381240"/>
          </a:xfrm>
          <a:custGeom>
            <a:avLst/>
            <a:gdLst/>
            <a:ahLst/>
            <a:rect l="0" t="0" r="r" b="b"/>
            <a:pathLst>
              <a:path w="4631" h="1059">
                <a:moveTo>
                  <a:pt x="0" y="0"/>
                </a:moveTo>
                <a:lnTo>
                  <a:pt x="4631" y="0"/>
                </a:lnTo>
                <a:lnTo>
                  <a:pt x="463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5" name=""/>
          <p:cNvSpPr/>
          <p:nvPr/>
        </p:nvSpPr>
        <p:spPr>
          <a:xfrm>
            <a:off x="542880" y="5514840"/>
            <a:ext cx="2181600" cy="381240"/>
          </a:xfrm>
          <a:custGeom>
            <a:avLst/>
            <a:gdLst/>
            <a:ahLst/>
            <a:rect l="0" t="0" r="r" b="b"/>
            <a:pathLst>
              <a:path w="6060" h="1059">
                <a:moveTo>
                  <a:pt x="132" y="1059"/>
                </a:moveTo>
                <a:cubicBezTo>
                  <a:pt x="111" y="1059"/>
                  <a:pt x="91" y="1055"/>
                  <a:pt x="71" y="1047"/>
                </a:cubicBezTo>
                <a:cubicBezTo>
                  <a:pt x="52" y="1039"/>
                  <a:pt x="35" y="1028"/>
                  <a:pt x="20" y="1013"/>
                </a:cubicBezTo>
                <a:cubicBezTo>
                  <a:pt x="12" y="1005"/>
                  <a:pt x="5" y="997"/>
                  <a:pt x="0" y="988"/>
                </a:cubicBezTo>
                <a:lnTo>
                  <a:pt x="0" y="0"/>
                </a:lnTo>
                <a:lnTo>
                  <a:pt x="6060" y="0"/>
                </a:lnTo>
                <a:lnTo>
                  <a:pt x="6060" y="1059"/>
                </a:lnTo>
                <a:lnTo>
                  <a:pt x="132"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6" name=""/>
          <p:cNvSpPr/>
          <p:nvPr/>
        </p:nvSpPr>
        <p:spPr>
          <a:xfrm>
            <a:off x="2724120" y="5514840"/>
            <a:ext cx="1562400" cy="381240"/>
          </a:xfrm>
          <a:custGeom>
            <a:avLst/>
            <a:gdLst/>
            <a:ahLst/>
            <a:rect l="0" t="0" r="r" b="b"/>
            <a:pathLst>
              <a:path w="4340" h="1059">
                <a:moveTo>
                  <a:pt x="0" y="1059"/>
                </a:moveTo>
                <a:lnTo>
                  <a:pt x="0" y="0"/>
                </a:lnTo>
                <a:lnTo>
                  <a:pt x="4340" y="0"/>
                </a:lnTo>
                <a:lnTo>
                  <a:pt x="4340" y="1059"/>
                </a:lnTo>
                <a:lnTo>
                  <a:pt x="0"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7" name=""/>
          <p:cNvSpPr/>
          <p:nvPr/>
        </p:nvSpPr>
        <p:spPr>
          <a:xfrm>
            <a:off x="4286160" y="5514840"/>
            <a:ext cx="1667160" cy="381240"/>
          </a:xfrm>
          <a:custGeom>
            <a:avLst/>
            <a:gdLst/>
            <a:ahLst/>
            <a:rect l="0" t="0" r="r" b="b"/>
            <a:pathLst>
              <a:path w="4631" h="1059">
                <a:moveTo>
                  <a:pt x="0" y="1059"/>
                </a:moveTo>
                <a:lnTo>
                  <a:pt x="0" y="0"/>
                </a:lnTo>
                <a:lnTo>
                  <a:pt x="4631" y="0"/>
                </a:lnTo>
                <a:lnTo>
                  <a:pt x="4631" y="1059"/>
                </a:lnTo>
                <a:lnTo>
                  <a:pt x="0"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8" name=""/>
          <p:cNvSpPr/>
          <p:nvPr/>
        </p:nvSpPr>
        <p:spPr>
          <a:xfrm>
            <a:off x="542880" y="5514840"/>
            <a:ext cx="2181600" cy="381240"/>
          </a:xfrm>
          <a:custGeom>
            <a:avLst/>
            <a:gdLst/>
            <a:ahLst/>
            <a:rect l="0" t="0" r="r" b="b"/>
            <a:pathLst>
              <a:path w="6060" h="1059">
                <a:moveTo>
                  <a:pt x="132" y="1059"/>
                </a:moveTo>
                <a:cubicBezTo>
                  <a:pt x="111" y="1059"/>
                  <a:pt x="91" y="1055"/>
                  <a:pt x="71" y="1047"/>
                </a:cubicBezTo>
                <a:cubicBezTo>
                  <a:pt x="52" y="1039"/>
                  <a:pt x="35" y="1028"/>
                  <a:pt x="20" y="1013"/>
                </a:cubicBezTo>
                <a:cubicBezTo>
                  <a:pt x="12" y="1005"/>
                  <a:pt x="5" y="997"/>
                  <a:pt x="0" y="988"/>
                </a:cubicBezTo>
                <a:lnTo>
                  <a:pt x="0" y="0"/>
                </a:lnTo>
                <a:lnTo>
                  <a:pt x="6060" y="0"/>
                </a:lnTo>
                <a:lnTo>
                  <a:pt x="6060" y="1059"/>
                </a:lnTo>
                <a:lnTo>
                  <a:pt x="132" y="1059"/>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79" name=""/>
          <p:cNvSpPr/>
          <p:nvPr/>
        </p:nvSpPr>
        <p:spPr>
          <a:xfrm>
            <a:off x="2724120" y="5514840"/>
            <a:ext cx="1562400" cy="381240"/>
          </a:xfrm>
          <a:custGeom>
            <a:avLst/>
            <a:gdLst/>
            <a:ahLst/>
            <a:rect l="0" t="0" r="r" b="b"/>
            <a:pathLst>
              <a:path w="4340" h="1059">
                <a:moveTo>
                  <a:pt x="0" y="1059"/>
                </a:moveTo>
                <a:lnTo>
                  <a:pt x="0" y="0"/>
                </a:lnTo>
                <a:lnTo>
                  <a:pt x="4340" y="0"/>
                </a:lnTo>
                <a:lnTo>
                  <a:pt x="4340" y="1059"/>
                </a:lnTo>
                <a:lnTo>
                  <a:pt x="0" y="1059"/>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0" name=""/>
          <p:cNvSpPr/>
          <p:nvPr/>
        </p:nvSpPr>
        <p:spPr>
          <a:xfrm>
            <a:off x="4286160" y="5514840"/>
            <a:ext cx="1667160" cy="381240"/>
          </a:xfrm>
          <a:custGeom>
            <a:avLst/>
            <a:gdLst/>
            <a:ahLst/>
            <a:rect l="0" t="0" r="r" b="b"/>
            <a:pathLst>
              <a:path w="4631" h="1059">
                <a:moveTo>
                  <a:pt x="0" y="1059"/>
                </a:moveTo>
                <a:lnTo>
                  <a:pt x="0" y="0"/>
                </a:lnTo>
                <a:lnTo>
                  <a:pt x="4631" y="0"/>
                </a:lnTo>
                <a:lnTo>
                  <a:pt x="4631" y="1059"/>
                </a:lnTo>
                <a:lnTo>
                  <a:pt x="0" y="1059"/>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1" name=""/>
          <p:cNvSpPr/>
          <p:nvPr/>
        </p:nvSpPr>
        <p:spPr>
          <a:xfrm>
            <a:off x="533160" y="4768920"/>
            <a:ext cx="10080" cy="365400"/>
          </a:xfrm>
          <a:custGeom>
            <a:avLst/>
            <a:gdLst/>
            <a:ahLst/>
            <a:rect l="0" t="0" r="r" b="b"/>
            <a:pathLst>
              <a:path w="28" h="1015">
                <a:moveTo>
                  <a:pt x="12" y="27"/>
                </a:moveTo>
                <a:cubicBezTo>
                  <a:pt x="17" y="17"/>
                  <a:pt x="22" y="8"/>
                  <a:pt x="28" y="0"/>
                </a:cubicBezTo>
                <a:lnTo>
                  <a:pt x="28" y="1015"/>
                </a:lnTo>
                <a:lnTo>
                  <a:pt x="0" y="1015"/>
                </a:lnTo>
                <a:lnTo>
                  <a:pt x="0" y="87"/>
                </a:lnTo>
                <a:cubicBezTo>
                  <a:pt x="0" y="66"/>
                  <a:pt x="4" y="46"/>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2" name=""/>
          <p:cNvSpPr/>
          <p:nvPr/>
        </p:nvSpPr>
        <p:spPr>
          <a:xfrm>
            <a:off x="558720" y="4743360"/>
            <a:ext cx="2175120" cy="9720"/>
          </a:xfrm>
          <a:custGeom>
            <a:avLst/>
            <a:gdLst/>
            <a:ahLst/>
            <a:rect l="0" t="0" r="r" b="b"/>
            <a:pathLst>
              <a:path w="6042" h="27">
                <a:moveTo>
                  <a:pt x="27" y="12"/>
                </a:moveTo>
                <a:cubicBezTo>
                  <a:pt x="47" y="4"/>
                  <a:pt x="67" y="0"/>
                  <a:pt x="88" y="0"/>
                </a:cubicBezTo>
                <a:lnTo>
                  <a:pt x="6042" y="0"/>
                </a:lnTo>
                <a:lnTo>
                  <a:pt x="6042" y="27"/>
                </a:lnTo>
                <a:lnTo>
                  <a:pt x="0" y="27"/>
                </a:lnTo>
                <a:cubicBezTo>
                  <a:pt x="9" y="22"/>
                  <a:pt x="18" y="16"/>
                  <a:pt x="27" y="12"/>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3" name=""/>
          <p:cNvSpPr/>
          <p:nvPr/>
        </p:nvSpPr>
        <p:spPr>
          <a:xfrm>
            <a:off x="2724120" y="474336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4" name=""/>
          <p:cNvSpPr/>
          <p:nvPr/>
        </p:nvSpPr>
        <p:spPr>
          <a:xfrm>
            <a:off x="2733480" y="4743360"/>
            <a:ext cx="1562400" cy="9720"/>
          </a:xfrm>
          <a:custGeom>
            <a:avLst/>
            <a:gdLst/>
            <a:ahLst/>
            <a:rect l="0" t="0" r="r" b="b"/>
            <a:pathLst>
              <a:path w="4340" h="27">
                <a:moveTo>
                  <a:pt x="0" y="0"/>
                </a:moveTo>
                <a:lnTo>
                  <a:pt x="4340" y="0"/>
                </a:lnTo>
                <a:lnTo>
                  <a:pt x="434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5" name=""/>
          <p:cNvSpPr/>
          <p:nvPr/>
        </p:nvSpPr>
        <p:spPr>
          <a:xfrm>
            <a:off x="4286160" y="474336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6" name=""/>
          <p:cNvSpPr/>
          <p:nvPr/>
        </p:nvSpPr>
        <p:spPr>
          <a:xfrm>
            <a:off x="4295520" y="474336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7" name=""/>
          <p:cNvSpPr/>
          <p:nvPr/>
        </p:nvSpPr>
        <p:spPr>
          <a:xfrm>
            <a:off x="5943240" y="474336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8" name=""/>
          <p:cNvSpPr/>
          <p:nvPr/>
        </p:nvSpPr>
        <p:spPr>
          <a:xfrm>
            <a:off x="533160" y="5124240"/>
            <a:ext cx="2200680" cy="10440"/>
          </a:xfrm>
          <a:custGeom>
            <a:avLst/>
            <a:gdLst/>
            <a:ahLst/>
            <a:rect l="0" t="0" r="r" b="b"/>
            <a:pathLst>
              <a:path w="6113" h="29">
                <a:moveTo>
                  <a:pt x="0" y="0"/>
                </a:moveTo>
                <a:lnTo>
                  <a:pt x="6113" y="0"/>
                </a:lnTo>
                <a:lnTo>
                  <a:pt x="6113"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89" name=""/>
          <p:cNvSpPr/>
          <p:nvPr/>
        </p:nvSpPr>
        <p:spPr>
          <a:xfrm>
            <a:off x="2733480" y="5124240"/>
            <a:ext cx="1562400" cy="10440"/>
          </a:xfrm>
          <a:custGeom>
            <a:avLst/>
            <a:gdLst/>
            <a:ahLst/>
            <a:rect l="0" t="0" r="r" b="b"/>
            <a:pathLst>
              <a:path w="4340" h="29">
                <a:moveTo>
                  <a:pt x="0" y="0"/>
                </a:moveTo>
                <a:lnTo>
                  <a:pt x="4340" y="0"/>
                </a:lnTo>
                <a:lnTo>
                  <a:pt x="4340"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0" name=""/>
          <p:cNvSpPr/>
          <p:nvPr/>
        </p:nvSpPr>
        <p:spPr>
          <a:xfrm>
            <a:off x="4295520" y="5124240"/>
            <a:ext cx="1657800" cy="10440"/>
          </a:xfrm>
          <a:custGeom>
            <a:avLst/>
            <a:gdLst/>
            <a:ahLst/>
            <a:rect l="0" t="0" r="r" b="b"/>
            <a:pathLst>
              <a:path w="4605" h="29">
                <a:moveTo>
                  <a:pt x="0" y="0"/>
                </a:moveTo>
                <a:lnTo>
                  <a:pt x="4605" y="0"/>
                </a:lnTo>
                <a:lnTo>
                  <a:pt x="4605" y="29"/>
                </a:lnTo>
                <a:lnTo>
                  <a:pt x="0" y="2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1" name=""/>
          <p:cNvSpPr/>
          <p:nvPr/>
        </p:nvSpPr>
        <p:spPr>
          <a:xfrm>
            <a:off x="533160" y="51339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2" name=""/>
          <p:cNvSpPr/>
          <p:nvPr/>
        </p:nvSpPr>
        <p:spPr>
          <a:xfrm>
            <a:off x="2724120" y="51339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3" name=""/>
          <p:cNvSpPr/>
          <p:nvPr/>
        </p:nvSpPr>
        <p:spPr>
          <a:xfrm>
            <a:off x="4286160" y="51339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4" name=""/>
          <p:cNvSpPr/>
          <p:nvPr/>
        </p:nvSpPr>
        <p:spPr>
          <a:xfrm>
            <a:off x="5943240" y="51339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5" name=""/>
          <p:cNvSpPr/>
          <p:nvPr/>
        </p:nvSpPr>
        <p:spPr>
          <a:xfrm>
            <a:off x="533160" y="5514840"/>
            <a:ext cx="10080" cy="355680"/>
          </a:xfrm>
          <a:custGeom>
            <a:avLst/>
            <a:gdLst/>
            <a:ahLst/>
            <a:rect l="0" t="0" r="r" b="b"/>
            <a:pathLst>
              <a:path w="28" h="988">
                <a:moveTo>
                  <a:pt x="12" y="960"/>
                </a:moveTo>
                <a:cubicBezTo>
                  <a:pt x="4" y="941"/>
                  <a:pt x="0" y="921"/>
                  <a:pt x="0" y="899"/>
                </a:cubicBezTo>
                <a:lnTo>
                  <a:pt x="0" y="0"/>
                </a:lnTo>
                <a:lnTo>
                  <a:pt x="28" y="0"/>
                </a:lnTo>
                <a:lnTo>
                  <a:pt x="28" y="988"/>
                </a:lnTo>
                <a:cubicBezTo>
                  <a:pt x="22" y="980"/>
                  <a:pt x="17" y="971"/>
                  <a:pt x="12" y="960"/>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6" name=""/>
          <p:cNvSpPr/>
          <p:nvPr/>
        </p:nvSpPr>
        <p:spPr>
          <a:xfrm>
            <a:off x="533160" y="5505120"/>
            <a:ext cx="2200680" cy="10080"/>
          </a:xfrm>
          <a:custGeom>
            <a:avLst/>
            <a:gdLst/>
            <a:ahLst/>
            <a:rect l="0" t="0" r="r" b="b"/>
            <a:pathLst>
              <a:path w="6113" h="28">
                <a:moveTo>
                  <a:pt x="0" y="0"/>
                </a:moveTo>
                <a:lnTo>
                  <a:pt x="6113" y="0"/>
                </a:lnTo>
                <a:lnTo>
                  <a:pt x="611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7" name=""/>
          <p:cNvSpPr/>
          <p:nvPr/>
        </p:nvSpPr>
        <p:spPr>
          <a:xfrm>
            <a:off x="2724120" y="551484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8" name=""/>
          <p:cNvSpPr/>
          <p:nvPr/>
        </p:nvSpPr>
        <p:spPr>
          <a:xfrm>
            <a:off x="2733480" y="5505120"/>
            <a:ext cx="1562400" cy="10080"/>
          </a:xfrm>
          <a:custGeom>
            <a:avLst/>
            <a:gdLst/>
            <a:ahLst/>
            <a:rect l="0" t="0" r="r" b="b"/>
            <a:pathLst>
              <a:path w="4340" h="28">
                <a:moveTo>
                  <a:pt x="0" y="0"/>
                </a:moveTo>
                <a:lnTo>
                  <a:pt x="4340" y="0"/>
                </a:lnTo>
                <a:lnTo>
                  <a:pt x="434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599" name=""/>
          <p:cNvSpPr/>
          <p:nvPr/>
        </p:nvSpPr>
        <p:spPr>
          <a:xfrm>
            <a:off x="4286160" y="551484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0" name=""/>
          <p:cNvSpPr/>
          <p:nvPr/>
        </p:nvSpPr>
        <p:spPr>
          <a:xfrm>
            <a:off x="4295520" y="5505120"/>
            <a:ext cx="1657800" cy="10080"/>
          </a:xfrm>
          <a:custGeom>
            <a:avLst/>
            <a:gdLst/>
            <a:ahLst/>
            <a:rect l="0" t="0" r="r" b="b"/>
            <a:pathLst>
              <a:path w="4605" h="28">
                <a:moveTo>
                  <a:pt x="0" y="0"/>
                </a:moveTo>
                <a:lnTo>
                  <a:pt x="4605" y="0"/>
                </a:lnTo>
                <a:lnTo>
                  <a:pt x="460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1" name=""/>
          <p:cNvSpPr/>
          <p:nvPr/>
        </p:nvSpPr>
        <p:spPr>
          <a:xfrm>
            <a:off x="5943240" y="551484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2" name=""/>
          <p:cNvSpPr/>
          <p:nvPr/>
        </p:nvSpPr>
        <p:spPr>
          <a:xfrm>
            <a:off x="558720" y="5886360"/>
            <a:ext cx="2175120" cy="9720"/>
          </a:xfrm>
          <a:custGeom>
            <a:avLst/>
            <a:gdLst/>
            <a:ahLst/>
            <a:rect l="0" t="0" r="r" b="b"/>
            <a:pathLst>
              <a:path w="6042" h="27">
                <a:moveTo>
                  <a:pt x="88" y="27"/>
                </a:moveTo>
                <a:cubicBezTo>
                  <a:pt x="67" y="27"/>
                  <a:pt x="47" y="23"/>
                  <a:pt x="27" y="14"/>
                </a:cubicBezTo>
                <a:cubicBezTo>
                  <a:pt x="18" y="10"/>
                  <a:pt x="9" y="5"/>
                  <a:pt x="0" y="0"/>
                </a:cubicBezTo>
                <a:lnTo>
                  <a:pt x="6042" y="0"/>
                </a:lnTo>
                <a:lnTo>
                  <a:pt x="6042"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3" name=""/>
          <p:cNvSpPr/>
          <p:nvPr/>
        </p:nvSpPr>
        <p:spPr>
          <a:xfrm>
            <a:off x="2733480" y="5886360"/>
            <a:ext cx="1562400" cy="9720"/>
          </a:xfrm>
          <a:custGeom>
            <a:avLst/>
            <a:gdLst/>
            <a:ahLst/>
            <a:rect l="0" t="0" r="r" b="b"/>
            <a:pathLst>
              <a:path w="4340" h="27">
                <a:moveTo>
                  <a:pt x="0" y="27"/>
                </a:moveTo>
                <a:lnTo>
                  <a:pt x="0" y="0"/>
                </a:lnTo>
                <a:lnTo>
                  <a:pt x="4340" y="0"/>
                </a:lnTo>
                <a:lnTo>
                  <a:pt x="4340"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4" name=""/>
          <p:cNvSpPr/>
          <p:nvPr/>
        </p:nvSpPr>
        <p:spPr>
          <a:xfrm>
            <a:off x="4295520" y="5886360"/>
            <a:ext cx="1657800" cy="9720"/>
          </a:xfrm>
          <a:custGeom>
            <a:avLst/>
            <a:gdLst/>
            <a:ahLst/>
            <a:rect l="0" t="0" r="r" b="b"/>
            <a:pathLst>
              <a:path w="4605" h="27">
                <a:moveTo>
                  <a:pt x="0" y="27"/>
                </a:moveTo>
                <a:lnTo>
                  <a:pt x="0" y="0"/>
                </a:lnTo>
                <a:lnTo>
                  <a:pt x="4605" y="0"/>
                </a:lnTo>
                <a:lnTo>
                  <a:pt x="4605"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05" name=""/>
          <p:cNvSpPr txBox="1"/>
          <p:nvPr/>
        </p:nvSpPr>
        <p:spPr>
          <a:xfrm>
            <a:off x="723960" y="1561320"/>
            <a:ext cx="100548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2026-06-07 </a:t>
            </a:r>
            <a:endParaRPr lang="en-US" sz="1430" b="0" u="none" strike="noStrike">
              <a:solidFill>
                <a:srgbClr val="000000"/>
              </a:solidFill>
              <a:effectLst/>
              <a:uFillTx/>
              <a:latin typeface="游明朝体"/>
            </a:endParaRPr>
          </a:p>
        </p:txBody>
      </p:sp>
      <p:sp>
        <p:nvSpPr>
          <p:cNvPr id="4606" name=""/>
          <p:cNvSpPr txBox="1"/>
          <p:nvPr/>
        </p:nvSpPr>
        <p:spPr>
          <a:xfrm>
            <a:off x="1726560" y="1569600"/>
            <a:ext cx="3636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より</a:t>
            </a:r>
            <a:endParaRPr lang="en-US" sz="1430" b="0" u="none" strike="noStrike">
              <a:solidFill>
                <a:srgbClr val="000000"/>
              </a:solidFill>
              <a:effectLst/>
              <a:uFillTx/>
              <a:latin typeface="游明朝体"/>
            </a:endParaRPr>
          </a:p>
        </p:txBody>
      </p:sp>
      <p:sp>
        <p:nvSpPr>
          <p:cNvPr id="4607" name=""/>
          <p:cNvSpPr txBox="1"/>
          <p:nvPr/>
        </p:nvSpPr>
        <p:spPr>
          <a:xfrm>
            <a:off x="2088360" y="1561320"/>
            <a:ext cx="29664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 v3 </a:t>
            </a:r>
            <a:endParaRPr lang="en-US" sz="1430" b="0" u="none" strike="noStrike">
              <a:solidFill>
                <a:srgbClr val="000000"/>
              </a:solidFill>
              <a:effectLst/>
              <a:uFillTx/>
              <a:latin typeface="游明朝体"/>
            </a:endParaRPr>
          </a:p>
        </p:txBody>
      </p:sp>
      <p:sp>
        <p:nvSpPr>
          <p:cNvPr id="4608" name=""/>
          <p:cNvSpPr txBox="1"/>
          <p:nvPr/>
        </p:nvSpPr>
        <p:spPr>
          <a:xfrm>
            <a:off x="2383920" y="1569600"/>
            <a:ext cx="54468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移⾏・</a:t>
            </a:r>
            <a:endParaRPr lang="en-US" sz="1430" b="0" u="none" strike="noStrike">
              <a:solidFill>
                <a:srgbClr val="000000"/>
              </a:solidFill>
              <a:effectLst/>
              <a:uFillTx/>
              <a:latin typeface="游明朝体"/>
            </a:endParaRPr>
          </a:p>
        </p:txBody>
      </p:sp>
      <p:sp>
        <p:nvSpPr>
          <p:cNvPr id="4609" name=""/>
          <p:cNvSpPr txBox="1"/>
          <p:nvPr/>
        </p:nvSpPr>
        <p:spPr>
          <a:xfrm>
            <a:off x="2926800" y="1561320"/>
            <a:ext cx="100548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2026-06-23 </a:t>
            </a:r>
            <a:endParaRPr lang="en-US" sz="1430" b="0" u="none" strike="noStrike">
              <a:solidFill>
                <a:srgbClr val="000000"/>
              </a:solidFill>
              <a:effectLst/>
              <a:uFillTx/>
              <a:latin typeface="游明朝体"/>
            </a:endParaRPr>
          </a:p>
        </p:txBody>
      </p:sp>
      <p:sp>
        <p:nvSpPr>
          <p:cNvPr id="4610" name=""/>
          <p:cNvSpPr txBox="1"/>
          <p:nvPr/>
        </p:nvSpPr>
        <p:spPr>
          <a:xfrm>
            <a:off x="3929400" y="1569600"/>
            <a:ext cx="3636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より</a:t>
            </a:r>
            <a:endParaRPr lang="en-US" sz="1430" b="0" u="none" strike="noStrike">
              <a:solidFill>
                <a:srgbClr val="000000"/>
              </a:solidFill>
              <a:effectLst/>
              <a:uFillTx/>
              <a:latin typeface="游明朝体"/>
            </a:endParaRPr>
          </a:p>
        </p:txBody>
      </p:sp>
      <p:sp>
        <p:nvSpPr>
          <p:cNvPr id="4611" name=""/>
          <p:cNvSpPr txBox="1"/>
          <p:nvPr/>
        </p:nvSpPr>
        <p:spPr>
          <a:xfrm>
            <a:off x="4291200" y="1561320"/>
            <a:ext cx="40752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 v3b </a:t>
            </a:r>
            <a:endParaRPr lang="en-US" sz="1430" b="0" u="none" strike="noStrike">
              <a:solidFill>
                <a:srgbClr val="000000"/>
              </a:solidFill>
              <a:effectLst/>
              <a:uFillTx/>
              <a:latin typeface="游明朝体"/>
            </a:endParaRPr>
          </a:p>
        </p:txBody>
      </p:sp>
      <p:sp>
        <p:nvSpPr>
          <p:cNvPr id="4612" name=""/>
          <p:cNvSpPr txBox="1"/>
          <p:nvPr/>
        </p:nvSpPr>
        <p:spPr>
          <a:xfrm>
            <a:off x="4697280" y="1569600"/>
            <a:ext cx="72612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並⾏稼働</a:t>
            </a:r>
            <a:endParaRPr lang="en-US" sz="1430" b="0" u="none" strike="noStrike">
              <a:solidFill>
                <a:srgbClr val="000000"/>
              </a:solidFill>
              <a:effectLst/>
              <a:uFillTx/>
              <a:latin typeface="游明朝体"/>
            </a:endParaRPr>
          </a:p>
        </p:txBody>
      </p:sp>
      <p:sp>
        <p:nvSpPr>
          <p:cNvPr id="4613" name=""/>
          <p:cNvSpPr txBox="1"/>
          <p:nvPr/>
        </p:nvSpPr>
        <p:spPr>
          <a:xfrm>
            <a:off x="666720" y="214992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項⽬</a:t>
            </a:r>
            <a:endParaRPr lang="en-US" sz="1350" b="0" u="none" strike="noStrike">
              <a:solidFill>
                <a:srgbClr val="000000"/>
              </a:solidFill>
              <a:effectLst/>
              <a:uFillTx/>
              <a:latin typeface="游明朝体"/>
            </a:endParaRPr>
          </a:p>
        </p:txBody>
      </p:sp>
      <p:sp>
        <p:nvSpPr>
          <p:cNvPr id="4614" name=""/>
          <p:cNvSpPr txBox="1"/>
          <p:nvPr/>
        </p:nvSpPr>
        <p:spPr>
          <a:xfrm>
            <a:off x="1609560" y="2142000"/>
            <a:ext cx="18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4615" name=""/>
          <p:cNvSpPr txBox="1"/>
          <p:nvPr/>
        </p:nvSpPr>
        <p:spPr>
          <a:xfrm>
            <a:off x="1794240" y="214992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616" name=""/>
          <p:cNvSpPr txBox="1"/>
          <p:nvPr/>
        </p:nvSpPr>
        <p:spPr>
          <a:xfrm>
            <a:off x="1965600" y="214200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617" name=""/>
          <p:cNvSpPr txBox="1"/>
          <p:nvPr/>
        </p:nvSpPr>
        <p:spPr>
          <a:xfrm>
            <a:off x="2315160" y="214992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あり）</a:t>
            </a:r>
            <a:endParaRPr lang="en-US" sz="1350" b="0" u="none" strike="noStrike">
              <a:solidFill>
                <a:srgbClr val="000000"/>
              </a:solidFill>
              <a:effectLst/>
              <a:uFillTx/>
              <a:latin typeface="游明朝体"/>
            </a:endParaRPr>
          </a:p>
        </p:txBody>
      </p:sp>
      <p:sp>
        <p:nvSpPr>
          <p:cNvPr id="4618" name=""/>
          <p:cNvSpPr txBox="1"/>
          <p:nvPr/>
        </p:nvSpPr>
        <p:spPr>
          <a:xfrm>
            <a:off x="4622760" y="2142000"/>
            <a:ext cx="288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4619" name=""/>
          <p:cNvSpPr txBox="1"/>
          <p:nvPr/>
        </p:nvSpPr>
        <p:spPr>
          <a:xfrm>
            <a:off x="4911840" y="214992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620" name=""/>
          <p:cNvSpPr txBox="1"/>
          <p:nvPr/>
        </p:nvSpPr>
        <p:spPr>
          <a:xfrm>
            <a:off x="5083560" y="214200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621" name=""/>
          <p:cNvSpPr txBox="1"/>
          <p:nvPr/>
        </p:nvSpPr>
        <p:spPr>
          <a:xfrm>
            <a:off x="5433120" y="214992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なし）</a:t>
            </a:r>
            <a:endParaRPr lang="en-US" sz="1350" b="0" u="none" strike="noStrike">
              <a:solidFill>
                <a:srgbClr val="000000"/>
              </a:solidFill>
              <a:effectLst/>
              <a:uFillTx/>
              <a:latin typeface="游明朝体"/>
            </a:endParaRPr>
          </a:p>
        </p:txBody>
      </p:sp>
      <p:sp>
        <p:nvSpPr>
          <p:cNvPr id="4622" name=""/>
          <p:cNvSpPr txBox="1"/>
          <p:nvPr/>
        </p:nvSpPr>
        <p:spPr>
          <a:xfrm>
            <a:off x="666720" y="253080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説明変数</a:t>
            </a:r>
            <a:endParaRPr lang="en-US" sz="1350" b="0" u="none" strike="noStrike">
              <a:solidFill>
                <a:srgbClr val="000000"/>
              </a:solidFill>
              <a:effectLst/>
              <a:uFillTx/>
              <a:latin typeface="游明朝体"/>
            </a:endParaRPr>
          </a:p>
        </p:txBody>
      </p:sp>
      <p:sp>
        <p:nvSpPr>
          <p:cNvPr id="4623" name=""/>
          <p:cNvSpPr txBox="1"/>
          <p:nvPr/>
        </p:nvSpPr>
        <p:spPr>
          <a:xfrm>
            <a:off x="1609560" y="2522880"/>
            <a:ext cx="3578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624" name=""/>
          <p:cNvSpPr txBox="1"/>
          <p:nvPr/>
        </p:nvSpPr>
        <p:spPr>
          <a:xfrm>
            <a:off x="1968480" y="2530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25" name=""/>
          <p:cNvSpPr txBox="1"/>
          <p:nvPr/>
        </p:nvSpPr>
        <p:spPr>
          <a:xfrm>
            <a:off x="2139840" y="2522880"/>
            <a:ext cx="4147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626" name=""/>
          <p:cNvSpPr txBox="1"/>
          <p:nvPr/>
        </p:nvSpPr>
        <p:spPr>
          <a:xfrm>
            <a:off x="2555640" y="253080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平年⽐・</a:t>
            </a:r>
            <a:endParaRPr lang="en-US" sz="1350" b="0" u="none" strike="noStrike">
              <a:solidFill>
                <a:srgbClr val="000000"/>
              </a:solidFill>
              <a:effectLst/>
              <a:uFillTx/>
              <a:latin typeface="游明朝体"/>
            </a:endParaRPr>
          </a:p>
        </p:txBody>
      </p:sp>
      <p:sp>
        <p:nvSpPr>
          <p:cNvPr id="4627" name=""/>
          <p:cNvSpPr txBox="1"/>
          <p:nvPr/>
        </p:nvSpPr>
        <p:spPr>
          <a:xfrm>
            <a:off x="3241440" y="2522880"/>
            <a:ext cx="342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628" name=""/>
          <p:cNvSpPr txBox="1"/>
          <p:nvPr/>
        </p:nvSpPr>
        <p:spPr>
          <a:xfrm>
            <a:off x="3584160" y="2530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29" name=""/>
          <p:cNvSpPr txBox="1"/>
          <p:nvPr/>
        </p:nvSpPr>
        <p:spPr>
          <a:xfrm>
            <a:off x="3755880" y="252288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3</a:t>
            </a:r>
            <a:endParaRPr lang="en-US" sz="1350" b="0" u="none" strike="noStrike">
              <a:solidFill>
                <a:srgbClr val="000000"/>
              </a:solidFill>
              <a:effectLst/>
              <a:uFillTx/>
              <a:latin typeface="游明朝体"/>
            </a:endParaRPr>
          </a:p>
        </p:txBody>
      </p:sp>
      <p:sp>
        <p:nvSpPr>
          <p:cNvPr id="4630" name=""/>
          <p:cNvSpPr txBox="1"/>
          <p:nvPr/>
        </p:nvSpPr>
        <p:spPr>
          <a:xfrm>
            <a:off x="3850920" y="253080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変数）</a:t>
            </a:r>
            <a:endParaRPr lang="en-US" sz="1350" b="0" u="none" strike="noStrike">
              <a:solidFill>
                <a:srgbClr val="000000"/>
              </a:solidFill>
              <a:effectLst/>
              <a:uFillTx/>
              <a:latin typeface="游明朝体"/>
            </a:endParaRPr>
          </a:p>
        </p:txBody>
      </p:sp>
      <p:sp>
        <p:nvSpPr>
          <p:cNvPr id="4631" name=""/>
          <p:cNvSpPr txBox="1"/>
          <p:nvPr/>
        </p:nvSpPr>
        <p:spPr>
          <a:xfrm>
            <a:off x="4622760" y="2522880"/>
            <a:ext cx="3578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632" name=""/>
          <p:cNvSpPr txBox="1"/>
          <p:nvPr/>
        </p:nvSpPr>
        <p:spPr>
          <a:xfrm>
            <a:off x="4981320" y="253080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33" name=""/>
          <p:cNvSpPr txBox="1"/>
          <p:nvPr/>
        </p:nvSpPr>
        <p:spPr>
          <a:xfrm>
            <a:off x="5153040" y="2522880"/>
            <a:ext cx="4147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4634" name=""/>
          <p:cNvSpPr txBox="1"/>
          <p:nvPr/>
        </p:nvSpPr>
        <p:spPr>
          <a:xfrm>
            <a:off x="5568480" y="253080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平年⽐（</a:t>
            </a:r>
            <a:endParaRPr lang="en-US" sz="1350" b="0" u="none" strike="noStrike">
              <a:solidFill>
                <a:srgbClr val="000000"/>
              </a:solidFill>
              <a:effectLst/>
              <a:uFillTx/>
              <a:latin typeface="游明朝体"/>
            </a:endParaRPr>
          </a:p>
        </p:txBody>
      </p:sp>
      <p:sp>
        <p:nvSpPr>
          <p:cNvPr id="4635" name=""/>
          <p:cNvSpPr txBox="1"/>
          <p:nvPr/>
        </p:nvSpPr>
        <p:spPr>
          <a:xfrm>
            <a:off x="6254280" y="2522880"/>
            <a:ext cx="171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a:t>
            </a:r>
            <a:endParaRPr lang="en-US" sz="1350" b="0" u="none" strike="noStrike">
              <a:solidFill>
                <a:srgbClr val="000000"/>
              </a:solidFill>
              <a:effectLst/>
              <a:uFillTx/>
              <a:latin typeface="游明朝体"/>
            </a:endParaRPr>
          </a:p>
        </p:txBody>
      </p:sp>
      <p:sp>
        <p:nvSpPr>
          <p:cNvPr id="4636" name=""/>
          <p:cNvSpPr txBox="1"/>
          <p:nvPr/>
        </p:nvSpPr>
        <p:spPr>
          <a:xfrm>
            <a:off x="6349680" y="2530800"/>
            <a:ext cx="512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変数）</a:t>
            </a:r>
            <a:endParaRPr lang="en-US" sz="1350" b="0" u="none" strike="noStrike">
              <a:solidFill>
                <a:srgbClr val="000000"/>
              </a:solidFill>
              <a:effectLst/>
              <a:uFillTx/>
              <a:latin typeface="游明朝体"/>
            </a:endParaRPr>
          </a:p>
        </p:txBody>
      </p:sp>
      <p:sp>
        <p:nvSpPr>
          <p:cNvPr id="4637" name=""/>
          <p:cNvSpPr txBox="1"/>
          <p:nvPr/>
        </p:nvSpPr>
        <p:spPr>
          <a:xfrm>
            <a:off x="666720" y="2903760"/>
            <a:ext cx="63936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CV MAE</a:t>
            </a:r>
            <a:endParaRPr lang="en-US" sz="1350" b="0" u="none" strike="noStrike">
              <a:solidFill>
                <a:srgbClr val="000000"/>
              </a:solidFill>
              <a:effectLst/>
              <a:uFillTx/>
              <a:latin typeface="游明朝体"/>
            </a:endParaRPr>
          </a:p>
        </p:txBody>
      </p:sp>
      <p:sp>
        <p:nvSpPr>
          <p:cNvPr id="4638" name=""/>
          <p:cNvSpPr txBox="1"/>
          <p:nvPr/>
        </p:nvSpPr>
        <p:spPr>
          <a:xfrm>
            <a:off x="1609560" y="2903760"/>
            <a:ext cx="8038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2.08 kWh/</a:t>
            </a:r>
            <a:endParaRPr lang="en-US" sz="1350" b="0" u="none" strike="noStrike">
              <a:solidFill>
                <a:srgbClr val="000000"/>
              </a:solidFill>
              <a:effectLst/>
              <a:uFillTx/>
              <a:latin typeface="游明朝体"/>
            </a:endParaRPr>
          </a:p>
        </p:txBody>
      </p:sp>
      <p:sp>
        <p:nvSpPr>
          <p:cNvPr id="4639" name=""/>
          <p:cNvSpPr txBox="1"/>
          <p:nvPr/>
        </p:nvSpPr>
        <p:spPr>
          <a:xfrm>
            <a:off x="2416680" y="291204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5"/>
                <a:ea typeface="HiraginoSans-W5"/>
              </a:rPr>
              <a:t>⽇</a:t>
            </a:r>
            <a:endParaRPr lang="en-US" sz="1350" b="0" u="none" strike="noStrike">
              <a:solidFill>
                <a:srgbClr val="000000"/>
              </a:solidFill>
              <a:effectLst/>
              <a:uFillTx/>
              <a:latin typeface="游明朝体"/>
            </a:endParaRPr>
          </a:p>
        </p:txBody>
      </p:sp>
      <p:sp>
        <p:nvSpPr>
          <p:cNvPr id="4640" name=""/>
          <p:cNvSpPr txBox="1"/>
          <p:nvPr/>
        </p:nvSpPr>
        <p:spPr>
          <a:xfrm>
            <a:off x="4622760" y="2903760"/>
            <a:ext cx="77868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2.22 kWh/</a:t>
            </a:r>
            <a:endParaRPr lang="en-US" sz="1350" b="0" u="none" strike="noStrike">
              <a:solidFill>
                <a:srgbClr val="000000"/>
              </a:solidFill>
              <a:effectLst/>
              <a:uFillTx/>
              <a:latin typeface="游明朝体"/>
            </a:endParaRPr>
          </a:p>
        </p:txBody>
      </p:sp>
      <p:sp>
        <p:nvSpPr>
          <p:cNvPr id="4641" name=""/>
          <p:cNvSpPr txBox="1"/>
          <p:nvPr/>
        </p:nvSpPr>
        <p:spPr>
          <a:xfrm>
            <a:off x="5404320" y="291204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42" name=""/>
          <p:cNvSpPr/>
          <p:nvPr/>
        </p:nvSpPr>
        <p:spPr>
          <a:xfrm>
            <a:off x="1609560" y="3314520"/>
            <a:ext cx="1581480" cy="190800"/>
          </a:xfrm>
          <a:custGeom>
            <a:avLst/>
            <a:gdLst/>
            <a:ahLst/>
            <a:rect l="0" t="0" r="r" b="b"/>
            <a:pathLst>
              <a:path w="4393" h="530">
                <a:moveTo>
                  <a:pt x="0" y="451"/>
                </a:moveTo>
                <a:lnTo>
                  <a:pt x="0" y="80"/>
                </a:lnTo>
                <a:cubicBezTo>
                  <a:pt x="0" y="70"/>
                  <a:pt x="2" y="60"/>
                  <a:pt x="6" y="49"/>
                </a:cubicBezTo>
                <a:cubicBezTo>
                  <a:pt x="10" y="39"/>
                  <a:pt x="16" y="31"/>
                  <a:pt x="23" y="23"/>
                </a:cubicBezTo>
                <a:cubicBezTo>
                  <a:pt x="31" y="16"/>
                  <a:pt x="39" y="10"/>
                  <a:pt x="49" y="6"/>
                </a:cubicBezTo>
                <a:cubicBezTo>
                  <a:pt x="59" y="2"/>
                  <a:pt x="69" y="0"/>
                  <a:pt x="79" y="0"/>
                </a:cubicBezTo>
                <a:lnTo>
                  <a:pt x="4314" y="0"/>
                </a:lnTo>
                <a:cubicBezTo>
                  <a:pt x="4324" y="0"/>
                  <a:pt x="4334" y="2"/>
                  <a:pt x="4344" y="6"/>
                </a:cubicBezTo>
                <a:cubicBezTo>
                  <a:pt x="4354" y="10"/>
                  <a:pt x="4362" y="16"/>
                  <a:pt x="4370" y="23"/>
                </a:cubicBezTo>
                <a:cubicBezTo>
                  <a:pt x="4377" y="31"/>
                  <a:pt x="4383" y="39"/>
                  <a:pt x="4387" y="49"/>
                </a:cubicBezTo>
                <a:cubicBezTo>
                  <a:pt x="4391" y="60"/>
                  <a:pt x="4393" y="70"/>
                  <a:pt x="4393" y="80"/>
                </a:cubicBezTo>
                <a:lnTo>
                  <a:pt x="4393" y="451"/>
                </a:lnTo>
                <a:cubicBezTo>
                  <a:pt x="4393" y="461"/>
                  <a:pt x="4391" y="471"/>
                  <a:pt x="4387" y="481"/>
                </a:cubicBezTo>
                <a:cubicBezTo>
                  <a:pt x="4383" y="491"/>
                  <a:pt x="4377" y="499"/>
                  <a:pt x="4370" y="507"/>
                </a:cubicBezTo>
                <a:cubicBezTo>
                  <a:pt x="4362" y="514"/>
                  <a:pt x="4354" y="520"/>
                  <a:pt x="4344" y="524"/>
                </a:cubicBezTo>
                <a:cubicBezTo>
                  <a:pt x="4334" y="528"/>
                  <a:pt x="4324" y="530"/>
                  <a:pt x="4314" y="530"/>
                </a:cubicBezTo>
                <a:lnTo>
                  <a:pt x="79" y="530"/>
                </a:lnTo>
                <a:cubicBezTo>
                  <a:pt x="69" y="530"/>
                  <a:pt x="59" y="528"/>
                  <a:pt x="49" y="524"/>
                </a:cubicBezTo>
                <a:cubicBezTo>
                  <a:pt x="39" y="520"/>
                  <a:pt x="31" y="514"/>
                  <a:pt x="23" y="507"/>
                </a:cubicBezTo>
                <a:cubicBezTo>
                  <a:pt x="16" y="499"/>
                  <a:pt x="10" y="491"/>
                  <a:pt x="6" y="481"/>
                </a:cubicBezTo>
                <a:cubicBezTo>
                  <a:pt x="2" y="471"/>
                  <a:pt x="0" y="461"/>
                  <a:pt x="0" y="451"/>
                </a:cubicBez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43" name=""/>
          <p:cNvSpPr txBox="1"/>
          <p:nvPr/>
        </p:nvSpPr>
        <p:spPr>
          <a:xfrm>
            <a:off x="666720" y="330228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ファイル</a:t>
            </a:r>
            <a:endParaRPr lang="en-US" sz="1350" b="0" u="none" strike="noStrike">
              <a:solidFill>
                <a:srgbClr val="000000"/>
              </a:solidFill>
              <a:effectLst/>
              <a:uFillTx/>
              <a:latin typeface="游明朝体"/>
            </a:endParaRPr>
          </a:p>
        </p:txBody>
      </p:sp>
      <p:sp>
        <p:nvSpPr>
          <p:cNvPr id="4644" name=""/>
          <p:cNvSpPr/>
          <p:nvPr/>
        </p:nvSpPr>
        <p:spPr>
          <a:xfrm>
            <a:off x="4619520" y="3314520"/>
            <a:ext cx="2200680" cy="190800"/>
          </a:xfrm>
          <a:custGeom>
            <a:avLst/>
            <a:gdLst/>
            <a:ahLst/>
            <a:rect l="0" t="0" r="r" b="b"/>
            <a:pathLst>
              <a:path w="6113" h="530">
                <a:moveTo>
                  <a:pt x="0" y="451"/>
                </a:moveTo>
                <a:lnTo>
                  <a:pt x="0" y="80"/>
                </a:lnTo>
                <a:cubicBezTo>
                  <a:pt x="0" y="70"/>
                  <a:pt x="2" y="60"/>
                  <a:pt x="6" y="49"/>
                </a:cubicBezTo>
                <a:cubicBezTo>
                  <a:pt x="10" y="39"/>
                  <a:pt x="16" y="31"/>
                  <a:pt x="23" y="23"/>
                </a:cubicBezTo>
                <a:cubicBezTo>
                  <a:pt x="30" y="16"/>
                  <a:pt x="39" y="10"/>
                  <a:pt x="49" y="6"/>
                </a:cubicBezTo>
                <a:cubicBezTo>
                  <a:pt x="59" y="2"/>
                  <a:pt x="69" y="0"/>
                  <a:pt x="79" y="0"/>
                </a:cubicBezTo>
                <a:lnTo>
                  <a:pt x="6033" y="0"/>
                </a:lnTo>
                <a:cubicBezTo>
                  <a:pt x="6044" y="0"/>
                  <a:pt x="6054" y="2"/>
                  <a:pt x="6064" y="6"/>
                </a:cubicBezTo>
                <a:cubicBezTo>
                  <a:pt x="6073" y="10"/>
                  <a:pt x="6082" y="16"/>
                  <a:pt x="6089" y="23"/>
                </a:cubicBezTo>
                <a:cubicBezTo>
                  <a:pt x="6097" y="31"/>
                  <a:pt x="6103" y="39"/>
                  <a:pt x="6107" y="49"/>
                </a:cubicBezTo>
                <a:cubicBezTo>
                  <a:pt x="6111" y="60"/>
                  <a:pt x="6113" y="70"/>
                  <a:pt x="6113" y="80"/>
                </a:cubicBezTo>
                <a:lnTo>
                  <a:pt x="6113" y="451"/>
                </a:lnTo>
                <a:cubicBezTo>
                  <a:pt x="6113" y="461"/>
                  <a:pt x="6111" y="471"/>
                  <a:pt x="6107" y="481"/>
                </a:cubicBezTo>
                <a:cubicBezTo>
                  <a:pt x="6103" y="491"/>
                  <a:pt x="6097" y="499"/>
                  <a:pt x="6089" y="507"/>
                </a:cubicBezTo>
                <a:cubicBezTo>
                  <a:pt x="6082" y="514"/>
                  <a:pt x="6073" y="520"/>
                  <a:pt x="6064" y="524"/>
                </a:cubicBezTo>
                <a:cubicBezTo>
                  <a:pt x="6054" y="528"/>
                  <a:pt x="6044" y="530"/>
                  <a:pt x="6033" y="530"/>
                </a:cubicBezTo>
                <a:lnTo>
                  <a:pt x="79" y="530"/>
                </a:lnTo>
                <a:cubicBezTo>
                  <a:pt x="69" y="530"/>
                  <a:pt x="59" y="528"/>
                  <a:pt x="49" y="524"/>
                </a:cubicBezTo>
                <a:cubicBezTo>
                  <a:pt x="39" y="520"/>
                  <a:pt x="30" y="514"/>
                  <a:pt x="23" y="507"/>
                </a:cubicBezTo>
                <a:cubicBezTo>
                  <a:pt x="16" y="499"/>
                  <a:pt x="10" y="491"/>
                  <a:pt x="6" y="481"/>
                </a:cubicBezTo>
                <a:cubicBezTo>
                  <a:pt x="2" y="471"/>
                  <a:pt x="0" y="461"/>
                  <a:pt x="0" y="451"/>
                </a:cubicBez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645" name=""/>
          <p:cNvSpPr txBox="1"/>
          <p:nvPr/>
        </p:nvSpPr>
        <p:spPr>
          <a:xfrm>
            <a:off x="1657440" y="3326760"/>
            <a:ext cx="1477800" cy="164880"/>
          </a:xfrm>
          <a:prstGeom prst="rect">
            <a:avLst/>
          </a:prstGeom>
          <a:noFill/>
          <a:ln w="0">
            <a:noFill/>
          </a:ln>
        </p:spPr>
        <p:txBody>
          <a:bodyPr wrap="none" lIns="0" tIns="0" rIns="0" bIns="0" anchor="t">
            <a:spAutoFit/>
          </a:bodyPr>
          <a:p>
            <a:pPr/>
            <a:r>
              <a:rPr lang="en-US" sz="1150" b="0" u="none" strike="noStrike">
                <a:solidFill>
                  <a:srgbClr val="4A3AA7"/>
                </a:solidFill>
                <a:effectLst/>
                <a:uFillTx/>
                <a:latin typeface="CourierNew"/>
                <a:ea typeface="CourierNew"/>
              </a:rPr>
              <a:t>rf_hatuden.joblib</a:t>
            </a:r>
            <a:endParaRPr lang="en-US" sz="1150" b="0" u="none" strike="noStrike">
              <a:solidFill>
                <a:srgbClr val="000000"/>
              </a:solidFill>
              <a:effectLst/>
              <a:uFillTx/>
              <a:latin typeface="游明朝体"/>
            </a:endParaRPr>
          </a:p>
        </p:txBody>
      </p:sp>
      <p:sp>
        <p:nvSpPr>
          <p:cNvPr id="4646" name=""/>
          <p:cNvSpPr txBox="1"/>
          <p:nvPr/>
        </p:nvSpPr>
        <p:spPr>
          <a:xfrm>
            <a:off x="4670280" y="3326760"/>
            <a:ext cx="2085840" cy="164880"/>
          </a:xfrm>
          <a:prstGeom prst="rect">
            <a:avLst/>
          </a:prstGeom>
          <a:noFill/>
          <a:ln w="0">
            <a:noFill/>
          </a:ln>
        </p:spPr>
        <p:txBody>
          <a:bodyPr wrap="none" lIns="0" tIns="0" rIns="0" bIns="0" anchor="t">
            <a:spAutoFit/>
          </a:bodyPr>
          <a:p>
            <a:pPr/>
            <a:r>
              <a:rPr lang="en-US" sz="1150" b="0" u="none" strike="noStrike">
                <a:solidFill>
                  <a:srgbClr val="4A3AA7"/>
                </a:solidFill>
                <a:effectLst/>
                <a:uFillTx/>
                <a:latin typeface="CourierNew"/>
                <a:ea typeface="CourierNew"/>
              </a:rPr>
              <a:t>rf_hatuden_no_ssd.joblib</a:t>
            </a:r>
            <a:endParaRPr lang="en-US" sz="1150" b="0" u="none" strike="noStrike">
              <a:solidFill>
                <a:srgbClr val="000000"/>
              </a:solidFill>
              <a:effectLst/>
              <a:uFillTx/>
              <a:latin typeface="游明朝体"/>
            </a:endParaRPr>
          </a:p>
        </p:txBody>
      </p:sp>
      <p:sp>
        <p:nvSpPr>
          <p:cNvPr id="4647" name=""/>
          <p:cNvSpPr txBox="1"/>
          <p:nvPr/>
        </p:nvSpPr>
        <p:spPr>
          <a:xfrm>
            <a:off x="533520" y="3771000"/>
            <a:ext cx="133416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5"/>
                <a:ea typeface="HiraginoSans-W5"/>
              </a:rPr>
              <a:t>並⾏稼働の理由</a:t>
            </a:r>
            <a:endParaRPr lang="en-US" sz="1500" b="0" u="none" strike="noStrike">
              <a:solidFill>
                <a:srgbClr val="000000"/>
              </a:solidFill>
              <a:effectLst/>
              <a:uFillTx/>
              <a:latin typeface="游明朝体"/>
            </a:endParaRPr>
          </a:p>
        </p:txBody>
      </p:sp>
      <p:sp>
        <p:nvSpPr>
          <p:cNvPr id="4648" name=""/>
          <p:cNvSpPr txBox="1"/>
          <p:nvPr/>
        </p:nvSpPr>
        <p:spPr>
          <a:xfrm>
            <a:off x="1866960" y="3762000"/>
            <a:ext cx="5407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 SSD </a:t>
            </a:r>
            <a:endParaRPr lang="en-US" sz="1500" b="0" u="none" strike="noStrike">
              <a:solidFill>
                <a:srgbClr val="000000"/>
              </a:solidFill>
              <a:effectLst/>
              <a:uFillTx/>
              <a:latin typeface="游明朝体"/>
            </a:endParaRPr>
          </a:p>
        </p:txBody>
      </p:sp>
      <p:sp>
        <p:nvSpPr>
          <p:cNvPr id="4649" name=""/>
          <p:cNvSpPr txBox="1"/>
          <p:nvPr/>
        </p:nvSpPr>
        <p:spPr>
          <a:xfrm>
            <a:off x="2406600" y="377100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予報が晴れ⽇に著しく過⼩評価（翌⽇予報</a:t>
            </a:r>
            <a:endParaRPr lang="en-US" sz="1500" b="0" u="none" strike="noStrike">
              <a:solidFill>
                <a:srgbClr val="000000"/>
              </a:solidFill>
              <a:effectLst/>
              <a:uFillTx/>
              <a:latin typeface="游明朝体"/>
            </a:endParaRPr>
          </a:p>
        </p:txBody>
      </p:sp>
      <p:sp>
        <p:nvSpPr>
          <p:cNvPr id="4650" name=""/>
          <p:cNvSpPr txBox="1"/>
          <p:nvPr/>
        </p:nvSpPr>
        <p:spPr>
          <a:xfrm>
            <a:off x="533520" y="4047840"/>
            <a:ext cx="13269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bias=−7.7h/day</a:t>
            </a:r>
            <a:endParaRPr lang="en-US" sz="1500" b="0" u="none" strike="noStrike">
              <a:solidFill>
                <a:srgbClr val="000000"/>
              </a:solidFill>
              <a:effectLst/>
              <a:uFillTx/>
              <a:latin typeface="游明朝体"/>
            </a:endParaRPr>
          </a:p>
        </p:txBody>
      </p:sp>
      <p:sp>
        <p:nvSpPr>
          <p:cNvPr id="4651" name=""/>
          <p:cNvSpPr txBox="1"/>
          <p:nvPr/>
        </p:nvSpPr>
        <p:spPr>
          <a:xfrm>
            <a:off x="1859400" y="405684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）されており、</a:t>
            </a:r>
            <a:endParaRPr lang="en-US" sz="1500" b="0" u="none" strike="noStrike">
              <a:solidFill>
                <a:srgbClr val="000000"/>
              </a:solidFill>
              <a:effectLst/>
              <a:uFillTx/>
              <a:latin typeface="游明朝体"/>
            </a:endParaRPr>
          </a:p>
        </p:txBody>
      </p:sp>
      <p:sp>
        <p:nvSpPr>
          <p:cNvPr id="4652" name=""/>
          <p:cNvSpPr txBox="1"/>
          <p:nvPr/>
        </p:nvSpPr>
        <p:spPr>
          <a:xfrm>
            <a:off x="3183480" y="4047840"/>
            <a:ext cx="2548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v3 </a:t>
            </a:r>
            <a:endParaRPr lang="en-US" sz="1500" b="0" u="none" strike="noStrike">
              <a:solidFill>
                <a:srgbClr val="000000"/>
              </a:solidFill>
              <a:effectLst/>
              <a:uFillTx/>
              <a:latin typeface="游明朝体"/>
            </a:endParaRPr>
          </a:p>
        </p:txBody>
      </p:sp>
      <p:sp>
        <p:nvSpPr>
          <p:cNvPr id="4653" name=""/>
          <p:cNvSpPr txBox="1"/>
          <p:nvPr/>
        </p:nvSpPr>
        <p:spPr>
          <a:xfrm>
            <a:off x="3437640" y="4056840"/>
            <a:ext cx="3620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の発電量予測を系統的に引き下げている可</a:t>
            </a:r>
            <a:endParaRPr lang="en-US" sz="1500" b="0" u="none" strike="noStrike">
              <a:solidFill>
                <a:srgbClr val="000000"/>
              </a:solidFill>
              <a:effectLst/>
              <a:uFillTx/>
              <a:latin typeface="游明朝体"/>
            </a:endParaRPr>
          </a:p>
        </p:txBody>
      </p:sp>
      <p:sp>
        <p:nvSpPr>
          <p:cNvPr id="4654" name=""/>
          <p:cNvSpPr txBox="1"/>
          <p:nvPr/>
        </p:nvSpPr>
        <p:spPr>
          <a:xfrm>
            <a:off x="533520" y="434232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能性を検証中。</a:t>
            </a:r>
            <a:endParaRPr lang="en-US" sz="1500" b="0" u="none" strike="noStrike">
              <a:solidFill>
                <a:srgbClr val="000000"/>
              </a:solidFill>
              <a:effectLst/>
              <a:uFillTx/>
              <a:latin typeface="游明朝体"/>
            </a:endParaRPr>
          </a:p>
        </p:txBody>
      </p:sp>
      <p:sp>
        <p:nvSpPr>
          <p:cNvPr id="4655" name=""/>
          <p:cNvSpPr txBox="1"/>
          <p:nvPr/>
        </p:nvSpPr>
        <p:spPr>
          <a:xfrm>
            <a:off x="666720" y="484560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天気区分</a:t>
            </a:r>
            <a:endParaRPr lang="en-US" sz="1350" b="0" u="none" strike="noStrike">
              <a:solidFill>
                <a:srgbClr val="000000"/>
              </a:solidFill>
              <a:effectLst/>
              <a:uFillTx/>
              <a:latin typeface="游明朝体"/>
            </a:endParaRPr>
          </a:p>
        </p:txBody>
      </p:sp>
      <p:sp>
        <p:nvSpPr>
          <p:cNvPr id="4656" name=""/>
          <p:cNvSpPr txBox="1"/>
          <p:nvPr/>
        </p:nvSpPr>
        <p:spPr>
          <a:xfrm>
            <a:off x="2855880" y="4837320"/>
            <a:ext cx="6141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 MAE</a:t>
            </a:r>
            <a:endParaRPr lang="en-US" sz="1350" b="0" u="none" strike="noStrike">
              <a:solidFill>
                <a:srgbClr val="000000"/>
              </a:solidFill>
              <a:effectLst/>
              <a:uFillTx/>
              <a:latin typeface="游明朝体"/>
            </a:endParaRPr>
          </a:p>
        </p:txBody>
      </p:sp>
      <p:sp>
        <p:nvSpPr>
          <p:cNvPr id="4657" name=""/>
          <p:cNvSpPr txBox="1"/>
          <p:nvPr/>
        </p:nvSpPr>
        <p:spPr>
          <a:xfrm>
            <a:off x="3472200" y="484560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（翌⽇）</a:t>
            </a:r>
            <a:endParaRPr lang="en-US" sz="1350" b="0" u="none" strike="noStrike">
              <a:solidFill>
                <a:srgbClr val="000000"/>
              </a:solidFill>
              <a:effectLst/>
              <a:uFillTx/>
              <a:latin typeface="游明朝体"/>
            </a:endParaRPr>
          </a:p>
        </p:txBody>
      </p:sp>
      <p:sp>
        <p:nvSpPr>
          <p:cNvPr id="4658" name=""/>
          <p:cNvSpPr txBox="1"/>
          <p:nvPr/>
        </p:nvSpPr>
        <p:spPr>
          <a:xfrm>
            <a:off x="4415040" y="4837320"/>
            <a:ext cx="7185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 MAE</a:t>
            </a:r>
            <a:endParaRPr lang="en-US" sz="1350" b="0" u="none" strike="noStrike">
              <a:solidFill>
                <a:srgbClr val="000000"/>
              </a:solidFill>
              <a:effectLst/>
              <a:uFillTx/>
              <a:latin typeface="游明朝体"/>
            </a:endParaRPr>
          </a:p>
        </p:txBody>
      </p:sp>
      <p:sp>
        <p:nvSpPr>
          <p:cNvPr id="4659" name=""/>
          <p:cNvSpPr txBox="1"/>
          <p:nvPr/>
        </p:nvSpPr>
        <p:spPr>
          <a:xfrm>
            <a:off x="5136120" y="484560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5"/>
                <a:ea typeface="HiraginoSans-W5"/>
              </a:rPr>
              <a:t>（翌⽇）</a:t>
            </a:r>
            <a:endParaRPr lang="en-US" sz="1350" b="0" u="none" strike="noStrike">
              <a:solidFill>
                <a:srgbClr val="000000"/>
              </a:solidFill>
              <a:effectLst/>
              <a:uFillTx/>
              <a:latin typeface="游明朝体"/>
            </a:endParaRPr>
          </a:p>
        </p:txBody>
      </p:sp>
      <p:sp>
        <p:nvSpPr>
          <p:cNvPr id="4660" name=""/>
          <p:cNvSpPr txBox="1"/>
          <p:nvPr/>
        </p:nvSpPr>
        <p:spPr>
          <a:xfrm>
            <a:off x="666720" y="522648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晴れ⽇（</a:t>
            </a:r>
            <a:endParaRPr lang="en-US" sz="1350" b="0" u="none" strike="noStrike">
              <a:solidFill>
                <a:srgbClr val="000000"/>
              </a:solidFill>
              <a:effectLst/>
              <a:uFillTx/>
              <a:latin typeface="游明朝体"/>
            </a:endParaRPr>
          </a:p>
        </p:txBody>
      </p:sp>
      <p:sp>
        <p:nvSpPr>
          <p:cNvPr id="4661" name=""/>
          <p:cNvSpPr txBox="1"/>
          <p:nvPr/>
        </p:nvSpPr>
        <p:spPr>
          <a:xfrm>
            <a:off x="1352520" y="5218560"/>
            <a:ext cx="342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662" name=""/>
          <p:cNvSpPr txBox="1"/>
          <p:nvPr/>
        </p:nvSpPr>
        <p:spPr>
          <a:xfrm>
            <a:off x="1695600" y="522648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実測</a:t>
            </a:r>
            <a:endParaRPr lang="en-US" sz="1350" b="0" u="none" strike="noStrike">
              <a:solidFill>
                <a:srgbClr val="000000"/>
              </a:solidFill>
              <a:effectLst/>
              <a:uFillTx/>
              <a:latin typeface="游明朝体"/>
            </a:endParaRPr>
          </a:p>
        </p:txBody>
      </p:sp>
      <p:sp>
        <p:nvSpPr>
          <p:cNvPr id="4663" name=""/>
          <p:cNvSpPr txBox="1"/>
          <p:nvPr/>
        </p:nvSpPr>
        <p:spPr>
          <a:xfrm>
            <a:off x="2038320" y="5218560"/>
            <a:ext cx="3877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 ≥ 5h</a:t>
            </a:r>
            <a:endParaRPr lang="en-US" sz="1350" b="0" u="none" strike="noStrike">
              <a:solidFill>
                <a:srgbClr val="000000"/>
              </a:solidFill>
              <a:effectLst/>
              <a:uFillTx/>
              <a:latin typeface="游明朝体"/>
            </a:endParaRPr>
          </a:p>
        </p:txBody>
      </p:sp>
      <p:sp>
        <p:nvSpPr>
          <p:cNvPr id="4664" name=""/>
          <p:cNvSpPr txBox="1"/>
          <p:nvPr/>
        </p:nvSpPr>
        <p:spPr>
          <a:xfrm>
            <a:off x="2427120" y="522648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65" name=""/>
          <p:cNvSpPr txBox="1"/>
          <p:nvPr/>
        </p:nvSpPr>
        <p:spPr>
          <a:xfrm>
            <a:off x="2855880" y="5218560"/>
            <a:ext cx="740520" cy="203040"/>
          </a:xfrm>
          <a:prstGeom prst="rect">
            <a:avLst/>
          </a:prstGeom>
          <a:noFill/>
          <a:ln w="0">
            <a:noFill/>
          </a:ln>
        </p:spPr>
        <p:txBody>
          <a:bodyPr wrap="none" lIns="0" tIns="0" rIns="0" bIns="0" anchor="t">
            <a:spAutoFit/>
          </a:bodyPr>
          <a:p>
            <a:pPr/>
            <a:r>
              <a:rPr lang="en-US" sz="1350" b="1" u="none" strike="noStrike">
                <a:solidFill>
                  <a:srgbClr val="2A78D6"/>
                </a:solidFill>
                <a:effectLst/>
                <a:uFillTx/>
                <a:latin typeface="HelveticaNeue"/>
                <a:ea typeface="HelveticaNeue"/>
              </a:rPr>
              <a:t>3.68 kWh</a:t>
            </a:r>
            <a:endParaRPr lang="en-US" sz="1350" b="0" u="none" strike="noStrike">
              <a:solidFill>
                <a:srgbClr val="000000"/>
              </a:solidFill>
              <a:effectLst/>
              <a:uFillTx/>
              <a:latin typeface="游明朝体"/>
            </a:endParaRPr>
          </a:p>
        </p:txBody>
      </p:sp>
      <p:sp>
        <p:nvSpPr>
          <p:cNvPr id="4666" name=""/>
          <p:cNvSpPr txBox="1"/>
          <p:nvPr/>
        </p:nvSpPr>
        <p:spPr>
          <a:xfrm>
            <a:off x="4415040" y="5218560"/>
            <a:ext cx="7405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1.73 kWh</a:t>
            </a:r>
            <a:endParaRPr lang="en-US" sz="1350" b="0" u="none" strike="noStrike">
              <a:solidFill>
                <a:srgbClr val="000000"/>
              </a:solidFill>
              <a:effectLst/>
              <a:uFillTx/>
              <a:latin typeface="游明朝体"/>
            </a:endParaRPr>
          </a:p>
        </p:txBody>
      </p:sp>
      <p:sp>
        <p:nvSpPr>
          <p:cNvPr id="4667" name=""/>
          <p:cNvSpPr txBox="1"/>
          <p:nvPr/>
        </p:nvSpPr>
        <p:spPr>
          <a:xfrm>
            <a:off x="666720" y="5607360"/>
            <a:ext cx="68364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曇り⽇（</a:t>
            </a:r>
            <a:endParaRPr lang="en-US" sz="1350" b="0" u="none" strike="noStrike">
              <a:solidFill>
                <a:srgbClr val="000000"/>
              </a:solidFill>
              <a:effectLst/>
              <a:uFillTx/>
              <a:latin typeface="游明朝体"/>
            </a:endParaRPr>
          </a:p>
        </p:txBody>
      </p:sp>
      <p:sp>
        <p:nvSpPr>
          <p:cNvPr id="4668" name=""/>
          <p:cNvSpPr txBox="1"/>
          <p:nvPr/>
        </p:nvSpPr>
        <p:spPr>
          <a:xfrm>
            <a:off x="1352520" y="5599440"/>
            <a:ext cx="3420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4669" name=""/>
          <p:cNvSpPr txBox="1"/>
          <p:nvPr/>
        </p:nvSpPr>
        <p:spPr>
          <a:xfrm>
            <a:off x="1695600" y="5607360"/>
            <a:ext cx="34200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実測</a:t>
            </a:r>
            <a:endParaRPr lang="en-US" sz="1350" b="0" u="none" strike="noStrike">
              <a:solidFill>
                <a:srgbClr val="000000"/>
              </a:solidFill>
              <a:effectLst/>
              <a:uFillTx/>
              <a:latin typeface="游明朝体"/>
            </a:endParaRPr>
          </a:p>
        </p:txBody>
      </p:sp>
      <p:sp>
        <p:nvSpPr>
          <p:cNvPr id="4670" name=""/>
          <p:cNvSpPr txBox="1"/>
          <p:nvPr/>
        </p:nvSpPr>
        <p:spPr>
          <a:xfrm>
            <a:off x="2038320" y="5599440"/>
            <a:ext cx="38772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 &lt; 5h</a:t>
            </a:r>
            <a:endParaRPr lang="en-US" sz="1350" b="0" u="none" strike="noStrike">
              <a:solidFill>
                <a:srgbClr val="000000"/>
              </a:solidFill>
              <a:effectLst/>
              <a:uFillTx/>
              <a:latin typeface="游明朝体"/>
            </a:endParaRPr>
          </a:p>
        </p:txBody>
      </p:sp>
      <p:sp>
        <p:nvSpPr>
          <p:cNvPr id="4671" name=""/>
          <p:cNvSpPr txBox="1"/>
          <p:nvPr/>
        </p:nvSpPr>
        <p:spPr>
          <a:xfrm>
            <a:off x="2427120" y="5607360"/>
            <a:ext cx="171360" cy="171000"/>
          </a:xfrm>
          <a:prstGeom prst="rect">
            <a:avLst/>
          </a:prstGeom>
          <a:noFill/>
          <a:ln w="0">
            <a:noFill/>
          </a:ln>
        </p:spPr>
        <p:txBody>
          <a:bodyPr wrap="none" lIns="0" tIns="0" rIns="0" bIns="0" anchor="t">
            <a:spAutoFit/>
          </a:bodyPr>
          <a:p>
            <a:pPr/>
            <a:r>
              <a:rPr lang="ja-JP" sz="1350" b="0" u="none" strike="noStrike">
                <a:solidFill>
                  <a:srgbClr val="171326"/>
                </a:solidFill>
                <a:effectLst/>
                <a:uFillTx/>
                <a:latin typeface="HiraginoSans-W3"/>
                <a:ea typeface="HiraginoSans-W3"/>
              </a:rPr>
              <a:t>）</a:t>
            </a:r>
            <a:endParaRPr lang="en-US" sz="1350" b="0" u="none" strike="noStrike">
              <a:solidFill>
                <a:srgbClr val="000000"/>
              </a:solidFill>
              <a:effectLst/>
              <a:uFillTx/>
              <a:latin typeface="游明朝体"/>
            </a:endParaRPr>
          </a:p>
        </p:txBody>
      </p:sp>
      <p:sp>
        <p:nvSpPr>
          <p:cNvPr id="4672" name=""/>
          <p:cNvSpPr txBox="1"/>
          <p:nvPr/>
        </p:nvSpPr>
        <p:spPr>
          <a:xfrm>
            <a:off x="2855880" y="5599440"/>
            <a:ext cx="7405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2.61 kWh</a:t>
            </a:r>
            <a:endParaRPr lang="en-US" sz="1350" b="0" u="none" strike="noStrike">
              <a:solidFill>
                <a:srgbClr val="000000"/>
              </a:solidFill>
              <a:effectLst/>
              <a:uFillTx/>
              <a:latin typeface="游明朝体"/>
            </a:endParaRPr>
          </a:p>
        </p:txBody>
      </p:sp>
      <p:sp>
        <p:nvSpPr>
          <p:cNvPr id="4673" name=""/>
          <p:cNvSpPr txBox="1"/>
          <p:nvPr/>
        </p:nvSpPr>
        <p:spPr>
          <a:xfrm>
            <a:off x="4415040" y="5599440"/>
            <a:ext cx="7218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3.22 kWh</a:t>
            </a:r>
            <a:endParaRPr lang="en-US" sz="1350" b="0" u="none" strike="noStrike">
              <a:solidFill>
                <a:srgbClr val="000000"/>
              </a:solidFill>
              <a:effectLst/>
              <a:uFillTx/>
              <a:latin typeface="游明朝体"/>
            </a:endParaRPr>
          </a:p>
        </p:txBody>
      </p:sp>
      <p:sp>
        <p:nvSpPr>
          <p:cNvPr id="4674" name=""/>
          <p:cNvSpPr txBox="1"/>
          <p:nvPr/>
        </p:nvSpPr>
        <p:spPr>
          <a:xfrm>
            <a:off x="8097480" y="1359720"/>
            <a:ext cx="325440" cy="183240"/>
          </a:xfrm>
          <a:prstGeom prst="rect">
            <a:avLst/>
          </a:prstGeom>
          <a:noFill/>
          <a:ln w="0">
            <a:noFill/>
          </a:ln>
        </p:spPr>
        <p:txBody>
          <a:bodyPr wrap="none" lIns="0" tIns="0" rIns="0" bIns="0" anchor="t">
            <a:spAutoFit/>
          </a:bodyPr>
          <a:p>
            <a:pPr/>
            <a:r>
              <a:rPr lang="en-US" sz="1200" b="1" u="none" strike="noStrike">
                <a:solidFill>
                  <a:srgbClr val="2563EB"/>
                </a:solidFill>
                <a:effectLst/>
                <a:uFillTx/>
                <a:latin typeface="HelveticaNeue"/>
                <a:ea typeface="HelveticaNeue"/>
              </a:rPr>
              <a:t>GSR</a:t>
            </a:r>
            <a:endParaRPr lang="en-US" sz="1200" b="0" u="none" strike="noStrike">
              <a:solidFill>
                <a:srgbClr val="000000"/>
              </a:solidFill>
              <a:effectLst/>
              <a:uFillTx/>
              <a:latin typeface="游明朝体"/>
            </a:endParaRPr>
          </a:p>
        </p:txBody>
      </p:sp>
      <p:pic>
        <p:nvPicPr>
          <p:cNvPr id="4675" name=""/>
          <p:cNvPicPr/>
          <p:nvPr/>
        </p:nvPicPr>
        <p:blipFill>
          <a:blip r:embed="rId2"/>
          <a:stretch/>
        </p:blipFill>
        <p:spPr>
          <a:xfrm>
            <a:off x="7296120" y="1733400"/>
            <a:ext cx="4362120" cy="1361880"/>
          </a:xfrm>
          <a:prstGeom prst="rect">
            <a:avLst/>
          </a:prstGeom>
          <a:noFill/>
          <a:ln w="0">
            <a:noFill/>
          </a:ln>
        </p:spPr>
      </p:pic>
      <p:sp>
        <p:nvSpPr>
          <p:cNvPr id="4676" name=""/>
          <p:cNvSpPr txBox="1"/>
          <p:nvPr/>
        </p:nvSpPr>
        <p:spPr>
          <a:xfrm>
            <a:off x="8422200" y="1366920"/>
            <a:ext cx="243900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5"/>
                <a:ea typeface="HiraginoSans-W5"/>
              </a:rPr>
              <a:t>（全天⽇射量）の予測と実測の検証</a:t>
            </a:r>
            <a:endParaRPr lang="en-US" sz="1200" b="0" u="none" strike="noStrike">
              <a:solidFill>
                <a:srgbClr val="000000"/>
              </a:solidFill>
              <a:effectLst/>
              <a:uFillTx/>
              <a:latin typeface="游明朝体"/>
            </a:endParaRPr>
          </a:p>
        </p:txBody>
      </p:sp>
      <p:sp>
        <p:nvSpPr>
          <p:cNvPr id="4677" name=""/>
          <p:cNvSpPr txBox="1"/>
          <p:nvPr/>
        </p:nvSpPr>
        <p:spPr>
          <a:xfrm>
            <a:off x="8180640" y="3388680"/>
            <a:ext cx="311400" cy="183240"/>
          </a:xfrm>
          <a:prstGeom prst="rect">
            <a:avLst/>
          </a:prstGeom>
          <a:noFill/>
          <a:ln w="0">
            <a:noFill/>
          </a:ln>
        </p:spPr>
        <p:txBody>
          <a:bodyPr wrap="none" lIns="0" tIns="0" rIns="0" bIns="0" anchor="t">
            <a:spAutoFit/>
          </a:bodyPr>
          <a:p>
            <a:pPr/>
            <a:r>
              <a:rPr lang="en-US" sz="1200" b="1" u="none" strike="noStrike">
                <a:solidFill>
                  <a:srgbClr val="2563EB"/>
                </a:solidFill>
                <a:effectLst/>
                <a:uFillTx/>
                <a:latin typeface="HelveticaNeue"/>
                <a:ea typeface="HelveticaNeue"/>
              </a:rPr>
              <a:t>SSD</a:t>
            </a:r>
            <a:endParaRPr lang="en-US" sz="1200" b="0" u="none" strike="noStrike">
              <a:solidFill>
                <a:srgbClr val="000000"/>
              </a:solidFill>
              <a:effectLst/>
              <a:uFillTx/>
              <a:latin typeface="游明朝体"/>
            </a:endParaRPr>
          </a:p>
        </p:txBody>
      </p:sp>
      <p:pic>
        <p:nvPicPr>
          <p:cNvPr id="4678" name=""/>
          <p:cNvPicPr/>
          <p:nvPr/>
        </p:nvPicPr>
        <p:blipFill>
          <a:blip r:embed="rId3"/>
          <a:stretch/>
        </p:blipFill>
        <p:spPr>
          <a:xfrm>
            <a:off x="7296120" y="3762360"/>
            <a:ext cx="4362120" cy="1342800"/>
          </a:xfrm>
          <a:prstGeom prst="rect">
            <a:avLst/>
          </a:prstGeom>
          <a:noFill/>
          <a:ln w="0">
            <a:noFill/>
          </a:ln>
        </p:spPr>
      </p:pic>
      <p:sp>
        <p:nvSpPr>
          <p:cNvPr id="4679" name=""/>
          <p:cNvSpPr txBox="1"/>
          <p:nvPr/>
        </p:nvSpPr>
        <p:spPr>
          <a:xfrm>
            <a:off x="8491680" y="3395880"/>
            <a:ext cx="228672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5"/>
                <a:ea typeface="HiraginoSans-W5"/>
              </a:rPr>
              <a:t>（⽇照時間）の予測と実測の検証</a:t>
            </a:r>
            <a:endParaRPr lang="en-US" sz="1200" b="0" u="none" strike="noStrike">
              <a:solidFill>
                <a:srgbClr val="000000"/>
              </a:solidFill>
              <a:effectLst/>
              <a:uFillTx/>
              <a:latin typeface="游明朝体"/>
            </a:endParaRPr>
          </a:p>
        </p:txBody>
      </p:sp>
      <p:sp>
        <p:nvSpPr>
          <p:cNvPr id="4680" name=""/>
          <p:cNvSpPr txBox="1"/>
          <p:nvPr/>
        </p:nvSpPr>
        <p:spPr>
          <a:xfrm>
            <a:off x="723960" y="6313320"/>
            <a:ext cx="108820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発電量予測は蓄電池の充電判断にも活⽤（晴天時は太陽光優先、悪天候時は夜間電⼒）。個⼈宅では不要でも、⼤規模な太陽光＋蓄電</a:t>
            </a:r>
            <a:endParaRPr lang="en-US" sz="1430" b="0" u="none" strike="noStrike">
              <a:solidFill>
                <a:srgbClr val="000000"/>
              </a:solidFill>
              <a:effectLst/>
              <a:uFillTx/>
              <a:latin typeface="游明朝体"/>
            </a:endParaRPr>
          </a:p>
        </p:txBody>
      </p:sp>
      <p:sp>
        <p:nvSpPr>
          <p:cNvPr id="4681" name=""/>
          <p:cNvSpPr txBox="1"/>
          <p:nvPr/>
        </p:nvSpPr>
        <p:spPr>
          <a:xfrm>
            <a:off x="723960" y="6580080"/>
            <a:ext cx="23583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池運⽤では有効と考えられる</a:t>
            </a:r>
            <a:endParaRPr lang="en-US" sz="1430" b="0" u="none" strike="noStrike">
              <a:solidFill>
                <a:srgbClr val="000000"/>
              </a:solidFill>
              <a:effectLst/>
              <a:uFillTx/>
              <a:latin typeface="游明朝体"/>
            </a:endParaRPr>
          </a:p>
        </p:txBody>
      </p:sp>
      <p:sp>
        <p:nvSpPr>
          <p:cNvPr id="4682" name=""/>
          <p:cNvSpPr txBox="1"/>
          <p:nvPr/>
        </p:nvSpPr>
        <p:spPr>
          <a:xfrm>
            <a:off x="533520" y="495360"/>
            <a:ext cx="239652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現⾏モデル（</a:t>
            </a:r>
            <a:endParaRPr lang="en-US" sz="3150" b="0" u="none" strike="noStrike">
              <a:solidFill>
                <a:srgbClr val="000000"/>
              </a:solidFill>
              <a:effectLst/>
              <a:uFillTx/>
              <a:latin typeface="游明朝体"/>
            </a:endParaRPr>
          </a:p>
        </p:txBody>
      </p:sp>
      <p:sp>
        <p:nvSpPr>
          <p:cNvPr id="4683" name=""/>
          <p:cNvSpPr txBox="1"/>
          <p:nvPr/>
        </p:nvSpPr>
        <p:spPr>
          <a:xfrm>
            <a:off x="2913840" y="476280"/>
            <a:ext cx="158508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v3 / v3b </a:t>
            </a:r>
            <a:endParaRPr lang="en-US" sz="3150" b="0" u="none" strike="noStrike">
              <a:solidFill>
                <a:srgbClr val="000000"/>
              </a:solidFill>
              <a:effectLst/>
              <a:uFillTx/>
              <a:latin typeface="游明朝体"/>
            </a:endParaRPr>
          </a:p>
        </p:txBody>
      </p:sp>
      <p:sp>
        <p:nvSpPr>
          <p:cNvPr id="4684"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5"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6"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7"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8"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89"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0"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1"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2"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3"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4"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5"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6"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7"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8"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699"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0"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1"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2"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3"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4"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5"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6"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7"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8"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09"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0"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1"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2"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3"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4"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5"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6"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7"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8"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19"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0"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1"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2"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3"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4"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5"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6"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7"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8"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29"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0"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1"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2"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3"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4"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5"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6"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7"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8"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39"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0"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1"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2"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3"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4"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5"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6"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7"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8"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49"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0"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1"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2"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3"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4"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5"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6"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7"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8"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59"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0"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1"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2"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3"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4"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5"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6"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7"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8"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69"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0"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1"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2"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3"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4"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5"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6"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7"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8"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79"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0"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1"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2"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3"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4"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5"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6"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7"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8"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89"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0"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1"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2"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3"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4"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5"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6"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7"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8"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799"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0"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1"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2"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3"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4"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5"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6"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7"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8"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09"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0"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1"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2"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3"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4"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5"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6"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7"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8"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19"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0"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1"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2"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3"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4"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5"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6"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7"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8"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29"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0"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1"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2"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3"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4"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5"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6"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7"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8"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39"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0"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1"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2"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3"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4"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5"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6"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7"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8"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49"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0"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1"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2"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3"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4"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5"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6"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7"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8"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59"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0"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1"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2"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3"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4"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5"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6"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7"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8"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69"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0"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1"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2"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3"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4"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5"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76" name=""/>
          <p:cNvSpPr txBox="1"/>
          <p:nvPr/>
        </p:nvSpPr>
        <p:spPr>
          <a:xfrm>
            <a:off x="4501080" y="495360"/>
            <a:ext cx="199728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並⾏稼働）</a:t>
            </a:r>
            <a:endParaRPr lang="en-US" sz="3150" b="0" u="none" strike="noStrike">
              <a:solidFill>
                <a:srgbClr val="000000"/>
              </a:solidFill>
              <a:effectLst/>
              <a:uFillTx/>
              <a:latin typeface="游明朝体"/>
            </a:endParaRPr>
          </a:p>
        </p:txBody>
      </p:sp>
      <p:sp>
        <p:nvSpPr>
          <p:cNvPr id="4877"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18</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87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8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4881" name=""/>
          <p:cNvSpPr/>
          <p:nvPr/>
        </p:nvSpPr>
        <p:spPr>
          <a:xfrm>
            <a:off x="533160" y="3693240"/>
            <a:ext cx="7200" cy="33480"/>
          </a:xfrm>
          <a:custGeom>
            <a:avLst/>
            <a:gdLst/>
            <a:ahLst/>
            <a:rect l="0" t="0" r="r" b="b"/>
            <a:pathLst>
              <a:path w="20" h="93">
                <a:moveTo>
                  <a:pt x="20" y="0"/>
                </a:moveTo>
                <a:lnTo>
                  <a:pt x="20" y="93"/>
                </a:lnTo>
                <a:cubicBezTo>
                  <a:pt x="7" y="80"/>
                  <a:pt x="0" y="64"/>
                  <a:pt x="0" y="46"/>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2" name=""/>
          <p:cNvSpPr/>
          <p:nvPr/>
        </p:nvSpPr>
        <p:spPr>
          <a:xfrm>
            <a:off x="540000" y="3688200"/>
            <a:ext cx="6840" cy="43560"/>
          </a:xfrm>
          <a:custGeom>
            <a:avLst/>
            <a:gdLst/>
            <a:ahLst/>
            <a:rect l="0" t="0" r="r" b="b"/>
            <a:pathLst>
              <a:path w="19" h="121">
                <a:moveTo>
                  <a:pt x="1" y="13"/>
                </a:moveTo>
                <a:cubicBezTo>
                  <a:pt x="7" y="8"/>
                  <a:pt x="13" y="3"/>
                  <a:pt x="19" y="0"/>
                </a:cubicBezTo>
                <a:lnTo>
                  <a:pt x="19" y="121"/>
                </a:lnTo>
                <a:cubicBezTo>
                  <a:pt x="13" y="118"/>
                  <a:pt x="7" y="113"/>
                  <a:pt x="1" y="108"/>
                </a:cubicBezTo>
                <a:cubicBezTo>
                  <a:pt x="0" y="108"/>
                  <a:pt x="0" y="107"/>
                  <a:pt x="0" y="107"/>
                </a:cubicBezTo>
                <a:lnTo>
                  <a:pt x="0" y="14"/>
                </a:lnTo>
                <a:lnTo>
                  <a:pt x="1" y="13"/>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3" name=""/>
          <p:cNvSpPr/>
          <p:nvPr/>
        </p:nvSpPr>
        <p:spPr>
          <a:xfrm>
            <a:off x="546480" y="3686400"/>
            <a:ext cx="7200" cy="47160"/>
          </a:xfrm>
          <a:custGeom>
            <a:avLst/>
            <a:gdLst/>
            <a:ahLst/>
            <a:rect l="0" t="0" r="r" b="b"/>
            <a:pathLst>
              <a:path w="20" h="131">
                <a:moveTo>
                  <a:pt x="20" y="0"/>
                </a:moveTo>
                <a:lnTo>
                  <a:pt x="20" y="131"/>
                </a:lnTo>
                <a:cubicBezTo>
                  <a:pt x="13" y="130"/>
                  <a:pt x="7" y="129"/>
                  <a:pt x="0" y="126"/>
                </a:cubicBezTo>
                <a:lnTo>
                  <a:pt x="0" y="5"/>
                </a:lnTo>
                <a:cubicBezTo>
                  <a:pt x="7" y="2"/>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4" name=""/>
          <p:cNvSpPr/>
          <p:nvPr/>
        </p:nvSpPr>
        <p:spPr>
          <a:xfrm>
            <a:off x="553320" y="3686040"/>
            <a:ext cx="7200" cy="47880"/>
          </a:xfrm>
          <a:custGeom>
            <a:avLst/>
            <a:gdLst/>
            <a:ahLst/>
            <a:rect l="0" t="0" r="r" b="b"/>
            <a:pathLst>
              <a:path w="20" h="133">
                <a:moveTo>
                  <a:pt x="11" y="0"/>
                </a:moveTo>
                <a:lnTo>
                  <a:pt x="20" y="0"/>
                </a:lnTo>
                <a:lnTo>
                  <a:pt x="20" y="133"/>
                </a:lnTo>
                <a:lnTo>
                  <a:pt x="11" y="133"/>
                </a:lnTo>
                <a:cubicBezTo>
                  <a:pt x="8" y="133"/>
                  <a:pt x="4" y="133"/>
                  <a:pt x="0" y="132"/>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5" name=""/>
          <p:cNvSpPr/>
          <p:nvPr/>
        </p:nvSpPr>
        <p:spPr>
          <a:xfrm>
            <a:off x="5601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6" name=""/>
          <p:cNvSpPr/>
          <p:nvPr/>
        </p:nvSpPr>
        <p:spPr>
          <a:xfrm>
            <a:off x="566640" y="3686040"/>
            <a:ext cx="7560" cy="47880"/>
          </a:xfrm>
          <a:custGeom>
            <a:avLst/>
            <a:gdLst/>
            <a:ahLst/>
            <a:rect l="0" t="0" r="r" b="b"/>
            <a:pathLst>
              <a:path w="21" h="133">
                <a:moveTo>
                  <a:pt x="21" y="0"/>
                </a:moveTo>
                <a:lnTo>
                  <a:pt x="21" y="133"/>
                </a:lnTo>
                <a:lnTo>
                  <a:pt x="0" y="133"/>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7" name=""/>
          <p:cNvSpPr/>
          <p:nvPr/>
        </p:nvSpPr>
        <p:spPr>
          <a:xfrm>
            <a:off x="5734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8" name=""/>
          <p:cNvSpPr/>
          <p:nvPr/>
        </p:nvSpPr>
        <p:spPr>
          <a:xfrm>
            <a:off x="5799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89" name=""/>
          <p:cNvSpPr/>
          <p:nvPr/>
        </p:nvSpPr>
        <p:spPr>
          <a:xfrm>
            <a:off x="5868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0" name=""/>
          <p:cNvSpPr/>
          <p:nvPr/>
        </p:nvSpPr>
        <p:spPr>
          <a:xfrm>
            <a:off x="5936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1" name=""/>
          <p:cNvSpPr/>
          <p:nvPr/>
        </p:nvSpPr>
        <p:spPr>
          <a:xfrm>
            <a:off x="6001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2" name=""/>
          <p:cNvSpPr/>
          <p:nvPr/>
        </p:nvSpPr>
        <p:spPr>
          <a:xfrm>
            <a:off x="6069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3" name=""/>
          <p:cNvSpPr/>
          <p:nvPr/>
        </p:nvSpPr>
        <p:spPr>
          <a:xfrm>
            <a:off x="6134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4" name=""/>
          <p:cNvSpPr/>
          <p:nvPr/>
        </p:nvSpPr>
        <p:spPr>
          <a:xfrm>
            <a:off x="6202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5" name=""/>
          <p:cNvSpPr/>
          <p:nvPr/>
        </p:nvSpPr>
        <p:spPr>
          <a:xfrm>
            <a:off x="6271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6" name=""/>
          <p:cNvSpPr/>
          <p:nvPr/>
        </p:nvSpPr>
        <p:spPr>
          <a:xfrm>
            <a:off x="6336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7" name=""/>
          <p:cNvSpPr/>
          <p:nvPr/>
        </p:nvSpPr>
        <p:spPr>
          <a:xfrm>
            <a:off x="6404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8" name=""/>
          <p:cNvSpPr/>
          <p:nvPr/>
        </p:nvSpPr>
        <p:spPr>
          <a:xfrm>
            <a:off x="6469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899" name=""/>
          <p:cNvSpPr/>
          <p:nvPr/>
        </p:nvSpPr>
        <p:spPr>
          <a:xfrm>
            <a:off x="6537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0" name=""/>
          <p:cNvSpPr/>
          <p:nvPr/>
        </p:nvSpPr>
        <p:spPr>
          <a:xfrm>
            <a:off x="6606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1" name=""/>
          <p:cNvSpPr/>
          <p:nvPr/>
        </p:nvSpPr>
        <p:spPr>
          <a:xfrm>
            <a:off x="6670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2" name=""/>
          <p:cNvSpPr/>
          <p:nvPr/>
        </p:nvSpPr>
        <p:spPr>
          <a:xfrm>
            <a:off x="6739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3" name=""/>
          <p:cNvSpPr/>
          <p:nvPr/>
        </p:nvSpPr>
        <p:spPr>
          <a:xfrm>
            <a:off x="6804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4" name=""/>
          <p:cNvSpPr/>
          <p:nvPr/>
        </p:nvSpPr>
        <p:spPr>
          <a:xfrm>
            <a:off x="6872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5" name=""/>
          <p:cNvSpPr/>
          <p:nvPr/>
        </p:nvSpPr>
        <p:spPr>
          <a:xfrm>
            <a:off x="6940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6" name=""/>
          <p:cNvSpPr/>
          <p:nvPr/>
        </p:nvSpPr>
        <p:spPr>
          <a:xfrm>
            <a:off x="7005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7" name=""/>
          <p:cNvSpPr/>
          <p:nvPr/>
        </p:nvSpPr>
        <p:spPr>
          <a:xfrm>
            <a:off x="7074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8" name=""/>
          <p:cNvSpPr/>
          <p:nvPr/>
        </p:nvSpPr>
        <p:spPr>
          <a:xfrm>
            <a:off x="7138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09" name=""/>
          <p:cNvSpPr/>
          <p:nvPr/>
        </p:nvSpPr>
        <p:spPr>
          <a:xfrm>
            <a:off x="7207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0" name=""/>
          <p:cNvSpPr/>
          <p:nvPr/>
        </p:nvSpPr>
        <p:spPr>
          <a:xfrm>
            <a:off x="7275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1" name=""/>
          <p:cNvSpPr/>
          <p:nvPr/>
        </p:nvSpPr>
        <p:spPr>
          <a:xfrm>
            <a:off x="7340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2" name=""/>
          <p:cNvSpPr/>
          <p:nvPr/>
        </p:nvSpPr>
        <p:spPr>
          <a:xfrm>
            <a:off x="7408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3" name=""/>
          <p:cNvSpPr/>
          <p:nvPr/>
        </p:nvSpPr>
        <p:spPr>
          <a:xfrm>
            <a:off x="7473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4" name=""/>
          <p:cNvSpPr/>
          <p:nvPr/>
        </p:nvSpPr>
        <p:spPr>
          <a:xfrm>
            <a:off x="7542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5" name=""/>
          <p:cNvSpPr/>
          <p:nvPr/>
        </p:nvSpPr>
        <p:spPr>
          <a:xfrm>
            <a:off x="7610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6" name=""/>
          <p:cNvSpPr/>
          <p:nvPr/>
        </p:nvSpPr>
        <p:spPr>
          <a:xfrm>
            <a:off x="767520" y="3686040"/>
            <a:ext cx="7560" cy="47880"/>
          </a:xfrm>
          <a:custGeom>
            <a:avLst/>
            <a:gdLst/>
            <a:ahLst/>
            <a:rect l="0" t="0" r="r" b="b"/>
            <a:pathLst>
              <a:path w="21" h="133">
                <a:moveTo>
                  <a:pt x="21" y="0"/>
                </a:moveTo>
                <a:lnTo>
                  <a:pt x="21" y="133"/>
                </a:lnTo>
                <a:lnTo>
                  <a:pt x="0" y="133"/>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7" name=""/>
          <p:cNvSpPr/>
          <p:nvPr/>
        </p:nvSpPr>
        <p:spPr>
          <a:xfrm>
            <a:off x="7743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8" name=""/>
          <p:cNvSpPr/>
          <p:nvPr/>
        </p:nvSpPr>
        <p:spPr>
          <a:xfrm>
            <a:off x="7808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19" name=""/>
          <p:cNvSpPr/>
          <p:nvPr/>
        </p:nvSpPr>
        <p:spPr>
          <a:xfrm>
            <a:off x="7876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0" name=""/>
          <p:cNvSpPr/>
          <p:nvPr/>
        </p:nvSpPr>
        <p:spPr>
          <a:xfrm>
            <a:off x="7945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1" name=""/>
          <p:cNvSpPr/>
          <p:nvPr/>
        </p:nvSpPr>
        <p:spPr>
          <a:xfrm>
            <a:off x="8010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2" name=""/>
          <p:cNvSpPr/>
          <p:nvPr/>
        </p:nvSpPr>
        <p:spPr>
          <a:xfrm>
            <a:off x="8078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3" name=""/>
          <p:cNvSpPr/>
          <p:nvPr/>
        </p:nvSpPr>
        <p:spPr>
          <a:xfrm>
            <a:off x="8146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4" name=""/>
          <p:cNvSpPr/>
          <p:nvPr/>
        </p:nvSpPr>
        <p:spPr>
          <a:xfrm>
            <a:off x="8211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5" name=""/>
          <p:cNvSpPr/>
          <p:nvPr/>
        </p:nvSpPr>
        <p:spPr>
          <a:xfrm>
            <a:off x="8280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6" name=""/>
          <p:cNvSpPr/>
          <p:nvPr/>
        </p:nvSpPr>
        <p:spPr>
          <a:xfrm>
            <a:off x="8344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7" name=""/>
          <p:cNvSpPr/>
          <p:nvPr/>
        </p:nvSpPr>
        <p:spPr>
          <a:xfrm>
            <a:off x="8413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8" name=""/>
          <p:cNvSpPr/>
          <p:nvPr/>
        </p:nvSpPr>
        <p:spPr>
          <a:xfrm>
            <a:off x="8481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29" name=""/>
          <p:cNvSpPr/>
          <p:nvPr/>
        </p:nvSpPr>
        <p:spPr>
          <a:xfrm>
            <a:off x="8546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0" name=""/>
          <p:cNvSpPr/>
          <p:nvPr/>
        </p:nvSpPr>
        <p:spPr>
          <a:xfrm>
            <a:off x="86148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1" name=""/>
          <p:cNvSpPr/>
          <p:nvPr/>
        </p:nvSpPr>
        <p:spPr>
          <a:xfrm>
            <a:off x="8679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2" name=""/>
          <p:cNvSpPr/>
          <p:nvPr/>
        </p:nvSpPr>
        <p:spPr>
          <a:xfrm>
            <a:off x="8748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3" name=""/>
          <p:cNvSpPr/>
          <p:nvPr/>
        </p:nvSpPr>
        <p:spPr>
          <a:xfrm>
            <a:off x="8816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4" name=""/>
          <p:cNvSpPr/>
          <p:nvPr/>
        </p:nvSpPr>
        <p:spPr>
          <a:xfrm>
            <a:off x="8881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5" name=""/>
          <p:cNvSpPr/>
          <p:nvPr/>
        </p:nvSpPr>
        <p:spPr>
          <a:xfrm>
            <a:off x="89496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6" name=""/>
          <p:cNvSpPr/>
          <p:nvPr/>
        </p:nvSpPr>
        <p:spPr>
          <a:xfrm>
            <a:off x="90144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7" name=""/>
          <p:cNvSpPr/>
          <p:nvPr/>
        </p:nvSpPr>
        <p:spPr>
          <a:xfrm>
            <a:off x="9082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8" name=""/>
          <p:cNvSpPr/>
          <p:nvPr/>
        </p:nvSpPr>
        <p:spPr>
          <a:xfrm>
            <a:off x="91512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39" name=""/>
          <p:cNvSpPr/>
          <p:nvPr/>
        </p:nvSpPr>
        <p:spPr>
          <a:xfrm>
            <a:off x="92160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0" name=""/>
          <p:cNvSpPr/>
          <p:nvPr/>
        </p:nvSpPr>
        <p:spPr>
          <a:xfrm>
            <a:off x="92844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1" name=""/>
          <p:cNvSpPr/>
          <p:nvPr/>
        </p:nvSpPr>
        <p:spPr>
          <a:xfrm>
            <a:off x="93492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2" name=""/>
          <p:cNvSpPr/>
          <p:nvPr/>
        </p:nvSpPr>
        <p:spPr>
          <a:xfrm>
            <a:off x="94176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3" name=""/>
          <p:cNvSpPr/>
          <p:nvPr/>
        </p:nvSpPr>
        <p:spPr>
          <a:xfrm>
            <a:off x="948600" y="3686040"/>
            <a:ext cx="6840" cy="47880"/>
          </a:xfrm>
          <a:custGeom>
            <a:avLst/>
            <a:gdLst/>
            <a:ahLst/>
            <a:rect l="0" t="0" r="r" b="b"/>
            <a:pathLst>
              <a:path w="19" h="133">
                <a:moveTo>
                  <a:pt x="19" y="0"/>
                </a:moveTo>
                <a:lnTo>
                  <a:pt x="19" y="133"/>
                </a:lnTo>
                <a:lnTo>
                  <a:pt x="0" y="133"/>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4" name=""/>
          <p:cNvSpPr/>
          <p:nvPr/>
        </p:nvSpPr>
        <p:spPr>
          <a:xfrm>
            <a:off x="955080" y="3686040"/>
            <a:ext cx="7200" cy="47880"/>
          </a:xfrm>
          <a:custGeom>
            <a:avLst/>
            <a:gdLst/>
            <a:ahLst/>
            <a:rect l="0" t="0" r="r" b="b"/>
            <a:pathLst>
              <a:path w="20" h="133">
                <a:moveTo>
                  <a:pt x="20" y="0"/>
                </a:moveTo>
                <a:lnTo>
                  <a:pt x="20" y="133"/>
                </a:lnTo>
                <a:lnTo>
                  <a:pt x="0" y="133"/>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5" name=""/>
          <p:cNvSpPr/>
          <p:nvPr/>
        </p:nvSpPr>
        <p:spPr>
          <a:xfrm>
            <a:off x="961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6" name=""/>
          <p:cNvSpPr/>
          <p:nvPr/>
        </p:nvSpPr>
        <p:spPr>
          <a:xfrm>
            <a:off x="965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7" name=""/>
          <p:cNvSpPr/>
          <p:nvPr/>
        </p:nvSpPr>
        <p:spPr>
          <a:xfrm>
            <a:off x="968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8" name=""/>
          <p:cNvSpPr/>
          <p:nvPr/>
        </p:nvSpPr>
        <p:spPr>
          <a:xfrm>
            <a:off x="972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49" name=""/>
          <p:cNvSpPr/>
          <p:nvPr/>
        </p:nvSpPr>
        <p:spPr>
          <a:xfrm>
            <a:off x="975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0" name=""/>
          <p:cNvSpPr/>
          <p:nvPr/>
        </p:nvSpPr>
        <p:spPr>
          <a:xfrm>
            <a:off x="9784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1" name=""/>
          <p:cNvSpPr/>
          <p:nvPr/>
        </p:nvSpPr>
        <p:spPr>
          <a:xfrm>
            <a:off x="982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2" name=""/>
          <p:cNvSpPr/>
          <p:nvPr/>
        </p:nvSpPr>
        <p:spPr>
          <a:xfrm>
            <a:off x="985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3" name=""/>
          <p:cNvSpPr/>
          <p:nvPr/>
        </p:nvSpPr>
        <p:spPr>
          <a:xfrm>
            <a:off x="9885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4" name=""/>
          <p:cNvSpPr/>
          <p:nvPr/>
        </p:nvSpPr>
        <p:spPr>
          <a:xfrm>
            <a:off x="992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5" name=""/>
          <p:cNvSpPr/>
          <p:nvPr/>
        </p:nvSpPr>
        <p:spPr>
          <a:xfrm>
            <a:off x="995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6" name=""/>
          <p:cNvSpPr/>
          <p:nvPr/>
        </p:nvSpPr>
        <p:spPr>
          <a:xfrm>
            <a:off x="998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7" name=""/>
          <p:cNvSpPr/>
          <p:nvPr/>
        </p:nvSpPr>
        <p:spPr>
          <a:xfrm>
            <a:off x="1001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8" name=""/>
          <p:cNvSpPr/>
          <p:nvPr/>
        </p:nvSpPr>
        <p:spPr>
          <a:xfrm>
            <a:off x="1005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59" name=""/>
          <p:cNvSpPr/>
          <p:nvPr/>
        </p:nvSpPr>
        <p:spPr>
          <a:xfrm>
            <a:off x="1008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0" name=""/>
          <p:cNvSpPr/>
          <p:nvPr/>
        </p:nvSpPr>
        <p:spPr>
          <a:xfrm>
            <a:off x="1011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1" name=""/>
          <p:cNvSpPr/>
          <p:nvPr/>
        </p:nvSpPr>
        <p:spPr>
          <a:xfrm>
            <a:off x="1015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2" name=""/>
          <p:cNvSpPr/>
          <p:nvPr/>
        </p:nvSpPr>
        <p:spPr>
          <a:xfrm>
            <a:off x="1018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3" name=""/>
          <p:cNvSpPr/>
          <p:nvPr/>
        </p:nvSpPr>
        <p:spPr>
          <a:xfrm>
            <a:off x="102204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4" name=""/>
          <p:cNvSpPr/>
          <p:nvPr/>
        </p:nvSpPr>
        <p:spPr>
          <a:xfrm>
            <a:off x="1025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5" name=""/>
          <p:cNvSpPr/>
          <p:nvPr/>
        </p:nvSpPr>
        <p:spPr>
          <a:xfrm>
            <a:off x="1028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6" name=""/>
          <p:cNvSpPr/>
          <p:nvPr/>
        </p:nvSpPr>
        <p:spPr>
          <a:xfrm>
            <a:off x="1032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7" name=""/>
          <p:cNvSpPr/>
          <p:nvPr/>
        </p:nvSpPr>
        <p:spPr>
          <a:xfrm>
            <a:off x="10353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8" name=""/>
          <p:cNvSpPr/>
          <p:nvPr/>
        </p:nvSpPr>
        <p:spPr>
          <a:xfrm>
            <a:off x="1038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69" name=""/>
          <p:cNvSpPr/>
          <p:nvPr/>
        </p:nvSpPr>
        <p:spPr>
          <a:xfrm>
            <a:off x="1042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0" name=""/>
          <p:cNvSpPr/>
          <p:nvPr/>
        </p:nvSpPr>
        <p:spPr>
          <a:xfrm>
            <a:off x="1045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1" name=""/>
          <p:cNvSpPr/>
          <p:nvPr/>
        </p:nvSpPr>
        <p:spPr>
          <a:xfrm>
            <a:off x="1049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2" name=""/>
          <p:cNvSpPr/>
          <p:nvPr/>
        </p:nvSpPr>
        <p:spPr>
          <a:xfrm>
            <a:off x="1052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3" name=""/>
          <p:cNvSpPr/>
          <p:nvPr/>
        </p:nvSpPr>
        <p:spPr>
          <a:xfrm>
            <a:off x="10555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4" name=""/>
          <p:cNvSpPr/>
          <p:nvPr/>
        </p:nvSpPr>
        <p:spPr>
          <a:xfrm>
            <a:off x="1059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5" name=""/>
          <p:cNvSpPr/>
          <p:nvPr/>
        </p:nvSpPr>
        <p:spPr>
          <a:xfrm>
            <a:off x="1062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6" name=""/>
          <p:cNvSpPr/>
          <p:nvPr/>
        </p:nvSpPr>
        <p:spPr>
          <a:xfrm>
            <a:off x="1065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7" name=""/>
          <p:cNvSpPr/>
          <p:nvPr/>
        </p:nvSpPr>
        <p:spPr>
          <a:xfrm>
            <a:off x="1068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8" name=""/>
          <p:cNvSpPr/>
          <p:nvPr/>
        </p:nvSpPr>
        <p:spPr>
          <a:xfrm>
            <a:off x="1072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79" name=""/>
          <p:cNvSpPr/>
          <p:nvPr/>
        </p:nvSpPr>
        <p:spPr>
          <a:xfrm>
            <a:off x="10756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0" name=""/>
          <p:cNvSpPr/>
          <p:nvPr/>
        </p:nvSpPr>
        <p:spPr>
          <a:xfrm>
            <a:off x="10789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1" name=""/>
          <p:cNvSpPr/>
          <p:nvPr/>
        </p:nvSpPr>
        <p:spPr>
          <a:xfrm>
            <a:off x="1082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2" name=""/>
          <p:cNvSpPr/>
          <p:nvPr/>
        </p:nvSpPr>
        <p:spPr>
          <a:xfrm>
            <a:off x="10857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3" name=""/>
          <p:cNvSpPr/>
          <p:nvPr/>
        </p:nvSpPr>
        <p:spPr>
          <a:xfrm>
            <a:off x="10890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4" name=""/>
          <p:cNvSpPr/>
          <p:nvPr/>
        </p:nvSpPr>
        <p:spPr>
          <a:xfrm>
            <a:off x="1092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5" name=""/>
          <p:cNvSpPr/>
          <p:nvPr/>
        </p:nvSpPr>
        <p:spPr>
          <a:xfrm>
            <a:off x="10958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6" name=""/>
          <p:cNvSpPr/>
          <p:nvPr/>
        </p:nvSpPr>
        <p:spPr>
          <a:xfrm>
            <a:off x="1099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7" name=""/>
          <p:cNvSpPr/>
          <p:nvPr/>
        </p:nvSpPr>
        <p:spPr>
          <a:xfrm>
            <a:off x="11023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8" name=""/>
          <p:cNvSpPr/>
          <p:nvPr/>
        </p:nvSpPr>
        <p:spPr>
          <a:xfrm>
            <a:off x="1105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89" name=""/>
          <p:cNvSpPr/>
          <p:nvPr/>
        </p:nvSpPr>
        <p:spPr>
          <a:xfrm>
            <a:off x="1109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0" name=""/>
          <p:cNvSpPr/>
          <p:nvPr/>
        </p:nvSpPr>
        <p:spPr>
          <a:xfrm>
            <a:off x="1112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1" name=""/>
          <p:cNvSpPr/>
          <p:nvPr/>
        </p:nvSpPr>
        <p:spPr>
          <a:xfrm>
            <a:off x="1116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2" name=""/>
          <p:cNvSpPr/>
          <p:nvPr/>
        </p:nvSpPr>
        <p:spPr>
          <a:xfrm>
            <a:off x="1119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3" name=""/>
          <p:cNvSpPr/>
          <p:nvPr/>
        </p:nvSpPr>
        <p:spPr>
          <a:xfrm>
            <a:off x="112248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4" name=""/>
          <p:cNvSpPr/>
          <p:nvPr/>
        </p:nvSpPr>
        <p:spPr>
          <a:xfrm>
            <a:off x="1126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5" name=""/>
          <p:cNvSpPr/>
          <p:nvPr/>
        </p:nvSpPr>
        <p:spPr>
          <a:xfrm>
            <a:off x="1129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6" name=""/>
          <p:cNvSpPr/>
          <p:nvPr/>
        </p:nvSpPr>
        <p:spPr>
          <a:xfrm>
            <a:off x="1132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7" name=""/>
          <p:cNvSpPr/>
          <p:nvPr/>
        </p:nvSpPr>
        <p:spPr>
          <a:xfrm>
            <a:off x="11358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8" name=""/>
          <p:cNvSpPr/>
          <p:nvPr/>
        </p:nvSpPr>
        <p:spPr>
          <a:xfrm>
            <a:off x="1139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4999" name=""/>
          <p:cNvSpPr/>
          <p:nvPr/>
        </p:nvSpPr>
        <p:spPr>
          <a:xfrm>
            <a:off x="1142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0" name=""/>
          <p:cNvSpPr/>
          <p:nvPr/>
        </p:nvSpPr>
        <p:spPr>
          <a:xfrm>
            <a:off x="1145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1" name=""/>
          <p:cNvSpPr/>
          <p:nvPr/>
        </p:nvSpPr>
        <p:spPr>
          <a:xfrm>
            <a:off x="1149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2" name=""/>
          <p:cNvSpPr/>
          <p:nvPr/>
        </p:nvSpPr>
        <p:spPr>
          <a:xfrm>
            <a:off x="1152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3" name=""/>
          <p:cNvSpPr/>
          <p:nvPr/>
        </p:nvSpPr>
        <p:spPr>
          <a:xfrm>
            <a:off x="1155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4" name=""/>
          <p:cNvSpPr/>
          <p:nvPr/>
        </p:nvSpPr>
        <p:spPr>
          <a:xfrm>
            <a:off x="1159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5" name=""/>
          <p:cNvSpPr/>
          <p:nvPr/>
        </p:nvSpPr>
        <p:spPr>
          <a:xfrm>
            <a:off x="1162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6" name=""/>
          <p:cNvSpPr/>
          <p:nvPr/>
        </p:nvSpPr>
        <p:spPr>
          <a:xfrm>
            <a:off x="11660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7" name=""/>
          <p:cNvSpPr/>
          <p:nvPr/>
        </p:nvSpPr>
        <p:spPr>
          <a:xfrm>
            <a:off x="1169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8" name=""/>
          <p:cNvSpPr/>
          <p:nvPr/>
        </p:nvSpPr>
        <p:spPr>
          <a:xfrm>
            <a:off x="1172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09" name=""/>
          <p:cNvSpPr/>
          <p:nvPr/>
        </p:nvSpPr>
        <p:spPr>
          <a:xfrm>
            <a:off x="1176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0" name=""/>
          <p:cNvSpPr/>
          <p:nvPr/>
        </p:nvSpPr>
        <p:spPr>
          <a:xfrm>
            <a:off x="11793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1" name=""/>
          <p:cNvSpPr/>
          <p:nvPr/>
        </p:nvSpPr>
        <p:spPr>
          <a:xfrm>
            <a:off x="1182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2" name=""/>
          <p:cNvSpPr/>
          <p:nvPr/>
        </p:nvSpPr>
        <p:spPr>
          <a:xfrm>
            <a:off x="1186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3" name=""/>
          <p:cNvSpPr/>
          <p:nvPr/>
        </p:nvSpPr>
        <p:spPr>
          <a:xfrm>
            <a:off x="1189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4" name=""/>
          <p:cNvSpPr/>
          <p:nvPr/>
        </p:nvSpPr>
        <p:spPr>
          <a:xfrm>
            <a:off x="1193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5" name=""/>
          <p:cNvSpPr/>
          <p:nvPr/>
        </p:nvSpPr>
        <p:spPr>
          <a:xfrm>
            <a:off x="1196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6" name=""/>
          <p:cNvSpPr/>
          <p:nvPr/>
        </p:nvSpPr>
        <p:spPr>
          <a:xfrm>
            <a:off x="11995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7" name=""/>
          <p:cNvSpPr/>
          <p:nvPr/>
        </p:nvSpPr>
        <p:spPr>
          <a:xfrm>
            <a:off x="1203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8" name=""/>
          <p:cNvSpPr/>
          <p:nvPr/>
        </p:nvSpPr>
        <p:spPr>
          <a:xfrm>
            <a:off x="1206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19" name=""/>
          <p:cNvSpPr/>
          <p:nvPr/>
        </p:nvSpPr>
        <p:spPr>
          <a:xfrm>
            <a:off x="1209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0" name=""/>
          <p:cNvSpPr/>
          <p:nvPr/>
        </p:nvSpPr>
        <p:spPr>
          <a:xfrm>
            <a:off x="1212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1" name=""/>
          <p:cNvSpPr/>
          <p:nvPr/>
        </p:nvSpPr>
        <p:spPr>
          <a:xfrm>
            <a:off x="1216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2" name=""/>
          <p:cNvSpPr/>
          <p:nvPr/>
        </p:nvSpPr>
        <p:spPr>
          <a:xfrm>
            <a:off x="12196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3" name=""/>
          <p:cNvSpPr/>
          <p:nvPr/>
        </p:nvSpPr>
        <p:spPr>
          <a:xfrm>
            <a:off x="122292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4" name=""/>
          <p:cNvSpPr/>
          <p:nvPr/>
        </p:nvSpPr>
        <p:spPr>
          <a:xfrm>
            <a:off x="1226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5" name=""/>
          <p:cNvSpPr/>
          <p:nvPr/>
        </p:nvSpPr>
        <p:spPr>
          <a:xfrm>
            <a:off x="12297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6" name=""/>
          <p:cNvSpPr/>
          <p:nvPr/>
        </p:nvSpPr>
        <p:spPr>
          <a:xfrm>
            <a:off x="12330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7" name=""/>
          <p:cNvSpPr/>
          <p:nvPr/>
        </p:nvSpPr>
        <p:spPr>
          <a:xfrm>
            <a:off x="1236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8" name=""/>
          <p:cNvSpPr/>
          <p:nvPr/>
        </p:nvSpPr>
        <p:spPr>
          <a:xfrm>
            <a:off x="12398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29" name=""/>
          <p:cNvSpPr/>
          <p:nvPr/>
        </p:nvSpPr>
        <p:spPr>
          <a:xfrm>
            <a:off x="1243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0" name=""/>
          <p:cNvSpPr/>
          <p:nvPr/>
        </p:nvSpPr>
        <p:spPr>
          <a:xfrm>
            <a:off x="124632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1" name=""/>
          <p:cNvSpPr/>
          <p:nvPr/>
        </p:nvSpPr>
        <p:spPr>
          <a:xfrm>
            <a:off x="12499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2" name=""/>
          <p:cNvSpPr/>
          <p:nvPr/>
        </p:nvSpPr>
        <p:spPr>
          <a:xfrm>
            <a:off x="12531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3" name=""/>
          <p:cNvSpPr/>
          <p:nvPr/>
        </p:nvSpPr>
        <p:spPr>
          <a:xfrm>
            <a:off x="12564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4" name=""/>
          <p:cNvSpPr/>
          <p:nvPr/>
        </p:nvSpPr>
        <p:spPr>
          <a:xfrm>
            <a:off x="12600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5" name=""/>
          <p:cNvSpPr/>
          <p:nvPr/>
        </p:nvSpPr>
        <p:spPr>
          <a:xfrm>
            <a:off x="12632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6" name=""/>
          <p:cNvSpPr/>
          <p:nvPr/>
        </p:nvSpPr>
        <p:spPr>
          <a:xfrm>
            <a:off x="12664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7" name=""/>
          <p:cNvSpPr/>
          <p:nvPr/>
        </p:nvSpPr>
        <p:spPr>
          <a:xfrm>
            <a:off x="12700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8" name=""/>
          <p:cNvSpPr/>
          <p:nvPr/>
        </p:nvSpPr>
        <p:spPr>
          <a:xfrm>
            <a:off x="12733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39" name=""/>
          <p:cNvSpPr/>
          <p:nvPr/>
        </p:nvSpPr>
        <p:spPr>
          <a:xfrm>
            <a:off x="1276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0" name=""/>
          <p:cNvSpPr/>
          <p:nvPr/>
        </p:nvSpPr>
        <p:spPr>
          <a:xfrm>
            <a:off x="127980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1" name=""/>
          <p:cNvSpPr/>
          <p:nvPr/>
        </p:nvSpPr>
        <p:spPr>
          <a:xfrm>
            <a:off x="12834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2" name=""/>
          <p:cNvSpPr/>
          <p:nvPr/>
        </p:nvSpPr>
        <p:spPr>
          <a:xfrm>
            <a:off x="12866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3" name=""/>
          <p:cNvSpPr/>
          <p:nvPr/>
        </p:nvSpPr>
        <p:spPr>
          <a:xfrm>
            <a:off x="12898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4" name=""/>
          <p:cNvSpPr/>
          <p:nvPr/>
        </p:nvSpPr>
        <p:spPr>
          <a:xfrm>
            <a:off x="12934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5" name=""/>
          <p:cNvSpPr/>
          <p:nvPr/>
        </p:nvSpPr>
        <p:spPr>
          <a:xfrm>
            <a:off x="12967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6" name=""/>
          <p:cNvSpPr/>
          <p:nvPr/>
        </p:nvSpPr>
        <p:spPr>
          <a:xfrm>
            <a:off x="12999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7" name=""/>
          <p:cNvSpPr/>
          <p:nvPr/>
        </p:nvSpPr>
        <p:spPr>
          <a:xfrm>
            <a:off x="13035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8" name=""/>
          <p:cNvSpPr/>
          <p:nvPr/>
        </p:nvSpPr>
        <p:spPr>
          <a:xfrm>
            <a:off x="13068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49" name=""/>
          <p:cNvSpPr/>
          <p:nvPr/>
        </p:nvSpPr>
        <p:spPr>
          <a:xfrm>
            <a:off x="1310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0" name=""/>
          <p:cNvSpPr/>
          <p:nvPr/>
        </p:nvSpPr>
        <p:spPr>
          <a:xfrm>
            <a:off x="131328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1" name=""/>
          <p:cNvSpPr/>
          <p:nvPr/>
        </p:nvSpPr>
        <p:spPr>
          <a:xfrm>
            <a:off x="13168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2" name=""/>
          <p:cNvSpPr/>
          <p:nvPr/>
        </p:nvSpPr>
        <p:spPr>
          <a:xfrm>
            <a:off x="13201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3" name=""/>
          <p:cNvSpPr/>
          <p:nvPr/>
        </p:nvSpPr>
        <p:spPr>
          <a:xfrm>
            <a:off x="1323360" y="3686040"/>
            <a:ext cx="4320" cy="47880"/>
          </a:xfrm>
          <a:custGeom>
            <a:avLst/>
            <a:gdLst/>
            <a:ahLst/>
            <a:rect l="0" t="0" r="r" b="b"/>
            <a:pathLst>
              <a:path w="12" h="133">
                <a:moveTo>
                  <a:pt x="12" y="0"/>
                </a:moveTo>
                <a:lnTo>
                  <a:pt x="12" y="133"/>
                </a:lnTo>
                <a:lnTo>
                  <a:pt x="0" y="133"/>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4" name=""/>
          <p:cNvSpPr/>
          <p:nvPr/>
        </p:nvSpPr>
        <p:spPr>
          <a:xfrm>
            <a:off x="13269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5" name=""/>
          <p:cNvSpPr/>
          <p:nvPr/>
        </p:nvSpPr>
        <p:spPr>
          <a:xfrm>
            <a:off x="13302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6" name=""/>
          <p:cNvSpPr/>
          <p:nvPr/>
        </p:nvSpPr>
        <p:spPr>
          <a:xfrm>
            <a:off x="13334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7" name=""/>
          <p:cNvSpPr/>
          <p:nvPr/>
        </p:nvSpPr>
        <p:spPr>
          <a:xfrm>
            <a:off x="13370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8" name=""/>
          <p:cNvSpPr/>
          <p:nvPr/>
        </p:nvSpPr>
        <p:spPr>
          <a:xfrm>
            <a:off x="134028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59" name=""/>
          <p:cNvSpPr/>
          <p:nvPr/>
        </p:nvSpPr>
        <p:spPr>
          <a:xfrm>
            <a:off x="134352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0" name=""/>
          <p:cNvSpPr/>
          <p:nvPr/>
        </p:nvSpPr>
        <p:spPr>
          <a:xfrm>
            <a:off x="134676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1" name=""/>
          <p:cNvSpPr/>
          <p:nvPr/>
        </p:nvSpPr>
        <p:spPr>
          <a:xfrm>
            <a:off x="135036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2" name=""/>
          <p:cNvSpPr/>
          <p:nvPr/>
        </p:nvSpPr>
        <p:spPr>
          <a:xfrm>
            <a:off x="135360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3" name=""/>
          <p:cNvSpPr/>
          <p:nvPr/>
        </p:nvSpPr>
        <p:spPr>
          <a:xfrm>
            <a:off x="1356840" y="3686040"/>
            <a:ext cx="3960" cy="47880"/>
          </a:xfrm>
          <a:custGeom>
            <a:avLst/>
            <a:gdLst/>
            <a:ahLst/>
            <a:rect l="0" t="0" r="r" b="b"/>
            <a:pathLst>
              <a:path w="11" h="133">
                <a:moveTo>
                  <a:pt x="11" y="0"/>
                </a:moveTo>
                <a:lnTo>
                  <a:pt x="11" y="133"/>
                </a:lnTo>
                <a:lnTo>
                  <a:pt x="0" y="133"/>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4" name=""/>
          <p:cNvSpPr/>
          <p:nvPr/>
        </p:nvSpPr>
        <p:spPr>
          <a:xfrm>
            <a:off x="1360440" y="3686040"/>
            <a:ext cx="3600" cy="47880"/>
          </a:xfrm>
          <a:custGeom>
            <a:avLst/>
            <a:gdLst/>
            <a:ahLst/>
            <a:rect l="0" t="0" r="r" b="b"/>
            <a:pathLst>
              <a:path w="10" h="133">
                <a:moveTo>
                  <a:pt x="10" y="0"/>
                </a:moveTo>
                <a:lnTo>
                  <a:pt x="10" y="133"/>
                </a:lnTo>
                <a:lnTo>
                  <a:pt x="0" y="133"/>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5" name=""/>
          <p:cNvSpPr/>
          <p:nvPr/>
        </p:nvSpPr>
        <p:spPr>
          <a:xfrm>
            <a:off x="1363680" y="3686040"/>
            <a:ext cx="3600" cy="47880"/>
          </a:xfrm>
          <a:custGeom>
            <a:avLst/>
            <a:gdLst/>
            <a:ahLst/>
            <a:rect l="0" t="0" r="r" b="b"/>
            <a:pathLst>
              <a:path w="10" h="133">
                <a:moveTo>
                  <a:pt x="9" y="0"/>
                </a:moveTo>
                <a:cubicBezTo>
                  <a:pt x="10" y="0"/>
                  <a:pt x="10" y="0"/>
                  <a:pt x="10" y="0"/>
                </a:cubicBezTo>
                <a:lnTo>
                  <a:pt x="10" y="133"/>
                </a:lnTo>
                <a:lnTo>
                  <a:pt x="9" y="133"/>
                </a:lnTo>
                <a:lnTo>
                  <a:pt x="0" y="133"/>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6" name=""/>
          <p:cNvSpPr/>
          <p:nvPr/>
        </p:nvSpPr>
        <p:spPr>
          <a:xfrm>
            <a:off x="1366920" y="3686040"/>
            <a:ext cx="3960" cy="47880"/>
          </a:xfrm>
          <a:custGeom>
            <a:avLst/>
            <a:gdLst/>
            <a:ahLst/>
            <a:rect l="0" t="0" r="r" b="b"/>
            <a:pathLst>
              <a:path w="11" h="133">
                <a:moveTo>
                  <a:pt x="11" y="1"/>
                </a:moveTo>
                <a:lnTo>
                  <a:pt x="11" y="132"/>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7" name=""/>
          <p:cNvSpPr/>
          <p:nvPr/>
        </p:nvSpPr>
        <p:spPr>
          <a:xfrm>
            <a:off x="1370520" y="3686400"/>
            <a:ext cx="3600" cy="47160"/>
          </a:xfrm>
          <a:custGeom>
            <a:avLst/>
            <a:gdLst/>
            <a:ahLst/>
            <a:rect l="0" t="0" r="r" b="b"/>
            <a:pathLst>
              <a:path w="10" h="131">
                <a:moveTo>
                  <a:pt x="10" y="2"/>
                </a:moveTo>
                <a:lnTo>
                  <a:pt x="10" y="129"/>
                </a:lnTo>
                <a:cubicBezTo>
                  <a:pt x="7" y="130"/>
                  <a:pt x="3" y="131"/>
                  <a:pt x="0" y="131"/>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8" name=""/>
          <p:cNvSpPr/>
          <p:nvPr/>
        </p:nvSpPr>
        <p:spPr>
          <a:xfrm>
            <a:off x="1373760" y="3687120"/>
            <a:ext cx="3600" cy="45720"/>
          </a:xfrm>
          <a:custGeom>
            <a:avLst/>
            <a:gdLst/>
            <a:ahLst/>
            <a:rect l="0" t="0" r="r" b="b"/>
            <a:pathLst>
              <a:path w="10" h="127">
                <a:moveTo>
                  <a:pt x="10" y="3"/>
                </a:moveTo>
                <a:lnTo>
                  <a:pt x="10" y="124"/>
                </a:lnTo>
                <a:cubicBezTo>
                  <a:pt x="7" y="125"/>
                  <a:pt x="3" y="126"/>
                  <a:pt x="0" y="127"/>
                </a:cubicBezTo>
                <a:lnTo>
                  <a:pt x="0" y="0"/>
                </a:lnTo>
                <a:cubicBezTo>
                  <a:pt x="3" y="1"/>
                  <a:pt x="7" y="2"/>
                  <a:pt x="10" y="3"/>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69" name=""/>
          <p:cNvSpPr/>
          <p:nvPr/>
        </p:nvSpPr>
        <p:spPr>
          <a:xfrm>
            <a:off x="1377000" y="3688200"/>
            <a:ext cx="3960" cy="43560"/>
          </a:xfrm>
          <a:custGeom>
            <a:avLst/>
            <a:gdLst/>
            <a:ahLst/>
            <a:rect l="0" t="0" r="r" b="b"/>
            <a:pathLst>
              <a:path w="11" h="121">
                <a:moveTo>
                  <a:pt x="11" y="6"/>
                </a:moveTo>
                <a:lnTo>
                  <a:pt x="11" y="115"/>
                </a:lnTo>
                <a:cubicBezTo>
                  <a:pt x="8" y="117"/>
                  <a:pt x="3" y="119"/>
                  <a:pt x="0" y="121"/>
                </a:cubicBezTo>
                <a:lnTo>
                  <a:pt x="0" y="0"/>
                </a:lnTo>
                <a:cubicBezTo>
                  <a:pt x="3" y="2"/>
                  <a:pt x="8" y="4"/>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70" name=""/>
          <p:cNvSpPr/>
          <p:nvPr/>
        </p:nvSpPr>
        <p:spPr>
          <a:xfrm>
            <a:off x="1380600" y="36903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71" name=""/>
          <p:cNvSpPr/>
          <p:nvPr/>
        </p:nvSpPr>
        <p:spPr>
          <a:xfrm>
            <a:off x="1383840" y="3693240"/>
            <a:ext cx="3600" cy="33480"/>
          </a:xfrm>
          <a:custGeom>
            <a:avLst/>
            <a:gdLst/>
            <a:ahLst/>
            <a:rect l="0" t="0" r="r" b="b"/>
            <a:pathLst>
              <a:path w="10" h="93">
                <a:moveTo>
                  <a:pt x="10" y="12"/>
                </a:moveTo>
                <a:lnTo>
                  <a:pt x="10" y="81"/>
                </a:lnTo>
                <a:cubicBezTo>
                  <a:pt x="8" y="85"/>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72" name=""/>
          <p:cNvSpPr/>
          <p:nvPr/>
        </p:nvSpPr>
        <p:spPr>
          <a:xfrm>
            <a:off x="1387080" y="3697560"/>
            <a:ext cx="3600" cy="24840"/>
          </a:xfrm>
          <a:custGeom>
            <a:avLst/>
            <a:gdLst/>
            <a:ahLst/>
            <a:rect l="0" t="0" r="r" b="b"/>
            <a:pathLst>
              <a:path w="10" h="69">
                <a:moveTo>
                  <a:pt x="10" y="35"/>
                </a:moveTo>
                <a:cubicBezTo>
                  <a:pt x="10" y="48"/>
                  <a:pt x="7" y="59"/>
                  <a:pt x="0" y="69"/>
                </a:cubicBezTo>
                <a:lnTo>
                  <a:pt x="0" y="0"/>
                </a:lnTo>
                <a:cubicBezTo>
                  <a:pt x="7" y="10"/>
                  <a:pt x="10" y="21"/>
                  <a:pt x="10" y="35"/>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73" name=""/>
          <p:cNvSpPr txBox="1"/>
          <p:nvPr/>
        </p:nvSpPr>
        <p:spPr>
          <a:xfrm>
            <a:off x="533520" y="3171600"/>
            <a:ext cx="4392720" cy="399600"/>
          </a:xfrm>
          <a:prstGeom prst="rect">
            <a:avLst/>
          </a:prstGeom>
          <a:noFill/>
          <a:ln w="0">
            <a:noFill/>
          </a:ln>
        </p:spPr>
        <p:txBody>
          <a:bodyPr wrap="none" lIns="0" tIns="0" rIns="0" bIns="0" anchor="t">
            <a:spAutoFit/>
          </a:bodyPr>
          <a:p>
            <a:pPr/>
            <a:r>
              <a:rPr lang="ja-JP" sz="3150" b="1" u="none" strike="noStrike">
                <a:solidFill>
                  <a:srgbClr val="1E3A8A"/>
                </a:solidFill>
                <a:effectLst/>
                <a:uFillTx/>
                <a:latin typeface="HiraginoSans-W7"/>
                <a:ea typeface="HiraginoSans-W7"/>
              </a:rPr>
              <a:t>バイブコーディングとは</a:t>
            </a:r>
            <a:endParaRPr lang="en-US" sz="315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0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0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077" name=""/>
          <p:cNvSpPr/>
          <p:nvPr/>
        </p:nvSpPr>
        <p:spPr>
          <a:xfrm>
            <a:off x="552240" y="2819160"/>
            <a:ext cx="11106360" cy="1229040"/>
          </a:xfrm>
          <a:custGeom>
            <a:avLst/>
            <a:gdLst/>
            <a:ahLst/>
            <a:rect l="0" t="0" r="r" b="b"/>
            <a:pathLst>
              <a:path w="30851" h="3414">
                <a:moveTo>
                  <a:pt x="0" y="3308"/>
                </a:moveTo>
                <a:lnTo>
                  <a:pt x="0" y="106"/>
                </a:lnTo>
                <a:cubicBezTo>
                  <a:pt x="0" y="92"/>
                  <a:pt x="1" y="78"/>
                  <a:pt x="4" y="65"/>
                </a:cubicBezTo>
                <a:cubicBezTo>
                  <a:pt x="7" y="53"/>
                  <a:pt x="11" y="41"/>
                  <a:pt x="16" y="31"/>
                </a:cubicBezTo>
                <a:cubicBezTo>
                  <a:pt x="21" y="21"/>
                  <a:pt x="26" y="14"/>
                  <a:pt x="33" y="8"/>
                </a:cubicBezTo>
                <a:cubicBezTo>
                  <a:pt x="39" y="3"/>
                  <a:pt x="46" y="0"/>
                  <a:pt x="53" y="0"/>
                </a:cubicBezTo>
                <a:lnTo>
                  <a:pt x="30746" y="0"/>
                </a:lnTo>
                <a:cubicBezTo>
                  <a:pt x="30760" y="0"/>
                  <a:pt x="30773" y="3"/>
                  <a:pt x="30786" y="8"/>
                </a:cubicBezTo>
                <a:cubicBezTo>
                  <a:pt x="30799" y="14"/>
                  <a:pt x="30811" y="21"/>
                  <a:pt x="30820" y="31"/>
                </a:cubicBezTo>
                <a:cubicBezTo>
                  <a:pt x="30830" y="41"/>
                  <a:pt x="30838" y="53"/>
                  <a:pt x="30843" y="65"/>
                </a:cubicBezTo>
                <a:cubicBezTo>
                  <a:pt x="30849" y="78"/>
                  <a:pt x="30851" y="92"/>
                  <a:pt x="30851" y="106"/>
                </a:cubicBezTo>
                <a:lnTo>
                  <a:pt x="30851" y="3308"/>
                </a:lnTo>
                <a:cubicBezTo>
                  <a:pt x="30851" y="3322"/>
                  <a:pt x="30849" y="3336"/>
                  <a:pt x="30843" y="3349"/>
                </a:cubicBezTo>
                <a:cubicBezTo>
                  <a:pt x="30838" y="3362"/>
                  <a:pt x="30830" y="3373"/>
                  <a:pt x="30820" y="3383"/>
                </a:cubicBezTo>
                <a:cubicBezTo>
                  <a:pt x="30811" y="3393"/>
                  <a:pt x="30799" y="3401"/>
                  <a:pt x="30786" y="3406"/>
                </a:cubicBezTo>
                <a:cubicBezTo>
                  <a:pt x="30773" y="3412"/>
                  <a:pt x="30760" y="3414"/>
                  <a:pt x="30746" y="3414"/>
                </a:cubicBezTo>
                <a:lnTo>
                  <a:pt x="53" y="3414"/>
                </a:lnTo>
                <a:cubicBezTo>
                  <a:pt x="46" y="3414"/>
                  <a:pt x="39" y="3412"/>
                  <a:pt x="33" y="3406"/>
                </a:cubicBezTo>
                <a:cubicBezTo>
                  <a:pt x="26" y="3401"/>
                  <a:pt x="21" y="3393"/>
                  <a:pt x="16" y="3383"/>
                </a:cubicBezTo>
                <a:cubicBezTo>
                  <a:pt x="11" y="3373"/>
                  <a:pt x="7" y="3362"/>
                  <a:pt x="4" y="3349"/>
                </a:cubicBezTo>
                <a:cubicBezTo>
                  <a:pt x="1" y="3336"/>
                  <a:pt x="0" y="3322"/>
                  <a:pt x="0" y="3308"/>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078" name=""/>
          <p:cNvSpPr/>
          <p:nvPr/>
        </p:nvSpPr>
        <p:spPr>
          <a:xfrm>
            <a:off x="533160" y="2819160"/>
            <a:ext cx="38520" cy="1229040"/>
          </a:xfrm>
          <a:custGeom>
            <a:avLst/>
            <a:gdLst/>
            <a:ahLst/>
            <a:rect l="0" t="0" r="r" b="b"/>
            <a:pathLst>
              <a:path w="107" h="3414">
                <a:moveTo>
                  <a:pt x="0" y="0"/>
                </a:moveTo>
                <a:lnTo>
                  <a:pt x="107" y="0"/>
                </a:lnTo>
                <a:lnTo>
                  <a:pt x="107" y="3414"/>
                </a:lnTo>
                <a:lnTo>
                  <a:pt x="0" y="3414"/>
                </a:lnTo>
                <a:lnTo>
                  <a:pt x="0"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pic>
        <p:nvPicPr>
          <p:cNvPr id="5079" name=""/>
          <p:cNvPicPr/>
          <p:nvPr/>
        </p:nvPicPr>
        <p:blipFill>
          <a:blip r:embed="rId1"/>
          <a:stretch/>
        </p:blipFill>
        <p:spPr>
          <a:xfrm>
            <a:off x="546120" y="5143680"/>
            <a:ext cx="11112120" cy="1002960"/>
          </a:xfrm>
          <a:prstGeom prst="rect">
            <a:avLst/>
          </a:prstGeom>
          <a:noFill/>
          <a:ln w="0">
            <a:noFill/>
          </a:ln>
        </p:spPr>
      </p:pic>
      <p:pic>
        <p:nvPicPr>
          <p:cNvPr id="5080" name=""/>
          <p:cNvPicPr/>
          <p:nvPr/>
        </p:nvPicPr>
        <p:blipFill>
          <a:blip r:embed="rId2"/>
          <a:stretch/>
        </p:blipFill>
        <p:spPr>
          <a:xfrm>
            <a:off x="546120" y="6146640"/>
            <a:ext cx="11112120" cy="0"/>
          </a:xfrm>
          <a:prstGeom prst="rect">
            <a:avLst/>
          </a:prstGeom>
          <a:noFill/>
          <a:ln w="0">
            <a:noFill/>
          </a:ln>
        </p:spPr>
      </p:pic>
      <p:sp>
        <p:nvSpPr>
          <p:cNvPr id="5081" name=""/>
          <p:cNvSpPr/>
          <p:nvPr/>
        </p:nvSpPr>
        <p:spPr>
          <a:xfrm>
            <a:off x="533160" y="5143320"/>
            <a:ext cx="38520" cy="1000440"/>
          </a:xfrm>
          <a:custGeom>
            <a:avLst/>
            <a:gdLst/>
            <a:ahLst/>
            <a:rect l="0" t="0" r="r" b="b"/>
            <a:pathLst>
              <a:path w="107" h="2779">
                <a:moveTo>
                  <a:pt x="0" y="0"/>
                </a:moveTo>
                <a:lnTo>
                  <a:pt x="107" y="0"/>
                </a:lnTo>
                <a:lnTo>
                  <a:pt x="107" y="2779"/>
                </a:lnTo>
                <a:lnTo>
                  <a:pt x="0" y="2779"/>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82" name=""/>
          <p:cNvSpPr/>
          <p:nvPr/>
        </p:nvSpPr>
        <p:spPr>
          <a:xfrm>
            <a:off x="618840" y="1704960"/>
            <a:ext cx="57600" cy="57240"/>
          </a:xfrm>
          <a:custGeom>
            <a:avLst/>
            <a:gdLst/>
            <a:ahLst/>
            <a:rect l="0" t="0" r="r" b="b"/>
            <a:pathLst>
              <a:path w="160" h="159">
                <a:moveTo>
                  <a:pt x="160" y="79"/>
                </a:moveTo>
                <a:cubicBezTo>
                  <a:pt x="160" y="90"/>
                  <a:pt x="158" y="101"/>
                  <a:pt x="154" y="110"/>
                </a:cubicBezTo>
                <a:cubicBezTo>
                  <a:pt x="150" y="120"/>
                  <a:pt x="144" y="129"/>
                  <a:pt x="137" y="136"/>
                </a:cubicBezTo>
                <a:cubicBezTo>
                  <a:pt x="129" y="143"/>
                  <a:pt x="121" y="149"/>
                  <a:pt x="111" y="153"/>
                </a:cubicBezTo>
                <a:cubicBezTo>
                  <a:pt x="101" y="157"/>
                  <a:pt x="90" y="159"/>
                  <a:pt x="80" y="159"/>
                </a:cubicBezTo>
                <a:cubicBezTo>
                  <a:pt x="69" y="159"/>
                  <a:pt x="59" y="157"/>
                  <a:pt x="49" y="153"/>
                </a:cubicBezTo>
                <a:cubicBezTo>
                  <a:pt x="40" y="149"/>
                  <a:pt x="31" y="143"/>
                  <a:pt x="24" y="136"/>
                </a:cubicBezTo>
                <a:cubicBezTo>
                  <a:pt x="16" y="129"/>
                  <a:pt x="10" y="120"/>
                  <a:pt x="6" y="110"/>
                </a:cubicBezTo>
                <a:cubicBezTo>
                  <a:pt x="2" y="101"/>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83" name=""/>
          <p:cNvSpPr txBox="1"/>
          <p:nvPr/>
        </p:nvSpPr>
        <p:spPr>
          <a:xfrm>
            <a:off x="799920" y="1609200"/>
            <a:ext cx="42444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2025</a:t>
            </a:r>
            <a:endParaRPr lang="en-US" sz="1500" b="0" u="none" strike="noStrike">
              <a:solidFill>
                <a:srgbClr val="000000"/>
              </a:solidFill>
              <a:effectLst/>
              <a:uFillTx/>
              <a:latin typeface="游明朝体"/>
            </a:endParaRPr>
          </a:p>
        </p:txBody>
      </p:sp>
      <p:sp>
        <p:nvSpPr>
          <p:cNvPr id="5084" name=""/>
          <p:cNvSpPr txBox="1"/>
          <p:nvPr/>
        </p:nvSpPr>
        <p:spPr>
          <a:xfrm>
            <a:off x="1223640" y="161820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年</a:t>
            </a:r>
            <a:endParaRPr lang="en-US" sz="1500" b="0" u="none" strike="noStrike">
              <a:solidFill>
                <a:srgbClr val="000000"/>
              </a:solidFill>
              <a:effectLst/>
              <a:uFillTx/>
              <a:latin typeface="游明朝体"/>
            </a:endParaRPr>
          </a:p>
        </p:txBody>
      </p:sp>
      <p:sp>
        <p:nvSpPr>
          <p:cNvPr id="5085" name=""/>
          <p:cNvSpPr txBox="1"/>
          <p:nvPr/>
        </p:nvSpPr>
        <p:spPr>
          <a:xfrm>
            <a:off x="1414440" y="16092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2</a:t>
            </a:r>
            <a:endParaRPr lang="en-US" sz="1500" b="0" u="none" strike="noStrike">
              <a:solidFill>
                <a:srgbClr val="000000"/>
              </a:solidFill>
              <a:effectLst/>
              <a:uFillTx/>
              <a:latin typeface="游明朝体"/>
            </a:endParaRPr>
          </a:p>
        </p:txBody>
      </p:sp>
      <p:sp>
        <p:nvSpPr>
          <p:cNvPr id="5086" name=""/>
          <p:cNvSpPr txBox="1"/>
          <p:nvPr/>
        </p:nvSpPr>
        <p:spPr>
          <a:xfrm>
            <a:off x="1520280" y="16182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a:t>
            </a:r>
            <a:endParaRPr lang="en-US" sz="1500" b="0" u="none" strike="noStrike">
              <a:solidFill>
                <a:srgbClr val="000000"/>
              </a:solidFill>
              <a:effectLst/>
              <a:uFillTx/>
              <a:latin typeface="游明朝体"/>
            </a:endParaRPr>
          </a:p>
        </p:txBody>
      </p:sp>
      <p:sp>
        <p:nvSpPr>
          <p:cNvPr id="5087" name=""/>
          <p:cNvSpPr txBox="1"/>
          <p:nvPr/>
        </p:nvSpPr>
        <p:spPr>
          <a:xfrm>
            <a:off x="1901160" y="16092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5088" name=""/>
          <p:cNvSpPr txBox="1"/>
          <p:nvPr/>
        </p:nvSpPr>
        <p:spPr>
          <a:xfrm>
            <a:off x="2073960" y="1618200"/>
            <a:ext cx="3239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研究者アンドレイ・カルパシー⽒（元</a:t>
            </a:r>
            <a:endParaRPr lang="en-US" sz="1500" b="0" u="none" strike="noStrike">
              <a:solidFill>
                <a:srgbClr val="000000"/>
              </a:solidFill>
              <a:effectLst/>
              <a:uFillTx/>
              <a:latin typeface="游明朝体"/>
            </a:endParaRPr>
          </a:p>
        </p:txBody>
      </p:sp>
      <p:sp>
        <p:nvSpPr>
          <p:cNvPr id="5089" name=""/>
          <p:cNvSpPr txBox="1"/>
          <p:nvPr/>
        </p:nvSpPr>
        <p:spPr>
          <a:xfrm>
            <a:off x="5306760" y="1609200"/>
            <a:ext cx="6778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Tesla AI</a:t>
            </a:r>
            <a:endParaRPr lang="en-US" sz="1500" b="0" u="none" strike="noStrike">
              <a:solidFill>
                <a:srgbClr val="000000"/>
              </a:solidFill>
              <a:effectLst/>
              <a:uFillTx/>
              <a:latin typeface="游明朝体"/>
            </a:endParaRPr>
          </a:p>
        </p:txBody>
      </p:sp>
      <p:sp>
        <p:nvSpPr>
          <p:cNvPr id="5090" name=""/>
          <p:cNvSpPr txBox="1"/>
          <p:nvPr/>
        </p:nvSpPr>
        <p:spPr>
          <a:xfrm>
            <a:off x="5962680" y="161820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責任者・</a:t>
            </a:r>
            <a:endParaRPr lang="en-US" sz="1500" b="0" u="none" strike="noStrike">
              <a:solidFill>
                <a:srgbClr val="000000"/>
              </a:solidFill>
              <a:effectLst/>
              <a:uFillTx/>
              <a:latin typeface="游明朝体"/>
            </a:endParaRPr>
          </a:p>
        </p:txBody>
      </p:sp>
      <p:sp>
        <p:nvSpPr>
          <p:cNvPr id="5091" name=""/>
          <p:cNvSpPr txBox="1"/>
          <p:nvPr/>
        </p:nvSpPr>
        <p:spPr>
          <a:xfrm>
            <a:off x="6724800" y="1609200"/>
            <a:ext cx="6393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OpenAI</a:t>
            </a:r>
            <a:endParaRPr lang="en-US" sz="1500" b="0" u="none" strike="noStrike">
              <a:solidFill>
                <a:srgbClr val="000000"/>
              </a:solidFill>
              <a:effectLst/>
              <a:uFillTx/>
              <a:latin typeface="游明朝体"/>
            </a:endParaRPr>
          </a:p>
        </p:txBody>
      </p:sp>
      <p:sp>
        <p:nvSpPr>
          <p:cNvPr id="5092" name=""/>
          <p:cNvSpPr txBox="1"/>
          <p:nvPr/>
        </p:nvSpPr>
        <p:spPr>
          <a:xfrm>
            <a:off x="7363440" y="1618200"/>
            <a:ext cx="1334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共同創業者）が</a:t>
            </a:r>
            <a:endParaRPr lang="en-US" sz="1500" b="0" u="none" strike="noStrike">
              <a:solidFill>
                <a:srgbClr val="000000"/>
              </a:solidFill>
              <a:effectLst/>
              <a:uFillTx/>
              <a:latin typeface="游明朝体"/>
            </a:endParaRPr>
          </a:p>
        </p:txBody>
      </p:sp>
      <p:sp>
        <p:nvSpPr>
          <p:cNvPr id="5093" name=""/>
          <p:cNvSpPr txBox="1"/>
          <p:nvPr/>
        </p:nvSpPr>
        <p:spPr>
          <a:xfrm>
            <a:off x="8697240" y="160920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X</a:t>
            </a:r>
            <a:endParaRPr lang="en-US" sz="1500" b="0" u="none" strike="noStrike">
              <a:solidFill>
                <a:srgbClr val="000000"/>
              </a:solidFill>
              <a:effectLst/>
              <a:uFillTx/>
              <a:latin typeface="游明朝体"/>
            </a:endParaRPr>
          </a:p>
        </p:txBody>
      </p:sp>
      <p:sp>
        <p:nvSpPr>
          <p:cNvPr id="5094" name=""/>
          <p:cNvSpPr/>
          <p:nvPr/>
        </p:nvSpPr>
        <p:spPr>
          <a:xfrm>
            <a:off x="618840" y="2095200"/>
            <a:ext cx="57600" cy="57600"/>
          </a:xfrm>
          <a:custGeom>
            <a:avLst/>
            <a:gdLst/>
            <a:ahLst/>
            <a:rect l="0" t="0" r="r" b="b"/>
            <a:pathLst>
              <a:path w="160" h="160">
                <a:moveTo>
                  <a:pt x="160" y="80"/>
                </a:moveTo>
                <a:cubicBezTo>
                  <a:pt x="160" y="90"/>
                  <a:pt x="158" y="100"/>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095" name=""/>
          <p:cNvSpPr txBox="1"/>
          <p:nvPr/>
        </p:nvSpPr>
        <p:spPr>
          <a:xfrm>
            <a:off x="8813520" y="161820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で提唱</a:t>
            </a:r>
            <a:endParaRPr lang="en-US" sz="1500" b="0" u="none" strike="noStrike">
              <a:solidFill>
                <a:srgbClr val="000000"/>
              </a:solidFill>
              <a:effectLst/>
              <a:uFillTx/>
              <a:latin typeface="游明朝体"/>
            </a:endParaRPr>
          </a:p>
        </p:txBody>
      </p:sp>
      <p:sp>
        <p:nvSpPr>
          <p:cNvPr id="5096" name=""/>
          <p:cNvSpPr txBox="1"/>
          <p:nvPr/>
        </p:nvSpPr>
        <p:spPr>
          <a:xfrm>
            <a:off x="799920" y="2008800"/>
            <a:ext cx="5334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⽇本では通常そのまま「バイブコーディング」と呼ばれる。「</a:t>
            </a:r>
            <a:endParaRPr lang="en-US" sz="1500" b="0" u="none" strike="noStrike">
              <a:solidFill>
                <a:srgbClr val="000000"/>
              </a:solidFill>
              <a:effectLst/>
              <a:uFillTx/>
              <a:latin typeface="游明朝体"/>
            </a:endParaRPr>
          </a:p>
        </p:txBody>
      </p:sp>
      <p:sp>
        <p:nvSpPr>
          <p:cNvPr id="5097" name=""/>
          <p:cNvSpPr txBox="1"/>
          <p:nvPr/>
        </p:nvSpPr>
        <p:spPr>
          <a:xfrm>
            <a:off x="6015960" y="1999800"/>
            <a:ext cx="35352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vibe</a:t>
            </a:r>
            <a:endParaRPr lang="en-US" sz="1500" b="0" u="none" strike="noStrike">
              <a:solidFill>
                <a:srgbClr val="000000"/>
              </a:solidFill>
              <a:effectLst/>
              <a:uFillTx/>
              <a:latin typeface="游明朝体"/>
            </a:endParaRPr>
          </a:p>
        </p:txBody>
      </p:sp>
      <p:sp>
        <p:nvSpPr>
          <p:cNvPr id="5098" name=""/>
          <p:cNvSpPr txBox="1"/>
          <p:nvPr/>
        </p:nvSpPr>
        <p:spPr>
          <a:xfrm>
            <a:off x="6368760" y="2008800"/>
            <a:ext cx="5334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」は「雰囲気」や「ノリ」を意味し、「ノリで開発する」と説</a:t>
            </a:r>
            <a:endParaRPr lang="en-US" sz="1500" b="0" u="none" strike="noStrike">
              <a:solidFill>
                <a:srgbClr val="000000"/>
              </a:solidFill>
              <a:effectLst/>
              <a:uFillTx/>
              <a:latin typeface="游明朝体"/>
            </a:endParaRPr>
          </a:p>
        </p:txBody>
      </p:sp>
      <p:sp>
        <p:nvSpPr>
          <p:cNvPr id="5099" name=""/>
          <p:cNvSpPr txBox="1"/>
          <p:nvPr/>
        </p:nvSpPr>
        <p:spPr>
          <a:xfrm>
            <a:off x="799920" y="2351880"/>
            <a:ext cx="1905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明されることもある。</a:t>
            </a:r>
            <a:endParaRPr lang="en-US" sz="1500" b="0" u="none" strike="noStrike">
              <a:solidFill>
                <a:srgbClr val="000000"/>
              </a:solidFill>
              <a:effectLst/>
              <a:uFillTx/>
              <a:latin typeface="游明朝体"/>
            </a:endParaRPr>
          </a:p>
        </p:txBody>
      </p:sp>
      <p:sp>
        <p:nvSpPr>
          <p:cNvPr id="5100" name=""/>
          <p:cNvSpPr txBox="1"/>
          <p:nvPr/>
        </p:nvSpPr>
        <p:spPr>
          <a:xfrm>
            <a:off x="762120" y="2999160"/>
            <a:ext cx="10600920" cy="20304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"There's a new kind of coding I call </a:t>
            </a:r>
            <a:r>
              <a:rPr lang="en-US" sz="1350" b="1" u="none" strike="noStrike">
                <a:solidFill>
                  <a:srgbClr val="EB6834"/>
                </a:solidFill>
                <a:effectLst/>
                <a:uFillTx/>
                <a:latin typeface="HelveticaNeue"/>
                <a:ea typeface="HelveticaNeue"/>
              </a:rPr>
              <a:t>'vibe coding'</a:t>
            </a:r>
            <a:r>
              <a:rPr lang="en-US" sz="1350" b="0" u="none" strike="noStrike">
                <a:solidFill>
                  <a:srgbClr val="171326"/>
                </a:solidFill>
                <a:effectLst/>
                <a:uFillTx/>
                <a:latin typeface="HelveticaNeue"/>
                <a:ea typeface="HelveticaNeue"/>
              </a:rPr>
              <a:t>, where you fully give in to the vibes, embrace exponentials, and forget that the code even</a:t>
            </a:r>
            <a:endParaRPr lang="en-US" sz="1350" b="0" u="none" strike="noStrike">
              <a:solidFill>
                <a:srgbClr val="000000"/>
              </a:solidFill>
              <a:effectLst/>
              <a:uFillTx/>
              <a:latin typeface="游明朝体"/>
            </a:endParaRPr>
          </a:p>
        </p:txBody>
      </p:sp>
      <p:sp>
        <p:nvSpPr>
          <p:cNvPr id="5101" name=""/>
          <p:cNvSpPr txBox="1"/>
          <p:nvPr/>
        </p:nvSpPr>
        <p:spPr>
          <a:xfrm>
            <a:off x="762120" y="3256200"/>
            <a:ext cx="463140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exists. [...] It's not too bad for throwaway weekend projects."</a:t>
            </a:r>
            <a:endParaRPr lang="en-US" sz="1350" b="0" u="none" strike="noStrike">
              <a:solidFill>
                <a:srgbClr val="000000"/>
              </a:solidFill>
              <a:effectLst/>
              <a:uFillTx/>
              <a:latin typeface="游明朝体"/>
            </a:endParaRPr>
          </a:p>
        </p:txBody>
      </p:sp>
      <p:sp>
        <p:nvSpPr>
          <p:cNvPr id="5102" name=""/>
          <p:cNvSpPr/>
          <p:nvPr/>
        </p:nvSpPr>
        <p:spPr>
          <a:xfrm>
            <a:off x="618840" y="44002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1"/>
                  <a:pt x="16" y="32"/>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2"/>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03" name=""/>
          <p:cNvSpPr txBox="1"/>
          <p:nvPr/>
        </p:nvSpPr>
        <p:spPr>
          <a:xfrm>
            <a:off x="762120" y="3513600"/>
            <a:ext cx="2267640" cy="200160"/>
          </a:xfrm>
          <a:prstGeom prst="rect">
            <a:avLst/>
          </a:prstGeom>
          <a:noFill/>
          <a:ln w="0">
            <a:noFill/>
          </a:ln>
        </p:spPr>
        <p:txBody>
          <a:bodyPr wrap="none" lIns="0" tIns="0" rIns="0" bIns="0" anchor="t">
            <a:spAutoFit/>
          </a:bodyPr>
          <a:p>
            <a:pPr/>
            <a:r>
              <a:rPr lang="en-US" sz="1350" b="0" u="none" strike="noStrike">
                <a:solidFill>
                  <a:srgbClr val="171326"/>
                </a:solidFill>
                <a:effectLst/>
                <a:uFillTx/>
                <a:latin typeface="HelveticaNeue"/>
                <a:ea typeface="HelveticaNeue"/>
              </a:rPr>
              <a:t>— Andrej Karpathy (2025/2/2)</a:t>
            </a:r>
            <a:endParaRPr lang="en-US" sz="1350" b="0" u="none" strike="noStrike">
              <a:solidFill>
                <a:srgbClr val="000000"/>
              </a:solidFill>
              <a:effectLst/>
              <a:uFillTx/>
              <a:latin typeface="游明朝体"/>
            </a:endParaRPr>
          </a:p>
        </p:txBody>
      </p:sp>
      <p:sp>
        <p:nvSpPr>
          <p:cNvPr id="5104" name=""/>
          <p:cNvSpPr/>
          <p:nvPr/>
        </p:nvSpPr>
        <p:spPr>
          <a:xfrm>
            <a:off x="618840" y="4800240"/>
            <a:ext cx="57600" cy="57600"/>
          </a:xfrm>
          <a:custGeom>
            <a:avLst/>
            <a:gdLst/>
            <a:ahLst/>
            <a:rect l="0" t="0" r="r" b="b"/>
            <a:pathLst>
              <a:path w="160" h="160">
                <a:moveTo>
                  <a:pt x="160" y="81"/>
                </a:moveTo>
                <a:cubicBezTo>
                  <a:pt x="160" y="91"/>
                  <a:pt x="158" y="102"/>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2"/>
                  <a:pt x="0" y="91"/>
                  <a:pt x="0" y="81"/>
                </a:cubicBezTo>
                <a:cubicBezTo>
                  <a:pt x="0" y="70"/>
                  <a:pt x="2" y="60"/>
                  <a:pt x="6" y="50"/>
                </a:cubicBezTo>
                <a:cubicBezTo>
                  <a:pt x="10" y="41"/>
                  <a:pt x="16" y="32"/>
                  <a:pt x="24" y="25"/>
                </a:cubicBezTo>
                <a:cubicBezTo>
                  <a:pt x="31" y="16"/>
                  <a:pt x="40" y="11"/>
                  <a:pt x="49" y="7"/>
                </a:cubicBezTo>
                <a:cubicBezTo>
                  <a:pt x="59" y="3"/>
                  <a:pt x="69" y="0"/>
                  <a:pt x="80" y="0"/>
                </a:cubicBezTo>
                <a:cubicBezTo>
                  <a:pt x="90" y="0"/>
                  <a:pt x="101" y="3"/>
                  <a:pt x="111" y="7"/>
                </a:cubicBezTo>
                <a:cubicBezTo>
                  <a:pt x="121" y="11"/>
                  <a:pt x="129" y="16"/>
                  <a:pt x="137" y="25"/>
                </a:cubicBezTo>
                <a:cubicBezTo>
                  <a:pt x="144" y="32"/>
                  <a:pt x="150" y="41"/>
                  <a:pt x="154" y="50"/>
                </a:cubicBezTo>
                <a:cubicBezTo>
                  <a:pt x="158" y="60"/>
                  <a:pt x="160" y="70"/>
                  <a:pt x="160"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05" name=""/>
          <p:cNvSpPr txBox="1"/>
          <p:nvPr/>
        </p:nvSpPr>
        <p:spPr>
          <a:xfrm>
            <a:off x="799920" y="4313880"/>
            <a:ext cx="104785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提唱者本⼈が「</a:t>
            </a:r>
            <a:r>
              <a:rPr lang="ja-JP" sz="1500" b="1" u="none" strike="noStrike">
                <a:solidFill>
                  <a:srgbClr val="EB6834"/>
                </a:solidFill>
                <a:effectLst/>
                <a:uFillTx/>
                <a:latin typeface="HiraginoSans-W5"/>
                <a:ea typeface="HiraginoSans-W5"/>
              </a:rPr>
              <a:t>使い捨ての週末プロジェクト向け</a:t>
            </a:r>
            <a:r>
              <a:rPr lang="ja-JP" sz="1500" b="0" u="none" strike="noStrike">
                <a:solidFill>
                  <a:srgbClr val="171326"/>
                </a:solidFill>
                <a:effectLst/>
                <a:uFillTx/>
                <a:latin typeface="HiraginoSans-W3"/>
                <a:ea typeface="HiraginoSans-W3"/>
              </a:rPr>
              <a:t>」と明⾔し、当初は個⼈プロジェクトを念頭に置いたスタイルとして紹介</a:t>
            </a:r>
            <a:endParaRPr lang="en-US" sz="1500" b="0" u="none" strike="noStrike">
              <a:solidFill>
                <a:srgbClr val="000000"/>
              </a:solidFill>
              <a:effectLst/>
              <a:uFillTx/>
              <a:latin typeface="游明朝体"/>
            </a:endParaRPr>
          </a:p>
        </p:txBody>
      </p:sp>
      <p:sp>
        <p:nvSpPr>
          <p:cNvPr id="5106" name=""/>
          <p:cNvSpPr txBox="1"/>
          <p:nvPr/>
        </p:nvSpPr>
        <p:spPr>
          <a:xfrm>
            <a:off x="799920" y="4713840"/>
            <a:ext cx="104785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コードを⼀⾏ずつ書くのではなく、</a:t>
            </a:r>
            <a:r>
              <a:rPr lang="ja-JP" sz="1500" b="1" u="none" strike="noStrike">
                <a:solidFill>
                  <a:srgbClr val="EB6834"/>
                </a:solidFill>
                <a:effectLst/>
                <a:uFillTx/>
                <a:latin typeface="HiraginoSans-W5"/>
                <a:ea typeface="HiraginoSans-W5"/>
              </a:rPr>
              <a:t>⾒て・⾔って・動かして・貼り付ける</a:t>
            </a:r>
            <a:r>
              <a:rPr lang="ja-JP" sz="1500" b="0" u="none" strike="noStrike">
                <a:solidFill>
                  <a:srgbClr val="171326"/>
                </a:solidFill>
                <a:effectLst/>
                <a:uFillTx/>
                <a:latin typeface="HiraginoSans-W3"/>
                <a:ea typeface="HiraginoSans-W3"/>
              </a:rPr>
              <a:t>を繰り返し、アイデアを素早く形にするのが得意</a:t>
            </a:r>
            <a:endParaRPr lang="en-US" sz="1500" b="0" u="none" strike="noStrike">
              <a:solidFill>
                <a:srgbClr val="000000"/>
              </a:solidFill>
              <a:effectLst/>
              <a:uFillTx/>
              <a:latin typeface="游明朝体"/>
            </a:endParaRPr>
          </a:p>
        </p:txBody>
      </p:sp>
      <p:sp>
        <p:nvSpPr>
          <p:cNvPr id="5107" name=""/>
          <p:cNvSpPr txBox="1"/>
          <p:nvPr/>
        </p:nvSpPr>
        <p:spPr>
          <a:xfrm>
            <a:off x="723960" y="5275080"/>
            <a:ext cx="72612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個⼈開発</a:t>
            </a:r>
            <a:endParaRPr lang="en-US" sz="1430" b="0" u="none" strike="noStrike">
              <a:solidFill>
                <a:srgbClr val="000000"/>
              </a:solidFill>
              <a:effectLst/>
              <a:uFillTx/>
              <a:latin typeface="游明朝体"/>
            </a:endParaRPr>
          </a:p>
        </p:txBody>
      </p:sp>
      <p:sp>
        <p:nvSpPr>
          <p:cNvPr id="5108" name=""/>
          <p:cNvSpPr txBox="1"/>
          <p:nvPr/>
        </p:nvSpPr>
        <p:spPr>
          <a:xfrm>
            <a:off x="1447920" y="526644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 </a:t>
            </a:r>
            <a:endParaRPr lang="en-US" sz="1430" b="0" u="none" strike="noStrike">
              <a:solidFill>
                <a:srgbClr val="000000"/>
              </a:solidFill>
              <a:effectLst/>
              <a:uFillTx/>
              <a:latin typeface="游明朝体"/>
            </a:endParaRPr>
          </a:p>
        </p:txBody>
      </p:sp>
      <p:sp>
        <p:nvSpPr>
          <p:cNvPr id="5109" name=""/>
          <p:cNvSpPr txBox="1"/>
          <p:nvPr/>
        </p:nvSpPr>
        <p:spPr>
          <a:xfrm>
            <a:off x="1548360" y="5275080"/>
            <a:ext cx="72550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業務知識を持つ⼈が⾃らツールを試作しやすくなったことから、個⼈開発との相性が良い</a:t>
            </a:r>
            <a:endParaRPr lang="en-US" sz="1430" b="0" u="none" strike="noStrike">
              <a:solidFill>
                <a:srgbClr val="000000"/>
              </a:solidFill>
              <a:effectLst/>
              <a:uFillTx/>
              <a:latin typeface="游明朝体"/>
            </a:endParaRPr>
          </a:p>
        </p:txBody>
      </p:sp>
      <p:sp>
        <p:nvSpPr>
          <p:cNvPr id="5110" name=""/>
          <p:cNvSpPr txBox="1"/>
          <p:nvPr/>
        </p:nvSpPr>
        <p:spPr>
          <a:xfrm>
            <a:off x="723960" y="5541840"/>
            <a:ext cx="10890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5"/>
                <a:ea typeface="HiraginoSans-W5"/>
              </a:rPr>
              <a:t>企業でも活⽤</a:t>
            </a:r>
            <a:endParaRPr lang="en-US" sz="1430" b="0" u="none" strike="noStrike">
              <a:solidFill>
                <a:srgbClr val="000000"/>
              </a:solidFill>
              <a:effectLst/>
              <a:uFillTx/>
              <a:latin typeface="游明朝体"/>
            </a:endParaRPr>
          </a:p>
        </p:txBody>
      </p:sp>
      <p:sp>
        <p:nvSpPr>
          <p:cNvPr id="5111" name=""/>
          <p:cNvSpPr txBox="1"/>
          <p:nvPr/>
        </p:nvSpPr>
        <p:spPr>
          <a:xfrm>
            <a:off x="1809720" y="553320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 </a:t>
            </a:r>
            <a:endParaRPr lang="en-US" sz="1430" b="0" u="none" strike="noStrike">
              <a:solidFill>
                <a:srgbClr val="000000"/>
              </a:solidFill>
              <a:effectLst/>
              <a:uFillTx/>
              <a:latin typeface="游明朝体"/>
            </a:endParaRPr>
          </a:p>
        </p:txBody>
      </p:sp>
      <p:sp>
        <p:nvSpPr>
          <p:cNvPr id="5112" name=""/>
          <p:cNvSpPr txBox="1"/>
          <p:nvPr/>
        </p:nvSpPr>
        <p:spPr>
          <a:xfrm>
            <a:off x="1910520" y="5541840"/>
            <a:ext cx="96127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企業では試作品の作成や社内ツールの開発、アイデアの検証に活⽤。ただし利⽤者向けには、⼈によるテストや改善が</a:t>
            </a:r>
            <a:endParaRPr lang="en-US" sz="1430" b="0" u="none" strike="noStrike">
              <a:solidFill>
                <a:srgbClr val="000000"/>
              </a:solidFill>
              <a:effectLst/>
              <a:uFillTx/>
              <a:latin typeface="游明朝体"/>
            </a:endParaRPr>
          </a:p>
        </p:txBody>
      </p:sp>
      <p:sp>
        <p:nvSpPr>
          <p:cNvPr id="5113" name=""/>
          <p:cNvSpPr txBox="1"/>
          <p:nvPr/>
        </p:nvSpPr>
        <p:spPr>
          <a:xfrm>
            <a:off x="723960" y="5817960"/>
            <a:ext cx="3636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必要</a:t>
            </a:r>
            <a:endParaRPr lang="en-US" sz="1430" b="0" u="none" strike="noStrike">
              <a:solidFill>
                <a:srgbClr val="000000"/>
              </a:solidFill>
              <a:effectLst/>
              <a:uFillTx/>
              <a:latin typeface="游明朝体"/>
            </a:endParaRPr>
          </a:p>
        </p:txBody>
      </p:sp>
      <p:sp>
        <p:nvSpPr>
          <p:cNvPr id="5114" name=""/>
          <p:cNvSpPr txBox="1"/>
          <p:nvPr/>
        </p:nvSpPr>
        <p:spPr>
          <a:xfrm>
            <a:off x="533520" y="752400"/>
            <a:ext cx="39996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a:t>
            </a:r>
            <a:endParaRPr lang="en-US" sz="3150" b="0" u="none" strike="noStrike">
              <a:solidFill>
                <a:srgbClr val="000000"/>
              </a:solidFill>
              <a:effectLst/>
              <a:uFillTx/>
              <a:latin typeface="游明朝体"/>
            </a:endParaRPr>
          </a:p>
        </p:txBody>
      </p:sp>
      <p:sp>
        <p:nvSpPr>
          <p:cNvPr id="5115" name=""/>
          <p:cNvSpPr txBox="1"/>
          <p:nvPr/>
        </p:nvSpPr>
        <p:spPr>
          <a:xfrm>
            <a:off x="933480" y="733680"/>
            <a:ext cx="219636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vibe coding</a:t>
            </a:r>
            <a:endParaRPr lang="en-US" sz="3150" b="0" u="none" strike="noStrike">
              <a:solidFill>
                <a:srgbClr val="000000"/>
              </a:solidFill>
              <a:effectLst/>
              <a:uFillTx/>
              <a:latin typeface="游明朝体"/>
            </a:endParaRPr>
          </a:p>
        </p:txBody>
      </p:sp>
      <p:sp>
        <p:nvSpPr>
          <p:cNvPr id="5116" name=""/>
          <p:cNvSpPr/>
          <p:nvPr/>
        </p:nvSpPr>
        <p:spPr>
          <a:xfrm>
            <a:off x="533160" y="1274040"/>
            <a:ext cx="7200" cy="33480"/>
          </a:xfrm>
          <a:custGeom>
            <a:avLst/>
            <a:gdLst/>
            <a:ahLst/>
            <a:rect l="0" t="0" r="r" b="b"/>
            <a:pathLst>
              <a:path w="20" h="93">
                <a:moveTo>
                  <a:pt x="20" y="0"/>
                </a:moveTo>
                <a:lnTo>
                  <a:pt x="20" y="93"/>
                </a:lnTo>
                <a:cubicBezTo>
                  <a:pt x="7" y="80"/>
                  <a:pt x="0" y="65"/>
                  <a:pt x="0" y="46"/>
                </a:cubicBezTo>
                <a:cubicBezTo>
                  <a:pt x="0" y="28"/>
                  <a:pt x="7" y="12"/>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17" name=""/>
          <p:cNvSpPr/>
          <p:nvPr/>
        </p:nvSpPr>
        <p:spPr>
          <a:xfrm>
            <a:off x="540000" y="1269000"/>
            <a:ext cx="6840" cy="43200"/>
          </a:xfrm>
          <a:custGeom>
            <a:avLst/>
            <a:gdLst/>
            <a:ahLst/>
            <a:rect l="0" t="0" r="r" b="b"/>
            <a:pathLst>
              <a:path w="19" h="120">
                <a:moveTo>
                  <a:pt x="1" y="13"/>
                </a:moveTo>
                <a:cubicBezTo>
                  <a:pt x="7" y="7"/>
                  <a:pt x="13" y="3"/>
                  <a:pt x="19" y="0"/>
                </a:cubicBezTo>
                <a:lnTo>
                  <a:pt x="19" y="120"/>
                </a:lnTo>
                <a:cubicBezTo>
                  <a:pt x="13" y="117"/>
                  <a:pt x="7" y="113"/>
                  <a:pt x="1" y="107"/>
                </a:cubicBezTo>
                <a:cubicBezTo>
                  <a:pt x="0" y="107"/>
                  <a:pt x="0" y="107"/>
                  <a:pt x="0" y="107"/>
                </a:cubicBezTo>
                <a:lnTo>
                  <a:pt x="0" y="14"/>
                </a:lnTo>
                <a:cubicBezTo>
                  <a:pt x="0" y="13"/>
                  <a:pt x="0" y="13"/>
                  <a:pt x="1" y="13"/>
                </a:cubicBez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18" name=""/>
          <p:cNvSpPr/>
          <p:nvPr/>
        </p:nvSpPr>
        <p:spPr>
          <a:xfrm>
            <a:off x="546480" y="126684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19" name=""/>
          <p:cNvSpPr/>
          <p:nvPr/>
        </p:nvSpPr>
        <p:spPr>
          <a:xfrm>
            <a:off x="553320" y="1266480"/>
            <a:ext cx="7200" cy="48240"/>
          </a:xfrm>
          <a:custGeom>
            <a:avLst/>
            <a:gdLst/>
            <a:ahLst/>
            <a:rect l="0" t="0" r="r" b="b"/>
            <a:pathLst>
              <a:path w="20" h="134">
                <a:moveTo>
                  <a:pt x="11" y="0"/>
                </a:moveTo>
                <a:lnTo>
                  <a:pt x="20" y="0"/>
                </a:lnTo>
                <a:lnTo>
                  <a:pt x="20" y="134"/>
                </a:lnTo>
                <a:lnTo>
                  <a:pt x="11" y="134"/>
                </a:lnTo>
                <a:cubicBezTo>
                  <a:pt x="8" y="134"/>
                  <a:pt x="4" y="134"/>
                  <a:pt x="0" y="133"/>
                </a:cubicBezTo>
                <a:lnTo>
                  <a:pt x="0" y="1"/>
                </a:lnTo>
                <a:cubicBezTo>
                  <a:pt x="4" y="1"/>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0" name=""/>
          <p:cNvSpPr/>
          <p:nvPr/>
        </p:nvSpPr>
        <p:spPr>
          <a:xfrm>
            <a:off x="5601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1" name=""/>
          <p:cNvSpPr/>
          <p:nvPr/>
        </p:nvSpPr>
        <p:spPr>
          <a:xfrm>
            <a:off x="566640" y="1266480"/>
            <a:ext cx="7560" cy="48240"/>
          </a:xfrm>
          <a:custGeom>
            <a:avLst/>
            <a:gdLst/>
            <a:ahLst/>
            <a:rect l="0" t="0" r="r" b="b"/>
            <a:pathLst>
              <a:path w="21" h="134">
                <a:moveTo>
                  <a:pt x="21" y="0"/>
                </a:moveTo>
                <a:lnTo>
                  <a:pt x="21" y="134"/>
                </a:lnTo>
                <a:lnTo>
                  <a:pt x="0" y="134"/>
                </a:lnTo>
                <a:lnTo>
                  <a:pt x="0" y="0"/>
                </a:lnTo>
                <a:lnTo>
                  <a:pt x="21"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2" name=""/>
          <p:cNvSpPr/>
          <p:nvPr/>
        </p:nvSpPr>
        <p:spPr>
          <a:xfrm>
            <a:off x="57348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3" name=""/>
          <p:cNvSpPr/>
          <p:nvPr/>
        </p:nvSpPr>
        <p:spPr>
          <a:xfrm>
            <a:off x="5799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4" name=""/>
          <p:cNvSpPr/>
          <p:nvPr/>
        </p:nvSpPr>
        <p:spPr>
          <a:xfrm>
            <a:off x="5868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5" name=""/>
          <p:cNvSpPr/>
          <p:nvPr/>
        </p:nvSpPr>
        <p:spPr>
          <a:xfrm>
            <a:off x="59364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6" name=""/>
          <p:cNvSpPr/>
          <p:nvPr/>
        </p:nvSpPr>
        <p:spPr>
          <a:xfrm>
            <a:off x="6001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7" name=""/>
          <p:cNvSpPr/>
          <p:nvPr/>
        </p:nvSpPr>
        <p:spPr>
          <a:xfrm>
            <a:off x="6069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8" name=""/>
          <p:cNvSpPr/>
          <p:nvPr/>
        </p:nvSpPr>
        <p:spPr>
          <a:xfrm>
            <a:off x="6134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29" name=""/>
          <p:cNvSpPr/>
          <p:nvPr/>
        </p:nvSpPr>
        <p:spPr>
          <a:xfrm>
            <a:off x="6202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0" name=""/>
          <p:cNvSpPr/>
          <p:nvPr/>
        </p:nvSpPr>
        <p:spPr>
          <a:xfrm>
            <a:off x="62712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1" name=""/>
          <p:cNvSpPr/>
          <p:nvPr/>
        </p:nvSpPr>
        <p:spPr>
          <a:xfrm>
            <a:off x="6336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2" name=""/>
          <p:cNvSpPr/>
          <p:nvPr/>
        </p:nvSpPr>
        <p:spPr>
          <a:xfrm>
            <a:off x="64044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3" name=""/>
          <p:cNvSpPr/>
          <p:nvPr/>
        </p:nvSpPr>
        <p:spPr>
          <a:xfrm>
            <a:off x="6469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4" name=""/>
          <p:cNvSpPr/>
          <p:nvPr/>
        </p:nvSpPr>
        <p:spPr>
          <a:xfrm>
            <a:off x="6537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5" name=""/>
          <p:cNvSpPr/>
          <p:nvPr/>
        </p:nvSpPr>
        <p:spPr>
          <a:xfrm>
            <a:off x="66060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6" name=""/>
          <p:cNvSpPr/>
          <p:nvPr/>
        </p:nvSpPr>
        <p:spPr>
          <a:xfrm>
            <a:off x="6670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7" name=""/>
          <p:cNvSpPr/>
          <p:nvPr/>
        </p:nvSpPr>
        <p:spPr>
          <a:xfrm>
            <a:off x="67392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8" name=""/>
          <p:cNvSpPr/>
          <p:nvPr/>
        </p:nvSpPr>
        <p:spPr>
          <a:xfrm>
            <a:off x="6804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39" name=""/>
          <p:cNvSpPr/>
          <p:nvPr/>
        </p:nvSpPr>
        <p:spPr>
          <a:xfrm>
            <a:off x="6872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0" name=""/>
          <p:cNvSpPr/>
          <p:nvPr/>
        </p:nvSpPr>
        <p:spPr>
          <a:xfrm>
            <a:off x="69408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1" name=""/>
          <p:cNvSpPr/>
          <p:nvPr/>
        </p:nvSpPr>
        <p:spPr>
          <a:xfrm>
            <a:off x="7005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2" name=""/>
          <p:cNvSpPr/>
          <p:nvPr/>
        </p:nvSpPr>
        <p:spPr>
          <a:xfrm>
            <a:off x="70740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3" name=""/>
          <p:cNvSpPr/>
          <p:nvPr/>
        </p:nvSpPr>
        <p:spPr>
          <a:xfrm>
            <a:off x="7138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4" name=""/>
          <p:cNvSpPr/>
          <p:nvPr/>
        </p:nvSpPr>
        <p:spPr>
          <a:xfrm>
            <a:off x="7207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5" name=""/>
          <p:cNvSpPr/>
          <p:nvPr/>
        </p:nvSpPr>
        <p:spPr>
          <a:xfrm>
            <a:off x="7275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6" name=""/>
          <p:cNvSpPr/>
          <p:nvPr/>
        </p:nvSpPr>
        <p:spPr>
          <a:xfrm>
            <a:off x="7340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7" name=""/>
          <p:cNvSpPr/>
          <p:nvPr/>
        </p:nvSpPr>
        <p:spPr>
          <a:xfrm>
            <a:off x="74088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8" name=""/>
          <p:cNvSpPr/>
          <p:nvPr/>
        </p:nvSpPr>
        <p:spPr>
          <a:xfrm>
            <a:off x="7473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49" name=""/>
          <p:cNvSpPr/>
          <p:nvPr/>
        </p:nvSpPr>
        <p:spPr>
          <a:xfrm>
            <a:off x="7542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0" name=""/>
          <p:cNvSpPr/>
          <p:nvPr/>
        </p:nvSpPr>
        <p:spPr>
          <a:xfrm>
            <a:off x="76104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1" name=""/>
          <p:cNvSpPr/>
          <p:nvPr/>
        </p:nvSpPr>
        <p:spPr>
          <a:xfrm>
            <a:off x="767520" y="1266480"/>
            <a:ext cx="7560" cy="48240"/>
          </a:xfrm>
          <a:custGeom>
            <a:avLst/>
            <a:gdLst/>
            <a:ahLst/>
            <a:rect l="0" t="0" r="r" b="b"/>
            <a:pathLst>
              <a:path w="21" h="134">
                <a:moveTo>
                  <a:pt x="21" y="0"/>
                </a:moveTo>
                <a:lnTo>
                  <a:pt x="21" y="134"/>
                </a:lnTo>
                <a:lnTo>
                  <a:pt x="0" y="134"/>
                </a:lnTo>
                <a:lnTo>
                  <a:pt x="0" y="0"/>
                </a:lnTo>
                <a:lnTo>
                  <a:pt x="21"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2" name=""/>
          <p:cNvSpPr/>
          <p:nvPr/>
        </p:nvSpPr>
        <p:spPr>
          <a:xfrm>
            <a:off x="7743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3" name=""/>
          <p:cNvSpPr/>
          <p:nvPr/>
        </p:nvSpPr>
        <p:spPr>
          <a:xfrm>
            <a:off x="7808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4" name=""/>
          <p:cNvSpPr/>
          <p:nvPr/>
        </p:nvSpPr>
        <p:spPr>
          <a:xfrm>
            <a:off x="7876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5" name=""/>
          <p:cNvSpPr/>
          <p:nvPr/>
        </p:nvSpPr>
        <p:spPr>
          <a:xfrm>
            <a:off x="79452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6" name=""/>
          <p:cNvSpPr/>
          <p:nvPr/>
        </p:nvSpPr>
        <p:spPr>
          <a:xfrm>
            <a:off x="8010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7" name=""/>
          <p:cNvSpPr/>
          <p:nvPr/>
        </p:nvSpPr>
        <p:spPr>
          <a:xfrm>
            <a:off x="8078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8" name=""/>
          <p:cNvSpPr/>
          <p:nvPr/>
        </p:nvSpPr>
        <p:spPr>
          <a:xfrm>
            <a:off x="81468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59" name=""/>
          <p:cNvSpPr/>
          <p:nvPr/>
        </p:nvSpPr>
        <p:spPr>
          <a:xfrm>
            <a:off x="8211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0" name=""/>
          <p:cNvSpPr/>
          <p:nvPr/>
        </p:nvSpPr>
        <p:spPr>
          <a:xfrm>
            <a:off x="82800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1" name=""/>
          <p:cNvSpPr/>
          <p:nvPr/>
        </p:nvSpPr>
        <p:spPr>
          <a:xfrm>
            <a:off x="8344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2" name=""/>
          <p:cNvSpPr/>
          <p:nvPr/>
        </p:nvSpPr>
        <p:spPr>
          <a:xfrm>
            <a:off x="8413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3" name=""/>
          <p:cNvSpPr/>
          <p:nvPr/>
        </p:nvSpPr>
        <p:spPr>
          <a:xfrm>
            <a:off x="8481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4" name=""/>
          <p:cNvSpPr/>
          <p:nvPr/>
        </p:nvSpPr>
        <p:spPr>
          <a:xfrm>
            <a:off x="8546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5" name=""/>
          <p:cNvSpPr/>
          <p:nvPr/>
        </p:nvSpPr>
        <p:spPr>
          <a:xfrm>
            <a:off x="86148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6" name=""/>
          <p:cNvSpPr/>
          <p:nvPr/>
        </p:nvSpPr>
        <p:spPr>
          <a:xfrm>
            <a:off x="8679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7" name=""/>
          <p:cNvSpPr/>
          <p:nvPr/>
        </p:nvSpPr>
        <p:spPr>
          <a:xfrm>
            <a:off x="8748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8" name=""/>
          <p:cNvSpPr/>
          <p:nvPr/>
        </p:nvSpPr>
        <p:spPr>
          <a:xfrm>
            <a:off x="88164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69" name=""/>
          <p:cNvSpPr/>
          <p:nvPr/>
        </p:nvSpPr>
        <p:spPr>
          <a:xfrm>
            <a:off x="8881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0" name=""/>
          <p:cNvSpPr/>
          <p:nvPr/>
        </p:nvSpPr>
        <p:spPr>
          <a:xfrm>
            <a:off x="89496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1" name=""/>
          <p:cNvSpPr/>
          <p:nvPr/>
        </p:nvSpPr>
        <p:spPr>
          <a:xfrm>
            <a:off x="90144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2" name=""/>
          <p:cNvSpPr/>
          <p:nvPr/>
        </p:nvSpPr>
        <p:spPr>
          <a:xfrm>
            <a:off x="9082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3" name=""/>
          <p:cNvSpPr/>
          <p:nvPr/>
        </p:nvSpPr>
        <p:spPr>
          <a:xfrm>
            <a:off x="91512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4" name=""/>
          <p:cNvSpPr/>
          <p:nvPr/>
        </p:nvSpPr>
        <p:spPr>
          <a:xfrm>
            <a:off x="92160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5" name=""/>
          <p:cNvSpPr/>
          <p:nvPr/>
        </p:nvSpPr>
        <p:spPr>
          <a:xfrm>
            <a:off x="92844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6" name=""/>
          <p:cNvSpPr/>
          <p:nvPr/>
        </p:nvSpPr>
        <p:spPr>
          <a:xfrm>
            <a:off x="93492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7" name=""/>
          <p:cNvSpPr/>
          <p:nvPr/>
        </p:nvSpPr>
        <p:spPr>
          <a:xfrm>
            <a:off x="94176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8" name=""/>
          <p:cNvSpPr/>
          <p:nvPr/>
        </p:nvSpPr>
        <p:spPr>
          <a:xfrm>
            <a:off x="948600" y="1266480"/>
            <a:ext cx="6840" cy="48240"/>
          </a:xfrm>
          <a:custGeom>
            <a:avLst/>
            <a:gdLst/>
            <a:ahLst/>
            <a:rect l="0" t="0" r="r" b="b"/>
            <a:pathLst>
              <a:path w="19" h="134">
                <a:moveTo>
                  <a:pt x="19" y="0"/>
                </a:moveTo>
                <a:lnTo>
                  <a:pt x="19" y="134"/>
                </a:lnTo>
                <a:lnTo>
                  <a:pt x="0" y="134"/>
                </a:lnTo>
                <a:lnTo>
                  <a:pt x="0" y="0"/>
                </a:lnTo>
                <a:lnTo>
                  <a:pt x="19"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79" name=""/>
          <p:cNvSpPr/>
          <p:nvPr/>
        </p:nvSpPr>
        <p:spPr>
          <a:xfrm>
            <a:off x="955080" y="1266480"/>
            <a:ext cx="7200" cy="48240"/>
          </a:xfrm>
          <a:custGeom>
            <a:avLst/>
            <a:gdLst/>
            <a:ahLst/>
            <a:rect l="0" t="0" r="r" b="b"/>
            <a:pathLst>
              <a:path w="20" h="134">
                <a:moveTo>
                  <a:pt x="20" y="0"/>
                </a:moveTo>
                <a:lnTo>
                  <a:pt x="20" y="134"/>
                </a:lnTo>
                <a:lnTo>
                  <a:pt x="0" y="134"/>
                </a:lnTo>
                <a:lnTo>
                  <a:pt x="0" y="0"/>
                </a:lnTo>
                <a:lnTo>
                  <a:pt x="2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0" name=""/>
          <p:cNvSpPr/>
          <p:nvPr/>
        </p:nvSpPr>
        <p:spPr>
          <a:xfrm>
            <a:off x="9619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1" name=""/>
          <p:cNvSpPr/>
          <p:nvPr/>
        </p:nvSpPr>
        <p:spPr>
          <a:xfrm>
            <a:off x="9651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2" name=""/>
          <p:cNvSpPr/>
          <p:nvPr/>
        </p:nvSpPr>
        <p:spPr>
          <a:xfrm>
            <a:off x="9684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3" name=""/>
          <p:cNvSpPr/>
          <p:nvPr/>
        </p:nvSpPr>
        <p:spPr>
          <a:xfrm>
            <a:off x="9720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4" name=""/>
          <p:cNvSpPr/>
          <p:nvPr/>
        </p:nvSpPr>
        <p:spPr>
          <a:xfrm>
            <a:off x="9752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5" name=""/>
          <p:cNvSpPr/>
          <p:nvPr/>
        </p:nvSpPr>
        <p:spPr>
          <a:xfrm>
            <a:off x="9784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6" name=""/>
          <p:cNvSpPr/>
          <p:nvPr/>
        </p:nvSpPr>
        <p:spPr>
          <a:xfrm>
            <a:off x="9820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7" name=""/>
          <p:cNvSpPr/>
          <p:nvPr/>
        </p:nvSpPr>
        <p:spPr>
          <a:xfrm>
            <a:off x="9853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8" name=""/>
          <p:cNvSpPr/>
          <p:nvPr/>
        </p:nvSpPr>
        <p:spPr>
          <a:xfrm>
            <a:off x="9885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89" name=""/>
          <p:cNvSpPr/>
          <p:nvPr/>
        </p:nvSpPr>
        <p:spPr>
          <a:xfrm>
            <a:off x="9921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0" name=""/>
          <p:cNvSpPr/>
          <p:nvPr/>
        </p:nvSpPr>
        <p:spPr>
          <a:xfrm>
            <a:off x="9954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1" name=""/>
          <p:cNvSpPr/>
          <p:nvPr/>
        </p:nvSpPr>
        <p:spPr>
          <a:xfrm>
            <a:off x="9986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2" name=""/>
          <p:cNvSpPr/>
          <p:nvPr/>
        </p:nvSpPr>
        <p:spPr>
          <a:xfrm>
            <a:off x="10018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3" name=""/>
          <p:cNvSpPr/>
          <p:nvPr/>
        </p:nvSpPr>
        <p:spPr>
          <a:xfrm>
            <a:off x="10054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4" name=""/>
          <p:cNvSpPr/>
          <p:nvPr/>
        </p:nvSpPr>
        <p:spPr>
          <a:xfrm>
            <a:off x="10087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5" name=""/>
          <p:cNvSpPr/>
          <p:nvPr/>
        </p:nvSpPr>
        <p:spPr>
          <a:xfrm>
            <a:off x="10119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6" name=""/>
          <p:cNvSpPr/>
          <p:nvPr/>
        </p:nvSpPr>
        <p:spPr>
          <a:xfrm>
            <a:off x="10155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7" name=""/>
          <p:cNvSpPr/>
          <p:nvPr/>
        </p:nvSpPr>
        <p:spPr>
          <a:xfrm>
            <a:off x="10188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8" name=""/>
          <p:cNvSpPr/>
          <p:nvPr/>
        </p:nvSpPr>
        <p:spPr>
          <a:xfrm>
            <a:off x="1022040" y="1266480"/>
            <a:ext cx="4320" cy="48240"/>
          </a:xfrm>
          <a:custGeom>
            <a:avLst/>
            <a:gdLst/>
            <a:ahLst/>
            <a:rect l="0" t="0" r="r" b="b"/>
            <a:pathLst>
              <a:path w="12" h="134">
                <a:moveTo>
                  <a:pt x="12" y="0"/>
                </a:moveTo>
                <a:lnTo>
                  <a:pt x="12" y="134"/>
                </a:lnTo>
                <a:lnTo>
                  <a:pt x="0" y="134"/>
                </a:lnTo>
                <a:lnTo>
                  <a:pt x="0" y="0"/>
                </a:lnTo>
                <a:lnTo>
                  <a:pt x="12"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199" name=""/>
          <p:cNvSpPr/>
          <p:nvPr/>
        </p:nvSpPr>
        <p:spPr>
          <a:xfrm>
            <a:off x="10256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0" name=""/>
          <p:cNvSpPr/>
          <p:nvPr/>
        </p:nvSpPr>
        <p:spPr>
          <a:xfrm>
            <a:off x="10288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1" name=""/>
          <p:cNvSpPr/>
          <p:nvPr/>
        </p:nvSpPr>
        <p:spPr>
          <a:xfrm>
            <a:off x="10321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2" name=""/>
          <p:cNvSpPr/>
          <p:nvPr/>
        </p:nvSpPr>
        <p:spPr>
          <a:xfrm>
            <a:off x="10353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3" name=""/>
          <p:cNvSpPr/>
          <p:nvPr/>
        </p:nvSpPr>
        <p:spPr>
          <a:xfrm>
            <a:off x="10389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4" name=""/>
          <p:cNvSpPr/>
          <p:nvPr/>
        </p:nvSpPr>
        <p:spPr>
          <a:xfrm>
            <a:off x="10422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5" name=""/>
          <p:cNvSpPr/>
          <p:nvPr/>
        </p:nvSpPr>
        <p:spPr>
          <a:xfrm>
            <a:off x="10454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6" name=""/>
          <p:cNvSpPr/>
          <p:nvPr/>
        </p:nvSpPr>
        <p:spPr>
          <a:xfrm>
            <a:off x="10490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7" name=""/>
          <p:cNvSpPr/>
          <p:nvPr/>
        </p:nvSpPr>
        <p:spPr>
          <a:xfrm>
            <a:off x="10522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8" name=""/>
          <p:cNvSpPr/>
          <p:nvPr/>
        </p:nvSpPr>
        <p:spPr>
          <a:xfrm>
            <a:off x="105552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09" name=""/>
          <p:cNvSpPr/>
          <p:nvPr/>
        </p:nvSpPr>
        <p:spPr>
          <a:xfrm>
            <a:off x="10591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0" name=""/>
          <p:cNvSpPr/>
          <p:nvPr/>
        </p:nvSpPr>
        <p:spPr>
          <a:xfrm>
            <a:off x="10623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1" name=""/>
          <p:cNvSpPr/>
          <p:nvPr/>
        </p:nvSpPr>
        <p:spPr>
          <a:xfrm>
            <a:off x="10656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2" name=""/>
          <p:cNvSpPr/>
          <p:nvPr/>
        </p:nvSpPr>
        <p:spPr>
          <a:xfrm>
            <a:off x="10688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3" name=""/>
          <p:cNvSpPr/>
          <p:nvPr/>
        </p:nvSpPr>
        <p:spPr>
          <a:xfrm>
            <a:off x="10724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4" name=""/>
          <p:cNvSpPr/>
          <p:nvPr/>
        </p:nvSpPr>
        <p:spPr>
          <a:xfrm>
            <a:off x="10756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5" name=""/>
          <p:cNvSpPr/>
          <p:nvPr/>
        </p:nvSpPr>
        <p:spPr>
          <a:xfrm>
            <a:off x="107892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6" name=""/>
          <p:cNvSpPr/>
          <p:nvPr/>
        </p:nvSpPr>
        <p:spPr>
          <a:xfrm>
            <a:off x="10825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7" name=""/>
          <p:cNvSpPr/>
          <p:nvPr/>
        </p:nvSpPr>
        <p:spPr>
          <a:xfrm>
            <a:off x="10857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8" name=""/>
          <p:cNvSpPr/>
          <p:nvPr/>
        </p:nvSpPr>
        <p:spPr>
          <a:xfrm>
            <a:off x="10890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19" name=""/>
          <p:cNvSpPr/>
          <p:nvPr/>
        </p:nvSpPr>
        <p:spPr>
          <a:xfrm>
            <a:off x="10926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0" name=""/>
          <p:cNvSpPr/>
          <p:nvPr/>
        </p:nvSpPr>
        <p:spPr>
          <a:xfrm>
            <a:off x="10958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1" name=""/>
          <p:cNvSpPr/>
          <p:nvPr/>
        </p:nvSpPr>
        <p:spPr>
          <a:xfrm>
            <a:off x="10990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2" name=""/>
          <p:cNvSpPr/>
          <p:nvPr/>
        </p:nvSpPr>
        <p:spPr>
          <a:xfrm>
            <a:off x="110232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3" name=""/>
          <p:cNvSpPr/>
          <p:nvPr/>
        </p:nvSpPr>
        <p:spPr>
          <a:xfrm>
            <a:off x="11059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4" name=""/>
          <p:cNvSpPr/>
          <p:nvPr/>
        </p:nvSpPr>
        <p:spPr>
          <a:xfrm>
            <a:off x="11091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5" name=""/>
          <p:cNvSpPr/>
          <p:nvPr/>
        </p:nvSpPr>
        <p:spPr>
          <a:xfrm>
            <a:off x="11124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6" name=""/>
          <p:cNvSpPr/>
          <p:nvPr/>
        </p:nvSpPr>
        <p:spPr>
          <a:xfrm>
            <a:off x="11160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7" name=""/>
          <p:cNvSpPr/>
          <p:nvPr/>
        </p:nvSpPr>
        <p:spPr>
          <a:xfrm>
            <a:off x="11192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8" name=""/>
          <p:cNvSpPr/>
          <p:nvPr/>
        </p:nvSpPr>
        <p:spPr>
          <a:xfrm>
            <a:off x="1122480" y="1266480"/>
            <a:ext cx="4320" cy="48240"/>
          </a:xfrm>
          <a:custGeom>
            <a:avLst/>
            <a:gdLst/>
            <a:ahLst/>
            <a:rect l="0" t="0" r="r" b="b"/>
            <a:pathLst>
              <a:path w="12" h="134">
                <a:moveTo>
                  <a:pt x="12" y="0"/>
                </a:moveTo>
                <a:lnTo>
                  <a:pt x="12" y="134"/>
                </a:lnTo>
                <a:lnTo>
                  <a:pt x="0" y="134"/>
                </a:lnTo>
                <a:lnTo>
                  <a:pt x="0" y="0"/>
                </a:lnTo>
                <a:lnTo>
                  <a:pt x="12"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29" name=""/>
          <p:cNvSpPr/>
          <p:nvPr/>
        </p:nvSpPr>
        <p:spPr>
          <a:xfrm>
            <a:off x="11260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0" name=""/>
          <p:cNvSpPr/>
          <p:nvPr/>
        </p:nvSpPr>
        <p:spPr>
          <a:xfrm>
            <a:off x="11293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1" name=""/>
          <p:cNvSpPr/>
          <p:nvPr/>
        </p:nvSpPr>
        <p:spPr>
          <a:xfrm>
            <a:off x="11325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2" name=""/>
          <p:cNvSpPr/>
          <p:nvPr/>
        </p:nvSpPr>
        <p:spPr>
          <a:xfrm>
            <a:off x="11358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3" name=""/>
          <p:cNvSpPr/>
          <p:nvPr/>
        </p:nvSpPr>
        <p:spPr>
          <a:xfrm>
            <a:off x="11394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4" name=""/>
          <p:cNvSpPr/>
          <p:nvPr/>
        </p:nvSpPr>
        <p:spPr>
          <a:xfrm>
            <a:off x="11426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5" name=""/>
          <p:cNvSpPr/>
          <p:nvPr/>
        </p:nvSpPr>
        <p:spPr>
          <a:xfrm>
            <a:off x="11458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6" name=""/>
          <p:cNvSpPr/>
          <p:nvPr/>
        </p:nvSpPr>
        <p:spPr>
          <a:xfrm>
            <a:off x="11494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7" name=""/>
          <p:cNvSpPr/>
          <p:nvPr/>
        </p:nvSpPr>
        <p:spPr>
          <a:xfrm>
            <a:off x="11527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8" name=""/>
          <p:cNvSpPr/>
          <p:nvPr/>
        </p:nvSpPr>
        <p:spPr>
          <a:xfrm>
            <a:off x="11559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39" name=""/>
          <p:cNvSpPr/>
          <p:nvPr/>
        </p:nvSpPr>
        <p:spPr>
          <a:xfrm>
            <a:off x="11595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0" name=""/>
          <p:cNvSpPr/>
          <p:nvPr/>
        </p:nvSpPr>
        <p:spPr>
          <a:xfrm>
            <a:off x="11628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1" name=""/>
          <p:cNvSpPr/>
          <p:nvPr/>
        </p:nvSpPr>
        <p:spPr>
          <a:xfrm>
            <a:off x="11660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2" name=""/>
          <p:cNvSpPr/>
          <p:nvPr/>
        </p:nvSpPr>
        <p:spPr>
          <a:xfrm>
            <a:off x="11696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3" name=""/>
          <p:cNvSpPr/>
          <p:nvPr/>
        </p:nvSpPr>
        <p:spPr>
          <a:xfrm>
            <a:off x="11728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4" name=""/>
          <p:cNvSpPr/>
          <p:nvPr/>
        </p:nvSpPr>
        <p:spPr>
          <a:xfrm>
            <a:off x="11761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5" name=""/>
          <p:cNvSpPr/>
          <p:nvPr/>
        </p:nvSpPr>
        <p:spPr>
          <a:xfrm>
            <a:off x="11793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6" name=""/>
          <p:cNvSpPr/>
          <p:nvPr/>
        </p:nvSpPr>
        <p:spPr>
          <a:xfrm>
            <a:off x="11829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7" name=""/>
          <p:cNvSpPr/>
          <p:nvPr/>
        </p:nvSpPr>
        <p:spPr>
          <a:xfrm>
            <a:off x="11862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8" name=""/>
          <p:cNvSpPr/>
          <p:nvPr/>
        </p:nvSpPr>
        <p:spPr>
          <a:xfrm>
            <a:off x="11894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49" name=""/>
          <p:cNvSpPr/>
          <p:nvPr/>
        </p:nvSpPr>
        <p:spPr>
          <a:xfrm>
            <a:off x="11930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0" name=""/>
          <p:cNvSpPr/>
          <p:nvPr/>
        </p:nvSpPr>
        <p:spPr>
          <a:xfrm>
            <a:off x="11962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1" name=""/>
          <p:cNvSpPr/>
          <p:nvPr/>
        </p:nvSpPr>
        <p:spPr>
          <a:xfrm>
            <a:off x="119952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2" name=""/>
          <p:cNvSpPr/>
          <p:nvPr/>
        </p:nvSpPr>
        <p:spPr>
          <a:xfrm>
            <a:off x="12031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3" name=""/>
          <p:cNvSpPr/>
          <p:nvPr/>
        </p:nvSpPr>
        <p:spPr>
          <a:xfrm>
            <a:off x="12063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4" name=""/>
          <p:cNvSpPr/>
          <p:nvPr/>
        </p:nvSpPr>
        <p:spPr>
          <a:xfrm>
            <a:off x="12096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5" name=""/>
          <p:cNvSpPr/>
          <p:nvPr/>
        </p:nvSpPr>
        <p:spPr>
          <a:xfrm>
            <a:off x="12128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6" name=""/>
          <p:cNvSpPr/>
          <p:nvPr/>
        </p:nvSpPr>
        <p:spPr>
          <a:xfrm>
            <a:off x="12164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7" name=""/>
          <p:cNvSpPr/>
          <p:nvPr/>
        </p:nvSpPr>
        <p:spPr>
          <a:xfrm>
            <a:off x="12196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8" name=""/>
          <p:cNvSpPr/>
          <p:nvPr/>
        </p:nvSpPr>
        <p:spPr>
          <a:xfrm>
            <a:off x="1222920" y="1266480"/>
            <a:ext cx="4320" cy="48240"/>
          </a:xfrm>
          <a:custGeom>
            <a:avLst/>
            <a:gdLst/>
            <a:ahLst/>
            <a:rect l="0" t="0" r="r" b="b"/>
            <a:pathLst>
              <a:path w="12" h="134">
                <a:moveTo>
                  <a:pt x="12" y="0"/>
                </a:moveTo>
                <a:lnTo>
                  <a:pt x="12" y="134"/>
                </a:lnTo>
                <a:lnTo>
                  <a:pt x="0" y="134"/>
                </a:lnTo>
                <a:lnTo>
                  <a:pt x="0" y="0"/>
                </a:lnTo>
                <a:lnTo>
                  <a:pt x="12"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59" name=""/>
          <p:cNvSpPr/>
          <p:nvPr/>
        </p:nvSpPr>
        <p:spPr>
          <a:xfrm>
            <a:off x="12265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0" name=""/>
          <p:cNvSpPr/>
          <p:nvPr/>
        </p:nvSpPr>
        <p:spPr>
          <a:xfrm>
            <a:off x="12297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1" name=""/>
          <p:cNvSpPr/>
          <p:nvPr/>
        </p:nvSpPr>
        <p:spPr>
          <a:xfrm>
            <a:off x="12330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2" name=""/>
          <p:cNvSpPr/>
          <p:nvPr/>
        </p:nvSpPr>
        <p:spPr>
          <a:xfrm>
            <a:off x="12366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3" name=""/>
          <p:cNvSpPr/>
          <p:nvPr/>
        </p:nvSpPr>
        <p:spPr>
          <a:xfrm>
            <a:off x="12398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4" name=""/>
          <p:cNvSpPr/>
          <p:nvPr/>
        </p:nvSpPr>
        <p:spPr>
          <a:xfrm>
            <a:off x="12430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5" name=""/>
          <p:cNvSpPr/>
          <p:nvPr/>
        </p:nvSpPr>
        <p:spPr>
          <a:xfrm>
            <a:off x="124632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6" name=""/>
          <p:cNvSpPr/>
          <p:nvPr/>
        </p:nvSpPr>
        <p:spPr>
          <a:xfrm>
            <a:off x="12499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7" name=""/>
          <p:cNvSpPr/>
          <p:nvPr/>
        </p:nvSpPr>
        <p:spPr>
          <a:xfrm>
            <a:off x="12531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8" name=""/>
          <p:cNvSpPr/>
          <p:nvPr/>
        </p:nvSpPr>
        <p:spPr>
          <a:xfrm>
            <a:off x="12564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69" name=""/>
          <p:cNvSpPr/>
          <p:nvPr/>
        </p:nvSpPr>
        <p:spPr>
          <a:xfrm>
            <a:off x="12600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0" name=""/>
          <p:cNvSpPr/>
          <p:nvPr/>
        </p:nvSpPr>
        <p:spPr>
          <a:xfrm>
            <a:off x="12632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1" name=""/>
          <p:cNvSpPr/>
          <p:nvPr/>
        </p:nvSpPr>
        <p:spPr>
          <a:xfrm>
            <a:off x="12664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2" name=""/>
          <p:cNvSpPr/>
          <p:nvPr/>
        </p:nvSpPr>
        <p:spPr>
          <a:xfrm>
            <a:off x="12700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3" name=""/>
          <p:cNvSpPr/>
          <p:nvPr/>
        </p:nvSpPr>
        <p:spPr>
          <a:xfrm>
            <a:off x="12733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4" name=""/>
          <p:cNvSpPr/>
          <p:nvPr/>
        </p:nvSpPr>
        <p:spPr>
          <a:xfrm>
            <a:off x="12765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5" name=""/>
          <p:cNvSpPr/>
          <p:nvPr/>
        </p:nvSpPr>
        <p:spPr>
          <a:xfrm>
            <a:off x="127980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6" name=""/>
          <p:cNvSpPr/>
          <p:nvPr/>
        </p:nvSpPr>
        <p:spPr>
          <a:xfrm>
            <a:off x="12834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7" name=""/>
          <p:cNvSpPr/>
          <p:nvPr/>
        </p:nvSpPr>
        <p:spPr>
          <a:xfrm>
            <a:off x="12866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8" name=""/>
          <p:cNvSpPr/>
          <p:nvPr/>
        </p:nvSpPr>
        <p:spPr>
          <a:xfrm>
            <a:off x="12898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79" name=""/>
          <p:cNvSpPr/>
          <p:nvPr/>
        </p:nvSpPr>
        <p:spPr>
          <a:xfrm>
            <a:off x="12934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0" name=""/>
          <p:cNvSpPr/>
          <p:nvPr/>
        </p:nvSpPr>
        <p:spPr>
          <a:xfrm>
            <a:off x="12967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1" name=""/>
          <p:cNvSpPr/>
          <p:nvPr/>
        </p:nvSpPr>
        <p:spPr>
          <a:xfrm>
            <a:off x="12999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2" name=""/>
          <p:cNvSpPr/>
          <p:nvPr/>
        </p:nvSpPr>
        <p:spPr>
          <a:xfrm>
            <a:off x="13035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3" name=""/>
          <p:cNvSpPr/>
          <p:nvPr/>
        </p:nvSpPr>
        <p:spPr>
          <a:xfrm>
            <a:off x="13068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4" name=""/>
          <p:cNvSpPr/>
          <p:nvPr/>
        </p:nvSpPr>
        <p:spPr>
          <a:xfrm>
            <a:off x="13100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5" name=""/>
          <p:cNvSpPr/>
          <p:nvPr/>
        </p:nvSpPr>
        <p:spPr>
          <a:xfrm>
            <a:off x="131328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6" name=""/>
          <p:cNvSpPr/>
          <p:nvPr/>
        </p:nvSpPr>
        <p:spPr>
          <a:xfrm>
            <a:off x="13168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7" name=""/>
          <p:cNvSpPr/>
          <p:nvPr/>
        </p:nvSpPr>
        <p:spPr>
          <a:xfrm>
            <a:off x="13201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8" name=""/>
          <p:cNvSpPr/>
          <p:nvPr/>
        </p:nvSpPr>
        <p:spPr>
          <a:xfrm>
            <a:off x="1323360" y="1266480"/>
            <a:ext cx="4320" cy="48240"/>
          </a:xfrm>
          <a:custGeom>
            <a:avLst/>
            <a:gdLst/>
            <a:ahLst/>
            <a:rect l="0" t="0" r="r" b="b"/>
            <a:pathLst>
              <a:path w="12" h="134">
                <a:moveTo>
                  <a:pt x="12" y="0"/>
                </a:moveTo>
                <a:lnTo>
                  <a:pt x="12" y="134"/>
                </a:lnTo>
                <a:lnTo>
                  <a:pt x="0" y="134"/>
                </a:lnTo>
                <a:lnTo>
                  <a:pt x="0" y="0"/>
                </a:lnTo>
                <a:lnTo>
                  <a:pt x="12"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89" name=""/>
          <p:cNvSpPr/>
          <p:nvPr/>
        </p:nvSpPr>
        <p:spPr>
          <a:xfrm>
            <a:off x="13269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0" name=""/>
          <p:cNvSpPr/>
          <p:nvPr/>
        </p:nvSpPr>
        <p:spPr>
          <a:xfrm>
            <a:off x="13302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1" name=""/>
          <p:cNvSpPr/>
          <p:nvPr/>
        </p:nvSpPr>
        <p:spPr>
          <a:xfrm>
            <a:off x="13334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2" name=""/>
          <p:cNvSpPr/>
          <p:nvPr/>
        </p:nvSpPr>
        <p:spPr>
          <a:xfrm>
            <a:off x="13370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3" name=""/>
          <p:cNvSpPr/>
          <p:nvPr/>
        </p:nvSpPr>
        <p:spPr>
          <a:xfrm>
            <a:off x="134028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4" name=""/>
          <p:cNvSpPr/>
          <p:nvPr/>
        </p:nvSpPr>
        <p:spPr>
          <a:xfrm>
            <a:off x="134352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5" name=""/>
          <p:cNvSpPr/>
          <p:nvPr/>
        </p:nvSpPr>
        <p:spPr>
          <a:xfrm>
            <a:off x="134676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6" name=""/>
          <p:cNvSpPr/>
          <p:nvPr/>
        </p:nvSpPr>
        <p:spPr>
          <a:xfrm>
            <a:off x="135036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7" name=""/>
          <p:cNvSpPr/>
          <p:nvPr/>
        </p:nvSpPr>
        <p:spPr>
          <a:xfrm>
            <a:off x="135360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8" name=""/>
          <p:cNvSpPr/>
          <p:nvPr/>
        </p:nvSpPr>
        <p:spPr>
          <a:xfrm>
            <a:off x="1356840" y="1266480"/>
            <a:ext cx="3960" cy="48240"/>
          </a:xfrm>
          <a:custGeom>
            <a:avLst/>
            <a:gdLst/>
            <a:ahLst/>
            <a:rect l="0" t="0" r="r" b="b"/>
            <a:pathLst>
              <a:path w="11" h="134">
                <a:moveTo>
                  <a:pt x="11" y="0"/>
                </a:moveTo>
                <a:lnTo>
                  <a:pt x="11" y="134"/>
                </a:lnTo>
                <a:lnTo>
                  <a:pt x="0" y="134"/>
                </a:lnTo>
                <a:lnTo>
                  <a:pt x="0" y="0"/>
                </a:lnTo>
                <a:lnTo>
                  <a:pt x="11"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299" name=""/>
          <p:cNvSpPr/>
          <p:nvPr/>
        </p:nvSpPr>
        <p:spPr>
          <a:xfrm>
            <a:off x="1360440" y="1266480"/>
            <a:ext cx="3600" cy="48240"/>
          </a:xfrm>
          <a:custGeom>
            <a:avLst/>
            <a:gdLst/>
            <a:ahLst/>
            <a:rect l="0" t="0" r="r" b="b"/>
            <a:pathLst>
              <a:path w="10" h="134">
                <a:moveTo>
                  <a:pt x="10" y="0"/>
                </a:moveTo>
                <a:lnTo>
                  <a:pt x="10" y="134"/>
                </a:lnTo>
                <a:lnTo>
                  <a:pt x="0" y="134"/>
                </a:lnTo>
                <a:lnTo>
                  <a:pt x="0" y="0"/>
                </a:lnTo>
                <a:lnTo>
                  <a:pt x="1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0" name=""/>
          <p:cNvSpPr/>
          <p:nvPr/>
        </p:nvSpPr>
        <p:spPr>
          <a:xfrm>
            <a:off x="1363680" y="1266480"/>
            <a:ext cx="3600" cy="48240"/>
          </a:xfrm>
          <a:custGeom>
            <a:avLst/>
            <a:gdLst/>
            <a:ahLst/>
            <a:rect l="0" t="0" r="r" b="b"/>
            <a:pathLst>
              <a:path w="10" h="134">
                <a:moveTo>
                  <a:pt x="9" y="0"/>
                </a:moveTo>
                <a:cubicBezTo>
                  <a:pt x="10" y="0"/>
                  <a:pt x="10" y="0"/>
                  <a:pt x="10" y="0"/>
                </a:cubicBezTo>
                <a:lnTo>
                  <a:pt x="10" y="134"/>
                </a:lnTo>
                <a:lnTo>
                  <a:pt x="9" y="134"/>
                </a:lnTo>
                <a:lnTo>
                  <a:pt x="0" y="134"/>
                </a:lnTo>
                <a:lnTo>
                  <a:pt x="0" y="0"/>
                </a:lnTo>
                <a:lnTo>
                  <a:pt x="9" y="0"/>
                </a:ln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1" name=""/>
          <p:cNvSpPr/>
          <p:nvPr/>
        </p:nvSpPr>
        <p:spPr>
          <a:xfrm>
            <a:off x="1366920" y="1266480"/>
            <a:ext cx="3960" cy="48240"/>
          </a:xfrm>
          <a:custGeom>
            <a:avLst/>
            <a:gdLst/>
            <a:ahLst/>
            <a:rect l="0" t="0" r="r" b="b"/>
            <a:pathLst>
              <a:path w="11" h="134">
                <a:moveTo>
                  <a:pt x="11" y="1"/>
                </a:moveTo>
                <a:lnTo>
                  <a:pt x="11" y="133"/>
                </a:lnTo>
                <a:cubicBezTo>
                  <a:pt x="8" y="133"/>
                  <a:pt x="3" y="134"/>
                  <a:pt x="0" y="134"/>
                </a:cubicBezTo>
                <a:lnTo>
                  <a:pt x="0" y="0"/>
                </a:lnTo>
                <a:cubicBezTo>
                  <a:pt x="3" y="1"/>
                  <a:pt x="8" y="1"/>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2" name=""/>
          <p:cNvSpPr/>
          <p:nvPr/>
        </p:nvSpPr>
        <p:spPr>
          <a:xfrm>
            <a:off x="1370520" y="1266840"/>
            <a:ext cx="3600" cy="47520"/>
          </a:xfrm>
          <a:custGeom>
            <a:avLst/>
            <a:gdLst/>
            <a:ahLst/>
            <a:rect l="0" t="0" r="r" b="b"/>
            <a:pathLst>
              <a:path w="10" h="132">
                <a:moveTo>
                  <a:pt x="10" y="2"/>
                </a:moveTo>
                <a:lnTo>
                  <a:pt x="10" y="130"/>
                </a:lnTo>
                <a:cubicBezTo>
                  <a:pt x="7" y="131"/>
                  <a:pt x="3" y="132"/>
                  <a:pt x="0" y="132"/>
                </a:cubicBezTo>
                <a:lnTo>
                  <a:pt x="0" y="0"/>
                </a:lnTo>
                <a:cubicBezTo>
                  <a:pt x="3" y="1"/>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3" name=""/>
          <p:cNvSpPr/>
          <p:nvPr/>
        </p:nvSpPr>
        <p:spPr>
          <a:xfrm>
            <a:off x="1373760" y="1267560"/>
            <a:ext cx="3600" cy="46080"/>
          </a:xfrm>
          <a:custGeom>
            <a:avLst/>
            <a:gdLst/>
            <a:ahLst/>
            <a:rect l="0" t="0" r="r" b="b"/>
            <a:pathLst>
              <a:path w="10" h="128">
                <a:moveTo>
                  <a:pt x="10" y="4"/>
                </a:moveTo>
                <a:lnTo>
                  <a:pt x="10" y="124"/>
                </a:lnTo>
                <a:cubicBezTo>
                  <a:pt x="7" y="126"/>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4" name=""/>
          <p:cNvSpPr/>
          <p:nvPr/>
        </p:nvSpPr>
        <p:spPr>
          <a:xfrm>
            <a:off x="1377000" y="1269000"/>
            <a:ext cx="3960" cy="43200"/>
          </a:xfrm>
          <a:custGeom>
            <a:avLst/>
            <a:gdLst/>
            <a:ahLst/>
            <a:rect l="0" t="0" r="r" b="b"/>
            <a:pathLst>
              <a:path w="11" h="120">
                <a:moveTo>
                  <a:pt x="11" y="6"/>
                </a:moveTo>
                <a:lnTo>
                  <a:pt x="11" y="115"/>
                </a:lnTo>
                <a:cubicBezTo>
                  <a:pt x="8" y="117"/>
                  <a:pt x="3" y="119"/>
                  <a:pt x="0" y="120"/>
                </a:cubicBezTo>
                <a:lnTo>
                  <a:pt x="0" y="0"/>
                </a:lnTo>
                <a:cubicBezTo>
                  <a:pt x="3" y="1"/>
                  <a:pt x="8" y="3"/>
                  <a:pt x="11" y="6"/>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5" name=""/>
          <p:cNvSpPr/>
          <p:nvPr/>
        </p:nvSpPr>
        <p:spPr>
          <a:xfrm>
            <a:off x="1380600" y="1271160"/>
            <a:ext cx="3600" cy="39240"/>
          </a:xfrm>
          <a:custGeom>
            <a:avLst/>
            <a:gdLst/>
            <a:ahLst/>
            <a:rect l="0" t="0" r="r" b="b"/>
            <a:pathLst>
              <a:path w="10" h="109">
                <a:moveTo>
                  <a:pt x="9" y="7"/>
                </a:moveTo>
                <a:cubicBezTo>
                  <a:pt x="9" y="7"/>
                  <a:pt x="10" y="7"/>
                  <a:pt x="10" y="8"/>
                </a:cubicBezTo>
                <a:lnTo>
                  <a:pt x="10" y="101"/>
                </a:lnTo>
                <a:lnTo>
                  <a:pt x="9" y="101"/>
                </a:lnTo>
                <a:cubicBezTo>
                  <a:pt x="6" y="104"/>
                  <a:pt x="2" y="107"/>
                  <a:pt x="0" y="109"/>
                </a:cubicBezTo>
                <a:lnTo>
                  <a:pt x="0" y="0"/>
                </a:lnTo>
                <a:cubicBezTo>
                  <a:pt x="2" y="2"/>
                  <a:pt x="6" y="4"/>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6" name=""/>
          <p:cNvSpPr/>
          <p:nvPr/>
        </p:nvSpPr>
        <p:spPr>
          <a:xfrm>
            <a:off x="1383840" y="1274040"/>
            <a:ext cx="3600" cy="33480"/>
          </a:xfrm>
          <a:custGeom>
            <a:avLst/>
            <a:gdLst/>
            <a:ahLst/>
            <a:rect l="0" t="0" r="r" b="b"/>
            <a:pathLst>
              <a:path w="10" h="93">
                <a:moveTo>
                  <a:pt x="10" y="11"/>
                </a:moveTo>
                <a:lnTo>
                  <a:pt x="10" y="81"/>
                </a:lnTo>
                <a:cubicBezTo>
                  <a:pt x="8" y="85"/>
                  <a:pt x="3" y="89"/>
                  <a:pt x="0" y="93"/>
                </a:cubicBezTo>
                <a:lnTo>
                  <a:pt x="0" y="0"/>
                </a:lnTo>
                <a:cubicBezTo>
                  <a:pt x="3" y="3"/>
                  <a:pt x="8" y="7"/>
                  <a:pt x="10" y="11"/>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7" name=""/>
          <p:cNvSpPr/>
          <p:nvPr/>
        </p:nvSpPr>
        <p:spPr>
          <a:xfrm>
            <a:off x="1387080" y="1278000"/>
            <a:ext cx="3600" cy="25200"/>
          </a:xfrm>
          <a:custGeom>
            <a:avLst/>
            <a:gdLst/>
            <a:ahLst/>
            <a:rect l="0" t="0" r="r" b="b"/>
            <a:pathLst>
              <a:path w="10" h="70">
                <a:moveTo>
                  <a:pt x="10" y="36"/>
                </a:moveTo>
                <a:cubicBezTo>
                  <a:pt x="10" y="48"/>
                  <a:pt x="7" y="60"/>
                  <a:pt x="0" y="70"/>
                </a:cubicBezTo>
                <a:lnTo>
                  <a:pt x="0" y="0"/>
                </a:lnTo>
                <a:cubicBezTo>
                  <a:pt x="7" y="11"/>
                  <a:pt x="10" y="23"/>
                  <a:pt x="10" y="36"/>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08" name=""/>
          <p:cNvSpPr txBox="1"/>
          <p:nvPr/>
        </p:nvSpPr>
        <p:spPr>
          <a:xfrm>
            <a:off x="3133440" y="752400"/>
            <a:ext cx="359424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」という⾔葉の由来</a:t>
            </a:r>
            <a:endParaRPr lang="en-US" sz="3150" b="0" u="none" strike="noStrike">
              <a:solidFill>
                <a:srgbClr val="000000"/>
              </a:solidFill>
              <a:effectLst/>
              <a:uFillTx/>
              <a:latin typeface="游明朝体"/>
            </a:endParaRPr>
          </a:p>
        </p:txBody>
      </p:sp>
      <p:sp>
        <p:nvSpPr>
          <p:cNvPr id="5309"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20</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3" name=""/>
          <p:cNvSpPr/>
          <p:nvPr/>
        </p:nvSpPr>
        <p:spPr>
          <a:xfrm>
            <a:off x="57132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2EF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4" name=""/>
          <p:cNvSpPr/>
          <p:nvPr/>
        </p:nvSpPr>
        <p:spPr>
          <a:xfrm>
            <a:off x="91764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5" name=""/>
          <p:cNvSpPr/>
          <p:nvPr/>
        </p:nvSpPr>
        <p:spPr>
          <a:xfrm>
            <a:off x="126432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3F0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6" name=""/>
          <p:cNvSpPr/>
          <p:nvPr/>
        </p:nvSpPr>
        <p:spPr>
          <a:xfrm>
            <a:off x="161064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3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7" name=""/>
          <p:cNvSpPr/>
          <p:nvPr/>
        </p:nvSpPr>
        <p:spPr>
          <a:xfrm>
            <a:off x="195732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4F1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8" name=""/>
          <p:cNvSpPr/>
          <p:nvPr/>
        </p:nvSpPr>
        <p:spPr>
          <a:xfrm>
            <a:off x="230364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4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19" name=""/>
          <p:cNvSpPr/>
          <p:nvPr/>
        </p:nvSpPr>
        <p:spPr>
          <a:xfrm>
            <a:off x="265032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5F2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0" name=""/>
          <p:cNvSpPr/>
          <p:nvPr/>
        </p:nvSpPr>
        <p:spPr>
          <a:xfrm>
            <a:off x="299664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5F3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1" name=""/>
          <p:cNvSpPr/>
          <p:nvPr/>
        </p:nvSpPr>
        <p:spPr>
          <a:xfrm>
            <a:off x="3342960" y="6038640"/>
            <a:ext cx="693360" cy="733680"/>
          </a:xfrm>
          <a:custGeom>
            <a:avLst/>
            <a:gdLst/>
            <a:ahLst/>
            <a:rect l="0" t="0" r="r" b="b"/>
            <a:pathLst>
              <a:path w="1926" h="2038">
                <a:moveTo>
                  <a:pt x="1926" y="0"/>
                </a:moveTo>
                <a:lnTo>
                  <a:pt x="1926" y="2038"/>
                </a:lnTo>
                <a:lnTo>
                  <a:pt x="0" y="2038"/>
                </a:lnTo>
                <a:lnTo>
                  <a:pt x="0" y="0"/>
                </a:lnTo>
                <a:lnTo>
                  <a:pt x="1926" y="0"/>
                </a:lnTo>
                <a:close/>
              </a:path>
            </a:pathLst>
          </a:custGeom>
          <a:solidFill>
            <a:srgbClr val="F6F4FB"/>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2" name=""/>
          <p:cNvSpPr/>
          <p:nvPr/>
        </p:nvSpPr>
        <p:spPr>
          <a:xfrm>
            <a:off x="403596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6F4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3" name=""/>
          <p:cNvSpPr/>
          <p:nvPr/>
        </p:nvSpPr>
        <p:spPr>
          <a:xfrm>
            <a:off x="438264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4" name=""/>
          <p:cNvSpPr/>
          <p:nvPr/>
        </p:nvSpPr>
        <p:spPr>
          <a:xfrm>
            <a:off x="472896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7F5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5" name=""/>
          <p:cNvSpPr/>
          <p:nvPr/>
        </p:nvSpPr>
        <p:spPr>
          <a:xfrm>
            <a:off x="507528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7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6" name=""/>
          <p:cNvSpPr/>
          <p:nvPr/>
        </p:nvSpPr>
        <p:spPr>
          <a:xfrm>
            <a:off x="542196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8F6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7" name=""/>
          <p:cNvSpPr/>
          <p:nvPr/>
        </p:nvSpPr>
        <p:spPr>
          <a:xfrm>
            <a:off x="576828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8F7FC"/>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8" name=""/>
          <p:cNvSpPr/>
          <p:nvPr/>
        </p:nvSpPr>
        <p:spPr>
          <a:xfrm>
            <a:off x="611496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9F7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29" name=""/>
          <p:cNvSpPr/>
          <p:nvPr/>
        </p:nvSpPr>
        <p:spPr>
          <a:xfrm>
            <a:off x="646128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9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0" name=""/>
          <p:cNvSpPr/>
          <p:nvPr/>
        </p:nvSpPr>
        <p:spPr>
          <a:xfrm>
            <a:off x="680796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AF8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1" name=""/>
          <p:cNvSpPr/>
          <p:nvPr/>
        </p:nvSpPr>
        <p:spPr>
          <a:xfrm>
            <a:off x="715428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AF9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2" name=""/>
          <p:cNvSpPr/>
          <p:nvPr/>
        </p:nvSpPr>
        <p:spPr>
          <a:xfrm>
            <a:off x="7500600" y="6038640"/>
            <a:ext cx="693360" cy="733680"/>
          </a:xfrm>
          <a:custGeom>
            <a:avLst/>
            <a:gdLst/>
            <a:ahLst/>
            <a:rect l="0" t="0" r="r" b="b"/>
            <a:pathLst>
              <a:path w="1926" h="2038">
                <a:moveTo>
                  <a:pt x="1926" y="0"/>
                </a:moveTo>
                <a:lnTo>
                  <a:pt x="1926" y="2038"/>
                </a:lnTo>
                <a:lnTo>
                  <a:pt x="0" y="2038"/>
                </a:lnTo>
                <a:lnTo>
                  <a:pt x="0" y="0"/>
                </a:lnTo>
                <a:lnTo>
                  <a:pt x="1926" y="0"/>
                </a:lnTo>
                <a:close/>
              </a:path>
            </a:pathLst>
          </a:custGeom>
          <a:solidFill>
            <a:srgbClr val="FBFAFD"/>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3" name=""/>
          <p:cNvSpPr/>
          <p:nvPr/>
        </p:nvSpPr>
        <p:spPr>
          <a:xfrm>
            <a:off x="819360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BF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4" name=""/>
          <p:cNvSpPr/>
          <p:nvPr/>
        </p:nvSpPr>
        <p:spPr>
          <a:xfrm>
            <a:off x="854028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5" name=""/>
          <p:cNvSpPr/>
          <p:nvPr/>
        </p:nvSpPr>
        <p:spPr>
          <a:xfrm>
            <a:off x="888660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CFB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6" name=""/>
          <p:cNvSpPr/>
          <p:nvPr/>
        </p:nvSpPr>
        <p:spPr>
          <a:xfrm>
            <a:off x="923328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C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7" name=""/>
          <p:cNvSpPr/>
          <p:nvPr/>
        </p:nvSpPr>
        <p:spPr>
          <a:xfrm>
            <a:off x="957960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DFC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8" name=""/>
          <p:cNvSpPr/>
          <p:nvPr/>
        </p:nvSpPr>
        <p:spPr>
          <a:xfrm>
            <a:off x="992592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D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39" name=""/>
          <p:cNvSpPr/>
          <p:nvPr/>
        </p:nvSpPr>
        <p:spPr>
          <a:xfrm>
            <a:off x="10272600" y="6038640"/>
            <a:ext cx="346680" cy="733680"/>
          </a:xfrm>
          <a:custGeom>
            <a:avLst/>
            <a:gdLst/>
            <a:ahLst/>
            <a:rect l="0" t="0" r="r" b="b"/>
            <a:pathLst>
              <a:path w="963" h="2038">
                <a:moveTo>
                  <a:pt x="963" y="0"/>
                </a:moveTo>
                <a:lnTo>
                  <a:pt x="963" y="2038"/>
                </a:lnTo>
                <a:lnTo>
                  <a:pt x="0" y="2038"/>
                </a:lnTo>
                <a:lnTo>
                  <a:pt x="0" y="0"/>
                </a:lnTo>
                <a:lnTo>
                  <a:pt x="963" y="0"/>
                </a:lnTo>
                <a:close/>
              </a:path>
            </a:pathLst>
          </a:custGeom>
          <a:solidFill>
            <a:srgbClr val="FEF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40" name=""/>
          <p:cNvSpPr/>
          <p:nvPr/>
        </p:nvSpPr>
        <p:spPr>
          <a:xfrm>
            <a:off x="10618920" y="6038640"/>
            <a:ext cx="347040" cy="733680"/>
          </a:xfrm>
          <a:custGeom>
            <a:avLst/>
            <a:gdLst/>
            <a:ahLst/>
            <a:rect l="0" t="0" r="r" b="b"/>
            <a:pathLst>
              <a:path w="964" h="2038">
                <a:moveTo>
                  <a:pt x="964" y="0"/>
                </a:moveTo>
                <a:lnTo>
                  <a:pt x="964" y="2038"/>
                </a:lnTo>
                <a:lnTo>
                  <a:pt x="0" y="2038"/>
                </a:lnTo>
                <a:lnTo>
                  <a:pt x="0" y="0"/>
                </a:lnTo>
                <a:lnTo>
                  <a:pt x="964" y="0"/>
                </a:lnTo>
                <a:close/>
              </a:path>
            </a:pathLst>
          </a:custGeom>
          <a:solidFill>
            <a:srgbClr val="FE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41" name=""/>
          <p:cNvSpPr/>
          <p:nvPr/>
        </p:nvSpPr>
        <p:spPr>
          <a:xfrm>
            <a:off x="10965600" y="6038640"/>
            <a:ext cx="693000" cy="733680"/>
          </a:xfrm>
          <a:custGeom>
            <a:avLst/>
            <a:gdLst/>
            <a:ahLst/>
            <a:rect l="0" t="0" r="r" b="b"/>
            <a:pathLst>
              <a:path w="1925" h="2038">
                <a:moveTo>
                  <a:pt x="1820" y="0"/>
                </a:moveTo>
                <a:cubicBezTo>
                  <a:pt x="1849" y="0"/>
                  <a:pt x="1874" y="10"/>
                  <a:pt x="1894" y="31"/>
                </a:cubicBezTo>
                <a:cubicBezTo>
                  <a:pt x="1915" y="52"/>
                  <a:pt x="1925" y="77"/>
                  <a:pt x="1925" y="106"/>
                </a:cubicBezTo>
                <a:lnTo>
                  <a:pt x="1925" y="1933"/>
                </a:lnTo>
                <a:cubicBezTo>
                  <a:pt x="1925" y="1962"/>
                  <a:pt x="1915" y="1987"/>
                  <a:pt x="1894" y="2007"/>
                </a:cubicBezTo>
                <a:cubicBezTo>
                  <a:pt x="1874" y="2028"/>
                  <a:pt x="1849" y="2038"/>
                  <a:pt x="1820" y="2038"/>
                </a:cubicBezTo>
                <a:lnTo>
                  <a:pt x="0" y="2038"/>
                </a:lnTo>
                <a:lnTo>
                  <a:pt x="0" y="0"/>
                </a:lnTo>
                <a:lnTo>
                  <a:pt x="1820" y="0"/>
                </a:lnTo>
                <a:close/>
              </a:path>
            </a:pathLst>
          </a:custGeom>
          <a:solidFill>
            <a:srgbClr val="FFFE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42" name=""/>
          <p:cNvSpPr/>
          <p:nvPr/>
        </p:nvSpPr>
        <p:spPr>
          <a:xfrm>
            <a:off x="533160" y="6038640"/>
            <a:ext cx="38520" cy="733680"/>
          </a:xfrm>
          <a:custGeom>
            <a:avLst/>
            <a:gdLst/>
            <a:ahLst/>
            <a:rect l="0" t="0" r="r" b="b"/>
            <a:pathLst>
              <a:path w="107" h="2038">
                <a:moveTo>
                  <a:pt x="0" y="0"/>
                </a:moveTo>
                <a:lnTo>
                  <a:pt x="107" y="0"/>
                </a:lnTo>
                <a:lnTo>
                  <a:pt x="107" y="2038"/>
                </a:lnTo>
                <a:lnTo>
                  <a:pt x="0" y="2038"/>
                </a:lnTo>
                <a:lnTo>
                  <a:pt x="0" y="0"/>
                </a:ln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43" name=""/>
          <p:cNvSpPr/>
          <p:nvPr/>
        </p:nvSpPr>
        <p:spPr>
          <a:xfrm>
            <a:off x="1514520" y="1295280"/>
            <a:ext cx="4572000" cy="4372200"/>
          </a:xfrm>
          <a:custGeom>
            <a:avLst/>
            <a:gdLst/>
            <a:ahLst/>
            <a:rect l="0" t="0" r="r" b="b"/>
            <a:pathLst>
              <a:path w="12700" h="12145">
                <a:moveTo>
                  <a:pt x="0" y="0"/>
                </a:moveTo>
                <a:lnTo>
                  <a:pt x="12700" y="0"/>
                </a:lnTo>
                <a:lnTo>
                  <a:pt x="12700" y="12145"/>
                </a:lnTo>
                <a:lnTo>
                  <a:pt x="0" y="12145"/>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44" name=""/>
          <p:cNvSpPr/>
          <p:nvPr/>
        </p:nvSpPr>
        <p:spPr>
          <a:xfrm>
            <a:off x="4150080" y="2351160"/>
            <a:ext cx="780480" cy="646200"/>
          </a:xfrm>
          <a:custGeom>
            <a:avLst/>
            <a:gdLst/>
            <a:ahLst/>
            <a:rect l="0" t="0" r="r" b="b"/>
            <a:pathLst>
              <a:path w="2168" h="1795">
                <a:moveTo>
                  <a:pt x="20" y="0"/>
                </a:moveTo>
                <a:lnTo>
                  <a:pt x="40" y="2"/>
                </a:lnTo>
                <a:cubicBezTo>
                  <a:pt x="45" y="3"/>
                  <a:pt x="49" y="5"/>
                  <a:pt x="52" y="9"/>
                </a:cubicBezTo>
                <a:cubicBezTo>
                  <a:pt x="55" y="13"/>
                  <a:pt x="57" y="18"/>
                  <a:pt x="56" y="23"/>
                </a:cubicBezTo>
                <a:cubicBezTo>
                  <a:pt x="56" y="28"/>
                  <a:pt x="53" y="32"/>
                  <a:pt x="49" y="36"/>
                </a:cubicBezTo>
                <a:cubicBezTo>
                  <a:pt x="45" y="39"/>
                  <a:pt x="41" y="40"/>
                  <a:pt x="36" y="40"/>
                </a:cubicBezTo>
                <a:lnTo>
                  <a:pt x="16" y="37"/>
                </a:lnTo>
                <a:cubicBezTo>
                  <a:pt x="11" y="37"/>
                  <a:pt x="7" y="35"/>
                  <a:pt x="4" y="31"/>
                </a:cubicBezTo>
                <a:cubicBezTo>
                  <a:pt x="0" y="26"/>
                  <a:pt x="-1" y="22"/>
                  <a:pt x="0" y="17"/>
                </a:cubicBezTo>
                <a:cubicBezTo>
                  <a:pt x="0" y="12"/>
                  <a:pt x="3" y="7"/>
                  <a:pt x="7" y="4"/>
                </a:cubicBezTo>
                <a:cubicBezTo>
                  <a:pt x="11" y="1"/>
                  <a:pt x="15" y="0"/>
                  <a:pt x="20" y="0"/>
                </a:cubicBezTo>
                <a:moveTo>
                  <a:pt x="174" y="20"/>
                </a:moveTo>
                <a:lnTo>
                  <a:pt x="193" y="22"/>
                </a:lnTo>
                <a:cubicBezTo>
                  <a:pt x="198" y="23"/>
                  <a:pt x="202" y="26"/>
                  <a:pt x="205" y="30"/>
                </a:cubicBezTo>
                <a:cubicBezTo>
                  <a:pt x="208" y="34"/>
                  <a:pt x="209" y="38"/>
                  <a:pt x="209" y="44"/>
                </a:cubicBezTo>
                <a:cubicBezTo>
                  <a:pt x="208" y="49"/>
                  <a:pt x="205" y="53"/>
                  <a:pt x="201" y="56"/>
                </a:cubicBezTo>
                <a:cubicBezTo>
                  <a:pt x="197" y="59"/>
                  <a:pt x="193" y="60"/>
                  <a:pt x="187" y="59"/>
                </a:cubicBezTo>
                <a:lnTo>
                  <a:pt x="169" y="57"/>
                </a:lnTo>
                <a:cubicBezTo>
                  <a:pt x="164" y="56"/>
                  <a:pt x="159" y="53"/>
                  <a:pt x="156" y="49"/>
                </a:cubicBezTo>
                <a:cubicBezTo>
                  <a:pt x="153" y="45"/>
                  <a:pt x="152" y="41"/>
                  <a:pt x="153" y="35"/>
                </a:cubicBezTo>
                <a:cubicBezTo>
                  <a:pt x="154" y="30"/>
                  <a:pt x="156" y="26"/>
                  <a:pt x="160" y="23"/>
                </a:cubicBezTo>
                <a:cubicBezTo>
                  <a:pt x="164" y="20"/>
                  <a:pt x="169" y="19"/>
                  <a:pt x="174" y="20"/>
                </a:cubicBezTo>
                <a:moveTo>
                  <a:pt x="322" y="44"/>
                </a:moveTo>
                <a:lnTo>
                  <a:pt x="340" y="47"/>
                </a:lnTo>
                <a:cubicBezTo>
                  <a:pt x="345" y="48"/>
                  <a:pt x="349" y="50"/>
                  <a:pt x="352" y="55"/>
                </a:cubicBezTo>
                <a:cubicBezTo>
                  <a:pt x="355" y="59"/>
                  <a:pt x="356" y="64"/>
                  <a:pt x="355" y="69"/>
                </a:cubicBezTo>
                <a:cubicBezTo>
                  <a:pt x="354" y="74"/>
                  <a:pt x="352" y="78"/>
                  <a:pt x="348" y="81"/>
                </a:cubicBezTo>
                <a:cubicBezTo>
                  <a:pt x="343" y="84"/>
                  <a:pt x="339" y="85"/>
                  <a:pt x="334" y="84"/>
                </a:cubicBezTo>
                <a:lnTo>
                  <a:pt x="316" y="80"/>
                </a:lnTo>
                <a:cubicBezTo>
                  <a:pt x="310" y="79"/>
                  <a:pt x="306" y="77"/>
                  <a:pt x="304" y="73"/>
                </a:cubicBezTo>
                <a:cubicBezTo>
                  <a:pt x="301" y="68"/>
                  <a:pt x="300" y="64"/>
                  <a:pt x="301" y="59"/>
                </a:cubicBezTo>
                <a:cubicBezTo>
                  <a:pt x="301" y="54"/>
                  <a:pt x="304" y="50"/>
                  <a:pt x="308" y="47"/>
                </a:cubicBezTo>
                <a:cubicBezTo>
                  <a:pt x="313" y="44"/>
                  <a:pt x="317" y="43"/>
                  <a:pt x="322" y="44"/>
                </a:cubicBezTo>
                <a:moveTo>
                  <a:pt x="466" y="72"/>
                </a:moveTo>
                <a:lnTo>
                  <a:pt x="485" y="76"/>
                </a:lnTo>
                <a:cubicBezTo>
                  <a:pt x="490" y="78"/>
                  <a:pt x="494" y="80"/>
                  <a:pt x="496" y="85"/>
                </a:cubicBezTo>
                <a:cubicBezTo>
                  <a:pt x="499" y="89"/>
                  <a:pt x="500" y="94"/>
                  <a:pt x="499" y="99"/>
                </a:cubicBezTo>
                <a:cubicBezTo>
                  <a:pt x="498" y="104"/>
                  <a:pt x="495" y="108"/>
                  <a:pt x="491" y="111"/>
                </a:cubicBezTo>
                <a:cubicBezTo>
                  <a:pt x="486" y="113"/>
                  <a:pt x="482" y="114"/>
                  <a:pt x="476" y="113"/>
                </a:cubicBezTo>
                <a:lnTo>
                  <a:pt x="458" y="109"/>
                </a:lnTo>
                <a:cubicBezTo>
                  <a:pt x="453" y="108"/>
                  <a:pt x="449" y="105"/>
                  <a:pt x="446" y="101"/>
                </a:cubicBezTo>
                <a:cubicBezTo>
                  <a:pt x="443" y="96"/>
                  <a:pt x="442" y="91"/>
                  <a:pt x="444" y="86"/>
                </a:cubicBezTo>
                <a:cubicBezTo>
                  <a:pt x="445" y="81"/>
                  <a:pt x="447" y="78"/>
                  <a:pt x="452" y="75"/>
                </a:cubicBezTo>
                <a:cubicBezTo>
                  <a:pt x="456" y="72"/>
                  <a:pt x="461" y="71"/>
                  <a:pt x="466" y="72"/>
                </a:cubicBezTo>
                <a:moveTo>
                  <a:pt x="616" y="109"/>
                </a:moveTo>
                <a:lnTo>
                  <a:pt x="634" y="114"/>
                </a:lnTo>
                <a:cubicBezTo>
                  <a:pt x="639" y="115"/>
                  <a:pt x="643" y="118"/>
                  <a:pt x="646" y="123"/>
                </a:cubicBezTo>
                <a:cubicBezTo>
                  <a:pt x="648" y="127"/>
                  <a:pt x="649" y="132"/>
                  <a:pt x="647" y="137"/>
                </a:cubicBezTo>
                <a:cubicBezTo>
                  <a:pt x="646" y="142"/>
                  <a:pt x="643" y="146"/>
                  <a:pt x="639" y="148"/>
                </a:cubicBezTo>
                <a:cubicBezTo>
                  <a:pt x="634" y="151"/>
                  <a:pt x="629" y="151"/>
                  <a:pt x="624" y="150"/>
                </a:cubicBezTo>
                <a:lnTo>
                  <a:pt x="606" y="145"/>
                </a:lnTo>
                <a:cubicBezTo>
                  <a:pt x="601" y="144"/>
                  <a:pt x="597" y="141"/>
                  <a:pt x="595" y="136"/>
                </a:cubicBezTo>
                <a:cubicBezTo>
                  <a:pt x="592" y="132"/>
                  <a:pt x="592" y="127"/>
                  <a:pt x="593" y="122"/>
                </a:cubicBezTo>
                <a:cubicBezTo>
                  <a:pt x="594" y="117"/>
                  <a:pt x="597" y="113"/>
                  <a:pt x="602" y="111"/>
                </a:cubicBezTo>
                <a:cubicBezTo>
                  <a:pt x="606" y="108"/>
                  <a:pt x="611" y="108"/>
                  <a:pt x="616" y="109"/>
                </a:cubicBezTo>
                <a:moveTo>
                  <a:pt x="760" y="152"/>
                </a:moveTo>
                <a:lnTo>
                  <a:pt x="777" y="157"/>
                </a:lnTo>
                <a:cubicBezTo>
                  <a:pt x="782" y="159"/>
                  <a:pt x="786" y="162"/>
                  <a:pt x="788" y="166"/>
                </a:cubicBezTo>
                <a:cubicBezTo>
                  <a:pt x="790" y="171"/>
                  <a:pt x="791" y="176"/>
                  <a:pt x="789" y="181"/>
                </a:cubicBezTo>
                <a:cubicBezTo>
                  <a:pt x="787" y="186"/>
                  <a:pt x="784" y="189"/>
                  <a:pt x="780" y="192"/>
                </a:cubicBezTo>
                <a:cubicBezTo>
                  <a:pt x="775" y="194"/>
                  <a:pt x="770" y="194"/>
                  <a:pt x="766" y="193"/>
                </a:cubicBezTo>
                <a:lnTo>
                  <a:pt x="748" y="187"/>
                </a:lnTo>
                <a:cubicBezTo>
                  <a:pt x="743" y="185"/>
                  <a:pt x="740" y="182"/>
                  <a:pt x="737" y="178"/>
                </a:cubicBezTo>
                <a:cubicBezTo>
                  <a:pt x="735" y="173"/>
                  <a:pt x="735" y="168"/>
                  <a:pt x="736" y="163"/>
                </a:cubicBezTo>
                <a:cubicBezTo>
                  <a:pt x="738" y="159"/>
                  <a:pt x="741" y="155"/>
                  <a:pt x="745" y="153"/>
                </a:cubicBezTo>
                <a:cubicBezTo>
                  <a:pt x="750" y="150"/>
                  <a:pt x="755" y="150"/>
                  <a:pt x="760" y="152"/>
                </a:cubicBezTo>
                <a:moveTo>
                  <a:pt x="899" y="201"/>
                </a:moveTo>
                <a:lnTo>
                  <a:pt x="917" y="208"/>
                </a:lnTo>
                <a:cubicBezTo>
                  <a:pt x="922" y="209"/>
                  <a:pt x="926" y="213"/>
                  <a:pt x="928" y="217"/>
                </a:cubicBezTo>
                <a:cubicBezTo>
                  <a:pt x="930" y="222"/>
                  <a:pt x="930" y="227"/>
                  <a:pt x="928" y="232"/>
                </a:cubicBezTo>
                <a:cubicBezTo>
                  <a:pt x="926" y="237"/>
                  <a:pt x="923" y="240"/>
                  <a:pt x="918" y="242"/>
                </a:cubicBezTo>
                <a:cubicBezTo>
                  <a:pt x="913" y="244"/>
                  <a:pt x="909" y="244"/>
                  <a:pt x="904" y="242"/>
                </a:cubicBezTo>
                <a:lnTo>
                  <a:pt x="886" y="235"/>
                </a:lnTo>
                <a:cubicBezTo>
                  <a:pt x="881" y="234"/>
                  <a:pt x="878" y="230"/>
                  <a:pt x="876" y="226"/>
                </a:cubicBezTo>
                <a:cubicBezTo>
                  <a:pt x="873" y="221"/>
                  <a:pt x="873" y="216"/>
                  <a:pt x="875" y="211"/>
                </a:cubicBezTo>
                <a:cubicBezTo>
                  <a:pt x="877" y="207"/>
                  <a:pt x="880" y="203"/>
                  <a:pt x="885" y="201"/>
                </a:cubicBezTo>
                <a:cubicBezTo>
                  <a:pt x="890" y="199"/>
                  <a:pt x="895" y="199"/>
                  <a:pt x="899" y="201"/>
                </a:cubicBezTo>
                <a:moveTo>
                  <a:pt x="1041" y="260"/>
                </a:moveTo>
                <a:lnTo>
                  <a:pt x="1058" y="267"/>
                </a:lnTo>
                <a:cubicBezTo>
                  <a:pt x="1062" y="269"/>
                  <a:pt x="1066" y="273"/>
                  <a:pt x="1067" y="278"/>
                </a:cubicBezTo>
                <a:cubicBezTo>
                  <a:pt x="1069" y="283"/>
                  <a:pt x="1069" y="287"/>
                  <a:pt x="1067" y="292"/>
                </a:cubicBezTo>
                <a:cubicBezTo>
                  <a:pt x="1065" y="297"/>
                  <a:pt x="1061" y="300"/>
                  <a:pt x="1056" y="302"/>
                </a:cubicBezTo>
                <a:cubicBezTo>
                  <a:pt x="1052" y="304"/>
                  <a:pt x="1047" y="303"/>
                  <a:pt x="1042" y="301"/>
                </a:cubicBezTo>
                <a:lnTo>
                  <a:pt x="1025" y="293"/>
                </a:lnTo>
                <a:cubicBezTo>
                  <a:pt x="1020" y="291"/>
                  <a:pt x="1017" y="288"/>
                  <a:pt x="1015" y="283"/>
                </a:cubicBezTo>
                <a:cubicBezTo>
                  <a:pt x="1014" y="278"/>
                  <a:pt x="1014" y="273"/>
                  <a:pt x="1016" y="269"/>
                </a:cubicBezTo>
                <a:cubicBezTo>
                  <a:pt x="1018" y="264"/>
                  <a:pt x="1022" y="261"/>
                  <a:pt x="1026" y="259"/>
                </a:cubicBezTo>
                <a:cubicBezTo>
                  <a:pt x="1031" y="257"/>
                  <a:pt x="1036" y="257"/>
                  <a:pt x="1041" y="260"/>
                </a:cubicBezTo>
                <a:moveTo>
                  <a:pt x="1174" y="325"/>
                </a:moveTo>
                <a:cubicBezTo>
                  <a:pt x="1179" y="328"/>
                  <a:pt x="1185" y="331"/>
                  <a:pt x="1190" y="334"/>
                </a:cubicBezTo>
                <a:cubicBezTo>
                  <a:pt x="1194" y="336"/>
                  <a:pt x="1197" y="340"/>
                  <a:pt x="1199" y="345"/>
                </a:cubicBezTo>
                <a:cubicBezTo>
                  <a:pt x="1200" y="350"/>
                  <a:pt x="1200" y="355"/>
                  <a:pt x="1197" y="359"/>
                </a:cubicBezTo>
                <a:cubicBezTo>
                  <a:pt x="1195" y="364"/>
                  <a:pt x="1191" y="367"/>
                  <a:pt x="1186" y="368"/>
                </a:cubicBezTo>
                <a:cubicBezTo>
                  <a:pt x="1181" y="370"/>
                  <a:pt x="1177" y="369"/>
                  <a:pt x="1172" y="367"/>
                </a:cubicBezTo>
                <a:cubicBezTo>
                  <a:pt x="1167" y="364"/>
                  <a:pt x="1162" y="361"/>
                  <a:pt x="1156" y="358"/>
                </a:cubicBezTo>
                <a:cubicBezTo>
                  <a:pt x="1152" y="356"/>
                  <a:pt x="1149" y="352"/>
                  <a:pt x="1147" y="347"/>
                </a:cubicBezTo>
                <a:cubicBezTo>
                  <a:pt x="1146" y="342"/>
                  <a:pt x="1146" y="337"/>
                  <a:pt x="1149" y="333"/>
                </a:cubicBezTo>
                <a:cubicBezTo>
                  <a:pt x="1151" y="328"/>
                  <a:pt x="1155" y="325"/>
                  <a:pt x="1160" y="324"/>
                </a:cubicBezTo>
                <a:cubicBezTo>
                  <a:pt x="1165" y="322"/>
                  <a:pt x="1169" y="323"/>
                  <a:pt x="1174" y="325"/>
                </a:cubicBezTo>
                <a:moveTo>
                  <a:pt x="1305" y="401"/>
                </a:moveTo>
                <a:cubicBezTo>
                  <a:pt x="1310" y="404"/>
                  <a:pt x="1316" y="408"/>
                  <a:pt x="1321" y="411"/>
                </a:cubicBezTo>
                <a:cubicBezTo>
                  <a:pt x="1325" y="414"/>
                  <a:pt x="1328" y="418"/>
                  <a:pt x="1329" y="423"/>
                </a:cubicBezTo>
                <a:cubicBezTo>
                  <a:pt x="1330" y="428"/>
                  <a:pt x="1329" y="433"/>
                  <a:pt x="1327" y="437"/>
                </a:cubicBezTo>
                <a:cubicBezTo>
                  <a:pt x="1324" y="441"/>
                  <a:pt x="1320" y="444"/>
                  <a:pt x="1315" y="445"/>
                </a:cubicBezTo>
                <a:cubicBezTo>
                  <a:pt x="1310" y="446"/>
                  <a:pt x="1305" y="445"/>
                  <a:pt x="1301" y="443"/>
                </a:cubicBezTo>
                <a:cubicBezTo>
                  <a:pt x="1296" y="439"/>
                  <a:pt x="1290" y="436"/>
                  <a:pt x="1285" y="433"/>
                </a:cubicBezTo>
                <a:cubicBezTo>
                  <a:pt x="1281" y="430"/>
                  <a:pt x="1278" y="426"/>
                  <a:pt x="1277" y="421"/>
                </a:cubicBezTo>
                <a:cubicBezTo>
                  <a:pt x="1276" y="416"/>
                  <a:pt x="1276" y="411"/>
                  <a:pt x="1279" y="407"/>
                </a:cubicBezTo>
                <a:cubicBezTo>
                  <a:pt x="1282" y="403"/>
                  <a:pt x="1286" y="400"/>
                  <a:pt x="1291" y="399"/>
                </a:cubicBezTo>
                <a:cubicBezTo>
                  <a:pt x="1296" y="397"/>
                  <a:pt x="1301" y="398"/>
                  <a:pt x="1305" y="401"/>
                </a:cubicBezTo>
                <a:moveTo>
                  <a:pt x="1429" y="486"/>
                </a:moveTo>
                <a:cubicBezTo>
                  <a:pt x="1434" y="490"/>
                  <a:pt x="1439" y="493"/>
                  <a:pt x="1444" y="497"/>
                </a:cubicBezTo>
                <a:cubicBezTo>
                  <a:pt x="1449" y="500"/>
                  <a:pt x="1451" y="504"/>
                  <a:pt x="1452" y="510"/>
                </a:cubicBezTo>
                <a:cubicBezTo>
                  <a:pt x="1452" y="515"/>
                  <a:pt x="1451" y="519"/>
                  <a:pt x="1448" y="523"/>
                </a:cubicBezTo>
                <a:cubicBezTo>
                  <a:pt x="1445" y="528"/>
                  <a:pt x="1441" y="530"/>
                  <a:pt x="1436" y="531"/>
                </a:cubicBezTo>
                <a:cubicBezTo>
                  <a:pt x="1431" y="531"/>
                  <a:pt x="1426" y="530"/>
                  <a:pt x="1422" y="527"/>
                </a:cubicBezTo>
                <a:cubicBezTo>
                  <a:pt x="1417" y="523"/>
                  <a:pt x="1412" y="520"/>
                  <a:pt x="1407" y="516"/>
                </a:cubicBezTo>
                <a:cubicBezTo>
                  <a:pt x="1403" y="513"/>
                  <a:pt x="1401" y="509"/>
                  <a:pt x="1400" y="504"/>
                </a:cubicBezTo>
                <a:cubicBezTo>
                  <a:pt x="1399" y="499"/>
                  <a:pt x="1400" y="494"/>
                  <a:pt x="1403" y="490"/>
                </a:cubicBezTo>
                <a:cubicBezTo>
                  <a:pt x="1406" y="486"/>
                  <a:pt x="1411" y="483"/>
                  <a:pt x="1416" y="483"/>
                </a:cubicBezTo>
                <a:cubicBezTo>
                  <a:pt x="1421" y="482"/>
                  <a:pt x="1425" y="483"/>
                  <a:pt x="1429" y="486"/>
                </a:cubicBezTo>
                <a:moveTo>
                  <a:pt x="1546" y="580"/>
                </a:moveTo>
                <a:cubicBezTo>
                  <a:pt x="1551" y="584"/>
                  <a:pt x="1556" y="588"/>
                  <a:pt x="1560" y="593"/>
                </a:cubicBezTo>
                <a:cubicBezTo>
                  <a:pt x="1564" y="596"/>
                  <a:pt x="1566" y="600"/>
                  <a:pt x="1567" y="605"/>
                </a:cubicBezTo>
                <a:cubicBezTo>
                  <a:pt x="1567" y="611"/>
                  <a:pt x="1565" y="615"/>
                  <a:pt x="1562" y="619"/>
                </a:cubicBezTo>
                <a:cubicBezTo>
                  <a:pt x="1559" y="623"/>
                  <a:pt x="1554" y="625"/>
                  <a:pt x="1549" y="625"/>
                </a:cubicBezTo>
                <a:cubicBezTo>
                  <a:pt x="1544" y="625"/>
                  <a:pt x="1539" y="624"/>
                  <a:pt x="1536" y="620"/>
                </a:cubicBezTo>
                <a:cubicBezTo>
                  <a:pt x="1531" y="616"/>
                  <a:pt x="1526" y="612"/>
                  <a:pt x="1522" y="608"/>
                </a:cubicBezTo>
                <a:cubicBezTo>
                  <a:pt x="1518" y="605"/>
                  <a:pt x="1516" y="600"/>
                  <a:pt x="1515" y="595"/>
                </a:cubicBezTo>
                <a:cubicBezTo>
                  <a:pt x="1515" y="590"/>
                  <a:pt x="1516" y="586"/>
                  <a:pt x="1520" y="582"/>
                </a:cubicBezTo>
                <a:cubicBezTo>
                  <a:pt x="1523" y="578"/>
                  <a:pt x="1528" y="576"/>
                  <a:pt x="1533" y="575"/>
                </a:cubicBezTo>
                <a:cubicBezTo>
                  <a:pt x="1538" y="575"/>
                  <a:pt x="1542" y="577"/>
                  <a:pt x="1546" y="580"/>
                </a:cubicBezTo>
                <a:moveTo>
                  <a:pt x="1656" y="684"/>
                </a:moveTo>
                <a:cubicBezTo>
                  <a:pt x="1660" y="689"/>
                  <a:pt x="1665" y="693"/>
                  <a:pt x="1669" y="698"/>
                </a:cubicBezTo>
                <a:cubicBezTo>
                  <a:pt x="1672" y="702"/>
                  <a:pt x="1674" y="706"/>
                  <a:pt x="1674" y="711"/>
                </a:cubicBezTo>
                <a:cubicBezTo>
                  <a:pt x="1674" y="716"/>
                  <a:pt x="1672" y="721"/>
                  <a:pt x="1668" y="724"/>
                </a:cubicBezTo>
                <a:cubicBezTo>
                  <a:pt x="1664" y="728"/>
                  <a:pt x="1660" y="730"/>
                  <a:pt x="1655" y="729"/>
                </a:cubicBezTo>
                <a:cubicBezTo>
                  <a:pt x="1650" y="729"/>
                  <a:pt x="1645" y="727"/>
                  <a:pt x="1642" y="724"/>
                </a:cubicBezTo>
                <a:cubicBezTo>
                  <a:pt x="1638" y="719"/>
                  <a:pt x="1633" y="715"/>
                  <a:pt x="1629" y="710"/>
                </a:cubicBezTo>
                <a:cubicBezTo>
                  <a:pt x="1625" y="707"/>
                  <a:pt x="1624" y="702"/>
                  <a:pt x="1624" y="697"/>
                </a:cubicBezTo>
                <a:cubicBezTo>
                  <a:pt x="1624" y="692"/>
                  <a:pt x="1626" y="687"/>
                  <a:pt x="1630" y="684"/>
                </a:cubicBezTo>
                <a:cubicBezTo>
                  <a:pt x="1633" y="680"/>
                  <a:pt x="1638" y="679"/>
                  <a:pt x="1643" y="679"/>
                </a:cubicBezTo>
                <a:cubicBezTo>
                  <a:pt x="1648" y="679"/>
                  <a:pt x="1652" y="681"/>
                  <a:pt x="1656" y="684"/>
                </a:cubicBezTo>
                <a:moveTo>
                  <a:pt x="1756" y="797"/>
                </a:moveTo>
                <a:cubicBezTo>
                  <a:pt x="1760" y="802"/>
                  <a:pt x="1764" y="807"/>
                  <a:pt x="1767" y="812"/>
                </a:cubicBezTo>
                <a:cubicBezTo>
                  <a:pt x="1771" y="816"/>
                  <a:pt x="1772" y="820"/>
                  <a:pt x="1771" y="825"/>
                </a:cubicBezTo>
                <a:cubicBezTo>
                  <a:pt x="1771" y="830"/>
                  <a:pt x="1768" y="835"/>
                  <a:pt x="1764" y="838"/>
                </a:cubicBezTo>
                <a:cubicBezTo>
                  <a:pt x="1760" y="841"/>
                  <a:pt x="1756" y="842"/>
                  <a:pt x="1751" y="842"/>
                </a:cubicBezTo>
                <a:cubicBezTo>
                  <a:pt x="1746" y="841"/>
                  <a:pt x="1741" y="839"/>
                  <a:pt x="1738" y="835"/>
                </a:cubicBezTo>
                <a:cubicBezTo>
                  <a:pt x="1734" y="830"/>
                  <a:pt x="1731" y="825"/>
                  <a:pt x="1727" y="821"/>
                </a:cubicBezTo>
                <a:cubicBezTo>
                  <a:pt x="1723" y="817"/>
                  <a:pt x="1722" y="812"/>
                  <a:pt x="1723" y="807"/>
                </a:cubicBezTo>
                <a:cubicBezTo>
                  <a:pt x="1723" y="802"/>
                  <a:pt x="1725" y="797"/>
                  <a:pt x="1729" y="794"/>
                </a:cubicBezTo>
                <a:cubicBezTo>
                  <a:pt x="1733" y="791"/>
                  <a:pt x="1738" y="790"/>
                  <a:pt x="1743" y="790"/>
                </a:cubicBezTo>
                <a:cubicBezTo>
                  <a:pt x="1748" y="791"/>
                  <a:pt x="1752" y="793"/>
                  <a:pt x="1756" y="797"/>
                </a:cubicBezTo>
                <a:moveTo>
                  <a:pt x="1845" y="918"/>
                </a:moveTo>
                <a:cubicBezTo>
                  <a:pt x="1849" y="923"/>
                  <a:pt x="1852" y="928"/>
                  <a:pt x="1856" y="933"/>
                </a:cubicBezTo>
                <a:cubicBezTo>
                  <a:pt x="1859" y="938"/>
                  <a:pt x="1860" y="942"/>
                  <a:pt x="1859" y="948"/>
                </a:cubicBezTo>
                <a:cubicBezTo>
                  <a:pt x="1858" y="953"/>
                  <a:pt x="1855" y="957"/>
                  <a:pt x="1851" y="959"/>
                </a:cubicBezTo>
                <a:cubicBezTo>
                  <a:pt x="1846" y="962"/>
                  <a:pt x="1842" y="963"/>
                  <a:pt x="1837" y="962"/>
                </a:cubicBezTo>
                <a:cubicBezTo>
                  <a:pt x="1832" y="961"/>
                  <a:pt x="1828" y="958"/>
                  <a:pt x="1825" y="954"/>
                </a:cubicBezTo>
                <a:cubicBezTo>
                  <a:pt x="1821" y="949"/>
                  <a:pt x="1818" y="944"/>
                  <a:pt x="1815" y="939"/>
                </a:cubicBezTo>
                <a:cubicBezTo>
                  <a:pt x="1812" y="935"/>
                  <a:pt x="1811" y="930"/>
                  <a:pt x="1812" y="925"/>
                </a:cubicBezTo>
                <a:cubicBezTo>
                  <a:pt x="1813" y="920"/>
                  <a:pt x="1815" y="916"/>
                  <a:pt x="1819" y="913"/>
                </a:cubicBezTo>
                <a:cubicBezTo>
                  <a:pt x="1824" y="910"/>
                  <a:pt x="1828" y="909"/>
                  <a:pt x="1833" y="910"/>
                </a:cubicBezTo>
                <a:cubicBezTo>
                  <a:pt x="1839" y="911"/>
                  <a:pt x="1843" y="914"/>
                  <a:pt x="1845" y="918"/>
                </a:cubicBezTo>
                <a:moveTo>
                  <a:pt x="1925" y="1047"/>
                </a:moveTo>
                <a:cubicBezTo>
                  <a:pt x="1928" y="1052"/>
                  <a:pt x="1931" y="1058"/>
                  <a:pt x="1934" y="1064"/>
                </a:cubicBezTo>
                <a:cubicBezTo>
                  <a:pt x="1937" y="1068"/>
                  <a:pt x="1937" y="1073"/>
                  <a:pt x="1936" y="1078"/>
                </a:cubicBezTo>
                <a:cubicBezTo>
                  <a:pt x="1934" y="1083"/>
                  <a:pt x="1932" y="1086"/>
                  <a:pt x="1927" y="1089"/>
                </a:cubicBezTo>
                <a:cubicBezTo>
                  <a:pt x="1922" y="1091"/>
                  <a:pt x="1918" y="1092"/>
                  <a:pt x="1913" y="1090"/>
                </a:cubicBezTo>
                <a:cubicBezTo>
                  <a:pt x="1908" y="1089"/>
                  <a:pt x="1904" y="1086"/>
                  <a:pt x="1902" y="1081"/>
                </a:cubicBezTo>
                <a:cubicBezTo>
                  <a:pt x="1899" y="1076"/>
                  <a:pt x="1896" y="1071"/>
                  <a:pt x="1893" y="1065"/>
                </a:cubicBezTo>
                <a:cubicBezTo>
                  <a:pt x="1890" y="1061"/>
                  <a:pt x="1889" y="1056"/>
                  <a:pt x="1891" y="1051"/>
                </a:cubicBezTo>
                <a:cubicBezTo>
                  <a:pt x="1892" y="1046"/>
                  <a:pt x="1895" y="1042"/>
                  <a:pt x="1900" y="1040"/>
                </a:cubicBezTo>
                <a:cubicBezTo>
                  <a:pt x="1904" y="1037"/>
                  <a:pt x="1909" y="1037"/>
                  <a:pt x="1914" y="1038"/>
                </a:cubicBezTo>
                <a:cubicBezTo>
                  <a:pt x="1919" y="1039"/>
                  <a:pt x="1923" y="1042"/>
                  <a:pt x="1925" y="1047"/>
                </a:cubicBezTo>
                <a:moveTo>
                  <a:pt x="1993" y="1180"/>
                </a:moveTo>
                <a:cubicBezTo>
                  <a:pt x="1996" y="1186"/>
                  <a:pt x="1998" y="1191"/>
                  <a:pt x="2001" y="1197"/>
                </a:cubicBezTo>
                <a:cubicBezTo>
                  <a:pt x="2003" y="1202"/>
                  <a:pt x="2003" y="1207"/>
                  <a:pt x="2001" y="1211"/>
                </a:cubicBezTo>
                <a:cubicBezTo>
                  <a:pt x="1999" y="1216"/>
                  <a:pt x="1996" y="1220"/>
                  <a:pt x="1991" y="1222"/>
                </a:cubicBezTo>
                <a:cubicBezTo>
                  <a:pt x="1987" y="1224"/>
                  <a:pt x="1982" y="1224"/>
                  <a:pt x="1977" y="1222"/>
                </a:cubicBezTo>
                <a:cubicBezTo>
                  <a:pt x="1972" y="1220"/>
                  <a:pt x="1969" y="1217"/>
                  <a:pt x="1967" y="1212"/>
                </a:cubicBezTo>
                <a:cubicBezTo>
                  <a:pt x="1964" y="1207"/>
                  <a:pt x="1962" y="1201"/>
                  <a:pt x="1959" y="1196"/>
                </a:cubicBezTo>
                <a:cubicBezTo>
                  <a:pt x="1957" y="1191"/>
                  <a:pt x="1957" y="1186"/>
                  <a:pt x="1958" y="1181"/>
                </a:cubicBezTo>
                <a:cubicBezTo>
                  <a:pt x="1960" y="1177"/>
                  <a:pt x="1963" y="1173"/>
                  <a:pt x="1968" y="1171"/>
                </a:cubicBezTo>
                <a:cubicBezTo>
                  <a:pt x="1973" y="1169"/>
                  <a:pt x="1978" y="1169"/>
                  <a:pt x="1982" y="1170"/>
                </a:cubicBezTo>
                <a:cubicBezTo>
                  <a:pt x="1987" y="1172"/>
                  <a:pt x="1991" y="1175"/>
                  <a:pt x="1993" y="1180"/>
                </a:cubicBezTo>
                <a:moveTo>
                  <a:pt x="2051" y="1320"/>
                </a:moveTo>
                <a:cubicBezTo>
                  <a:pt x="2053" y="1326"/>
                  <a:pt x="2055" y="1332"/>
                  <a:pt x="2057" y="1338"/>
                </a:cubicBezTo>
                <a:cubicBezTo>
                  <a:pt x="2059" y="1343"/>
                  <a:pt x="2059" y="1347"/>
                  <a:pt x="2057" y="1352"/>
                </a:cubicBezTo>
                <a:cubicBezTo>
                  <a:pt x="2055" y="1357"/>
                  <a:pt x="2051" y="1360"/>
                  <a:pt x="2046" y="1362"/>
                </a:cubicBezTo>
                <a:cubicBezTo>
                  <a:pt x="2041" y="1363"/>
                  <a:pt x="2037" y="1363"/>
                  <a:pt x="2032" y="1361"/>
                </a:cubicBezTo>
                <a:cubicBezTo>
                  <a:pt x="2027" y="1359"/>
                  <a:pt x="2024" y="1355"/>
                  <a:pt x="2022" y="1350"/>
                </a:cubicBezTo>
                <a:cubicBezTo>
                  <a:pt x="2020" y="1344"/>
                  <a:pt x="2018" y="1339"/>
                  <a:pt x="2016" y="1333"/>
                </a:cubicBezTo>
                <a:cubicBezTo>
                  <a:pt x="2014" y="1328"/>
                  <a:pt x="2014" y="1323"/>
                  <a:pt x="2016" y="1318"/>
                </a:cubicBezTo>
                <a:cubicBezTo>
                  <a:pt x="2019" y="1314"/>
                  <a:pt x="2022" y="1311"/>
                  <a:pt x="2027" y="1309"/>
                </a:cubicBezTo>
                <a:cubicBezTo>
                  <a:pt x="2032" y="1307"/>
                  <a:pt x="2036" y="1307"/>
                  <a:pt x="2041" y="1309"/>
                </a:cubicBezTo>
                <a:cubicBezTo>
                  <a:pt x="2046" y="1311"/>
                  <a:pt x="2049" y="1315"/>
                  <a:pt x="2051" y="1320"/>
                </a:cubicBezTo>
                <a:moveTo>
                  <a:pt x="2098" y="1463"/>
                </a:moveTo>
                <a:lnTo>
                  <a:pt x="2103" y="1480"/>
                </a:lnTo>
                <a:cubicBezTo>
                  <a:pt x="2105" y="1485"/>
                  <a:pt x="2104" y="1490"/>
                  <a:pt x="2102" y="1495"/>
                </a:cubicBezTo>
                <a:cubicBezTo>
                  <a:pt x="2099" y="1499"/>
                  <a:pt x="2095" y="1502"/>
                  <a:pt x="2091" y="1504"/>
                </a:cubicBezTo>
                <a:cubicBezTo>
                  <a:pt x="2086" y="1505"/>
                  <a:pt x="2081" y="1505"/>
                  <a:pt x="2076" y="1502"/>
                </a:cubicBezTo>
                <a:cubicBezTo>
                  <a:pt x="2072" y="1500"/>
                  <a:pt x="2069" y="1496"/>
                  <a:pt x="2067" y="1491"/>
                </a:cubicBezTo>
                <a:lnTo>
                  <a:pt x="2062" y="1473"/>
                </a:lnTo>
                <a:cubicBezTo>
                  <a:pt x="2061" y="1468"/>
                  <a:pt x="2061" y="1464"/>
                  <a:pt x="2064" y="1459"/>
                </a:cubicBezTo>
                <a:cubicBezTo>
                  <a:pt x="2066" y="1455"/>
                  <a:pt x="2070" y="1452"/>
                  <a:pt x="2075" y="1450"/>
                </a:cubicBezTo>
                <a:cubicBezTo>
                  <a:pt x="2080" y="1449"/>
                  <a:pt x="2085" y="1449"/>
                  <a:pt x="2089" y="1452"/>
                </a:cubicBezTo>
                <a:cubicBezTo>
                  <a:pt x="2094" y="1454"/>
                  <a:pt x="2097" y="1458"/>
                  <a:pt x="2098" y="1463"/>
                </a:cubicBezTo>
                <a:moveTo>
                  <a:pt x="2135" y="1608"/>
                </a:moveTo>
                <a:lnTo>
                  <a:pt x="2140" y="1627"/>
                </a:lnTo>
                <a:cubicBezTo>
                  <a:pt x="2141" y="1632"/>
                  <a:pt x="2140" y="1636"/>
                  <a:pt x="2137" y="1641"/>
                </a:cubicBezTo>
                <a:cubicBezTo>
                  <a:pt x="2134" y="1645"/>
                  <a:pt x="2130" y="1648"/>
                  <a:pt x="2125" y="1649"/>
                </a:cubicBezTo>
                <a:cubicBezTo>
                  <a:pt x="2120" y="1650"/>
                  <a:pt x="2116" y="1649"/>
                  <a:pt x="2111" y="1647"/>
                </a:cubicBezTo>
                <a:cubicBezTo>
                  <a:pt x="2107" y="1644"/>
                  <a:pt x="2104" y="1640"/>
                  <a:pt x="2103" y="1635"/>
                </a:cubicBezTo>
                <a:lnTo>
                  <a:pt x="2099" y="1616"/>
                </a:lnTo>
                <a:cubicBezTo>
                  <a:pt x="2098" y="1611"/>
                  <a:pt x="2099" y="1607"/>
                  <a:pt x="2101" y="1602"/>
                </a:cubicBezTo>
                <a:cubicBezTo>
                  <a:pt x="2104" y="1598"/>
                  <a:pt x="2108" y="1595"/>
                  <a:pt x="2113" y="1594"/>
                </a:cubicBezTo>
                <a:cubicBezTo>
                  <a:pt x="2118" y="1593"/>
                  <a:pt x="2123" y="1594"/>
                  <a:pt x="2127" y="1597"/>
                </a:cubicBezTo>
                <a:cubicBezTo>
                  <a:pt x="2132" y="1599"/>
                  <a:pt x="2134" y="1603"/>
                  <a:pt x="2135" y="1608"/>
                </a:cubicBezTo>
                <a:moveTo>
                  <a:pt x="2165" y="1759"/>
                </a:moveTo>
                <a:lnTo>
                  <a:pt x="2167" y="1773"/>
                </a:lnTo>
                <a:cubicBezTo>
                  <a:pt x="2168" y="1778"/>
                  <a:pt x="2166" y="1783"/>
                  <a:pt x="2163" y="1787"/>
                </a:cubicBezTo>
                <a:cubicBezTo>
                  <a:pt x="2160" y="1791"/>
                  <a:pt x="2156" y="1794"/>
                  <a:pt x="2151" y="1795"/>
                </a:cubicBezTo>
                <a:cubicBezTo>
                  <a:pt x="2146" y="1795"/>
                  <a:pt x="2141" y="1794"/>
                  <a:pt x="2137" y="1791"/>
                </a:cubicBezTo>
                <a:cubicBezTo>
                  <a:pt x="2133" y="1788"/>
                  <a:pt x="2131" y="1784"/>
                  <a:pt x="2130" y="1779"/>
                </a:cubicBezTo>
                <a:lnTo>
                  <a:pt x="2128" y="1765"/>
                </a:lnTo>
                <a:cubicBezTo>
                  <a:pt x="2127" y="1760"/>
                  <a:pt x="2128" y="1756"/>
                  <a:pt x="2131" y="1751"/>
                </a:cubicBezTo>
                <a:cubicBezTo>
                  <a:pt x="2134" y="1747"/>
                  <a:pt x="2138" y="1745"/>
                  <a:pt x="2143" y="1744"/>
                </a:cubicBezTo>
                <a:cubicBezTo>
                  <a:pt x="2148" y="1743"/>
                  <a:pt x="2153" y="1744"/>
                  <a:pt x="2157" y="1747"/>
                </a:cubicBezTo>
                <a:cubicBezTo>
                  <a:pt x="2161" y="1750"/>
                  <a:pt x="2164" y="1754"/>
                  <a:pt x="2165" y="1759"/>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45" name=""/>
          <p:cNvSpPr/>
          <p:nvPr/>
        </p:nvSpPr>
        <p:spPr>
          <a:xfrm>
            <a:off x="4877280" y="2928600"/>
            <a:ext cx="74520" cy="61920"/>
          </a:xfrm>
          <a:custGeom>
            <a:avLst/>
            <a:gdLst/>
            <a:ahLst/>
            <a:rect l="0" t="0" r="r" b="b"/>
            <a:pathLst>
              <a:path fill="none" w="207" h="172">
                <a:moveTo>
                  <a:pt x="207" y="0"/>
                </a:moveTo>
                <a:lnTo>
                  <a:pt x="127" y="172"/>
                </a:lnTo>
                <a:lnTo>
                  <a:pt x="0" y="32"/>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5346" name=""/>
          <p:cNvSpPr/>
          <p:nvPr/>
        </p:nvSpPr>
        <p:spPr>
          <a:xfrm>
            <a:off x="4150080" y="3561840"/>
            <a:ext cx="780480" cy="646200"/>
          </a:xfrm>
          <a:custGeom>
            <a:avLst/>
            <a:gdLst/>
            <a:ahLst/>
            <a:rect l="0" t="0" r="r" b="b"/>
            <a:pathLst>
              <a:path w="2168" h="1795">
                <a:moveTo>
                  <a:pt x="2167" y="22"/>
                </a:moveTo>
                <a:lnTo>
                  <a:pt x="2164" y="41"/>
                </a:lnTo>
                <a:cubicBezTo>
                  <a:pt x="2163" y="46"/>
                  <a:pt x="2160" y="50"/>
                  <a:pt x="2156" y="53"/>
                </a:cubicBezTo>
                <a:cubicBezTo>
                  <a:pt x="2152" y="56"/>
                  <a:pt x="2147" y="57"/>
                  <a:pt x="2142" y="57"/>
                </a:cubicBezTo>
                <a:cubicBezTo>
                  <a:pt x="2137" y="56"/>
                  <a:pt x="2133" y="53"/>
                  <a:pt x="2130" y="49"/>
                </a:cubicBezTo>
                <a:cubicBezTo>
                  <a:pt x="2127" y="45"/>
                  <a:pt x="2126" y="40"/>
                  <a:pt x="2127" y="35"/>
                </a:cubicBezTo>
                <a:lnTo>
                  <a:pt x="2130" y="16"/>
                </a:lnTo>
                <a:cubicBezTo>
                  <a:pt x="2131" y="11"/>
                  <a:pt x="2133" y="7"/>
                  <a:pt x="2137" y="4"/>
                </a:cubicBezTo>
                <a:cubicBezTo>
                  <a:pt x="2141" y="1"/>
                  <a:pt x="2146" y="0"/>
                  <a:pt x="2151" y="0"/>
                </a:cubicBezTo>
                <a:cubicBezTo>
                  <a:pt x="2156" y="1"/>
                  <a:pt x="2160" y="4"/>
                  <a:pt x="2163" y="8"/>
                </a:cubicBezTo>
                <a:cubicBezTo>
                  <a:pt x="2166" y="12"/>
                  <a:pt x="2168" y="17"/>
                  <a:pt x="2167" y="22"/>
                </a:cubicBezTo>
                <a:moveTo>
                  <a:pt x="2138" y="173"/>
                </a:moveTo>
                <a:lnTo>
                  <a:pt x="2134" y="192"/>
                </a:lnTo>
                <a:cubicBezTo>
                  <a:pt x="2133" y="197"/>
                  <a:pt x="2130" y="201"/>
                  <a:pt x="2126" y="204"/>
                </a:cubicBezTo>
                <a:cubicBezTo>
                  <a:pt x="2122" y="206"/>
                  <a:pt x="2117" y="207"/>
                  <a:pt x="2112" y="206"/>
                </a:cubicBezTo>
                <a:cubicBezTo>
                  <a:pt x="2107" y="205"/>
                  <a:pt x="2103" y="202"/>
                  <a:pt x="2100" y="198"/>
                </a:cubicBezTo>
                <a:cubicBezTo>
                  <a:pt x="2098" y="193"/>
                  <a:pt x="2097" y="189"/>
                  <a:pt x="2098" y="184"/>
                </a:cubicBezTo>
                <a:lnTo>
                  <a:pt x="2102" y="165"/>
                </a:lnTo>
                <a:cubicBezTo>
                  <a:pt x="2103" y="160"/>
                  <a:pt x="2106" y="156"/>
                  <a:pt x="2110" y="154"/>
                </a:cubicBezTo>
                <a:cubicBezTo>
                  <a:pt x="2114" y="151"/>
                  <a:pt x="2119" y="150"/>
                  <a:pt x="2124" y="151"/>
                </a:cubicBezTo>
                <a:cubicBezTo>
                  <a:pt x="2129" y="152"/>
                  <a:pt x="2133" y="155"/>
                  <a:pt x="2136" y="159"/>
                </a:cubicBezTo>
                <a:cubicBezTo>
                  <a:pt x="2139" y="164"/>
                  <a:pt x="2139" y="168"/>
                  <a:pt x="2138" y="173"/>
                </a:cubicBezTo>
                <a:moveTo>
                  <a:pt x="2102" y="319"/>
                </a:moveTo>
                <a:lnTo>
                  <a:pt x="2097" y="336"/>
                </a:lnTo>
                <a:cubicBezTo>
                  <a:pt x="2095" y="341"/>
                  <a:pt x="2092" y="345"/>
                  <a:pt x="2088" y="347"/>
                </a:cubicBezTo>
                <a:cubicBezTo>
                  <a:pt x="2083" y="350"/>
                  <a:pt x="2079" y="350"/>
                  <a:pt x="2074" y="349"/>
                </a:cubicBezTo>
                <a:cubicBezTo>
                  <a:pt x="2069" y="347"/>
                  <a:pt x="2065" y="344"/>
                  <a:pt x="2062" y="340"/>
                </a:cubicBezTo>
                <a:cubicBezTo>
                  <a:pt x="2060" y="335"/>
                  <a:pt x="2059" y="331"/>
                  <a:pt x="2061" y="326"/>
                </a:cubicBezTo>
                <a:lnTo>
                  <a:pt x="2066" y="308"/>
                </a:lnTo>
                <a:cubicBezTo>
                  <a:pt x="2067" y="303"/>
                  <a:pt x="2070" y="299"/>
                  <a:pt x="2075" y="297"/>
                </a:cubicBezTo>
                <a:cubicBezTo>
                  <a:pt x="2079" y="294"/>
                  <a:pt x="2084" y="294"/>
                  <a:pt x="2089" y="295"/>
                </a:cubicBezTo>
                <a:cubicBezTo>
                  <a:pt x="2094" y="297"/>
                  <a:pt x="2098" y="300"/>
                  <a:pt x="2100" y="304"/>
                </a:cubicBezTo>
                <a:cubicBezTo>
                  <a:pt x="2103" y="309"/>
                  <a:pt x="2103" y="314"/>
                  <a:pt x="2102" y="319"/>
                </a:cubicBezTo>
                <a:moveTo>
                  <a:pt x="2056" y="461"/>
                </a:moveTo>
                <a:cubicBezTo>
                  <a:pt x="2053" y="467"/>
                  <a:pt x="2051" y="473"/>
                  <a:pt x="2049" y="479"/>
                </a:cubicBezTo>
                <a:cubicBezTo>
                  <a:pt x="2047" y="484"/>
                  <a:pt x="2044" y="488"/>
                  <a:pt x="2039" y="490"/>
                </a:cubicBezTo>
                <a:cubicBezTo>
                  <a:pt x="2035" y="492"/>
                  <a:pt x="2030" y="492"/>
                  <a:pt x="2025" y="490"/>
                </a:cubicBezTo>
                <a:cubicBezTo>
                  <a:pt x="2020" y="488"/>
                  <a:pt x="2017" y="485"/>
                  <a:pt x="2014" y="481"/>
                </a:cubicBezTo>
                <a:cubicBezTo>
                  <a:pt x="2012" y="476"/>
                  <a:pt x="2012" y="471"/>
                  <a:pt x="2014" y="466"/>
                </a:cubicBezTo>
                <a:cubicBezTo>
                  <a:pt x="2016" y="460"/>
                  <a:pt x="2018" y="454"/>
                  <a:pt x="2020" y="449"/>
                </a:cubicBezTo>
                <a:cubicBezTo>
                  <a:pt x="2022" y="444"/>
                  <a:pt x="2025" y="440"/>
                  <a:pt x="2030" y="438"/>
                </a:cubicBezTo>
                <a:cubicBezTo>
                  <a:pt x="2035" y="436"/>
                  <a:pt x="2040" y="436"/>
                  <a:pt x="2044" y="437"/>
                </a:cubicBezTo>
                <a:cubicBezTo>
                  <a:pt x="2049" y="439"/>
                  <a:pt x="2053" y="442"/>
                  <a:pt x="2055" y="447"/>
                </a:cubicBezTo>
                <a:cubicBezTo>
                  <a:pt x="2057" y="452"/>
                  <a:pt x="2057" y="457"/>
                  <a:pt x="2056" y="461"/>
                </a:cubicBezTo>
                <a:moveTo>
                  <a:pt x="1999" y="602"/>
                </a:moveTo>
                <a:cubicBezTo>
                  <a:pt x="1996" y="607"/>
                  <a:pt x="1993" y="613"/>
                  <a:pt x="1991" y="619"/>
                </a:cubicBezTo>
                <a:cubicBezTo>
                  <a:pt x="1989" y="623"/>
                  <a:pt x="1985" y="627"/>
                  <a:pt x="1980" y="628"/>
                </a:cubicBezTo>
                <a:cubicBezTo>
                  <a:pt x="1975" y="630"/>
                  <a:pt x="1971" y="630"/>
                  <a:pt x="1966" y="628"/>
                </a:cubicBezTo>
                <a:cubicBezTo>
                  <a:pt x="1961" y="626"/>
                  <a:pt x="1958" y="622"/>
                  <a:pt x="1956" y="617"/>
                </a:cubicBezTo>
                <a:cubicBezTo>
                  <a:pt x="1954" y="613"/>
                  <a:pt x="1955" y="608"/>
                  <a:pt x="1957" y="603"/>
                </a:cubicBezTo>
                <a:cubicBezTo>
                  <a:pt x="1959" y="598"/>
                  <a:pt x="1962" y="592"/>
                  <a:pt x="1965" y="586"/>
                </a:cubicBezTo>
                <a:cubicBezTo>
                  <a:pt x="1967" y="582"/>
                  <a:pt x="1970" y="578"/>
                  <a:pt x="1975" y="577"/>
                </a:cubicBezTo>
                <a:cubicBezTo>
                  <a:pt x="1980" y="575"/>
                  <a:pt x="1985" y="575"/>
                  <a:pt x="1989" y="577"/>
                </a:cubicBezTo>
                <a:cubicBezTo>
                  <a:pt x="1994" y="579"/>
                  <a:pt x="1997" y="583"/>
                  <a:pt x="1999" y="587"/>
                </a:cubicBezTo>
                <a:cubicBezTo>
                  <a:pt x="2001" y="592"/>
                  <a:pt x="2001" y="597"/>
                  <a:pt x="1999" y="602"/>
                </a:cubicBezTo>
                <a:moveTo>
                  <a:pt x="1932" y="735"/>
                </a:moveTo>
                <a:cubicBezTo>
                  <a:pt x="1929" y="741"/>
                  <a:pt x="1926" y="746"/>
                  <a:pt x="1923" y="752"/>
                </a:cubicBezTo>
                <a:cubicBezTo>
                  <a:pt x="1920" y="756"/>
                  <a:pt x="1916" y="759"/>
                  <a:pt x="1911" y="761"/>
                </a:cubicBezTo>
                <a:cubicBezTo>
                  <a:pt x="1906" y="762"/>
                  <a:pt x="1902" y="761"/>
                  <a:pt x="1897" y="759"/>
                </a:cubicBezTo>
                <a:cubicBezTo>
                  <a:pt x="1893" y="756"/>
                  <a:pt x="1890" y="753"/>
                  <a:pt x="1888" y="748"/>
                </a:cubicBezTo>
                <a:cubicBezTo>
                  <a:pt x="1887" y="743"/>
                  <a:pt x="1887" y="738"/>
                  <a:pt x="1890" y="733"/>
                </a:cubicBezTo>
                <a:cubicBezTo>
                  <a:pt x="1893" y="728"/>
                  <a:pt x="1896" y="723"/>
                  <a:pt x="1899" y="717"/>
                </a:cubicBezTo>
                <a:cubicBezTo>
                  <a:pt x="1902" y="713"/>
                  <a:pt x="1905" y="710"/>
                  <a:pt x="1910" y="708"/>
                </a:cubicBezTo>
                <a:cubicBezTo>
                  <a:pt x="1915" y="707"/>
                  <a:pt x="1920" y="707"/>
                  <a:pt x="1924" y="710"/>
                </a:cubicBezTo>
                <a:cubicBezTo>
                  <a:pt x="1929" y="712"/>
                  <a:pt x="1932" y="716"/>
                  <a:pt x="1933" y="721"/>
                </a:cubicBezTo>
                <a:cubicBezTo>
                  <a:pt x="1935" y="726"/>
                  <a:pt x="1934" y="731"/>
                  <a:pt x="1932" y="735"/>
                </a:cubicBezTo>
                <a:moveTo>
                  <a:pt x="1853" y="865"/>
                </a:moveTo>
                <a:cubicBezTo>
                  <a:pt x="1850" y="870"/>
                  <a:pt x="1846" y="875"/>
                  <a:pt x="1842" y="881"/>
                </a:cubicBezTo>
                <a:cubicBezTo>
                  <a:pt x="1840" y="885"/>
                  <a:pt x="1836" y="887"/>
                  <a:pt x="1830" y="888"/>
                </a:cubicBezTo>
                <a:cubicBezTo>
                  <a:pt x="1825" y="889"/>
                  <a:pt x="1821" y="888"/>
                  <a:pt x="1816" y="886"/>
                </a:cubicBezTo>
                <a:cubicBezTo>
                  <a:pt x="1812" y="883"/>
                  <a:pt x="1810" y="879"/>
                  <a:pt x="1809" y="874"/>
                </a:cubicBezTo>
                <a:cubicBezTo>
                  <a:pt x="1808" y="868"/>
                  <a:pt x="1809" y="864"/>
                  <a:pt x="1812" y="860"/>
                </a:cubicBezTo>
                <a:cubicBezTo>
                  <a:pt x="1815" y="854"/>
                  <a:pt x="1819" y="849"/>
                  <a:pt x="1822" y="844"/>
                </a:cubicBezTo>
                <a:cubicBezTo>
                  <a:pt x="1825" y="840"/>
                  <a:pt x="1829" y="837"/>
                  <a:pt x="1834" y="836"/>
                </a:cubicBezTo>
                <a:cubicBezTo>
                  <a:pt x="1839" y="835"/>
                  <a:pt x="1844" y="836"/>
                  <a:pt x="1848" y="839"/>
                </a:cubicBezTo>
                <a:cubicBezTo>
                  <a:pt x="1852" y="842"/>
                  <a:pt x="1855" y="846"/>
                  <a:pt x="1856" y="851"/>
                </a:cubicBezTo>
                <a:cubicBezTo>
                  <a:pt x="1857" y="856"/>
                  <a:pt x="1856" y="861"/>
                  <a:pt x="1853" y="865"/>
                </a:cubicBezTo>
                <a:moveTo>
                  <a:pt x="1764" y="987"/>
                </a:moveTo>
                <a:cubicBezTo>
                  <a:pt x="1760" y="991"/>
                  <a:pt x="1756" y="996"/>
                  <a:pt x="1752" y="1001"/>
                </a:cubicBezTo>
                <a:cubicBezTo>
                  <a:pt x="1749" y="1005"/>
                  <a:pt x="1745" y="1007"/>
                  <a:pt x="1740" y="1008"/>
                </a:cubicBezTo>
                <a:cubicBezTo>
                  <a:pt x="1735" y="1008"/>
                  <a:pt x="1730" y="1007"/>
                  <a:pt x="1726" y="1004"/>
                </a:cubicBezTo>
                <a:cubicBezTo>
                  <a:pt x="1722" y="1001"/>
                  <a:pt x="1720" y="996"/>
                  <a:pt x="1719" y="991"/>
                </a:cubicBezTo>
                <a:cubicBezTo>
                  <a:pt x="1719" y="986"/>
                  <a:pt x="1720" y="982"/>
                  <a:pt x="1723" y="978"/>
                </a:cubicBezTo>
                <a:cubicBezTo>
                  <a:pt x="1727" y="973"/>
                  <a:pt x="1731" y="968"/>
                  <a:pt x="1735" y="963"/>
                </a:cubicBezTo>
                <a:cubicBezTo>
                  <a:pt x="1738" y="959"/>
                  <a:pt x="1742" y="957"/>
                  <a:pt x="1747" y="956"/>
                </a:cubicBezTo>
                <a:cubicBezTo>
                  <a:pt x="1753" y="956"/>
                  <a:pt x="1757" y="957"/>
                  <a:pt x="1761" y="960"/>
                </a:cubicBezTo>
                <a:cubicBezTo>
                  <a:pt x="1765" y="964"/>
                  <a:pt x="1768" y="968"/>
                  <a:pt x="1768" y="973"/>
                </a:cubicBezTo>
                <a:cubicBezTo>
                  <a:pt x="1769" y="978"/>
                  <a:pt x="1767" y="983"/>
                  <a:pt x="1764" y="987"/>
                </a:cubicBezTo>
                <a:moveTo>
                  <a:pt x="1665" y="1100"/>
                </a:moveTo>
                <a:cubicBezTo>
                  <a:pt x="1661" y="1104"/>
                  <a:pt x="1657" y="1109"/>
                  <a:pt x="1652" y="1113"/>
                </a:cubicBezTo>
                <a:cubicBezTo>
                  <a:pt x="1649" y="1117"/>
                  <a:pt x="1644" y="1119"/>
                  <a:pt x="1639" y="1119"/>
                </a:cubicBezTo>
                <a:cubicBezTo>
                  <a:pt x="1634" y="1119"/>
                  <a:pt x="1630" y="1117"/>
                  <a:pt x="1626" y="1114"/>
                </a:cubicBezTo>
                <a:cubicBezTo>
                  <a:pt x="1622" y="1110"/>
                  <a:pt x="1620" y="1106"/>
                  <a:pt x="1620" y="1101"/>
                </a:cubicBezTo>
                <a:cubicBezTo>
                  <a:pt x="1620" y="1096"/>
                  <a:pt x="1622" y="1091"/>
                  <a:pt x="1625" y="1087"/>
                </a:cubicBezTo>
                <a:cubicBezTo>
                  <a:pt x="1630" y="1083"/>
                  <a:pt x="1634" y="1079"/>
                  <a:pt x="1638" y="1074"/>
                </a:cubicBezTo>
                <a:cubicBezTo>
                  <a:pt x="1642" y="1070"/>
                  <a:pt x="1646" y="1068"/>
                  <a:pt x="1651" y="1068"/>
                </a:cubicBezTo>
                <a:cubicBezTo>
                  <a:pt x="1656" y="1068"/>
                  <a:pt x="1661" y="1070"/>
                  <a:pt x="1665" y="1073"/>
                </a:cubicBezTo>
                <a:cubicBezTo>
                  <a:pt x="1668" y="1077"/>
                  <a:pt x="1670" y="1081"/>
                  <a:pt x="1670" y="1087"/>
                </a:cubicBezTo>
                <a:cubicBezTo>
                  <a:pt x="1671" y="1092"/>
                  <a:pt x="1669" y="1096"/>
                  <a:pt x="1665" y="1100"/>
                </a:cubicBezTo>
                <a:moveTo>
                  <a:pt x="1556" y="1205"/>
                </a:moveTo>
                <a:cubicBezTo>
                  <a:pt x="1552" y="1209"/>
                  <a:pt x="1547" y="1213"/>
                  <a:pt x="1542" y="1218"/>
                </a:cubicBezTo>
                <a:cubicBezTo>
                  <a:pt x="1538" y="1221"/>
                  <a:pt x="1534" y="1222"/>
                  <a:pt x="1529" y="1222"/>
                </a:cubicBezTo>
                <a:cubicBezTo>
                  <a:pt x="1523" y="1222"/>
                  <a:pt x="1519" y="1220"/>
                  <a:pt x="1516" y="1216"/>
                </a:cubicBezTo>
                <a:cubicBezTo>
                  <a:pt x="1512" y="1212"/>
                  <a:pt x="1511" y="1207"/>
                  <a:pt x="1511" y="1202"/>
                </a:cubicBezTo>
                <a:cubicBezTo>
                  <a:pt x="1512" y="1197"/>
                  <a:pt x="1514" y="1193"/>
                  <a:pt x="1518" y="1189"/>
                </a:cubicBezTo>
                <a:cubicBezTo>
                  <a:pt x="1522" y="1185"/>
                  <a:pt x="1527" y="1181"/>
                  <a:pt x="1532" y="1177"/>
                </a:cubicBezTo>
                <a:cubicBezTo>
                  <a:pt x="1536" y="1174"/>
                  <a:pt x="1540" y="1172"/>
                  <a:pt x="1545" y="1172"/>
                </a:cubicBezTo>
                <a:cubicBezTo>
                  <a:pt x="1550" y="1173"/>
                  <a:pt x="1555" y="1175"/>
                  <a:pt x="1558" y="1179"/>
                </a:cubicBezTo>
                <a:cubicBezTo>
                  <a:pt x="1561" y="1182"/>
                  <a:pt x="1563" y="1187"/>
                  <a:pt x="1563" y="1192"/>
                </a:cubicBezTo>
                <a:cubicBezTo>
                  <a:pt x="1562" y="1197"/>
                  <a:pt x="1560" y="1202"/>
                  <a:pt x="1556" y="1205"/>
                </a:cubicBezTo>
                <a:moveTo>
                  <a:pt x="1440" y="1300"/>
                </a:moveTo>
                <a:cubicBezTo>
                  <a:pt x="1435" y="1304"/>
                  <a:pt x="1430" y="1307"/>
                  <a:pt x="1425" y="1311"/>
                </a:cubicBezTo>
                <a:cubicBezTo>
                  <a:pt x="1421" y="1314"/>
                  <a:pt x="1416" y="1315"/>
                  <a:pt x="1411" y="1315"/>
                </a:cubicBezTo>
                <a:cubicBezTo>
                  <a:pt x="1406" y="1314"/>
                  <a:pt x="1402" y="1311"/>
                  <a:pt x="1399" y="1307"/>
                </a:cubicBezTo>
                <a:cubicBezTo>
                  <a:pt x="1396" y="1303"/>
                  <a:pt x="1395" y="1298"/>
                  <a:pt x="1396" y="1293"/>
                </a:cubicBezTo>
                <a:cubicBezTo>
                  <a:pt x="1396" y="1288"/>
                  <a:pt x="1399" y="1284"/>
                  <a:pt x="1403" y="1281"/>
                </a:cubicBezTo>
                <a:cubicBezTo>
                  <a:pt x="1408" y="1277"/>
                  <a:pt x="1413" y="1274"/>
                  <a:pt x="1418" y="1270"/>
                </a:cubicBezTo>
                <a:cubicBezTo>
                  <a:pt x="1422" y="1267"/>
                  <a:pt x="1427" y="1266"/>
                  <a:pt x="1432" y="1267"/>
                </a:cubicBezTo>
                <a:cubicBezTo>
                  <a:pt x="1437" y="1267"/>
                  <a:pt x="1441" y="1270"/>
                  <a:pt x="1444" y="1274"/>
                </a:cubicBezTo>
                <a:cubicBezTo>
                  <a:pt x="1447" y="1278"/>
                  <a:pt x="1448" y="1283"/>
                  <a:pt x="1447" y="1288"/>
                </a:cubicBezTo>
                <a:cubicBezTo>
                  <a:pt x="1447" y="1293"/>
                  <a:pt x="1444" y="1297"/>
                  <a:pt x="1440" y="1300"/>
                </a:cubicBezTo>
                <a:moveTo>
                  <a:pt x="1317" y="1386"/>
                </a:moveTo>
                <a:cubicBezTo>
                  <a:pt x="1311" y="1389"/>
                  <a:pt x="1306" y="1392"/>
                  <a:pt x="1300" y="1396"/>
                </a:cubicBezTo>
                <a:cubicBezTo>
                  <a:pt x="1296" y="1399"/>
                  <a:pt x="1291" y="1399"/>
                  <a:pt x="1286" y="1398"/>
                </a:cubicBezTo>
                <a:cubicBezTo>
                  <a:pt x="1281" y="1397"/>
                  <a:pt x="1277" y="1394"/>
                  <a:pt x="1275" y="1390"/>
                </a:cubicBezTo>
                <a:cubicBezTo>
                  <a:pt x="1272" y="1386"/>
                  <a:pt x="1271" y="1381"/>
                  <a:pt x="1272" y="1376"/>
                </a:cubicBezTo>
                <a:cubicBezTo>
                  <a:pt x="1273" y="1371"/>
                  <a:pt x="1276" y="1367"/>
                  <a:pt x="1281" y="1364"/>
                </a:cubicBezTo>
                <a:cubicBezTo>
                  <a:pt x="1286" y="1361"/>
                  <a:pt x="1291" y="1358"/>
                  <a:pt x="1296" y="1354"/>
                </a:cubicBezTo>
                <a:cubicBezTo>
                  <a:pt x="1301" y="1351"/>
                  <a:pt x="1305" y="1351"/>
                  <a:pt x="1311" y="1352"/>
                </a:cubicBezTo>
                <a:cubicBezTo>
                  <a:pt x="1316" y="1353"/>
                  <a:pt x="1319" y="1356"/>
                  <a:pt x="1322" y="1360"/>
                </a:cubicBezTo>
                <a:cubicBezTo>
                  <a:pt x="1325" y="1364"/>
                  <a:pt x="1326" y="1369"/>
                  <a:pt x="1325" y="1374"/>
                </a:cubicBezTo>
                <a:cubicBezTo>
                  <a:pt x="1324" y="1379"/>
                  <a:pt x="1321" y="1383"/>
                  <a:pt x="1317" y="1386"/>
                </a:cubicBezTo>
                <a:moveTo>
                  <a:pt x="1185" y="1463"/>
                </a:moveTo>
                <a:cubicBezTo>
                  <a:pt x="1180" y="1466"/>
                  <a:pt x="1175" y="1469"/>
                  <a:pt x="1169" y="1471"/>
                </a:cubicBezTo>
                <a:cubicBezTo>
                  <a:pt x="1165" y="1474"/>
                  <a:pt x="1160" y="1474"/>
                  <a:pt x="1155" y="1473"/>
                </a:cubicBezTo>
                <a:cubicBezTo>
                  <a:pt x="1150" y="1471"/>
                  <a:pt x="1146" y="1468"/>
                  <a:pt x="1144" y="1464"/>
                </a:cubicBezTo>
                <a:cubicBezTo>
                  <a:pt x="1142" y="1459"/>
                  <a:pt x="1141" y="1454"/>
                  <a:pt x="1143" y="1449"/>
                </a:cubicBezTo>
                <a:cubicBezTo>
                  <a:pt x="1144" y="1444"/>
                  <a:pt x="1147" y="1441"/>
                  <a:pt x="1152" y="1438"/>
                </a:cubicBezTo>
                <a:cubicBezTo>
                  <a:pt x="1157" y="1436"/>
                  <a:pt x="1162" y="1433"/>
                  <a:pt x="1168" y="1430"/>
                </a:cubicBezTo>
                <a:cubicBezTo>
                  <a:pt x="1172" y="1427"/>
                  <a:pt x="1177" y="1427"/>
                  <a:pt x="1182" y="1428"/>
                </a:cubicBezTo>
                <a:cubicBezTo>
                  <a:pt x="1187" y="1430"/>
                  <a:pt x="1191" y="1433"/>
                  <a:pt x="1193" y="1437"/>
                </a:cubicBezTo>
                <a:cubicBezTo>
                  <a:pt x="1195" y="1442"/>
                  <a:pt x="1196" y="1447"/>
                  <a:pt x="1194" y="1452"/>
                </a:cubicBezTo>
                <a:cubicBezTo>
                  <a:pt x="1193" y="1457"/>
                  <a:pt x="1190" y="1460"/>
                  <a:pt x="1185" y="1463"/>
                </a:cubicBezTo>
                <a:moveTo>
                  <a:pt x="1053" y="1529"/>
                </a:moveTo>
                <a:lnTo>
                  <a:pt x="1036" y="1537"/>
                </a:lnTo>
                <a:cubicBezTo>
                  <a:pt x="1031" y="1539"/>
                  <a:pt x="1026" y="1539"/>
                  <a:pt x="1022" y="1537"/>
                </a:cubicBezTo>
                <a:cubicBezTo>
                  <a:pt x="1017" y="1535"/>
                  <a:pt x="1013" y="1532"/>
                  <a:pt x="1011" y="1527"/>
                </a:cubicBezTo>
                <a:cubicBezTo>
                  <a:pt x="1009" y="1523"/>
                  <a:pt x="1009" y="1518"/>
                  <a:pt x="1011" y="1513"/>
                </a:cubicBezTo>
                <a:cubicBezTo>
                  <a:pt x="1012" y="1508"/>
                  <a:pt x="1016" y="1505"/>
                  <a:pt x="1020" y="1503"/>
                </a:cubicBezTo>
                <a:lnTo>
                  <a:pt x="1037" y="1495"/>
                </a:lnTo>
                <a:cubicBezTo>
                  <a:pt x="1042" y="1493"/>
                  <a:pt x="1047" y="1493"/>
                  <a:pt x="1052" y="1494"/>
                </a:cubicBezTo>
                <a:cubicBezTo>
                  <a:pt x="1056" y="1496"/>
                  <a:pt x="1060" y="1500"/>
                  <a:pt x="1062" y="1504"/>
                </a:cubicBezTo>
                <a:cubicBezTo>
                  <a:pt x="1064" y="1509"/>
                  <a:pt x="1064" y="1514"/>
                  <a:pt x="1063" y="1518"/>
                </a:cubicBezTo>
                <a:cubicBezTo>
                  <a:pt x="1061" y="1523"/>
                  <a:pt x="1058" y="1527"/>
                  <a:pt x="1053" y="1529"/>
                </a:cubicBezTo>
                <a:moveTo>
                  <a:pt x="912" y="1588"/>
                </a:moveTo>
                <a:lnTo>
                  <a:pt x="894" y="1595"/>
                </a:lnTo>
                <a:cubicBezTo>
                  <a:pt x="889" y="1597"/>
                  <a:pt x="885" y="1597"/>
                  <a:pt x="880" y="1595"/>
                </a:cubicBezTo>
                <a:cubicBezTo>
                  <a:pt x="875" y="1593"/>
                  <a:pt x="872" y="1589"/>
                  <a:pt x="870" y="1585"/>
                </a:cubicBezTo>
                <a:cubicBezTo>
                  <a:pt x="868" y="1580"/>
                  <a:pt x="868" y="1575"/>
                  <a:pt x="870" y="1570"/>
                </a:cubicBezTo>
                <a:cubicBezTo>
                  <a:pt x="873" y="1566"/>
                  <a:pt x="876" y="1562"/>
                  <a:pt x="881" y="1560"/>
                </a:cubicBezTo>
                <a:lnTo>
                  <a:pt x="899" y="1554"/>
                </a:lnTo>
                <a:cubicBezTo>
                  <a:pt x="904" y="1552"/>
                  <a:pt x="908" y="1552"/>
                  <a:pt x="913" y="1554"/>
                </a:cubicBezTo>
                <a:cubicBezTo>
                  <a:pt x="918" y="1556"/>
                  <a:pt x="921" y="1559"/>
                  <a:pt x="923" y="1564"/>
                </a:cubicBezTo>
                <a:cubicBezTo>
                  <a:pt x="925" y="1569"/>
                  <a:pt x="925" y="1574"/>
                  <a:pt x="923" y="1579"/>
                </a:cubicBezTo>
                <a:cubicBezTo>
                  <a:pt x="921" y="1583"/>
                  <a:pt x="917" y="1587"/>
                  <a:pt x="912" y="1588"/>
                </a:cubicBezTo>
                <a:moveTo>
                  <a:pt x="772" y="1638"/>
                </a:moveTo>
                <a:lnTo>
                  <a:pt x="755" y="1644"/>
                </a:lnTo>
                <a:cubicBezTo>
                  <a:pt x="750" y="1646"/>
                  <a:pt x="745" y="1645"/>
                  <a:pt x="741" y="1643"/>
                </a:cubicBezTo>
                <a:cubicBezTo>
                  <a:pt x="736" y="1641"/>
                  <a:pt x="733" y="1637"/>
                  <a:pt x="731" y="1632"/>
                </a:cubicBezTo>
                <a:cubicBezTo>
                  <a:pt x="730" y="1627"/>
                  <a:pt x="730" y="1622"/>
                  <a:pt x="732" y="1618"/>
                </a:cubicBezTo>
                <a:cubicBezTo>
                  <a:pt x="735" y="1613"/>
                  <a:pt x="738" y="1610"/>
                  <a:pt x="743" y="1609"/>
                </a:cubicBezTo>
                <a:lnTo>
                  <a:pt x="761" y="1603"/>
                </a:lnTo>
                <a:cubicBezTo>
                  <a:pt x="766" y="1601"/>
                  <a:pt x="770" y="1602"/>
                  <a:pt x="775" y="1604"/>
                </a:cubicBezTo>
                <a:cubicBezTo>
                  <a:pt x="779" y="1606"/>
                  <a:pt x="783" y="1610"/>
                  <a:pt x="784" y="1615"/>
                </a:cubicBezTo>
                <a:cubicBezTo>
                  <a:pt x="786" y="1620"/>
                  <a:pt x="785" y="1625"/>
                  <a:pt x="783" y="1629"/>
                </a:cubicBezTo>
                <a:cubicBezTo>
                  <a:pt x="781" y="1634"/>
                  <a:pt x="777" y="1637"/>
                  <a:pt x="772" y="1638"/>
                </a:cubicBezTo>
                <a:moveTo>
                  <a:pt x="629" y="1681"/>
                </a:moveTo>
                <a:lnTo>
                  <a:pt x="611" y="1686"/>
                </a:lnTo>
                <a:cubicBezTo>
                  <a:pt x="606" y="1688"/>
                  <a:pt x="601" y="1687"/>
                  <a:pt x="597" y="1685"/>
                </a:cubicBezTo>
                <a:cubicBezTo>
                  <a:pt x="592" y="1682"/>
                  <a:pt x="589" y="1678"/>
                  <a:pt x="588" y="1673"/>
                </a:cubicBezTo>
                <a:cubicBezTo>
                  <a:pt x="587" y="1668"/>
                  <a:pt x="587" y="1663"/>
                  <a:pt x="590" y="1659"/>
                </a:cubicBezTo>
                <a:cubicBezTo>
                  <a:pt x="592" y="1655"/>
                  <a:pt x="596" y="1652"/>
                  <a:pt x="601" y="1650"/>
                </a:cubicBezTo>
                <a:lnTo>
                  <a:pt x="619" y="1645"/>
                </a:lnTo>
                <a:cubicBezTo>
                  <a:pt x="624" y="1644"/>
                  <a:pt x="629" y="1645"/>
                  <a:pt x="634" y="1647"/>
                </a:cubicBezTo>
                <a:cubicBezTo>
                  <a:pt x="638" y="1650"/>
                  <a:pt x="641" y="1654"/>
                  <a:pt x="642" y="1658"/>
                </a:cubicBezTo>
                <a:cubicBezTo>
                  <a:pt x="644" y="1663"/>
                  <a:pt x="643" y="1668"/>
                  <a:pt x="640" y="1673"/>
                </a:cubicBezTo>
                <a:cubicBezTo>
                  <a:pt x="638" y="1677"/>
                  <a:pt x="634" y="1680"/>
                  <a:pt x="629" y="1681"/>
                </a:cubicBezTo>
                <a:moveTo>
                  <a:pt x="479" y="1719"/>
                </a:moveTo>
                <a:lnTo>
                  <a:pt x="461" y="1723"/>
                </a:lnTo>
                <a:cubicBezTo>
                  <a:pt x="456" y="1724"/>
                  <a:pt x="451" y="1723"/>
                  <a:pt x="447" y="1720"/>
                </a:cubicBezTo>
                <a:cubicBezTo>
                  <a:pt x="443" y="1718"/>
                  <a:pt x="440" y="1714"/>
                  <a:pt x="439" y="1709"/>
                </a:cubicBezTo>
                <a:cubicBezTo>
                  <a:pt x="438" y="1704"/>
                  <a:pt x="438" y="1699"/>
                  <a:pt x="441" y="1695"/>
                </a:cubicBezTo>
                <a:cubicBezTo>
                  <a:pt x="444" y="1690"/>
                  <a:pt x="448" y="1687"/>
                  <a:pt x="453" y="1686"/>
                </a:cubicBezTo>
                <a:lnTo>
                  <a:pt x="471" y="1682"/>
                </a:lnTo>
                <a:cubicBezTo>
                  <a:pt x="476" y="1681"/>
                  <a:pt x="481" y="1682"/>
                  <a:pt x="485" y="1685"/>
                </a:cubicBezTo>
                <a:cubicBezTo>
                  <a:pt x="490" y="1688"/>
                  <a:pt x="492" y="1691"/>
                  <a:pt x="493" y="1696"/>
                </a:cubicBezTo>
                <a:cubicBezTo>
                  <a:pt x="495" y="1701"/>
                  <a:pt x="494" y="1706"/>
                  <a:pt x="491" y="1711"/>
                </a:cubicBezTo>
                <a:cubicBezTo>
                  <a:pt x="488" y="1715"/>
                  <a:pt x="484" y="1718"/>
                  <a:pt x="479" y="1719"/>
                </a:cubicBezTo>
                <a:moveTo>
                  <a:pt x="335" y="1748"/>
                </a:moveTo>
                <a:lnTo>
                  <a:pt x="317" y="1751"/>
                </a:lnTo>
                <a:cubicBezTo>
                  <a:pt x="312" y="1752"/>
                  <a:pt x="307" y="1751"/>
                  <a:pt x="303" y="1748"/>
                </a:cubicBezTo>
                <a:cubicBezTo>
                  <a:pt x="299" y="1745"/>
                  <a:pt x="296" y="1741"/>
                  <a:pt x="295" y="1736"/>
                </a:cubicBezTo>
                <a:cubicBezTo>
                  <a:pt x="295" y="1731"/>
                  <a:pt x="296" y="1727"/>
                  <a:pt x="298" y="1722"/>
                </a:cubicBezTo>
                <a:cubicBezTo>
                  <a:pt x="301" y="1718"/>
                  <a:pt x="305" y="1715"/>
                  <a:pt x="310" y="1715"/>
                </a:cubicBezTo>
                <a:lnTo>
                  <a:pt x="329" y="1711"/>
                </a:lnTo>
                <a:cubicBezTo>
                  <a:pt x="334" y="1710"/>
                  <a:pt x="338" y="1711"/>
                  <a:pt x="343" y="1714"/>
                </a:cubicBezTo>
                <a:cubicBezTo>
                  <a:pt x="347" y="1717"/>
                  <a:pt x="349" y="1721"/>
                  <a:pt x="350" y="1726"/>
                </a:cubicBezTo>
                <a:cubicBezTo>
                  <a:pt x="351" y="1731"/>
                  <a:pt x="350" y="1736"/>
                  <a:pt x="347" y="1740"/>
                </a:cubicBezTo>
                <a:cubicBezTo>
                  <a:pt x="344" y="1744"/>
                  <a:pt x="340" y="1747"/>
                  <a:pt x="335" y="1748"/>
                </a:cubicBezTo>
                <a:moveTo>
                  <a:pt x="188" y="1773"/>
                </a:moveTo>
                <a:lnTo>
                  <a:pt x="169" y="1776"/>
                </a:lnTo>
                <a:cubicBezTo>
                  <a:pt x="164" y="1777"/>
                  <a:pt x="159" y="1776"/>
                  <a:pt x="155" y="1773"/>
                </a:cubicBezTo>
                <a:cubicBezTo>
                  <a:pt x="151" y="1770"/>
                  <a:pt x="148" y="1765"/>
                  <a:pt x="148" y="1759"/>
                </a:cubicBezTo>
                <a:cubicBezTo>
                  <a:pt x="147" y="1754"/>
                  <a:pt x="148" y="1750"/>
                  <a:pt x="151" y="1745"/>
                </a:cubicBezTo>
                <a:cubicBezTo>
                  <a:pt x="154" y="1741"/>
                  <a:pt x="158" y="1739"/>
                  <a:pt x="163" y="1738"/>
                </a:cubicBezTo>
                <a:lnTo>
                  <a:pt x="182" y="1735"/>
                </a:lnTo>
                <a:cubicBezTo>
                  <a:pt x="187" y="1735"/>
                  <a:pt x="192" y="1736"/>
                  <a:pt x="196" y="1739"/>
                </a:cubicBezTo>
                <a:cubicBezTo>
                  <a:pt x="200" y="1742"/>
                  <a:pt x="203" y="1746"/>
                  <a:pt x="203" y="1751"/>
                </a:cubicBezTo>
                <a:cubicBezTo>
                  <a:pt x="204" y="1756"/>
                  <a:pt x="203" y="1762"/>
                  <a:pt x="200" y="1766"/>
                </a:cubicBezTo>
                <a:cubicBezTo>
                  <a:pt x="197" y="1770"/>
                  <a:pt x="193" y="1773"/>
                  <a:pt x="188" y="1773"/>
                </a:cubicBezTo>
                <a:moveTo>
                  <a:pt x="34" y="1793"/>
                </a:moveTo>
                <a:lnTo>
                  <a:pt x="20" y="1795"/>
                </a:lnTo>
                <a:cubicBezTo>
                  <a:pt x="15" y="1795"/>
                  <a:pt x="11" y="1794"/>
                  <a:pt x="7" y="1791"/>
                </a:cubicBezTo>
                <a:cubicBezTo>
                  <a:pt x="3" y="1788"/>
                  <a:pt x="0" y="1783"/>
                  <a:pt x="0" y="1778"/>
                </a:cubicBezTo>
                <a:cubicBezTo>
                  <a:pt x="-1" y="1773"/>
                  <a:pt x="0" y="1769"/>
                  <a:pt x="4" y="1764"/>
                </a:cubicBezTo>
                <a:cubicBezTo>
                  <a:pt x="7" y="1759"/>
                  <a:pt x="11" y="1757"/>
                  <a:pt x="16" y="1757"/>
                </a:cubicBezTo>
                <a:lnTo>
                  <a:pt x="30" y="1755"/>
                </a:lnTo>
                <a:cubicBezTo>
                  <a:pt x="35" y="1754"/>
                  <a:pt x="40" y="1756"/>
                  <a:pt x="44" y="1759"/>
                </a:cubicBezTo>
                <a:cubicBezTo>
                  <a:pt x="48" y="1763"/>
                  <a:pt x="50" y="1767"/>
                  <a:pt x="51" y="1773"/>
                </a:cubicBezTo>
                <a:cubicBezTo>
                  <a:pt x="51" y="1778"/>
                  <a:pt x="50" y="1782"/>
                  <a:pt x="47" y="1786"/>
                </a:cubicBezTo>
                <a:cubicBezTo>
                  <a:pt x="44" y="1790"/>
                  <a:pt x="39" y="1793"/>
                  <a:pt x="34" y="1793"/>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47" name=""/>
          <p:cNvSpPr/>
          <p:nvPr/>
        </p:nvSpPr>
        <p:spPr>
          <a:xfrm>
            <a:off x="4156560" y="4157280"/>
            <a:ext cx="60480" cy="75240"/>
          </a:xfrm>
          <a:custGeom>
            <a:avLst/>
            <a:gdLst/>
            <a:ahLst/>
            <a:rect l="0" t="0" r="r" b="b"/>
            <a:pathLst>
              <a:path fill="none" w="168" h="209">
                <a:moveTo>
                  <a:pt x="168" y="209"/>
                </a:moveTo>
                <a:lnTo>
                  <a:pt x="0" y="121"/>
                </a:lnTo>
                <a:lnTo>
                  <a:pt x="146" y="0"/>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5348" name=""/>
          <p:cNvSpPr/>
          <p:nvPr/>
        </p:nvSpPr>
        <p:spPr>
          <a:xfrm>
            <a:off x="2670840" y="3561840"/>
            <a:ext cx="780480" cy="646200"/>
          </a:xfrm>
          <a:custGeom>
            <a:avLst/>
            <a:gdLst/>
            <a:ahLst/>
            <a:rect l="0" t="0" r="r" b="b"/>
            <a:pathLst>
              <a:path w="2168" h="1795">
                <a:moveTo>
                  <a:pt x="2146" y="1795"/>
                </a:moveTo>
                <a:lnTo>
                  <a:pt x="2127" y="1793"/>
                </a:lnTo>
                <a:cubicBezTo>
                  <a:pt x="2122" y="1792"/>
                  <a:pt x="2118" y="1790"/>
                  <a:pt x="2115" y="1786"/>
                </a:cubicBezTo>
                <a:cubicBezTo>
                  <a:pt x="2111" y="1782"/>
                  <a:pt x="2110" y="1777"/>
                  <a:pt x="2111" y="1772"/>
                </a:cubicBezTo>
                <a:cubicBezTo>
                  <a:pt x="2111" y="1767"/>
                  <a:pt x="2113" y="1763"/>
                  <a:pt x="2117" y="1758"/>
                </a:cubicBezTo>
                <a:cubicBezTo>
                  <a:pt x="2121" y="1755"/>
                  <a:pt x="2126" y="1754"/>
                  <a:pt x="2131" y="1754"/>
                </a:cubicBezTo>
                <a:lnTo>
                  <a:pt x="2151" y="1757"/>
                </a:lnTo>
                <a:cubicBezTo>
                  <a:pt x="2156" y="1757"/>
                  <a:pt x="2160" y="1759"/>
                  <a:pt x="2163" y="1764"/>
                </a:cubicBezTo>
                <a:cubicBezTo>
                  <a:pt x="2166" y="1769"/>
                  <a:pt x="2168" y="1773"/>
                  <a:pt x="2167" y="1778"/>
                </a:cubicBezTo>
                <a:cubicBezTo>
                  <a:pt x="2167" y="1783"/>
                  <a:pt x="2164" y="1788"/>
                  <a:pt x="2160" y="1791"/>
                </a:cubicBezTo>
                <a:cubicBezTo>
                  <a:pt x="2156" y="1794"/>
                  <a:pt x="2152" y="1795"/>
                  <a:pt x="2146" y="1795"/>
                </a:cubicBezTo>
                <a:moveTo>
                  <a:pt x="1993" y="1775"/>
                </a:moveTo>
                <a:lnTo>
                  <a:pt x="1974" y="1773"/>
                </a:lnTo>
                <a:cubicBezTo>
                  <a:pt x="1969" y="1772"/>
                  <a:pt x="1965" y="1769"/>
                  <a:pt x="1962" y="1765"/>
                </a:cubicBezTo>
                <a:cubicBezTo>
                  <a:pt x="1959" y="1760"/>
                  <a:pt x="1957" y="1756"/>
                  <a:pt x="1958" y="1750"/>
                </a:cubicBezTo>
                <a:cubicBezTo>
                  <a:pt x="1959" y="1745"/>
                  <a:pt x="1961" y="1741"/>
                  <a:pt x="1965" y="1738"/>
                </a:cubicBezTo>
                <a:cubicBezTo>
                  <a:pt x="1970" y="1735"/>
                  <a:pt x="1974" y="1734"/>
                  <a:pt x="1979" y="1735"/>
                </a:cubicBezTo>
                <a:lnTo>
                  <a:pt x="1998" y="1737"/>
                </a:lnTo>
                <a:cubicBezTo>
                  <a:pt x="2003" y="1738"/>
                  <a:pt x="2007" y="1741"/>
                  <a:pt x="2010" y="1745"/>
                </a:cubicBezTo>
                <a:cubicBezTo>
                  <a:pt x="2013" y="1749"/>
                  <a:pt x="2015" y="1753"/>
                  <a:pt x="2014" y="1759"/>
                </a:cubicBezTo>
                <a:cubicBezTo>
                  <a:pt x="2013" y="1765"/>
                  <a:pt x="2011" y="1769"/>
                  <a:pt x="2007" y="1772"/>
                </a:cubicBezTo>
                <a:cubicBezTo>
                  <a:pt x="2002" y="1775"/>
                  <a:pt x="1998" y="1776"/>
                  <a:pt x="1993" y="1775"/>
                </a:cubicBezTo>
                <a:moveTo>
                  <a:pt x="1844" y="1750"/>
                </a:moveTo>
                <a:lnTo>
                  <a:pt x="1826" y="1747"/>
                </a:lnTo>
                <a:cubicBezTo>
                  <a:pt x="1821" y="1746"/>
                  <a:pt x="1817" y="1744"/>
                  <a:pt x="1814" y="1739"/>
                </a:cubicBezTo>
                <a:cubicBezTo>
                  <a:pt x="1811" y="1735"/>
                  <a:pt x="1810" y="1730"/>
                  <a:pt x="1811" y="1725"/>
                </a:cubicBezTo>
                <a:cubicBezTo>
                  <a:pt x="1812" y="1720"/>
                  <a:pt x="1815" y="1716"/>
                  <a:pt x="1819" y="1713"/>
                </a:cubicBezTo>
                <a:cubicBezTo>
                  <a:pt x="1823" y="1710"/>
                  <a:pt x="1828" y="1709"/>
                  <a:pt x="1833" y="1710"/>
                </a:cubicBezTo>
                <a:lnTo>
                  <a:pt x="1851" y="1714"/>
                </a:lnTo>
                <a:cubicBezTo>
                  <a:pt x="1856" y="1715"/>
                  <a:pt x="1860" y="1717"/>
                  <a:pt x="1863" y="1721"/>
                </a:cubicBezTo>
                <a:cubicBezTo>
                  <a:pt x="1866" y="1726"/>
                  <a:pt x="1867" y="1730"/>
                  <a:pt x="1866" y="1735"/>
                </a:cubicBezTo>
                <a:cubicBezTo>
                  <a:pt x="1865" y="1740"/>
                  <a:pt x="1863" y="1744"/>
                  <a:pt x="1858" y="1747"/>
                </a:cubicBezTo>
                <a:cubicBezTo>
                  <a:pt x="1854" y="1750"/>
                  <a:pt x="1850" y="1751"/>
                  <a:pt x="1844" y="1750"/>
                </a:cubicBezTo>
                <a:moveTo>
                  <a:pt x="1702" y="1722"/>
                </a:moveTo>
                <a:lnTo>
                  <a:pt x="1683" y="1718"/>
                </a:lnTo>
                <a:cubicBezTo>
                  <a:pt x="1678" y="1716"/>
                  <a:pt x="1674" y="1714"/>
                  <a:pt x="1671" y="1709"/>
                </a:cubicBezTo>
                <a:cubicBezTo>
                  <a:pt x="1669" y="1705"/>
                  <a:pt x="1668" y="1700"/>
                  <a:pt x="1669" y="1695"/>
                </a:cubicBezTo>
                <a:cubicBezTo>
                  <a:pt x="1670" y="1690"/>
                  <a:pt x="1673" y="1686"/>
                  <a:pt x="1677" y="1684"/>
                </a:cubicBezTo>
                <a:cubicBezTo>
                  <a:pt x="1682" y="1681"/>
                  <a:pt x="1686" y="1680"/>
                  <a:pt x="1691" y="1681"/>
                </a:cubicBezTo>
                <a:lnTo>
                  <a:pt x="1710" y="1685"/>
                </a:lnTo>
                <a:cubicBezTo>
                  <a:pt x="1715" y="1686"/>
                  <a:pt x="1719" y="1689"/>
                  <a:pt x="1722" y="1693"/>
                </a:cubicBezTo>
                <a:cubicBezTo>
                  <a:pt x="1724" y="1698"/>
                  <a:pt x="1725" y="1703"/>
                  <a:pt x="1724" y="1708"/>
                </a:cubicBezTo>
                <a:cubicBezTo>
                  <a:pt x="1723" y="1713"/>
                  <a:pt x="1720" y="1717"/>
                  <a:pt x="1716" y="1719"/>
                </a:cubicBezTo>
                <a:cubicBezTo>
                  <a:pt x="1712" y="1722"/>
                  <a:pt x="1707" y="1723"/>
                  <a:pt x="1702" y="1722"/>
                </a:cubicBezTo>
                <a:moveTo>
                  <a:pt x="1552" y="1685"/>
                </a:moveTo>
                <a:lnTo>
                  <a:pt x="1534" y="1680"/>
                </a:lnTo>
                <a:cubicBezTo>
                  <a:pt x="1529" y="1679"/>
                  <a:pt x="1525" y="1676"/>
                  <a:pt x="1522" y="1671"/>
                </a:cubicBezTo>
                <a:cubicBezTo>
                  <a:pt x="1520" y="1667"/>
                  <a:pt x="1519" y="1662"/>
                  <a:pt x="1520" y="1657"/>
                </a:cubicBezTo>
                <a:cubicBezTo>
                  <a:pt x="1522" y="1652"/>
                  <a:pt x="1525" y="1648"/>
                  <a:pt x="1529" y="1646"/>
                </a:cubicBezTo>
                <a:cubicBezTo>
                  <a:pt x="1534" y="1643"/>
                  <a:pt x="1538" y="1643"/>
                  <a:pt x="1543" y="1644"/>
                </a:cubicBezTo>
                <a:lnTo>
                  <a:pt x="1562" y="1649"/>
                </a:lnTo>
                <a:cubicBezTo>
                  <a:pt x="1567" y="1650"/>
                  <a:pt x="1570" y="1653"/>
                  <a:pt x="1573" y="1658"/>
                </a:cubicBezTo>
                <a:cubicBezTo>
                  <a:pt x="1575" y="1662"/>
                  <a:pt x="1576" y="1667"/>
                  <a:pt x="1575" y="1672"/>
                </a:cubicBezTo>
                <a:cubicBezTo>
                  <a:pt x="1573" y="1677"/>
                  <a:pt x="1570" y="1681"/>
                  <a:pt x="1566" y="1683"/>
                </a:cubicBezTo>
                <a:cubicBezTo>
                  <a:pt x="1561" y="1686"/>
                  <a:pt x="1557" y="1686"/>
                  <a:pt x="1552" y="1685"/>
                </a:cubicBezTo>
                <a:moveTo>
                  <a:pt x="1408" y="1643"/>
                </a:moveTo>
                <a:lnTo>
                  <a:pt x="1391" y="1637"/>
                </a:lnTo>
                <a:cubicBezTo>
                  <a:pt x="1386" y="1635"/>
                  <a:pt x="1382" y="1632"/>
                  <a:pt x="1380" y="1628"/>
                </a:cubicBezTo>
                <a:cubicBezTo>
                  <a:pt x="1377" y="1623"/>
                  <a:pt x="1377" y="1618"/>
                  <a:pt x="1379" y="1613"/>
                </a:cubicBezTo>
                <a:cubicBezTo>
                  <a:pt x="1380" y="1608"/>
                  <a:pt x="1383" y="1605"/>
                  <a:pt x="1388" y="1602"/>
                </a:cubicBezTo>
                <a:cubicBezTo>
                  <a:pt x="1393" y="1600"/>
                  <a:pt x="1397" y="1600"/>
                  <a:pt x="1402" y="1601"/>
                </a:cubicBezTo>
                <a:lnTo>
                  <a:pt x="1420" y="1607"/>
                </a:lnTo>
                <a:cubicBezTo>
                  <a:pt x="1425" y="1609"/>
                  <a:pt x="1428" y="1612"/>
                  <a:pt x="1430" y="1616"/>
                </a:cubicBezTo>
                <a:cubicBezTo>
                  <a:pt x="1433" y="1621"/>
                  <a:pt x="1433" y="1626"/>
                  <a:pt x="1432" y="1631"/>
                </a:cubicBezTo>
                <a:cubicBezTo>
                  <a:pt x="1430" y="1635"/>
                  <a:pt x="1427" y="1639"/>
                  <a:pt x="1422" y="1641"/>
                </a:cubicBezTo>
                <a:cubicBezTo>
                  <a:pt x="1418" y="1644"/>
                  <a:pt x="1413" y="1644"/>
                  <a:pt x="1408" y="1643"/>
                </a:cubicBezTo>
                <a:moveTo>
                  <a:pt x="1268" y="1593"/>
                </a:moveTo>
                <a:lnTo>
                  <a:pt x="1250" y="1586"/>
                </a:lnTo>
                <a:cubicBezTo>
                  <a:pt x="1246" y="1585"/>
                  <a:pt x="1242" y="1581"/>
                  <a:pt x="1240" y="1577"/>
                </a:cubicBezTo>
                <a:cubicBezTo>
                  <a:pt x="1238" y="1572"/>
                  <a:pt x="1238" y="1567"/>
                  <a:pt x="1240" y="1562"/>
                </a:cubicBezTo>
                <a:cubicBezTo>
                  <a:pt x="1242" y="1557"/>
                  <a:pt x="1245" y="1554"/>
                  <a:pt x="1250" y="1552"/>
                </a:cubicBezTo>
                <a:cubicBezTo>
                  <a:pt x="1254" y="1550"/>
                  <a:pt x="1259" y="1550"/>
                  <a:pt x="1264" y="1552"/>
                </a:cubicBezTo>
                <a:lnTo>
                  <a:pt x="1282" y="1559"/>
                </a:lnTo>
                <a:cubicBezTo>
                  <a:pt x="1287" y="1560"/>
                  <a:pt x="1290" y="1564"/>
                  <a:pt x="1292" y="1568"/>
                </a:cubicBezTo>
                <a:cubicBezTo>
                  <a:pt x="1294" y="1573"/>
                  <a:pt x="1294" y="1578"/>
                  <a:pt x="1293" y="1583"/>
                </a:cubicBezTo>
                <a:cubicBezTo>
                  <a:pt x="1291" y="1588"/>
                  <a:pt x="1287" y="1591"/>
                  <a:pt x="1283" y="1593"/>
                </a:cubicBezTo>
                <a:cubicBezTo>
                  <a:pt x="1278" y="1595"/>
                  <a:pt x="1273" y="1595"/>
                  <a:pt x="1268" y="1593"/>
                </a:cubicBezTo>
                <a:moveTo>
                  <a:pt x="1127" y="1534"/>
                </a:moveTo>
                <a:lnTo>
                  <a:pt x="1110" y="1527"/>
                </a:lnTo>
                <a:cubicBezTo>
                  <a:pt x="1105" y="1525"/>
                  <a:pt x="1102" y="1521"/>
                  <a:pt x="1100" y="1516"/>
                </a:cubicBezTo>
                <a:cubicBezTo>
                  <a:pt x="1099" y="1511"/>
                  <a:pt x="1099" y="1507"/>
                  <a:pt x="1101" y="1502"/>
                </a:cubicBezTo>
                <a:cubicBezTo>
                  <a:pt x="1103" y="1497"/>
                  <a:pt x="1107" y="1494"/>
                  <a:pt x="1111" y="1492"/>
                </a:cubicBezTo>
                <a:cubicBezTo>
                  <a:pt x="1116" y="1490"/>
                  <a:pt x="1121" y="1491"/>
                  <a:pt x="1126" y="1493"/>
                </a:cubicBezTo>
                <a:lnTo>
                  <a:pt x="1143" y="1501"/>
                </a:lnTo>
                <a:cubicBezTo>
                  <a:pt x="1147" y="1503"/>
                  <a:pt x="1151" y="1506"/>
                  <a:pt x="1152" y="1511"/>
                </a:cubicBezTo>
                <a:cubicBezTo>
                  <a:pt x="1154" y="1516"/>
                  <a:pt x="1154" y="1521"/>
                  <a:pt x="1152" y="1525"/>
                </a:cubicBezTo>
                <a:cubicBezTo>
                  <a:pt x="1150" y="1530"/>
                  <a:pt x="1146" y="1533"/>
                  <a:pt x="1141" y="1535"/>
                </a:cubicBezTo>
                <a:cubicBezTo>
                  <a:pt x="1137" y="1537"/>
                  <a:pt x="1132" y="1537"/>
                  <a:pt x="1127" y="1534"/>
                </a:cubicBezTo>
                <a:moveTo>
                  <a:pt x="994" y="1469"/>
                </a:moveTo>
                <a:cubicBezTo>
                  <a:pt x="989" y="1466"/>
                  <a:pt x="983" y="1463"/>
                  <a:pt x="978" y="1460"/>
                </a:cubicBezTo>
                <a:cubicBezTo>
                  <a:pt x="973" y="1458"/>
                  <a:pt x="970" y="1454"/>
                  <a:pt x="969" y="1449"/>
                </a:cubicBezTo>
                <a:cubicBezTo>
                  <a:pt x="967" y="1444"/>
                  <a:pt x="968" y="1439"/>
                  <a:pt x="970" y="1435"/>
                </a:cubicBezTo>
                <a:cubicBezTo>
                  <a:pt x="973" y="1430"/>
                  <a:pt x="976" y="1427"/>
                  <a:pt x="981" y="1426"/>
                </a:cubicBezTo>
                <a:cubicBezTo>
                  <a:pt x="986" y="1424"/>
                  <a:pt x="991" y="1425"/>
                  <a:pt x="996" y="1427"/>
                </a:cubicBezTo>
                <a:cubicBezTo>
                  <a:pt x="1001" y="1430"/>
                  <a:pt x="1006" y="1433"/>
                  <a:pt x="1011" y="1436"/>
                </a:cubicBezTo>
                <a:cubicBezTo>
                  <a:pt x="1016" y="1438"/>
                  <a:pt x="1019" y="1442"/>
                  <a:pt x="1021" y="1447"/>
                </a:cubicBezTo>
                <a:cubicBezTo>
                  <a:pt x="1022" y="1452"/>
                  <a:pt x="1022" y="1457"/>
                  <a:pt x="1019" y="1461"/>
                </a:cubicBezTo>
                <a:cubicBezTo>
                  <a:pt x="1017" y="1466"/>
                  <a:pt x="1013" y="1469"/>
                  <a:pt x="1008" y="1470"/>
                </a:cubicBezTo>
                <a:cubicBezTo>
                  <a:pt x="1003" y="1472"/>
                  <a:pt x="998" y="1471"/>
                  <a:pt x="994" y="1469"/>
                </a:cubicBezTo>
                <a:moveTo>
                  <a:pt x="863" y="1393"/>
                </a:moveTo>
                <a:cubicBezTo>
                  <a:pt x="857" y="1390"/>
                  <a:pt x="852" y="1386"/>
                  <a:pt x="847" y="1383"/>
                </a:cubicBezTo>
                <a:cubicBezTo>
                  <a:pt x="842" y="1380"/>
                  <a:pt x="840" y="1376"/>
                  <a:pt x="839" y="1371"/>
                </a:cubicBezTo>
                <a:cubicBezTo>
                  <a:pt x="837" y="1366"/>
                  <a:pt x="838" y="1361"/>
                  <a:pt x="841" y="1357"/>
                </a:cubicBezTo>
                <a:cubicBezTo>
                  <a:pt x="844" y="1353"/>
                  <a:pt x="848" y="1350"/>
                  <a:pt x="853" y="1349"/>
                </a:cubicBezTo>
                <a:cubicBezTo>
                  <a:pt x="858" y="1348"/>
                  <a:pt x="863" y="1349"/>
                  <a:pt x="867" y="1351"/>
                </a:cubicBezTo>
                <a:cubicBezTo>
                  <a:pt x="872" y="1355"/>
                  <a:pt x="877" y="1358"/>
                  <a:pt x="883" y="1361"/>
                </a:cubicBezTo>
                <a:cubicBezTo>
                  <a:pt x="887" y="1364"/>
                  <a:pt x="890" y="1368"/>
                  <a:pt x="891" y="1373"/>
                </a:cubicBezTo>
                <a:cubicBezTo>
                  <a:pt x="892" y="1378"/>
                  <a:pt x="891" y="1383"/>
                  <a:pt x="889" y="1387"/>
                </a:cubicBezTo>
                <a:cubicBezTo>
                  <a:pt x="886" y="1391"/>
                  <a:pt x="882" y="1394"/>
                  <a:pt x="877" y="1395"/>
                </a:cubicBezTo>
                <a:cubicBezTo>
                  <a:pt x="872" y="1397"/>
                  <a:pt x="867" y="1396"/>
                  <a:pt x="863" y="1393"/>
                </a:cubicBezTo>
                <a:moveTo>
                  <a:pt x="738" y="1308"/>
                </a:moveTo>
                <a:cubicBezTo>
                  <a:pt x="733" y="1304"/>
                  <a:pt x="728" y="1301"/>
                  <a:pt x="723" y="1297"/>
                </a:cubicBezTo>
                <a:cubicBezTo>
                  <a:pt x="719" y="1294"/>
                  <a:pt x="717" y="1290"/>
                  <a:pt x="716" y="1284"/>
                </a:cubicBezTo>
                <a:cubicBezTo>
                  <a:pt x="715" y="1279"/>
                  <a:pt x="717" y="1275"/>
                  <a:pt x="720" y="1271"/>
                </a:cubicBezTo>
                <a:cubicBezTo>
                  <a:pt x="723" y="1267"/>
                  <a:pt x="727" y="1264"/>
                  <a:pt x="732" y="1263"/>
                </a:cubicBezTo>
                <a:cubicBezTo>
                  <a:pt x="737" y="1263"/>
                  <a:pt x="742" y="1264"/>
                  <a:pt x="746" y="1267"/>
                </a:cubicBezTo>
                <a:cubicBezTo>
                  <a:pt x="751" y="1271"/>
                  <a:pt x="756" y="1274"/>
                  <a:pt x="760" y="1278"/>
                </a:cubicBezTo>
                <a:cubicBezTo>
                  <a:pt x="765" y="1281"/>
                  <a:pt x="767" y="1285"/>
                  <a:pt x="768" y="1290"/>
                </a:cubicBezTo>
                <a:cubicBezTo>
                  <a:pt x="769" y="1295"/>
                  <a:pt x="767" y="1300"/>
                  <a:pt x="764" y="1304"/>
                </a:cubicBezTo>
                <a:cubicBezTo>
                  <a:pt x="761" y="1308"/>
                  <a:pt x="757" y="1311"/>
                  <a:pt x="752" y="1311"/>
                </a:cubicBezTo>
                <a:cubicBezTo>
                  <a:pt x="747" y="1312"/>
                  <a:pt x="742" y="1311"/>
                  <a:pt x="738" y="1308"/>
                </a:cubicBezTo>
                <a:moveTo>
                  <a:pt x="622" y="1214"/>
                </a:moveTo>
                <a:cubicBezTo>
                  <a:pt x="617" y="1210"/>
                  <a:pt x="612" y="1206"/>
                  <a:pt x="607" y="1201"/>
                </a:cubicBezTo>
                <a:cubicBezTo>
                  <a:pt x="603" y="1198"/>
                  <a:pt x="601" y="1194"/>
                  <a:pt x="601" y="1189"/>
                </a:cubicBezTo>
                <a:cubicBezTo>
                  <a:pt x="601" y="1183"/>
                  <a:pt x="602" y="1179"/>
                  <a:pt x="606" y="1175"/>
                </a:cubicBezTo>
                <a:cubicBezTo>
                  <a:pt x="609" y="1171"/>
                  <a:pt x="614" y="1169"/>
                  <a:pt x="619" y="1169"/>
                </a:cubicBezTo>
                <a:cubicBezTo>
                  <a:pt x="624" y="1169"/>
                  <a:pt x="628" y="1170"/>
                  <a:pt x="632" y="1174"/>
                </a:cubicBezTo>
                <a:cubicBezTo>
                  <a:pt x="637" y="1178"/>
                  <a:pt x="641" y="1182"/>
                  <a:pt x="646" y="1186"/>
                </a:cubicBezTo>
                <a:cubicBezTo>
                  <a:pt x="650" y="1189"/>
                  <a:pt x="652" y="1194"/>
                  <a:pt x="652" y="1199"/>
                </a:cubicBezTo>
                <a:cubicBezTo>
                  <a:pt x="653" y="1204"/>
                  <a:pt x="651" y="1208"/>
                  <a:pt x="648" y="1212"/>
                </a:cubicBezTo>
                <a:cubicBezTo>
                  <a:pt x="645" y="1216"/>
                  <a:pt x="640" y="1218"/>
                  <a:pt x="635" y="1219"/>
                </a:cubicBezTo>
                <a:cubicBezTo>
                  <a:pt x="630" y="1219"/>
                  <a:pt x="625" y="1217"/>
                  <a:pt x="622" y="1214"/>
                </a:cubicBezTo>
                <a:moveTo>
                  <a:pt x="512" y="1110"/>
                </a:moveTo>
                <a:cubicBezTo>
                  <a:pt x="507" y="1105"/>
                  <a:pt x="503" y="1101"/>
                  <a:pt x="499" y="1096"/>
                </a:cubicBezTo>
                <a:cubicBezTo>
                  <a:pt x="495" y="1092"/>
                  <a:pt x="494" y="1088"/>
                  <a:pt x="494" y="1083"/>
                </a:cubicBezTo>
                <a:cubicBezTo>
                  <a:pt x="494" y="1078"/>
                  <a:pt x="496" y="1073"/>
                  <a:pt x="500" y="1070"/>
                </a:cubicBezTo>
                <a:cubicBezTo>
                  <a:pt x="503" y="1066"/>
                  <a:pt x="508" y="1064"/>
                  <a:pt x="513" y="1065"/>
                </a:cubicBezTo>
                <a:cubicBezTo>
                  <a:pt x="518" y="1065"/>
                  <a:pt x="522" y="1067"/>
                  <a:pt x="526" y="1070"/>
                </a:cubicBezTo>
                <a:cubicBezTo>
                  <a:pt x="530" y="1075"/>
                  <a:pt x="534" y="1079"/>
                  <a:pt x="539" y="1084"/>
                </a:cubicBezTo>
                <a:cubicBezTo>
                  <a:pt x="542" y="1087"/>
                  <a:pt x="544" y="1092"/>
                  <a:pt x="544" y="1097"/>
                </a:cubicBezTo>
                <a:cubicBezTo>
                  <a:pt x="544" y="1102"/>
                  <a:pt x="542" y="1107"/>
                  <a:pt x="538" y="1110"/>
                </a:cubicBezTo>
                <a:cubicBezTo>
                  <a:pt x="535" y="1114"/>
                  <a:pt x="530" y="1115"/>
                  <a:pt x="525" y="1115"/>
                </a:cubicBezTo>
                <a:cubicBezTo>
                  <a:pt x="520" y="1115"/>
                  <a:pt x="515" y="1113"/>
                  <a:pt x="512" y="1110"/>
                </a:cubicBezTo>
                <a:moveTo>
                  <a:pt x="412" y="997"/>
                </a:moveTo>
                <a:cubicBezTo>
                  <a:pt x="408" y="992"/>
                  <a:pt x="404" y="987"/>
                  <a:pt x="400" y="982"/>
                </a:cubicBezTo>
                <a:cubicBezTo>
                  <a:pt x="397" y="978"/>
                  <a:pt x="396" y="974"/>
                  <a:pt x="396" y="969"/>
                </a:cubicBezTo>
                <a:cubicBezTo>
                  <a:pt x="397" y="964"/>
                  <a:pt x="399" y="959"/>
                  <a:pt x="403" y="956"/>
                </a:cubicBezTo>
                <a:cubicBezTo>
                  <a:pt x="407" y="953"/>
                  <a:pt x="412" y="952"/>
                  <a:pt x="417" y="952"/>
                </a:cubicBezTo>
                <a:cubicBezTo>
                  <a:pt x="422" y="953"/>
                  <a:pt x="426" y="955"/>
                  <a:pt x="430" y="959"/>
                </a:cubicBezTo>
                <a:cubicBezTo>
                  <a:pt x="433" y="964"/>
                  <a:pt x="437" y="969"/>
                  <a:pt x="441" y="974"/>
                </a:cubicBezTo>
                <a:cubicBezTo>
                  <a:pt x="444" y="978"/>
                  <a:pt x="446" y="982"/>
                  <a:pt x="445" y="987"/>
                </a:cubicBezTo>
                <a:cubicBezTo>
                  <a:pt x="445" y="992"/>
                  <a:pt x="442" y="997"/>
                  <a:pt x="438" y="1000"/>
                </a:cubicBezTo>
                <a:cubicBezTo>
                  <a:pt x="434" y="1003"/>
                  <a:pt x="430" y="1004"/>
                  <a:pt x="425" y="1004"/>
                </a:cubicBezTo>
                <a:cubicBezTo>
                  <a:pt x="420" y="1003"/>
                  <a:pt x="415" y="1001"/>
                  <a:pt x="412" y="997"/>
                </a:cubicBezTo>
                <a:moveTo>
                  <a:pt x="322" y="876"/>
                </a:moveTo>
                <a:cubicBezTo>
                  <a:pt x="319" y="871"/>
                  <a:pt x="315" y="866"/>
                  <a:pt x="312" y="861"/>
                </a:cubicBezTo>
                <a:cubicBezTo>
                  <a:pt x="309" y="856"/>
                  <a:pt x="308" y="852"/>
                  <a:pt x="309" y="847"/>
                </a:cubicBezTo>
                <a:cubicBezTo>
                  <a:pt x="310" y="841"/>
                  <a:pt x="313" y="837"/>
                  <a:pt x="317" y="835"/>
                </a:cubicBezTo>
                <a:cubicBezTo>
                  <a:pt x="321" y="832"/>
                  <a:pt x="326" y="831"/>
                  <a:pt x="331" y="832"/>
                </a:cubicBezTo>
                <a:cubicBezTo>
                  <a:pt x="336" y="833"/>
                  <a:pt x="340" y="836"/>
                  <a:pt x="343" y="840"/>
                </a:cubicBezTo>
                <a:cubicBezTo>
                  <a:pt x="346" y="845"/>
                  <a:pt x="350" y="850"/>
                  <a:pt x="353" y="855"/>
                </a:cubicBezTo>
                <a:cubicBezTo>
                  <a:pt x="356" y="860"/>
                  <a:pt x="357" y="864"/>
                  <a:pt x="356" y="869"/>
                </a:cubicBezTo>
                <a:cubicBezTo>
                  <a:pt x="355" y="874"/>
                  <a:pt x="353" y="878"/>
                  <a:pt x="348" y="881"/>
                </a:cubicBezTo>
                <a:cubicBezTo>
                  <a:pt x="344" y="884"/>
                  <a:pt x="339" y="885"/>
                  <a:pt x="334" y="884"/>
                </a:cubicBezTo>
                <a:cubicBezTo>
                  <a:pt x="329" y="883"/>
                  <a:pt x="325" y="880"/>
                  <a:pt x="322" y="876"/>
                </a:cubicBezTo>
                <a:moveTo>
                  <a:pt x="243" y="747"/>
                </a:moveTo>
                <a:cubicBezTo>
                  <a:pt x="240" y="742"/>
                  <a:pt x="236" y="736"/>
                  <a:pt x="233" y="730"/>
                </a:cubicBezTo>
                <a:cubicBezTo>
                  <a:pt x="231" y="726"/>
                  <a:pt x="230" y="721"/>
                  <a:pt x="232" y="716"/>
                </a:cubicBezTo>
                <a:cubicBezTo>
                  <a:pt x="233" y="711"/>
                  <a:pt x="236" y="708"/>
                  <a:pt x="241" y="705"/>
                </a:cubicBezTo>
                <a:cubicBezTo>
                  <a:pt x="245" y="703"/>
                  <a:pt x="250" y="702"/>
                  <a:pt x="255" y="704"/>
                </a:cubicBezTo>
                <a:cubicBezTo>
                  <a:pt x="260" y="705"/>
                  <a:pt x="264" y="708"/>
                  <a:pt x="266" y="713"/>
                </a:cubicBezTo>
                <a:cubicBezTo>
                  <a:pt x="269" y="718"/>
                  <a:pt x="272" y="723"/>
                  <a:pt x="275" y="729"/>
                </a:cubicBezTo>
                <a:cubicBezTo>
                  <a:pt x="278" y="733"/>
                  <a:pt x="278" y="738"/>
                  <a:pt x="277" y="743"/>
                </a:cubicBezTo>
                <a:cubicBezTo>
                  <a:pt x="275" y="748"/>
                  <a:pt x="273" y="752"/>
                  <a:pt x="268" y="754"/>
                </a:cubicBezTo>
                <a:cubicBezTo>
                  <a:pt x="264" y="757"/>
                  <a:pt x="259" y="757"/>
                  <a:pt x="254" y="756"/>
                </a:cubicBezTo>
                <a:cubicBezTo>
                  <a:pt x="249" y="755"/>
                  <a:pt x="245" y="752"/>
                  <a:pt x="243" y="747"/>
                </a:cubicBezTo>
                <a:moveTo>
                  <a:pt x="175" y="614"/>
                </a:moveTo>
                <a:cubicBezTo>
                  <a:pt x="172" y="608"/>
                  <a:pt x="170" y="603"/>
                  <a:pt x="167" y="597"/>
                </a:cubicBezTo>
                <a:cubicBezTo>
                  <a:pt x="165" y="592"/>
                  <a:pt x="165" y="587"/>
                  <a:pt x="167" y="583"/>
                </a:cubicBezTo>
                <a:cubicBezTo>
                  <a:pt x="168" y="578"/>
                  <a:pt x="172" y="574"/>
                  <a:pt x="176" y="572"/>
                </a:cubicBezTo>
                <a:cubicBezTo>
                  <a:pt x="181" y="570"/>
                  <a:pt x="186" y="570"/>
                  <a:pt x="191" y="572"/>
                </a:cubicBezTo>
                <a:cubicBezTo>
                  <a:pt x="196" y="574"/>
                  <a:pt x="199" y="577"/>
                  <a:pt x="201" y="582"/>
                </a:cubicBezTo>
                <a:cubicBezTo>
                  <a:pt x="204" y="587"/>
                  <a:pt x="206" y="593"/>
                  <a:pt x="209" y="598"/>
                </a:cubicBezTo>
                <a:cubicBezTo>
                  <a:pt x="211" y="603"/>
                  <a:pt x="211" y="608"/>
                  <a:pt x="209" y="613"/>
                </a:cubicBezTo>
                <a:cubicBezTo>
                  <a:pt x="207" y="618"/>
                  <a:pt x="204" y="621"/>
                  <a:pt x="200" y="623"/>
                </a:cubicBezTo>
                <a:cubicBezTo>
                  <a:pt x="195" y="625"/>
                  <a:pt x="190" y="626"/>
                  <a:pt x="185" y="624"/>
                </a:cubicBezTo>
                <a:cubicBezTo>
                  <a:pt x="180" y="622"/>
                  <a:pt x="177" y="619"/>
                  <a:pt x="175" y="614"/>
                </a:cubicBezTo>
                <a:moveTo>
                  <a:pt x="116" y="474"/>
                </a:moveTo>
                <a:cubicBezTo>
                  <a:pt x="114" y="468"/>
                  <a:pt x="111" y="462"/>
                  <a:pt x="109" y="456"/>
                </a:cubicBezTo>
                <a:cubicBezTo>
                  <a:pt x="108" y="451"/>
                  <a:pt x="108" y="447"/>
                  <a:pt x="110" y="442"/>
                </a:cubicBezTo>
                <a:cubicBezTo>
                  <a:pt x="112" y="437"/>
                  <a:pt x="116" y="434"/>
                  <a:pt x="121" y="432"/>
                </a:cubicBezTo>
                <a:cubicBezTo>
                  <a:pt x="125" y="431"/>
                  <a:pt x="130" y="431"/>
                  <a:pt x="135" y="433"/>
                </a:cubicBezTo>
                <a:cubicBezTo>
                  <a:pt x="139" y="435"/>
                  <a:pt x="143" y="439"/>
                  <a:pt x="144" y="444"/>
                </a:cubicBezTo>
                <a:cubicBezTo>
                  <a:pt x="147" y="450"/>
                  <a:pt x="149" y="455"/>
                  <a:pt x="151" y="461"/>
                </a:cubicBezTo>
                <a:cubicBezTo>
                  <a:pt x="153" y="466"/>
                  <a:pt x="153" y="471"/>
                  <a:pt x="150" y="476"/>
                </a:cubicBezTo>
                <a:cubicBezTo>
                  <a:pt x="148" y="480"/>
                  <a:pt x="145" y="483"/>
                  <a:pt x="140" y="485"/>
                </a:cubicBezTo>
                <a:cubicBezTo>
                  <a:pt x="135" y="487"/>
                  <a:pt x="130" y="487"/>
                  <a:pt x="126" y="485"/>
                </a:cubicBezTo>
                <a:cubicBezTo>
                  <a:pt x="121" y="483"/>
                  <a:pt x="118" y="479"/>
                  <a:pt x="116" y="474"/>
                </a:cubicBezTo>
                <a:moveTo>
                  <a:pt x="69" y="331"/>
                </a:moveTo>
                <a:lnTo>
                  <a:pt x="63" y="314"/>
                </a:lnTo>
                <a:cubicBezTo>
                  <a:pt x="62" y="309"/>
                  <a:pt x="63" y="304"/>
                  <a:pt x="65" y="299"/>
                </a:cubicBezTo>
                <a:cubicBezTo>
                  <a:pt x="68" y="295"/>
                  <a:pt x="71" y="292"/>
                  <a:pt x="76" y="290"/>
                </a:cubicBezTo>
                <a:cubicBezTo>
                  <a:pt x="81" y="289"/>
                  <a:pt x="86" y="290"/>
                  <a:pt x="90" y="292"/>
                </a:cubicBezTo>
                <a:cubicBezTo>
                  <a:pt x="95" y="295"/>
                  <a:pt x="98" y="298"/>
                  <a:pt x="99" y="303"/>
                </a:cubicBezTo>
                <a:lnTo>
                  <a:pt x="104" y="321"/>
                </a:lnTo>
                <a:cubicBezTo>
                  <a:pt x="106" y="326"/>
                  <a:pt x="105" y="330"/>
                  <a:pt x="103" y="335"/>
                </a:cubicBezTo>
                <a:cubicBezTo>
                  <a:pt x="100" y="339"/>
                  <a:pt x="97" y="342"/>
                  <a:pt x="92" y="344"/>
                </a:cubicBezTo>
                <a:cubicBezTo>
                  <a:pt x="87" y="345"/>
                  <a:pt x="82" y="345"/>
                  <a:pt x="77" y="342"/>
                </a:cubicBezTo>
                <a:cubicBezTo>
                  <a:pt x="73" y="340"/>
                  <a:pt x="70" y="336"/>
                  <a:pt x="69" y="331"/>
                </a:cubicBezTo>
                <a:moveTo>
                  <a:pt x="31" y="187"/>
                </a:moveTo>
                <a:lnTo>
                  <a:pt x="27" y="168"/>
                </a:lnTo>
                <a:cubicBezTo>
                  <a:pt x="26" y="163"/>
                  <a:pt x="27" y="159"/>
                  <a:pt x="30" y="154"/>
                </a:cubicBezTo>
                <a:cubicBezTo>
                  <a:pt x="33" y="150"/>
                  <a:pt x="36" y="147"/>
                  <a:pt x="41" y="146"/>
                </a:cubicBezTo>
                <a:cubicBezTo>
                  <a:pt x="46" y="145"/>
                  <a:pt x="51" y="146"/>
                  <a:pt x="56" y="148"/>
                </a:cubicBezTo>
                <a:cubicBezTo>
                  <a:pt x="60" y="151"/>
                  <a:pt x="63" y="155"/>
                  <a:pt x="64" y="160"/>
                </a:cubicBezTo>
                <a:lnTo>
                  <a:pt x="68" y="179"/>
                </a:lnTo>
                <a:cubicBezTo>
                  <a:pt x="69" y="184"/>
                  <a:pt x="68" y="188"/>
                  <a:pt x="65" y="193"/>
                </a:cubicBezTo>
                <a:cubicBezTo>
                  <a:pt x="62" y="197"/>
                  <a:pt x="59" y="200"/>
                  <a:pt x="54" y="201"/>
                </a:cubicBezTo>
                <a:cubicBezTo>
                  <a:pt x="49" y="202"/>
                  <a:pt x="44" y="201"/>
                  <a:pt x="39" y="198"/>
                </a:cubicBezTo>
                <a:cubicBezTo>
                  <a:pt x="35" y="196"/>
                  <a:pt x="32" y="192"/>
                  <a:pt x="31" y="187"/>
                </a:cubicBezTo>
                <a:moveTo>
                  <a:pt x="2" y="36"/>
                </a:moveTo>
                <a:lnTo>
                  <a:pt x="0" y="22"/>
                </a:lnTo>
                <a:cubicBezTo>
                  <a:pt x="-1" y="17"/>
                  <a:pt x="0" y="12"/>
                  <a:pt x="3" y="8"/>
                </a:cubicBezTo>
                <a:cubicBezTo>
                  <a:pt x="6" y="4"/>
                  <a:pt x="10" y="1"/>
                  <a:pt x="16" y="0"/>
                </a:cubicBezTo>
                <a:cubicBezTo>
                  <a:pt x="21" y="0"/>
                  <a:pt x="25" y="1"/>
                  <a:pt x="29" y="4"/>
                </a:cubicBezTo>
                <a:cubicBezTo>
                  <a:pt x="34" y="7"/>
                  <a:pt x="36" y="11"/>
                  <a:pt x="37" y="16"/>
                </a:cubicBezTo>
                <a:lnTo>
                  <a:pt x="39" y="30"/>
                </a:lnTo>
                <a:cubicBezTo>
                  <a:pt x="40" y="35"/>
                  <a:pt x="39" y="39"/>
                  <a:pt x="36" y="44"/>
                </a:cubicBezTo>
                <a:cubicBezTo>
                  <a:pt x="33" y="48"/>
                  <a:pt x="29" y="50"/>
                  <a:pt x="24" y="51"/>
                </a:cubicBezTo>
                <a:cubicBezTo>
                  <a:pt x="19" y="52"/>
                  <a:pt x="14" y="51"/>
                  <a:pt x="10" y="48"/>
                </a:cubicBezTo>
                <a:cubicBezTo>
                  <a:pt x="6" y="45"/>
                  <a:pt x="3" y="41"/>
                  <a:pt x="2" y="36"/>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49" name=""/>
          <p:cNvSpPr/>
          <p:nvPr/>
        </p:nvSpPr>
        <p:spPr>
          <a:xfrm>
            <a:off x="2648880" y="3568680"/>
            <a:ext cx="74880" cy="61920"/>
          </a:xfrm>
          <a:custGeom>
            <a:avLst/>
            <a:gdLst/>
            <a:ahLst/>
            <a:rect l="0" t="0" r="r" b="b"/>
            <a:pathLst>
              <a:path fill="none" w="208" h="172">
                <a:moveTo>
                  <a:pt x="0" y="172"/>
                </a:moveTo>
                <a:lnTo>
                  <a:pt x="79" y="0"/>
                </a:lnTo>
                <a:lnTo>
                  <a:pt x="208" y="140"/>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5350" name=""/>
          <p:cNvSpPr/>
          <p:nvPr/>
        </p:nvSpPr>
        <p:spPr>
          <a:xfrm>
            <a:off x="2670840" y="2351160"/>
            <a:ext cx="780480" cy="646200"/>
          </a:xfrm>
          <a:custGeom>
            <a:avLst/>
            <a:gdLst/>
            <a:ahLst/>
            <a:rect l="0" t="0" r="r" b="b"/>
            <a:pathLst>
              <a:path w="2168" h="1795">
                <a:moveTo>
                  <a:pt x="0" y="1773"/>
                </a:moveTo>
                <a:lnTo>
                  <a:pt x="3" y="1754"/>
                </a:lnTo>
                <a:cubicBezTo>
                  <a:pt x="4" y="1749"/>
                  <a:pt x="6" y="1745"/>
                  <a:pt x="11" y="1742"/>
                </a:cubicBezTo>
                <a:cubicBezTo>
                  <a:pt x="15" y="1739"/>
                  <a:pt x="19" y="1738"/>
                  <a:pt x="25" y="1738"/>
                </a:cubicBezTo>
                <a:cubicBezTo>
                  <a:pt x="30" y="1739"/>
                  <a:pt x="34" y="1742"/>
                  <a:pt x="37" y="1746"/>
                </a:cubicBezTo>
                <a:cubicBezTo>
                  <a:pt x="40" y="1750"/>
                  <a:pt x="41" y="1755"/>
                  <a:pt x="40" y="1760"/>
                </a:cubicBezTo>
                <a:lnTo>
                  <a:pt x="37" y="1779"/>
                </a:lnTo>
                <a:cubicBezTo>
                  <a:pt x="36" y="1784"/>
                  <a:pt x="34" y="1788"/>
                  <a:pt x="29" y="1791"/>
                </a:cubicBezTo>
                <a:cubicBezTo>
                  <a:pt x="25" y="1794"/>
                  <a:pt x="21" y="1795"/>
                  <a:pt x="16" y="1795"/>
                </a:cubicBezTo>
                <a:cubicBezTo>
                  <a:pt x="10" y="1794"/>
                  <a:pt x="6" y="1791"/>
                  <a:pt x="3" y="1787"/>
                </a:cubicBezTo>
                <a:cubicBezTo>
                  <a:pt x="0" y="1783"/>
                  <a:pt x="-1" y="1778"/>
                  <a:pt x="0" y="1773"/>
                </a:cubicBezTo>
                <a:moveTo>
                  <a:pt x="28" y="1622"/>
                </a:moveTo>
                <a:lnTo>
                  <a:pt x="32" y="1603"/>
                </a:lnTo>
                <a:cubicBezTo>
                  <a:pt x="34" y="1598"/>
                  <a:pt x="36" y="1594"/>
                  <a:pt x="41" y="1591"/>
                </a:cubicBezTo>
                <a:cubicBezTo>
                  <a:pt x="45" y="1589"/>
                  <a:pt x="50" y="1588"/>
                  <a:pt x="55" y="1589"/>
                </a:cubicBezTo>
                <a:cubicBezTo>
                  <a:pt x="60" y="1590"/>
                  <a:pt x="64" y="1593"/>
                  <a:pt x="66" y="1597"/>
                </a:cubicBezTo>
                <a:cubicBezTo>
                  <a:pt x="69" y="1602"/>
                  <a:pt x="70" y="1606"/>
                  <a:pt x="69" y="1611"/>
                </a:cubicBezTo>
                <a:lnTo>
                  <a:pt x="65" y="1630"/>
                </a:lnTo>
                <a:cubicBezTo>
                  <a:pt x="64" y="1635"/>
                  <a:pt x="61" y="1639"/>
                  <a:pt x="57" y="1641"/>
                </a:cubicBezTo>
                <a:cubicBezTo>
                  <a:pt x="52" y="1644"/>
                  <a:pt x="48" y="1645"/>
                  <a:pt x="43" y="1644"/>
                </a:cubicBezTo>
                <a:cubicBezTo>
                  <a:pt x="38" y="1643"/>
                  <a:pt x="34" y="1640"/>
                  <a:pt x="31" y="1636"/>
                </a:cubicBezTo>
                <a:cubicBezTo>
                  <a:pt x="28" y="1631"/>
                  <a:pt x="27" y="1627"/>
                  <a:pt x="28" y="1622"/>
                </a:cubicBezTo>
                <a:moveTo>
                  <a:pt x="65" y="1475"/>
                </a:moveTo>
                <a:lnTo>
                  <a:pt x="70" y="1458"/>
                </a:lnTo>
                <a:cubicBezTo>
                  <a:pt x="71" y="1453"/>
                  <a:pt x="74" y="1449"/>
                  <a:pt x="79" y="1447"/>
                </a:cubicBezTo>
                <a:cubicBezTo>
                  <a:pt x="83" y="1444"/>
                  <a:pt x="88" y="1444"/>
                  <a:pt x="93" y="1445"/>
                </a:cubicBezTo>
                <a:cubicBezTo>
                  <a:pt x="98" y="1447"/>
                  <a:pt x="102" y="1450"/>
                  <a:pt x="104" y="1454"/>
                </a:cubicBezTo>
                <a:cubicBezTo>
                  <a:pt x="107" y="1459"/>
                  <a:pt x="107" y="1463"/>
                  <a:pt x="106" y="1468"/>
                </a:cubicBezTo>
                <a:lnTo>
                  <a:pt x="101" y="1486"/>
                </a:lnTo>
                <a:cubicBezTo>
                  <a:pt x="99" y="1491"/>
                  <a:pt x="96" y="1495"/>
                  <a:pt x="92" y="1497"/>
                </a:cubicBezTo>
                <a:cubicBezTo>
                  <a:pt x="87" y="1500"/>
                  <a:pt x="83" y="1500"/>
                  <a:pt x="78" y="1499"/>
                </a:cubicBezTo>
                <a:cubicBezTo>
                  <a:pt x="73" y="1497"/>
                  <a:pt x="69" y="1494"/>
                  <a:pt x="66" y="1490"/>
                </a:cubicBezTo>
                <a:cubicBezTo>
                  <a:pt x="64" y="1485"/>
                  <a:pt x="63" y="1480"/>
                  <a:pt x="65" y="1475"/>
                </a:cubicBezTo>
                <a:moveTo>
                  <a:pt x="111" y="1333"/>
                </a:moveTo>
                <a:cubicBezTo>
                  <a:pt x="113" y="1327"/>
                  <a:pt x="116" y="1321"/>
                  <a:pt x="118" y="1315"/>
                </a:cubicBezTo>
                <a:cubicBezTo>
                  <a:pt x="120" y="1310"/>
                  <a:pt x="123" y="1306"/>
                  <a:pt x="128" y="1304"/>
                </a:cubicBezTo>
                <a:cubicBezTo>
                  <a:pt x="132" y="1302"/>
                  <a:pt x="137" y="1302"/>
                  <a:pt x="142" y="1304"/>
                </a:cubicBezTo>
                <a:cubicBezTo>
                  <a:pt x="147" y="1306"/>
                  <a:pt x="150" y="1309"/>
                  <a:pt x="152" y="1314"/>
                </a:cubicBezTo>
                <a:cubicBezTo>
                  <a:pt x="154" y="1318"/>
                  <a:pt x="155" y="1323"/>
                  <a:pt x="153" y="1328"/>
                </a:cubicBezTo>
                <a:cubicBezTo>
                  <a:pt x="151" y="1334"/>
                  <a:pt x="148" y="1340"/>
                  <a:pt x="146" y="1345"/>
                </a:cubicBezTo>
                <a:cubicBezTo>
                  <a:pt x="144" y="1350"/>
                  <a:pt x="141" y="1354"/>
                  <a:pt x="137" y="1356"/>
                </a:cubicBezTo>
                <a:cubicBezTo>
                  <a:pt x="132" y="1358"/>
                  <a:pt x="127" y="1358"/>
                  <a:pt x="122" y="1357"/>
                </a:cubicBezTo>
                <a:cubicBezTo>
                  <a:pt x="117" y="1355"/>
                  <a:pt x="114" y="1352"/>
                  <a:pt x="112" y="1347"/>
                </a:cubicBezTo>
                <a:cubicBezTo>
                  <a:pt x="110" y="1342"/>
                  <a:pt x="109" y="1338"/>
                  <a:pt x="111" y="1333"/>
                </a:cubicBezTo>
                <a:moveTo>
                  <a:pt x="169" y="1192"/>
                </a:moveTo>
                <a:cubicBezTo>
                  <a:pt x="172" y="1187"/>
                  <a:pt x="174" y="1181"/>
                  <a:pt x="177" y="1175"/>
                </a:cubicBezTo>
                <a:cubicBezTo>
                  <a:pt x="179" y="1171"/>
                  <a:pt x="183" y="1167"/>
                  <a:pt x="188" y="1166"/>
                </a:cubicBezTo>
                <a:cubicBezTo>
                  <a:pt x="192" y="1164"/>
                  <a:pt x="197" y="1164"/>
                  <a:pt x="202" y="1166"/>
                </a:cubicBezTo>
                <a:cubicBezTo>
                  <a:pt x="206" y="1168"/>
                  <a:pt x="210" y="1172"/>
                  <a:pt x="211" y="1177"/>
                </a:cubicBezTo>
                <a:cubicBezTo>
                  <a:pt x="213" y="1182"/>
                  <a:pt x="213" y="1186"/>
                  <a:pt x="211" y="1191"/>
                </a:cubicBezTo>
                <a:cubicBezTo>
                  <a:pt x="208" y="1196"/>
                  <a:pt x="206" y="1202"/>
                  <a:pt x="203" y="1208"/>
                </a:cubicBezTo>
                <a:cubicBezTo>
                  <a:pt x="201" y="1212"/>
                  <a:pt x="198" y="1216"/>
                  <a:pt x="193" y="1217"/>
                </a:cubicBezTo>
                <a:cubicBezTo>
                  <a:pt x="188" y="1219"/>
                  <a:pt x="183" y="1219"/>
                  <a:pt x="179" y="1217"/>
                </a:cubicBezTo>
                <a:cubicBezTo>
                  <a:pt x="174" y="1215"/>
                  <a:pt x="171" y="1211"/>
                  <a:pt x="169" y="1207"/>
                </a:cubicBezTo>
                <a:cubicBezTo>
                  <a:pt x="167" y="1202"/>
                  <a:pt x="167" y="1197"/>
                  <a:pt x="169" y="1192"/>
                </a:cubicBezTo>
                <a:moveTo>
                  <a:pt x="236" y="1059"/>
                </a:moveTo>
                <a:cubicBezTo>
                  <a:pt x="239" y="1053"/>
                  <a:pt x="242" y="1048"/>
                  <a:pt x="245" y="1042"/>
                </a:cubicBezTo>
                <a:cubicBezTo>
                  <a:pt x="248" y="1038"/>
                  <a:pt x="252" y="1035"/>
                  <a:pt x="257" y="1033"/>
                </a:cubicBezTo>
                <a:cubicBezTo>
                  <a:pt x="261" y="1032"/>
                  <a:pt x="266" y="1033"/>
                  <a:pt x="271" y="1035"/>
                </a:cubicBezTo>
                <a:cubicBezTo>
                  <a:pt x="275" y="1038"/>
                  <a:pt x="278" y="1041"/>
                  <a:pt x="279" y="1046"/>
                </a:cubicBezTo>
                <a:cubicBezTo>
                  <a:pt x="281" y="1051"/>
                  <a:pt x="280" y="1056"/>
                  <a:pt x="278" y="1061"/>
                </a:cubicBezTo>
                <a:cubicBezTo>
                  <a:pt x="275" y="1066"/>
                  <a:pt x="272" y="1071"/>
                  <a:pt x="269" y="1077"/>
                </a:cubicBezTo>
                <a:cubicBezTo>
                  <a:pt x="266" y="1081"/>
                  <a:pt x="262" y="1084"/>
                  <a:pt x="257" y="1086"/>
                </a:cubicBezTo>
                <a:cubicBezTo>
                  <a:pt x="253" y="1087"/>
                  <a:pt x="248" y="1087"/>
                  <a:pt x="243" y="1084"/>
                </a:cubicBezTo>
                <a:cubicBezTo>
                  <a:pt x="239" y="1082"/>
                  <a:pt x="236" y="1078"/>
                  <a:pt x="234" y="1073"/>
                </a:cubicBezTo>
                <a:cubicBezTo>
                  <a:pt x="233" y="1068"/>
                  <a:pt x="233" y="1063"/>
                  <a:pt x="236" y="1059"/>
                </a:cubicBezTo>
                <a:moveTo>
                  <a:pt x="315" y="929"/>
                </a:moveTo>
                <a:cubicBezTo>
                  <a:pt x="318" y="924"/>
                  <a:pt x="322" y="919"/>
                  <a:pt x="325" y="913"/>
                </a:cubicBezTo>
                <a:cubicBezTo>
                  <a:pt x="328" y="909"/>
                  <a:pt x="332" y="907"/>
                  <a:pt x="337" y="906"/>
                </a:cubicBezTo>
                <a:cubicBezTo>
                  <a:pt x="342" y="905"/>
                  <a:pt x="347" y="906"/>
                  <a:pt x="351" y="909"/>
                </a:cubicBezTo>
                <a:cubicBezTo>
                  <a:pt x="356" y="911"/>
                  <a:pt x="358" y="915"/>
                  <a:pt x="359" y="920"/>
                </a:cubicBezTo>
                <a:cubicBezTo>
                  <a:pt x="360" y="926"/>
                  <a:pt x="359" y="930"/>
                  <a:pt x="356" y="934"/>
                </a:cubicBezTo>
                <a:cubicBezTo>
                  <a:pt x="353" y="940"/>
                  <a:pt x="349" y="945"/>
                  <a:pt x="346" y="950"/>
                </a:cubicBezTo>
                <a:cubicBezTo>
                  <a:pt x="343" y="954"/>
                  <a:pt x="339" y="957"/>
                  <a:pt x="334" y="958"/>
                </a:cubicBezTo>
                <a:cubicBezTo>
                  <a:pt x="329" y="959"/>
                  <a:pt x="324" y="958"/>
                  <a:pt x="320" y="955"/>
                </a:cubicBezTo>
                <a:cubicBezTo>
                  <a:pt x="316" y="952"/>
                  <a:pt x="313" y="948"/>
                  <a:pt x="312" y="943"/>
                </a:cubicBezTo>
                <a:cubicBezTo>
                  <a:pt x="311" y="938"/>
                  <a:pt x="312" y="933"/>
                  <a:pt x="315" y="929"/>
                </a:cubicBezTo>
                <a:moveTo>
                  <a:pt x="404" y="807"/>
                </a:moveTo>
                <a:cubicBezTo>
                  <a:pt x="408" y="803"/>
                  <a:pt x="411" y="798"/>
                  <a:pt x="415" y="793"/>
                </a:cubicBezTo>
                <a:cubicBezTo>
                  <a:pt x="419" y="789"/>
                  <a:pt x="423" y="787"/>
                  <a:pt x="428" y="786"/>
                </a:cubicBezTo>
                <a:cubicBezTo>
                  <a:pt x="433" y="786"/>
                  <a:pt x="438" y="787"/>
                  <a:pt x="442" y="790"/>
                </a:cubicBezTo>
                <a:cubicBezTo>
                  <a:pt x="446" y="793"/>
                  <a:pt x="448" y="798"/>
                  <a:pt x="448" y="803"/>
                </a:cubicBezTo>
                <a:cubicBezTo>
                  <a:pt x="449" y="808"/>
                  <a:pt x="448" y="812"/>
                  <a:pt x="444" y="816"/>
                </a:cubicBezTo>
                <a:cubicBezTo>
                  <a:pt x="440" y="821"/>
                  <a:pt x="437" y="826"/>
                  <a:pt x="433" y="831"/>
                </a:cubicBezTo>
                <a:cubicBezTo>
                  <a:pt x="430" y="835"/>
                  <a:pt x="425" y="837"/>
                  <a:pt x="420" y="838"/>
                </a:cubicBezTo>
                <a:cubicBezTo>
                  <a:pt x="415" y="838"/>
                  <a:pt x="411" y="837"/>
                  <a:pt x="407" y="834"/>
                </a:cubicBezTo>
                <a:cubicBezTo>
                  <a:pt x="402" y="831"/>
                  <a:pt x="400" y="826"/>
                  <a:pt x="400" y="821"/>
                </a:cubicBezTo>
                <a:cubicBezTo>
                  <a:pt x="399" y="816"/>
                  <a:pt x="400" y="811"/>
                  <a:pt x="404" y="807"/>
                </a:cubicBezTo>
                <a:moveTo>
                  <a:pt x="502" y="694"/>
                </a:moveTo>
                <a:cubicBezTo>
                  <a:pt x="507" y="690"/>
                  <a:pt x="511" y="685"/>
                  <a:pt x="516" y="681"/>
                </a:cubicBezTo>
                <a:cubicBezTo>
                  <a:pt x="519" y="677"/>
                  <a:pt x="523" y="675"/>
                  <a:pt x="529" y="675"/>
                </a:cubicBezTo>
                <a:cubicBezTo>
                  <a:pt x="534" y="675"/>
                  <a:pt x="538" y="677"/>
                  <a:pt x="542" y="680"/>
                </a:cubicBezTo>
                <a:cubicBezTo>
                  <a:pt x="546" y="684"/>
                  <a:pt x="547" y="688"/>
                  <a:pt x="548" y="693"/>
                </a:cubicBezTo>
                <a:cubicBezTo>
                  <a:pt x="548" y="698"/>
                  <a:pt x="546" y="703"/>
                  <a:pt x="542" y="707"/>
                </a:cubicBezTo>
                <a:cubicBezTo>
                  <a:pt x="538" y="711"/>
                  <a:pt x="534" y="715"/>
                  <a:pt x="530" y="720"/>
                </a:cubicBezTo>
                <a:cubicBezTo>
                  <a:pt x="526" y="724"/>
                  <a:pt x="522" y="726"/>
                  <a:pt x="516" y="726"/>
                </a:cubicBezTo>
                <a:cubicBezTo>
                  <a:pt x="511" y="726"/>
                  <a:pt x="507" y="724"/>
                  <a:pt x="503" y="721"/>
                </a:cubicBezTo>
                <a:cubicBezTo>
                  <a:pt x="499" y="717"/>
                  <a:pt x="497" y="713"/>
                  <a:pt x="497" y="707"/>
                </a:cubicBezTo>
                <a:cubicBezTo>
                  <a:pt x="497" y="702"/>
                  <a:pt x="499" y="698"/>
                  <a:pt x="502" y="694"/>
                </a:cubicBezTo>
                <a:moveTo>
                  <a:pt x="611" y="589"/>
                </a:moveTo>
                <a:cubicBezTo>
                  <a:pt x="616" y="585"/>
                  <a:pt x="621" y="581"/>
                  <a:pt x="626" y="576"/>
                </a:cubicBezTo>
                <a:cubicBezTo>
                  <a:pt x="629" y="573"/>
                  <a:pt x="634" y="572"/>
                  <a:pt x="639" y="572"/>
                </a:cubicBezTo>
                <a:cubicBezTo>
                  <a:pt x="644" y="572"/>
                  <a:pt x="649" y="574"/>
                  <a:pt x="652" y="578"/>
                </a:cubicBezTo>
                <a:cubicBezTo>
                  <a:pt x="655" y="582"/>
                  <a:pt x="657" y="587"/>
                  <a:pt x="656" y="592"/>
                </a:cubicBezTo>
                <a:cubicBezTo>
                  <a:pt x="656" y="597"/>
                  <a:pt x="654" y="601"/>
                  <a:pt x="650" y="605"/>
                </a:cubicBezTo>
                <a:cubicBezTo>
                  <a:pt x="645" y="609"/>
                  <a:pt x="641" y="613"/>
                  <a:pt x="636" y="617"/>
                </a:cubicBezTo>
                <a:cubicBezTo>
                  <a:pt x="632" y="620"/>
                  <a:pt x="628" y="622"/>
                  <a:pt x="623" y="622"/>
                </a:cubicBezTo>
                <a:cubicBezTo>
                  <a:pt x="617" y="621"/>
                  <a:pt x="613" y="619"/>
                  <a:pt x="610" y="615"/>
                </a:cubicBezTo>
                <a:cubicBezTo>
                  <a:pt x="606" y="612"/>
                  <a:pt x="605" y="607"/>
                  <a:pt x="605" y="602"/>
                </a:cubicBezTo>
                <a:cubicBezTo>
                  <a:pt x="605" y="597"/>
                  <a:pt x="607" y="592"/>
                  <a:pt x="611" y="589"/>
                </a:cubicBezTo>
                <a:moveTo>
                  <a:pt x="728" y="494"/>
                </a:moveTo>
                <a:cubicBezTo>
                  <a:pt x="732" y="490"/>
                  <a:pt x="737" y="487"/>
                  <a:pt x="742" y="483"/>
                </a:cubicBezTo>
                <a:cubicBezTo>
                  <a:pt x="747" y="480"/>
                  <a:pt x="751" y="479"/>
                  <a:pt x="756" y="480"/>
                </a:cubicBezTo>
                <a:cubicBezTo>
                  <a:pt x="761" y="480"/>
                  <a:pt x="766" y="483"/>
                  <a:pt x="769" y="487"/>
                </a:cubicBezTo>
                <a:cubicBezTo>
                  <a:pt x="772" y="491"/>
                  <a:pt x="773" y="496"/>
                  <a:pt x="772" y="501"/>
                </a:cubicBezTo>
                <a:cubicBezTo>
                  <a:pt x="771" y="506"/>
                  <a:pt x="769" y="510"/>
                  <a:pt x="765" y="513"/>
                </a:cubicBezTo>
                <a:cubicBezTo>
                  <a:pt x="760" y="517"/>
                  <a:pt x="755" y="520"/>
                  <a:pt x="750" y="524"/>
                </a:cubicBezTo>
                <a:cubicBezTo>
                  <a:pt x="746" y="527"/>
                  <a:pt x="741" y="528"/>
                  <a:pt x="736" y="527"/>
                </a:cubicBezTo>
                <a:cubicBezTo>
                  <a:pt x="731" y="527"/>
                  <a:pt x="727" y="524"/>
                  <a:pt x="724" y="520"/>
                </a:cubicBezTo>
                <a:cubicBezTo>
                  <a:pt x="721" y="516"/>
                  <a:pt x="720" y="511"/>
                  <a:pt x="720" y="506"/>
                </a:cubicBezTo>
                <a:cubicBezTo>
                  <a:pt x="721" y="501"/>
                  <a:pt x="723" y="497"/>
                  <a:pt x="728" y="494"/>
                </a:cubicBezTo>
                <a:moveTo>
                  <a:pt x="851" y="408"/>
                </a:moveTo>
                <a:cubicBezTo>
                  <a:pt x="857" y="405"/>
                  <a:pt x="862" y="402"/>
                  <a:pt x="867" y="398"/>
                </a:cubicBezTo>
                <a:cubicBezTo>
                  <a:pt x="872" y="395"/>
                  <a:pt x="876" y="395"/>
                  <a:pt x="881" y="396"/>
                </a:cubicBezTo>
                <a:cubicBezTo>
                  <a:pt x="886" y="397"/>
                  <a:pt x="890" y="400"/>
                  <a:pt x="893" y="404"/>
                </a:cubicBezTo>
                <a:cubicBezTo>
                  <a:pt x="896" y="409"/>
                  <a:pt x="897" y="413"/>
                  <a:pt x="895" y="418"/>
                </a:cubicBezTo>
                <a:cubicBezTo>
                  <a:pt x="894" y="423"/>
                  <a:pt x="892" y="427"/>
                  <a:pt x="887" y="430"/>
                </a:cubicBezTo>
                <a:cubicBezTo>
                  <a:pt x="882" y="433"/>
                  <a:pt x="877" y="437"/>
                  <a:pt x="871" y="440"/>
                </a:cubicBezTo>
                <a:cubicBezTo>
                  <a:pt x="867" y="443"/>
                  <a:pt x="862" y="443"/>
                  <a:pt x="857" y="442"/>
                </a:cubicBezTo>
                <a:cubicBezTo>
                  <a:pt x="852" y="441"/>
                  <a:pt x="848" y="439"/>
                  <a:pt x="846" y="434"/>
                </a:cubicBezTo>
                <a:cubicBezTo>
                  <a:pt x="843" y="430"/>
                  <a:pt x="842" y="425"/>
                  <a:pt x="843" y="420"/>
                </a:cubicBezTo>
                <a:cubicBezTo>
                  <a:pt x="844" y="415"/>
                  <a:pt x="847" y="411"/>
                  <a:pt x="851" y="408"/>
                </a:cubicBezTo>
                <a:moveTo>
                  <a:pt x="982" y="331"/>
                </a:moveTo>
                <a:cubicBezTo>
                  <a:pt x="988" y="328"/>
                  <a:pt x="993" y="326"/>
                  <a:pt x="998" y="323"/>
                </a:cubicBezTo>
                <a:cubicBezTo>
                  <a:pt x="1003" y="320"/>
                  <a:pt x="1008" y="320"/>
                  <a:pt x="1013" y="321"/>
                </a:cubicBezTo>
                <a:cubicBezTo>
                  <a:pt x="1018" y="323"/>
                  <a:pt x="1021" y="326"/>
                  <a:pt x="1024" y="330"/>
                </a:cubicBezTo>
                <a:cubicBezTo>
                  <a:pt x="1026" y="335"/>
                  <a:pt x="1027" y="340"/>
                  <a:pt x="1025" y="345"/>
                </a:cubicBezTo>
                <a:cubicBezTo>
                  <a:pt x="1024" y="350"/>
                  <a:pt x="1020" y="353"/>
                  <a:pt x="1016" y="356"/>
                </a:cubicBezTo>
                <a:cubicBezTo>
                  <a:pt x="1011" y="358"/>
                  <a:pt x="1005" y="361"/>
                  <a:pt x="1000" y="364"/>
                </a:cubicBezTo>
                <a:cubicBezTo>
                  <a:pt x="996" y="367"/>
                  <a:pt x="991" y="367"/>
                  <a:pt x="986" y="366"/>
                </a:cubicBezTo>
                <a:cubicBezTo>
                  <a:pt x="981" y="364"/>
                  <a:pt x="977" y="361"/>
                  <a:pt x="975" y="357"/>
                </a:cubicBezTo>
                <a:cubicBezTo>
                  <a:pt x="972" y="352"/>
                  <a:pt x="972" y="347"/>
                  <a:pt x="973" y="342"/>
                </a:cubicBezTo>
                <a:cubicBezTo>
                  <a:pt x="975" y="337"/>
                  <a:pt x="978" y="334"/>
                  <a:pt x="982" y="331"/>
                </a:cubicBezTo>
                <a:moveTo>
                  <a:pt x="1115" y="265"/>
                </a:moveTo>
                <a:lnTo>
                  <a:pt x="1132" y="257"/>
                </a:lnTo>
                <a:cubicBezTo>
                  <a:pt x="1137" y="255"/>
                  <a:pt x="1141" y="255"/>
                  <a:pt x="1146" y="257"/>
                </a:cubicBezTo>
                <a:cubicBezTo>
                  <a:pt x="1151" y="259"/>
                  <a:pt x="1155" y="262"/>
                  <a:pt x="1157" y="267"/>
                </a:cubicBezTo>
                <a:cubicBezTo>
                  <a:pt x="1159" y="271"/>
                  <a:pt x="1159" y="276"/>
                  <a:pt x="1157" y="281"/>
                </a:cubicBezTo>
                <a:cubicBezTo>
                  <a:pt x="1155" y="286"/>
                  <a:pt x="1152" y="289"/>
                  <a:pt x="1147" y="291"/>
                </a:cubicBezTo>
                <a:lnTo>
                  <a:pt x="1130" y="299"/>
                </a:lnTo>
                <a:cubicBezTo>
                  <a:pt x="1126" y="301"/>
                  <a:pt x="1121" y="301"/>
                  <a:pt x="1116" y="300"/>
                </a:cubicBezTo>
                <a:cubicBezTo>
                  <a:pt x="1111" y="298"/>
                  <a:pt x="1108" y="295"/>
                  <a:pt x="1106" y="290"/>
                </a:cubicBezTo>
                <a:cubicBezTo>
                  <a:pt x="1104" y="285"/>
                  <a:pt x="1103" y="280"/>
                  <a:pt x="1105" y="276"/>
                </a:cubicBezTo>
                <a:cubicBezTo>
                  <a:pt x="1107" y="271"/>
                  <a:pt x="1110" y="267"/>
                  <a:pt x="1115" y="265"/>
                </a:cubicBezTo>
                <a:moveTo>
                  <a:pt x="1256" y="206"/>
                </a:moveTo>
                <a:lnTo>
                  <a:pt x="1274" y="199"/>
                </a:lnTo>
                <a:cubicBezTo>
                  <a:pt x="1278" y="197"/>
                  <a:pt x="1283" y="197"/>
                  <a:pt x="1288" y="199"/>
                </a:cubicBezTo>
                <a:cubicBezTo>
                  <a:pt x="1293" y="201"/>
                  <a:pt x="1296" y="205"/>
                  <a:pt x="1298" y="209"/>
                </a:cubicBezTo>
                <a:cubicBezTo>
                  <a:pt x="1300" y="214"/>
                  <a:pt x="1299" y="219"/>
                  <a:pt x="1297" y="224"/>
                </a:cubicBezTo>
                <a:cubicBezTo>
                  <a:pt x="1295" y="228"/>
                  <a:pt x="1292" y="232"/>
                  <a:pt x="1287" y="234"/>
                </a:cubicBezTo>
                <a:lnTo>
                  <a:pt x="1269" y="240"/>
                </a:lnTo>
                <a:cubicBezTo>
                  <a:pt x="1264" y="242"/>
                  <a:pt x="1259" y="242"/>
                  <a:pt x="1255" y="240"/>
                </a:cubicBezTo>
                <a:cubicBezTo>
                  <a:pt x="1250" y="238"/>
                  <a:pt x="1247" y="235"/>
                  <a:pt x="1245" y="230"/>
                </a:cubicBezTo>
                <a:cubicBezTo>
                  <a:pt x="1243" y="225"/>
                  <a:pt x="1243" y="220"/>
                  <a:pt x="1245" y="215"/>
                </a:cubicBezTo>
                <a:cubicBezTo>
                  <a:pt x="1247" y="211"/>
                  <a:pt x="1251" y="207"/>
                  <a:pt x="1256" y="206"/>
                </a:cubicBezTo>
                <a:moveTo>
                  <a:pt x="1396" y="156"/>
                </a:moveTo>
                <a:lnTo>
                  <a:pt x="1413" y="150"/>
                </a:lnTo>
                <a:cubicBezTo>
                  <a:pt x="1418" y="148"/>
                  <a:pt x="1423" y="149"/>
                  <a:pt x="1427" y="151"/>
                </a:cubicBezTo>
                <a:cubicBezTo>
                  <a:pt x="1432" y="153"/>
                  <a:pt x="1435" y="157"/>
                  <a:pt x="1437" y="162"/>
                </a:cubicBezTo>
                <a:cubicBezTo>
                  <a:pt x="1438" y="167"/>
                  <a:pt x="1438" y="172"/>
                  <a:pt x="1435" y="176"/>
                </a:cubicBezTo>
                <a:cubicBezTo>
                  <a:pt x="1433" y="181"/>
                  <a:pt x="1429" y="184"/>
                  <a:pt x="1424" y="185"/>
                </a:cubicBezTo>
                <a:lnTo>
                  <a:pt x="1407" y="191"/>
                </a:lnTo>
                <a:cubicBezTo>
                  <a:pt x="1402" y="193"/>
                  <a:pt x="1397" y="192"/>
                  <a:pt x="1393" y="190"/>
                </a:cubicBezTo>
                <a:cubicBezTo>
                  <a:pt x="1388" y="188"/>
                  <a:pt x="1385" y="184"/>
                  <a:pt x="1384" y="179"/>
                </a:cubicBezTo>
                <a:cubicBezTo>
                  <a:pt x="1382" y="174"/>
                  <a:pt x="1382" y="169"/>
                  <a:pt x="1385" y="165"/>
                </a:cubicBezTo>
                <a:cubicBezTo>
                  <a:pt x="1387" y="160"/>
                  <a:pt x="1391" y="157"/>
                  <a:pt x="1396" y="156"/>
                </a:cubicBezTo>
                <a:moveTo>
                  <a:pt x="1539" y="113"/>
                </a:moveTo>
                <a:lnTo>
                  <a:pt x="1557" y="108"/>
                </a:lnTo>
                <a:cubicBezTo>
                  <a:pt x="1562" y="106"/>
                  <a:pt x="1567" y="107"/>
                  <a:pt x="1571" y="109"/>
                </a:cubicBezTo>
                <a:cubicBezTo>
                  <a:pt x="1576" y="112"/>
                  <a:pt x="1578" y="116"/>
                  <a:pt x="1580" y="121"/>
                </a:cubicBezTo>
                <a:cubicBezTo>
                  <a:pt x="1581" y="126"/>
                  <a:pt x="1581" y="131"/>
                  <a:pt x="1578" y="135"/>
                </a:cubicBezTo>
                <a:cubicBezTo>
                  <a:pt x="1575" y="139"/>
                  <a:pt x="1572" y="142"/>
                  <a:pt x="1567" y="144"/>
                </a:cubicBezTo>
                <a:lnTo>
                  <a:pt x="1548" y="149"/>
                </a:lnTo>
                <a:cubicBezTo>
                  <a:pt x="1543" y="150"/>
                  <a:pt x="1539" y="149"/>
                  <a:pt x="1534" y="147"/>
                </a:cubicBezTo>
                <a:cubicBezTo>
                  <a:pt x="1530" y="144"/>
                  <a:pt x="1527" y="141"/>
                  <a:pt x="1526" y="136"/>
                </a:cubicBezTo>
                <a:cubicBezTo>
                  <a:pt x="1524" y="131"/>
                  <a:pt x="1525" y="126"/>
                  <a:pt x="1527" y="121"/>
                </a:cubicBezTo>
                <a:cubicBezTo>
                  <a:pt x="1530" y="117"/>
                  <a:pt x="1534" y="114"/>
                  <a:pt x="1539" y="113"/>
                </a:cubicBezTo>
                <a:moveTo>
                  <a:pt x="1688" y="75"/>
                </a:moveTo>
                <a:lnTo>
                  <a:pt x="1707" y="71"/>
                </a:lnTo>
                <a:cubicBezTo>
                  <a:pt x="1712" y="70"/>
                  <a:pt x="1716" y="71"/>
                  <a:pt x="1721" y="74"/>
                </a:cubicBezTo>
                <a:cubicBezTo>
                  <a:pt x="1725" y="76"/>
                  <a:pt x="1728" y="80"/>
                  <a:pt x="1729" y="85"/>
                </a:cubicBezTo>
                <a:cubicBezTo>
                  <a:pt x="1730" y="90"/>
                  <a:pt x="1729" y="95"/>
                  <a:pt x="1727" y="99"/>
                </a:cubicBezTo>
                <a:cubicBezTo>
                  <a:pt x="1724" y="104"/>
                  <a:pt x="1720" y="107"/>
                  <a:pt x="1715" y="108"/>
                </a:cubicBezTo>
                <a:lnTo>
                  <a:pt x="1697" y="112"/>
                </a:lnTo>
                <a:cubicBezTo>
                  <a:pt x="1692" y="113"/>
                  <a:pt x="1687" y="112"/>
                  <a:pt x="1683" y="109"/>
                </a:cubicBezTo>
                <a:cubicBezTo>
                  <a:pt x="1678" y="107"/>
                  <a:pt x="1675" y="103"/>
                  <a:pt x="1674" y="98"/>
                </a:cubicBezTo>
                <a:cubicBezTo>
                  <a:pt x="1673" y="93"/>
                  <a:pt x="1674" y="88"/>
                  <a:pt x="1677" y="83"/>
                </a:cubicBezTo>
                <a:cubicBezTo>
                  <a:pt x="1680" y="79"/>
                  <a:pt x="1683" y="76"/>
                  <a:pt x="1688" y="75"/>
                </a:cubicBezTo>
                <a:moveTo>
                  <a:pt x="1832" y="46"/>
                </a:moveTo>
                <a:lnTo>
                  <a:pt x="1850" y="43"/>
                </a:lnTo>
                <a:cubicBezTo>
                  <a:pt x="1855" y="42"/>
                  <a:pt x="1859" y="43"/>
                  <a:pt x="1864" y="46"/>
                </a:cubicBezTo>
                <a:cubicBezTo>
                  <a:pt x="1868" y="49"/>
                  <a:pt x="1870" y="53"/>
                  <a:pt x="1871" y="58"/>
                </a:cubicBezTo>
                <a:cubicBezTo>
                  <a:pt x="1872" y="63"/>
                  <a:pt x="1871" y="68"/>
                  <a:pt x="1868" y="72"/>
                </a:cubicBezTo>
                <a:cubicBezTo>
                  <a:pt x="1865" y="76"/>
                  <a:pt x="1861" y="79"/>
                  <a:pt x="1856" y="79"/>
                </a:cubicBezTo>
                <a:lnTo>
                  <a:pt x="1838" y="83"/>
                </a:lnTo>
                <a:cubicBezTo>
                  <a:pt x="1833" y="84"/>
                  <a:pt x="1828" y="83"/>
                  <a:pt x="1824" y="80"/>
                </a:cubicBezTo>
                <a:cubicBezTo>
                  <a:pt x="1820" y="77"/>
                  <a:pt x="1817" y="73"/>
                  <a:pt x="1816" y="68"/>
                </a:cubicBezTo>
                <a:cubicBezTo>
                  <a:pt x="1816" y="63"/>
                  <a:pt x="1817" y="58"/>
                  <a:pt x="1820" y="54"/>
                </a:cubicBezTo>
                <a:cubicBezTo>
                  <a:pt x="1822" y="50"/>
                  <a:pt x="1826" y="47"/>
                  <a:pt x="1832" y="46"/>
                </a:cubicBezTo>
                <a:moveTo>
                  <a:pt x="1979" y="22"/>
                </a:moveTo>
                <a:lnTo>
                  <a:pt x="1998" y="19"/>
                </a:lnTo>
                <a:cubicBezTo>
                  <a:pt x="2003" y="18"/>
                  <a:pt x="2008" y="19"/>
                  <a:pt x="2012" y="22"/>
                </a:cubicBezTo>
                <a:cubicBezTo>
                  <a:pt x="2016" y="26"/>
                  <a:pt x="2018" y="30"/>
                  <a:pt x="2019" y="35"/>
                </a:cubicBezTo>
                <a:cubicBezTo>
                  <a:pt x="2020" y="40"/>
                  <a:pt x="2019" y="44"/>
                  <a:pt x="2016" y="49"/>
                </a:cubicBezTo>
                <a:cubicBezTo>
                  <a:pt x="2013" y="53"/>
                  <a:pt x="2008" y="55"/>
                  <a:pt x="2003" y="56"/>
                </a:cubicBezTo>
                <a:lnTo>
                  <a:pt x="1985" y="59"/>
                </a:lnTo>
                <a:cubicBezTo>
                  <a:pt x="1979" y="59"/>
                  <a:pt x="1975" y="58"/>
                  <a:pt x="1971" y="55"/>
                </a:cubicBezTo>
                <a:cubicBezTo>
                  <a:pt x="1967" y="52"/>
                  <a:pt x="1964" y="48"/>
                  <a:pt x="1963" y="43"/>
                </a:cubicBezTo>
                <a:cubicBezTo>
                  <a:pt x="1963" y="38"/>
                  <a:pt x="1964" y="33"/>
                  <a:pt x="1967" y="29"/>
                </a:cubicBezTo>
                <a:cubicBezTo>
                  <a:pt x="1970" y="25"/>
                  <a:pt x="1974" y="22"/>
                  <a:pt x="1979" y="22"/>
                </a:cubicBezTo>
                <a:moveTo>
                  <a:pt x="2133" y="2"/>
                </a:moveTo>
                <a:lnTo>
                  <a:pt x="2146" y="0"/>
                </a:lnTo>
                <a:cubicBezTo>
                  <a:pt x="2152" y="0"/>
                  <a:pt x="2156" y="1"/>
                  <a:pt x="2160" y="4"/>
                </a:cubicBezTo>
                <a:cubicBezTo>
                  <a:pt x="2164" y="7"/>
                  <a:pt x="2167" y="12"/>
                  <a:pt x="2167" y="17"/>
                </a:cubicBezTo>
                <a:cubicBezTo>
                  <a:pt x="2168" y="22"/>
                  <a:pt x="2166" y="27"/>
                  <a:pt x="2163" y="31"/>
                </a:cubicBezTo>
                <a:cubicBezTo>
                  <a:pt x="2160" y="35"/>
                  <a:pt x="2156" y="37"/>
                  <a:pt x="2151" y="37"/>
                </a:cubicBezTo>
                <a:lnTo>
                  <a:pt x="2137" y="39"/>
                </a:lnTo>
                <a:cubicBezTo>
                  <a:pt x="2131" y="40"/>
                  <a:pt x="2127" y="38"/>
                  <a:pt x="2123" y="35"/>
                </a:cubicBezTo>
                <a:cubicBezTo>
                  <a:pt x="2119" y="32"/>
                  <a:pt x="2117" y="28"/>
                  <a:pt x="2116" y="22"/>
                </a:cubicBezTo>
                <a:cubicBezTo>
                  <a:pt x="2115" y="17"/>
                  <a:pt x="2117" y="13"/>
                  <a:pt x="2120" y="9"/>
                </a:cubicBezTo>
                <a:cubicBezTo>
                  <a:pt x="2123" y="5"/>
                  <a:pt x="2127" y="2"/>
                  <a:pt x="2133" y="2"/>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51" name=""/>
          <p:cNvSpPr/>
          <p:nvPr/>
        </p:nvSpPr>
        <p:spPr>
          <a:xfrm>
            <a:off x="3383640" y="2326680"/>
            <a:ext cx="60840" cy="75240"/>
          </a:xfrm>
          <a:custGeom>
            <a:avLst/>
            <a:gdLst/>
            <a:ahLst/>
            <a:rect l="0" t="0" r="r" b="b"/>
            <a:pathLst>
              <a:path fill="none" w="169" h="209">
                <a:moveTo>
                  <a:pt x="0" y="0"/>
                </a:moveTo>
                <a:lnTo>
                  <a:pt x="169" y="87"/>
                </a:lnTo>
                <a:lnTo>
                  <a:pt x="23" y="209"/>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5352" name=""/>
          <p:cNvSpPr/>
          <p:nvPr/>
        </p:nvSpPr>
        <p:spPr>
          <a:xfrm>
            <a:off x="3342960" y="1611360"/>
            <a:ext cx="914760" cy="915120"/>
          </a:xfrm>
          <a:custGeom>
            <a:avLst/>
            <a:gdLst/>
            <a:ahLst/>
            <a:rect l="0" t="0" r="r" b="b"/>
            <a:pathLst>
              <a:path w="2541" h="2542">
                <a:moveTo>
                  <a:pt x="2541" y="1270"/>
                </a:moveTo>
                <a:cubicBezTo>
                  <a:pt x="2541" y="1312"/>
                  <a:pt x="2539" y="1354"/>
                  <a:pt x="2535" y="1395"/>
                </a:cubicBezTo>
                <a:cubicBezTo>
                  <a:pt x="2531" y="1436"/>
                  <a:pt x="2525" y="1478"/>
                  <a:pt x="2517" y="1518"/>
                </a:cubicBezTo>
                <a:cubicBezTo>
                  <a:pt x="2509" y="1559"/>
                  <a:pt x="2499" y="1599"/>
                  <a:pt x="2487" y="1639"/>
                </a:cubicBezTo>
                <a:cubicBezTo>
                  <a:pt x="2475" y="1679"/>
                  <a:pt x="2461" y="1718"/>
                  <a:pt x="2445" y="1757"/>
                </a:cubicBezTo>
                <a:cubicBezTo>
                  <a:pt x="2429" y="1795"/>
                  <a:pt x="2411" y="1833"/>
                  <a:pt x="2391" y="1869"/>
                </a:cubicBezTo>
                <a:cubicBezTo>
                  <a:pt x="2372" y="1907"/>
                  <a:pt x="2350" y="1943"/>
                  <a:pt x="2327" y="1977"/>
                </a:cubicBezTo>
                <a:cubicBezTo>
                  <a:pt x="2304" y="2012"/>
                  <a:pt x="2279" y="2045"/>
                  <a:pt x="2253" y="2077"/>
                </a:cubicBezTo>
                <a:cubicBezTo>
                  <a:pt x="2227" y="2110"/>
                  <a:pt x="2199" y="2140"/>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09"/>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09"/>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0"/>
                  <a:pt x="315" y="2110"/>
                  <a:pt x="289" y="2077"/>
                </a:cubicBezTo>
                <a:cubicBezTo>
                  <a:pt x="262" y="2045"/>
                  <a:pt x="238" y="2012"/>
                  <a:pt x="214" y="1977"/>
                </a:cubicBezTo>
                <a:cubicBezTo>
                  <a:pt x="191" y="1943"/>
                  <a:pt x="170" y="1907"/>
                  <a:pt x="150" y="1869"/>
                </a:cubicBezTo>
                <a:cubicBezTo>
                  <a:pt x="131" y="1833"/>
                  <a:pt x="113" y="1795"/>
                  <a:pt x="97" y="1757"/>
                </a:cubicBezTo>
                <a:cubicBezTo>
                  <a:pt x="81" y="1718"/>
                  <a:pt x="67" y="1679"/>
                  <a:pt x="55" y="1639"/>
                </a:cubicBezTo>
                <a:cubicBezTo>
                  <a:pt x="43" y="1599"/>
                  <a:pt x="33" y="1559"/>
                  <a:pt x="25" y="1518"/>
                </a:cubicBezTo>
                <a:cubicBezTo>
                  <a:pt x="17" y="1478"/>
                  <a:pt x="11" y="1436"/>
                  <a:pt x="7" y="1395"/>
                </a:cubicBezTo>
                <a:cubicBezTo>
                  <a:pt x="2" y="1354"/>
                  <a:pt x="0" y="1312"/>
                  <a:pt x="0" y="1270"/>
                </a:cubicBezTo>
                <a:cubicBezTo>
                  <a:pt x="0" y="1229"/>
                  <a:pt x="2" y="1187"/>
                  <a:pt x="7" y="1146"/>
                </a:cubicBezTo>
                <a:cubicBezTo>
                  <a:pt x="11" y="1105"/>
                  <a:pt x="17" y="1063"/>
                  <a:pt x="25" y="1023"/>
                </a:cubicBezTo>
                <a:cubicBezTo>
                  <a:pt x="33" y="982"/>
                  <a:pt x="43" y="941"/>
                  <a:pt x="55" y="902"/>
                </a:cubicBezTo>
                <a:cubicBezTo>
                  <a:pt x="67" y="862"/>
                  <a:pt x="81" y="823"/>
                  <a:pt x="97" y="784"/>
                </a:cubicBezTo>
                <a:cubicBezTo>
                  <a:pt x="113" y="746"/>
                  <a:pt x="131" y="708"/>
                  <a:pt x="150" y="672"/>
                </a:cubicBezTo>
                <a:cubicBezTo>
                  <a:pt x="170" y="635"/>
                  <a:pt x="191" y="599"/>
                  <a:pt x="214" y="565"/>
                </a:cubicBezTo>
                <a:cubicBezTo>
                  <a:pt x="238" y="530"/>
                  <a:pt x="262" y="497"/>
                  <a:pt x="289" y="464"/>
                </a:cubicBezTo>
                <a:cubicBezTo>
                  <a:pt x="315" y="432"/>
                  <a:pt x="343" y="402"/>
                  <a:pt x="372" y="372"/>
                </a:cubicBezTo>
                <a:cubicBezTo>
                  <a:pt x="402" y="343"/>
                  <a:pt x="433" y="315"/>
                  <a:pt x="465" y="288"/>
                </a:cubicBezTo>
                <a:cubicBezTo>
                  <a:pt x="497" y="262"/>
                  <a:pt x="530" y="237"/>
                  <a:pt x="565" y="214"/>
                </a:cubicBezTo>
                <a:cubicBezTo>
                  <a:pt x="599" y="191"/>
                  <a:pt x="635" y="170"/>
                  <a:pt x="672" y="150"/>
                </a:cubicBezTo>
                <a:cubicBezTo>
                  <a:pt x="708" y="130"/>
                  <a:pt x="746" y="113"/>
                  <a:pt x="784" y="97"/>
                </a:cubicBezTo>
                <a:cubicBezTo>
                  <a:pt x="823" y="81"/>
                  <a:pt x="862" y="67"/>
                  <a:pt x="902" y="55"/>
                </a:cubicBezTo>
                <a:cubicBezTo>
                  <a:pt x="942" y="43"/>
                  <a:pt x="982" y="32"/>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2"/>
                  <a:pt x="1599" y="43"/>
                  <a:pt x="1639" y="55"/>
                </a:cubicBezTo>
                <a:cubicBezTo>
                  <a:pt x="1679" y="67"/>
                  <a:pt x="1718" y="81"/>
                  <a:pt x="1756" y="97"/>
                </a:cubicBezTo>
                <a:cubicBezTo>
                  <a:pt x="1795" y="113"/>
                  <a:pt x="1832" y="130"/>
                  <a:pt x="1869" y="150"/>
                </a:cubicBezTo>
                <a:cubicBezTo>
                  <a:pt x="1906" y="170"/>
                  <a:pt x="1941" y="191"/>
                  <a:pt x="1976" y="214"/>
                </a:cubicBezTo>
                <a:cubicBezTo>
                  <a:pt x="2011" y="237"/>
                  <a:pt x="2044" y="262"/>
                  <a:pt x="2076" y="288"/>
                </a:cubicBezTo>
                <a:cubicBezTo>
                  <a:pt x="2108" y="315"/>
                  <a:pt x="2139" y="343"/>
                  <a:pt x="2169" y="372"/>
                </a:cubicBezTo>
                <a:cubicBezTo>
                  <a:pt x="2199" y="402"/>
                  <a:pt x="2227" y="432"/>
                  <a:pt x="2253" y="464"/>
                </a:cubicBezTo>
                <a:cubicBezTo>
                  <a:pt x="2279" y="497"/>
                  <a:pt x="2304" y="530"/>
                  <a:pt x="2327" y="565"/>
                </a:cubicBezTo>
                <a:cubicBezTo>
                  <a:pt x="2350" y="599"/>
                  <a:pt x="2372" y="635"/>
                  <a:pt x="2391" y="672"/>
                </a:cubicBezTo>
                <a:cubicBezTo>
                  <a:pt x="2411" y="708"/>
                  <a:pt x="2429" y="746"/>
                  <a:pt x="2445" y="784"/>
                </a:cubicBezTo>
                <a:cubicBezTo>
                  <a:pt x="2461" y="823"/>
                  <a:pt x="2475" y="862"/>
                  <a:pt x="2487" y="902"/>
                </a:cubicBezTo>
                <a:cubicBezTo>
                  <a:pt x="2499" y="941"/>
                  <a:pt x="2509" y="982"/>
                  <a:pt x="2517" y="1023"/>
                </a:cubicBezTo>
                <a:cubicBezTo>
                  <a:pt x="2525" y="1063"/>
                  <a:pt x="2531" y="1105"/>
                  <a:pt x="2535" y="1146"/>
                </a:cubicBezTo>
                <a:cubicBezTo>
                  <a:pt x="2539" y="1187"/>
                  <a:pt x="2541" y="1229"/>
                  <a:pt x="2541" y="1270"/>
                </a:cubicBezTo>
                <a:close/>
              </a:path>
            </a:pathLst>
          </a:custGeom>
          <a:solidFill>
            <a:srgbClr val="E1F5E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53" name=""/>
          <p:cNvSpPr/>
          <p:nvPr/>
        </p:nvSpPr>
        <p:spPr>
          <a:xfrm>
            <a:off x="3342960" y="1611360"/>
            <a:ext cx="914760" cy="915120"/>
          </a:xfrm>
          <a:custGeom>
            <a:avLst/>
            <a:gdLst/>
            <a:ahLst/>
            <a:rect l="0" t="0" r="r" b="b"/>
            <a:pathLst>
              <a:path w="2541" h="2542">
                <a:moveTo>
                  <a:pt x="2541" y="1270"/>
                </a:moveTo>
                <a:cubicBezTo>
                  <a:pt x="2541" y="1312"/>
                  <a:pt x="2539" y="1354"/>
                  <a:pt x="2535" y="1395"/>
                </a:cubicBezTo>
                <a:cubicBezTo>
                  <a:pt x="2531" y="1436"/>
                  <a:pt x="2525" y="1478"/>
                  <a:pt x="2517" y="1518"/>
                </a:cubicBezTo>
                <a:cubicBezTo>
                  <a:pt x="2509" y="1559"/>
                  <a:pt x="2499" y="1599"/>
                  <a:pt x="2487" y="1639"/>
                </a:cubicBezTo>
                <a:cubicBezTo>
                  <a:pt x="2475" y="1679"/>
                  <a:pt x="2461" y="1718"/>
                  <a:pt x="2445" y="1757"/>
                </a:cubicBezTo>
                <a:cubicBezTo>
                  <a:pt x="2429" y="1795"/>
                  <a:pt x="2411" y="1833"/>
                  <a:pt x="2391" y="1869"/>
                </a:cubicBezTo>
                <a:cubicBezTo>
                  <a:pt x="2372" y="1907"/>
                  <a:pt x="2350" y="1943"/>
                  <a:pt x="2327" y="1977"/>
                </a:cubicBezTo>
                <a:cubicBezTo>
                  <a:pt x="2304" y="2012"/>
                  <a:pt x="2279" y="2045"/>
                  <a:pt x="2253" y="2077"/>
                </a:cubicBezTo>
                <a:cubicBezTo>
                  <a:pt x="2227" y="2110"/>
                  <a:pt x="2199" y="2140"/>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09"/>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09"/>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0"/>
                  <a:pt x="315" y="2110"/>
                  <a:pt x="289" y="2077"/>
                </a:cubicBezTo>
                <a:cubicBezTo>
                  <a:pt x="262" y="2045"/>
                  <a:pt x="238" y="2012"/>
                  <a:pt x="214" y="1977"/>
                </a:cubicBezTo>
                <a:cubicBezTo>
                  <a:pt x="191" y="1943"/>
                  <a:pt x="170" y="1907"/>
                  <a:pt x="150" y="1869"/>
                </a:cubicBezTo>
                <a:cubicBezTo>
                  <a:pt x="131" y="1833"/>
                  <a:pt x="113" y="1795"/>
                  <a:pt x="97" y="1757"/>
                </a:cubicBezTo>
                <a:cubicBezTo>
                  <a:pt x="81" y="1718"/>
                  <a:pt x="67" y="1679"/>
                  <a:pt x="55" y="1639"/>
                </a:cubicBezTo>
                <a:cubicBezTo>
                  <a:pt x="43" y="1599"/>
                  <a:pt x="33" y="1559"/>
                  <a:pt x="25" y="1518"/>
                </a:cubicBezTo>
                <a:cubicBezTo>
                  <a:pt x="17" y="1478"/>
                  <a:pt x="11" y="1436"/>
                  <a:pt x="7" y="1395"/>
                </a:cubicBezTo>
                <a:cubicBezTo>
                  <a:pt x="2" y="1354"/>
                  <a:pt x="0" y="1312"/>
                  <a:pt x="0" y="1270"/>
                </a:cubicBezTo>
                <a:cubicBezTo>
                  <a:pt x="0" y="1229"/>
                  <a:pt x="2" y="1187"/>
                  <a:pt x="7" y="1146"/>
                </a:cubicBezTo>
                <a:cubicBezTo>
                  <a:pt x="11" y="1105"/>
                  <a:pt x="17" y="1063"/>
                  <a:pt x="25" y="1023"/>
                </a:cubicBezTo>
                <a:cubicBezTo>
                  <a:pt x="33" y="982"/>
                  <a:pt x="43" y="941"/>
                  <a:pt x="55" y="902"/>
                </a:cubicBezTo>
                <a:cubicBezTo>
                  <a:pt x="67" y="862"/>
                  <a:pt x="81" y="823"/>
                  <a:pt x="97" y="784"/>
                </a:cubicBezTo>
                <a:cubicBezTo>
                  <a:pt x="113" y="746"/>
                  <a:pt x="131" y="708"/>
                  <a:pt x="150" y="672"/>
                </a:cubicBezTo>
                <a:cubicBezTo>
                  <a:pt x="170" y="635"/>
                  <a:pt x="191" y="599"/>
                  <a:pt x="214" y="565"/>
                </a:cubicBezTo>
                <a:cubicBezTo>
                  <a:pt x="238" y="530"/>
                  <a:pt x="262" y="497"/>
                  <a:pt x="289" y="464"/>
                </a:cubicBezTo>
                <a:cubicBezTo>
                  <a:pt x="315" y="432"/>
                  <a:pt x="343" y="402"/>
                  <a:pt x="372" y="372"/>
                </a:cubicBezTo>
                <a:cubicBezTo>
                  <a:pt x="402" y="343"/>
                  <a:pt x="433" y="315"/>
                  <a:pt x="465" y="288"/>
                </a:cubicBezTo>
                <a:cubicBezTo>
                  <a:pt x="497" y="262"/>
                  <a:pt x="530" y="237"/>
                  <a:pt x="565" y="214"/>
                </a:cubicBezTo>
                <a:cubicBezTo>
                  <a:pt x="599" y="191"/>
                  <a:pt x="635" y="170"/>
                  <a:pt x="672" y="150"/>
                </a:cubicBezTo>
                <a:cubicBezTo>
                  <a:pt x="708" y="130"/>
                  <a:pt x="746" y="113"/>
                  <a:pt x="784" y="97"/>
                </a:cubicBezTo>
                <a:cubicBezTo>
                  <a:pt x="823" y="81"/>
                  <a:pt x="862" y="67"/>
                  <a:pt x="902" y="55"/>
                </a:cubicBezTo>
                <a:cubicBezTo>
                  <a:pt x="942" y="43"/>
                  <a:pt x="982" y="32"/>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2"/>
                  <a:pt x="1599" y="43"/>
                  <a:pt x="1639" y="55"/>
                </a:cubicBezTo>
                <a:cubicBezTo>
                  <a:pt x="1679" y="67"/>
                  <a:pt x="1718" y="81"/>
                  <a:pt x="1756" y="97"/>
                </a:cubicBezTo>
                <a:cubicBezTo>
                  <a:pt x="1795" y="113"/>
                  <a:pt x="1832" y="130"/>
                  <a:pt x="1869" y="150"/>
                </a:cubicBezTo>
                <a:cubicBezTo>
                  <a:pt x="1906" y="170"/>
                  <a:pt x="1941" y="191"/>
                  <a:pt x="1976" y="214"/>
                </a:cubicBezTo>
                <a:cubicBezTo>
                  <a:pt x="2011" y="237"/>
                  <a:pt x="2044" y="262"/>
                  <a:pt x="2076" y="288"/>
                </a:cubicBezTo>
                <a:cubicBezTo>
                  <a:pt x="2108" y="315"/>
                  <a:pt x="2139" y="343"/>
                  <a:pt x="2169" y="372"/>
                </a:cubicBezTo>
                <a:cubicBezTo>
                  <a:pt x="2199" y="402"/>
                  <a:pt x="2227" y="432"/>
                  <a:pt x="2253" y="464"/>
                </a:cubicBezTo>
                <a:cubicBezTo>
                  <a:pt x="2279" y="497"/>
                  <a:pt x="2304" y="530"/>
                  <a:pt x="2327" y="565"/>
                </a:cubicBezTo>
                <a:cubicBezTo>
                  <a:pt x="2350" y="599"/>
                  <a:pt x="2372" y="635"/>
                  <a:pt x="2391" y="672"/>
                </a:cubicBezTo>
                <a:cubicBezTo>
                  <a:pt x="2411" y="708"/>
                  <a:pt x="2429" y="746"/>
                  <a:pt x="2445" y="784"/>
                </a:cubicBezTo>
                <a:cubicBezTo>
                  <a:pt x="2461" y="823"/>
                  <a:pt x="2475" y="862"/>
                  <a:pt x="2487" y="902"/>
                </a:cubicBezTo>
                <a:cubicBezTo>
                  <a:pt x="2499" y="941"/>
                  <a:pt x="2509" y="982"/>
                  <a:pt x="2517" y="1023"/>
                </a:cubicBezTo>
                <a:cubicBezTo>
                  <a:pt x="2525" y="1063"/>
                  <a:pt x="2531" y="1105"/>
                  <a:pt x="2535" y="1146"/>
                </a:cubicBezTo>
                <a:cubicBezTo>
                  <a:pt x="2539" y="1187"/>
                  <a:pt x="2541" y="1229"/>
                  <a:pt x="2541" y="1270"/>
                </a:cubicBezTo>
                <a:close/>
              </a:path>
            </a:pathLst>
          </a:custGeom>
          <a:noFill/>
          <a:ln w="3240">
            <a:solidFill>
              <a:srgbClr val="0F6E56"/>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5354" name=""/>
          <p:cNvSpPr/>
          <p:nvPr/>
        </p:nvSpPr>
        <p:spPr>
          <a:xfrm>
            <a:off x="3625560" y="1934280"/>
            <a:ext cx="349920" cy="215640"/>
          </a:xfrm>
          <a:custGeom>
            <a:avLst/>
            <a:gdLst/>
            <a:ahLst/>
            <a:rect l="0" t="0" r="r" b="b"/>
            <a:pathLst>
              <a:path w="972" h="599">
                <a:moveTo>
                  <a:pt x="75" y="0"/>
                </a:moveTo>
                <a:lnTo>
                  <a:pt x="897" y="0"/>
                </a:lnTo>
                <a:cubicBezTo>
                  <a:pt x="907" y="0"/>
                  <a:pt x="917" y="2"/>
                  <a:pt x="926" y="5"/>
                </a:cubicBezTo>
                <a:cubicBezTo>
                  <a:pt x="935" y="9"/>
                  <a:pt x="943" y="15"/>
                  <a:pt x="950" y="22"/>
                </a:cubicBezTo>
                <a:cubicBezTo>
                  <a:pt x="957" y="29"/>
                  <a:pt x="962" y="37"/>
                  <a:pt x="966" y="46"/>
                </a:cubicBezTo>
                <a:cubicBezTo>
                  <a:pt x="970" y="55"/>
                  <a:pt x="972" y="65"/>
                  <a:pt x="972" y="75"/>
                </a:cubicBezTo>
                <a:lnTo>
                  <a:pt x="972" y="524"/>
                </a:lnTo>
                <a:cubicBezTo>
                  <a:pt x="972" y="534"/>
                  <a:pt x="970" y="543"/>
                  <a:pt x="966" y="553"/>
                </a:cubicBezTo>
                <a:cubicBezTo>
                  <a:pt x="962" y="562"/>
                  <a:pt x="957" y="570"/>
                  <a:pt x="950" y="577"/>
                </a:cubicBezTo>
                <a:cubicBezTo>
                  <a:pt x="943" y="584"/>
                  <a:pt x="935" y="589"/>
                  <a:pt x="926" y="593"/>
                </a:cubicBezTo>
                <a:cubicBezTo>
                  <a:pt x="917" y="597"/>
                  <a:pt x="907" y="599"/>
                  <a:pt x="897" y="599"/>
                </a:cubicBezTo>
                <a:lnTo>
                  <a:pt x="75" y="599"/>
                </a:lnTo>
                <a:cubicBezTo>
                  <a:pt x="65" y="599"/>
                  <a:pt x="55" y="597"/>
                  <a:pt x="46" y="593"/>
                </a:cubicBezTo>
                <a:cubicBezTo>
                  <a:pt x="37" y="589"/>
                  <a:pt x="29" y="584"/>
                  <a:pt x="22" y="577"/>
                </a:cubicBezTo>
                <a:cubicBezTo>
                  <a:pt x="15" y="570"/>
                  <a:pt x="9" y="562"/>
                  <a:pt x="5" y="553"/>
                </a:cubicBezTo>
                <a:cubicBezTo>
                  <a:pt x="2" y="543"/>
                  <a:pt x="0" y="534"/>
                  <a:pt x="0" y="524"/>
                </a:cubicBezTo>
                <a:lnTo>
                  <a:pt x="0" y="75"/>
                </a:lnTo>
                <a:cubicBezTo>
                  <a:pt x="0" y="65"/>
                  <a:pt x="2" y="55"/>
                  <a:pt x="5" y="46"/>
                </a:cubicBezTo>
                <a:cubicBezTo>
                  <a:pt x="9" y="37"/>
                  <a:pt x="15" y="29"/>
                  <a:pt x="22" y="22"/>
                </a:cubicBezTo>
                <a:cubicBezTo>
                  <a:pt x="29" y="15"/>
                  <a:pt x="37" y="9"/>
                  <a:pt x="46" y="5"/>
                </a:cubicBezTo>
                <a:cubicBezTo>
                  <a:pt x="55" y="2"/>
                  <a:pt x="65" y="0"/>
                  <a:pt x="75"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55" name=""/>
          <p:cNvSpPr/>
          <p:nvPr/>
        </p:nvSpPr>
        <p:spPr>
          <a:xfrm>
            <a:off x="3665880" y="1974600"/>
            <a:ext cx="269280" cy="148320"/>
          </a:xfrm>
          <a:custGeom>
            <a:avLst/>
            <a:gdLst/>
            <a:ahLst/>
            <a:rect l="0" t="0" r="r" b="b"/>
            <a:pathLst>
              <a:path w="748" h="412">
                <a:moveTo>
                  <a:pt x="37" y="0"/>
                </a:moveTo>
                <a:lnTo>
                  <a:pt x="711" y="0"/>
                </a:lnTo>
                <a:cubicBezTo>
                  <a:pt x="715" y="0"/>
                  <a:pt x="720" y="1"/>
                  <a:pt x="725" y="3"/>
                </a:cubicBezTo>
                <a:cubicBezTo>
                  <a:pt x="729" y="5"/>
                  <a:pt x="733" y="7"/>
                  <a:pt x="737" y="11"/>
                </a:cubicBezTo>
                <a:cubicBezTo>
                  <a:pt x="740" y="14"/>
                  <a:pt x="743" y="18"/>
                  <a:pt x="745" y="23"/>
                </a:cubicBezTo>
                <a:cubicBezTo>
                  <a:pt x="747" y="28"/>
                  <a:pt x="748" y="32"/>
                  <a:pt x="748" y="37"/>
                </a:cubicBezTo>
                <a:lnTo>
                  <a:pt x="748" y="375"/>
                </a:lnTo>
                <a:cubicBezTo>
                  <a:pt x="748" y="380"/>
                  <a:pt x="747" y="384"/>
                  <a:pt x="745" y="389"/>
                </a:cubicBezTo>
                <a:cubicBezTo>
                  <a:pt x="743" y="393"/>
                  <a:pt x="740" y="397"/>
                  <a:pt x="737" y="401"/>
                </a:cubicBezTo>
                <a:cubicBezTo>
                  <a:pt x="733" y="404"/>
                  <a:pt x="729" y="407"/>
                  <a:pt x="725" y="409"/>
                </a:cubicBezTo>
                <a:cubicBezTo>
                  <a:pt x="720" y="411"/>
                  <a:pt x="715" y="412"/>
                  <a:pt x="711" y="412"/>
                </a:cubicBezTo>
                <a:lnTo>
                  <a:pt x="37" y="412"/>
                </a:lnTo>
                <a:cubicBezTo>
                  <a:pt x="32" y="412"/>
                  <a:pt x="27" y="411"/>
                  <a:pt x="23" y="409"/>
                </a:cubicBezTo>
                <a:cubicBezTo>
                  <a:pt x="18" y="407"/>
                  <a:pt x="14" y="404"/>
                  <a:pt x="11" y="401"/>
                </a:cubicBezTo>
                <a:cubicBezTo>
                  <a:pt x="7" y="397"/>
                  <a:pt x="5" y="393"/>
                  <a:pt x="3" y="389"/>
                </a:cubicBezTo>
                <a:cubicBezTo>
                  <a:pt x="1" y="384"/>
                  <a:pt x="0" y="380"/>
                  <a:pt x="0" y="375"/>
                </a:cubicBezTo>
                <a:lnTo>
                  <a:pt x="0" y="37"/>
                </a:lnTo>
                <a:cubicBezTo>
                  <a:pt x="0" y="32"/>
                  <a:pt x="1" y="28"/>
                  <a:pt x="3" y="23"/>
                </a:cubicBezTo>
                <a:cubicBezTo>
                  <a:pt x="5" y="18"/>
                  <a:pt x="7" y="14"/>
                  <a:pt x="11" y="11"/>
                </a:cubicBezTo>
                <a:cubicBezTo>
                  <a:pt x="14" y="7"/>
                  <a:pt x="18" y="5"/>
                  <a:pt x="23" y="3"/>
                </a:cubicBezTo>
                <a:cubicBezTo>
                  <a:pt x="27" y="1"/>
                  <a:pt x="32" y="0"/>
                  <a:pt x="37"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56" name=""/>
          <p:cNvSpPr/>
          <p:nvPr/>
        </p:nvSpPr>
        <p:spPr>
          <a:xfrm>
            <a:off x="3571560" y="2176200"/>
            <a:ext cx="457560" cy="54360"/>
          </a:xfrm>
          <a:custGeom>
            <a:avLst/>
            <a:gdLst/>
            <a:ahLst/>
            <a:rect l="0" t="0" r="r" b="b"/>
            <a:pathLst>
              <a:path w="1271" h="151">
                <a:moveTo>
                  <a:pt x="0" y="0"/>
                </a:moveTo>
                <a:lnTo>
                  <a:pt x="1271" y="0"/>
                </a:lnTo>
                <a:lnTo>
                  <a:pt x="1159" y="151"/>
                </a:lnTo>
                <a:lnTo>
                  <a:pt x="112" y="151"/>
                </a:lnTo>
                <a:lnTo>
                  <a:pt x="0" y="0"/>
                </a:ln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57" name=""/>
          <p:cNvSpPr/>
          <p:nvPr/>
        </p:nvSpPr>
        <p:spPr>
          <a:xfrm>
            <a:off x="3880800" y="1853640"/>
            <a:ext cx="108000" cy="108000"/>
          </a:xfrm>
          <a:custGeom>
            <a:avLst/>
            <a:gdLst/>
            <a:ahLst/>
            <a:rect l="0" t="0" r="r" b="b"/>
            <a:pathLst>
              <a:path w="300" h="300">
                <a:moveTo>
                  <a:pt x="151" y="0"/>
                </a:moveTo>
                <a:lnTo>
                  <a:pt x="188" y="113"/>
                </a:lnTo>
                <a:lnTo>
                  <a:pt x="300" y="150"/>
                </a:lnTo>
                <a:lnTo>
                  <a:pt x="188" y="187"/>
                </a:lnTo>
                <a:lnTo>
                  <a:pt x="151" y="300"/>
                </a:lnTo>
                <a:lnTo>
                  <a:pt x="114" y="187"/>
                </a:lnTo>
                <a:lnTo>
                  <a:pt x="0" y="150"/>
                </a:lnTo>
                <a:lnTo>
                  <a:pt x="114" y="113"/>
                </a:lnTo>
                <a:lnTo>
                  <a:pt x="151" y="0"/>
                </a:ln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58" name=""/>
          <p:cNvSpPr txBox="1"/>
          <p:nvPr/>
        </p:nvSpPr>
        <p:spPr>
          <a:xfrm>
            <a:off x="3207240" y="2561760"/>
            <a:ext cx="1202040" cy="236520"/>
          </a:xfrm>
          <a:prstGeom prst="rect">
            <a:avLst/>
          </a:prstGeom>
          <a:noFill/>
          <a:ln w="0">
            <a:noFill/>
          </a:ln>
        </p:spPr>
        <p:txBody>
          <a:bodyPr wrap="none" lIns="0" tIns="0" rIns="0" bIns="0" anchor="t">
            <a:spAutoFit/>
          </a:bodyPr>
          <a:p>
            <a:pPr/>
            <a:r>
              <a:rPr lang="en-US" sz="1320" b="1" u="none" strike="noStrike">
                <a:solidFill>
                  <a:srgbClr val="085041"/>
                </a:solidFill>
                <a:effectLst/>
                <a:uFillTx/>
                <a:latin typeface="HiraKakuProN-W6"/>
                <a:ea typeface="HiraKakuProN-W6"/>
              </a:rPr>
              <a:t>AI</a:t>
            </a:r>
            <a:r>
              <a:rPr lang="ja-JP" sz="1320" b="1" u="none" strike="noStrike">
                <a:solidFill>
                  <a:srgbClr val="085041"/>
                </a:solidFill>
                <a:effectLst/>
                <a:uFillTx/>
                <a:latin typeface="HiraKakuProN-W6"/>
                <a:ea typeface="HiraKakuProN-W6"/>
              </a:rPr>
              <a:t>コーディング</a:t>
            </a:r>
            <a:endParaRPr lang="en-US" sz="1320" b="0" u="none" strike="noStrike">
              <a:solidFill>
                <a:srgbClr val="000000"/>
              </a:solidFill>
              <a:effectLst/>
              <a:uFillTx/>
              <a:latin typeface="游明朝体"/>
            </a:endParaRPr>
          </a:p>
        </p:txBody>
      </p:sp>
      <p:sp>
        <p:nvSpPr>
          <p:cNvPr id="5359" name=""/>
          <p:cNvSpPr/>
          <p:nvPr/>
        </p:nvSpPr>
        <p:spPr>
          <a:xfrm>
            <a:off x="4822200" y="2822040"/>
            <a:ext cx="914760" cy="915120"/>
          </a:xfrm>
          <a:custGeom>
            <a:avLst/>
            <a:gdLst/>
            <a:ahLst/>
            <a:rect l="0" t="0" r="r" b="b"/>
            <a:pathLst>
              <a:path w="2541" h="2542">
                <a:moveTo>
                  <a:pt x="2541" y="1272"/>
                </a:moveTo>
                <a:cubicBezTo>
                  <a:pt x="2541" y="1313"/>
                  <a:pt x="2539" y="1355"/>
                  <a:pt x="2535" y="1396"/>
                </a:cubicBezTo>
                <a:cubicBezTo>
                  <a:pt x="2531" y="1437"/>
                  <a:pt x="2525" y="1479"/>
                  <a:pt x="2517" y="1519"/>
                </a:cubicBezTo>
                <a:cubicBezTo>
                  <a:pt x="2509" y="1560"/>
                  <a:pt x="2498" y="1600"/>
                  <a:pt x="2486" y="1640"/>
                </a:cubicBezTo>
                <a:cubicBezTo>
                  <a:pt x="2474" y="1680"/>
                  <a:pt x="2460" y="1719"/>
                  <a:pt x="2444" y="1758"/>
                </a:cubicBezTo>
                <a:cubicBezTo>
                  <a:pt x="2428" y="1796"/>
                  <a:pt x="2411" y="1834"/>
                  <a:pt x="2391" y="1870"/>
                </a:cubicBezTo>
                <a:cubicBezTo>
                  <a:pt x="2372" y="1907"/>
                  <a:pt x="2350" y="1943"/>
                  <a:pt x="2327" y="1977"/>
                </a:cubicBezTo>
                <a:cubicBezTo>
                  <a:pt x="2304" y="2012"/>
                  <a:pt x="2279" y="2045"/>
                  <a:pt x="2253" y="2077"/>
                </a:cubicBezTo>
                <a:cubicBezTo>
                  <a:pt x="2226" y="2110"/>
                  <a:pt x="2199" y="2140"/>
                  <a:pt x="2169" y="2170"/>
                </a:cubicBezTo>
                <a:cubicBezTo>
                  <a:pt x="2140" y="2199"/>
                  <a:pt x="2109" y="2227"/>
                  <a:pt x="2077" y="2254"/>
                </a:cubicBezTo>
                <a:cubicBezTo>
                  <a:pt x="2045" y="2280"/>
                  <a:pt x="2011" y="2305"/>
                  <a:pt x="1977" y="2328"/>
                </a:cubicBezTo>
                <a:cubicBezTo>
                  <a:pt x="1942" y="2351"/>
                  <a:pt x="1906" y="2372"/>
                  <a:pt x="1870" y="2392"/>
                </a:cubicBezTo>
                <a:cubicBezTo>
                  <a:pt x="1833" y="2412"/>
                  <a:pt x="1796" y="2429"/>
                  <a:pt x="1757" y="2445"/>
                </a:cubicBezTo>
                <a:cubicBezTo>
                  <a:pt x="1719" y="2461"/>
                  <a:pt x="1680" y="2475"/>
                  <a:pt x="1640" y="2487"/>
                </a:cubicBezTo>
                <a:cubicBezTo>
                  <a:pt x="1600" y="2499"/>
                  <a:pt x="1560" y="2509"/>
                  <a:pt x="1519" y="2518"/>
                </a:cubicBezTo>
                <a:cubicBezTo>
                  <a:pt x="1478" y="2526"/>
                  <a:pt x="1437" y="2532"/>
                  <a:pt x="1396" y="2536"/>
                </a:cubicBezTo>
                <a:cubicBezTo>
                  <a:pt x="1354" y="2540"/>
                  <a:pt x="1313" y="2542"/>
                  <a:pt x="1271" y="2542"/>
                </a:cubicBezTo>
                <a:cubicBezTo>
                  <a:pt x="1230" y="2542"/>
                  <a:pt x="1188" y="2540"/>
                  <a:pt x="1147" y="2536"/>
                </a:cubicBezTo>
                <a:cubicBezTo>
                  <a:pt x="1105" y="2532"/>
                  <a:pt x="1064" y="2526"/>
                  <a:pt x="1023" y="2518"/>
                </a:cubicBezTo>
                <a:cubicBezTo>
                  <a:pt x="983" y="2509"/>
                  <a:pt x="942" y="2499"/>
                  <a:pt x="902" y="2487"/>
                </a:cubicBezTo>
                <a:cubicBezTo>
                  <a:pt x="863" y="2475"/>
                  <a:pt x="824" y="2461"/>
                  <a:pt x="785" y="2445"/>
                </a:cubicBezTo>
                <a:cubicBezTo>
                  <a:pt x="747" y="2429"/>
                  <a:pt x="709" y="2412"/>
                  <a:pt x="672" y="2392"/>
                </a:cubicBezTo>
                <a:cubicBezTo>
                  <a:pt x="636" y="2372"/>
                  <a:pt x="600" y="2351"/>
                  <a:pt x="565" y="2328"/>
                </a:cubicBezTo>
                <a:cubicBezTo>
                  <a:pt x="530" y="2305"/>
                  <a:pt x="497" y="2280"/>
                  <a:pt x="464" y="2254"/>
                </a:cubicBezTo>
                <a:cubicBezTo>
                  <a:pt x="432" y="2227"/>
                  <a:pt x="402" y="2199"/>
                  <a:pt x="372" y="2170"/>
                </a:cubicBezTo>
                <a:cubicBezTo>
                  <a:pt x="343" y="2140"/>
                  <a:pt x="315" y="2110"/>
                  <a:pt x="288" y="2077"/>
                </a:cubicBezTo>
                <a:cubicBezTo>
                  <a:pt x="262" y="2045"/>
                  <a:pt x="237" y="2012"/>
                  <a:pt x="214" y="1977"/>
                </a:cubicBezTo>
                <a:cubicBezTo>
                  <a:pt x="191" y="1943"/>
                  <a:pt x="170" y="1907"/>
                  <a:pt x="150" y="1870"/>
                </a:cubicBezTo>
                <a:cubicBezTo>
                  <a:pt x="130" y="1834"/>
                  <a:pt x="113" y="1796"/>
                  <a:pt x="97" y="1758"/>
                </a:cubicBezTo>
                <a:cubicBezTo>
                  <a:pt x="81" y="1719"/>
                  <a:pt x="67" y="1680"/>
                  <a:pt x="55" y="1640"/>
                </a:cubicBezTo>
                <a:cubicBezTo>
                  <a:pt x="43" y="1600"/>
                  <a:pt x="33" y="1560"/>
                  <a:pt x="25" y="1519"/>
                </a:cubicBezTo>
                <a:cubicBezTo>
                  <a:pt x="16" y="1479"/>
                  <a:pt x="10" y="1437"/>
                  <a:pt x="6" y="1396"/>
                </a:cubicBezTo>
                <a:cubicBezTo>
                  <a:pt x="2" y="1355"/>
                  <a:pt x="0" y="1313"/>
                  <a:pt x="0" y="1272"/>
                </a:cubicBezTo>
                <a:cubicBezTo>
                  <a:pt x="0" y="1230"/>
                  <a:pt x="2" y="1188"/>
                  <a:pt x="6" y="1147"/>
                </a:cubicBezTo>
                <a:cubicBezTo>
                  <a:pt x="10" y="1106"/>
                  <a:pt x="16" y="1064"/>
                  <a:pt x="25" y="1023"/>
                </a:cubicBezTo>
                <a:cubicBezTo>
                  <a:pt x="33" y="982"/>
                  <a:pt x="43" y="942"/>
                  <a:pt x="55" y="902"/>
                </a:cubicBezTo>
                <a:cubicBezTo>
                  <a:pt x="67" y="862"/>
                  <a:pt x="81" y="823"/>
                  <a:pt x="97" y="784"/>
                </a:cubicBezTo>
                <a:cubicBezTo>
                  <a:pt x="113" y="746"/>
                  <a:pt x="130" y="708"/>
                  <a:pt x="150" y="672"/>
                </a:cubicBezTo>
                <a:cubicBezTo>
                  <a:pt x="170" y="635"/>
                  <a:pt x="191" y="599"/>
                  <a:pt x="214" y="565"/>
                </a:cubicBezTo>
                <a:cubicBezTo>
                  <a:pt x="237" y="530"/>
                  <a:pt x="262" y="497"/>
                  <a:pt x="288" y="465"/>
                </a:cubicBezTo>
                <a:cubicBezTo>
                  <a:pt x="315" y="432"/>
                  <a:pt x="343" y="402"/>
                  <a:pt x="372" y="372"/>
                </a:cubicBezTo>
                <a:cubicBezTo>
                  <a:pt x="402" y="343"/>
                  <a:pt x="432" y="315"/>
                  <a:pt x="464" y="288"/>
                </a:cubicBezTo>
                <a:cubicBezTo>
                  <a:pt x="497" y="262"/>
                  <a:pt x="530" y="237"/>
                  <a:pt x="565" y="214"/>
                </a:cubicBezTo>
                <a:cubicBezTo>
                  <a:pt x="600" y="191"/>
                  <a:pt x="636" y="170"/>
                  <a:pt x="672" y="150"/>
                </a:cubicBezTo>
                <a:cubicBezTo>
                  <a:pt x="709" y="130"/>
                  <a:pt x="747" y="113"/>
                  <a:pt x="785" y="97"/>
                </a:cubicBezTo>
                <a:cubicBezTo>
                  <a:pt x="824" y="81"/>
                  <a:pt x="863" y="67"/>
                  <a:pt x="902" y="55"/>
                </a:cubicBezTo>
                <a:cubicBezTo>
                  <a:pt x="942" y="43"/>
                  <a:pt x="983" y="33"/>
                  <a:pt x="1023" y="24"/>
                </a:cubicBezTo>
                <a:cubicBezTo>
                  <a:pt x="1064" y="16"/>
                  <a:pt x="1105" y="10"/>
                  <a:pt x="1147" y="6"/>
                </a:cubicBezTo>
                <a:cubicBezTo>
                  <a:pt x="1188" y="2"/>
                  <a:pt x="1230" y="0"/>
                  <a:pt x="1271" y="0"/>
                </a:cubicBezTo>
                <a:cubicBezTo>
                  <a:pt x="1313" y="0"/>
                  <a:pt x="1354" y="2"/>
                  <a:pt x="1396" y="6"/>
                </a:cubicBezTo>
                <a:cubicBezTo>
                  <a:pt x="1437" y="10"/>
                  <a:pt x="1478" y="16"/>
                  <a:pt x="1519" y="24"/>
                </a:cubicBezTo>
                <a:cubicBezTo>
                  <a:pt x="1560" y="33"/>
                  <a:pt x="1600" y="43"/>
                  <a:pt x="1640" y="55"/>
                </a:cubicBezTo>
                <a:cubicBezTo>
                  <a:pt x="1680" y="67"/>
                  <a:pt x="1719" y="81"/>
                  <a:pt x="1757" y="97"/>
                </a:cubicBezTo>
                <a:cubicBezTo>
                  <a:pt x="1796" y="113"/>
                  <a:pt x="1833" y="130"/>
                  <a:pt x="1870" y="150"/>
                </a:cubicBezTo>
                <a:cubicBezTo>
                  <a:pt x="1906" y="170"/>
                  <a:pt x="1942" y="191"/>
                  <a:pt x="1977" y="214"/>
                </a:cubicBezTo>
                <a:cubicBezTo>
                  <a:pt x="2011" y="237"/>
                  <a:pt x="2045" y="262"/>
                  <a:pt x="2077" y="288"/>
                </a:cubicBezTo>
                <a:cubicBezTo>
                  <a:pt x="2109" y="315"/>
                  <a:pt x="2140" y="343"/>
                  <a:pt x="2169" y="372"/>
                </a:cubicBezTo>
                <a:cubicBezTo>
                  <a:pt x="2199" y="402"/>
                  <a:pt x="2226" y="432"/>
                  <a:pt x="2253" y="465"/>
                </a:cubicBezTo>
                <a:cubicBezTo>
                  <a:pt x="2279" y="497"/>
                  <a:pt x="2304" y="530"/>
                  <a:pt x="2327" y="565"/>
                </a:cubicBezTo>
                <a:cubicBezTo>
                  <a:pt x="2350" y="599"/>
                  <a:pt x="2372" y="635"/>
                  <a:pt x="2391" y="672"/>
                </a:cubicBezTo>
                <a:cubicBezTo>
                  <a:pt x="2411" y="708"/>
                  <a:pt x="2428" y="746"/>
                  <a:pt x="2444" y="784"/>
                </a:cubicBezTo>
                <a:cubicBezTo>
                  <a:pt x="2460" y="823"/>
                  <a:pt x="2474" y="862"/>
                  <a:pt x="2486" y="902"/>
                </a:cubicBezTo>
                <a:cubicBezTo>
                  <a:pt x="2498" y="942"/>
                  <a:pt x="2509" y="982"/>
                  <a:pt x="2517" y="1023"/>
                </a:cubicBezTo>
                <a:cubicBezTo>
                  <a:pt x="2525" y="1064"/>
                  <a:pt x="2531" y="1106"/>
                  <a:pt x="2535" y="1147"/>
                </a:cubicBezTo>
                <a:cubicBezTo>
                  <a:pt x="2539" y="1188"/>
                  <a:pt x="2541" y="1230"/>
                  <a:pt x="2541" y="1272"/>
                </a:cubicBezTo>
                <a:close/>
              </a:path>
            </a:pathLst>
          </a:custGeom>
          <a:solidFill>
            <a:srgbClr val="F1EFE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60" name=""/>
          <p:cNvSpPr/>
          <p:nvPr/>
        </p:nvSpPr>
        <p:spPr>
          <a:xfrm>
            <a:off x="4822200" y="2822040"/>
            <a:ext cx="914760" cy="915120"/>
          </a:xfrm>
          <a:custGeom>
            <a:avLst/>
            <a:gdLst/>
            <a:ahLst/>
            <a:rect l="0" t="0" r="r" b="b"/>
            <a:pathLst>
              <a:path w="2541" h="2542">
                <a:moveTo>
                  <a:pt x="2541" y="1272"/>
                </a:moveTo>
                <a:cubicBezTo>
                  <a:pt x="2541" y="1313"/>
                  <a:pt x="2539" y="1355"/>
                  <a:pt x="2535" y="1396"/>
                </a:cubicBezTo>
                <a:cubicBezTo>
                  <a:pt x="2531" y="1437"/>
                  <a:pt x="2525" y="1479"/>
                  <a:pt x="2517" y="1519"/>
                </a:cubicBezTo>
                <a:cubicBezTo>
                  <a:pt x="2509" y="1560"/>
                  <a:pt x="2498" y="1600"/>
                  <a:pt x="2486" y="1640"/>
                </a:cubicBezTo>
                <a:cubicBezTo>
                  <a:pt x="2474" y="1680"/>
                  <a:pt x="2460" y="1719"/>
                  <a:pt x="2444" y="1758"/>
                </a:cubicBezTo>
                <a:cubicBezTo>
                  <a:pt x="2428" y="1796"/>
                  <a:pt x="2411" y="1834"/>
                  <a:pt x="2391" y="1870"/>
                </a:cubicBezTo>
                <a:cubicBezTo>
                  <a:pt x="2372" y="1907"/>
                  <a:pt x="2350" y="1943"/>
                  <a:pt x="2327" y="1977"/>
                </a:cubicBezTo>
                <a:cubicBezTo>
                  <a:pt x="2304" y="2012"/>
                  <a:pt x="2279" y="2045"/>
                  <a:pt x="2253" y="2077"/>
                </a:cubicBezTo>
                <a:cubicBezTo>
                  <a:pt x="2226" y="2110"/>
                  <a:pt x="2199" y="2140"/>
                  <a:pt x="2169" y="2170"/>
                </a:cubicBezTo>
                <a:cubicBezTo>
                  <a:pt x="2140" y="2199"/>
                  <a:pt x="2109" y="2227"/>
                  <a:pt x="2077" y="2254"/>
                </a:cubicBezTo>
                <a:cubicBezTo>
                  <a:pt x="2045" y="2280"/>
                  <a:pt x="2011" y="2305"/>
                  <a:pt x="1977" y="2328"/>
                </a:cubicBezTo>
                <a:cubicBezTo>
                  <a:pt x="1942" y="2351"/>
                  <a:pt x="1906" y="2372"/>
                  <a:pt x="1870" y="2392"/>
                </a:cubicBezTo>
                <a:cubicBezTo>
                  <a:pt x="1833" y="2412"/>
                  <a:pt x="1796" y="2429"/>
                  <a:pt x="1757" y="2445"/>
                </a:cubicBezTo>
                <a:cubicBezTo>
                  <a:pt x="1719" y="2461"/>
                  <a:pt x="1680" y="2475"/>
                  <a:pt x="1640" y="2487"/>
                </a:cubicBezTo>
                <a:cubicBezTo>
                  <a:pt x="1600" y="2499"/>
                  <a:pt x="1560" y="2509"/>
                  <a:pt x="1519" y="2518"/>
                </a:cubicBezTo>
                <a:cubicBezTo>
                  <a:pt x="1478" y="2526"/>
                  <a:pt x="1437" y="2532"/>
                  <a:pt x="1396" y="2536"/>
                </a:cubicBezTo>
                <a:cubicBezTo>
                  <a:pt x="1354" y="2540"/>
                  <a:pt x="1313" y="2542"/>
                  <a:pt x="1271" y="2542"/>
                </a:cubicBezTo>
                <a:cubicBezTo>
                  <a:pt x="1230" y="2542"/>
                  <a:pt x="1188" y="2540"/>
                  <a:pt x="1147" y="2536"/>
                </a:cubicBezTo>
                <a:cubicBezTo>
                  <a:pt x="1105" y="2532"/>
                  <a:pt x="1064" y="2526"/>
                  <a:pt x="1023" y="2518"/>
                </a:cubicBezTo>
                <a:cubicBezTo>
                  <a:pt x="983" y="2509"/>
                  <a:pt x="942" y="2499"/>
                  <a:pt x="902" y="2487"/>
                </a:cubicBezTo>
                <a:cubicBezTo>
                  <a:pt x="863" y="2475"/>
                  <a:pt x="824" y="2461"/>
                  <a:pt x="785" y="2445"/>
                </a:cubicBezTo>
                <a:cubicBezTo>
                  <a:pt x="747" y="2429"/>
                  <a:pt x="709" y="2412"/>
                  <a:pt x="672" y="2392"/>
                </a:cubicBezTo>
                <a:cubicBezTo>
                  <a:pt x="636" y="2372"/>
                  <a:pt x="600" y="2351"/>
                  <a:pt x="565" y="2328"/>
                </a:cubicBezTo>
                <a:cubicBezTo>
                  <a:pt x="530" y="2305"/>
                  <a:pt x="497" y="2280"/>
                  <a:pt x="464" y="2254"/>
                </a:cubicBezTo>
                <a:cubicBezTo>
                  <a:pt x="432" y="2227"/>
                  <a:pt x="402" y="2199"/>
                  <a:pt x="372" y="2170"/>
                </a:cubicBezTo>
                <a:cubicBezTo>
                  <a:pt x="343" y="2140"/>
                  <a:pt x="315" y="2110"/>
                  <a:pt x="288" y="2077"/>
                </a:cubicBezTo>
                <a:cubicBezTo>
                  <a:pt x="262" y="2045"/>
                  <a:pt x="237" y="2012"/>
                  <a:pt x="214" y="1977"/>
                </a:cubicBezTo>
                <a:cubicBezTo>
                  <a:pt x="191" y="1943"/>
                  <a:pt x="170" y="1907"/>
                  <a:pt x="150" y="1870"/>
                </a:cubicBezTo>
                <a:cubicBezTo>
                  <a:pt x="130" y="1834"/>
                  <a:pt x="113" y="1796"/>
                  <a:pt x="97" y="1758"/>
                </a:cubicBezTo>
                <a:cubicBezTo>
                  <a:pt x="81" y="1719"/>
                  <a:pt x="67" y="1680"/>
                  <a:pt x="55" y="1640"/>
                </a:cubicBezTo>
                <a:cubicBezTo>
                  <a:pt x="43" y="1600"/>
                  <a:pt x="33" y="1560"/>
                  <a:pt x="25" y="1519"/>
                </a:cubicBezTo>
                <a:cubicBezTo>
                  <a:pt x="16" y="1479"/>
                  <a:pt x="10" y="1437"/>
                  <a:pt x="6" y="1396"/>
                </a:cubicBezTo>
                <a:cubicBezTo>
                  <a:pt x="2" y="1355"/>
                  <a:pt x="0" y="1313"/>
                  <a:pt x="0" y="1272"/>
                </a:cubicBezTo>
                <a:cubicBezTo>
                  <a:pt x="0" y="1230"/>
                  <a:pt x="2" y="1188"/>
                  <a:pt x="6" y="1147"/>
                </a:cubicBezTo>
                <a:cubicBezTo>
                  <a:pt x="10" y="1106"/>
                  <a:pt x="16" y="1064"/>
                  <a:pt x="25" y="1023"/>
                </a:cubicBezTo>
                <a:cubicBezTo>
                  <a:pt x="33" y="982"/>
                  <a:pt x="43" y="942"/>
                  <a:pt x="55" y="902"/>
                </a:cubicBezTo>
                <a:cubicBezTo>
                  <a:pt x="67" y="862"/>
                  <a:pt x="81" y="823"/>
                  <a:pt x="97" y="784"/>
                </a:cubicBezTo>
                <a:cubicBezTo>
                  <a:pt x="113" y="746"/>
                  <a:pt x="130" y="708"/>
                  <a:pt x="150" y="672"/>
                </a:cubicBezTo>
                <a:cubicBezTo>
                  <a:pt x="170" y="635"/>
                  <a:pt x="191" y="599"/>
                  <a:pt x="214" y="565"/>
                </a:cubicBezTo>
                <a:cubicBezTo>
                  <a:pt x="237" y="530"/>
                  <a:pt x="262" y="497"/>
                  <a:pt x="288" y="465"/>
                </a:cubicBezTo>
                <a:cubicBezTo>
                  <a:pt x="315" y="432"/>
                  <a:pt x="343" y="402"/>
                  <a:pt x="372" y="372"/>
                </a:cubicBezTo>
                <a:cubicBezTo>
                  <a:pt x="402" y="343"/>
                  <a:pt x="432" y="315"/>
                  <a:pt x="464" y="288"/>
                </a:cubicBezTo>
                <a:cubicBezTo>
                  <a:pt x="497" y="262"/>
                  <a:pt x="530" y="237"/>
                  <a:pt x="565" y="214"/>
                </a:cubicBezTo>
                <a:cubicBezTo>
                  <a:pt x="600" y="191"/>
                  <a:pt x="636" y="170"/>
                  <a:pt x="672" y="150"/>
                </a:cubicBezTo>
                <a:cubicBezTo>
                  <a:pt x="709" y="130"/>
                  <a:pt x="747" y="113"/>
                  <a:pt x="785" y="97"/>
                </a:cubicBezTo>
                <a:cubicBezTo>
                  <a:pt x="824" y="81"/>
                  <a:pt x="863" y="67"/>
                  <a:pt x="902" y="55"/>
                </a:cubicBezTo>
                <a:cubicBezTo>
                  <a:pt x="942" y="43"/>
                  <a:pt x="983" y="33"/>
                  <a:pt x="1023" y="24"/>
                </a:cubicBezTo>
                <a:cubicBezTo>
                  <a:pt x="1064" y="16"/>
                  <a:pt x="1105" y="10"/>
                  <a:pt x="1147" y="6"/>
                </a:cubicBezTo>
                <a:cubicBezTo>
                  <a:pt x="1188" y="2"/>
                  <a:pt x="1230" y="0"/>
                  <a:pt x="1271" y="0"/>
                </a:cubicBezTo>
                <a:cubicBezTo>
                  <a:pt x="1313" y="0"/>
                  <a:pt x="1354" y="2"/>
                  <a:pt x="1396" y="6"/>
                </a:cubicBezTo>
                <a:cubicBezTo>
                  <a:pt x="1437" y="10"/>
                  <a:pt x="1478" y="16"/>
                  <a:pt x="1519" y="24"/>
                </a:cubicBezTo>
                <a:cubicBezTo>
                  <a:pt x="1560" y="33"/>
                  <a:pt x="1600" y="43"/>
                  <a:pt x="1640" y="55"/>
                </a:cubicBezTo>
                <a:cubicBezTo>
                  <a:pt x="1680" y="67"/>
                  <a:pt x="1719" y="81"/>
                  <a:pt x="1757" y="97"/>
                </a:cubicBezTo>
                <a:cubicBezTo>
                  <a:pt x="1796" y="113"/>
                  <a:pt x="1833" y="130"/>
                  <a:pt x="1870" y="150"/>
                </a:cubicBezTo>
                <a:cubicBezTo>
                  <a:pt x="1906" y="170"/>
                  <a:pt x="1942" y="191"/>
                  <a:pt x="1977" y="214"/>
                </a:cubicBezTo>
                <a:cubicBezTo>
                  <a:pt x="2011" y="237"/>
                  <a:pt x="2045" y="262"/>
                  <a:pt x="2077" y="288"/>
                </a:cubicBezTo>
                <a:cubicBezTo>
                  <a:pt x="2109" y="315"/>
                  <a:pt x="2140" y="343"/>
                  <a:pt x="2169" y="372"/>
                </a:cubicBezTo>
                <a:cubicBezTo>
                  <a:pt x="2199" y="402"/>
                  <a:pt x="2226" y="432"/>
                  <a:pt x="2253" y="465"/>
                </a:cubicBezTo>
                <a:cubicBezTo>
                  <a:pt x="2279" y="497"/>
                  <a:pt x="2304" y="530"/>
                  <a:pt x="2327" y="565"/>
                </a:cubicBezTo>
                <a:cubicBezTo>
                  <a:pt x="2350" y="599"/>
                  <a:pt x="2372" y="635"/>
                  <a:pt x="2391" y="672"/>
                </a:cubicBezTo>
                <a:cubicBezTo>
                  <a:pt x="2411" y="708"/>
                  <a:pt x="2428" y="746"/>
                  <a:pt x="2444" y="784"/>
                </a:cubicBezTo>
                <a:cubicBezTo>
                  <a:pt x="2460" y="823"/>
                  <a:pt x="2474" y="862"/>
                  <a:pt x="2486" y="902"/>
                </a:cubicBezTo>
                <a:cubicBezTo>
                  <a:pt x="2498" y="942"/>
                  <a:pt x="2509" y="982"/>
                  <a:pt x="2517" y="1023"/>
                </a:cubicBezTo>
                <a:cubicBezTo>
                  <a:pt x="2525" y="1064"/>
                  <a:pt x="2531" y="1106"/>
                  <a:pt x="2535" y="1147"/>
                </a:cubicBezTo>
                <a:cubicBezTo>
                  <a:pt x="2539" y="1188"/>
                  <a:pt x="2541" y="1230"/>
                  <a:pt x="2541" y="1272"/>
                </a:cubicBezTo>
                <a:close/>
              </a:path>
            </a:pathLst>
          </a:custGeom>
          <a:noFill/>
          <a:ln w="3240">
            <a:solidFill>
              <a:srgbClr val="5F5E5A"/>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5361" name=""/>
          <p:cNvSpPr/>
          <p:nvPr/>
        </p:nvSpPr>
        <p:spPr>
          <a:xfrm>
            <a:off x="5080320" y="3137040"/>
            <a:ext cx="441720" cy="223920"/>
          </a:xfrm>
          <a:custGeom>
            <a:avLst/>
            <a:gdLst/>
            <a:ahLst/>
            <a:rect l="0" t="0" r="r" b="b"/>
            <a:pathLst>
              <a:path w="1227" h="622">
                <a:moveTo>
                  <a:pt x="31" y="547"/>
                </a:moveTo>
                <a:cubicBezTo>
                  <a:pt x="-45" y="373"/>
                  <a:pt x="19" y="272"/>
                  <a:pt x="218" y="247"/>
                </a:cubicBezTo>
                <a:cubicBezTo>
                  <a:pt x="268" y="98"/>
                  <a:pt x="392" y="35"/>
                  <a:pt x="591" y="60"/>
                </a:cubicBezTo>
                <a:cubicBezTo>
                  <a:pt x="741" y="-39"/>
                  <a:pt x="878" y="-15"/>
                  <a:pt x="1002" y="135"/>
                </a:cubicBezTo>
                <a:cubicBezTo>
                  <a:pt x="1152" y="135"/>
                  <a:pt x="1215" y="222"/>
                  <a:pt x="1189" y="398"/>
                </a:cubicBezTo>
                <a:cubicBezTo>
                  <a:pt x="1265" y="522"/>
                  <a:pt x="1227" y="597"/>
                  <a:pt x="1077" y="622"/>
                </a:cubicBezTo>
                <a:lnTo>
                  <a:pt x="106" y="622"/>
                </a:lnTo>
                <a:cubicBezTo>
                  <a:pt x="6" y="622"/>
                  <a:pt x="-19" y="597"/>
                  <a:pt x="31" y="547"/>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62" name=""/>
          <p:cNvSpPr txBox="1"/>
          <p:nvPr/>
        </p:nvSpPr>
        <p:spPr>
          <a:xfrm>
            <a:off x="3353400" y="2806560"/>
            <a:ext cx="896760" cy="128520"/>
          </a:xfrm>
          <a:prstGeom prst="rect">
            <a:avLst/>
          </a:prstGeom>
          <a:noFill/>
          <a:ln w="0">
            <a:noFill/>
          </a:ln>
        </p:spPr>
        <p:txBody>
          <a:bodyPr wrap="none" lIns="0" tIns="0" rIns="0" bIns="0" anchor="t">
            <a:spAutoFit/>
          </a:bodyPr>
          <a:p>
            <a:pPr/>
            <a:r>
              <a:rPr lang="ja-JP" sz="1010" b="0" u="none" strike="noStrike">
                <a:solidFill>
                  <a:srgbClr val="0F6E56"/>
                </a:solidFill>
                <a:effectLst/>
                <a:uFillTx/>
                <a:latin typeface="HiraKakuProN-W3"/>
                <a:ea typeface="HiraKakuProN-W3"/>
              </a:rPr>
              <a:t>パソコンで開発</a:t>
            </a:r>
            <a:endParaRPr lang="en-US" sz="1010" b="0" u="none" strike="noStrike">
              <a:solidFill>
                <a:srgbClr val="000000"/>
              </a:solidFill>
              <a:effectLst/>
              <a:uFillTx/>
              <a:latin typeface="游明朝体"/>
            </a:endParaRPr>
          </a:p>
        </p:txBody>
      </p:sp>
      <p:sp>
        <p:nvSpPr>
          <p:cNvPr id="5363" name=""/>
          <p:cNvSpPr txBox="1"/>
          <p:nvPr/>
        </p:nvSpPr>
        <p:spPr>
          <a:xfrm>
            <a:off x="4662360" y="3772440"/>
            <a:ext cx="1239480" cy="236520"/>
          </a:xfrm>
          <a:prstGeom prst="rect">
            <a:avLst/>
          </a:prstGeom>
          <a:noFill/>
          <a:ln w="0">
            <a:noFill/>
          </a:ln>
        </p:spPr>
        <p:txBody>
          <a:bodyPr wrap="none" lIns="0" tIns="0" rIns="0" bIns="0" anchor="t">
            <a:spAutoFit/>
          </a:bodyPr>
          <a:p>
            <a:pPr/>
            <a:r>
              <a:rPr lang="en-US" sz="1320" b="1" u="none" strike="noStrike">
                <a:solidFill>
                  <a:srgbClr val="444441"/>
                </a:solidFill>
                <a:effectLst/>
                <a:uFillTx/>
                <a:latin typeface="HiraKakuProN-W6"/>
                <a:ea typeface="HiraKakuProN-W6"/>
              </a:rPr>
              <a:t>GitHub</a:t>
            </a:r>
            <a:r>
              <a:rPr lang="ja-JP" sz="1320" b="1" u="none" strike="noStrike">
                <a:solidFill>
                  <a:srgbClr val="444441"/>
                </a:solidFill>
                <a:effectLst/>
                <a:uFillTx/>
                <a:latin typeface="HiraKakuProN-W6"/>
                <a:ea typeface="HiraKakuProN-W6"/>
              </a:rPr>
              <a:t>へ</a:t>
            </a:r>
            <a:r>
              <a:rPr lang="en-US" sz="1320" b="1" u="none" strike="noStrike">
                <a:solidFill>
                  <a:srgbClr val="444441"/>
                </a:solidFill>
                <a:effectLst/>
                <a:uFillTx/>
                <a:latin typeface="HiraKakuProN-W6"/>
                <a:ea typeface="HiraKakuProN-W6"/>
              </a:rPr>
              <a:t>push</a:t>
            </a:r>
            <a:endParaRPr lang="en-US" sz="1320" b="0" u="none" strike="noStrike">
              <a:solidFill>
                <a:srgbClr val="000000"/>
              </a:solidFill>
              <a:effectLst/>
              <a:uFillTx/>
              <a:latin typeface="游明朝体"/>
            </a:endParaRPr>
          </a:p>
        </p:txBody>
      </p:sp>
      <p:sp>
        <p:nvSpPr>
          <p:cNvPr id="5364" name=""/>
          <p:cNvSpPr/>
          <p:nvPr/>
        </p:nvSpPr>
        <p:spPr>
          <a:xfrm>
            <a:off x="3342960" y="4032720"/>
            <a:ext cx="914760" cy="915120"/>
          </a:xfrm>
          <a:custGeom>
            <a:avLst/>
            <a:gdLst/>
            <a:ahLst/>
            <a:rect l="0" t="0" r="r" b="b"/>
            <a:pathLst>
              <a:path w="2541" h="2542">
                <a:moveTo>
                  <a:pt x="2541" y="1272"/>
                </a:moveTo>
                <a:cubicBezTo>
                  <a:pt x="2541" y="1313"/>
                  <a:pt x="2539" y="1355"/>
                  <a:pt x="2535" y="1396"/>
                </a:cubicBezTo>
                <a:cubicBezTo>
                  <a:pt x="2531" y="1438"/>
                  <a:pt x="2525" y="1479"/>
                  <a:pt x="2517" y="1519"/>
                </a:cubicBezTo>
                <a:cubicBezTo>
                  <a:pt x="2509" y="1560"/>
                  <a:pt x="2499" y="1601"/>
                  <a:pt x="2487" y="1640"/>
                </a:cubicBezTo>
                <a:cubicBezTo>
                  <a:pt x="2475" y="1680"/>
                  <a:pt x="2461" y="1719"/>
                  <a:pt x="2445" y="1758"/>
                </a:cubicBezTo>
                <a:cubicBezTo>
                  <a:pt x="2429" y="1796"/>
                  <a:pt x="2411" y="1834"/>
                  <a:pt x="2391" y="1870"/>
                </a:cubicBezTo>
                <a:cubicBezTo>
                  <a:pt x="2372" y="1907"/>
                  <a:pt x="2350" y="1943"/>
                  <a:pt x="2327" y="1977"/>
                </a:cubicBezTo>
                <a:cubicBezTo>
                  <a:pt x="2304" y="2012"/>
                  <a:pt x="2279" y="2045"/>
                  <a:pt x="2253" y="2078"/>
                </a:cubicBezTo>
                <a:cubicBezTo>
                  <a:pt x="2227" y="2110"/>
                  <a:pt x="2199" y="2141"/>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10"/>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10"/>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1"/>
                  <a:pt x="315" y="2110"/>
                  <a:pt x="289" y="2078"/>
                </a:cubicBezTo>
                <a:cubicBezTo>
                  <a:pt x="262" y="2045"/>
                  <a:pt x="238" y="2012"/>
                  <a:pt x="214" y="1977"/>
                </a:cubicBezTo>
                <a:cubicBezTo>
                  <a:pt x="191" y="1943"/>
                  <a:pt x="170" y="1907"/>
                  <a:pt x="150" y="1870"/>
                </a:cubicBezTo>
                <a:cubicBezTo>
                  <a:pt x="131" y="1834"/>
                  <a:pt x="113" y="1796"/>
                  <a:pt x="97" y="1758"/>
                </a:cubicBezTo>
                <a:cubicBezTo>
                  <a:pt x="81" y="1719"/>
                  <a:pt x="67" y="1680"/>
                  <a:pt x="55" y="1640"/>
                </a:cubicBezTo>
                <a:cubicBezTo>
                  <a:pt x="43" y="1601"/>
                  <a:pt x="33" y="1560"/>
                  <a:pt x="25" y="1519"/>
                </a:cubicBezTo>
                <a:cubicBezTo>
                  <a:pt x="17" y="1479"/>
                  <a:pt x="11" y="1438"/>
                  <a:pt x="7" y="1396"/>
                </a:cubicBezTo>
                <a:cubicBezTo>
                  <a:pt x="2" y="1355"/>
                  <a:pt x="0" y="1313"/>
                  <a:pt x="0" y="1272"/>
                </a:cubicBezTo>
                <a:cubicBezTo>
                  <a:pt x="0" y="1230"/>
                  <a:pt x="2" y="1188"/>
                  <a:pt x="7" y="1147"/>
                </a:cubicBezTo>
                <a:cubicBezTo>
                  <a:pt x="11" y="1106"/>
                  <a:pt x="17" y="1065"/>
                  <a:pt x="25" y="1024"/>
                </a:cubicBezTo>
                <a:cubicBezTo>
                  <a:pt x="33" y="983"/>
                  <a:pt x="43" y="943"/>
                  <a:pt x="55" y="903"/>
                </a:cubicBezTo>
                <a:cubicBezTo>
                  <a:pt x="67" y="863"/>
                  <a:pt x="81" y="824"/>
                  <a:pt x="97" y="785"/>
                </a:cubicBezTo>
                <a:cubicBezTo>
                  <a:pt x="113" y="747"/>
                  <a:pt x="131" y="709"/>
                  <a:pt x="150" y="673"/>
                </a:cubicBezTo>
                <a:cubicBezTo>
                  <a:pt x="170" y="636"/>
                  <a:pt x="191" y="600"/>
                  <a:pt x="214" y="566"/>
                </a:cubicBezTo>
                <a:cubicBezTo>
                  <a:pt x="238" y="531"/>
                  <a:pt x="262" y="498"/>
                  <a:pt x="289" y="466"/>
                </a:cubicBezTo>
                <a:cubicBezTo>
                  <a:pt x="315" y="433"/>
                  <a:pt x="343" y="403"/>
                  <a:pt x="372" y="373"/>
                </a:cubicBezTo>
                <a:cubicBezTo>
                  <a:pt x="402" y="344"/>
                  <a:pt x="433" y="316"/>
                  <a:pt x="465" y="289"/>
                </a:cubicBezTo>
                <a:cubicBezTo>
                  <a:pt x="497" y="263"/>
                  <a:pt x="530" y="238"/>
                  <a:pt x="565" y="214"/>
                </a:cubicBezTo>
                <a:cubicBezTo>
                  <a:pt x="599" y="191"/>
                  <a:pt x="635" y="170"/>
                  <a:pt x="672" y="150"/>
                </a:cubicBezTo>
                <a:cubicBezTo>
                  <a:pt x="708" y="130"/>
                  <a:pt x="746" y="113"/>
                  <a:pt x="784" y="97"/>
                </a:cubicBezTo>
                <a:cubicBezTo>
                  <a:pt x="823" y="81"/>
                  <a:pt x="862" y="67"/>
                  <a:pt x="902" y="55"/>
                </a:cubicBezTo>
                <a:cubicBezTo>
                  <a:pt x="942" y="43"/>
                  <a:pt x="982" y="33"/>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3"/>
                  <a:pt x="1599" y="43"/>
                  <a:pt x="1639" y="55"/>
                </a:cubicBezTo>
                <a:cubicBezTo>
                  <a:pt x="1679" y="67"/>
                  <a:pt x="1718" y="81"/>
                  <a:pt x="1756" y="97"/>
                </a:cubicBezTo>
                <a:cubicBezTo>
                  <a:pt x="1795" y="113"/>
                  <a:pt x="1832" y="130"/>
                  <a:pt x="1869" y="150"/>
                </a:cubicBezTo>
                <a:cubicBezTo>
                  <a:pt x="1906" y="170"/>
                  <a:pt x="1941" y="191"/>
                  <a:pt x="1976" y="214"/>
                </a:cubicBezTo>
                <a:cubicBezTo>
                  <a:pt x="2011" y="238"/>
                  <a:pt x="2044" y="263"/>
                  <a:pt x="2076" y="289"/>
                </a:cubicBezTo>
                <a:cubicBezTo>
                  <a:pt x="2108" y="316"/>
                  <a:pt x="2139" y="344"/>
                  <a:pt x="2169" y="373"/>
                </a:cubicBezTo>
                <a:cubicBezTo>
                  <a:pt x="2199" y="403"/>
                  <a:pt x="2227" y="433"/>
                  <a:pt x="2253" y="466"/>
                </a:cubicBezTo>
                <a:cubicBezTo>
                  <a:pt x="2279" y="498"/>
                  <a:pt x="2304" y="531"/>
                  <a:pt x="2327" y="566"/>
                </a:cubicBezTo>
                <a:cubicBezTo>
                  <a:pt x="2350" y="600"/>
                  <a:pt x="2372" y="636"/>
                  <a:pt x="2391" y="673"/>
                </a:cubicBezTo>
                <a:cubicBezTo>
                  <a:pt x="2411" y="709"/>
                  <a:pt x="2429" y="747"/>
                  <a:pt x="2445" y="785"/>
                </a:cubicBezTo>
                <a:cubicBezTo>
                  <a:pt x="2461" y="824"/>
                  <a:pt x="2475" y="863"/>
                  <a:pt x="2487" y="903"/>
                </a:cubicBezTo>
                <a:cubicBezTo>
                  <a:pt x="2499" y="943"/>
                  <a:pt x="2509" y="983"/>
                  <a:pt x="2517" y="1024"/>
                </a:cubicBezTo>
                <a:cubicBezTo>
                  <a:pt x="2525" y="1065"/>
                  <a:pt x="2531" y="1106"/>
                  <a:pt x="2535" y="1147"/>
                </a:cubicBezTo>
                <a:cubicBezTo>
                  <a:pt x="2539" y="1188"/>
                  <a:pt x="2541" y="1230"/>
                  <a:pt x="2541" y="1272"/>
                </a:cubicBezTo>
                <a:close/>
              </a:path>
            </a:pathLst>
          </a:custGeom>
          <a:solidFill>
            <a:srgbClr val="FAECE7"/>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65" name=""/>
          <p:cNvSpPr/>
          <p:nvPr/>
        </p:nvSpPr>
        <p:spPr>
          <a:xfrm>
            <a:off x="3342960" y="4032720"/>
            <a:ext cx="914760" cy="915120"/>
          </a:xfrm>
          <a:custGeom>
            <a:avLst/>
            <a:gdLst/>
            <a:ahLst/>
            <a:rect l="0" t="0" r="r" b="b"/>
            <a:pathLst>
              <a:path w="2541" h="2542">
                <a:moveTo>
                  <a:pt x="2541" y="1272"/>
                </a:moveTo>
                <a:cubicBezTo>
                  <a:pt x="2541" y="1313"/>
                  <a:pt x="2539" y="1355"/>
                  <a:pt x="2535" y="1396"/>
                </a:cubicBezTo>
                <a:cubicBezTo>
                  <a:pt x="2531" y="1438"/>
                  <a:pt x="2525" y="1479"/>
                  <a:pt x="2517" y="1519"/>
                </a:cubicBezTo>
                <a:cubicBezTo>
                  <a:pt x="2509" y="1560"/>
                  <a:pt x="2499" y="1601"/>
                  <a:pt x="2487" y="1640"/>
                </a:cubicBezTo>
                <a:cubicBezTo>
                  <a:pt x="2475" y="1680"/>
                  <a:pt x="2461" y="1719"/>
                  <a:pt x="2445" y="1758"/>
                </a:cubicBezTo>
                <a:cubicBezTo>
                  <a:pt x="2429" y="1796"/>
                  <a:pt x="2411" y="1834"/>
                  <a:pt x="2391" y="1870"/>
                </a:cubicBezTo>
                <a:cubicBezTo>
                  <a:pt x="2372" y="1907"/>
                  <a:pt x="2350" y="1943"/>
                  <a:pt x="2327" y="1977"/>
                </a:cubicBezTo>
                <a:cubicBezTo>
                  <a:pt x="2304" y="2012"/>
                  <a:pt x="2279" y="2045"/>
                  <a:pt x="2253" y="2078"/>
                </a:cubicBezTo>
                <a:cubicBezTo>
                  <a:pt x="2227" y="2110"/>
                  <a:pt x="2199" y="2141"/>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10"/>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10"/>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1"/>
                  <a:pt x="315" y="2110"/>
                  <a:pt x="289" y="2078"/>
                </a:cubicBezTo>
                <a:cubicBezTo>
                  <a:pt x="262" y="2045"/>
                  <a:pt x="238" y="2012"/>
                  <a:pt x="214" y="1977"/>
                </a:cubicBezTo>
                <a:cubicBezTo>
                  <a:pt x="191" y="1943"/>
                  <a:pt x="170" y="1907"/>
                  <a:pt x="150" y="1870"/>
                </a:cubicBezTo>
                <a:cubicBezTo>
                  <a:pt x="131" y="1834"/>
                  <a:pt x="113" y="1796"/>
                  <a:pt x="97" y="1758"/>
                </a:cubicBezTo>
                <a:cubicBezTo>
                  <a:pt x="81" y="1719"/>
                  <a:pt x="67" y="1680"/>
                  <a:pt x="55" y="1640"/>
                </a:cubicBezTo>
                <a:cubicBezTo>
                  <a:pt x="43" y="1601"/>
                  <a:pt x="33" y="1560"/>
                  <a:pt x="25" y="1519"/>
                </a:cubicBezTo>
                <a:cubicBezTo>
                  <a:pt x="17" y="1479"/>
                  <a:pt x="11" y="1438"/>
                  <a:pt x="7" y="1396"/>
                </a:cubicBezTo>
                <a:cubicBezTo>
                  <a:pt x="2" y="1355"/>
                  <a:pt x="0" y="1313"/>
                  <a:pt x="0" y="1272"/>
                </a:cubicBezTo>
                <a:cubicBezTo>
                  <a:pt x="0" y="1230"/>
                  <a:pt x="2" y="1188"/>
                  <a:pt x="7" y="1147"/>
                </a:cubicBezTo>
                <a:cubicBezTo>
                  <a:pt x="11" y="1106"/>
                  <a:pt x="17" y="1065"/>
                  <a:pt x="25" y="1024"/>
                </a:cubicBezTo>
                <a:cubicBezTo>
                  <a:pt x="33" y="983"/>
                  <a:pt x="43" y="943"/>
                  <a:pt x="55" y="903"/>
                </a:cubicBezTo>
                <a:cubicBezTo>
                  <a:pt x="67" y="863"/>
                  <a:pt x="81" y="824"/>
                  <a:pt x="97" y="785"/>
                </a:cubicBezTo>
                <a:cubicBezTo>
                  <a:pt x="113" y="747"/>
                  <a:pt x="131" y="709"/>
                  <a:pt x="150" y="673"/>
                </a:cubicBezTo>
                <a:cubicBezTo>
                  <a:pt x="170" y="636"/>
                  <a:pt x="191" y="600"/>
                  <a:pt x="214" y="566"/>
                </a:cubicBezTo>
                <a:cubicBezTo>
                  <a:pt x="238" y="531"/>
                  <a:pt x="262" y="498"/>
                  <a:pt x="289" y="466"/>
                </a:cubicBezTo>
                <a:cubicBezTo>
                  <a:pt x="315" y="433"/>
                  <a:pt x="343" y="403"/>
                  <a:pt x="372" y="373"/>
                </a:cubicBezTo>
                <a:cubicBezTo>
                  <a:pt x="402" y="344"/>
                  <a:pt x="433" y="316"/>
                  <a:pt x="465" y="289"/>
                </a:cubicBezTo>
                <a:cubicBezTo>
                  <a:pt x="497" y="263"/>
                  <a:pt x="530" y="238"/>
                  <a:pt x="565" y="214"/>
                </a:cubicBezTo>
                <a:cubicBezTo>
                  <a:pt x="599" y="191"/>
                  <a:pt x="635" y="170"/>
                  <a:pt x="672" y="150"/>
                </a:cubicBezTo>
                <a:cubicBezTo>
                  <a:pt x="708" y="130"/>
                  <a:pt x="746" y="113"/>
                  <a:pt x="784" y="97"/>
                </a:cubicBezTo>
                <a:cubicBezTo>
                  <a:pt x="823" y="81"/>
                  <a:pt x="862" y="67"/>
                  <a:pt x="902" y="55"/>
                </a:cubicBezTo>
                <a:cubicBezTo>
                  <a:pt x="942" y="43"/>
                  <a:pt x="982" y="33"/>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3"/>
                  <a:pt x="1599" y="43"/>
                  <a:pt x="1639" y="55"/>
                </a:cubicBezTo>
                <a:cubicBezTo>
                  <a:pt x="1679" y="67"/>
                  <a:pt x="1718" y="81"/>
                  <a:pt x="1756" y="97"/>
                </a:cubicBezTo>
                <a:cubicBezTo>
                  <a:pt x="1795" y="113"/>
                  <a:pt x="1832" y="130"/>
                  <a:pt x="1869" y="150"/>
                </a:cubicBezTo>
                <a:cubicBezTo>
                  <a:pt x="1906" y="170"/>
                  <a:pt x="1941" y="191"/>
                  <a:pt x="1976" y="214"/>
                </a:cubicBezTo>
                <a:cubicBezTo>
                  <a:pt x="2011" y="238"/>
                  <a:pt x="2044" y="263"/>
                  <a:pt x="2076" y="289"/>
                </a:cubicBezTo>
                <a:cubicBezTo>
                  <a:pt x="2108" y="316"/>
                  <a:pt x="2139" y="344"/>
                  <a:pt x="2169" y="373"/>
                </a:cubicBezTo>
                <a:cubicBezTo>
                  <a:pt x="2199" y="403"/>
                  <a:pt x="2227" y="433"/>
                  <a:pt x="2253" y="466"/>
                </a:cubicBezTo>
                <a:cubicBezTo>
                  <a:pt x="2279" y="498"/>
                  <a:pt x="2304" y="531"/>
                  <a:pt x="2327" y="566"/>
                </a:cubicBezTo>
                <a:cubicBezTo>
                  <a:pt x="2350" y="600"/>
                  <a:pt x="2372" y="636"/>
                  <a:pt x="2391" y="673"/>
                </a:cubicBezTo>
                <a:cubicBezTo>
                  <a:pt x="2411" y="709"/>
                  <a:pt x="2429" y="747"/>
                  <a:pt x="2445" y="785"/>
                </a:cubicBezTo>
                <a:cubicBezTo>
                  <a:pt x="2461" y="824"/>
                  <a:pt x="2475" y="863"/>
                  <a:pt x="2487" y="903"/>
                </a:cubicBezTo>
                <a:cubicBezTo>
                  <a:pt x="2499" y="943"/>
                  <a:pt x="2509" y="983"/>
                  <a:pt x="2517" y="1024"/>
                </a:cubicBezTo>
                <a:cubicBezTo>
                  <a:pt x="2525" y="1065"/>
                  <a:pt x="2531" y="1106"/>
                  <a:pt x="2535" y="1147"/>
                </a:cubicBezTo>
                <a:cubicBezTo>
                  <a:pt x="2539" y="1188"/>
                  <a:pt x="2541" y="1230"/>
                  <a:pt x="2541" y="1272"/>
                </a:cubicBezTo>
                <a:close/>
              </a:path>
            </a:pathLst>
          </a:custGeom>
          <a:noFill/>
          <a:ln w="3240">
            <a:solidFill>
              <a:srgbClr val="993C1D"/>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5366" name=""/>
          <p:cNvSpPr/>
          <p:nvPr/>
        </p:nvSpPr>
        <p:spPr>
          <a:xfrm>
            <a:off x="3706200" y="4315320"/>
            <a:ext cx="188640" cy="349920"/>
          </a:xfrm>
          <a:custGeom>
            <a:avLst/>
            <a:gdLst/>
            <a:ahLst/>
            <a:rect l="0" t="0" r="r" b="b"/>
            <a:pathLst>
              <a:path w="524" h="972">
                <a:moveTo>
                  <a:pt x="112" y="0"/>
                </a:moveTo>
                <a:lnTo>
                  <a:pt x="412" y="0"/>
                </a:lnTo>
                <a:cubicBezTo>
                  <a:pt x="427" y="0"/>
                  <a:pt x="441" y="3"/>
                  <a:pt x="455" y="8"/>
                </a:cubicBezTo>
                <a:cubicBezTo>
                  <a:pt x="468" y="14"/>
                  <a:pt x="481" y="22"/>
                  <a:pt x="491" y="33"/>
                </a:cubicBezTo>
                <a:cubicBezTo>
                  <a:pt x="502" y="43"/>
                  <a:pt x="510" y="55"/>
                  <a:pt x="515" y="69"/>
                </a:cubicBezTo>
                <a:cubicBezTo>
                  <a:pt x="521" y="83"/>
                  <a:pt x="524" y="97"/>
                  <a:pt x="524" y="112"/>
                </a:cubicBezTo>
                <a:lnTo>
                  <a:pt x="524" y="860"/>
                </a:lnTo>
                <a:cubicBezTo>
                  <a:pt x="524" y="875"/>
                  <a:pt x="521" y="889"/>
                  <a:pt x="515" y="903"/>
                </a:cubicBezTo>
                <a:cubicBezTo>
                  <a:pt x="510" y="917"/>
                  <a:pt x="502" y="929"/>
                  <a:pt x="491" y="940"/>
                </a:cubicBezTo>
                <a:cubicBezTo>
                  <a:pt x="481" y="950"/>
                  <a:pt x="468" y="958"/>
                  <a:pt x="455" y="964"/>
                </a:cubicBezTo>
                <a:cubicBezTo>
                  <a:pt x="441" y="969"/>
                  <a:pt x="427" y="972"/>
                  <a:pt x="412" y="972"/>
                </a:cubicBezTo>
                <a:lnTo>
                  <a:pt x="112" y="972"/>
                </a:lnTo>
                <a:cubicBezTo>
                  <a:pt x="97" y="972"/>
                  <a:pt x="83" y="969"/>
                  <a:pt x="69" y="964"/>
                </a:cubicBezTo>
                <a:cubicBezTo>
                  <a:pt x="55" y="958"/>
                  <a:pt x="43" y="950"/>
                  <a:pt x="33" y="940"/>
                </a:cubicBezTo>
                <a:cubicBezTo>
                  <a:pt x="22" y="929"/>
                  <a:pt x="14" y="917"/>
                  <a:pt x="8" y="903"/>
                </a:cubicBezTo>
                <a:cubicBezTo>
                  <a:pt x="3" y="889"/>
                  <a:pt x="0" y="875"/>
                  <a:pt x="0" y="860"/>
                </a:cubicBezTo>
                <a:lnTo>
                  <a:pt x="0" y="112"/>
                </a:lnTo>
                <a:cubicBezTo>
                  <a:pt x="0" y="97"/>
                  <a:pt x="3" y="83"/>
                  <a:pt x="8" y="69"/>
                </a:cubicBezTo>
                <a:cubicBezTo>
                  <a:pt x="14" y="55"/>
                  <a:pt x="22" y="43"/>
                  <a:pt x="33" y="33"/>
                </a:cubicBezTo>
                <a:cubicBezTo>
                  <a:pt x="43" y="22"/>
                  <a:pt x="55" y="14"/>
                  <a:pt x="69" y="8"/>
                </a:cubicBezTo>
                <a:cubicBezTo>
                  <a:pt x="83" y="3"/>
                  <a:pt x="97" y="0"/>
                  <a:pt x="112"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67" name=""/>
          <p:cNvSpPr/>
          <p:nvPr/>
        </p:nvSpPr>
        <p:spPr>
          <a:xfrm>
            <a:off x="3733200" y="4355640"/>
            <a:ext cx="134640" cy="242640"/>
          </a:xfrm>
          <a:custGeom>
            <a:avLst/>
            <a:gdLst/>
            <a:ahLst/>
            <a:rect l="0" t="0" r="r" b="b"/>
            <a:pathLst>
              <a:path w="374" h="674">
                <a:moveTo>
                  <a:pt x="37" y="0"/>
                </a:moveTo>
                <a:lnTo>
                  <a:pt x="337" y="0"/>
                </a:lnTo>
                <a:cubicBezTo>
                  <a:pt x="342" y="0"/>
                  <a:pt x="347" y="1"/>
                  <a:pt x="351" y="3"/>
                </a:cubicBezTo>
                <a:cubicBezTo>
                  <a:pt x="356" y="5"/>
                  <a:pt x="360" y="7"/>
                  <a:pt x="363" y="11"/>
                </a:cubicBezTo>
                <a:cubicBezTo>
                  <a:pt x="367" y="14"/>
                  <a:pt x="369" y="18"/>
                  <a:pt x="371" y="23"/>
                </a:cubicBezTo>
                <a:cubicBezTo>
                  <a:pt x="373" y="28"/>
                  <a:pt x="374" y="32"/>
                  <a:pt x="374" y="37"/>
                </a:cubicBezTo>
                <a:lnTo>
                  <a:pt x="374" y="636"/>
                </a:lnTo>
                <a:cubicBezTo>
                  <a:pt x="374" y="641"/>
                  <a:pt x="373" y="646"/>
                  <a:pt x="371" y="650"/>
                </a:cubicBezTo>
                <a:cubicBezTo>
                  <a:pt x="369" y="655"/>
                  <a:pt x="367" y="659"/>
                  <a:pt x="363" y="663"/>
                </a:cubicBezTo>
                <a:cubicBezTo>
                  <a:pt x="360" y="666"/>
                  <a:pt x="356" y="669"/>
                  <a:pt x="351" y="671"/>
                </a:cubicBezTo>
                <a:cubicBezTo>
                  <a:pt x="347" y="673"/>
                  <a:pt x="342" y="674"/>
                  <a:pt x="337" y="674"/>
                </a:cubicBezTo>
                <a:lnTo>
                  <a:pt x="37" y="674"/>
                </a:lnTo>
                <a:cubicBezTo>
                  <a:pt x="32" y="674"/>
                  <a:pt x="27" y="673"/>
                  <a:pt x="23" y="671"/>
                </a:cubicBezTo>
                <a:cubicBezTo>
                  <a:pt x="18" y="669"/>
                  <a:pt x="14" y="666"/>
                  <a:pt x="11" y="663"/>
                </a:cubicBezTo>
                <a:cubicBezTo>
                  <a:pt x="7" y="659"/>
                  <a:pt x="4" y="655"/>
                  <a:pt x="2" y="650"/>
                </a:cubicBezTo>
                <a:cubicBezTo>
                  <a:pt x="1" y="646"/>
                  <a:pt x="0" y="641"/>
                  <a:pt x="0" y="636"/>
                </a:cubicBezTo>
                <a:lnTo>
                  <a:pt x="0" y="37"/>
                </a:lnTo>
                <a:cubicBezTo>
                  <a:pt x="0" y="32"/>
                  <a:pt x="1" y="28"/>
                  <a:pt x="2" y="23"/>
                </a:cubicBezTo>
                <a:cubicBezTo>
                  <a:pt x="4" y="18"/>
                  <a:pt x="7" y="14"/>
                  <a:pt x="11" y="11"/>
                </a:cubicBezTo>
                <a:cubicBezTo>
                  <a:pt x="14" y="7"/>
                  <a:pt x="18" y="5"/>
                  <a:pt x="23" y="3"/>
                </a:cubicBezTo>
                <a:cubicBezTo>
                  <a:pt x="27" y="1"/>
                  <a:pt x="32" y="0"/>
                  <a:pt x="37"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68" name=""/>
          <p:cNvSpPr/>
          <p:nvPr/>
        </p:nvSpPr>
        <p:spPr>
          <a:xfrm>
            <a:off x="3783600" y="4608000"/>
            <a:ext cx="33840" cy="33840"/>
          </a:xfrm>
          <a:custGeom>
            <a:avLst/>
            <a:gdLst/>
            <a:ahLst/>
            <a:rect l="0" t="0" r="r" b="b"/>
            <a:pathLst>
              <a:path w="94" h="94">
                <a:moveTo>
                  <a:pt x="94" y="46"/>
                </a:moveTo>
                <a:cubicBezTo>
                  <a:pt x="94" y="52"/>
                  <a:pt x="93" y="58"/>
                  <a:pt x="91" y="64"/>
                </a:cubicBezTo>
                <a:cubicBezTo>
                  <a:pt x="88" y="70"/>
                  <a:pt x="85" y="75"/>
                  <a:pt x="80" y="79"/>
                </a:cubicBezTo>
                <a:cubicBezTo>
                  <a:pt x="76" y="85"/>
                  <a:pt x="71" y="88"/>
                  <a:pt x="65" y="90"/>
                </a:cubicBezTo>
                <a:cubicBezTo>
                  <a:pt x="60" y="93"/>
                  <a:pt x="54" y="94"/>
                  <a:pt x="47" y="94"/>
                </a:cubicBezTo>
                <a:cubicBezTo>
                  <a:pt x="40" y="94"/>
                  <a:pt x="34" y="93"/>
                  <a:pt x="29" y="90"/>
                </a:cubicBezTo>
                <a:cubicBezTo>
                  <a:pt x="23" y="88"/>
                  <a:pt x="18" y="85"/>
                  <a:pt x="13" y="79"/>
                </a:cubicBezTo>
                <a:cubicBezTo>
                  <a:pt x="9" y="75"/>
                  <a:pt x="6" y="70"/>
                  <a:pt x="3" y="64"/>
                </a:cubicBezTo>
                <a:cubicBezTo>
                  <a:pt x="1" y="58"/>
                  <a:pt x="0" y="52"/>
                  <a:pt x="0" y="46"/>
                </a:cubicBezTo>
                <a:cubicBezTo>
                  <a:pt x="0" y="40"/>
                  <a:pt x="1" y="34"/>
                  <a:pt x="3" y="28"/>
                </a:cubicBezTo>
                <a:cubicBezTo>
                  <a:pt x="6" y="23"/>
                  <a:pt x="9" y="18"/>
                  <a:pt x="13" y="13"/>
                </a:cubicBezTo>
                <a:cubicBezTo>
                  <a:pt x="18" y="9"/>
                  <a:pt x="23" y="5"/>
                  <a:pt x="29" y="3"/>
                </a:cubicBezTo>
                <a:cubicBezTo>
                  <a:pt x="34" y="1"/>
                  <a:pt x="40" y="0"/>
                  <a:pt x="47" y="0"/>
                </a:cubicBezTo>
                <a:cubicBezTo>
                  <a:pt x="54" y="0"/>
                  <a:pt x="60" y="1"/>
                  <a:pt x="65" y="3"/>
                </a:cubicBezTo>
                <a:cubicBezTo>
                  <a:pt x="71" y="5"/>
                  <a:pt x="76" y="9"/>
                  <a:pt x="80" y="13"/>
                </a:cubicBezTo>
                <a:cubicBezTo>
                  <a:pt x="85" y="18"/>
                  <a:pt x="88" y="23"/>
                  <a:pt x="91" y="28"/>
                </a:cubicBezTo>
                <a:cubicBezTo>
                  <a:pt x="93" y="34"/>
                  <a:pt x="94" y="40"/>
                  <a:pt x="94" y="46"/>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69" name=""/>
          <p:cNvSpPr txBox="1"/>
          <p:nvPr/>
        </p:nvSpPr>
        <p:spPr>
          <a:xfrm>
            <a:off x="4704840" y="4017240"/>
            <a:ext cx="1152720" cy="128520"/>
          </a:xfrm>
          <a:prstGeom prst="rect">
            <a:avLst/>
          </a:prstGeom>
          <a:noFill/>
          <a:ln w="0">
            <a:noFill/>
          </a:ln>
        </p:spPr>
        <p:txBody>
          <a:bodyPr wrap="none" lIns="0" tIns="0" rIns="0" bIns="0" anchor="t">
            <a:spAutoFit/>
          </a:bodyPr>
          <a:p>
            <a:pPr/>
            <a:r>
              <a:rPr lang="ja-JP" sz="1010" b="0" u="none" strike="noStrike">
                <a:solidFill>
                  <a:srgbClr val="5F5E5A"/>
                </a:solidFill>
                <a:effectLst/>
                <a:uFillTx/>
                <a:latin typeface="HiraKakuProN-W3"/>
                <a:ea typeface="HiraKakuProN-W3"/>
              </a:rPr>
              <a:t>成果を公開・可視化</a:t>
            </a:r>
            <a:endParaRPr lang="en-US" sz="1010" b="0" u="none" strike="noStrike">
              <a:solidFill>
                <a:srgbClr val="000000"/>
              </a:solidFill>
              <a:effectLst/>
              <a:uFillTx/>
              <a:latin typeface="游明朝体"/>
            </a:endParaRPr>
          </a:p>
        </p:txBody>
      </p:sp>
      <p:sp>
        <p:nvSpPr>
          <p:cNvPr id="5370" name=""/>
          <p:cNvSpPr txBox="1"/>
          <p:nvPr/>
        </p:nvSpPr>
        <p:spPr>
          <a:xfrm>
            <a:off x="3128400" y="4983120"/>
            <a:ext cx="1341720" cy="168120"/>
          </a:xfrm>
          <a:prstGeom prst="rect">
            <a:avLst/>
          </a:prstGeom>
          <a:noFill/>
          <a:ln w="0">
            <a:noFill/>
          </a:ln>
        </p:spPr>
        <p:txBody>
          <a:bodyPr wrap="none" lIns="0" tIns="0" rIns="0" bIns="0" anchor="t">
            <a:spAutoFit/>
          </a:bodyPr>
          <a:p>
            <a:pPr/>
            <a:r>
              <a:rPr lang="ja-JP" sz="1320" b="1" u="none" strike="noStrike">
                <a:solidFill>
                  <a:srgbClr val="712B13"/>
                </a:solidFill>
                <a:effectLst/>
                <a:uFillTx/>
                <a:latin typeface="HiraKakuProN-W6"/>
                <a:ea typeface="HiraKakuProN-W6"/>
              </a:rPr>
              <a:t>スマホで⽇常活⽤</a:t>
            </a:r>
            <a:endParaRPr lang="en-US" sz="1320" b="0" u="none" strike="noStrike">
              <a:solidFill>
                <a:srgbClr val="000000"/>
              </a:solidFill>
              <a:effectLst/>
              <a:uFillTx/>
              <a:latin typeface="游明朝体"/>
            </a:endParaRPr>
          </a:p>
        </p:txBody>
      </p:sp>
      <p:sp>
        <p:nvSpPr>
          <p:cNvPr id="5371" name=""/>
          <p:cNvSpPr/>
          <p:nvPr/>
        </p:nvSpPr>
        <p:spPr>
          <a:xfrm>
            <a:off x="1864080" y="2822040"/>
            <a:ext cx="914760" cy="915120"/>
          </a:xfrm>
          <a:custGeom>
            <a:avLst/>
            <a:gdLst/>
            <a:ahLst/>
            <a:rect l="0" t="0" r="r" b="b"/>
            <a:pathLst>
              <a:path w="2541" h="2542">
                <a:moveTo>
                  <a:pt x="2541" y="1272"/>
                </a:moveTo>
                <a:cubicBezTo>
                  <a:pt x="2541" y="1313"/>
                  <a:pt x="2539" y="1355"/>
                  <a:pt x="2535" y="1396"/>
                </a:cubicBezTo>
                <a:cubicBezTo>
                  <a:pt x="2530" y="1437"/>
                  <a:pt x="2524" y="1479"/>
                  <a:pt x="2516" y="1519"/>
                </a:cubicBezTo>
                <a:cubicBezTo>
                  <a:pt x="2508" y="1560"/>
                  <a:pt x="2498" y="1600"/>
                  <a:pt x="2486" y="1640"/>
                </a:cubicBezTo>
                <a:cubicBezTo>
                  <a:pt x="2474" y="1680"/>
                  <a:pt x="2460" y="1719"/>
                  <a:pt x="2444" y="1758"/>
                </a:cubicBezTo>
                <a:cubicBezTo>
                  <a:pt x="2428" y="1796"/>
                  <a:pt x="2410" y="1834"/>
                  <a:pt x="2391" y="1870"/>
                </a:cubicBezTo>
                <a:cubicBezTo>
                  <a:pt x="2371" y="1907"/>
                  <a:pt x="2350" y="1943"/>
                  <a:pt x="2327" y="1977"/>
                </a:cubicBezTo>
                <a:cubicBezTo>
                  <a:pt x="2303" y="2012"/>
                  <a:pt x="2279" y="2045"/>
                  <a:pt x="2252" y="2077"/>
                </a:cubicBezTo>
                <a:cubicBezTo>
                  <a:pt x="2226" y="2110"/>
                  <a:pt x="2198" y="2140"/>
                  <a:pt x="2169" y="2170"/>
                </a:cubicBezTo>
                <a:cubicBezTo>
                  <a:pt x="2139" y="2199"/>
                  <a:pt x="2108" y="2227"/>
                  <a:pt x="2076" y="2254"/>
                </a:cubicBezTo>
                <a:cubicBezTo>
                  <a:pt x="2044" y="2280"/>
                  <a:pt x="2011" y="2305"/>
                  <a:pt x="1976" y="2328"/>
                </a:cubicBezTo>
                <a:cubicBezTo>
                  <a:pt x="1942" y="2351"/>
                  <a:pt x="1906" y="2372"/>
                  <a:pt x="1869" y="2392"/>
                </a:cubicBezTo>
                <a:cubicBezTo>
                  <a:pt x="1833" y="2412"/>
                  <a:pt x="1795" y="2429"/>
                  <a:pt x="1757" y="2445"/>
                </a:cubicBezTo>
                <a:cubicBezTo>
                  <a:pt x="1718" y="2461"/>
                  <a:pt x="1679" y="2475"/>
                  <a:pt x="1639" y="2487"/>
                </a:cubicBezTo>
                <a:cubicBezTo>
                  <a:pt x="1600" y="2499"/>
                  <a:pt x="1559" y="2509"/>
                  <a:pt x="1518" y="2518"/>
                </a:cubicBezTo>
                <a:cubicBezTo>
                  <a:pt x="1478" y="2526"/>
                  <a:pt x="1437" y="2532"/>
                  <a:pt x="1395" y="2536"/>
                </a:cubicBezTo>
                <a:cubicBezTo>
                  <a:pt x="1354" y="2540"/>
                  <a:pt x="1312" y="2542"/>
                  <a:pt x="1271" y="2542"/>
                </a:cubicBezTo>
                <a:cubicBezTo>
                  <a:pt x="1229" y="2542"/>
                  <a:pt x="1188" y="2540"/>
                  <a:pt x="1145" y="2536"/>
                </a:cubicBezTo>
                <a:cubicBezTo>
                  <a:pt x="1104" y="2532"/>
                  <a:pt x="1063" y="2526"/>
                  <a:pt x="1022" y="2518"/>
                </a:cubicBezTo>
                <a:cubicBezTo>
                  <a:pt x="981" y="2509"/>
                  <a:pt x="941" y="2499"/>
                  <a:pt x="901" y="2487"/>
                </a:cubicBezTo>
                <a:cubicBezTo>
                  <a:pt x="861" y="2475"/>
                  <a:pt x="822" y="2461"/>
                  <a:pt x="784" y="2445"/>
                </a:cubicBezTo>
                <a:cubicBezTo>
                  <a:pt x="745" y="2429"/>
                  <a:pt x="708" y="2412"/>
                  <a:pt x="671" y="2392"/>
                </a:cubicBezTo>
                <a:cubicBezTo>
                  <a:pt x="634" y="2372"/>
                  <a:pt x="599" y="2351"/>
                  <a:pt x="564" y="2328"/>
                </a:cubicBezTo>
                <a:cubicBezTo>
                  <a:pt x="530" y="2305"/>
                  <a:pt x="496" y="2280"/>
                  <a:pt x="464" y="2254"/>
                </a:cubicBezTo>
                <a:cubicBezTo>
                  <a:pt x="432" y="2227"/>
                  <a:pt x="401" y="2199"/>
                  <a:pt x="372" y="2170"/>
                </a:cubicBezTo>
                <a:cubicBezTo>
                  <a:pt x="342" y="2140"/>
                  <a:pt x="314" y="2110"/>
                  <a:pt x="288" y="2077"/>
                </a:cubicBezTo>
                <a:cubicBezTo>
                  <a:pt x="262" y="2045"/>
                  <a:pt x="237" y="2012"/>
                  <a:pt x="214" y="1977"/>
                </a:cubicBezTo>
                <a:cubicBezTo>
                  <a:pt x="191" y="1943"/>
                  <a:pt x="169" y="1907"/>
                  <a:pt x="150" y="1870"/>
                </a:cubicBezTo>
                <a:cubicBezTo>
                  <a:pt x="130" y="1834"/>
                  <a:pt x="112" y="1796"/>
                  <a:pt x="96" y="1758"/>
                </a:cubicBezTo>
                <a:cubicBezTo>
                  <a:pt x="80" y="1719"/>
                  <a:pt x="66" y="1680"/>
                  <a:pt x="54" y="1640"/>
                </a:cubicBezTo>
                <a:cubicBezTo>
                  <a:pt x="42" y="1600"/>
                  <a:pt x="32" y="1560"/>
                  <a:pt x="24" y="1519"/>
                </a:cubicBezTo>
                <a:cubicBezTo>
                  <a:pt x="16" y="1479"/>
                  <a:pt x="10" y="1437"/>
                  <a:pt x="6" y="1396"/>
                </a:cubicBezTo>
                <a:cubicBezTo>
                  <a:pt x="2" y="1355"/>
                  <a:pt x="0" y="1313"/>
                  <a:pt x="0" y="1272"/>
                </a:cubicBezTo>
                <a:cubicBezTo>
                  <a:pt x="0" y="1230"/>
                  <a:pt x="2" y="1188"/>
                  <a:pt x="6" y="1147"/>
                </a:cubicBezTo>
                <a:cubicBezTo>
                  <a:pt x="10" y="1106"/>
                  <a:pt x="16" y="1064"/>
                  <a:pt x="24" y="1023"/>
                </a:cubicBezTo>
                <a:cubicBezTo>
                  <a:pt x="32" y="982"/>
                  <a:pt x="42" y="942"/>
                  <a:pt x="54" y="902"/>
                </a:cubicBezTo>
                <a:cubicBezTo>
                  <a:pt x="66" y="862"/>
                  <a:pt x="80" y="823"/>
                  <a:pt x="96" y="784"/>
                </a:cubicBezTo>
                <a:cubicBezTo>
                  <a:pt x="112" y="746"/>
                  <a:pt x="130" y="708"/>
                  <a:pt x="150" y="672"/>
                </a:cubicBezTo>
                <a:cubicBezTo>
                  <a:pt x="169" y="635"/>
                  <a:pt x="191" y="599"/>
                  <a:pt x="214" y="565"/>
                </a:cubicBezTo>
                <a:cubicBezTo>
                  <a:pt x="237" y="530"/>
                  <a:pt x="262" y="497"/>
                  <a:pt x="288" y="465"/>
                </a:cubicBezTo>
                <a:cubicBezTo>
                  <a:pt x="314" y="432"/>
                  <a:pt x="342" y="402"/>
                  <a:pt x="372" y="372"/>
                </a:cubicBezTo>
                <a:cubicBezTo>
                  <a:pt x="401" y="343"/>
                  <a:pt x="432" y="315"/>
                  <a:pt x="464" y="288"/>
                </a:cubicBezTo>
                <a:cubicBezTo>
                  <a:pt x="496" y="262"/>
                  <a:pt x="530" y="237"/>
                  <a:pt x="564" y="214"/>
                </a:cubicBezTo>
                <a:cubicBezTo>
                  <a:pt x="599" y="191"/>
                  <a:pt x="634" y="170"/>
                  <a:pt x="671" y="150"/>
                </a:cubicBezTo>
                <a:cubicBezTo>
                  <a:pt x="708" y="130"/>
                  <a:pt x="745" y="113"/>
                  <a:pt x="784" y="97"/>
                </a:cubicBezTo>
                <a:cubicBezTo>
                  <a:pt x="822" y="81"/>
                  <a:pt x="861" y="67"/>
                  <a:pt x="901" y="55"/>
                </a:cubicBezTo>
                <a:cubicBezTo>
                  <a:pt x="941" y="43"/>
                  <a:pt x="981" y="33"/>
                  <a:pt x="1022" y="24"/>
                </a:cubicBezTo>
                <a:cubicBezTo>
                  <a:pt x="1063" y="16"/>
                  <a:pt x="1104" y="10"/>
                  <a:pt x="1145" y="6"/>
                </a:cubicBezTo>
                <a:cubicBezTo>
                  <a:pt x="1188" y="2"/>
                  <a:pt x="1229" y="0"/>
                  <a:pt x="1271" y="0"/>
                </a:cubicBezTo>
                <a:cubicBezTo>
                  <a:pt x="1312" y="0"/>
                  <a:pt x="1354" y="2"/>
                  <a:pt x="1395" y="6"/>
                </a:cubicBezTo>
                <a:cubicBezTo>
                  <a:pt x="1437" y="10"/>
                  <a:pt x="1478" y="16"/>
                  <a:pt x="1518" y="24"/>
                </a:cubicBezTo>
                <a:cubicBezTo>
                  <a:pt x="1559" y="33"/>
                  <a:pt x="1600" y="43"/>
                  <a:pt x="1639" y="55"/>
                </a:cubicBezTo>
                <a:cubicBezTo>
                  <a:pt x="1679" y="67"/>
                  <a:pt x="1718" y="81"/>
                  <a:pt x="1757" y="97"/>
                </a:cubicBezTo>
                <a:cubicBezTo>
                  <a:pt x="1795" y="113"/>
                  <a:pt x="1833" y="130"/>
                  <a:pt x="1869" y="150"/>
                </a:cubicBezTo>
                <a:cubicBezTo>
                  <a:pt x="1906" y="170"/>
                  <a:pt x="1942" y="191"/>
                  <a:pt x="1976" y="214"/>
                </a:cubicBezTo>
                <a:cubicBezTo>
                  <a:pt x="2011" y="237"/>
                  <a:pt x="2044" y="262"/>
                  <a:pt x="2076" y="288"/>
                </a:cubicBezTo>
                <a:cubicBezTo>
                  <a:pt x="2108" y="315"/>
                  <a:pt x="2139" y="343"/>
                  <a:pt x="2169" y="372"/>
                </a:cubicBezTo>
                <a:cubicBezTo>
                  <a:pt x="2198" y="402"/>
                  <a:pt x="2226" y="432"/>
                  <a:pt x="2252" y="465"/>
                </a:cubicBezTo>
                <a:cubicBezTo>
                  <a:pt x="2279" y="497"/>
                  <a:pt x="2303" y="530"/>
                  <a:pt x="2327" y="565"/>
                </a:cubicBezTo>
                <a:cubicBezTo>
                  <a:pt x="2350" y="599"/>
                  <a:pt x="2371" y="635"/>
                  <a:pt x="2391" y="672"/>
                </a:cubicBezTo>
                <a:cubicBezTo>
                  <a:pt x="2410" y="708"/>
                  <a:pt x="2428" y="746"/>
                  <a:pt x="2444" y="784"/>
                </a:cubicBezTo>
                <a:cubicBezTo>
                  <a:pt x="2460" y="823"/>
                  <a:pt x="2474" y="862"/>
                  <a:pt x="2486" y="902"/>
                </a:cubicBezTo>
                <a:cubicBezTo>
                  <a:pt x="2498" y="942"/>
                  <a:pt x="2508" y="982"/>
                  <a:pt x="2516" y="1023"/>
                </a:cubicBezTo>
                <a:cubicBezTo>
                  <a:pt x="2524" y="1064"/>
                  <a:pt x="2530" y="1106"/>
                  <a:pt x="2535" y="1147"/>
                </a:cubicBezTo>
                <a:cubicBezTo>
                  <a:pt x="2539" y="1188"/>
                  <a:pt x="2541" y="1230"/>
                  <a:pt x="2541" y="1272"/>
                </a:cubicBezTo>
                <a:close/>
              </a:path>
            </a:pathLst>
          </a:custGeom>
          <a:solidFill>
            <a:srgbClr val="EEE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72" name=""/>
          <p:cNvSpPr/>
          <p:nvPr/>
        </p:nvSpPr>
        <p:spPr>
          <a:xfrm>
            <a:off x="1864080" y="2822040"/>
            <a:ext cx="914760" cy="915120"/>
          </a:xfrm>
          <a:custGeom>
            <a:avLst/>
            <a:gdLst/>
            <a:ahLst/>
            <a:rect l="0" t="0" r="r" b="b"/>
            <a:pathLst>
              <a:path w="2541" h="2542">
                <a:moveTo>
                  <a:pt x="2541" y="1272"/>
                </a:moveTo>
                <a:cubicBezTo>
                  <a:pt x="2541" y="1313"/>
                  <a:pt x="2539" y="1355"/>
                  <a:pt x="2535" y="1396"/>
                </a:cubicBezTo>
                <a:cubicBezTo>
                  <a:pt x="2530" y="1437"/>
                  <a:pt x="2524" y="1479"/>
                  <a:pt x="2516" y="1519"/>
                </a:cubicBezTo>
                <a:cubicBezTo>
                  <a:pt x="2508" y="1560"/>
                  <a:pt x="2498" y="1600"/>
                  <a:pt x="2486" y="1640"/>
                </a:cubicBezTo>
                <a:cubicBezTo>
                  <a:pt x="2474" y="1680"/>
                  <a:pt x="2460" y="1719"/>
                  <a:pt x="2444" y="1758"/>
                </a:cubicBezTo>
                <a:cubicBezTo>
                  <a:pt x="2428" y="1796"/>
                  <a:pt x="2410" y="1834"/>
                  <a:pt x="2391" y="1870"/>
                </a:cubicBezTo>
                <a:cubicBezTo>
                  <a:pt x="2371" y="1907"/>
                  <a:pt x="2350" y="1943"/>
                  <a:pt x="2327" y="1977"/>
                </a:cubicBezTo>
                <a:cubicBezTo>
                  <a:pt x="2303" y="2012"/>
                  <a:pt x="2279" y="2045"/>
                  <a:pt x="2252" y="2077"/>
                </a:cubicBezTo>
                <a:cubicBezTo>
                  <a:pt x="2226" y="2110"/>
                  <a:pt x="2198" y="2140"/>
                  <a:pt x="2169" y="2170"/>
                </a:cubicBezTo>
                <a:cubicBezTo>
                  <a:pt x="2139" y="2199"/>
                  <a:pt x="2108" y="2227"/>
                  <a:pt x="2076" y="2254"/>
                </a:cubicBezTo>
                <a:cubicBezTo>
                  <a:pt x="2044" y="2280"/>
                  <a:pt x="2011" y="2305"/>
                  <a:pt x="1976" y="2328"/>
                </a:cubicBezTo>
                <a:cubicBezTo>
                  <a:pt x="1942" y="2351"/>
                  <a:pt x="1906" y="2372"/>
                  <a:pt x="1869" y="2392"/>
                </a:cubicBezTo>
                <a:cubicBezTo>
                  <a:pt x="1833" y="2412"/>
                  <a:pt x="1795" y="2429"/>
                  <a:pt x="1757" y="2445"/>
                </a:cubicBezTo>
                <a:cubicBezTo>
                  <a:pt x="1718" y="2461"/>
                  <a:pt x="1679" y="2475"/>
                  <a:pt x="1639" y="2487"/>
                </a:cubicBezTo>
                <a:cubicBezTo>
                  <a:pt x="1600" y="2499"/>
                  <a:pt x="1559" y="2509"/>
                  <a:pt x="1518" y="2518"/>
                </a:cubicBezTo>
                <a:cubicBezTo>
                  <a:pt x="1478" y="2526"/>
                  <a:pt x="1437" y="2532"/>
                  <a:pt x="1395" y="2536"/>
                </a:cubicBezTo>
                <a:cubicBezTo>
                  <a:pt x="1354" y="2540"/>
                  <a:pt x="1312" y="2542"/>
                  <a:pt x="1271" y="2542"/>
                </a:cubicBezTo>
                <a:cubicBezTo>
                  <a:pt x="1229" y="2542"/>
                  <a:pt x="1188" y="2540"/>
                  <a:pt x="1145" y="2536"/>
                </a:cubicBezTo>
                <a:cubicBezTo>
                  <a:pt x="1104" y="2532"/>
                  <a:pt x="1063" y="2526"/>
                  <a:pt x="1022" y="2518"/>
                </a:cubicBezTo>
                <a:cubicBezTo>
                  <a:pt x="981" y="2509"/>
                  <a:pt x="941" y="2499"/>
                  <a:pt x="901" y="2487"/>
                </a:cubicBezTo>
                <a:cubicBezTo>
                  <a:pt x="861" y="2475"/>
                  <a:pt x="822" y="2461"/>
                  <a:pt x="784" y="2445"/>
                </a:cubicBezTo>
                <a:cubicBezTo>
                  <a:pt x="745" y="2429"/>
                  <a:pt x="708" y="2412"/>
                  <a:pt x="671" y="2392"/>
                </a:cubicBezTo>
                <a:cubicBezTo>
                  <a:pt x="634" y="2372"/>
                  <a:pt x="599" y="2351"/>
                  <a:pt x="564" y="2328"/>
                </a:cubicBezTo>
                <a:cubicBezTo>
                  <a:pt x="530" y="2305"/>
                  <a:pt x="496" y="2280"/>
                  <a:pt x="464" y="2254"/>
                </a:cubicBezTo>
                <a:cubicBezTo>
                  <a:pt x="432" y="2227"/>
                  <a:pt x="401" y="2199"/>
                  <a:pt x="372" y="2170"/>
                </a:cubicBezTo>
                <a:cubicBezTo>
                  <a:pt x="342" y="2140"/>
                  <a:pt x="314" y="2110"/>
                  <a:pt x="288" y="2077"/>
                </a:cubicBezTo>
                <a:cubicBezTo>
                  <a:pt x="262" y="2045"/>
                  <a:pt x="237" y="2012"/>
                  <a:pt x="214" y="1977"/>
                </a:cubicBezTo>
                <a:cubicBezTo>
                  <a:pt x="191" y="1943"/>
                  <a:pt x="169" y="1907"/>
                  <a:pt x="150" y="1870"/>
                </a:cubicBezTo>
                <a:cubicBezTo>
                  <a:pt x="130" y="1834"/>
                  <a:pt x="112" y="1796"/>
                  <a:pt x="96" y="1758"/>
                </a:cubicBezTo>
                <a:cubicBezTo>
                  <a:pt x="80" y="1719"/>
                  <a:pt x="66" y="1680"/>
                  <a:pt x="54" y="1640"/>
                </a:cubicBezTo>
                <a:cubicBezTo>
                  <a:pt x="42" y="1600"/>
                  <a:pt x="32" y="1560"/>
                  <a:pt x="24" y="1519"/>
                </a:cubicBezTo>
                <a:cubicBezTo>
                  <a:pt x="16" y="1479"/>
                  <a:pt x="10" y="1437"/>
                  <a:pt x="6" y="1396"/>
                </a:cubicBezTo>
                <a:cubicBezTo>
                  <a:pt x="2" y="1355"/>
                  <a:pt x="0" y="1313"/>
                  <a:pt x="0" y="1272"/>
                </a:cubicBezTo>
                <a:cubicBezTo>
                  <a:pt x="0" y="1230"/>
                  <a:pt x="2" y="1188"/>
                  <a:pt x="6" y="1147"/>
                </a:cubicBezTo>
                <a:cubicBezTo>
                  <a:pt x="10" y="1106"/>
                  <a:pt x="16" y="1064"/>
                  <a:pt x="24" y="1023"/>
                </a:cubicBezTo>
                <a:cubicBezTo>
                  <a:pt x="32" y="982"/>
                  <a:pt x="42" y="942"/>
                  <a:pt x="54" y="902"/>
                </a:cubicBezTo>
                <a:cubicBezTo>
                  <a:pt x="66" y="862"/>
                  <a:pt x="80" y="823"/>
                  <a:pt x="96" y="784"/>
                </a:cubicBezTo>
                <a:cubicBezTo>
                  <a:pt x="112" y="746"/>
                  <a:pt x="130" y="708"/>
                  <a:pt x="150" y="672"/>
                </a:cubicBezTo>
                <a:cubicBezTo>
                  <a:pt x="169" y="635"/>
                  <a:pt x="191" y="599"/>
                  <a:pt x="214" y="565"/>
                </a:cubicBezTo>
                <a:cubicBezTo>
                  <a:pt x="237" y="530"/>
                  <a:pt x="262" y="497"/>
                  <a:pt x="288" y="465"/>
                </a:cubicBezTo>
                <a:cubicBezTo>
                  <a:pt x="314" y="432"/>
                  <a:pt x="342" y="402"/>
                  <a:pt x="372" y="372"/>
                </a:cubicBezTo>
                <a:cubicBezTo>
                  <a:pt x="401" y="343"/>
                  <a:pt x="432" y="315"/>
                  <a:pt x="464" y="288"/>
                </a:cubicBezTo>
                <a:cubicBezTo>
                  <a:pt x="496" y="262"/>
                  <a:pt x="530" y="237"/>
                  <a:pt x="564" y="214"/>
                </a:cubicBezTo>
                <a:cubicBezTo>
                  <a:pt x="599" y="191"/>
                  <a:pt x="634" y="170"/>
                  <a:pt x="671" y="150"/>
                </a:cubicBezTo>
                <a:cubicBezTo>
                  <a:pt x="708" y="130"/>
                  <a:pt x="745" y="113"/>
                  <a:pt x="784" y="97"/>
                </a:cubicBezTo>
                <a:cubicBezTo>
                  <a:pt x="822" y="81"/>
                  <a:pt x="861" y="67"/>
                  <a:pt x="901" y="55"/>
                </a:cubicBezTo>
                <a:cubicBezTo>
                  <a:pt x="941" y="43"/>
                  <a:pt x="981" y="33"/>
                  <a:pt x="1022" y="24"/>
                </a:cubicBezTo>
                <a:cubicBezTo>
                  <a:pt x="1063" y="16"/>
                  <a:pt x="1104" y="10"/>
                  <a:pt x="1145" y="6"/>
                </a:cubicBezTo>
                <a:cubicBezTo>
                  <a:pt x="1188" y="2"/>
                  <a:pt x="1229" y="0"/>
                  <a:pt x="1271" y="0"/>
                </a:cubicBezTo>
                <a:cubicBezTo>
                  <a:pt x="1312" y="0"/>
                  <a:pt x="1354" y="2"/>
                  <a:pt x="1395" y="6"/>
                </a:cubicBezTo>
                <a:cubicBezTo>
                  <a:pt x="1437" y="10"/>
                  <a:pt x="1478" y="16"/>
                  <a:pt x="1518" y="24"/>
                </a:cubicBezTo>
                <a:cubicBezTo>
                  <a:pt x="1559" y="33"/>
                  <a:pt x="1600" y="43"/>
                  <a:pt x="1639" y="55"/>
                </a:cubicBezTo>
                <a:cubicBezTo>
                  <a:pt x="1679" y="67"/>
                  <a:pt x="1718" y="81"/>
                  <a:pt x="1757" y="97"/>
                </a:cubicBezTo>
                <a:cubicBezTo>
                  <a:pt x="1795" y="113"/>
                  <a:pt x="1833" y="130"/>
                  <a:pt x="1869" y="150"/>
                </a:cubicBezTo>
                <a:cubicBezTo>
                  <a:pt x="1906" y="170"/>
                  <a:pt x="1942" y="191"/>
                  <a:pt x="1976" y="214"/>
                </a:cubicBezTo>
                <a:cubicBezTo>
                  <a:pt x="2011" y="237"/>
                  <a:pt x="2044" y="262"/>
                  <a:pt x="2076" y="288"/>
                </a:cubicBezTo>
                <a:cubicBezTo>
                  <a:pt x="2108" y="315"/>
                  <a:pt x="2139" y="343"/>
                  <a:pt x="2169" y="372"/>
                </a:cubicBezTo>
                <a:cubicBezTo>
                  <a:pt x="2198" y="402"/>
                  <a:pt x="2226" y="432"/>
                  <a:pt x="2252" y="465"/>
                </a:cubicBezTo>
                <a:cubicBezTo>
                  <a:pt x="2279" y="497"/>
                  <a:pt x="2303" y="530"/>
                  <a:pt x="2327" y="565"/>
                </a:cubicBezTo>
                <a:cubicBezTo>
                  <a:pt x="2350" y="599"/>
                  <a:pt x="2371" y="635"/>
                  <a:pt x="2391" y="672"/>
                </a:cubicBezTo>
                <a:cubicBezTo>
                  <a:pt x="2410" y="708"/>
                  <a:pt x="2428" y="746"/>
                  <a:pt x="2444" y="784"/>
                </a:cubicBezTo>
                <a:cubicBezTo>
                  <a:pt x="2460" y="823"/>
                  <a:pt x="2474" y="862"/>
                  <a:pt x="2486" y="902"/>
                </a:cubicBezTo>
                <a:cubicBezTo>
                  <a:pt x="2498" y="942"/>
                  <a:pt x="2508" y="982"/>
                  <a:pt x="2516" y="1023"/>
                </a:cubicBezTo>
                <a:cubicBezTo>
                  <a:pt x="2524" y="1064"/>
                  <a:pt x="2530" y="1106"/>
                  <a:pt x="2535" y="1147"/>
                </a:cubicBezTo>
                <a:cubicBezTo>
                  <a:pt x="2539" y="1188"/>
                  <a:pt x="2541" y="1230"/>
                  <a:pt x="2541" y="1272"/>
                </a:cubicBezTo>
                <a:close/>
              </a:path>
            </a:pathLst>
          </a:custGeom>
          <a:noFill/>
          <a:ln w="3240">
            <a:solidFill>
              <a:srgbClr val="534AB7"/>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5373" name=""/>
          <p:cNvSpPr/>
          <p:nvPr/>
        </p:nvSpPr>
        <p:spPr>
          <a:xfrm>
            <a:off x="2186640" y="3171960"/>
            <a:ext cx="269280" cy="215280"/>
          </a:xfrm>
          <a:custGeom>
            <a:avLst/>
            <a:gdLst/>
            <a:ahLst/>
            <a:rect l="0" t="0" r="r" b="b"/>
            <a:pathLst>
              <a:path w="748" h="598">
                <a:moveTo>
                  <a:pt x="150" y="0"/>
                </a:moveTo>
                <a:lnTo>
                  <a:pt x="599" y="0"/>
                </a:lnTo>
                <a:cubicBezTo>
                  <a:pt x="609" y="0"/>
                  <a:pt x="618" y="1"/>
                  <a:pt x="628" y="2"/>
                </a:cubicBezTo>
                <a:cubicBezTo>
                  <a:pt x="638" y="4"/>
                  <a:pt x="647" y="7"/>
                  <a:pt x="656" y="11"/>
                </a:cubicBezTo>
                <a:cubicBezTo>
                  <a:pt x="665" y="15"/>
                  <a:pt x="674" y="19"/>
                  <a:pt x="682" y="25"/>
                </a:cubicBezTo>
                <a:cubicBezTo>
                  <a:pt x="690" y="30"/>
                  <a:pt x="697" y="36"/>
                  <a:pt x="704" y="43"/>
                </a:cubicBezTo>
                <a:cubicBezTo>
                  <a:pt x="711" y="50"/>
                  <a:pt x="718" y="58"/>
                  <a:pt x="723" y="66"/>
                </a:cubicBezTo>
                <a:cubicBezTo>
                  <a:pt x="728" y="74"/>
                  <a:pt x="733" y="83"/>
                  <a:pt x="737" y="92"/>
                </a:cubicBezTo>
                <a:cubicBezTo>
                  <a:pt x="741" y="101"/>
                  <a:pt x="743" y="110"/>
                  <a:pt x="745" y="120"/>
                </a:cubicBezTo>
                <a:cubicBezTo>
                  <a:pt x="747" y="130"/>
                  <a:pt x="748" y="139"/>
                  <a:pt x="748" y="149"/>
                </a:cubicBezTo>
                <a:lnTo>
                  <a:pt x="748" y="449"/>
                </a:lnTo>
                <a:cubicBezTo>
                  <a:pt x="748" y="459"/>
                  <a:pt x="747" y="469"/>
                  <a:pt x="745" y="478"/>
                </a:cubicBezTo>
                <a:cubicBezTo>
                  <a:pt x="743" y="488"/>
                  <a:pt x="741" y="497"/>
                  <a:pt x="737" y="506"/>
                </a:cubicBezTo>
                <a:cubicBezTo>
                  <a:pt x="733" y="515"/>
                  <a:pt x="728" y="524"/>
                  <a:pt x="723" y="532"/>
                </a:cubicBezTo>
                <a:cubicBezTo>
                  <a:pt x="718" y="540"/>
                  <a:pt x="711" y="548"/>
                  <a:pt x="704" y="555"/>
                </a:cubicBezTo>
                <a:cubicBezTo>
                  <a:pt x="697" y="562"/>
                  <a:pt x="690" y="568"/>
                  <a:pt x="682" y="573"/>
                </a:cubicBezTo>
                <a:cubicBezTo>
                  <a:pt x="674" y="579"/>
                  <a:pt x="665" y="583"/>
                  <a:pt x="656" y="587"/>
                </a:cubicBezTo>
                <a:cubicBezTo>
                  <a:pt x="647" y="591"/>
                  <a:pt x="638" y="594"/>
                  <a:pt x="628" y="596"/>
                </a:cubicBezTo>
                <a:cubicBezTo>
                  <a:pt x="618" y="597"/>
                  <a:pt x="609" y="598"/>
                  <a:pt x="599" y="598"/>
                </a:cubicBezTo>
                <a:lnTo>
                  <a:pt x="150" y="598"/>
                </a:lnTo>
                <a:cubicBezTo>
                  <a:pt x="140" y="598"/>
                  <a:pt x="130" y="597"/>
                  <a:pt x="120" y="596"/>
                </a:cubicBezTo>
                <a:cubicBezTo>
                  <a:pt x="111" y="594"/>
                  <a:pt x="101" y="591"/>
                  <a:pt x="92" y="587"/>
                </a:cubicBezTo>
                <a:cubicBezTo>
                  <a:pt x="83" y="583"/>
                  <a:pt x="75" y="579"/>
                  <a:pt x="67" y="573"/>
                </a:cubicBezTo>
                <a:cubicBezTo>
                  <a:pt x="58" y="568"/>
                  <a:pt x="51" y="562"/>
                  <a:pt x="44" y="555"/>
                </a:cubicBezTo>
                <a:cubicBezTo>
                  <a:pt x="37" y="548"/>
                  <a:pt x="31" y="540"/>
                  <a:pt x="25" y="532"/>
                </a:cubicBezTo>
                <a:cubicBezTo>
                  <a:pt x="20" y="524"/>
                  <a:pt x="15" y="515"/>
                  <a:pt x="12" y="506"/>
                </a:cubicBezTo>
                <a:cubicBezTo>
                  <a:pt x="8" y="497"/>
                  <a:pt x="5" y="488"/>
                  <a:pt x="3" y="478"/>
                </a:cubicBezTo>
                <a:cubicBezTo>
                  <a:pt x="1" y="469"/>
                  <a:pt x="0" y="459"/>
                  <a:pt x="0" y="449"/>
                </a:cubicBezTo>
                <a:lnTo>
                  <a:pt x="0" y="149"/>
                </a:lnTo>
                <a:cubicBezTo>
                  <a:pt x="0" y="139"/>
                  <a:pt x="1" y="130"/>
                  <a:pt x="3" y="120"/>
                </a:cubicBezTo>
                <a:cubicBezTo>
                  <a:pt x="5" y="110"/>
                  <a:pt x="8" y="101"/>
                  <a:pt x="12" y="92"/>
                </a:cubicBezTo>
                <a:cubicBezTo>
                  <a:pt x="15" y="83"/>
                  <a:pt x="20" y="74"/>
                  <a:pt x="25" y="66"/>
                </a:cubicBezTo>
                <a:cubicBezTo>
                  <a:pt x="31" y="58"/>
                  <a:pt x="37" y="50"/>
                  <a:pt x="44" y="43"/>
                </a:cubicBezTo>
                <a:cubicBezTo>
                  <a:pt x="51" y="36"/>
                  <a:pt x="58" y="30"/>
                  <a:pt x="67" y="25"/>
                </a:cubicBezTo>
                <a:cubicBezTo>
                  <a:pt x="75" y="19"/>
                  <a:pt x="83" y="15"/>
                  <a:pt x="92" y="11"/>
                </a:cubicBezTo>
                <a:cubicBezTo>
                  <a:pt x="101" y="7"/>
                  <a:pt x="111" y="4"/>
                  <a:pt x="120" y="2"/>
                </a:cubicBezTo>
                <a:cubicBezTo>
                  <a:pt x="130" y="1"/>
                  <a:pt x="140" y="0"/>
                  <a:pt x="150"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74" name=""/>
          <p:cNvSpPr/>
          <p:nvPr/>
        </p:nvSpPr>
        <p:spPr>
          <a:xfrm>
            <a:off x="2240640" y="3252600"/>
            <a:ext cx="54000" cy="54000"/>
          </a:xfrm>
          <a:custGeom>
            <a:avLst/>
            <a:gdLst/>
            <a:ahLst/>
            <a:rect l="0" t="0" r="r" b="b"/>
            <a:pathLst>
              <a:path w="150" h="150">
                <a:moveTo>
                  <a:pt x="150" y="75"/>
                </a:moveTo>
                <a:cubicBezTo>
                  <a:pt x="150" y="84"/>
                  <a:pt x="148" y="94"/>
                  <a:pt x="144" y="103"/>
                </a:cubicBezTo>
                <a:cubicBezTo>
                  <a:pt x="140" y="112"/>
                  <a:pt x="135" y="120"/>
                  <a:pt x="128" y="127"/>
                </a:cubicBezTo>
                <a:cubicBezTo>
                  <a:pt x="121" y="135"/>
                  <a:pt x="113" y="141"/>
                  <a:pt x="103" y="145"/>
                </a:cubicBezTo>
                <a:cubicBezTo>
                  <a:pt x="94" y="148"/>
                  <a:pt x="84" y="150"/>
                  <a:pt x="74" y="150"/>
                </a:cubicBezTo>
                <a:cubicBezTo>
                  <a:pt x="64" y="150"/>
                  <a:pt x="55" y="148"/>
                  <a:pt x="46" y="145"/>
                </a:cubicBezTo>
                <a:cubicBezTo>
                  <a:pt x="37" y="141"/>
                  <a:pt x="28" y="135"/>
                  <a:pt x="21" y="127"/>
                </a:cubicBezTo>
                <a:cubicBezTo>
                  <a:pt x="14" y="120"/>
                  <a:pt x="9" y="112"/>
                  <a:pt x="5" y="103"/>
                </a:cubicBezTo>
                <a:cubicBezTo>
                  <a:pt x="1" y="94"/>
                  <a:pt x="0" y="84"/>
                  <a:pt x="0" y="75"/>
                </a:cubicBezTo>
                <a:cubicBezTo>
                  <a:pt x="0" y="65"/>
                  <a:pt x="1" y="55"/>
                  <a:pt x="5" y="46"/>
                </a:cubicBezTo>
                <a:cubicBezTo>
                  <a:pt x="9" y="37"/>
                  <a:pt x="14" y="29"/>
                  <a:pt x="21" y="22"/>
                </a:cubicBezTo>
                <a:cubicBezTo>
                  <a:pt x="28" y="15"/>
                  <a:pt x="37" y="9"/>
                  <a:pt x="46" y="5"/>
                </a:cubicBezTo>
                <a:cubicBezTo>
                  <a:pt x="55" y="2"/>
                  <a:pt x="64" y="0"/>
                  <a:pt x="74" y="0"/>
                </a:cubicBezTo>
                <a:cubicBezTo>
                  <a:pt x="84" y="0"/>
                  <a:pt x="94" y="2"/>
                  <a:pt x="103" y="5"/>
                </a:cubicBezTo>
                <a:cubicBezTo>
                  <a:pt x="113" y="9"/>
                  <a:pt x="121" y="15"/>
                  <a:pt x="128" y="22"/>
                </a:cubicBezTo>
                <a:cubicBezTo>
                  <a:pt x="135" y="29"/>
                  <a:pt x="140" y="37"/>
                  <a:pt x="144" y="46"/>
                </a:cubicBezTo>
                <a:cubicBezTo>
                  <a:pt x="148" y="55"/>
                  <a:pt x="150" y="65"/>
                  <a:pt x="150" y="75"/>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75" name=""/>
          <p:cNvSpPr/>
          <p:nvPr/>
        </p:nvSpPr>
        <p:spPr>
          <a:xfrm>
            <a:off x="2347920" y="3252600"/>
            <a:ext cx="54360" cy="54000"/>
          </a:xfrm>
          <a:custGeom>
            <a:avLst/>
            <a:gdLst/>
            <a:ahLst/>
            <a:rect l="0" t="0" r="r" b="b"/>
            <a:pathLst>
              <a:path w="151" h="150">
                <a:moveTo>
                  <a:pt x="151" y="75"/>
                </a:moveTo>
                <a:cubicBezTo>
                  <a:pt x="151" y="84"/>
                  <a:pt x="149" y="94"/>
                  <a:pt x="145" y="103"/>
                </a:cubicBezTo>
                <a:cubicBezTo>
                  <a:pt x="141" y="112"/>
                  <a:pt x="136" y="120"/>
                  <a:pt x="129" y="127"/>
                </a:cubicBezTo>
                <a:cubicBezTo>
                  <a:pt x="122" y="135"/>
                  <a:pt x="114" y="141"/>
                  <a:pt x="104" y="145"/>
                </a:cubicBezTo>
                <a:cubicBezTo>
                  <a:pt x="94" y="148"/>
                  <a:pt x="85" y="150"/>
                  <a:pt x="75" y="150"/>
                </a:cubicBezTo>
                <a:cubicBezTo>
                  <a:pt x="65" y="150"/>
                  <a:pt x="56" y="148"/>
                  <a:pt x="46" y="145"/>
                </a:cubicBezTo>
                <a:cubicBezTo>
                  <a:pt x="37" y="141"/>
                  <a:pt x="29" y="135"/>
                  <a:pt x="22" y="127"/>
                </a:cubicBezTo>
                <a:cubicBezTo>
                  <a:pt x="15" y="120"/>
                  <a:pt x="10" y="112"/>
                  <a:pt x="6" y="103"/>
                </a:cubicBezTo>
                <a:cubicBezTo>
                  <a:pt x="2" y="94"/>
                  <a:pt x="0" y="84"/>
                  <a:pt x="0" y="75"/>
                </a:cubicBezTo>
                <a:cubicBezTo>
                  <a:pt x="0" y="65"/>
                  <a:pt x="2" y="55"/>
                  <a:pt x="6" y="46"/>
                </a:cubicBezTo>
                <a:cubicBezTo>
                  <a:pt x="10" y="37"/>
                  <a:pt x="15" y="29"/>
                  <a:pt x="22" y="22"/>
                </a:cubicBezTo>
                <a:cubicBezTo>
                  <a:pt x="29" y="15"/>
                  <a:pt x="37" y="9"/>
                  <a:pt x="46" y="5"/>
                </a:cubicBezTo>
                <a:cubicBezTo>
                  <a:pt x="56" y="2"/>
                  <a:pt x="65" y="0"/>
                  <a:pt x="75" y="0"/>
                </a:cubicBezTo>
                <a:cubicBezTo>
                  <a:pt x="85" y="0"/>
                  <a:pt x="94" y="2"/>
                  <a:pt x="104" y="5"/>
                </a:cubicBezTo>
                <a:cubicBezTo>
                  <a:pt x="114" y="9"/>
                  <a:pt x="122" y="15"/>
                  <a:pt x="129" y="22"/>
                </a:cubicBezTo>
                <a:cubicBezTo>
                  <a:pt x="136" y="29"/>
                  <a:pt x="141" y="37"/>
                  <a:pt x="145" y="46"/>
                </a:cubicBezTo>
                <a:cubicBezTo>
                  <a:pt x="149" y="55"/>
                  <a:pt x="151" y="65"/>
                  <a:pt x="151" y="75"/>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5376" name=""/>
          <p:cNvSpPr/>
          <p:nvPr/>
        </p:nvSpPr>
        <p:spPr>
          <a:xfrm flipV="1">
            <a:off x="2321280" y="3104640"/>
            <a:ext cx="0" cy="67320"/>
          </a:xfrm>
          <a:prstGeom prst="line">
            <a:avLst/>
          </a:prstGeom>
          <a:ln w="20160">
            <a:solidFill>
              <a:srgbClr val="3D3D3A"/>
            </a:solidFill>
            <a:miter/>
          </a:ln>
        </p:spPr>
        <p:style>
          <a:lnRef idx="0"/>
          <a:fillRef idx="0"/>
          <a:effectRef idx="0"/>
          <a:fontRef idx="minor"/>
        </p:style>
        <p:txBody>
          <a:bodyPr lIns="10080" tIns="10080" rIns="10080" bIns="10080" anchor="t">
            <a:noAutofit/>
          </a:bodyPr>
          <a:p>
            <a:endParaRPr lang="en-US" sz="2400" b="0" u="none" strike="noStrike">
              <a:solidFill>
                <a:srgbClr val="000000"/>
              </a:solidFill>
              <a:effectLst/>
              <a:uFillTx/>
              <a:latin typeface="游明朝体"/>
            </a:endParaRPr>
          </a:p>
        </p:txBody>
      </p:sp>
      <p:sp>
        <p:nvSpPr>
          <p:cNvPr id="5377" name=""/>
          <p:cNvSpPr/>
          <p:nvPr/>
        </p:nvSpPr>
        <p:spPr>
          <a:xfrm>
            <a:off x="2301120" y="3070800"/>
            <a:ext cx="40680" cy="40680"/>
          </a:xfrm>
          <a:custGeom>
            <a:avLst/>
            <a:gdLst/>
            <a:ahLst/>
            <a:rect l="0" t="0" r="r" b="b"/>
            <a:pathLst>
              <a:path w="113" h="113">
                <a:moveTo>
                  <a:pt x="113" y="57"/>
                </a:moveTo>
                <a:cubicBezTo>
                  <a:pt x="113" y="65"/>
                  <a:pt x="111" y="72"/>
                  <a:pt x="108" y="79"/>
                </a:cubicBezTo>
                <a:cubicBezTo>
                  <a:pt x="106" y="86"/>
                  <a:pt x="102" y="92"/>
                  <a:pt x="96" y="97"/>
                </a:cubicBezTo>
                <a:cubicBezTo>
                  <a:pt x="91" y="102"/>
                  <a:pt x="85" y="106"/>
                  <a:pt x="78" y="109"/>
                </a:cubicBezTo>
                <a:cubicBezTo>
                  <a:pt x="71" y="112"/>
                  <a:pt x="64" y="113"/>
                  <a:pt x="57" y="113"/>
                </a:cubicBezTo>
                <a:cubicBezTo>
                  <a:pt x="49" y="113"/>
                  <a:pt x="41" y="112"/>
                  <a:pt x="34" y="109"/>
                </a:cubicBezTo>
                <a:cubicBezTo>
                  <a:pt x="27" y="106"/>
                  <a:pt x="21" y="102"/>
                  <a:pt x="16" y="97"/>
                </a:cubicBezTo>
                <a:cubicBezTo>
                  <a:pt x="11" y="92"/>
                  <a:pt x="7" y="86"/>
                  <a:pt x="4" y="79"/>
                </a:cubicBezTo>
                <a:cubicBezTo>
                  <a:pt x="1" y="72"/>
                  <a:pt x="0" y="65"/>
                  <a:pt x="0" y="57"/>
                </a:cubicBezTo>
                <a:cubicBezTo>
                  <a:pt x="0" y="50"/>
                  <a:pt x="1" y="43"/>
                  <a:pt x="4" y="35"/>
                </a:cubicBezTo>
                <a:cubicBezTo>
                  <a:pt x="7" y="28"/>
                  <a:pt x="11" y="22"/>
                  <a:pt x="16" y="17"/>
                </a:cubicBezTo>
                <a:cubicBezTo>
                  <a:pt x="21" y="11"/>
                  <a:pt x="27" y="7"/>
                  <a:pt x="34" y="5"/>
                </a:cubicBezTo>
                <a:cubicBezTo>
                  <a:pt x="41" y="2"/>
                  <a:pt x="49" y="0"/>
                  <a:pt x="57" y="0"/>
                </a:cubicBezTo>
                <a:cubicBezTo>
                  <a:pt x="64" y="0"/>
                  <a:pt x="71" y="2"/>
                  <a:pt x="78" y="5"/>
                </a:cubicBezTo>
                <a:cubicBezTo>
                  <a:pt x="85" y="7"/>
                  <a:pt x="91" y="11"/>
                  <a:pt x="96" y="17"/>
                </a:cubicBezTo>
                <a:cubicBezTo>
                  <a:pt x="102" y="22"/>
                  <a:pt x="106" y="28"/>
                  <a:pt x="108" y="35"/>
                </a:cubicBezTo>
                <a:cubicBezTo>
                  <a:pt x="111" y="43"/>
                  <a:pt x="113" y="50"/>
                  <a:pt x="113" y="57"/>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78" name=""/>
          <p:cNvSpPr txBox="1"/>
          <p:nvPr/>
        </p:nvSpPr>
        <p:spPr>
          <a:xfrm>
            <a:off x="3102840" y="5227920"/>
            <a:ext cx="1409040" cy="128520"/>
          </a:xfrm>
          <a:prstGeom prst="rect">
            <a:avLst/>
          </a:prstGeom>
          <a:noFill/>
          <a:ln w="0">
            <a:noFill/>
          </a:ln>
        </p:spPr>
        <p:txBody>
          <a:bodyPr wrap="none" lIns="0" tIns="0" rIns="0" bIns="0" anchor="t">
            <a:spAutoFit/>
          </a:bodyPr>
          <a:p>
            <a:pPr/>
            <a:r>
              <a:rPr lang="ja-JP" sz="1010" b="0" u="none" strike="noStrike">
                <a:solidFill>
                  <a:srgbClr val="993C1D"/>
                </a:solidFill>
                <a:effectLst/>
                <a:uFillTx/>
                <a:latin typeface="HiraKakuProN-W3"/>
                <a:ea typeface="HiraKakuProN-W3"/>
              </a:rPr>
              <a:t>機能追加やアイデア検討</a:t>
            </a:r>
            <a:endParaRPr lang="en-US" sz="1010" b="0" u="none" strike="noStrike">
              <a:solidFill>
                <a:srgbClr val="000000"/>
              </a:solidFill>
              <a:effectLst/>
              <a:uFillTx/>
              <a:latin typeface="游明朝体"/>
            </a:endParaRPr>
          </a:p>
        </p:txBody>
      </p:sp>
      <p:sp>
        <p:nvSpPr>
          <p:cNvPr id="5379" name=""/>
          <p:cNvSpPr txBox="1"/>
          <p:nvPr/>
        </p:nvSpPr>
        <p:spPr>
          <a:xfrm>
            <a:off x="1985400" y="3772440"/>
            <a:ext cx="671400" cy="168120"/>
          </a:xfrm>
          <a:prstGeom prst="rect">
            <a:avLst/>
          </a:prstGeom>
          <a:noFill/>
          <a:ln w="0">
            <a:noFill/>
          </a:ln>
        </p:spPr>
        <p:txBody>
          <a:bodyPr wrap="none" lIns="0" tIns="0" rIns="0" bIns="0" anchor="t">
            <a:spAutoFit/>
          </a:bodyPr>
          <a:p>
            <a:pPr/>
            <a:r>
              <a:rPr lang="ja-JP" sz="1320" b="1" u="none" strike="noStrike">
                <a:solidFill>
                  <a:srgbClr val="3C3489"/>
                </a:solidFill>
                <a:effectLst/>
                <a:uFillTx/>
                <a:latin typeface="HiraKakuProN-W6"/>
                <a:ea typeface="HiraKakuProN-W6"/>
              </a:rPr>
              <a:t>継続開発</a:t>
            </a:r>
            <a:endParaRPr lang="en-US" sz="1320" b="0" u="none" strike="noStrike">
              <a:solidFill>
                <a:srgbClr val="000000"/>
              </a:solidFill>
              <a:effectLst/>
              <a:uFillTx/>
              <a:latin typeface="游明朝体"/>
            </a:endParaRPr>
          </a:p>
        </p:txBody>
      </p:sp>
      <p:sp>
        <p:nvSpPr>
          <p:cNvPr id="5380" name=""/>
          <p:cNvSpPr/>
          <p:nvPr/>
        </p:nvSpPr>
        <p:spPr>
          <a:xfrm>
            <a:off x="7381800" y="1447560"/>
            <a:ext cx="57240" cy="57600"/>
          </a:xfrm>
          <a:custGeom>
            <a:avLst/>
            <a:gdLst/>
            <a:ahLst/>
            <a:rect l="0" t="0" r="r" b="b"/>
            <a:pathLst>
              <a:path w="159" h="160">
                <a:moveTo>
                  <a:pt x="159" y="81"/>
                </a:moveTo>
                <a:cubicBezTo>
                  <a:pt x="159" y="91"/>
                  <a:pt x="157" y="101"/>
                  <a:pt x="153" y="111"/>
                </a:cubicBezTo>
                <a:cubicBezTo>
                  <a:pt x="149" y="121"/>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1"/>
                  <a:pt x="6" y="111"/>
                </a:cubicBezTo>
                <a:cubicBezTo>
                  <a:pt x="2" y="101"/>
                  <a:pt x="0" y="91"/>
                  <a:pt x="0" y="81"/>
                </a:cubicBezTo>
                <a:cubicBezTo>
                  <a:pt x="0" y="70"/>
                  <a:pt x="2" y="60"/>
                  <a:pt x="6" y="50"/>
                </a:cubicBezTo>
                <a:cubicBezTo>
                  <a:pt x="10" y="40"/>
                  <a:pt x="16" y="32"/>
                  <a:pt x="23" y="24"/>
                </a:cubicBezTo>
                <a:cubicBezTo>
                  <a:pt x="30" y="17"/>
                  <a:pt x="39" y="11"/>
                  <a:pt x="49" y="6"/>
                </a:cubicBezTo>
                <a:cubicBezTo>
                  <a:pt x="58" y="2"/>
                  <a:pt x="69" y="0"/>
                  <a:pt x="79" y="0"/>
                </a:cubicBezTo>
                <a:cubicBezTo>
                  <a:pt x="90" y="0"/>
                  <a:pt x="100" y="2"/>
                  <a:pt x="109" y="6"/>
                </a:cubicBezTo>
                <a:cubicBezTo>
                  <a:pt x="120" y="11"/>
                  <a:pt x="129" y="17"/>
                  <a:pt x="136" y="24"/>
                </a:cubicBezTo>
                <a:cubicBezTo>
                  <a:pt x="144" y="32"/>
                  <a:pt x="149" y="40"/>
                  <a:pt x="153" y="50"/>
                </a:cubicBezTo>
                <a:cubicBezTo>
                  <a:pt x="157" y="60"/>
                  <a:pt x="159" y="70"/>
                  <a:pt x="159"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81" name=""/>
          <p:cNvSpPr txBox="1"/>
          <p:nvPr/>
        </p:nvSpPr>
        <p:spPr>
          <a:xfrm>
            <a:off x="1618920" y="4017240"/>
            <a:ext cx="1401840" cy="172440"/>
          </a:xfrm>
          <a:prstGeom prst="rect">
            <a:avLst/>
          </a:prstGeom>
          <a:noFill/>
          <a:ln w="0">
            <a:noFill/>
          </a:ln>
        </p:spPr>
        <p:txBody>
          <a:bodyPr wrap="none" lIns="0" tIns="0" rIns="0" bIns="0" anchor="t">
            <a:spAutoFit/>
          </a:bodyPr>
          <a:p>
            <a:pPr/>
            <a:r>
              <a:rPr lang="en-US" sz="1010" b="0" u="none" strike="noStrike">
                <a:solidFill>
                  <a:srgbClr val="534AB7"/>
                </a:solidFill>
                <a:effectLst/>
                <a:uFillTx/>
                <a:latin typeface="HiraKakuProN-W3"/>
                <a:ea typeface="HiraKakuProN-W3"/>
              </a:rPr>
              <a:t>AI</a:t>
            </a:r>
            <a:r>
              <a:rPr lang="ja-JP" sz="1010" b="0" u="none" strike="noStrike">
                <a:solidFill>
                  <a:srgbClr val="534AB7"/>
                </a:solidFill>
                <a:effectLst/>
                <a:uFillTx/>
                <a:latin typeface="HiraKakuProN-W3"/>
                <a:ea typeface="HiraKakuProN-W3"/>
              </a:rPr>
              <a:t>がコードと記録を参照</a:t>
            </a:r>
            <a:endParaRPr lang="en-US" sz="1010" b="0" u="none" strike="noStrike">
              <a:solidFill>
                <a:srgbClr val="000000"/>
              </a:solidFill>
              <a:effectLst/>
              <a:uFillTx/>
              <a:latin typeface="游明朝体"/>
            </a:endParaRPr>
          </a:p>
        </p:txBody>
      </p:sp>
      <p:sp>
        <p:nvSpPr>
          <p:cNvPr id="5382" name=""/>
          <p:cNvSpPr txBox="1"/>
          <p:nvPr/>
        </p:nvSpPr>
        <p:spPr>
          <a:xfrm>
            <a:off x="7566480" y="136116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プログラミングを少しかじった程度で、専⾨知</a:t>
            </a:r>
            <a:endParaRPr lang="en-US" sz="1500" b="0" u="none" strike="noStrike">
              <a:solidFill>
                <a:srgbClr val="000000"/>
              </a:solidFill>
              <a:effectLst/>
              <a:uFillTx/>
              <a:latin typeface="游明朝体"/>
            </a:endParaRPr>
          </a:p>
        </p:txBody>
      </p:sp>
      <p:sp>
        <p:nvSpPr>
          <p:cNvPr id="5383" name=""/>
          <p:cNvSpPr/>
          <p:nvPr/>
        </p:nvSpPr>
        <p:spPr>
          <a:xfrm>
            <a:off x="7381800" y="2180880"/>
            <a:ext cx="57240" cy="57600"/>
          </a:xfrm>
          <a:custGeom>
            <a:avLst/>
            <a:gdLst/>
            <a:ahLst/>
            <a:rect l="0" t="0" r="r" b="b"/>
            <a:pathLst>
              <a:path w="159" h="160">
                <a:moveTo>
                  <a:pt x="159" y="81"/>
                </a:moveTo>
                <a:cubicBezTo>
                  <a:pt x="159" y="91"/>
                  <a:pt x="157" y="101"/>
                  <a:pt x="153" y="111"/>
                </a:cubicBezTo>
                <a:cubicBezTo>
                  <a:pt x="149" y="121"/>
                  <a:pt x="144" y="130"/>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30"/>
                  <a:pt x="10" y="121"/>
                  <a:pt x="6" y="111"/>
                </a:cubicBezTo>
                <a:cubicBezTo>
                  <a:pt x="2" y="101"/>
                  <a:pt x="0" y="91"/>
                  <a:pt x="0" y="81"/>
                </a:cubicBezTo>
                <a:cubicBezTo>
                  <a:pt x="0" y="70"/>
                  <a:pt x="2" y="60"/>
                  <a:pt x="6" y="50"/>
                </a:cubicBezTo>
                <a:cubicBezTo>
                  <a:pt x="10" y="41"/>
                  <a:pt x="16" y="32"/>
                  <a:pt x="23" y="24"/>
                </a:cubicBezTo>
                <a:cubicBezTo>
                  <a:pt x="30" y="16"/>
                  <a:pt x="39" y="11"/>
                  <a:pt x="49" y="6"/>
                </a:cubicBezTo>
                <a:cubicBezTo>
                  <a:pt x="58" y="2"/>
                  <a:pt x="69" y="0"/>
                  <a:pt x="79" y="0"/>
                </a:cubicBezTo>
                <a:cubicBezTo>
                  <a:pt x="90" y="0"/>
                  <a:pt x="100" y="2"/>
                  <a:pt x="109" y="6"/>
                </a:cubicBezTo>
                <a:cubicBezTo>
                  <a:pt x="120" y="11"/>
                  <a:pt x="129" y="16"/>
                  <a:pt x="136" y="24"/>
                </a:cubicBezTo>
                <a:cubicBezTo>
                  <a:pt x="144" y="32"/>
                  <a:pt x="149" y="41"/>
                  <a:pt x="153" y="50"/>
                </a:cubicBezTo>
                <a:cubicBezTo>
                  <a:pt x="157" y="60"/>
                  <a:pt x="159" y="70"/>
                  <a:pt x="159"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84" name=""/>
          <p:cNvSpPr txBox="1"/>
          <p:nvPr/>
        </p:nvSpPr>
        <p:spPr>
          <a:xfrm>
            <a:off x="7566480" y="1703880"/>
            <a:ext cx="76284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識はない</a:t>
            </a:r>
            <a:endParaRPr lang="en-US" sz="1500" b="0" u="none" strike="noStrike">
              <a:solidFill>
                <a:srgbClr val="000000"/>
              </a:solidFill>
              <a:effectLst/>
              <a:uFillTx/>
              <a:latin typeface="游明朝体"/>
            </a:endParaRPr>
          </a:p>
        </p:txBody>
      </p:sp>
      <p:sp>
        <p:nvSpPr>
          <p:cNvPr id="5385" name=""/>
          <p:cNvSpPr txBox="1"/>
          <p:nvPr/>
        </p:nvSpPr>
        <p:spPr>
          <a:xfrm>
            <a:off x="7566480" y="2085480"/>
            <a:ext cx="56160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5386" name=""/>
          <p:cNvSpPr txBox="1"/>
          <p:nvPr/>
        </p:nvSpPr>
        <p:spPr>
          <a:xfrm>
            <a:off x="8127360" y="209448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「アメダス気象データ分析チャレンジ」</a:t>
            </a:r>
            <a:endParaRPr lang="en-US" sz="1500" b="0" u="none" strike="noStrike">
              <a:solidFill>
                <a:srgbClr val="000000"/>
              </a:solidFill>
              <a:effectLst/>
              <a:uFillTx/>
              <a:latin typeface="游明朝体"/>
            </a:endParaRPr>
          </a:p>
        </p:txBody>
      </p:sp>
      <p:sp>
        <p:nvSpPr>
          <p:cNvPr id="5387" name=""/>
          <p:cNvSpPr txBox="1"/>
          <p:nvPr/>
        </p:nvSpPr>
        <p:spPr>
          <a:xfrm>
            <a:off x="7566480" y="2437560"/>
            <a:ext cx="19116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a:t>
            </a:r>
            <a:endParaRPr lang="en-US" sz="1500" b="0" u="none" strike="noStrike">
              <a:solidFill>
                <a:srgbClr val="000000"/>
              </a:solidFill>
              <a:effectLst/>
              <a:uFillTx/>
              <a:latin typeface="游明朝体"/>
            </a:endParaRPr>
          </a:p>
        </p:txBody>
      </p:sp>
      <p:sp>
        <p:nvSpPr>
          <p:cNvPr id="5388" name=""/>
          <p:cNvSpPr txBox="1"/>
          <p:nvPr/>
        </p:nvSpPr>
        <p:spPr>
          <a:xfrm>
            <a:off x="7756920" y="2428560"/>
            <a:ext cx="6004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5389" name=""/>
          <p:cNvSpPr/>
          <p:nvPr/>
        </p:nvSpPr>
        <p:spPr>
          <a:xfrm>
            <a:off x="7381800" y="2914560"/>
            <a:ext cx="57240" cy="57240"/>
          </a:xfrm>
          <a:custGeom>
            <a:avLst/>
            <a:gdLst/>
            <a:ahLst/>
            <a:rect l="0" t="0" r="r" b="b"/>
            <a:pathLst>
              <a:path w="159" h="159">
                <a:moveTo>
                  <a:pt x="159" y="80"/>
                </a:moveTo>
                <a:cubicBezTo>
                  <a:pt x="159" y="91"/>
                  <a:pt x="157" y="101"/>
                  <a:pt x="153" y="110"/>
                </a:cubicBezTo>
                <a:cubicBezTo>
                  <a:pt x="149" y="120"/>
                  <a:pt x="144" y="129"/>
                  <a:pt x="136" y="136"/>
                </a:cubicBezTo>
                <a:cubicBezTo>
                  <a:pt x="129" y="144"/>
                  <a:pt x="120" y="149"/>
                  <a:pt x="109" y="153"/>
                </a:cubicBezTo>
                <a:cubicBezTo>
                  <a:pt x="100" y="157"/>
                  <a:pt x="90" y="159"/>
                  <a:pt x="79" y="159"/>
                </a:cubicBezTo>
                <a:cubicBezTo>
                  <a:pt x="69" y="159"/>
                  <a:pt x="58" y="157"/>
                  <a:pt x="49" y="153"/>
                </a:cubicBezTo>
                <a:cubicBezTo>
                  <a:pt x="39" y="149"/>
                  <a:pt x="30" y="144"/>
                  <a:pt x="23" y="136"/>
                </a:cubicBezTo>
                <a:cubicBezTo>
                  <a:pt x="16" y="129"/>
                  <a:pt x="10" y="120"/>
                  <a:pt x="6" y="110"/>
                </a:cubicBezTo>
                <a:cubicBezTo>
                  <a:pt x="2" y="101"/>
                  <a:pt x="0" y="91"/>
                  <a:pt x="0" y="80"/>
                </a:cubicBezTo>
                <a:cubicBezTo>
                  <a:pt x="0" y="70"/>
                  <a:pt x="2" y="59"/>
                  <a:pt x="6" y="50"/>
                </a:cubicBezTo>
                <a:cubicBezTo>
                  <a:pt x="10" y="39"/>
                  <a:pt x="16" y="30"/>
                  <a:pt x="23" y="23"/>
                </a:cubicBezTo>
                <a:cubicBezTo>
                  <a:pt x="30" y="16"/>
                  <a:pt x="39" y="10"/>
                  <a:pt x="49" y="6"/>
                </a:cubicBezTo>
                <a:cubicBezTo>
                  <a:pt x="58" y="2"/>
                  <a:pt x="69" y="0"/>
                  <a:pt x="79" y="0"/>
                </a:cubicBezTo>
                <a:cubicBezTo>
                  <a:pt x="90" y="0"/>
                  <a:pt x="100" y="2"/>
                  <a:pt x="109" y="6"/>
                </a:cubicBezTo>
                <a:cubicBezTo>
                  <a:pt x="120" y="10"/>
                  <a:pt x="129" y="16"/>
                  <a:pt x="136" y="23"/>
                </a:cubicBezTo>
                <a:cubicBezTo>
                  <a:pt x="144" y="30"/>
                  <a:pt x="149" y="39"/>
                  <a:pt x="153" y="50"/>
                </a:cubicBezTo>
                <a:cubicBezTo>
                  <a:pt x="157" y="59"/>
                  <a:pt x="159" y="70"/>
                  <a:pt x="159"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90" name=""/>
          <p:cNvSpPr txBox="1"/>
          <p:nvPr/>
        </p:nvSpPr>
        <p:spPr>
          <a:xfrm>
            <a:off x="8357040" y="2437560"/>
            <a:ext cx="1715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・機械学習を学んだ</a:t>
            </a:r>
            <a:endParaRPr lang="en-US" sz="1500" b="0" u="none" strike="noStrike">
              <a:solidFill>
                <a:srgbClr val="000000"/>
              </a:solidFill>
              <a:effectLst/>
              <a:uFillTx/>
              <a:latin typeface="游明朝体"/>
            </a:endParaRPr>
          </a:p>
        </p:txBody>
      </p:sp>
      <p:sp>
        <p:nvSpPr>
          <p:cNvPr id="5391" name=""/>
          <p:cNvSpPr txBox="1"/>
          <p:nvPr/>
        </p:nvSpPr>
        <p:spPr>
          <a:xfrm>
            <a:off x="7566480" y="282780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⽣成</a:t>
            </a:r>
            <a:endParaRPr lang="en-US" sz="1500" b="0" u="none" strike="noStrike">
              <a:solidFill>
                <a:srgbClr val="000000"/>
              </a:solidFill>
              <a:effectLst/>
              <a:uFillTx/>
              <a:latin typeface="游明朝体"/>
            </a:endParaRPr>
          </a:p>
        </p:txBody>
      </p:sp>
      <p:sp>
        <p:nvSpPr>
          <p:cNvPr id="5392" name=""/>
          <p:cNvSpPr txBox="1"/>
          <p:nvPr/>
        </p:nvSpPr>
        <p:spPr>
          <a:xfrm>
            <a:off x="7947720" y="281916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5393" name=""/>
          <p:cNvSpPr txBox="1"/>
          <p:nvPr/>
        </p:nvSpPr>
        <p:spPr>
          <a:xfrm>
            <a:off x="8120520" y="282780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によるプログラミングも同時期に始め、</a:t>
            </a:r>
            <a:endParaRPr lang="en-US" sz="1500" b="0" u="none" strike="noStrike">
              <a:solidFill>
                <a:srgbClr val="000000"/>
              </a:solidFill>
              <a:effectLst/>
              <a:uFillTx/>
              <a:latin typeface="游明朝体"/>
            </a:endParaRPr>
          </a:p>
        </p:txBody>
      </p:sp>
      <p:sp>
        <p:nvSpPr>
          <p:cNvPr id="5394" name=""/>
          <p:cNvSpPr/>
          <p:nvPr/>
        </p:nvSpPr>
        <p:spPr>
          <a:xfrm>
            <a:off x="7381800" y="3647880"/>
            <a:ext cx="57240" cy="57600"/>
          </a:xfrm>
          <a:custGeom>
            <a:avLst/>
            <a:gdLst/>
            <a:ahLst/>
            <a:rect l="0" t="0" r="r" b="b"/>
            <a:pathLst>
              <a:path w="159" h="160">
                <a:moveTo>
                  <a:pt x="159" y="80"/>
                </a:moveTo>
                <a:cubicBezTo>
                  <a:pt x="159" y="91"/>
                  <a:pt x="157" y="101"/>
                  <a:pt x="153" y="111"/>
                </a:cubicBezTo>
                <a:cubicBezTo>
                  <a:pt x="149" y="121"/>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1"/>
                  <a:pt x="6" y="111"/>
                </a:cubicBezTo>
                <a:cubicBezTo>
                  <a:pt x="2" y="101"/>
                  <a:pt x="0" y="91"/>
                  <a:pt x="0" y="80"/>
                </a:cubicBezTo>
                <a:cubicBezTo>
                  <a:pt x="0" y="70"/>
                  <a:pt x="2" y="60"/>
                  <a:pt x="6" y="49"/>
                </a:cubicBezTo>
                <a:cubicBezTo>
                  <a:pt x="10" y="39"/>
                  <a:pt x="16" y="31"/>
                  <a:pt x="23" y="23"/>
                </a:cubicBezTo>
                <a:cubicBezTo>
                  <a:pt x="30" y="16"/>
                  <a:pt x="39" y="10"/>
                  <a:pt x="49" y="6"/>
                </a:cubicBezTo>
                <a:cubicBezTo>
                  <a:pt x="58" y="2"/>
                  <a:pt x="69" y="0"/>
                  <a:pt x="79" y="0"/>
                </a:cubicBezTo>
                <a:cubicBezTo>
                  <a:pt x="90" y="0"/>
                  <a:pt x="100" y="2"/>
                  <a:pt x="109" y="6"/>
                </a:cubicBezTo>
                <a:cubicBezTo>
                  <a:pt x="120" y="10"/>
                  <a:pt x="129" y="16"/>
                  <a:pt x="136" y="23"/>
                </a:cubicBezTo>
                <a:cubicBezTo>
                  <a:pt x="144" y="31"/>
                  <a:pt x="149" y="39"/>
                  <a:pt x="153" y="49"/>
                </a:cubicBezTo>
                <a:cubicBezTo>
                  <a:pt x="157" y="60"/>
                  <a:pt x="159" y="70"/>
                  <a:pt x="159" y="80"/>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395" name=""/>
          <p:cNvSpPr txBox="1"/>
          <p:nvPr/>
        </p:nvSpPr>
        <p:spPr>
          <a:xfrm>
            <a:off x="7566480" y="3170880"/>
            <a:ext cx="209628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⼆つの学びが結びついた</a:t>
            </a:r>
            <a:endParaRPr lang="en-US" sz="1500" b="0" u="none" strike="noStrike">
              <a:solidFill>
                <a:srgbClr val="000000"/>
              </a:solidFill>
              <a:effectLst/>
              <a:uFillTx/>
              <a:latin typeface="游明朝体"/>
            </a:endParaRPr>
          </a:p>
        </p:txBody>
      </p:sp>
      <p:sp>
        <p:nvSpPr>
          <p:cNvPr id="5396" name=""/>
          <p:cNvSpPr txBox="1"/>
          <p:nvPr/>
        </p:nvSpPr>
        <p:spPr>
          <a:xfrm>
            <a:off x="7566480" y="35614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今年</a:t>
            </a:r>
            <a:endParaRPr lang="en-US" sz="1500" b="0" u="none" strike="noStrike">
              <a:solidFill>
                <a:srgbClr val="000000"/>
              </a:solidFill>
              <a:effectLst/>
              <a:uFillTx/>
              <a:latin typeface="游明朝体"/>
            </a:endParaRPr>
          </a:p>
        </p:txBody>
      </p:sp>
      <p:sp>
        <p:nvSpPr>
          <p:cNvPr id="5397" name=""/>
          <p:cNvSpPr txBox="1"/>
          <p:nvPr/>
        </p:nvSpPr>
        <p:spPr>
          <a:xfrm>
            <a:off x="7947720" y="35524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5398" name=""/>
          <p:cNvSpPr txBox="1"/>
          <p:nvPr/>
        </p:nvSpPr>
        <p:spPr>
          <a:xfrm>
            <a:off x="8053560" y="3561480"/>
            <a:ext cx="572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⽉から</a:t>
            </a:r>
            <a:endParaRPr lang="en-US" sz="1500" b="0" u="none" strike="noStrike">
              <a:solidFill>
                <a:srgbClr val="000000"/>
              </a:solidFill>
              <a:effectLst/>
              <a:uFillTx/>
              <a:latin typeface="游明朝体"/>
            </a:endParaRPr>
          </a:p>
        </p:txBody>
      </p:sp>
      <p:sp>
        <p:nvSpPr>
          <p:cNvPr id="5399" name=""/>
          <p:cNvSpPr txBox="1"/>
          <p:nvPr/>
        </p:nvSpPr>
        <p:spPr>
          <a:xfrm>
            <a:off x="8624880" y="3552480"/>
            <a:ext cx="194256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Claude Code × GitHub</a:t>
            </a:r>
            <a:endParaRPr lang="en-US" sz="1500" b="0" u="none" strike="noStrike">
              <a:solidFill>
                <a:srgbClr val="000000"/>
              </a:solidFill>
              <a:effectLst/>
              <a:uFillTx/>
              <a:latin typeface="游明朝体"/>
            </a:endParaRPr>
          </a:p>
        </p:txBody>
      </p:sp>
      <p:sp>
        <p:nvSpPr>
          <p:cNvPr id="5400" name=""/>
          <p:cNvSpPr txBox="1"/>
          <p:nvPr/>
        </p:nvSpPr>
        <p:spPr>
          <a:xfrm>
            <a:off x="10567080" y="35614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で、</a:t>
            </a:r>
            <a:endParaRPr lang="en-US" sz="1500" b="0" u="none" strike="noStrike">
              <a:solidFill>
                <a:srgbClr val="000000"/>
              </a:solidFill>
              <a:effectLst/>
              <a:uFillTx/>
              <a:latin typeface="游明朝体"/>
            </a:endParaRPr>
          </a:p>
        </p:txBody>
      </p:sp>
      <p:sp>
        <p:nvSpPr>
          <p:cNvPr id="5401" name=""/>
          <p:cNvSpPr txBox="1"/>
          <p:nvPr/>
        </p:nvSpPr>
        <p:spPr>
          <a:xfrm>
            <a:off x="10938240" y="3552480"/>
            <a:ext cx="190080" cy="222840"/>
          </a:xfrm>
          <a:prstGeom prst="rect">
            <a:avLst/>
          </a:prstGeom>
          <a:noFill/>
          <a:ln w="0">
            <a:noFill/>
          </a:ln>
        </p:spPr>
        <p:txBody>
          <a:bodyPr wrap="none" lIns="0" tIns="0" rIns="0" bIns="0" anchor="t">
            <a:spAutoFit/>
          </a:bodyPr>
          <a:p>
            <a:pPr/>
            <a:r>
              <a:rPr lang="en-US" sz="1500" b="0" u="none" strike="noStrike">
                <a:solidFill>
                  <a:srgbClr val="171326"/>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5402" name=""/>
          <p:cNvSpPr txBox="1"/>
          <p:nvPr/>
        </p:nvSpPr>
        <p:spPr>
          <a:xfrm>
            <a:off x="11111040" y="3561480"/>
            <a:ext cx="381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に任</a:t>
            </a:r>
            <a:endParaRPr lang="en-US" sz="1500" b="0" u="none" strike="noStrike">
              <a:solidFill>
                <a:srgbClr val="000000"/>
              </a:solidFill>
              <a:effectLst/>
              <a:uFillTx/>
              <a:latin typeface="游明朝体"/>
            </a:endParaRPr>
          </a:p>
        </p:txBody>
      </p:sp>
      <p:sp>
        <p:nvSpPr>
          <p:cNvPr id="5403" name=""/>
          <p:cNvSpPr/>
          <p:nvPr/>
        </p:nvSpPr>
        <p:spPr>
          <a:xfrm>
            <a:off x="7381800" y="4381200"/>
            <a:ext cx="57240" cy="57600"/>
          </a:xfrm>
          <a:custGeom>
            <a:avLst/>
            <a:gdLst/>
            <a:ahLst/>
            <a:rect l="0" t="0" r="r" b="b"/>
            <a:pathLst>
              <a:path w="159" h="160">
                <a:moveTo>
                  <a:pt x="159" y="81"/>
                </a:moveTo>
                <a:cubicBezTo>
                  <a:pt x="159" y="91"/>
                  <a:pt x="157" y="101"/>
                  <a:pt x="153" y="111"/>
                </a:cubicBezTo>
                <a:cubicBezTo>
                  <a:pt x="149" y="121"/>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1"/>
                  <a:pt x="6" y="111"/>
                </a:cubicBezTo>
                <a:cubicBezTo>
                  <a:pt x="2" y="101"/>
                  <a:pt x="0" y="91"/>
                  <a:pt x="0" y="81"/>
                </a:cubicBezTo>
                <a:cubicBezTo>
                  <a:pt x="0" y="69"/>
                  <a:pt x="2" y="59"/>
                  <a:pt x="6" y="49"/>
                </a:cubicBezTo>
                <a:cubicBezTo>
                  <a:pt x="10" y="40"/>
                  <a:pt x="16" y="31"/>
                  <a:pt x="23" y="24"/>
                </a:cubicBezTo>
                <a:cubicBezTo>
                  <a:pt x="30" y="16"/>
                  <a:pt x="39" y="10"/>
                  <a:pt x="49" y="6"/>
                </a:cubicBezTo>
                <a:cubicBezTo>
                  <a:pt x="58" y="2"/>
                  <a:pt x="69" y="0"/>
                  <a:pt x="79" y="0"/>
                </a:cubicBezTo>
                <a:cubicBezTo>
                  <a:pt x="90" y="0"/>
                  <a:pt x="100" y="2"/>
                  <a:pt x="109" y="6"/>
                </a:cubicBezTo>
                <a:cubicBezTo>
                  <a:pt x="120" y="10"/>
                  <a:pt x="129" y="16"/>
                  <a:pt x="136" y="24"/>
                </a:cubicBezTo>
                <a:cubicBezTo>
                  <a:pt x="144" y="31"/>
                  <a:pt x="149" y="40"/>
                  <a:pt x="153" y="49"/>
                </a:cubicBezTo>
                <a:cubicBezTo>
                  <a:pt x="157" y="59"/>
                  <a:pt x="159" y="69"/>
                  <a:pt x="159" y="81"/>
                </a:cubicBez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04" name=""/>
          <p:cNvSpPr txBox="1"/>
          <p:nvPr/>
        </p:nvSpPr>
        <p:spPr>
          <a:xfrm>
            <a:off x="7566480" y="3904200"/>
            <a:ext cx="342972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せてアイデアを形にするスタイルが定着</a:t>
            </a:r>
            <a:endParaRPr lang="en-US" sz="1500" b="0" u="none" strike="noStrike">
              <a:solidFill>
                <a:srgbClr val="000000"/>
              </a:solidFill>
              <a:effectLst/>
              <a:uFillTx/>
              <a:latin typeface="游明朝体"/>
            </a:endParaRPr>
          </a:p>
        </p:txBody>
      </p:sp>
      <p:sp>
        <p:nvSpPr>
          <p:cNvPr id="5405" name=""/>
          <p:cNvSpPr txBox="1"/>
          <p:nvPr/>
        </p:nvSpPr>
        <p:spPr>
          <a:xfrm>
            <a:off x="7566480" y="4294800"/>
            <a:ext cx="40014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コードを完全に理解しなくても「動くもの」を</a:t>
            </a:r>
            <a:endParaRPr lang="en-US" sz="1500" b="0" u="none" strike="noStrike">
              <a:solidFill>
                <a:srgbClr val="000000"/>
              </a:solidFill>
              <a:effectLst/>
              <a:uFillTx/>
              <a:latin typeface="游明朝体"/>
            </a:endParaRPr>
          </a:p>
        </p:txBody>
      </p:sp>
      <p:sp>
        <p:nvSpPr>
          <p:cNvPr id="5406" name=""/>
          <p:cNvSpPr txBox="1"/>
          <p:nvPr/>
        </p:nvSpPr>
        <p:spPr>
          <a:xfrm>
            <a:off x="7566480" y="4637880"/>
            <a:ext cx="1524600" cy="191160"/>
          </a:xfrm>
          <a:prstGeom prst="rect">
            <a:avLst/>
          </a:prstGeom>
          <a:noFill/>
          <a:ln w="0">
            <a:noFill/>
          </a:ln>
        </p:spPr>
        <p:txBody>
          <a:bodyPr wrap="none" lIns="0" tIns="0" rIns="0" bIns="0" anchor="t">
            <a:spAutoFit/>
          </a:bodyPr>
          <a:p>
            <a:pPr/>
            <a:r>
              <a:rPr lang="ja-JP" sz="1500" b="0" u="none" strike="noStrike">
                <a:solidFill>
                  <a:srgbClr val="171326"/>
                </a:solidFill>
                <a:effectLst/>
                <a:uFillTx/>
                <a:latin typeface="HiraginoSans-W3"/>
                <a:ea typeface="HiraginoSans-W3"/>
              </a:rPr>
              <a:t>作りながら学べる</a:t>
            </a:r>
            <a:endParaRPr lang="en-US" sz="1500" b="0" u="none" strike="noStrike">
              <a:solidFill>
                <a:srgbClr val="000000"/>
              </a:solidFill>
              <a:effectLst/>
              <a:uFillTx/>
              <a:latin typeface="游明朝体"/>
            </a:endParaRPr>
          </a:p>
        </p:txBody>
      </p:sp>
      <p:sp>
        <p:nvSpPr>
          <p:cNvPr id="5407" name=""/>
          <p:cNvSpPr txBox="1"/>
          <p:nvPr/>
        </p:nvSpPr>
        <p:spPr>
          <a:xfrm>
            <a:off x="723960" y="6170400"/>
            <a:ext cx="199548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開発コミュニティも重要</a:t>
            </a:r>
            <a:endParaRPr lang="en-US" sz="1430" b="0" u="none" strike="noStrike">
              <a:solidFill>
                <a:srgbClr val="000000"/>
              </a:solidFill>
              <a:effectLst/>
              <a:uFillTx/>
              <a:latin typeface="游明朝体"/>
            </a:endParaRPr>
          </a:p>
        </p:txBody>
      </p:sp>
      <p:sp>
        <p:nvSpPr>
          <p:cNvPr id="5408" name=""/>
          <p:cNvSpPr txBox="1"/>
          <p:nvPr/>
        </p:nvSpPr>
        <p:spPr>
          <a:xfrm>
            <a:off x="2696400" y="6161760"/>
            <a:ext cx="28296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 ― </a:t>
            </a:r>
            <a:endParaRPr lang="en-US" sz="1430" b="0" u="none" strike="noStrike">
              <a:solidFill>
                <a:srgbClr val="000000"/>
              </a:solidFill>
              <a:effectLst/>
              <a:uFillTx/>
              <a:latin typeface="游明朝体"/>
            </a:endParaRPr>
          </a:p>
        </p:txBody>
      </p:sp>
      <p:sp>
        <p:nvSpPr>
          <p:cNvPr id="5409" name=""/>
          <p:cNvSpPr txBox="1"/>
          <p:nvPr/>
        </p:nvSpPr>
        <p:spPr>
          <a:xfrm>
            <a:off x="2978280" y="6170400"/>
            <a:ext cx="163296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職場の任意の集まり</a:t>
            </a:r>
            <a:endParaRPr lang="en-US" sz="1430" b="0" u="none" strike="noStrike">
              <a:solidFill>
                <a:srgbClr val="000000"/>
              </a:solidFill>
              <a:effectLst/>
              <a:uFillTx/>
              <a:latin typeface="游明朝体"/>
            </a:endParaRPr>
          </a:p>
        </p:txBody>
      </p:sp>
      <p:sp>
        <p:nvSpPr>
          <p:cNvPr id="5410" name=""/>
          <p:cNvSpPr txBox="1"/>
          <p:nvPr/>
        </p:nvSpPr>
        <p:spPr>
          <a:xfrm>
            <a:off x="4606920" y="6161760"/>
            <a:ext cx="8269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Python_AI</a:t>
            </a:r>
            <a:endParaRPr lang="en-US" sz="1430" b="0" u="none" strike="noStrike">
              <a:solidFill>
                <a:srgbClr val="000000"/>
              </a:solidFill>
              <a:effectLst/>
              <a:uFillTx/>
              <a:latin typeface="游明朝体"/>
            </a:endParaRPr>
          </a:p>
        </p:txBody>
      </p:sp>
      <p:sp>
        <p:nvSpPr>
          <p:cNvPr id="5411" name=""/>
          <p:cNvSpPr txBox="1"/>
          <p:nvPr/>
        </p:nvSpPr>
        <p:spPr>
          <a:xfrm>
            <a:off x="5431320" y="6170400"/>
            <a:ext cx="21769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グループで⽇々情報交換。</a:t>
            </a:r>
            <a:endParaRPr lang="en-US" sz="1430" b="0" u="none" strike="noStrike">
              <a:solidFill>
                <a:srgbClr val="000000"/>
              </a:solidFill>
              <a:effectLst/>
              <a:uFillTx/>
              <a:latin typeface="游明朝体"/>
            </a:endParaRPr>
          </a:p>
        </p:txBody>
      </p:sp>
      <p:sp>
        <p:nvSpPr>
          <p:cNvPr id="5412" name=""/>
          <p:cNvSpPr txBox="1"/>
          <p:nvPr/>
        </p:nvSpPr>
        <p:spPr>
          <a:xfrm>
            <a:off x="7570440" y="6161760"/>
            <a:ext cx="53460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WXBC</a:t>
            </a:r>
            <a:endParaRPr lang="en-US" sz="1430" b="0" u="none" strike="noStrike">
              <a:solidFill>
                <a:srgbClr val="000000"/>
              </a:solidFill>
              <a:effectLst/>
              <a:uFillTx/>
              <a:latin typeface="游明朝体"/>
            </a:endParaRPr>
          </a:p>
        </p:txBody>
      </p:sp>
      <p:sp>
        <p:nvSpPr>
          <p:cNvPr id="5413" name=""/>
          <p:cNvSpPr txBox="1"/>
          <p:nvPr/>
        </p:nvSpPr>
        <p:spPr>
          <a:xfrm>
            <a:off x="8103240" y="6170400"/>
            <a:ext cx="3636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でも</a:t>
            </a:r>
            <a:endParaRPr lang="en-US" sz="1430" b="0" u="none" strike="noStrike">
              <a:solidFill>
                <a:srgbClr val="000000"/>
              </a:solidFill>
              <a:effectLst/>
              <a:uFillTx/>
              <a:latin typeface="游明朝体"/>
            </a:endParaRPr>
          </a:p>
        </p:txBody>
      </p:sp>
      <p:sp>
        <p:nvSpPr>
          <p:cNvPr id="5414" name=""/>
          <p:cNvSpPr txBox="1"/>
          <p:nvPr/>
        </p:nvSpPr>
        <p:spPr>
          <a:xfrm>
            <a:off x="8465400" y="6161760"/>
            <a:ext cx="44748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Slack</a:t>
            </a:r>
            <a:endParaRPr lang="en-US" sz="1430" b="0" u="none" strike="noStrike">
              <a:solidFill>
                <a:srgbClr val="000000"/>
              </a:solidFill>
              <a:effectLst/>
              <a:uFillTx/>
              <a:latin typeface="游明朝体"/>
            </a:endParaRPr>
          </a:p>
        </p:txBody>
      </p:sp>
      <p:sp>
        <p:nvSpPr>
          <p:cNvPr id="5415" name=""/>
          <p:cNvSpPr txBox="1"/>
          <p:nvPr/>
        </p:nvSpPr>
        <p:spPr>
          <a:xfrm>
            <a:off x="8911080" y="6170400"/>
            <a:ext cx="181440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で共有していきたい。</a:t>
            </a:r>
            <a:endParaRPr lang="en-US" sz="1430" b="0" u="none" strike="noStrike">
              <a:solidFill>
                <a:srgbClr val="000000"/>
              </a:solidFill>
              <a:effectLst/>
              <a:uFillTx/>
              <a:latin typeface="游明朝体"/>
            </a:endParaRPr>
          </a:p>
        </p:txBody>
      </p:sp>
      <p:sp>
        <p:nvSpPr>
          <p:cNvPr id="5416" name=""/>
          <p:cNvSpPr txBox="1"/>
          <p:nvPr/>
        </p:nvSpPr>
        <p:spPr>
          <a:xfrm>
            <a:off x="723960" y="6446520"/>
            <a:ext cx="50785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このプレゼンもバイブコーディングで⾃動作成。学習⽬的なら</a:t>
            </a:r>
            <a:endParaRPr lang="en-US" sz="1430" b="0" u="none" strike="noStrike">
              <a:solidFill>
                <a:srgbClr val="000000"/>
              </a:solidFill>
              <a:effectLst/>
              <a:uFillTx/>
              <a:latin typeface="游明朝体"/>
            </a:endParaRPr>
          </a:p>
        </p:txBody>
      </p:sp>
      <p:sp>
        <p:nvSpPr>
          <p:cNvPr id="5417" name=""/>
          <p:cNvSpPr txBox="1"/>
          <p:nvPr/>
        </p:nvSpPr>
        <p:spPr>
          <a:xfrm>
            <a:off x="5769360" y="6438240"/>
            <a:ext cx="180720" cy="210600"/>
          </a:xfrm>
          <a:prstGeom prst="rect">
            <a:avLst/>
          </a:prstGeom>
          <a:noFill/>
          <a:ln w="0">
            <a:noFill/>
          </a:ln>
        </p:spPr>
        <p:txBody>
          <a:bodyPr wrap="none" lIns="0" tIns="0" rIns="0" bIns="0" anchor="t">
            <a:spAutoFit/>
          </a:bodyPr>
          <a:p>
            <a:pPr/>
            <a:r>
              <a:rPr lang="en-US" sz="1430" b="0" u="none" strike="noStrike">
                <a:solidFill>
                  <a:srgbClr val="171326"/>
                </a:solidFill>
                <a:effectLst/>
                <a:uFillTx/>
                <a:latin typeface="HelveticaNeue"/>
                <a:ea typeface="HelveticaNeue"/>
              </a:rPr>
              <a:t>AI</a:t>
            </a:r>
            <a:endParaRPr lang="en-US" sz="1430" b="0" u="none" strike="noStrike">
              <a:solidFill>
                <a:srgbClr val="000000"/>
              </a:solidFill>
              <a:effectLst/>
              <a:uFillTx/>
              <a:latin typeface="游明朝体"/>
            </a:endParaRPr>
          </a:p>
        </p:txBody>
      </p:sp>
      <p:sp>
        <p:nvSpPr>
          <p:cNvPr id="5418" name=""/>
          <p:cNvSpPr txBox="1"/>
          <p:nvPr/>
        </p:nvSpPr>
        <p:spPr>
          <a:xfrm>
            <a:off x="5933520" y="6446520"/>
            <a:ext cx="2902320" cy="181800"/>
          </a:xfrm>
          <a:prstGeom prst="rect">
            <a:avLst/>
          </a:prstGeom>
          <a:noFill/>
          <a:ln w="0">
            <a:noFill/>
          </a:ln>
        </p:spPr>
        <p:txBody>
          <a:bodyPr wrap="none" lIns="0" tIns="0" rIns="0" bIns="0" anchor="t">
            <a:spAutoFit/>
          </a:bodyPr>
          <a:p>
            <a:pPr/>
            <a:r>
              <a:rPr lang="ja-JP" sz="1430" b="0" u="none" strike="noStrike">
                <a:solidFill>
                  <a:srgbClr val="171326"/>
                </a:solidFill>
                <a:effectLst/>
                <a:uFillTx/>
                <a:latin typeface="HiraginoSans-W3"/>
                <a:ea typeface="HiraginoSans-W3"/>
              </a:rPr>
              <a:t>に解説させながら開発する⽅が向く</a:t>
            </a:r>
            <a:endParaRPr lang="en-US" sz="1430" b="0" u="none" strike="noStrike">
              <a:solidFill>
                <a:srgbClr val="000000"/>
              </a:solidFill>
              <a:effectLst/>
              <a:uFillTx/>
              <a:latin typeface="游明朝体"/>
            </a:endParaRPr>
          </a:p>
        </p:txBody>
      </p:sp>
      <p:sp>
        <p:nvSpPr>
          <p:cNvPr id="5419" name=""/>
          <p:cNvSpPr txBox="1"/>
          <p:nvPr/>
        </p:nvSpPr>
        <p:spPr>
          <a:xfrm>
            <a:off x="533520" y="476280"/>
            <a:ext cx="4119120" cy="475920"/>
          </a:xfrm>
          <a:prstGeom prst="rect">
            <a:avLst/>
          </a:prstGeom>
          <a:noFill/>
          <a:ln w="0">
            <a:noFill/>
          </a:ln>
        </p:spPr>
        <p:txBody>
          <a:bodyPr wrap="none" lIns="0" tIns="0" rIns="0" bIns="0" anchor="t">
            <a:spAutoFit/>
          </a:bodyPr>
          <a:p>
            <a:pPr/>
            <a:r>
              <a:rPr lang="en-US" sz="3150" b="1" u="none" strike="noStrike">
                <a:solidFill>
                  <a:srgbClr val="4A3AA7"/>
                </a:solidFill>
                <a:effectLst/>
                <a:uFillTx/>
                <a:latin typeface="HelveticaNeue"/>
                <a:ea typeface="HelveticaNeue"/>
              </a:rPr>
              <a:t>vibe coding X GitHub </a:t>
            </a:r>
            <a:endParaRPr lang="en-US" sz="3150" b="0" u="none" strike="noStrike">
              <a:solidFill>
                <a:srgbClr val="000000"/>
              </a:solidFill>
              <a:effectLst/>
              <a:uFillTx/>
              <a:latin typeface="游明朝体"/>
            </a:endParaRPr>
          </a:p>
        </p:txBody>
      </p:sp>
      <p:sp>
        <p:nvSpPr>
          <p:cNvPr id="5420" name=""/>
          <p:cNvSpPr/>
          <p:nvPr/>
        </p:nvSpPr>
        <p:spPr>
          <a:xfrm>
            <a:off x="533160" y="1016640"/>
            <a:ext cx="7200" cy="33480"/>
          </a:xfrm>
          <a:custGeom>
            <a:avLst/>
            <a:gdLst/>
            <a:ahLst/>
            <a:rect l="0" t="0" r="r" b="b"/>
            <a:pathLst>
              <a:path w="20" h="93">
                <a:moveTo>
                  <a:pt x="20" y="0"/>
                </a:moveTo>
                <a:lnTo>
                  <a:pt x="20" y="93"/>
                </a:lnTo>
                <a:cubicBezTo>
                  <a:pt x="7" y="80"/>
                  <a:pt x="0" y="65"/>
                  <a:pt x="0" y="47"/>
                </a:cubicBezTo>
                <a:cubicBezTo>
                  <a:pt x="0" y="28"/>
                  <a:pt x="7" y="13"/>
                  <a:pt x="20" y="0"/>
                </a:cubicBezTo>
                <a:close/>
              </a:path>
            </a:pathLst>
          </a:custGeom>
          <a:solidFill>
            <a:srgbClr val="4A3A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1" name=""/>
          <p:cNvSpPr/>
          <p:nvPr/>
        </p:nvSpPr>
        <p:spPr>
          <a:xfrm>
            <a:off x="540000" y="1011960"/>
            <a:ext cx="6840" cy="43200"/>
          </a:xfrm>
          <a:custGeom>
            <a:avLst/>
            <a:gdLst/>
            <a:ahLst/>
            <a:rect l="0" t="0" r="r" b="b"/>
            <a:pathLst>
              <a:path w="19" h="120">
                <a:moveTo>
                  <a:pt x="1" y="12"/>
                </a:moveTo>
                <a:cubicBezTo>
                  <a:pt x="7" y="7"/>
                  <a:pt x="13" y="3"/>
                  <a:pt x="19" y="0"/>
                </a:cubicBezTo>
                <a:lnTo>
                  <a:pt x="19" y="120"/>
                </a:lnTo>
                <a:cubicBezTo>
                  <a:pt x="13" y="117"/>
                  <a:pt x="7" y="112"/>
                  <a:pt x="1" y="107"/>
                </a:cubicBezTo>
                <a:cubicBezTo>
                  <a:pt x="0" y="107"/>
                  <a:pt x="0" y="106"/>
                  <a:pt x="0" y="106"/>
                </a:cubicBezTo>
                <a:lnTo>
                  <a:pt x="0" y="13"/>
                </a:lnTo>
                <a:lnTo>
                  <a:pt x="1" y="12"/>
                </a:lnTo>
                <a:close/>
              </a:path>
            </a:pathLst>
          </a:custGeom>
          <a:solidFill>
            <a:srgbClr val="493B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2" name=""/>
          <p:cNvSpPr/>
          <p:nvPr/>
        </p:nvSpPr>
        <p:spPr>
          <a:xfrm>
            <a:off x="546480" y="1009800"/>
            <a:ext cx="7200" cy="47520"/>
          </a:xfrm>
          <a:custGeom>
            <a:avLst/>
            <a:gdLst/>
            <a:ahLst/>
            <a:rect l="0" t="0" r="r" b="b"/>
            <a:pathLst>
              <a:path w="20" h="132">
                <a:moveTo>
                  <a:pt x="20" y="0"/>
                </a:moveTo>
                <a:lnTo>
                  <a:pt x="20" y="132"/>
                </a:lnTo>
                <a:cubicBezTo>
                  <a:pt x="13" y="131"/>
                  <a:pt x="7" y="129"/>
                  <a:pt x="0" y="126"/>
                </a:cubicBezTo>
                <a:lnTo>
                  <a:pt x="0" y="6"/>
                </a:lnTo>
                <a:cubicBezTo>
                  <a:pt x="7" y="3"/>
                  <a:pt x="13" y="1"/>
                  <a:pt x="20" y="0"/>
                </a:cubicBezTo>
                <a:close/>
              </a:path>
            </a:pathLst>
          </a:custGeom>
          <a:solidFill>
            <a:srgbClr val="493CA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3" name=""/>
          <p:cNvSpPr/>
          <p:nvPr/>
        </p:nvSpPr>
        <p:spPr>
          <a:xfrm>
            <a:off x="553320" y="1009440"/>
            <a:ext cx="7200" cy="47880"/>
          </a:xfrm>
          <a:custGeom>
            <a:avLst/>
            <a:gdLst/>
            <a:ahLst/>
            <a:rect l="0" t="0" r="r" b="b"/>
            <a:pathLst>
              <a:path w="20" h="133">
                <a:moveTo>
                  <a:pt x="11" y="0"/>
                </a:moveTo>
                <a:lnTo>
                  <a:pt x="20" y="0"/>
                </a:lnTo>
                <a:lnTo>
                  <a:pt x="20" y="133"/>
                </a:lnTo>
                <a:lnTo>
                  <a:pt x="11" y="133"/>
                </a:lnTo>
                <a:cubicBezTo>
                  <a:pt x="8" y="133"/>
                  <a:pt x="4" y="133"/>
                  <a:pt x="0" y="133"/>
                </a:cubicBezTo>
                <a:lnTo>
                  <a:pt x="0" y="1"/>
                </a:lnTo>
                <a:cubicBezTo>
                  <a:pt x="4" y="0"/>
                  <a:pt x="8" y="0"/>
                  <a:pt x="11" y="0"/>
                </a:cubicBezTo>
                <a:close/>
              </a:path>
            </a:pathLst>
          </a:custGeom>
          <a:solidFill>
            <a:srgbClr val="483D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4" name=""/>
          <p:cNvSpPr/>
          <p:nvPr/>
        </p:nvSpPr>
        <p:spPr>
          <a:xfrm>
            <a:off x="560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83E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5" name=""/>
          <p:cNvSpPr/>
          <p:nvPr/>
        </p:nvSpPr>
        <p:spPr>
          <a:xfrm>
            <a:off x="56664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473F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6" name=""/>
          <p:cNvSpPr/>
          <p:nvPr/>
        </p:nvSpPr>
        <p:spPr>
          <a:xfrm>
            <a:off x="573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740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7" name=""/>
          <p:cNvSpPr/>
          <p:nvPr/>
        </p:nvSpPr>
        <p:spPr>
          <a:xfrm>
            <a:off x="579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1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8" name=""/>
          <p:cNvSpPr/>
          <p:nvPr/>
        </p:nvSpPr>
        <p:spPr>
          <a:xfrm>
            <a:off x="586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642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29" name=""/>
          <p:cNvSpPr/>
          <p:nvPr/>
        </p:nvSpPr>
        <p:spPr>
          <a:xfrm>
            <a:off x="593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543A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0" name=""/>
          <p:cNvSpPr/>
          <p:nvPr/>
        </p:nvSpPr>
        <p:spPr>
          <a:xfrm>
            <a:off x="600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54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1" name=""/>
          <p:cNvSpPr/>
          <p:nvPr/>
        </p:nvSpPr>
        <p:spPr>
          <a:xfrm>
            <a:off x="606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445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2" name=""/>
          <p:cNvSpPr/>
          <p:nvPr/>
        </p:nvSpPr>
        <p:spPr>
          <a:xfrm>
            <a:off x="613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446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3" name=""/>
          <p:cNvSpPr/>
          <p:nvPr/>
        </p:nvSpPr>
        <p:spPr>
          <a:xfrm>
            <a:off x="620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347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4" name=""/>
          <p:cNvSpPr/>
          <p:nvPr/>
        </p:nvSpPr>
        <p:spPr>
          <a:xfrm>
            <a:off x="627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348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5" name=""/>
          <p:cNvSpPr/>
          <p:nvPr/>
        </p:nvSpPr>
        <p:spPr>
          <a:xfrm>
            <a:off x="633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249B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6" name=""/>
          <p:cNvSpPr/>
          <p:nvPr/>
        </p:nvSpPr>
        <p:spPr>
          <a:xfrm>
            <a:off x="640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24A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7" name=""/>
          <p:cNvSpPr/>
          <p:nvPr/>
        </p:nvSpPr>
        <p:spPr>
          <a:xfrm>
            <a:off x="646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B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8" name=""/>
          <p:cNvSpPr/>
          <p:nvPr/>
        </p:nvSpPr>
        <p:spPr>
          <a:xfrm>
            <a:off x="653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14C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39" name=""/>
          <p:cNvSpPr/>
          <p:nvPr/>
        </p:nvSpPr>
        <p:spPr>
          <a:xfrm>
            <a:off x="660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404D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0" name=""/>
          <p:cNvSpPr/>
          <p:nvPr/>
        </p:nvSpPr>
        <p:spPr>
          <a:xfrm>
            <a:off x="667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404E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1" name=""/>
          <p:cNvSpPr/>
          <p:nvPr/>
        </p:nvSpPr>
        <p:spPr>
          <a:xfrm>
            <a:off x="6739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F4FB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2" name=""/>
          <p:cNvSpPr/>
          <p:nvPr/>
        </p:nvSpPr>
        <p:spPr>
          <a:xfrm>
            <a:off x="6804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F50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3" name=""/>
          <p:cNvSpPr/>
          <p:nvPr/>
        </p:nvSpPr>
        <p:spPr>
          <a:xfrm>
            <a:off x="6872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E51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4" name=""/>
          <p:cNvSpPr/>
          <p:nvPr/>
        </p:nvSpPr>
        <p:spPr>
          <a:xfrm>
            <a:off x="6940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E52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5" name=""/>
          <p:cNvSpPr/>
          <p:nvPr/>
        </p:nvSpPr>
        <p:spPr>
          <a:xfrm>
            <a:off x="7005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D53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6" name=""/>
          <p:cNvSpPr/>
          <p:nvPr/>
        </p:nvSpPr>
        <p:spPr>
          <a:xfrm>
            <a:off x="7074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D54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7" name=""/>
          <p:cNvSpPr/>
          <p:nvPr/>
        </p:nvSpPr>
        <p:spPr>
          <a:xfrm>
            <a:off x="7138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8" name=""/>
          <p:cNvSpPr/>
          <p:nvPr/>
        </p:nvSpPr>
        <p:spPr>
          <a:xfrm>
            <a:off x="7207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C56B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49" name=""/>
          <p:cNvSpPr/>
          <p:nvPr/>
        </p:nvSpPr>
        <p:spPr>
          <a:xfrm>
            <a:off x="7275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B57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0" name=""/>
          <p:cNvSpPr/>
          <p:nvPr/>
        </p:nvSpPr>
        <p:spPr>
          <a:xfrm>
            <a:off x="7340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B58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1" name=""/>
          <p:cNvSpPr/>
          <p:nvPr/>
        </p:nvSpPr>
        <p:spPr>
          <a:xfrm>
            <a:off x="7408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A59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2" name=""/>
          <p:cNvSpPr/>
          <p:nvPr/>
        </p:nvSpPr>
        <p:spPr>
          <a:xfrm>
            <a:off x="7473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A59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3" name=""/>
          <p:cNvSpPr/>
          <p:nvPr/>
        </p:nvSpPr>
        <p:spPr>
          <a:xfrm>
            <a:off x="7542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95A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4" name=""/>
          <p:cNvSpPr/>
          <p:nvPr/>
        </p:nvSpPr>
        <p:spPr>
          <a:xfrm>
            <a:off x="7610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95B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5" name=""/>
          <p:cNvSpPr/>
          <p:nvPr/>
        </p:nvSpPr>
        <p:spPr>
          <a:xfrm>
            <a:off x="767520" y="1009440"/>
            <a:ext cx="7560" cy="47880"/>
          </a:xfrm>
          <a:custGeom>
            <a:avLst/>
            <a:gdLst/>
            <a:ahLst/>
            <a:rect l="0" t="0" r="r" b="b"/>
            <a:pathLst>
              <a:path w="21" h="133">
                <a:moveTo>
                  <a:pt x="0" y="0"/>
                </a:moveTo>
                <a:lnTo>
                  <a:pt x="21" y="0"/>
                </a:lnTo>
                <a:lnTo>
                  <a:pt x="21" y="133"/>
                </a:lnTo>
                <a:lnTo>
                  <a:pt x="0" y="133"/>
                </a:lnTo>
                <a:lnTo>
                  <a:pt x="0" y="0"/>
                </a:lnTo>
                <a:close/>
              </a:path>
            </a:pathLst>
          </a:custGeom>
          <a:solidFill>
            <a:srgbClr val="385CC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6" name=""/>
          <p:cNvSpPr/>
          <p:nvPr/>
        </p:nvSpPr>
        <p:spPr>
          <a:xfrm>
            <a:off x="7743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85D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7" name=""/>
          <p:cNvSpPr/>
          <p:nvPr/>
        </p:nvSpPr>
        <p:spPr>
          <a:xfrm>
            <a:off x="780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E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8" name=""/>
          <p:cNvSpPr/>
          <p:nvPr/>
        </p:nvSpPr>
        <p:spPr>
          <a:xfrm>
            <a:off x="7876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75F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59" name=""/>
          <p:cNvSpPr/>
          <p:nvPr/>
        </p:nvSpPr>
        <p:spPr>
          <a:xfrm>
            <a:off x="7945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660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0" name=""/>
          <p:cNvSpPr/>
          <p:nvPr/>
        </p:nvSpPr>
        <p:spPr>
          <a:xfrm>
            <a:off x="8010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661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1" name=""/>
          <p:cNvSpPr/>
          <p:nvPr/>
        </p:nvSpPr>
        <p:spPr>
          <a:xfrm>
            <a:off x="8078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562C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2" name=""/>
          <p:cNvSpPr/>
          <p:nvPr/>
        </p:nvSpPr>
        <p:spPr>
          <a:xfrm>
            <a:off x="8146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563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3" name=""/>
          <p:cNvSpPr/>
          <p:nvPr/>
        </p:nvSpPr>
        <p:spPr>
          <a:xfrm>
            <a:off x="8211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464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4" name=""/>
          <p:cNvSpPr/>
          <p:nvPr/>
        </p:nvSpPr>
        <p:spPr>
          <a:xfrm>
            <a:off x="8280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465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5" name=""/>
          <p:cNvSpPr/>
          <p:nvPr/>
        </p:nvSpPr>
        <p:spPr>
          <a:xfrm>
            <a:off x="8344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6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6" name=""/>
          <p:cNvSpPr/>
          <p:nvPr/>
        </p:nvSpPr>
        <p:spPr>
          <a:xfrm>
            <a:off x="8413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36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7" name=""/>
          <p:cNvSpPr/>
          <p:nvPr/>
        </p:nvSpPr>
        <p:spPr>
          <a:xfrm>
            <a:off x="8481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268C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8" name=""/>
          <p:cNvSpPr/>
          <p:nvPr/>
        </p:nvSpPr>
        <p:spPr>
          <a:xfrm>
            <a:off x="8546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269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69" name=""/>
          <p:cNvSpPr/>
          <p:nvPr/>
        </p:nvSpPr>
        <p:spPr>
          <a:xfrm>
            <a:off x="86148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16A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0" name=""/>
          <p:cNvSpPr/>
          <p:nvPr/>
        </p:nvSpPr>
        <p:spPr>
          <a:xfrm>
            <a:off x="8679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16B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1" name=""/>
          <p:cNvSpPr/>
          <p:nvPr/>
        </p:nvSpPr>
        <p:spPr>
          <a:xfrm>
            <a:off x="8748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306C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2" name=""/>
          <p:cNvSpPr/>
          <p:nvPr/>
        </p:nvSpPr>
        <p:spPr>
          <a:xfrm>
            <a:off x="8816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306D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3" name=""/>
          <p:cNvSpPr/>
          <p:nvPr/>
        </p:nvSpPr>
        <p:spPr>
          <a:xfrm>
            <a:off x="8881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F6E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4" name=""/>
          <p:cNvSpPr/>
          <p:nvPr/>
        </p:nvSpPr>
        <p:spPr>
          <a:xfrm>
            <a:off x="89496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F6FC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5" name=""/>
          <p:cNvSpPr/>
          <p:nvPr/>
        </p:nvSpPr>
        <p:spPr>
          <a:xfrm>
            <a:off x="90144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0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6" name=""/>
          <p:cNvSpPr/>
          <p:nvPr/>
        </p:nvSpPr>
        <p:spPr>
          <a:xfrm>
            <a:off x="9082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E71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7" name=""/>
          <p:cNvSpPr/>
          <p:nvPr/>
        </p:nvSpPr>
        <p:spPr>
          <a:xfrm>
            <a:off x="91512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D72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8" name=""/>
          <p:cNvSpPr/>
          <p:nvPr/>
        </p:nvSpPr>
        <p:spPr>
          <a:xfrm>
            <a:off x="92160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D73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79" name=""/>
          <p:cNvSpPr/>
          <p:nvPr/>
        </p:nvSpPr>
        <p:spPr>
          <a:xfrm>
            <a:off x="92844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C74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0" name=""/>
          <p:cNvSpPr/>
          <p:nvPr/>
        </p:nvSpPr>
        <p:spPr>
          <a:xfrm>
            <a:off x="93492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C75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1" name=""/>
          <p:cNvSpPr/>
          <p:nvPr/>
        </p:nvSpPr>
        <p:spPr>
          <a:xfrm>
            <a:off x="94176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B76D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2" name=""/>
          <p:cNvSpPr/>
          <p:nvPr/>
        </p:nvSpPr>
        <p:spPr>
          <a:xfrm>
            <a:off x="948600" y="1009440"/>
            <a:ext cx="6840" cy="47880"/>
          </a:xfrm>
          <a:custGeom>
            <a:avLst/>
            <a:gdLst/>
            <a:ahLst/>
            <a:rect l="0" t="0" r="r" b="b"/>
            <a:pathLst>
              <a:path w="19" h="133">
                <a:moveTo>
                  <a:pt x="0" y="0"/>
                </a:moveTo>
                <a:lnTo>
                  <a:pt x="19" y="0"/>
                </a:lnTo>
                <a:lnTo>
                  <a:pt x="19" y="133"/>
                </a:lnTo>
                <a:lnTo>
                  <a:pt x="0" y="133"/>
                </a:lnTo>
                <a:lnTo>
                  <a:pt x="0" y="0"/>
                </a:lnTo>
                <a:close/>
              </a:path>
            </a:pathLst>
          </a:custGeom>
          <a:solidFill>
            <a:srgbClr val="2B77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3" name=""/>
          <p:cNvSpPr/>
          <p:nvPr/>
        </p:nvSpPr>
        <p:spPr>
          <a:xfrm>
            <a:off x="955080" y="1009440"/>
            <a:ext cx="7200" cy="47880"/>
          </a:xfrm>
          <a:custGeom>
            <a:avLst/>
            <a:gdLst/>
            <a:ahLst/>
            <a:rect l="0" t="0" r="r" b="b"/>
            <a:pathLst>
              <a:path w="20" h="133">
                <a:moveTo>
                  <a:pt x="0" y="0"/>
                </a:moveTo>
                <a:lnTo>
                  <a:pt x="20" y="0"/>
                </a:lnTo>
                <a:lnTo>
                  <a:pt x="20" y="133"/>
                </a:lnTo>
                <a:lnTo>
                  <a:pt x="0" y="133"/>
                </a:lnTo>
                <a:lnTo>
                  <a:pt x="0" y="0"/>
                </a:lnTo>
                <a:close/>
              </a:path>
            </a:pathLst>
          </a:custGeom>
          <a:solidFill>
            <a:srgbClr val="2A78D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4" name=""/>
          <p:cNvSpPr/>
          <p:nvPr/>
        </p:nvSpPr>
        <p:spPr>
          <a:xfrm>
            <a:off x="961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C78D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5" name=""/>
          <p:cNvSpPr/>
          <p:nvPr/>
        </p:nvSpPr>
        <p:spPr>
          <a:xfrm>
            <a:off x="965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2D78D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6" name=""/>
          <p:cNvSpPr/>
          <p:nvPr/>
        </p:nvSpPr>
        <p:spPr>
          <a:xfrm>
            <a:off x="968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2F78D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7" name=""/>
          <p:cNvSpPr/>
          <p:nvPr/>
        </p:nvSpPr>
        <p:spPr>
          <a:xfrm>
            <a:off x="972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078D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8" name=""/>
          <p:cNvSpPr/>
          <p:nvPr/>
        </p:nvSpPr>
        <p:spPr>
          <a:xfrm>
            <a:off x="975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277D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89" name=""/>
          <p:cNvSpPr/>
          <p:nvPr/>
        </p:nvSpPr>
        <p:spPr>
          <a:xfrm>
            <a:off x="978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377C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0" name=""/>
          <p:cNvSpPr/>
          <p:nvPr/>
        </p:nvSpPr>
        <p:spPr>
          <a:xfrm>
            <a:off x="982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577C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1" name=""/>
          <p:cNvSpPr/>
          <p:nvPr/>
        </p:nvSpPr>
        <p:spPr>
          <a:xfrm>
            <a:off x="985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677C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2" name=""/>
          <p:cNvSpPr/>
          <p:nvPr/>
        </p:nvSpPr>
        <p:spPr>
          <a:xfrm>
            <a:off x="9885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877C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3" name=""/>
          <p:cNvSpPr/>
          <p:nvPr/>
        </p:nvSpPr>
        <p:spPr>
          <a:xfrm>
            <a:off x="992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977C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4" name=""/>
          <p:cNvSpPr/>
          <p:nvPr/>
        </p:nvSpPr>
        <p:spPr>
          <a:xfrm>
            <a:off x="995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B77C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5" name=""/>
          <p:cNvSpPr/>
          <p:nvPr/>
        </p:nvSpPr>
        <p:spPr>
          <a:xfrm>
            <a:off x="998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C77C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6" name=""/>
          <p:cNvSpPr/>
          <p:nvPr/>
        </p:nvSpPr>
        <p:spPr>
          <a:xfrm>
            <a:off x="1001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3E76C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7" name=""/>
          <p:cNvSpPr/>
          <p:nvPr/>
        </p:nvSpPr>
        <p:spPr>
          <a:xfrm>
            <a:off x="1005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3F76C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8" name=""/>
          <p:cNvSpPr/>
          <p:nvPr/>
        </p:nvSpPr>
        <p:spPr>
          <a:xfrm>
            <a:off x="1008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176C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499" name=""/>
          <p:cNvSpPr/>
          <p:nvPr/>
        </p:nvSpPr>
        <p:spPr>
          <a:xfrm>
            <a:off x="1011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276C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0" name=""/>
          <p:cNvSpPr/>
          <p:nvPr/>
        </p:nvSpPr>
        <p:spPr>
          <a:xfrm>
            <a:off x="1015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476C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1" name=""/>
          <p:cNvSpPr/>
          <p:nvPr/>
        </p:nvSpPr>
        <p:spPr>
          <a:xfrm>
            <a:off x="1018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576B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2" name=""/>
          <p:cNvSpPr/>
          <p:nvPr/>
        </p:nvSpPr>
        <p:spPr>
          <a:xfrm>
            <a:off x="102204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4776B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3" name=""/>
          <p:cNvSpPr/>
          <p:nvPr/>
        </p:nvSpPr>
        <p:spPr>
          <a:xfrm>
            <a:off x="1025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876B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4" name=""/>
          <p:cNvSpPr/>
          <p:nvPr/>
        </p:nvSpPr>
        <p:spPr>
          <a:xfrm>
            <a:off x="1028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A75B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5" name=""/>
          <p:cNvSpPr/>
          <p:nvPr/>
        </p:nvSpPr>
        <p:spPr>
          <a:xfrm>
            <a:off x="1032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B75B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6" name=""/>
          <p:cNvSpPr/>
          <p:nvPr/>
        </p:nvSpPr>
        <p:spPr>
          <a:xfrm>
            <a:off x="1035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4D75B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7" name=""/>
          <p:cNvSpPr/>
          <p:nvPr/>
        </p:nvSpPr>
        <p:spPr>
          <a:xfrm>
            <a:off x="1038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4E75B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8" name=""/>
          <p:cNvSpPr/>
          <p:nvPr/>
        </p:nvSpPr>
        <p:spPr>
          <a:xfrm>
            <a:off x="1042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075B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09" name=""/>
          <p:cNvSpPr/>
          <p:nvPr/>
        </p:nvSpPr>
        <p:spPr>
          <a:xfrm>
            <a:off x="1045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175B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0" name=""/>
          <p:cNvSpPr/>
          <p:nvPr/>
        </p:nvSpPr>
        <p:spPr>
          <a:xfrm>
            <a:off x="1049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375B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1" name=""/>
          <p:cNvSpPr/>
          <p:nvPr/>
        </p:nvSpPr>
        <p:spPr>
          <a:xfrm>
            <a:off x="1052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474B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2" name=""/>
          <p:cNvSpPr/>
          <p:nvPr/>
        </p:nvSpPr>
        <p:spPr>
          <a:xfrm>
            <a:off x="1055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674B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3" name=""/>
          <p:cNvSpPr/>
          <p:nvPr/>
        </p:nvSpPr>
        <p:spPr>
          <a:xfrm>
            <a:off x="1059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774B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4" name=""/>
          <p:cNvSpPr/>
          <p:nvPr/>
        </p:nvSpPr>
        <p:spPr>
          <a:xfrm>
            <a:off x="1062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974A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5" name=""/>
          <p:cNvSpPr/>
          <p:nvPr/>
        </p:nvSpPr>
        <p:spPr>
          <a:xfrm>
            <a:off x="1065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A74A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6" name=""/>
          <p:cNvSpPr/>
          <p:nvPr/>
        </p:nvSpPr>
        <p:spPr>
          <a:xfrm>
            <a:off x="1068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5C74A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7" name=""/>
          <p:cNvSpPr/>
          <p:nvPr/>
        </p:nvSpPr>
        <p:spPr>
          <a:xfrm>
            <a:off x="1072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D74A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8" name=""/>
          <p:cNvSpPr/>
          <p:nvPr/>
        </p:nvSpPr>
        <p:spPr>
          <a:xfrm>
            <a:off x="1075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5F74A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19" name=""/>
          <p:cNvSpPr/>
          <p:nvPr/>
        </p:nvSpPr>
        <p:spPr>
          <a:xfrm>
            <a:off x="10789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073A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0" name=""/>
          <p:cNvSpPr/>
          <p:nvPr/>
        </p:nvSpPr>
        <p:spPr>
          <a:xfrm>
            <a:off x="1082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273A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1" name=""/>
          <p:cNvSpPr/>
          <p:nvPr/>
        </p:nvSpPr>
        <p:spPr>
          <a:xfrm>
            <a:off x="1085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373A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2" name=""/>
          <p:cNvSpPr/>
          <p:nvPr/>
        </p:nvSpPr>
        <p:spPr>
          <a:xfrm>
            <a:off x="1089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573A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3" name=""/>
          <p:cNvSpPr/>
          <p:nvPr/>
        </p:nvSpPr>
        <p:spPr>
          <a:xfrm>
            <a:off x="1092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673A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4" name=""/>
          <p:cNvSpPr/>
          <p:nvPr/>
        </p:nvSpPr>
        <p:spPr>
          <a:xfrm>
            <a:off x="1095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873A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5" name=""/>
          <p:cNvSpPr/>
          <p:nvPr/>
        </p:nvSpPr>
        <p:spPr>
          <a:xfrm>
            <a:off x="1099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973A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6" name=""/>
          <p:cNvSpPr/>
          <p:nvPr/>
        </p:nvSpPr>
        <p:spPr>
          <a:xfrm>
            <a:off x="1102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B73A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7" name=""/>
          <p:cNvSpPr/>
          <p:nvPr/>
        </p:nvSpPr>
        <p:spPr>
          <a:xfrm>
            <a:off x="1105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C729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8" name=""/>
          <p:cNvSpPr/>
          <p:nvPr/>
        </p:nvSpPr>
        <p:spPr>
          <a:xfrm>
            <a:off x="1109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6E729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29" name=""/>
          <p:cNvSpPr/>
          <p:nvPr/>
        </p:nvSpPr>
        <p:spPr>
          <a:xfrm>
            <a:off x="1112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6F729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0" name=""/>
          <p:cNvSpPr/>
          <p:nvPr/>
        </p:nvSpPr>
        <p:spPr>
          <a:xfrm>
            <a:off x="1116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1729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1" name=""/>
          <p:cNvSpPr/>
          <p:nvPr/>
        </p:nvSpPr>
        <p:spPr>
          <a:xfrm>
            <a:off x="1119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2729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2" name=""/>
          <p:cNvSpPr/>
          <p:nvPr/>
        </p:nvSpPr>
        <p:spPr>
          <a:xfrm>
            <a:off x="112248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74729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3" name=""/>
          <p:cNvSpPr/>
          <p:nvPr/>
        </p:nvSpPr>
        <p:spPr>
          <a:xfrm>
            <a:off x="1126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5729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4" name=""/>
          <p:cNvSpPr/>
          <p:nvPr/>
        </p:nvSpPr>
        <p:spPr>
          <a:xfrm>
            <a:off x="1129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7729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5" name=""/>
          <p:cNvSpPr/>
          <p:nvPr/>
        </p:nvSpPr>
        <p:spPr>
          <a:xfrm>
            <a:off x="1132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8719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6" name=""/>
          <p:cNvSpPr/>
          <p:nvPr/>
        </p:nvSpPr>
        <p:spPr>
          <a:xfrm>
            <a:off x="1135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A719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7" name=""/>
          <p:cNvSpPr/>
          <p:nvPr/>
        </p:nvSpPr>
        <p:spPr>
          <a:xfrm>
            <a:off x="1139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B719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8" name=""/>
          <p:cNvSpPr/>
          <p:nvPr/>
        </p:nvSpPr>
        <p:spPr>
          <a:xfrm>
            <a:off x="1142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7D719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39" name=""/>
          <p:cNvSpPr/>
          <p:nvPr/>
        </p:nvSpPr>
        <p:spPr>
          <a:xfrm>
            <a:off x="1145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7E718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0" name=""/>
          <p:cNvSpPr/>
          <p:nvPr/>
        </p:nvSpPr>
        <p:spPr>
          <a:xfrm>
            <a:off x="1149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0718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1" name=""/>
          <p:cNvSpPr/>
          <p:nvPr/>
        </p:nvSpPr>
        <p:spPr>
          <a:xfrm>
            <a:off x="1152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1718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2" name=""/>
          <p:cNvSpPr/>
          <p:nvPr/>
        </p:nvSpPr>
        <p:spPr>
          <a:xfrm>
            <a:off x="1155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371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3" name=""/>
          <p:cNvSpPr/>
          <p:nvPr/>
        </p:nvSpPr>
        <p:spPr>
          <a:xfrm>
            <a:off x="1159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470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4" name=""/>
          <p:cNvSpPr/>
          <p:nvPr/>
        </p:nvSpPr>
        <p:spPr>
          <a:xfrm>
            <a:off x="1162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6708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5" name=""/>
          <p:cNvSpPr/>
          <p:nvPr/>
        </p:nvSpPr>
        <p:spPr>
          <a:xfrm>
            <a:off x="11660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7708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6" name=""/>
          <p:cNvSpPr/>
          <p:nvPr/>
        </p:nvSpPr>
        <p:spPr>
          <a:xfrm>
            <a:off x="1169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9708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7" name=""/>
          <p:cNvSpPr/>
          <p:nvPr/>
        </p:nvSpPr>
        <p:spPr>
          <a:xfrm>
            <a:off x="1172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A708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8" name=""/>
          <p:cNvSpPr/>
          <p:nvPr/>
        </p:nvSpPr>
        <p:spPr>
          <a:xfrm>
            <a:off x="1176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C708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49" name=""/>
          <p:cNvSpPr/>
          <p:nvPr/>
        </p:nvSpPr>
        <p:spPr>
          <a:xfrm>
            <a:off x="11793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8E708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0" name=""/>
          <p:cNvSpPr/>
          <p:nvPr/>
        </p:nvSpPr>
        <p:spPr>
          <a:xfrm>
            <a:off x="1182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8F708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1" name=""/>
          <p:cNvSpPr/>
          <p:nvPr/>
        </p:nvSpPr>
        <p:spPr>
          <a:xfrm>
            <a:off x="1186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16F8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2" name=""/>
          <p:cNvSpPr/>
          <p:nvPr/>
        </p:nvSpPr>
        <p:spPr>
          <a:xfrm>
            <a:off x="1189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26F7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3" name=""/>
          <p:cNvSpPr/>
          <p:nvPr/>
        </p:nvSpPr>
        <p:spPr>
          <a:xfrm>
            <a:off x="1193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46F7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4" name=""/>
          <p:cNvSpPr/>
          <p:nvPr/>
        </p:nvSpPr>
        <p:spPr>
          <a:xfrm>
            <a:off x="1196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56F7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5" name=""/>
          <p:cNvSpPr/>
          <p:nvPr/>
        </p:nvSpPr>
        <p:spPr>
          <a:xfrm>
            <a:off x="11995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76F7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6" name=""/>
          <p:cNvSpPr/>
          <p:nvPr/>
        </p:nvSpPr>
        <p:spPr>
          <a:xfrm>
            <a:off x="1203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86F7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7" name=""/>
          <p:cNvSpPr/>
          <p:nvPr/>
        </p:nvSpPr>
        <p:spPr>
          <a:xfrm>
            <a:off x="1206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A6F7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8" name=""/>
          <p:cNvSpPr/>
          <p:nvPr/>
        </p:nvSpPr>
        <p:spPr>
          <a:xfrm>
            <a:off x="1209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B6F7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59" name=""/>
          <p:cNvSpPr/>
          <p:nvPr/>
        </p:nvSpPr>
        <p:spPr>
          <a:xfrm>
            <a:off x="1212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9D6E7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0" name=""/>
          <p:cNvSpPr/>
          <p:nvPr/>
        </p:nvSpPr>
        <p:spPr>
          <a:xfrm>
            <a:off x="1216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9E6E7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1" name=""/>
          <p:cNvSpPr/>
          <p:nvPr/>
        </p:nvSpPr>
        <p:spPr>
          <a:xfrm>
            <a:off x="12196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06E7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2" name=""/>
          <p:cNvSpPr/>
          <p:nvPr/>
        </p:nvSpPr>
        <p:spPr>
          <a:xfrm>
            <a:off x="122292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A16E7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3" name=""/>
          <p:cNvSpPr/>
          <p:nvPr/>
        </p:nvSpPr>
        <p:spPr>
          <a:xfrm>
            <a:off x="1226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36E7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4" name=""/>
          <p:cNvSpPr/>
          <p:nvPr/>
        </p:nvSpPr>
        <p:spPr>
          <a:xfrm>
            <a:off x="12297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46E6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5" name=""/>
          <p:cNvSpPr/>
          <p:nvPr/>
        </p:nvSpPr>
        <p:spPr>
          <a:xfrm>
            <a:off x="12330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66E6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6" name=""/>
          <p:cNvSpPr/>
          <p:nvPr/>
        </p:nvSpPr>
        <p:spPr>
          <a:xfrm>
            <a:off x="1236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76E6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7" name=""/>
          <p:cNvSpPr/>
          <p:nvPr/>
        </p:nvSpPr>
        <p:spPr>
          <a:xfrm>
            <a:off x="12398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96D6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8" name=""/>
          <p:cNvSpPr/>
          <p:nvPr/>
        </p:nvSpPr>
        <p:spPr>
          <a:xfrm>
            <a:off x="1243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A6D6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69" name=""/>
          <p:cNvSpPr/>
          <p:nvPr/>
        </p:nvSpPr>
        <p:spPr>
          <a:xfrm>
            <a:off x="124632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AC6D6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0" name=""/>
          <p:cNvSpPr/>
          <p:nvPr/>
        </p:nvSpPr>
        <p:spPr>
          <a:xfrm>
            <a:off x="12499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D6D6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1" name=""/>
          <p:cNvSpPr/>
          <p:nvPr/>
        </p:nvSpPr>
        <p:spPr>
          <a:xfrm>
            <a:off x="12531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AF6D6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2" name=""/>
          <p:cNvSpPr/>
          <p:nvPr/>
        </p:nvSpPr>
        <p:spPr>
          <a:xfrm>
            <a:off x="12564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06D6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3" name=""/>
          <p:cNvSpPr/>
          <p:nvPr/>
        </p:nvSpPr>
        <p:spPr>
          <a:xfrm>
            <a:off x="12600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26D6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4" name=""/>
          <p:cNvSpPr/>
          <p:nvPr/>
        </p:nvSpPr>
        <p:spPr>
          <a:xfrm>
            <a:off x="12632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36D6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5" name=""/>
          <p:cNvSpPr/>
          <p:nvPr/>
        </p:nvSpPr>
        <p:spPr>
          <a:xfrm>
            <a:off x="12664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56C6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6" name=""/>
          <p:cNvSpPr/>
          <p:nvPr/>
        </p:nvSpPr>
        <p:spPr>
          <a:xfrm>
            <a:off x="12700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66C6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7" name=""/>
          <p:cNvSpPr/>
          <p:nvPr/>
        </p:nvSpPr>
        <p:spPr>
          <a:xfrm>
            <a:off x="12733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86C5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8" name=""/>
          <p:cNvSpPr/>
          <p:nvPr/>
        </p:nvSpPr>
        <p:spPr>
          <a:xfrm>
            <a:off x="1276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96C5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79" name=""/>
          <p:cNvSpPr/>
          <p:nvPr/>
        </p:nvSpPr>
        <p:spPr>
          <a:xfrm>
            <a:off x="127980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B6C5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0" name=""/>
          <p:cNvSpPr/>
          <p:nvPr/>
        </p:nvSpPr>
        <p:spPr>
          <a:xfrm>
            <a:off x="12834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C6C5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1" name=""/>
          <p:cNvSpPr/>
          <p:nvPr/>
        </p:nvSpPr>
        <p:spPr>
          <a:xfrm>
            <a:off x="12866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BE6C5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2" name=""/>
          <p:cNvSpPr/>
          <p:nvPr/>
        </p:nvSpPr>
        <p:spPr>
          <a:xfrm>
            <a:off x="12898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BF6C5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3" name=""/>
          <p:cNvSpPr/>
          <p:nvPr/>
        </p:nvSpPr>
        <p:spPr>
          <a:xfrm>
            <a:off x="12934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16B5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4" name=""/>
          <p:cNvSpPr/>
          <p:nvPr/>
        </p:nvSpPr>
        <p:spPr>
          <a:xfrm>
            <a:off x="12967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26B5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5" name=""/>
          <p:cNvSpPr/>
          <p:nvPr/>
        </p:nvSpPr>
        <p:spPr>
          <a:xfrm>
            <a:off x="12999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46B5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6" name=""/>
          <p:cNvSpPr/>
          <p:nvPr/>
        </p:nvSpPr>
        <p:spPr>
          <a:xfrm>
            <a:off x="13035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56B5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7" name=""/>
          <p:cNvSpPr/>
          <p:nvPr/>
        </p:nvSpPr>
        <p:spPr>
          <a:xfrm>
            <a:off x="13068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76B5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8" name=""/>
          <p:cNvSpPr/>
          <p:nvPr/>
        </p:nvSpPr>
        <p:spPr>
          <a:xfrm>
            <a:off x="1310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86B5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89" name=""/>
          <p:cNvSpPr/>
          <p:nvPr/>
        </p:nvSpPr>
        <p:spPr>
          <a:xfrm>
            <a:off x="131328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CA6B50"/>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0" name=""/>
          <p:cNvSpPr/>
          <p:nvPr/>
        </p:nvSpPr>
        <p:spPr>
          <a:xfrm>
            <a:off x="13168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B6B4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1" name=""/>
          <p:cNvSpPr/>
          <p:nvPr/>
        </p:nvSpPr>
        <p:spPr>
          <a:xfrm>
            <a:off x="13201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CD6A4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2" name=""/>
          <p:cNvSpPr/>
          <p:nvPr/>
        </p:nvSpPr>
        <p:spPr>
          <a:xfrm>
            <a:off x="1323360" y="1009440"/>
            <a:ext cx="4320" cy="47880"/>
          </a:xfrm>
          <a:custGeom>
            <a:avLst/>
            <a:gdLst/>
            <a:ahLst/>
            <a:rect l="0" t="0" r="r" b="b"/>
            <a:pathLst>
              <a:path w="12" h="133">
                <a:moveTo>
                  <a:pt x="0" y="0"/>
                </a:moveTo>
                <a:lnTo>
                  <a:pt x="12" y="0"/>
                </a:lnTo>
                <a:lnTo>
                  <a:pt x="12" y="133"/>
                </a:lnTo>
                <a:lnTo>
                  <a:pt x="0" y="133"/>
                </a:lnTo>
                <a:lnTo>
                  <a:pt x="0" y="0"/>
                </a:lnTo>
                <a:close/>
              </a:path>
            </a:pathLst>
          </a:custGeom>
          <a:solidFill>
            <a:srgbClr val="CE6A4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3" name=""/>
          <p:cNvSpPr/>
          <p:nvPr/>
        </p:nvSpPr>
        <p:spPr>
          <a:xfrm>
            <a:off x="13269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06A4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4" name=""/>
          <p:cNvSpPr/>
          <p:nvPr/>
        </p:nvSpPr>
        <p:spPr>
          <a:xfrm>
            <a:off x="13302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16A4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5" name=""/>
          <p:cNvSpPr/>
          <p:nvPr/>
        </p:nvSpPr>
        <p:spPr>
          <a:xfrm>
            <a:off x="13334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36A4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6" name=""/>
          <p:cNvSpPr/>
          <p:nvPr/>
        </p:nvSpPr>
        <p:spPr>
          <a:xfrm>
            <a:off x="13370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46A4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7" name=""/>
          <p:cNvSpPr/>
          <p:nvPr/>
        </p:nvSpPr>
        <p:spPr>
          <a:xfrm>
            <a:off x="134028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66A4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8" name=""/>
          <p:cNvSpPr/>
          <p:nvPr/>
        </p:nvSpPr>
        <p:spPr>
          <a:xfrm>
            <a:off x="134352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76A4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599" name=""/>
          <p:cNvSpPr/>
          <p:nvPr/>
        </p:nvSpPr>
        <p:spPr>
          <a:xfrm>
            <a:off x="134676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96943"/>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0" name=""/>
          <p:cNvSpPr/>
          <p:nvPr/>
        </p:nvSpPr>
        <p:spPr>
          <a:xfrm>
            <a:off x="135036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A6942"/>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1" name=""/>
          <p:cNvSpPr/>
          <p:nvPr/>
        </p:nvSpPr>
        <p:spPr>
          <a:xfrm>
            <a:off x="135360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C6941"/>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2" name=""/>
          <p:cNvSpPr/>
          <p:nvPr/>
        </p:nvSpPr>
        <p:spPr>
          <a:xfrm>
            <a:off x="1356840" y="1009440"/>
            <a:ext cx="3960" cy="47880"/>
          </a:xfrm>
          <a:custGeom>
            <a:avLst/>
            <a:gdLst/>
            <a:ahLst/>
            <a:rect l="0" t="0" r="r" b="b"/>
            <a:pathLst>
              <a:path w="11" h="133">
                <a:moveTo>
                  <a:pt x="0" y="0"/>
                </a:moveTo>
                <a:lnTo>
                  <a:pt x="11" y="0"/>
                </a:lnTo>
                <a:lnTo>
                  <a:pt x="11" y="133"/>
                </a:lnTo>
                <a:lnTo>
                  <a:pt x="0" y="133"/>
                </a:lnTo>
                <a:lnTo>
                  <a:pt x="0" y="0"/>
                </a:lnTo>
                <a:close/>
              </a:path>
            </a:pathLst>
          </a:custGeom>
          <a:solidFill>
            <a:srgbClr val="DD693F"/>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3" name=""/>
          <p:cNvSpPr/>
          <p:nvPr/>
        </p:nvSpPr>
        <p:spPr>
          <a:xfrm>
            <a:off x="1360440" y="1009440"/>
            <a:ext cx="3600" cy="47880"/>
          </a:xfrm>
          <a:custGeom>
            <a:avLst/>
            <a:gdLst/>
            <a:ahLst/>
            <a:rect l="0" t="0" r="r" b="b"/>
            <a:pathLst>
              <a:path w="10" h="133">
                <a:moveTo>
                  <a:pt x="0" y="0"/>
                </a:moveTo>
                <a:lnTo>
                  <a:pt x="10" y="0"/>
                </a:lnTo>
                <a:lnTo>
                  <a:pt x="10" y="133"/>
                </a:lnTo>
                <a:lnTo>
                  <a:pt x="0" y="133"/>
                </a:lnTo>
                <a:lnTo>
                  <a:pt x="0" y="0"/>
                </a:lnTo>
                <a:close/>
              </a:path>
            </a:pathLst>
          </a:custGeom>
          <a:solidFill>
            <a:srgbClr val="DF693E"/>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4" name=""/>
          <p:cNvSpPr/>
          <p:nvPr/>
        </p:nvSpPr>
        <p:spPr>
          <a:xfrm>
            <a:off x="1363680" y="1009440"/>
            <a:ext cx="3600" cy="47880"/>
          </a:xfrm>
          <a:custGeom>
            <a:avLst/>
            <a:gdLst/>
            <a:ahLst/>
            <a:rect l="0" t="0" r="r" b="b"/>
            <a:pathLst>
              <a:path w="10" h="133">
                <a:moveTo>
                  <a:pt x="10" y="0"/>
                </a:moveTo>
                <a:lnTo>
                  <a:pt x="10" y="133"/>
                </a:lnTo>
                <a:lnTo>
                  <a:pt x="9" y="133"/>
                </a:lnTo>
                <a:lnTo>
                  <a:pt x="0" y="133"/>
                </a:lnTo>
                <a:lnTo>
                  <a:pt x="0" y="0"/>
                </a:lnTo>
                <a:lnTo>
                  <a:pt x="9" y="0"/>
                </a:lnTo>
                <a:cubicBezTo>
                  <a:pt x="10" y="0"/>
                  <a:pt x="10" y="0"/>
                  <a:pt x="10" y="0"/>
                </a:cubicBezTo>
                <a:close/>
              </a:path>
            </a:pathLst>
          </a:custGeom>
          <a:solidFill>
            <a:srgbClr val="E0693D"/>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5" name=""/>
          <p:cNvSpPr/>
          <p:nvPr/>
        </p:nvSpPr>
        <p:spPr>
          <a:xfrm>
            <a:off x="1366920" y="1009440"/>
            <a:ext cx="3960" cy="47880"/>
          </a:xfrm>
          <a:custGeom>
            <a:avLst/>
            <a:gdLst/>
            <a:ahLst/>
            <a:rect l="0" t="0" r="r" b="b"/>
            <a:pathLst>
              <a:path w="11" h="133">
                <a:moveTo>
                  <a:pt x="11" y="1"/>
                </a:moveTo>
                <a:lnTo>
                  <a:pt x="11" y="133"/>
                </a:lnTo>
                <a:cubicBezTo>
                  <a:pt x="8" y="133"/>
                  <a:pt x="3" y="133"/>
                  <a:pt x="0" y="133"/>
                </a:cubicBezTo>
                <a:lnTo>
                  <a:pt x="0" y="0"/>
                </a:lnTo>
                <a:cubicBezTo>
                  <a:pt x="3" y="0"/>
                  <a:pt x="8" y="0"/>
                  <a:pt x="11" y="1"/>
                </a:cubicBezTo>
                <a:close/>
              </a:path>
            </a:pathLst>
          </a:custGeom>
          <a:solidFill>
            <a:srgbClr val="E2693C"/>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6" name=""/>
          <p:cNvSpPr/>
          <p:nvPr/>
        </p:nvSpPr>
        <p:spPr>
          <a:xfrm>
            <a:off x="1370520" y="1009800"/>
            <a:ext cx="3600" cy="47520"/>
          </a:xfrm>
          <a:custGeom>
            <a:avLst/>
            <a:gdLst/>
            <a:ahLst/>
            <a:rect l="0" t="0" r="r" b="b"/>
            <a:pathLst>
              <a:path w="10" h="132">
                <a:moveTo>
                  <a:pt x="10" y="2"/>
                </a:moveTo>
                <a:lnTo>
                  <a:pt x="10" y="130"/>
                </a:lnTo>
                <a:cubicBezTo>
                  <a:pt x="7" y="130"/>
                  <a:pt x="3" y="131"/>
                  <a:pt x="0" y="132"/>
                </a:cubicBezTo>
                <a:lnTo>
                  <a:pt x="0" y="0"/>
                </a:lnTo>
                <a:cubicBezTo>
                  <a:pt x="3" y="0"/>
                  <a:pt x="7" y="1"/>
                  <a:pt x="10" y="2"/>
                </a:cubicBezTo>
                <a:close/>
              </a:path>
            </a:pathLst>
          </a:custGeom>
          <a:solidFill>
            <a:srgbClr val="E369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7" name=""/>
          <p:cNvSpPr/>
          <p:nvPr/>
        </p:nvSpPr>
        <p:spPr>
          <a:xfrm>
            <a:off x="1373760" y="1010520"/>
            <a:ext cx="3600" cy="46080"/>
          </a:xfrm>
          <a:custGeom>
            <a:avLst/>
            <a:gdLst/>
            <a:ahLst/>
            <a:rect l="0" t="0" r="r" b="b"/>
            <a:pathLst>
              <a:path w="10" h="128">
                <a:moveTo>
                  <a:pt x="10" y="4"/>
                </a:moveTo>
                <a:lnTo>
                  <a:pt x="10" y="124"/>
                </a:lnTo>
                <a:cubicBezTo>
                  <a:pt x="7" y="125"/>
                  <a:pt x="3" y="127"/>
                  <a:pt x="0" y="128"/>
                </a:cubicBezTo>
                <a:lnTo>
                  <a:pt x="0" y="0"/>
                </a:lnTo>
                <a:cubicBezTo>
                  <a:pt x="3" y="1"/>
                  <a:pt x="7" y="2"/>
                  <a:pt x="10" y="4"/>
                </a:cubicBezTo>
                <a:close/>
              </a:path>
            </a:pathLst>
          </a:custGeom>
          <a:solidFill>
            <a:srgbClr val="E56839"/>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8" name=""/>
          <p:cNvSpPr/>
          <p:nvPr/>
        </p:nvSpPr>
        <p:spPr>
          <a:xfrm>
            <a:off x="1377000" y="1011960"/>
            <a:ext cx="3960" cy="43200"/>
          </a:xfrm>
          <a:custGeom>
            <a:avLst/>
            <a:gdLst/>
            <a:ahLst/>
            <a:rect l="0" t="0" r="r" b="b"/>
            <a:pathLst>
              <a:path w="11" h="120">
                <a:moveTo>
                  <a:pt x="11" y="5"/>
                </a:moveTo>
                <a:lnTo>
                  <a:pt x="11" y="114"/>
                </a:lnTo>
                <a:cubicBezTo>
                  <a:pt x="8" y="116"/>
                  <a:pt x="3" y="118"/>
                  <a:pt x="0" y="120"/>
                </a:cubicBezTo>
                <a:lnTo>
                  <a:pt x="0" y="0"/>
                </a:lnTo>
                <a:cubicBezTo>
                  <a:pt x="3" y="1"/>
                  <a:pt x="8" y="3"/>
                  <a:pt x="11" y="5"/>
                </a:cubicBezTo>
                <a:close/>
              </a:path>
            </a:pathLst>
          </a:custGeom>
          <a:solidFill>
            <a:srgbClr val="E66838"/>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09" name=""/>
          <p:cNvSpPr/>
          <p:nvPr/>
        </p:nvSpPr>
        <p:spPr>
          <a:xfrm>
            <a:off x="1380600" y="1013760"/>
            <a:ext cx="3600" cy="39240"/>
          </a:xfrm>
          <a:custGeom>
            <a:avLst/>
            <a:gdLst/>
            <a:ahLst/>
            <a:rect l="0" t="0" r="r" b="b"/>
            <a:pathLst>
              <a:path w="10" h="109">
                <a:moveTo>
                  <a:pt x="9" y="7"/>
                </a:moveTo>
                <a:cubicBezTo>
                  <a:pt x="9" y="8"/>
                  <a:pt x="10" y="8"/>
                  <a:pt x="10" y="8"/>
                </a:cubicBezTo>
                <a:lnTo>
                  <a:pt x="10" y="101"/>
                </a:lnTo>
                <a:lnTo>
                  <a:pt x="9" y="102"/>
                </a:lnTo>
                <a:cubicBezTo>
                  <a:pt x="6" y="105"/>
                  <a:pt x="2" y="107"/>
                  <a:pt x="0" y="109"/>
                </a:cubicBezTo>
                <a:lnTo>
                  <a:pt x="0" y="0"/>
                </a:lnTo>
                <a:cubicBezTo>
                  <a:pt x="2" y="2"/>
                  <a:pt x="6" y="5"/>
                  <a:pt x="9" y="7"/>
                </a:cubicBezTo>
                <a:close/>
              </a:path>
            </a:pathLst>
          </a:custGeom>
          <a:solidFill>
            <a:srgbClr val="E86837"/>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10" name=""/>
          <p:cNvSpPr/>
          <p:nvPr/>
        </p:nvSpPr>
        <p:spPr>
          <a:xfrm>
            <a:off x="1383840" y="1016640"/>
            <a:ext cx="3600" cy="33480"/>
          </a:xfrm>
          <a:custGeom>
            <a:avLst/>
            <a:gdLst/>
            <a:ahLst/>
            <a:rect l="0" t="0" r="r" b="b"/>
            <a:pathLst>
              <a:path w="10" h="93">
                <a:moveTo>
                  <a:pt x="10" y="12"/>
                </a:moveTo>
                <a:lnTo>
                  <a:pt x="10" y="81"/>
                </a:lnTo>
                <a:cubicBezTo>
                  <a:pt x="8" y="86"/>
                  <a:pt x="3" y="89"/>
                  <a:pt x="0" y="93"/>
                </a:cubicBezTo>
                <a:lnTo>
                  <a:pt x="0" y="0"/>
                </a:lnTo>
                <a:cubicBezTo>
                  <a:pt x="3" y="4"/>
                  <a:pt x="8" y="8"/>
                  <a:pt x="10" y="12"/>
                </a:cubicBezTo>
                <a:close/>
              </a:path>
            </a:pathLst>
          </a:custGeom>
          <a:solidFill>
            <a:srgbClr val="E96835"/>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11" name=""/>
          <p:cNvSpPr/>
          <p:nvPr/>
        </p:nvSpPr>
        <p:spPr>
          <a:xfrm>
            <a:off x="1387080" y="1020960"/>
            <a:ext cx="3600" cy="24840"/>
          </a:xfrm>
          <a:custGeom>
            <a:avLst/>
            <a:gdLst/>
            <a:ahLst/>
            <a:rect l="0" t="0" r="r" b="b"/>
            <a:pathLst>
              <a:path w="10" h="69">
                <a:moveTo>
                  <a:pt x="10" y="34"/>
                </a:moveTo>
                <a:cubicBezTo>
                  <a:pt x="10" y="47"/>
                  <a:pt x="7" y="59"/>
                  <a:pt x="0" y="69"/>
                </a:cubicBezTo>
                <a:lnTo>
                  <a:pt x="0" y="0"/>
                </a:lnTo>
                <a:cubicBezTo>
                  <a:pt x="7" y="10"/>
                  <a:pt x="10" y="22"/>
                  <a:pt x="10" y="34"/>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5612" name=""/>
          <p:cNvSpPr txBox="1"/>
          <p:nvPr/>
        </p:nvSpPr>
        <p:spPr>
          <a:xfrm>
            <a:off x="4659480" y="495360"/>
            <a:ext cx="3195000" cy="399600"/>
          </a:xfrm>
          <a:prstGeom prst="rect">
            <a:avLst/>
          </a:prstGeom>
          <a:noFill/>
          <a:ln w="0">
            <a:noFill/>
          </a:ln>
        </p:spPr>
        <p:txBody>
          <a:bodyPr wrap="none" lIns="0" tIns="0" rIns="0" bIns="0" anchor="t">
            <a:spAutoFit/>
          </a:bodyPr>
          <a:p>
            <a:pPr/>
            <a:r>
              <a:rPr lang="ja-JP" sz="3150" b="1" u="none" strike="noStrike">
                <a:solidFill>
                  <a:srgbClr val="4A3AA7"/>
                </a:solidFill>
                <a:effectLst/>
                <a:uFillTx/>
                <a:latin typeface="HiraginoSans-W7"/>
                <a:ea typeface="HiraginoSans-W7"/>
              </a:rPr>
              <a:t>私の開発スタイル</a:t>
            </a:r>
            <a:endParaRPr lang="en-US" sz="3150" b="0" u="none" strike="noStrike">
              <a:solidFill>
                <a:srgbClr val="000000"/>
              </a:solidFill>
              <a:effectLst/>
              <a:uFillTx/>
              <a:latin typeface="游明朝体"/>
            </a:endParaRPr>
          </a:p>
        </p:txBody>
      </p:sp>
      <p:sp>
        <p:nvSpPr>
          <p:cNvPr id="5613"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B6480"/>
                </a:solidFill>
                <a:effectLst/>
                <a:uFillTx/>
                <a:latin typeface="HelveticaNeue"/>
                <a:ea typeface="HelveticaNeue"/>
              </a:rPr>
              <a:t>21</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 name="Picture 1" descr="v_slide22-22.png"/>
          <p:cNvPicPr>
            <a:picLocks noChangeAspect="1"/>
          </p:cNvPicPr>
          <p:nvPr/>
        </p:nvPicPr>
        <p:blipFill>
          <a:blip r:embed="rId12"/>
          <a:stretch>
            <a:fillRect/>
          </a:stretch>
        </p:blipFill>
        <p:spPr>
          <a:xfrm>
            <a:off x="0" y="0"/>
            <a:ext cx="12192000" cy="6858000"/>
          </a:xfrm>
          <a:prstGeom prst="rect">
            <a:avLst/>
          </a:prstGeom>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ja-JP</dc:language>
  <cp:lastModifiedBy/>
  <cp:revision>0</cp:revision>
  <dc:subject/>
  <dc:title/>
</cp:coreProperties>
</file>