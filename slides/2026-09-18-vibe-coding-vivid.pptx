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3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9.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png"/><Relationship Id="rId3"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v2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txBox="1"/>
          <p:nvPr/>
        </p:nvSpPr>
        <p:spPr>
          <a:xfrm>
            <a:off x="533520" y="273276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19" name=""/>
          <p:cNvSpPr txBox="1"/>
          <p:nvPr/>
        </p:nvSpPr>
        <p:spPr>
          <a:xfrm>
            <a:off x="6629400" y="27237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0" name=""/>
          <p:cNvSpPr txBox="1"/>
          <p:nvPr/>
        </p:nvSpPr>
        <p:spPr>
          <a:xfrm>
            <a:off x="7190280" y="27327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1" name=""/>
          <p:cNvSpPr txBox="1"/>
          <p:nvPr/>
        </p:nvSpPr>
        <p:spPr>
          <a:xfrm>
            <a:off x="10973520" y="27237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2" name=""/>
          <p:cNvSpPr txBox="1"/>
          <p:nvPr/>
        </p:nvSpPr>
        <p:spPr>
          <a:xfrm>
            <a:off x="533520" y="3018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3" name=""/>
          <p:cNvSpPr txBox="1"/>
          <p:nvPr/>
        </p:nvSpPr>
        <p:spPr>
          <a:xfrm>
            <a:off x="4518720" y="3009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4" name=""/>
          <p:cNvSpPr txBox="1"/>
          <p:nvPr/>
        </p:nvSpPr>
        <p:spPr>
          <a:xfrm>
            <a:off x="4691520" y="3018600"/>
            <a:ext cx="6668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5" name=""/>
          <p:cNvSpPr txBox="1"/>
          <p:nvPr/>
        </p:nvSpPr>
        <p:spPr>
          <a:xfrm>
            <a:off x="533520" y="34477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706320" y="345672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7" name=""/>
          <p:cNvSpPr txBox="1"/>
          <p:nvPr/>
        </p:nvSpPr>
        <p:spPr>
          <a:xfrm>
            <a:off x="5826960" y="3447720"/>
            <a:ext cx="1045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28" name=""/>
          <p:cNvSpPr txBox="1"/>
          <p:nvPr/>
        </p:nvSpPr>
        <p:spPr>
          <a:xfrm>
            <a:off x="6867720" y="3456720"/>
            <a:ext cx="4953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29" name=""/>
          <p:cNvSpPr txBox="1"/>
          <p:nvPr/>
        </p:nvSpPr>
        <p:spPr>
          <a:xfrm>
            <a:off x="533520" y="374220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0" name=""/>
          <p:cNvSpPr txBox="1"/>
          <p:nvPr/>
        </p:nvSpPr>
        <p:spPr>
          <a:xfrm>
            <a:off x="24382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1" name=""/>
          <p:cNvSpPr txBox="1"/>
          <p:nvPr/>
        </p:nvSpPr>
        <p:spPr>
          <a:xfrm>
            <a:off x="2544480" y="374220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2" name=""/>
          <p:cNvSpPr txBox="1"/>
          <p:nvPr/>
        </p:nvSpPr>
        <p:spPr>
          <a:xfrm>
            <a:off x="34966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3" name=""/>
          <p:cNvSpPr txBox="1"/>
          <p:nvPr/>
        </p:nvSpPr>
        <p:spPr>
          <a:xfrm>
            <a:off x="3669480" y="37422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4" name=""/>
          <p:cNvSpPr txBox="1"/>
          <p:nvPr/>
        </p:nvSpPr>
        <p:spPr>
          <a:xfrm>
            <a:off x="4986000" y="3733560"/>
            <a:ext cx="111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5" name=""/>
          <p:cNvSpPr txBox="1"/>
          <p:nvPr/>
        </p:nvSpPr>
        <p:spPr>
          <a:xfrm>
            <a:off x="6104520" y="3742200"/>
            <a:ext cx="5525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6" name=""/>
          <p:cNvSpPr txBox="1"/>
          <p:nvPr/>
        </p:nvSpPr>
        <p:spPr>
          <a:xfrm>
            <a:off x="533520" y="4028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7" name=""/>
          <p:cNvSpPr txBox="1"/>
          <p:nvPr/>
        </p:nvSpPr>
        <p:spPr>
          <a:xfrm>
            <a:off x="533520" y="4466160"/>
            <a:ext cx="10859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38" name=""/>
          <p:cNvSpPr txBox="1"/>
          <p:nvPr/>
        </p:nvSpPr>
        <p:spPr>
          <a:xfrm>
            <a:off x="533520" y="47520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39" name=""/>
          <p:cNvSpPr/>
          <p:nvPr/>
        </p:nvSpPr>
        <p:spPr>
          <a:xfrm>
            <a:off x="533160" y="2417040"/>
            <a:ext cx="7200" cy="33480"/>
          </a:xfrm>
          <a:custGeom>
            <a:avLst/>
            <a:gdLst/>
            <a:ahLst/>
            <a:rect l="0" t="0" r="r" b="b"/>
            <a:pathLst>
              <a:path w="20" h="93">
                <a:moveTo>
                  <a:pt x="20" y="0"/>
                </a:moveTo>
                <a:lnTo>
                  <a:pt x="20" y="93"/>
                </a:lnTo>
                <a:cubicBezTo>
                  <a:pt x="7" y="80"/>
                  <a:pt x="0" y="64"/>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 name=""/>
          <p:cNvSpPr/>
          <p:nvPr/>
        </p:nvSpPr>
        <p:spPr>
          <a:xfrm>
            <a:off x="540000" y="241200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 name=""/>
          <p:cNvSpPr/>
          <p:nvPr/>
        </p:nvSpPr>
        <p:spPr>
          <a:xfrm>
            <a:off x="546480" y="2409840"/>
            <a:ext cx="7200" cy="47880"/>
          </a:xfrm>
          <a:custGeom>
            <a:avLst/>
            <a:gdLst/>
            <a:ahLst/>
            <a:rect l="0" t="0" r="r" b="b"/>
            <a:pathLst>
              <a:path w="20" h="133">
                <a:moveTo>
                  <a:pt x="20" y="0"/>
                </a:moveTo>
                <a:lnTo>
                  <a:pt x="20" y="133"/>
                </a:lnTo>
                <a:cubicBezTo>
                  <a:pt x="13" y="131"/>
                  <a:pt x="7" y="129"/>
                  <a:pt x="0" y="126"/>
                </a:cubicBezTo>
                <a:lnTo>
                  <a:pt x="0" y="7"/>
                </a:lnTo>
                <a:cubicBezTo>
                  <a:pt x="7" y="4"/>
                  <a:pt x="13" y="2"/>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 name=""/>
          <p:cNvSpPr/>
          <p:nvPr/>
        </p:nvSpPr>
        <p:spPr>
          <a:xfrm>
            <a:off x="553320" y="2409480"/>
            <a:ext cx="7200" cy="48240"/>
          </a:xfrm>
          <a:custGeom>
            <a:avLst/>
            <a:gdLst/>
            <a:ahLst/>
            <a:rect l="0" t="0" r="r" b="b"/>
            <a:pathLst>
              <a:path w="20" h="134">
                <a:moveTo>
                  <a:pt x="11" y="0"/>
                </a:moveTo>
                <a:lnTo>
                  <a:pt x="20" y="0"/>
                </a:lnTo>
                <a:lnTo>
                  <a:pt x="20" y="134"/>
                </a:lnTo>
                <a:lnTo>
                  <a:pt x="11" y="134"/>
                </a:lnTo>
                <a:cubicBezTo>
                  <a:pt x="8" y="134"/>
                  <a:pt x="4" y="134"/>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 name=""/>
          <p:cNvSpPr/>
          <p:nvPr/>
        </p:nvSpPr>
        <p:spPr>
          <a:xfrm>
            <a:off x="560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 name=""/>
          <p:cNvSpPr/>
          <p:nvPr/>
        </p:nvSpPr>
        <p:spPr>
          <a:xfrm>
            <a:off x="56664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 name=""/>
          <p:cNvSpPr/>
          <p:nvPr/>
        </p:nvSpPr>
        <p:spPr>
          <a:xfrm>
            <a:off x="573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 name=""/>
          <p:cNvSpPr/>
          <p:nvPr/>
        </p:nvSpPr>
        <p:spPr>
          <a:xfrm>
            <a:off x="579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 name=""/>
          <p:cNvSpPr/>
          <p:nvPr/>
        </p:nvSpPr>
        <p:spPr>
          <a:xfrm>
            <a:off x="586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 name=""/>
          <p:cNvSpPr/>
          <p:nvPr/>
        </p:nvSpPr>
        <p:spPr>
          <a:xfrm>
            <a:off x="593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 name=""/>
          <p:cNvSpPr/>
          <p:nvPr/>
        </p:nvSpPr>
        <p:spPr>
          <a:xfrm>
            <a:off x="600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 name=""/>
          <p:cNvSpPr/>
          <p:nvPr/>
        </p:nvSpPr>
        <p:spPr>
          <a:xfrm>
            <a:off x="606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 name=""/>
          <p:cNvSpPr/>
          <p:nvPr/>
        </p:nvSpPr>
        <p:spPr>
          <a:xfrm>
            <a:off x="613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 name=""/>
          <p:cNvSpPr/>
          <p:nvPr/>
        </p:nvSpPr>
        <p:spPr>
          <a:xfrm>
            <a:off x="620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 name=""/>
          <p:cNvSpPr/>
          <p:nvPr/>
        </p:nvSpPr>
        <p:spPr>
          <a:xfrm>
            <a:off x="627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 name=""/>
          <p:cNvSpPr/>
          <p:nvPr/>
        </p:nvSpPr>
        <p:spPr>
          <a:xfrm>
            <a:off x="633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 name=""/>
          <p:cNvSpPr/>
          <p:nvPr/>
        </p:nvSpPr>
        <p:spPr>
          <a:xfrm>
            <a:off x="640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 name=""/>
          <p:cNvSpPr/>
          <p:nvPr/>
        </p:nvSpPr>
        <p:spPr>
          <a:xfrm>
            <a:off x="646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 name=""/>
          <p:cNvSpPr/>
          <p:nvPr/>
        </p:nvSpPr>
        <p:spPr>
          <a:xfrm>
            <a:off x="653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 name=""/>
          <p:cNvSpPr/>
          <p:nvPr/>
        </p:nvSpPr>
        <p:spPr>
          <a:xfrm>
            <a:off x="660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 name=""/>
          <p:cNvSpPr/>
          <p:nvPr/>
        </p:nvSpPr>
        <p:spPr>
          <a:xfrm>
            <a:off x="667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 name=""/>
          <p:cNvSpPr/>
          <p:nvPr/>
        </p:nvSpPr>
        <p:spPr>
          <a:xfrm>
            <a:off x="6739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 name=""/>
          <p:cNvSpPr/>
          <p:nvPr/>
        </p:nvSpPr>
        <p:spPr>
          <a:xfrm>
            <a:off x="6804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 name=""/>
          <p:cNvSpPr/>
          <p:nvPr/>
        </p:nvSpPr>
        <p:spPr>
          <a:xfrm>
            <a:off x="6872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 name=""/>
          <p:cNvSpPr/>
          <p:nvPr/>
        </p:nvSpPr>
        <p:spPr>
          <a:xfrm>
            <a:off x="6940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 name=""/>
          <p:cNvSpPr/>
          <p:nvPr/>
        </p:nvSpPr>
        <p:spPr>
          <a:xfrm>
            <a:off x="7005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 name=""/>
          <p:cNvSpPr/>
          <p:nvPr/>
        </p:nvSpPr>
        <p:spPr>
          <a:xfrm>
            <a:off x="7074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 name=""/>
          <p:cNvSpPr/>
          <p:nvPr/>
        </p:nvSpPr>
        <p:spPr>
          <a:xfrm>
            <a:off x="7138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 name=""/>
          <p:cNvSpPr/>
          <p:nvPr/>
        </p:nvSpPr>
        <p:spPr>
          <a:xfrm>
            <a:off x="7207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p:nvPr/>
        </p:nvSpPr>
        <p:spPr>
          <a:xfrm>
            <a:off x="7275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 name=""/>
          <p:cNvSpPr/>
          <p:nvPr/>
        </p:nvSpPr>
        <p:spPr>
          <a:xfrm>
            <a:off x="7340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 name=""/>
          <p:cNvSpPr/>
          <p:nvPr/>
        </p:nvSpPr>
        <p:spPr>
          <a:xfrm>
            <a:off x="7408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 name=""/>
          <p:cNvSpPr/>
          <p:nvPr/>
        </p:nvSpPr>
        <p:spPr>
          <a:xfrm>
            <a:off x="7473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 name=""/>
          <p:cNvSpPr/>
          <p:nvPr/>
        </p:nvSpPr>
        <p:spPr>
          <a:xfrm>
            <a:off x="7542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p:nvPr/>
        </p:nvSpPr>
        <p:spPr>
          <a:xfrm>
            <a:off x="7610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 name=""/>
          <p:cNvSpPr/>
          <p:nvPr/>
        </p:nvSpPr>
        <p:spPr>
          <a:xfrm>
            <a:off x="76752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 name=""/>
          <p:cNvSpPr/>
          <p:nvPr/>
        </p:nvSpPr>
        <p:spPr>
          <a:xfrm>
            <a:off x="7743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 name=""/>
          <p:cNvSpPr/>
          <p:nvPr/>
        </p:nvSpPr>
        <p:spPr>
          <a:xfrm>
            <a:off x="780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 name=""/>
          <p:cNvSpPr/>
          <p:nvPr/>
        </p:nvSpPr>
        <p:spPr>
          <a:xfrm>
            <a:off x="7876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 name=""/>
          <p:cNvSpPr/>
          <p:nvPr/>
        </p:nvSpPr>
        <p:spPr>
          <a:xfrm>
            <a:off x="7945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 name=""/>
          <p:cNvSpPr/>
          <p:nvPr/>
        </p:nvSpPr>
        <p:spPr>
          <a:xfrm>
            <a:off x="8010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 name=""/>
          <p:cNvSpPr/>
          <p:nvPr/>
        </p:nvSpPr>
        <p:spPr>
          <a:xfrm>
            <a:off x="807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 name=""/>
          <p:cNvSpPr/>
          <p:nvPr/>
        </p:nvSpPr>
        <p:spPr>
          <a:xfrm>
            <a:off x="8146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 name=""/>
          <p:cNvSpPr/>
          <p:nvPr/>
        </p:nvSpPr>
        <p:spPr>
          <a:xfrm>
            <a:off x="8211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p:nvPr/>
        </p:nvSpPr>
        <p:spPr>
          <a:xfrm>
            <a:off x="8280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 name=""/>
          <p:cNvSpPr/>
          <p:nvPr/>
        </p:nvSpPr>
        <p:spPr>
          <a:xfrm>
            <a:off x="8344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 name=""/>
          <p:cNvSpPr/>
          <p:nvPr/>
        </p:nvSpPr>
        <p:spPr>
          <a:xfrm>
            <a:off x="8413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 name=""/>
          <p:cNvSpPr/>
          <p:nvPr/>
        </p:nvSpPr>
        <p:spPr>
          <a:xfrm>
            <a:off x="848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 name=""/>
          <p:cNvSpPr/>
          <p:nvPr/>
        </p:nvSpPr>
        <p:spPr>
          <a:xfrm>
            <a:off x="8546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p:nvPr/>
        </p:nvSpPr>
        <p:spPr>
          <a:xfrm>
            <a:off x="861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 name=""/>
          <p:cNvSpPr/>
          <p:nvPr/>
        </p:nvSpPr>
        <p:spPr>
          <a:xfrm>
            <a:off x="867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 name=""/>
          <p:cNvSpPr/>
          <p:nvPr/>
        </p:nvSpPr>
        <p:spPr>
          <a:xfrm>
            <a:off x="874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 name=""/>
          <p:cNvSpPr/>
          <p:nvPr/>
        </p:nvSpPr>
        <p:spPr>
          <a:xfrm>
            <a:off x="881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 name=""/>
          <p:cNvSpPr/>
          <p:nvPr/>
        </p:nvSpPr>
        <p:spPr>
          <a:xfrm>
            <a:off x="888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 name=""/>
          <p:cNvSpPr/>
          <p:nvPr/>
        </p:nvSpPr>
        <p:spPr>
          <a:xfrm>
            <a:off x="894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 name=""/>
          <p:cNvSpPr/>
          <p:nvPr/>
        </p:nvSpPr>
        <p:spPr>
          <a:xfrm>
            <a:off x="901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 name=""/>
          <p:cNvSpPr/>
          <p:nvPr/>
        </p:nvSpPr>
        <p:spPr>
          <a:xfrm>
            <a:off x="908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p:nvPr/>
        </p:nvSpPr>
        <p:spPr>
          <a:xfrm>
            <a:off x="915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 name=""/>
          <p:cNvSpPr/>
          <p:nvPr/>
        </p:nvSpPr>
        <p:spPr>
          <a:xfrm>
            <a:off x="921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 name=""/>
          <p:cNvSpPr/>
          <p:nvPr/>
        </p:nvSpPr>
        <p:spPr>
          <a:xfrm>
            <a:off x="928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 name=""/>
          <p:cNvSpPr/>
          <p:nvPr/>
        </p:nvSpPr>
        <p:spPr>
          <a:xfrm>
            <a:off x="934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 name=""/>
          <p:cNvSpPr/>
          <p:nvPr/>
        </p:nvSpPr>
        <p:spPr>
          <a:xfrm>
            <a:off x="941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 name=""/>
          <p:cNvSpPr/>
          <p:nvPr/>
        </p:nvSpPr>
        <p:spPr>
          <a:xfrm>
            <a:off x="948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p:nvPr/>
        </p:nvSpPr>
        <p:spPr>
          <a:xfrm>
            <a:off x="955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 name=""/>
          <p:cNvSpPr/>
          <p:nvPr/>
        </p:nvSpPr>
        <p:spPr>
          <a:xfrm>
            <a:off x="961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 name=""/>
          <p:cNvSpPr/>
          <p:nvPr/>
        </p:nvSpPr>
        <p:spPr>
          <a:xfrm>
            <a:off x="965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 name=""/>
          <p:cNvSpPr/>
          <p:nvPr/>
        </p:nvSpPr>
        <p:spPr>
          <a:xfrm>
            <a:off x="968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 name=""/>
          <p:cNvSpPr/>
          <p:nvPr/>
        </p:nvSpPr>
        <p:spPr>
          <a:xfrm>
            <a:off x="972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 name=""/>
          <p:cNvSpPr/>
          <p:nvPr/>
        </p:nvSpPr>
        <p:spPr>
          <a:xfrm>
            <a:off x="975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 name=""/>
          <p:cNvSpPr/>
          <p:nvPr/>
        </p:nvSpPr>
        <p:spPr>
          <a:xfrm>
            <a:off x="978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 name=""/>
          <p:cNvSpPr/>
          <p:nvPr/>
        </p:nvSpPr>
        <p:spPr>
          <a:xfrm>
            <a:off x="982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 name=""/>
          <p:cNvSpPr/>
          <p:nvPr/>
        </p:nvSpPr>
        <p:spPr>
          <a:xfrm>
            <a:off x="985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 name=""/>
          <p:cNvSpPr/>
          <p:nvPr/>
        </p:nvSpPr>
        <p:spPr>
          <a:xfrm>
            <a:off x="9885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 name=""/>
          <p:cNvSpPr/>
          <p:nvPr/>
        </p:nvSpPr>
        <p:spPr>
          <a:xfrm>
            <a:off x="992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 name=""/>
          <p:cNvSpPr/>
          <p:nvPr/>
        </p:nvSpPr>
        <p:spPr>
          <a:xfrm>
            <a:off x="995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 name=""/>
          <p:cNvSpPr/>
          <p:nvPr/>
        </p:nvSpPr>
        <p:spPr>
          <a:xfrm>
            <a:off x="998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 name=""/>
          <p:cNvSpPr/>
          <p:nvPr/>
        </p:nvSpPr>
        <p:spPr>
          <a:xfrm>
            <a:off x="1001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 name=""/>
          <p:cNvSpPr/>
          <p:nvPr/>
        </p:nvSpPr>
        <p:spPr>
          <a:xfrm>
            <a:off x="1005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 name=""/>
          <p:cNvSpPr/>
          <p:nvPr/>
        </p:nvSpPr>
        <p:spPr>
          <a:xfrm>
            <a:off x="1008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 name=""/>
          <p:cNvSpPr/>
          <p:nvPr/>
        </p:nvSpPr>
        <p:spPr>
          <a:xfrm>
            <a:off x="1011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 name=""/>
          <p:cNvSpPr/>
          <p:nvPr/>
        </p:nvSpPr>
        <p:spPr>
          <a:xfrm>
            <a:off x="1015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 name=""/>
          <p:cNvSpPr/>
          <p:nvPr/>
        </p:nvSpPr>
        <p:spPr>
          <a:xfrm>
            <a:off x="1018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 name=""/>
          <p:cNvSpPr/>
          <p:nvPr/>
        </p:nvSpPr>
        <p:spPr>
          <a:xfrm>
            <a:off x="102204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 name=""/>
          <p:cNvSpPr/>
          <p:nvPr/>
        </p:nvSpPr>
        <p:spPr>
          <a:xfrm>
            <a:off x="1025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 name=""/>
          <p:cNvSpPr/>
          <p:nvPr/>
        </p:nvSpPr>
        <p:spPr>
          <a:xfrm>
            <a:off x="1028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 name=""/>
          <p:cNvSpPr/>
          <p:nvPr/>
        </p:nvSpPr>
        <p:spPr>
          <a:xfrm>
            <a:off x="1032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 name=""/>
          <p:cNvSpPr/>
          <p:nvPr/>
        </p:nvSpPr>
        <p:spPr>
          <a:xfrm>
            <a:off x="1035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p:nvPr/>
        </p:nvSpPr>
        <p:spPr>
          <a:xfrm>
            <a:off x="1038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 name=""/>
          <p:cNvSpPr/>
          <p:nvPr/>
        </p:nvSpPr>
        <p:spPr>
          <a:xfrm>
            <a:off x="1042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 name=""/>
          <p:cNvSpPr/>
          <p:nvPr/>
        </p:nvSpPr>
        <p:spPr>
          <a:xfrm>
            <a:off x="1045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 name=""/>
          <p:cNvSpPr/>
          <p:nvPr/>
        </p:nvSpPr>
        <p:spPr>
          <a:xfrm>
            <a:off x="1049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p:nvPr/>
        </p:nvSpPr>
        <p:spPr>
          <a:xfrm>
            <a:off x="1052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 name=""/>
          <p:cNvSpPr/>
          <p:nvPr/>
        </p:nvSpPr>
        <p:spPr>
          <a:xfrm>
            <a:off x="1055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 name=""/>
          <p:cNvSpPr/>
          <p:nvPr/>
        </p:nvSpPr>
        <p:spPr>
          <a:xfrm>
            <a:off x="1059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 name=""/>
          <p:cNvSpPr/>
          <p:nvPr/>
        </p:nvSpPr>
        <p:spPr>
          <a:xfrm>
            <a:off x="1062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 name=""/>
          <p:cNvSpPr/>
          <p:nvPr/>
        </p:nvSpPr>
        <p:spPr>
          <a:xfrm>
            <a:off x="1065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 name=""/>
          <p:cNvSpPr/>
          <p:nvPr/>
        </p:nvSpPr>
        <p:spPr>
          <a:xfrm>
            <a:off x="1068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 name=""/>
          <p:cNvSpPr/>
          <p:nvPr/>
        </p:nvSpPr>
        <p:spPr>
          <a:xfrm>
            <a:off x="1072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 name=""/>
          <p:cNvSpPr/>
          <p:nvPr/>
        </p:nvSpPr>
        <p:spPr>
          <a:xfrm>
            <a:off x="1075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 name=""/>
          <p:cNvSpPr/>
          <p:nvPr/>
        </p:nvSpPr>
        <p:spPr>
          <a:xfrm>
            <a:off x="10789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 name=""/>
          <p:cNvSpPr/>
          <p:nvPr/>
        </p:nvSpPr>
        <p:spPr>
          <a:xfrm>
            <a:off x="1082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 name=""/>
          <p:cNvSpPr/>
          <p:nvPr/>
        </p:nvSpPr>
        <p:spPr>
          <a:xfrm>
            <a:off x="1085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 name=""/>
          <p:cNvSpPr/>
          <p:nvPr/>
        </p:nvSpPr>
        <p:spPr>
          <a:xfrm>
            <a:off x="1089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 name=""/>
          <p:cNvSpPr/>
          <p:nvPr/>
        </p:nvSpPr>
        <p:spPr>
          <a:xfrm>
            <a:off x="1092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 name=""/>
          <p:cNvSpPr/>
          <p:nvPr/>
        </p:nvSpPr>
        <p:spPr>
          <a:xfrm>
            <a:off x="1095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 name=""/>
          <p:cNvSpPr/>
          <p:nvPr/>
        </p:nvSpPr>
        <p:spPr>
          <a:xfrm>
            <a:off x="1099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 name=""/>
          <p:cNvSpPr/>
          <p:nvPr/>
        </p:nvSpPr>
        <p:spPr>
          <a:xfrm>
            <a:off x="1102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p:nvPr/>
        </p:nvSpPr>
        <p:spPr>
          <a:xfrm>
            <a:off x="1105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 name=""/>
          <p:cNvSpPr/>
          <p:nvPr/>
        </p:nvSpPr>
        <p:spPr>
          <a:xfrm>
            <a:off x="1109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 name=""/>
          <p:cNvSpPr/>
          <p:nvPr/>
        </p:nvSpPr>
        <p:spPr>
          <a:xfrm>
            <a:off x="1112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 name=""/>
          <p:cNvSpPr/>
          <p:nvPr/>
        </p:nvSpPr>
        <p:spPr>
          <a:xfrm>
            <a:off x="1116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 name=""/>
          <p:cNvSpPr/>
          <p:nvPr/>
        </p:nvSpPr>
        <p:spPr>
          <a:xfrm>
            <a:off x="1119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 name=""/>
          <p:cNvSpPr/>
          <p:nvPr/>
        </p:nvSpPr>
        <p:spPr>
          <a:xfrm>
            <a:off x="112248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 name=""/>
          <p:cNvSpPr/>
          <p:nvPr/>
        </p:nvSpPr>
        <p:spPr>
          <a:xfrm>
            <a:off x="1126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 name=""/>
          <p:cNvSpPr/>
          <p:nvPr/>
        </p:nvSpPr>
        <p:spPr>
          <a:xfrm>
            <a:off x="1129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p:nvPr/>
        </p:nvSpPr>
        <p:spPr>
          <a:xfrm>
            <a:off x="1132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 name=""/>
          <p:cNvSpPr/>
          <p:nvPr/>
        </p:nvSpPr>
        <p:spPr>
          <a:xfrm>
            <a:off x="1135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 name=""/>
          <p:cNvSpPr/>
          <p:nvPr/>
        </p:nvSpPr>
        <p:spPr>
          <a:xfrm>
            <a:off x="1139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 name=""/>
          <p:cNvSpPr/>
          <p:nvPr/>
        </p:nvSpPr>
        <p:spPr>
          <a:xfrm>
            <a:off x="1142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 name=""/>
          <p:cNvSpPr/>
          <p:nvPr/>
        </p:nvSpPr>
        <p:spPr>
          <a:xfrm>
            <a:off x="1145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p:nvPr/>
        </p:nvSpPr>
        <p:spPr>
          <a:xfrm>
            <a:off x="1149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 name=""/>
          <p:cNvSpPr/>
          <p:nvPr/>
        </p:nvSpPr>
        <p:spPr>
          <a:xfrm>
            <a:off x="1152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 name=""/>
          <p:cNvSpPr/>
          <p:nvPr/>
        </p:nvSpPr>
        <p:spPr>
          <a:xfrm>
            <a:off x="1155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 name=""/>
          <p:cNvSpPr/>
          <p:nvPr/>
        </p:nvSpPr>
        <p:spPr>
          <a:xfrm>
            <a:off x="1159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 name=""/>
          <p:cNvSpPr/>
          <p:nvPr/>
        </p:nvSpPr>
        <p:spPr>
          <a:xfrm>
            <a:off x="1162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 name=""/>
          <p:cNvSpPr/>
          <p:nvPr/>
        </p:nvSpPr>
        <p:spPr>
          <a:xfrm>
            <a:off x="11660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p:nvPr/>
        </p:nvSpPr>
        <p:spPr>
          <a:xfrm>
            <a:off x="1169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 name=""/>
          <p:cNvSpPr/>
          <p:nvPr/>
        </p:nvSpPr>
        <p:spPr>
          <a:xfrm>
            <a:off x="1172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 name=""/>
          <p:cNvSpPr/>
          <p:nvPr/>
        </p:nvSpPr>
        <p:spPr>
          <a:xfrm>
            <a:off x="1176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 name=""/>
          <p:cNvSpPr/>
          <p:nvPr/>
        </p:nvSpPr>
        <p:spPr>
          <a:xfrm>
            <a:off x="1179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p:nvPr/>
        </p:nvSpPr>
        <p:spPr>
          <a:xfrm>
            <a:off x="1182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 name=""/>
          <p:cNvSpPr/>
          <p:nvPr/>
        </p:nvSpPr>
        <p:spPr>
          <a:xfrm>
            <a:off x="1186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 name=""/>
          <p:cNvSpPr/>
          <p:nvPr/>
        </p:nvSpPr>
        <p:spPr>
          <a:xfrm>
            <a:off x="1189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 name=""/>
          <p:cNvSpPr/>
          <p:nvPr/>
        </p:nvSpPr>
        <p:spPr>
          <a:xfrm>
            <a:off x="1193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 name=""/>
          <p:cNvSpPr/>
          <p:nvPr/>
        </p:nvSpPr>
        <p:spPr>
          <a:xfrm>
            <a:off x="1196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1199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 name=""/>
          <p:cNvSpPr/>
          <p:nvPr/>
        </p:nvSpPr>
        <p:spPr>
          <a:xfrm>
            <a:off x="1203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6" name=""/>
          <p:cNvSpPr/>
          <p:nvPr/>
        </p:nvSpPr>
        <p:spPr>
          <a:xfrm>
            <a:off x="1206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p:nvPr/>
        </p:nvSpPr>
        <p:spPr>
          <a:xfrm>
            <a:off x="1209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8" name=""/>
          <p:cNvSpPr/>
          <p:nvPr/>
        </p:nvSpPr>
        <p:spPr>
          <a:xfrm>
            <a:off x="1212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9" name=""/>
          <p:cNvSpPr/>
          <p:nvPr/>
        </p:nvSpPr>
        <p:spPr>
          <a:xfrm>
            <a:off x="1216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0" name=""/>
          <p:cNvSpPr/>
          <p:nvPr/>
        </p:nvSpPr>
        <p:spPr>
          <a:xfrm>
            <a:off x="1219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1" name=""/>
          <p:cNvSpPr/>
          <p:nvPr/>
        </p:nvSpPr>
        <p:spPr>
          <a:xfrm>
            <a:off x="122292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1226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3" name=""/>
          <p:cNvSpPr/>
          <p:nvPr/>
        </p:nvSpPr>
        <p:spPr>
          <a:xfrm>
            <a:off x="1229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4" name=""/>
          <p:cNvSpPr/>
          <p:nvPr/>
        </p:nvSpPr>
        <p:spPr>
          <a:xfrm>
            <a:off x="1233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p:nvPr/>
        </p:nvSpPr>
        <p:spPr>
          <a:xfrm>
            <a:off x="1236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6" name=""/>
          <p:cNvSpPr/>
          <p:nvPr/>
        </p:nvSpPr>
        <p:spPr>
          <a:xfrm>
            <a:off x="1239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7" name=""/>
          <p:cNvSpPr/>
          <p:nvPr/>
        </p:nvSpPr>
        <p:spPr>
          <a:xfrm>
            <a:off x="1243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 name=""/>
          <p:cNvSpPr/>
          <p:nvPr/>
        </p:nvSpPr>
        <p:spPr>
          <a:xfrm>
            <a:off x="1246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 name=""/>
          <p:cNvSpPr/>
          <p:nvPr/>
        </p:nvSpPr>
        <p:spPr>
          <a:xfrm>
            <a:off x="1249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1253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 name=""/>
          <p:cNvSpPr/>
          <p:nvPr/>
        </p:nvSpPr>
        <p:spPr>
          <a:xfrm>
            <a:off x="1256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 name=""/>
          <p:cNvSpPr/>
          <p:nvPr/>
        </p:nvSpPr>
        <p:spPr>
          <a:xfrm>
            <a:off x="1260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p:nvPr/>
        </p:nvSpPr>
        <p:spPr>
          <a:xfrm>
            <a:off x="1263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 name=""/>
          <p:cNvSpPr/>
          <p:nvPr/>
        </p:nvSpPr>
        <p:spPr>
          <a:xfrm>
            <a:off x="1266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 name=""/>
          <p:cNvSpPr/>
          <p:nvPr/>
        </p:nvSpPr>
        <p:spPr>
          <a:xfrm>
            <a:off x="1270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 name=""/>
          <p:cNvSpPr/>
          <p:nvPr/>
        </p:nvSpPr>
        <p:spPr>
          <a:xfrm>
            <a:off x="1273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 name=""/>
          <p:cNvSpPr/>
          <p:nvPr/>
        </p:nvSpPr>
        <p:spPr>
          <a:xfrm>
            <a:off x="1276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p:nvPr/>
        </p:nvSpPr>
        <p:spPr>
          <a:xfrm>
            <a:off x="1279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 name=""/>
          <p:cNvSpPr/>
          <p:nvPr/>
        </p:nvSpPr>
        <p:spPr>
          <a:xfrm>
            <a:off x="1283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p:nvPr/>
        </p:nvSpPr>
        <p:spPr>
          <a:xfrm>
            <a:off x="1286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 name=""/>
          <p:cNvSpPr/>
          <p:nvPr/>
        </p:nvSpPr>
        <p:spPr>
          <a:xfrm>
            <a:off x="1289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 name=""/>
          <p:cNvSpPr/>
          <p:nvPr/>
        </p:nvSpPr>
        <p:spPr>
          <a:xfrm>
            <a:off x="1293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 name=""/>
          <p:cNvSpPr/>
          <p:nvPr/>
        </p:nvSpPr>
        <p:spPr>
          <a:xfrm>
            <a:off x="1296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 name=""/>
          <p:cNvSpPr/>
          <p:nvPr/>
        </p:nvSpPr>
        <p:spPr>
          <a:xfrm>
            <a:off x="1299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 name=""/>
          <p:cNvSpPr/>
          <p:nvPr/>
        </p:nvSpPr>
        <p:spPr>
          <a:xfrm>
            <a:off x="1303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 name=""/>
          <p:cNvSpPr/>
          <p:nvPr/>
        </p:nvSpPr>
        <p:spPr>
          <a:xfrm>
            <a:off x="1306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 name=""/>
          <p:cNvSpPr/>
          <p:nvPr/>
        </p:nvSpPr>
        <p:spPr>
          <a:xfrm>
            <a:off x="1310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p:nvPr/>
        </p:nvSpPr>
        <p:spPr>
          <a:xfrm>
            <a:off x="13132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 name=""/>
          <p:cNvSpPr/>
          <p:nvPr/>
        </p:nvSpPr>
        <p:spPr>
          <a:xfrm>
            <a:off x="1316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p:nvPr/>
        </p:nvSpPr>
        <p:spPr>
          <a:xfrm>
            <a:off x="1320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 name=""/>
          <p:cNvSpPr/>
          <p:nvPr/>
        </p:nvSpPr>
        <p:spPr>
          <a:xfrm>
            <a:off x="132336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 name=""/>
          <p:cNvSpPr/>
          <p:nvPr/>
        </p:nvSpPr>
        <p:spPr>
          <a:xfrm>
            <a:off x="1326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p:nvPr/>
        </p:nvSpPr>
        <p:spPr>
          <a:xfrm>
            <a:off x="1330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 name=""/>
          <p:cNvSpPr/>
          <p:nvPr/>
        </p:nvSpPr>
        <p:spPr>
          <a:xfrm>
            <a:off x="1333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 name=""/>
          <p:cNvSpPr/>
          <p:nvPr/>
        </p:nvSpPr>
        <p:spPr>
          <a:xfrm>
            <a:off x="1337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 name=""/>
          <p:cNvSpPr/>
          <p:nvPr/>
        </p:nvSpPr>
        <p:spPr>
          <a:xfrm>
            <a:off x="1340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 name=""/>
          <p:cNvSpPr/>
          <p:nvPr/>
        </p:nvSpPr>
        <p:spPr>
          <a:xfrm>
            <a:off x="1343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 name=""/>
          <p:cNvSpPr/>
          <p:nvPr/>
        </p:nvSpPr>
        <p:spPr>
          <a:xfrm>
            <a:off x="13467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 name=""/>
          <p:cNvSpPr/>
          <p:nvPr/>
        </p:nvSpPr>
        <p:spPr>
          <a:xfrm>
            <a:off x="1350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 name=""/>
          <p:cNvSpPr/>
          <p:nvPr/>
        </p:nvSpPr>
        <p:spPr>
          <a:xfrm>
            <a:off x="1353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 name=""/>
          <p:cNvSpPr/>
          <p:nvPr/>
        </p:nvSpPr>
        <p:spPr>
          <a:xfrm>
            <a:off x="1356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p:nvPr/>
        </p:nvSpPr>
        <p:spPr>
          <a:xfrm>
            <a:off x="1360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 name=""/>
          <p:cNvSpPr/>
          <p:nvPr/>
        </p:nvSpPr>
        <p:spPr>
          <a:xfrm>
            <a:off x="1363680" y="240948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 name=""/>
          <p:cNvSpPr/>
          <p:nvPr/>
        </p:nvSpPr>
        <p:spPr>
          <a:xfrm>
            <a:off x="1366920" y="2409480"/>
            <a:ext cx="3960" cy="48240"/>
          </a:xfrm>
          <a:custGeom>
            <a:avLst/>
            <a:gdLst/>
            <a:ahLst/>
            <a:rect l="0" t="0" r="r" b="b"/>
            <a:pathLst>
              <a:path w="11" h="134">
                <a:moveTo>
                  <a:pt x="11" y="1"/>
                </a:moveTo>
                <a:lnTo>
                  <a:pt x="11" y="133"/>
                </a:lnTo>
                <a:cubicBezTo>
                  <a:pt x="8" y="133"/>
                  <a:pt x="3" y="134"/>
                  <a:pt x="0" y="134"/>
                </a:cubicBezTo>
                <a:lnTo>
                  <a:pt x="0" y="0"/>
                </a:lnTo>
                <a:cubicBezTo>
                  <a:pt x="3" y="1"/>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 name=""/>
          <p:cNvSpPr/>
          <p:nvPr/>
        </p:nvSpPr>
        <p:spPr>
          <a:xfrm>
            <a:off x="1370520" y="2409840"/>
            <a:ext cx="3600" cy="47880"/>
          </a:xfrm>
          <a:custGeom>
            <a:avLst/>
            <a:gdLst/>
            <a:ahLst/>
            <a:rect l="0" t="0" r="r" b="b"/>
            <a:pathLst>
              <a:path w="10" h="133">
                <a:moveTo>
                  <a:pt x="10" y="3"/>
                </a:moveTo>
                <a:lnTo>
                  <a:pt x="10" y="130"/>
                </a:lnTo>
                <a:cubicBezTo>
                  <a:pt x="7" y="131"/>
                  <a:pt x="3" y="133"/>
                  <a:pt x="0" y="133"/>
                </a:cubicBezTo>
                <a:lnTo>
                  <a:pt x="0" y="0"/>
                </a:lnTo>
                <a:cubicBezTo>
                  <a:pt x="3" y="2"/>
                  <a:pt x="7" y="2"/>
                  <a:pt x="10" y="3"/>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 name=""/>
          <p:cNvSpPr/>
          <p:nvPr/>
        </p:nvSpPr>
        <p:spPr>
          <a:xfrm>
            <a:off x="1373760" y="241056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 name=""/>
          <p:cNvSpPr/>
          <p:nvPr/>
        </p:nvSpPr>
        <p:spPr>
          <a:xfrm>
            <a:off x="1377000" y="2412000"/>
            <a:ext cx="3960" cy="43200"/>
          </a:xfrm>
          <a:custGeom>
            <a:avLst/>
            <a:gdLst/>
            <a:ahLst/>
            <a:rect l="0" t="0" r="r" b="b"/>
            <a:pathLst>
              <a:path w="11" h="120">
                <a:moveTo>
                  <a:pt x="11" y="6"/>
                </a:moveTo>
                <a:lnTo>
                  <a:pt x="11" y="115"/>
                </a:lnTo>
                <a:cubicBezTo>
                  <a:pt x="8" y="117"/>
                  <a:pt x="3" y="119"/>
                  <a:pt x="0" y="120"/>
                </a:cubicBezTo>
                <a:lnTo>
                  <a:pt x="0" y="0"/>
                </a:lnTo>
                <a:cubicBezTo>
                  <a:pt x="3" y="1"/>
                  <a:pt x="8" y="3"/>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8" name=""/>
          <p:cNvSpPr/>
          <p:nvPr/>
        </p:nvSpPr>
        <p:spPr>
          <a:xfrm>
            <a:off x="1380600" y="2414160"/>
            <a:ext cx="3600" cy="39240"/>
          </a:xfrm>
          <a:custGeom>
            <a:avLst/>
            <a:gdLst/>
            <a:ahLst/>
            <a:rect l="0" t="0" r="r" b="b"/>
            <a:pathLst>
              <a:path w="10" h="109">
                <a:moveTo>
                  <a:pt x="9" y="7"/>
                </a:moveTo>
                <a:cubicBezTo>
                  <a:pt x="9" y="7"/>
                  <a:pt x="10" y="7"/>
                  <a:pt x="10" y="8"/>
                </a:cubicBezTo>
                <a:lnTo>
                  <a:pt x="10" y="101"/>
                </a:lnTo>
                <a:lnTo>
                  <a:pt x="9" y="101"/>
                </a:ln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p:nvPr/>
        </p:nvSpPr>
        <p:spPr>
          <a:xfrm>
            <a:off x="1383840" y="2417040"/>
            <a:ext cx="3600" cy="33480"/>
          </a:xfrm>
          <a:custGeom>
            <a:avLst/>
            <a:gdLst/>
            <a:ahLst/>
            <a:rect l="0" t="0" r="r" b="b"/>
            <a:pathLst>
              <a:path w="10" h="93">
                <a:moveTo>
                  <a:pt x="10" y="11"/>
                </a:moveTo>
                <a:lnTo>
                  <a:pt x="10" y="81"/>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 name=""/>
          <p:cNvSpPr/>
          <p:nvPr/>
        </p:nvSpPr>
        <p:spPr>
          <a:xfrm>
            <a:off x="1387080" y="2421000"/>
            <a:ext cx="3600" cy="25200"/>
          </a:xfrm>
          <a:custGeom>
            <a:avLst/>
            <a:gdLst/>
            <a:ahLst/>
            <a:rect l="0" t="0" r="r" b="b"/>
            <a:pathLst>
              <a:path w="10" h="70">
                <a:moveTo>
                  <a:pt x="10" y="35"/>
                </a:moveTo>
                <a:cubicBezTo>
                  <a:pt x="10" y="48"/>
                  <a:pt x="7" y="60"/>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 name=""/>
          <p:cNvSpPr txBox="1"/>
          <p:nvPr/>
        </p:nvSpPr>
        <p:spPr>
          <a:xfrm>
            <a:off x="533520" y="189540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概要</a:t>
            </a:r>
            <a:endParaRPr lang="en-US" sz="3150" b="0" u="none" strike="noStrike">
              <a:solidFill>
                <a:srgbClr val="000000"/>
              </a:solidFill>
              <a:effectLst/>
              <a:uFillTx/>
              <a:latin typeface="游明朝体"/>
            </a:endParaRPr>
          </a:p>
        </p:txBody>
      </p:sp>
      <p:sp>
        <p:nvSpPr>
          <p:cNvPr id="432"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6" name=""/>
          <p:cNvSpPr txBox="1"/>
          <p:nvPr/>
        </p:nvSpPr>
        <p:spPr>
          <a:xfrm>
            <a:off x="588240" y="29332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437" name=""/>
          <p:cNvSpPr txBox="1"/>
          <p:nvPr/>
        </p:nvSpPr>
        <p:spPr>
          <a:xfrm>
            <a:off x="799920" y="2942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438" name=""/>
          <p:cNvSpPr txBox="1"/>
          <p:nvPr/>
        </p:nvSpPr>
        <p:spPr>
          <a:xfrm>
            <a:off x="1181160" y="2933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39" name=""/>
          <p:cNvSpPr txBox="1"/>
          <p:nvPr/>
        </p:nvSpPr>
        <p:spPr>
          <a:xfrm>
            <a:off x="1353960" y="29422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440" name=""/>
          <p:cNvSpPr txBox="1"/>
          <p:nvPr/>
        </p:nvSpPr>
        <p:spPr>
          <a:xfrm>
            <a:off x="588240" y="33238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441" name=""/>
          <p:cNvSpPr txBox="1"/>
          <p:nvPr/>
        </p:nvSpPr>
        <p:spPr>
          <a:xfrm>
            <a:off x="799920" y="333288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442" name=""/>
          <p:cNvSpPr txBox="1"/>
          <p:nvPr/>
        </p:nvSpPr>
        <p:spPr>
          <a:xfrm>
            <a:off x="588240" y="37144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443" name=""/>
          <p:cNvSpPr txBox="1"/>
          <p:nvPr/>
        </p:nvSpPr>
        <p:spPr>
          <a:xfrm>
            <a:off x="799920" y="372348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444" name=""/>
          <p:cNvSpPr txBox="1"/>
          <p:nvPr/>
        </p:nvSpPr>
        <p:spPr>
          <a:xfrm>
            <a:off x="3657600" y="3714480"/>
            <a:ext cx="393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445" name=""/>
          <p:cNvSpPr txBox="1"/>
          <p:nvPr/>
        </p:nvSpPr>
        <p:spPr>
          <a:xfrm>
            <a:off x="4050720" y="37234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446" name=""/>
          <p:cNvSpPr txBox="1"/>
          <p:nvPr/>
        </p:nvSpPr>
        <p:spPr>
          <a:xfrm>
            <a:off x="588240" y="41047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447" name=""/>
          <p:cNvSpPr txBox="1"/>
          <p:nvPr/>
        </p:nvSpPr>
        <p:spPr>
          <a:xfrm>
            <a:off x="799920" y="411372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448" name=""/>
          <p:cNvSpPr txBox="1"/>
          <p:nvPr/>
        </p:nvSpPr>
        <p:spPr>
          <a:xfrm>
            <a:off x="588240" y="44953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449" name=""/>
          <p:cNvSpPr txBox="1"/>
          <p:nvPr/>
        </p:nvSpPr>
        <p:spPr>
          <a:xfrm>
            <a:off x="799920" y="450432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450" name=""/>
          <p:cNvSpPr/>
          <p:nvPr/>
        </p:nvSpPr>
        <p:spPr>
          <a:xfrm>
            <a:off x="533160" y="25977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 name=""/>
          <p:cNvSpPr/>
          <p:nvPr/>
        </p:nvSpPr>
        <p:spPr>
          <a:xfrm>
            <a:off x="540000" y="2593080"/>
            <a:ext cx="6840" cy="43200"/>
          </a:xfrm>
          <a:custGeom>
            <a:avLst/>
            <a:gdLst/>
            <a:ahLst/>
            <a:rect l="0" t="0" r="r" b="b"/>
            <a:pathLst>
              <a:path w="19" h="120">
                <a:moveTo>
                  <a:pt x="1" y="13"/>
                </a:moveTo>
                <a:cubicBezTo>
                  <a:pt x="7" y="7"/>
                  <a:pt x="13" y="3"/>
                  <a:pt x="19" y="0"/>
                </a:cubicBezTo>
                <a:lnTo>
                  <a:pt x="19" y="120"/>
                </a:lnTo>
                <a:cubicBezTo>
                  <a:pt x="13" y="117"/>
                  <a:pt x="7" y="112"/>
                  <a:pt x="1" y="106"/>
                </a:cubicBezTo>
                <a:cubicBezTo>
                  <a:pt x="0" y="106"/>
                  <a:pt x="0" y="106"/>
                  <a:pt x="0" y="105"/>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 name=""/>
          <p:cNvSpPr/>
          <p:nvPr/>
        </p:nvSpPr>
        <p:spPr>
          <a:xfrm>
            <a:off x="546480" y="25909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 name=""/>
          <p:cNvSpPr/>
          <p:nvPr/>
        </p:nvSpPr>
        <p:spPr>
          <a:xfrm>
            <a:off x="553320" y="25905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4" name=""/>
          <p:cNvSpPr/>
          <p:nvPr/>
        </p:nvSpPr>
        <p:spPr>
          <a:xfrm>
            <a:off x="560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5" name=""/>
          <p:cNvSpPr/>
          <p:nvPr/>
        </p:nvSpPr>
        <p:spPr>
          <a:xfrm>
            <a:off x="56664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6" name=""/>
          <p:cNvSpPr/>
          <p:nvPr/>
        </p:nvSpPr>
        <p:spPr>
          <a:xfrm>
            <a:off x="573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 name=""/>
          <p:cNvSpPr/>
          <p:nvPr/>
        </p:nvSpPr>
        <p:spPr>
          <a:xfrm>
            <a:off x="579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 name=""/>
          <p:cNvSpPr/>
          <p:nvPr/>
        </p:nvSpPr>
        <p:spPr>
          <a:xfrm>
            <a:off x="586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 name=""/>
          <p:cNvSpPr/>
          <p:nvPr/>
        </p:nvSpPr>
        <p:spPr>
          <a:xfrm>
            <a:off x="593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 name=""/>
          <p:cNvSpPr/>
          <p:nvPr/>
        </p:nvSpPr>
        <p:spPr>
          <a:xfrm>
            <a:off x="600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 name=""/>
          <p:cNvSpPr/>
          <p:nvPr/>
        </p:nvSpPr>
        <p:spPr>
          <a:xfrm>
            <a:off x="606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 name=""/>
          <p:cNvSpPr/>
          <p:nvPr/>
        </p:nvSpPr>
        <p:spPr>
          <a:xfrm>
            <a:off x="613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 name=""/>
          <p:cNvSpPr/>
          <p:nvPr/>
        </p:nvSpPr>
        <p:spPr>
          <a:xfrm>
            <a:off x="620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 name=""/>
          <p:cNvSpPr/>
          <p:nvPr/>
        </p:nvSpPr>
        <p:spPr>
          <a:xfrm>
            <a:off x="627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 name=""/>
          <p:cNvSpPr/>
          <p:nvPr/>
        </p:nvSpPr>
        <p:spPr>
          <a:xfrm>
            <a:off x="633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 name=""/>
          <p:cNvSpPr/>
          <p:nvPr/>
        </p:nvSpPr>
        <p:spPr>
          <a:xfrm>
            <a:off x="640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 name=""/>
          <p:cNvSpPr/>
          <p:nvPr/>
        </p:nvSpPr>
        <p:spPr>
          <a:xfrm>
            <a:off x="646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p:nvPr/>
        </p:nvSpPr>
        <p:spPr>
          <a:xfrm>
            <a:off x="653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 name=""/>
          <p:cNvSpPr/>
          <p:nvPr/>
        </p:nvSpPr>
        <p:spPr>
          <a:xfrm>
            <a:off x="660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p:nvPr/>
        </p:nvSpPr>
        <p:spPr>
          <a:xfrm>
            <a:off x="667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 name=""/>
          <p:cNvSpPr/>
          <p:nvPr/>
        </p:nvSpPr>
        <p:spPr>
          <a:xfrm>
            <a:off x="6739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 name=""/>
          <p:cNvSpPr/>
          <p:nvPr/>
        </p:nvSpPr>
        <p:spPr>
          <a:xfrm>
            <a:off x="6804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 name=""/>
          <p:cNvSpPr/>
          <p:nvPr/>
        </p:nvSpPr>
        <p:spPr>
          <a:xfrm>
            <a:off x="6872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 name=""/>
          <p:cNvSpPr/>
          <p:nvPr/>
        </p:nvSpPr>
        <p:spPr>
          <a:xfrm>
            <a:off x="6940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p:nvPr/>
        </p:nvSpPr>
        <p:spPr>
          <a:xfrm>
            <a:off x="7005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 name=""/>
          <p:cNvSpPr/>
          <p:nvPr/>
        </p:nvSpPr>
        <p:spPr>
          <a:xfrm>
            <a:off x="7074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 name=""/>
          <p:cNvSpPr/>
          <p:nvPr/>
        </p:nvSpPr>
        <p:spPr>
          <a:xfrm>
            <a:off x="7138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 name=""/>
          <p:cNvSpPr/>
          <p:nvPr/>
        </p:nvSpPr>
        <p:spPr>
          <a:xfrm>
            <a:off x="7207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 name=""/>
          <p:cNvSpPr/>
          <p:nvPr/>
        </p:nvSpPr>
        <p:spPr>
          <a:xfrm>
            <a:off x="7275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 name=""/>
          <p:cNvSpPr/>
          <p:nvPr/>
        </p:nvSpPr>
        <p:spPr>
          <a:xfrm>
            <a:off x="7340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 name=""/>
          <p:cNvSpPr/>
          <p:nvPr/>
        </p:nvSpPr>
        <p:spPr>
          <a:xfrm>
            <a:off x="7408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 name=""/>
          <p:cNvSpPr/>
          <p:nvPr/>
        </p:nvSpPr>
        <p:spPr>
          <a:xfrm>
            <a:off x="7473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p:nvPr/>
        </p:nvSpPr>
        <p:spPr>
          <a:xfrm>
            <a:off x="7542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 name=""/>
          <p:cNvSpPr/>
          <p:nvPr/>
        </p:nvSpPr>
        <p:spPr>
          <a:xfrm>
            <a:off x="7610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 name=""/>
          <p:cNvSpPr/>
          <p:nvPr/>
        </p:nvSpPr>
        <p:spPr>
          <a:xfrm>
            <a:off x="76752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 name=""/>
          <p:cNvSpPr/>
          <p:nvPr/>
        </p:nvSpPr>
        <p:spPr>
          <a:xfrm>
            <a:off x="7743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 name=""/>
          <p:cNvSpPr/>
          <p:nvPr/>
        </p:nvSpPr>
        <p:spPr>
          <a:xfrm>
            <a:off x="780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 name=""/>
          <p:cNvSpPr/>
          <p:nvPr/>
        </p:nvSpPr>
        <p:spPr>
          <a:xfrm>
            <a:off x="7876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p:nvPr/>
        </p:nvSpPr>
        <p:spPr>
          <a:xfrm>
            <a:off x="7945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 name=""/>
          <p:cNvSpPr/>
          <p:nvPr/>
        </p:nvSpPr>
        <p:spPr>
          <a:xfrm>
            <a:off x="8010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 name=""/>
          <p:cNvSpPr/>
          <p:nvPr/>
        </p:nvSpPr>
        <p:spPr>
          <a:xfrm>
            <a:off x="807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 name=""/>
          <p:cNvSpPr/>
          <p:nvPr/>
        </p:nvSpPr>
        <p:spPr>
          <a:xfrm>
            <a:off x="8146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 name=""/>
          <p:cNvSpPr/>
          <p:nvPr/>
        </p:nvSpPr>
        <p:spPr>
          <a:xfrm>
            <a:off x="8211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 name=""/>
          <p:cNvSpPr/>
          <p:nvPr/>
        </p:nvSpPr>
        <p:spPr>
          <a:xfrm>
            <a:off x="8280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 name=""/>
          <p:cNvSpPr/>
          <p:nvPr/>
        </p:nvSpPr>
        <p:spPr>
          <a:xfrm>
            <a:off x="8344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 name=""/>
          <p:cNvSpPr/>
          <p:nvPr/>
        </p:nvSpPr>
        <p:spPr>
          <a:xfrm>
            <a:off x="8413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 name=""/>
          <p:cNvSpPr/>
          <p:nvPr/>
        </p:nvSpPr>
        <p:spPr>
          <a:xfrm>
            <a:off x="848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 name=""/>
          <p:cNvSpPr/>
          <p:nvPr/>
        </p:nvSpPr>
        <p:spPr>
          <a:xfrm>
            <a:off x="8546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 name=""/>
          <p:cNvSpPr/>
          <p:nvPr/>
        </p:nvSpPr>
        <p:spPr>
          <a:xfrm>
            <a:off x="861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 name=""/>
          <p:cNvSpPr/>
          <p:nvPr/>
        </p:nvSpPr>
        <p:spPr>
          <a:xfrm>
            <a:off x="867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p:nvPr/>
        </p:nvSpPr>
        <p:spPr>
          <a:xfrm>
            <a:off x="874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 name=""/>
          <p:cNvSpPr/>
          <p:nvPr/>
        </p:nvSpPr>
        <p:spPr>
          <a:xfrm>
            <a:off x="881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 name=""/>
          <p:cNvSpPr/>
          <p:nvPr/>
        </p:nvSpPr>
        <p:spPr>
          <a:xfrm>
            <a:off x="888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 name=""/>
          <p:cNvSpPr/>
          <p:nvPr/>
        </p:nvSpPr>
        <p:spPr>
          <a:xfrm>
            <a:off x="894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 name=""/>
          <p:cNvSpPr/>
          <p:nvPr/>
        </p:nvSpPr>
        <p:spPr>
          <a:xfrm>
            <a:off x="901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 name=""/>
          <p:cNvSpPr/>
          <p:nvPr/>
        </p:nvSpPr>
        <p:spPr>
          <a:xfrm>
            <a:off x="908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 name=""/>
          <p:cNvSpPr/>
          <p:nvPr/>
        </p:nvSpPr>
        <p:spPr>
          <a:xfrm>
            <a:off x="915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 name=""/>
          <p:cNvSpPr/>
          <p:nvPr/>
        </p:nvSpPr>
        <p:spPr>
          <a:xfrm>
            <a:off x="921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9" name=""/>
          <p:cNvSpPr/>
          <p:nvPr/>
        </p:nvSpPr>
        <p:spPr>
          <a:xfrm>
            <a:off x="928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 name=""/>
          <p:cNvSpPr/>
          <p:nvPr/>
        </p:nvSpPr>
        <p:spPr>
          <a:xfrm>
            <a:off x="934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 name=""/>
          <p:cNvSpPr/>
          <p:nvPr/>
        </p:nvSpPr>
        <p:spPr>
          <a:xfrm>
            <a:off x="941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 name=""/>
          <p:cNvSpPr/>
          <p:nvPr/>
        </p:nvSpPr>
        <p:spPr>
          <a:xfrm>
            <a:off x="948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 name=""/>
          <p:cNvSpPr/>
          <p:nvPr/>
        </p:nvSpPr>
        <p:spPr>
          <a:xfrm>
            <a:off x="955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 name=""/>
          <p:cNvSpPr/>
          <p:nvPr/>
        </p:nvSpPr>
        <p:spPr>
          <a:xfrm>
            <a:off x="961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 name=""/>
          <p:cNvSpPr/>
          <p:nvPr/>
        </p:nvSpPr>
        <p:spPr>
          <a:xfrm>
            <a:off x="965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 name=""/>
          <p:cNvSpPr/>
          <p:nvPr/>
        </p:nvSpPr>
        <p:spPr>
          <a:xfrm>
            <a:off x="968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 name=""/>
          <p:cNvSpPr/>
          <p:nvPr/>
        </p:nvSpPr>
        <p:spPr>
          <a:xfrm>
            <a:off x="972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 name=""/>
          <p:cNvSpPr/>
          <p:nvPr/>
        </p:nvSpPr>
        <p:spPr>
          <a:xfrm>
            <a:off x="975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 name=""/>
          <p:cNvSpPr/>
          <p:nvPr/>
        </p:nvSpPr>
        <p:spPr>
          <a:xfrm>
            <a:off x="978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p:nvPr/>
        </p:nvSpPr>
        <p:spPr>
          <a:xfrm>
            <a:off x="982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 name=""/>
          <p:cNvSpPr/>
          <p:nvPr/>
        </p:nvSpPr>
        <p:spPr>
          <a:xfrm>
            <a:off x="985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 name=""/>
          <p:cNvSpPr/>
          <p:nvPr/>
        </p:nvSpPr>
        <p:spPr>
          <a:xfrm>
            <a:off x="9885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 name=""/>
          <p:cNvSpPr/>
          <p:nvPr/>
        </p:nvSpPr>
        <p:spPr>
          <a:xfrm>
            <a:off x="992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 name=""/>
          <p:cNvSpPr/>
          <p:nvPr/>
        </p:nvSpPr>
        <p:spPr>
          <a:xfrm>
            <a:off x="995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 name=""/>
          <p:cNvSpPr/>
          <p:nvPr/>
        </p:nvSpPr>
        <p:spPr>
          <a:xfrm>
            <a:off x="998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 name=""/>
          <p:cNvSpPr/>
          <p:nvPr/>
        </p:nvSpPr>
        <p:spPr>
          <a:xfrm>
            <a:off x="1001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 name=""/>
          <p:cNvSpPr/>
          <p:nvPr/>
        </p:nvSpPr>
        <p:spPr>
          <a:xfrm>
            <a:off x="1005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 name=""/>
          <p:cNvSpPr/>
          <p:nvPr/>
        </p:nvSpPr>
        <p:spPr>
          <a:xfrm>
            <a:off x="1008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 name=""/>
          <p:cNvSpPr/>
          <p:nvPr/>
        </p:nvSpPr>
        <p:spPr>
          <a:xfrm>
            <a:off x="1011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 name=""/>
          <p:cNvSpPr/>
          <p:nvPr/>
        </p:nvSpPr>
        <p:spPr>
          <a:xfrm>
            <a:off x="1015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 name=""/>
          <p:cNvSpPr/>
          <p:nvPr/>
        </p:nvSpPr>
        <p:spPr>
          <a:xfrm>
            <a:off x="1018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 name=""/>
          <p:cNvSpPr/>
          <p:nvPr/>
        </p:nvSpPr>
        <p:spPr>
          <a:xfrm>
            <a:off x="102204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 name=""/>
          <p:cNvSpPr/>
          <p:nvPr/>
        </p:nvSpPr>
        <p:spPr>
          <a:xfrm>
            <a:off x="1025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 name=""/>
          <p:cNvSpPr/>
          <p:nvPr/>
        </p:nvSpPr>
        <p:spPr>
          <a:xfrm>
            <a:off x="1028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 name=""/>
          <p:cNvSpPr/>
          <p:nvPr/>
        </p:nvSpPr>
        <p:spPr>
          <a:xfrm>
            <a:off x="1032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 name=""/>
          <p:cNvSpPr/>
          <p:nvPr/>
        </p:nvSpPr>
        <p:spPr>
          <a:xfrm>
            <a:off x="1035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 name=""/>
          <p:cNvSpPr/>
          <p:nvPr/>
        </p:nvSpPr>
        <p:spPr>
          <a:xfrm>
            <a:off x="1038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 name=""/>
          <p:cNvSpPr/>
          <p:nvPr/>
        </p:nvSpPr>
        <p:spPr>
          <a:xfrm>
            <a:off x="1042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 name=""/>
          <p:cNvSpPr/>
          <p:nvPr/>
        </p:nvSpPr>
        <p:spPr>
          <a:xfrm>
            <a:off x="1045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 name=""/>
          <p:cNvSpPr/>
          <p:nvPr/>
        </p:nvSpPr>
        <p:spPr>
          <a:xfrm>
            <a:off x="1049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 name=""/>
          <p:cNvSpPr/>
          <p:nvPr/>
        </p:nvSpPr>
        <p:spPr>
          <a:xfrm>
            <a:off x="1052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 name=""/>
          <p:cNvSpPr/>
          <p:nvPr/>
        </p:nvSpPr>
        <p:spPr>
          <a:xfrm>
            <a:off x="1055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 name=""/>
          <p:cNvSpPr/>
          <p:nvPr/>
        </p:nvSpPr>
        <p:spPr>
          <a:xfrm>
            <a:off x="1059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 name=""/>
          <p:cNvSpPr/>
          <p:nvPr/>
        </p:nvSpPr>
        <p:spPr>
          <a:xfrm>
            <a:off x="1062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 name=""/>
          <p:cNvSpPr/>
          <p:nvPr/>
        </p:nvSpPr>
        <p:spPr>
          <a:xfrm>
            <a:off x="1065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 name=""/>
          <p:cNvSpPr/>
          <p:nvPr/>
        </p:nvSpPr>
        <p:spPr>
          <a:xfrm>
            <a:off x="1068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 name=""/>
          <p:cNvSpPr/>
          <p:nvPr/>
        </p:nvSpPr>
        <p:spPr>
          <a:xfrm>
            <a:off x="1072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 name=""/>
          <p:cNvSpPr/>
          <p:nvPr/>
        </p:nvSpPr>
        <p:spPr>
          <a:xfrm>
            <a:off x="1075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 name=""/>
          <p:cNvSpPr/>
          <p:nvPr/>
        </p:nvSpPr>
        <p:spPr>
          <a:xfrm>
            <a:off x="10789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 name=""/>
          <p:cNvSpPr/>
          <p:nvPr/>
        </p:nvSpPr>
        <p:spPr>
          <a:xfrm>
            <a:off x="1082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 name=""/>
          <p:cNvSpPr/>
          <p:nvPr/>
        </p:nvSpPr>
        <p:spPr>
          <a:xfrm>
            <a:off x="1085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 name=""/>
          <p:cNvSpPr/>
          <p:nvPr/>
        </p:nvSpPr>
        <p:spPr>
          <a:xfrm>
            <a:off x="1089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 name=""/>
          <p:cNvSpPr/>
          <p:nvPr/>
        </p:nvSpPr>
        <p:spPr>
          <a:xfrm>
            <a:off x="1092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 name=""/>
          <p:cNvSpPr/>
          <p:nvPr/>
        </p:nvSpPr>
        <p:spPr>
          <a:xfrm>
            <a:off x="1095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 name=""/>
          <p:cNvSpPr/>
          <p:nvPr/>
        </p:nvSpPr>
        <p:spPr>
          <a:xfrm>
            <a:off x="1099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p:nvPr/>
        </p:nvSpPr>
        <p:spPr>
          <a:xfrm>
            <a:off x="1102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 name=""/>
          <p:cNvSpPr/>
          <p:nvPr/>
        </p:nvSpPr>
        <p:spPr>
          <a:xfrm>
            <a:off x="1105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 name=""/>
          <p:cNvSpPr/>
          <p:nvPr/>
        </p:nvSpPr>
        <p:spPr>
          <a:xfrm>
            <a:off x="1109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 name=""/>
          <p:cNvSpPr/>
          <p:nvPr/>
        </p:nvSpPr>
        <p:spPr>
          <a:xfrm>
            <a:off x="1112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 name=""/>
          <p:cNvSpPr/>
          <p:nvPr/>
        </p:nvSpPr>
        <p:spPr>
          <a:xfrm>
            <a:off x="1116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 name=""/>
          <p:cNvSpPr/>
          <p:nvPr/>
        </p:nvSpPr>
        <p:spPr>
          <a:xfrm>
            <a:off x="1119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 name=""/>
          <p:cNvSpPr/>
          <p:nvPr/>
        </p:nvSpPr>
        <p:spPr>
          <a:xfrm>
            <a:off x="112248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p:nvPr/>
        </p:nvSpPr>
        <p:spPr>
          <a:xfrm>
            <a:off x="1126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 name=""/>
          <p:cNvSpPr/>
          <p:nvPr/>
        </p:nvSpPr>
        <p:spPr>
          <a:xfrm>
            <a:off x="1129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5" name=""/>
          <p:cNvSpPr/>
          <p:nvPr/>
        </p:nvSpPr>
        <p:spPr>
          <a:xfrm>
            <a:off x="1132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6" name=""/>
          <p:cNvSpPr/>
          <p:nvPr/>
        </p:nvSpPr>
        <p:spPr>
          <a:xfrm>
            <a:off x="1135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7" name=""/>
          <p:cNvSpPr/>
          <p:nvPr/>
        </p:nvSpPr>
        <p:spPr>
          <a:xfrm>
            <a:off x="1139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 name=""/>
          <p:cNvSpPr/>
          <p:nvPr/>
        </p:nvSpPr>
        <p:spPr>
          <a:xfrm>
            <a:off x="1142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 name=""/>
          <p:cNvSpPr/>
          <p:nvPr/>
        </p:nvSpPr>
        <p:spPr>
          <a:xfrm>
            <a:off x="1145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p:nvPr/>
        </p:nvSpPr>
        <p:spPr>
          <a:xfrm>
            <a:off x="1149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 name=""/>
          <p:cNvSpPr/>
          <p:nvPr/>
        </p:nvSpPr>
        <p:spPr>
          <a:xfrm>
            <a:off x="1152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 name=""/>
          <p:cNvSpPr/>
          <p:nvPr/>
        </p:nvSpPr>
        <p:spPr>
          <a:xfrm>
            <a:off x="1155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 name=""/>
          <p:cNvSpPr/>
          <p:nvPr/>
        </p:nvSpPr>
        <p:spPr>
          <a:xfrm>
            <a:off x="1159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 name=""/>
          <p:cNvSpPr/>
          <p:nvPr/>
        </p:nvSpPr>
        <p:spPr>
          <a:xfrm>
            <a:off x="1162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 name=""/>
          <p:cNvSpPr/>
          <p:nvPr/>
        </p:nvSpPr>
        <p:spPr>
          <a:xfrm>
            <a:off x="11660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 name=""/>
          <p:cNvSpPr/>
          <p:nvPr/>
        </p:nvSpPr>
        <p:spPr>
          <a:xfrm>
            <a:off x="1169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 name=""/>
          <p:cNvSpPr/>
          <p:nvPr/>
        </p:nvSpPr>
        <p:spPr>
          <a:xfrm>
            <a:off x="1172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 name=""/>
          <p:cNvSpPr/>
          <p:nvPr/>
        </p:nvSpPr>
        <p:spPr>
          <a:xfrm>
            <a:off x="1176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 name=""/>
          <p:cNvSpPr/>
          <p:nvPr/>
        </p:nvSpPr>
        <p:spPr>
          <a:xfrm>
            <a:off x="1179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 name=""/>
          <p:cNvSpPr/>
          <p:nvPr/>
        </p:nvSpPr>
        <p:spPr>
          <a:xfrm>
            <a:off x="1182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 name=""/>
          <p:cNvSpPr/>
          <p:nvPr/>
        </p:nvSpPr>
        <p:spPr>
          <a:xfrm>
            <a:off x="1186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 name=""/>
          <p:cNvSpPr/>
          <p:nvPr/>
        </p:nvSpPr>
        <p:spPr>
          <a:xfrm>
            <a:off x="1189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p:nvPr/>
        </p:nvSpPr>
        <p:spPr>
          <a:xfrm>
            <a:off x="1193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 name=""/>
          <p:cNvSpPr/>
          <p:nvPr/>
        </p:nvSpPr>
        <p:spPr>
          <a:xfrm>
            <a:off x="1196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 name=""/>
          <p:cNvSpPr/>
          <p:nvPr/>
        </p:nvSpPr>
        <p:spPr>
          <a:xfrm>
            <a:off x="1199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 name=""/>
          <p:cNvSpPr/>
          <p:nvPr/>
        </p:nvSpPr>
        <p:spPr>
          <a:xfrm>
            <a:off x="1203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 name=""/>
          <p:cNvSpPr/>
          <p:nvPr/>
        </p:nvSpPr>
        <p:spPr>
          <a:xfrm>
            <a:off x="1206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p:nvPr/>
        </p:nvSpPr>
        <p:spPr>
          <a:xfrm>
            <a:off x="1209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 name=""/>
          <p:cNvSpPr/>
          <p:nvPr/>
        </p:nvSpPr>
        <p:spPr>
          <a:xfrm>
            <a:off x="1212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 name=""/>
          <p:cNvSpPr/>
          <p:nvPr/>
        </p:nvSpPr>
        <p:spPr>
          <a:xfrm>
            <a:off x="1216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 name=""/>
          <p:cNvSpPr/>
          <p:nvPr/>
        </p:nvSpPr>
        <p:spPr>
          <a:xfrm>
            <a:off x="1219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2" name=""/>
          <p:cNvSpPr/>
          <p:nvPr/>
        </p:nvSpPr>
        <p:spPr>
          <a:xfrm>
            <a:off x="122292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3" name=""/>
          <p:cNvSpPr/>
          <p:nvPr/>
        </p:nvSpPr>
        <p:spPr>
          <a:xfrm>
            <a:off x="1226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4" name=""/>
          <p:cNvSpPr/>
          <p:nvPr/>
        </p:nvSpPr>
        <p:spPr>
          <a:xfrm>
            <a:off x="1229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5" name=""/>
          <p:cNvSpPr/>
          <p:nvPr/>
        </p:nvSpPr>
        <p:spPr>
          <a:xfrm>
            <a:off x="1233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6" name=""/>
          <p:cNvSpPr/>
          <p:nvPr/>
        </p:nvSpPr>
        <p:spPr>
          <a:xfrm>
            <a:off x="1236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7" name=""/>
          <p:cNvSpPr/>
          <p:nvPr/>
        </p:nvSpPr>
        <p:spPr>
          <a:xfrm>
            <a:off x="1239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8" name=""/>
          <p:cNvSpPr/>
          <p:nvPr/>
        </p:nvSpPr>
        <p:spPr>
          <a:xfrm>
            <a:off x="1243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9" name=""/>
          <p:cNvSpPr/>
          <p:nvPr/>
        </p:nvSpPr>
        <p:spPr>
          <a:xfrm>
            <a:off x="1246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0" name=""/>
          <p:cNvSpPr/>
          <p:nvPr/>
        </p:nvSpPr>
        <p:spPr>
          <a:xfrm>
            <a:off x="1249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1" name=""/>
          <p:cNvSpPr/>
          <p:nvPr/>
        </p:nvSpPr>
        <p:spPr>
          <a:xfrm>
            <a:off x="1253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2" name=""/>
          <p:cNvSpPr/>
          <p:nvPr/>
        </p:nvSpPr>
        <p:spPr>
          <a:xfrm>
            <a:off x="1256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3" name=""/>
          <p:cNvSpPr/>
          <p:nvPr/>
        </p:nvSpPr>
        <p:spPr>
          <a:xfrm>
            <a:off x="1260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4" name=""/>
          <p:cNvSpPr/>
          <p:nvPr/>
        </p:nvSpPr>
        <p:spPr>
          <a:xfrm>
            <a:off x="1263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5" name=""/>
          <p:cNvSpPr/>
          <p:nvPr/>
        </p:nvSpPr>
        <p:spPr>
          <a:xfrm>
            <a:off x="1266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6" name=""/>
          <p:cNvSpPr/>
          <p:nvPr/>
        </p:nvSpPr>
        <p:spPr>
          <a:xfrm>
            <a:off x="1270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 name=""/>
          <p:cNvSpPr/>
          <p:nvPr/>
        </p:nvSpPr>
        <p:spPr>
          <a:xfrm>
            <a:off x="1273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 name=""/>
          <p:cNvSpPr/>
          <p:nvPr/>
        </p:nvSpPr>
        <p:spPr>
          <a:xfrm>
            <a:off x="1276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 name=""/>
          <p:cNvSpPr/>
          <p:nvPr/>
        </p:nvSpPr>
        <p:spPr>
          <a:xfrm>
            <a:off x="1279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1283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p:nvPr/>
        </p:nvSpPr>
        <p:spPr>
          <a:xfrm>
            <a:off x="1286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 name=""/>
          <p:cNvSpPr/>
          <p:nvPr/>
        </p:nvSpPr>
        <p:spPr>
          <a:xfrm>
            <a:off x="1289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 name=""/>
          <p:cNvSpPr/>
          <p:nvPr/>
        </p:nvSpPr>
        <p:spPr>
          <a:xfrm>
            <a:off x="1293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 name=""/>
          <p:cNvSpPr/>
          <p:nvPr/>
        </p:nvSpPr>
        <p:spPr>
          <a:xfrm>
            <a:off x="1296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 name=""/>
          <p:cNvSpPr/>
          <p:nvPr/>
        </p:nvSpPr>
        <p:spPr>
          <a:xfrm>
            <a:off x="1299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 name=""/>
          <p:cNvSpPr/>
          <p:nvPr/>
        </p:nvSpPr>
        <p:spPr>
          <a:xfrm>
            <a:off x="1303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 name=""/>
          <p:cNvSpPr/>
          <p:nvPr/>
        </p:nvSpPr>
        <p:spPr>
          <a:xfrm>
            <a:off x="1306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 name=""/>
          <p:cNvSpPr/>
          <p:nvPr/>
        </p:nvSpPr>
        <p:spPr>
          <a:xfrm>
            <a:off x="1310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 name=""/>
          <p:cNvSpPr/>
          <p:nvPr/>
        </p:nvSpPr>
        <p:spPr>
          <a:xfrm>
            <a:off x="13132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 name=""/>
          <p:cNvSpPr/>
          <p:nvPr/>
        </p:nvSpPr>
        <p:spPr>
          <a:xfrm>
            <a:off x="1316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p:nvPr/>
        </p:nvSpPr>
        <p:spPr>
          <a:xfrm>
            <a:off x="1320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 name=""/>
          <p:cNvSpPr/>
          <p:nvPr/>
        </p:nvSpPr>
        <p:spPr>
          <a:xfrm>
            <a:off x="132336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 name=""/>
          <p:cNvSpPr/>
          <p:nvPr/>
        </p:nvSpPr>
        <p:spPr>
          <a:xfrm>
            <a:off x="1326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 name=""/>
          <p:cNvSpPr/>
          <p:nvPr/>
        </p:nvSpPr>
        <p:spPr>
          <a:xfrm>
            <a:off x="1330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 name=""/>
          <p:cNvSpPr/>
          <p:nvPr/>
        </p:nvSpPr>
        <p:spPr>
          <a:xfrm>
            <a:off x="1333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p:nvPr/>
        </p:nvSpPr>
        <p:spPr>
          <a:xfrm>
            <a:off x="1337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 name=""/>
          <p:cNvSpPr/>
          <p:nvPr/>
        </p:nvSpPr>
        <p:spPr>
          <a:xfrm>
            <a:off x="1340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 name=""/>
          <p:cNvSpPr/>
          <p:nvPr/>
        </p:nvSpPr>
        <p:spPr>
          <a:xfrm>
            <a:off x="1343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 name=""/>
          <p:cNvSpPr/>
          <p:nvPr/>
        </p:nvSpPr>
        <p:spPr>
          <a:xfrm>
            <a:off x="13467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 name=""/>
          <p:cNvSpPr/>
          <p:nvPr/>
        </p:nvSpPr>
        <p:spPr>
          <a:xfrm>
            <a:off x="1350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 name=""/>
          <p:cNvSpPr/>
          <p:nvPr/>
        </p:nvSpPr>
        <p:spPr>
          <a:xfrm>
            <a:off x="1353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 name=""/>
          <p:cNvSpPr/>
          <p:nvPr/>
        </p:nvSpPr>
        <p:spPr>
          <a:xfrm>
            <a:off x="1356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 name=""/>
          <p:cNvSpPr/>
          <p:nvPr/>
        </p:nvSpPr>
        <p:spPr>
          <a:xfrm>
            <a:off x="1360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 name=""/>
          <p:cNvSpPr/>
          <p:nvPr/>
        </p:nvSpPr>
        <p:spPr>
          <a:xfrm>
            <a:off x="1363680" y="25905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 name=""/>
          <p:cNvSpPr/>
          <p:nvPr/>
        </p:nvSpPr>
        <p:spPr>
          <a:xfrm>
            <a:off x="1366920" y="25905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 name=""/>
          <p:cNvSpPr/>
          <p:nvPr/>
        </p:nvSpPr>
        <p:spPr>
          <a:xfrm>
            <a:off x="1370520" y="25909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 name=""/>
          <p:cNvSpPr/>
          <p:nvPr/>
        </p:nvSpPr>
        <p:spPr>
          <a:xfrm>
            <a:off x="1373760" y="25916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 name=""/>
          <p:cNvSpPr/>
          <p:nvPr/>
        </p:nvSpPr>
        <p:spPr>
          <a:xfrm>
            <a:off x="1377000" y="2593080"/>
            <a:ext cx="3960" cy="43200"/>
          </a:xfrm>
          <a:custGeom>
            <a:avLst/>
            <a:gdLst/>
            <a:ahLst/>
            <a:rect l="0" t="0" r="r" b="b"/>
            <a:pathLst>
              <a:path w="11" h="120">
                <a:moveTo>
                  <a:pt x="11" y="5"/>
                </a:moveTo>
                <a:lnTo>
                  <a:pt x="11" y="113"/>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 name=""/>
          <p:cNvSpPr/>
          <p:nvPr/>
        </p:nvSpPr>
        <p:spPr>
          <a:xfrm>
            <a:off x="1380600" y="25948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 name=""/>
          <p:cNvSpPr/>
          <p:nvPr/>
        </p:nvSpPr>
        <p:spPr>
          <a:xfrm>
            <a:off x="1383840" y="25977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 name=""/>
          <p:cNvSpPr/>
          <p:nvPr/>
        </p:nvSpPr>
        <p:spPr>
          <a:xfrm>
            <a:off x="1387080" y="2602080"/>
            <a:ext cx="3600" cy="24840"/>
          </a:xfrm>
          <a:custGeom>
            <a:avLst/>
            <a:gdLst/>
            <a:ahLst/>
            <a:rect l="0" t="0" r="r" b="b"/>
            <a:pathLst>
              <a:path w="10" h="69">
                <a:moveTo>
                  <a:pt x="10" y="35"/>
                </a:moveTo>
                <a:cubicBezTo>
                  <a:pt x="10" y="48"/>
                  <a:pt x="7" y="59"/>
                  <a:pt x="0" y="69"/>
                </a:cubicBezTo>
                <a:lnTo>
                  <a:pt x="0" y="0"/>
                </a:lnTo>
                <a:cubicBezTo>
                  <a:pt x="7" y="10"/>
                  <a:pt x="10" y="23"/>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 name=""/>
          <p:cNvSpPr txBox="1"/>
          <p:nvPr/>
        </p:nvSpPr>
        <p:spPr>
          <a:xfrm>
            <a:off x="533520" y="20764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⽬次</a:t>
            </a:r>
            <a:endParaRPr lang="en-US" sz="3150" b="0" u="none" strike="noStrike">
              <a:solidFill>
                <a:srgbClr val="000000"/>
              </a:solidFill>
              <a:effectLst/>
              <a:uFillTx/>
              <a:latin typeface="游明朝体"/>
            </a:endParaRPr>
          </a:p>
        </p:txBody>
      </p:sp>
      <p:sp>
        <p:nvSpPr>
          <p:cNvPr id="64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647" name=""/>
          <p:cNvPicPr/>
          <p:nvPr/>
        </p:nvPicPr>
        <p:blipFill>
          <a:blip r:embed="rId1"/>
          <a:stretch/>
        </p:blipFill>
        <p:spPr>
          <a:xfrm>
            <a:off x="546120" y="4813200"/>
            <a:ext cx="11112120" cy="469440"/>
          </a:xfrm>
          <a:prstGeom prst="rect">
            <a:avLst/>
          </a:prstGeom>
          <a:noFill/>
          <a:ln w="0">
            <a:noFill/>
          </a:ln>
        </p:spPr>
      </p:pic>
      <p:pic>
        <p:nvPicPr>
          <p:cNvPr id="648" name=""/>
          <p:cNvPicPr/>
          <p:nvPr/>
        </p:nvPicPr>
        <p:blipFill>
          <a:blip r:embed="rId2"/>
          <a:stretch/>
        </p:blipFill>
        <p:spPr>
          <a:xfrm>
            <a:off x="546120" y="5283360"/>
            <a:ext cx="11112120" cy="0"/>
          </a:xfrm>
          <a:prstGeom prst="rect">
            <a:avLst/>
          </a:prstGeom>
          <a:noFill/>
          <a:ln w="0">
            <a:noFill/>
          </a:ln>
        </p:spPr>
      </p:pic>
      <p:sp>
        <p:nvSpPr>
          <p:cNvPr id="649" name=""/>
          <p:cNvSpPr/>
          <p:nvPr/>
        </p:nvSpPr>
        <p:spPr>
          <a:xfrm>
            <a:off x="533160" y="481932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0" name=""/>
          <p:cNvSpPr/>
          <p:nvPr/>
        </p:nvSpPr>
        <p:spPr>
          <a:xfrm>
            <a:off x="618840" y="2571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1" name=""/>
          <p:cNvSpPr txBox="1"/>
          <p:nvPr/>
        </p:nvSpPr>
        <p:spPr>
          <a:xfrm>
            <a:off x="79992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652" name=""/>
          <p:cNvSpPr txBox="1"/>
          <p:nvPr/>
        </p:nvSpPr>
        <p:spPr>
          <a:xfrm>
            <a:off x="99072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653" name=""/>
          <p:cNvSpPr txBox="1"/>
          <p:nvPr/>
        </p:nvSpPr>
        <p:spPr>
          <a:xfrm>
            <a:off x="1096560" y="24850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654" name=""/>
          <p:cNvSpPr txBox="1"/>
          <p:nvPr/>
        </p:nvSpPr>
        <p:spPr>
          <a:xfrm>
            <a:off x="223956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55" name=""/>
          <p:cNvSpPr txBox="1"/>
          <p:nvPr/>
        </p:nvSpPr>
        <p:spPr>
          <a:xfrm>
            <a:off x="241236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656" name=""/>
          <p:cNvSpPr txBox="1"/>
          <p:nvPr/>
        </p:nvSpPr>
        <p:spPr>
          <a:xfrm>
            <a:off x="2602800" y="2476080"/>
            <a:ext cx="83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657" name=""/>
          <p:cNvSpPr txBox="1"/>
          <p:nvPr/>
        </p:nvSpPr>
        <p:spPr>
          <a:xfrm>
            <a:off x="3439080" y="24850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658" name=""/>
          <p:cNvSpPr txBox="1"/>
          <p:nvPr/>
        </p:nvSpPr>
        <p:spPr>
          <a:xfrm>
            <a:off x="7791840" y="2476080"/>
            <a:ext cx="39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59" name=""/>
          <p:cNvSpPr/>
          <p:nvPr/>
        </p:nvSpPr>
        <p:spPr>
          <a:xfrm>
            <a:off x="618840" y="29620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 name=""/>
          <p:cNvSpPr txBox="1"/>
          <p:nvPr/>
        </p:nvSpPr>
        <p:spPr>
          <a:xfrm>
            <a:off x="8172720" y="24850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661" name=""/>
          <p:cNvSpPr txBox="1"/>
          <p:nvPr/>
        </p:nvSpPr>
        <p:spPr>
          <a:xfrm>
            <a:off x="799920" y="28666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62" name=""/>
          <p:cNvSpPr txBox="1"/>
          <p:nvPr/>
        </p:nvSpPr>
        <p:spPr>
          <a:xfrm>
            <a:off x="1360800" y="28756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663" name=""/>
          <p:cNvSpPr txBox="1"/>
          <p:nvPr/>
        </p:nvSpPr>
        <p:spPr>
          <a:xfrm>
            <a:off x="5715720" y="28666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664" name=""/>
          <p:cNvSpPr/>
          <p:nvPr/>
        </p:nvSpPr>
        <p:spPr>
          <a:xfrm>
            <a:off x="618840" y="335268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 name=""/>
          <p:cNvSpPr txBox="1"/>
          <p:nvPr/>
        </p:nvSpPr>
        <p:spPr>
          <a:xfrm>
            <a:off x="6305040" y="28756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666" name=""/>
          <p:cNvSpPr txBox="1"/>
          <p:nvPr/>
        </p:nvSpPr>
        <p:spPr>
          <a:xfrm>
            <a:off x="7999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667" name=""/>
          <p:cNvSpPr txBox="1"/>
          <p:nvPr/>
        </p:nvSpPr>
        <p:spPr>
          <a:xfrm>
            <a:off x="1371600" y="3257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668" name=""/>
          <p:cNvSpPr txBox="1"/>
          <p:nvPr/>
        </p:nvSpPr>
        <p:spPr>
          <a:xfrm>
            <a:off x="1650240" y="32662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669" name=""/>
          <p:cNvSpPr txBox="1"/>
          <p:nvPr/>
        </p:nvSpPr>
        <p:spPr>
          <a:xfrm>
            <a:off x="4871520" y="3257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670" name=""/>
          <p:cNvSpPr txBox="1"/>
          <p:nvPr/>
        </p:nvSpPr>
        <p:spPr>
          <a:xfrm>
            <a:off x="49777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671" name=""/>
          <p:cNvSpPr txBox="1"/>
          <p:nvPr/>
        </p:nvSpPr>
        <p:spPr>
          <a:xfrm>
            <a:off x="5549040" y="325728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72" name=""/>
          <p:cNvSpPr/>
          <p:nvPr/>
        </p:nvSpPr>
        <p:spPr>
          <a:xfrm>
            <a:off x="618840" y="3743280"/>
            <a:ext cx="57600" cy="57240"/>
          </a:xfrm>
          <a:custGeom>
            <a:avLst/>
            <a:gdLst/>
            <a:ahLst/>
            <a:rect l="0" t="0" r="r" b="b"/>
            <a:pathLst>
              <a:path w="160" h="159">
                <a:moveTo>
                  <a:pt x="160" y="79"/>
                </a:moveTo>
                <a:cubicBezTo>
                  <a:pt x="160" y="90"/>
                  <a:pt x="158" y="100"/>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3" name=""/>
          <p:cNvSpPr txBox="1"/>
          <p:nvPr/>
        </p:nvSpPr>
        <p:spPr>
          <a:xfrm>
            <a:off x="6720480" y="3266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674" name=""/>
          <p:cNvSpPr txBox="1"/>
          <p:nvPr/>
        </p:nvSpPr>
        <p:spPr>
          <a:xfrm>
            <a:off x="799920" y="36565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675" name=""/>
          <p:cNvSpPr txBox="1"/>
          <p:nvPr/>
        </p:nvSpPr>
        <p:spPr>
          <a:xfrm>
            <a:off x="4610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76" name=""/>
          <p:cNvSpPr txBox="1"/>
          <p:nvPr/>
        </p:nvSpPr>
        <p:spPr>
          <a:xfrm>
            <a:off x="4969800" y="365652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677" name=""/>
          <p:cNvSpPr txBox="1"/>
          <p:nvPr/>
        </p:nvSpPr>
        <p:spPr>
          <a:xfrm>
            <a:off x="11054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78" name=""/>
          <p:cNvSpPr/>
          <p:nvPr/>
        </p:nvSpPr>
        <p:spPr>
          <a:xfrm>
            <a:off x="618840" y="4476600"/>
            <a:ext cx="57600" cy="57600"/>
          </a:xfrm>
          <a:custGeom>
            <a:avLst/>
            <a:gdLst/>
            <a:ahLst/>
            <a:rect l="0" t="0" r="r" b="b"/>
            <a:pathLst>
              <a:path w="160" h="160">
                <a:moveTo>
                  <a:pt x="160" y="79"/>
                </a:moveTo>
                <a:cubicBezTo>
                  <a:pt x="160" y="90"/>
                  <a:pt x="158" y="100"/>
                  <a:pt x="154" y="110"/>
                </a:cubicBezTo>
                <a:cubicBezTo>
                  <a:pt x="150" y="119"/>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9" name=""/>
          <p:cNvSpPr txBox="1"/>
          <p:nvPr/>
        </p:nvSpPr>
        <p:spPr>
          <a:xfrm>
            <a:off x="799920" y="3999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680" name=""/>
          <p:cNvSpPr txBox="1"/>
          <p:nvPr/>
        </p:nvSpPr>
        <p:spPr>
          <a:xfrm>
            <a:off x="79992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81" name=""/>
          <p:cNvSpPr txBox="1"/>
          <p:nvPr/>
        </p:nvSpPr>
        <p:spPr>
          <a:xfrm>
            <a:off x="972720" y="439020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682" name=""/>
          <p:cNvSpPr txBox="1"/>
          <p:nvPr/>
        </p:nvSpPr>
        <p:spPr>
          <a:xfrm>
            <a:off x="611064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683" name=""/>
          <p:cNvSpPr txBox="1"/>
          <p:nvPr/>
        </p:nvSpPr>
        <p:spPr>
          <a:xfrm>
            <a:off x="6163560" y="439020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684" name=""/>
          <p:cNvSpPr txBox="1"/>
          <p:nvPr/>
        </p:nvSpPr>
        <p:spPr>
          <a:xfrm>
            <a:off x="6354000" y="438120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685" name=""/>
          <p:cNvSpPr txBox="1"/>
          <p:nvPr/>
        </p:nvSpPr>
        <p:spPr>
          <a:xfrm>
            <a:off x="7063200" y="4390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686" name=""/>
          <p:cNvSpPr txBox="1"/>
          <p:nvPr/>
        </p:nvSpPr>
        <p:spPr>
          <a:xfrm>
            <a:off x="7444440" y="4381200"/>
            <a:ext cx="526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687" name=""/>
          <p:cNvSpPr txBox="1"/>
          <p:nvPr/>
        </p:nvSpPr>
        <p:spPr>
          <a:xfrm>
            <a:off x="7970400" y="43902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688" name=""/>
          <p:cNvSpPr txBox="1"/>
          <p:nvPr/>
        </p:nvSpPr>
        <p:spPr>
          <a:xfrm>
            <a:off x="723960" y="495108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689" name=""/>
          <p:cNvSpPr txBox="1"/>
          <p:nvPr/>
        </p:nvSpPr>
        <p:spPr>
          <a:xfrm>
            <a:off x="4699800" y="4942800"/>
            <a:ext cx="36036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690" name=""/>
          <p:cNvSpPr txBox="1"/>
          <p:nvPr/>
        </p:nvSpPr>
        <p:spPr>
          <a:xfrm>
            <a:off x="5058720" y="4951080"/>
            <a:ext cx="3627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691" name=""/>
          <p:cNvSpPr txBox="1"/>
          <p:nvPr/>
        </p:nvSpPr>
        <p:spPr>
          <a:xfrm>
            <a:off x="533520" y="16192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⽣成</a:t>
            </a:r>
            <a:endParaRPr lang="en-US" sz="3150" b="0" u="none" strike="noStrike">
              <a:solidFill>
                <a:srgbClr val="000000"/>
              </a:solidFill>
              <a:effectLst/>
              <a:uFillTx/>
              <a:latin typeface="游明朝体"/>
            </a:endParaRPr>
          </a:p>
        </p:txBody>
      </p:sp>
      <p:sp>
        <p:nvSpPr>
          <p:cNvPr id="692" name=""/>
          <p:cNvSpPr txBox="1"/>
          <p:nvPr/>
        </p:nvSpPr>
        <p:spPr>
          <a:xfrm>
            <a:off x="1333440" y="160020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693" name=""/>
          <p:cNvSpPr txBox="1"/>
          <p:nvPr/>
        </p:nvSpPr>
        <p:spPr>
          <a:xfrm>
            <a:off x="1725480" y="1619280"/>
            <a:ext cx="1598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活⽤から</a:t>
            </a:r>
            <a:endParaRPr lang="en-US" sz="3150" b="0" u="none" strike="noStrike">
              <a:solidFill>
                <a:srgbClr val="000000"/>
              </a:solidFill>
              <a:effectLst/>
              <a:uFillTx/>
              <a:latin typeface="游明朝体"/>
            </a:endParaRPr>
          </a:p>
        </p:txBody>
      </p:sp>
      <p:sp>
        <p:nvSpPr>
          <p:cNvPr id="694" name=""/>
          <p:cNvSpPr txBox="1"/>
          <p:nvPr/>
        </p:nvSpPr>
        <p:spPr>
          <a:xfrm>
            <a:off x="3325680" y="1600200"/>
            <a:ext cx="26848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Claude Code </a:t>
            </a:r>
            <a:endParaRPr lang="en-US" sz="3150" b="0" u="none" strike="noStrike">
              <a:solidFill>
                <a:srgbClr val="000000"/>
              </a:solidFill>
              <a:effectLst/>
              <a:uFillTx/>
              <a:latin typeface="游明朝体"/>
            </a:endParaRPr>
          </a:p>
        </p:txBody>
      </p:sp>
      <p:sp>
        <p:nvSpPr>
          <p:cNvPr id="695" name=""/>
          <p:cNvSpPr/>
          <p:nvPr/>
        </p:nvSpPr>
        <p:spPr>
          <a:xfrm>
            <a:off x="533160" y="21405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 name=""/>
          <p:cNvSpPr/>
          <p:nvPr/>
        </p:nvSpPr>
        <p:spPr>
          <a:xfrm>
            <a:off x="540000" y="213588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6"/>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p:nvPr/>
        </p:nvSpPr>
        <p:spPr>
          <a:xfrm>
            <a:off x="546480" y="21337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 name=""/>
          <p:cNvSpPr/>
          <p:nvPr/>
        </p:nvSpPr>
        <p:spPr>
          <a:xfrm>
            <a:off x="553320" y="21333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 name=""/>
          <p:cNvSpPr/>
          <p:nvPr/>
        </p:nvSpPr>
        <p:spPr>
          <a:xfrm>
            <a:off x="560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 name=""/>
          <p:cNvSpPr/>
          <p:nvPr/>
        </p:nvSpPr>
        <p:spPr>
          <a:xfrm>
            <a:off x="56664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 name=""/>
          <p:cNvSpPr/>
          <p:nvPr/>
        </p:nvSpPr>
        <p:spPr>
          <a:xfrm>
            <a:off x="573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 name=""/>
          <p:cNvSpPr/>
          <p:nvPr/>
        </p:nvSpPr>
        <p:spPr>
          <a:xfrm>
            <a:off x="579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p:nvPr/>
        </p:nvSpPr>
        <p:spPr>
          <a:xfrm>
            <a:off x="586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4" name=""/>
          <p:cNvSpPr/>
          <p:nvPr/>
        </p:nvSpPr>
        <p:spPr>
          <a:xfrm>
            <a:off x="593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5" name=""/>
          <p:cNvSpPr/>
          <p:nvPr/>
        </p:nvSpPr>
        <p:spPr>
          <a:xfrm>
            <a:off x="600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6" name=""/>
          <p:cNvSpPr/>
          <p:nvPr/>
        </p:nvSpPr>
        <p:spPr>
          <a:xfrm>
            <a:off x="606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7" name=""/>
          <p:cNvSpPr/>
          <p:nvPr/>
        </p:nvSpPr>
        <p:spPr>
          <a:xfrm>
            <a:off x="613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8" name=""/>
          <p:cNvSpPr/>
          <p:nvPr/>
        </p:nvSpPr>
        <p:spPr>
          <a:xfrm>
            <a:off x="620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9" name=""/>
          <p:cNvSpPr/>
          <p:nvPr/>
        </p:nvSpPr>
        <p:spPr>
          <a:xfrm>
            <a:off x="627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0" name=""/>
          <p:cNvSpPr/>
          <p:nvPr/>
        </p:nvSpPr>
        <p:spPr>
          <a:xfrm>
            <a:off x="633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1" name=""/>
          <p:cNvSpPr/>
          <p:nvPr/>
        </p:nvSpPr>
        <p:spPr>
          <a:xfrm>
            <a:off x="640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2" name=""/>
          <p:cNvSpPr/>
          <p:nvPr/>
        </p:nvSpPr>
        <p:spPr>
          <a:xfrm>
            <a:off x="646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3" name=""/>
          <p:cNvSpPr/>
          <p:nvPr/>
        </p:nvSpPr>
        <p:spPr>
          <a:xfrm>
            <a:off x="653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4" name=""/>
          <p:cNvSpPr/>
          <p:nvPr/>
        </p:nvSpPr>
        <p:spPr>
          <a:xfrm>
            <a:off x="660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5" name=""/>
          <p:cNvSpPr/>
          <p:nvPr/>
        </p:nvSpPr>
        <p:spPr>
          <a:xfrm>
            <a:off x="667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6" name=""/>
          <p:cNvSpPr/>
          <p:nvPr/>
        </p:nvSpPr>
        <p:spPr>
          <a:xfrm>
            <a:off x="6739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7" name=""/>
          <p:cNvSpPr/>
          <p:nvPr/>
        </p:nvSpPr>
        <p:spPr>
          <a:xfrm>
            <a:off x="6804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8" name=""/>
          <p:cNvSpPr/>
          <p:nvPr/>
        </p:nvSpPr>
        <p:spPr>
          <a:xfrm>
            <a:off x="6872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9" name=""/>
          <p:cNvSpPr/>
          <p:nvPr/>
        </p:nvSpPr>
        <p:spPr>
          <a:xfrm>
            <a:off x="6940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0" name=""/>
          <p:cNvSpPr/>
          <p:nvPr/>
        </p:nvSpPr>
        <p:spPr>
          <a:xfrm>
            <a:off x="7005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1" name=""/>
          <p:cNvSpPr/>
          <p:nvPr/>
        </p:nvSpPr>
        <p:spPr>
          <a:xfrm>
            <a:off x="7074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2" name=""/>
          <p:cNvSpPr/>
          <p:nvPr/>
        </p:nvSpPr>
        <p:spPr>
          <a:xfrm>
            <a:off x="7138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3" name=""/>
          <p:cNvSpPr/>
          <p:nvPr/>
        </p:nvSpPr>
        <p:spPr>
          <a:xfrm>
            <a:off x="7207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4" name=""/>
          <p:cNvSpPr/>
          <p:nvPr/>
        </p:nvSpPr>
        <p:spPr>
          <a:xfrm>
            <a:off x="7275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5" name=""/>
          <p:cNvSpPr/>
          <p:nvPr/>
        </p:nvSpPr>
        <p:spPr>
          <a:xfrm>
            <a:off x="7340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6" name=""/>
          <p:cNvSpPr/>
          <p:nvPr/>
        </p:nvSpPr>
        <p:spPr>
          <a:xfrm>
            <a:off x="7408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7" name=""/>
          <p:cNvSpPr/>
          <p:nvPr/>
        </p:nvSpPr>
        <p:spPr>
          <a:xfrm>
            <a:off x="7473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8" name=""/>
          <p:cNvSpPr/>
          <p:nvPr/>
        </p:nvSpPr>
        <p:spPr>
          <a:xfrm>
            <a:off x="7542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9" name=""/>
          <p:cNvSpPr/>
          <p:nvPr/>
        </p:nvSpPr>
        <p:spPr>
          <a:xfrm>
            <a:off x="7610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p:nvPr/>
        </p:nvSpPr>
        <p:spPr>
          <a:xfrm>
            <a:off x="76752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1" name=""/>
          <p:cNvSpPr/>
          <p:nvPr/>
        </p:nvSpPr>
        <p:spPr>
          <a:xfrm>
            <a:off x="7743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2" name=""/>
          <p:cNvSpPr/>
          <p:nvPr/>
        </p:nvSpPr>
        <p:spPr>
          <a:xfrm>
            <a:off x="780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3" name=""/>
          <p:cNvSpPr/>
          <p:nvPr/>
        </p:nvSpPr>
        <p:spPr>
          <a:xfrm>
            <a:off x="7876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4" name=""/>
          <p:cNvSpPr/>
          <p:nvPr/>
        </p:nvSpPr>
        <p:spPr>
          <a:xfrm>
            <a:off x="7945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5" name=""/>
          <p:cNvSpPr/>
          <p:nvPr/>
        </p:nvSpPr>
        <p:spPr>
          <a:xfrm>
            <a:off x="8010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6" name=""/>
          <p:cNvSpPr/>
          <p:nvPr/>
        </p:nvSpPr>
        <p:spPr>
          <a:xfrm>
            <a:off x="807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7" name=""/>
          <p:cNvSpPr/>
          <p:nvPr/>
        </p:nvSpPr>
        <p:spPr>
          <a:xfrm>
            <a:off x="8146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8" name=""/>
          <p:cNvSpPr/>
          <p:nvPr/>
        </p:nvSpPr>
        <p:spPr>
          <a:xfrm>
            <a:off x="8211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p:nvPr/>
        </p:nvSpPr>
        <p:spPr>
          <a:xfrm>
            <a:off x="8280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0" name=""/>
          <p:cNvSpPr/>
          <p:nvPr/>
        </p:nvSpPr>
        <p:spPr>
          <a:xfrm>
            <a:off x="8344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1" name=""/>
          <p:cNvSpPr/>
          <p:nvPr/>
        </p:nvSpPr>
        <p:spPr>
          <a:xfrm>
            <a:off x="8413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p:nvPr/>
        </p:nvSpPr>
        <p:spPr>
          <a:xfrm>
            <a:off x="848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3" name=""/>
          <p:cNvSpPr/>
          <p:nvPr/>
        </p:nvSpPr>
        <p:spPr>
          <a:xfrm>
            <a:off x="8546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4" name=""/>
          <p:cNvSpPr/>
          <p:nvPr/>
        </p:nvSpPr>
        <p:spPr>
          <a:xfrm>
            <a:off x="861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5" name=""/>
          <p:cNvSpPr/>
          <p:nvPr/>
        </p:nvSpPr>
        <p:spPr>
          <a:xfrm>
            <a:off x="867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6" name=""/>
          <p:cNvSpPr/>
          <p:nvPr/>
        </p:nvSpPr>
        <p:spPr>
          <a:xfrm>
            <a:off x="874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p:nvPr/>
        </p:nvSpPr>
        <p:spPr>
          <a:xfrm>
            <a:off x="881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8" name=""/>
          <p:cNvSpPr/>
          <p:nvPr/>
        </p:nvSpPr>
        <p:spPr>
          <a:xfrm>
            <a:off x="888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9" name=""/>
          <p:cNvSpPr/>
          <p:nvPr/>
        </p:nvSpPr>
        <p:spPr>
          <a:xfrm>
            <a:off x="894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0" name=""/>
          <p:cNvSpPr/>
          <p:nvPr/>
        </p:nvSpPr>
        <p:spPr>
          <a:xfrm>
            <a:off x="901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1" name=""/>
          <p:cNvSpPr/>
          <p:nvPr/>
        </p:nvSpPr>
        <p:spPr>
          <a:xfrm>
            <a:off x="908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2" name=""/>
          <p:cNvSpPr/>
          <p:nvPr/>
        </p:nvSpPr>
        <p:spPr>
          <a:xfrm>
            <a:off x="915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3" name=""/>
          <p:cNvSpPr/>
          <p:nvPr/>
        </p:nvSpPr>
        <p:spPr>
          <a:xfrm>
            <a:off x="921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4" name=""/>
          <p:cNvSpPr/>
          <p:nvPr/>
        </p:nvSpPr>
        <p:spPr>
          <a:xfrm>
            <a:off x="928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5" name=""/>
          <p:cNvSpPr/>
          <p:nvPr/>
        </p:nvSpPr>
        <p:spPr>
          <a:xfrm>
            <a:off x="934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6" name=""/>
          <p:cNvSpPr/>
          <p:nvPr/>
        </p:nvSpPr>
        <p:spPr>
          <a:xfrm>
            <a:off x="941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7" name=""/>
          <p:cNvSpPr/>
          <p:nvPr/>
        </p:nvSpPr>
        <p:spPr>
          <a:xfrm>
            <a:off x="948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8" name=""/>
          <p:cNvSpPr/>
          <p:nvPr/>
        </p:nvSpPr>
        <p:spPr>
          <a:xfrm>
            <a:off x="955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9" name=""/>
          <p:cNvSpPr/>
          <p:nvPr/>
        </p:nvSpPr>
        <p:spPr>
          <a:xfrm>
            <a:off x="961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0" name=""/>
          <p:cNvSpPr/>
          <p:nvPr/>
        </p:nvSpPr>
        <p:spPr>
          <a:xfrm>
            <a:off x="965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1" name=""/>
          <p:cNvSpPr/>
          <p:nvPr/>
        </p:nvSpPr>
        <p:spPr>
          <a:xfrm>
            <a:off x="968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2" name=""/>
          <p:cNvSpPr/>
          <p:nvPr/>
        </p:nvSpPr>
        <p:spPr>
          <a:xfrm>
            <a:off x="972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3" name=""/>
          <p:cNvSpPr/>
          <p:nvPr/>
        </p:nvSpPr>
        <p:spPr>
          <a:xfrm>
            <a:off x="975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4" name=""/>
          <p:cNvSpPr/>
          <p:nvPr/>
        </p:nvSpPr>
        <p:spPr>
          <a:xfrm>
            <a:off x="978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5" name=""/>
          <p:cNvSpPr/>
          <p:nvPr/>
        </p:nvSpPr>
        <p:spPr>
          <a:xfrm>
            <a:off x="982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6" name=""/>
          <p:cNvSpPr/>
          <p:nvPr/>
        </p:nvSpPr>
        <p:spPr>
          <a:xfrm>
            <a:off x="985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7" name=""/>
          <p:cNvSpPr/>
          <p:nvPr/>
        </p:nvSpPr>
        <p:spPr>
          <a:xfrm>
            <a:off x="9885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8" name=""/>
          <p:cNvSpPr/>
          <p:nvPr/>
        </p:nvSpPr>
        <p:spPr>
          <a:xfrm>
            <a:off x="992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9" name=""/>
          <p:cNvSpPr/>
          <p:nvPr/>
        </p:nvSpPr>
        <p:spPr>
          <a:xfrm>
            <a:off x="995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0" name=""/>
          <p:cNvSpPr/>
          <p:nvPr/>
        </p:nvSpPr>
        <p:spPr>
          <a:xfrm>
            <a:off x="998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1" name=""/>
          <p:cNvSpPr/>
          <p:nvPr/>
        </p:nvSpPr>
        <p:spPr>
          <a:xfrm>
            <a:off x="1001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2" name=""/>
          <p:cNvSpPr/>
          <p:nvPr/>
        </p:nvSpPr>
        <p:spPr>
          <a:xfrm>
            <a:off x="1005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3" name=""/>
          <p:cNvSpPr/>
          <p:nvPr/>
        </p:nvSpPr>
        <p:spPr>
          <a:xfrm>
            <a:off x="1008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4" name=""/>
          <p:cNvSpPr/>
          <p:nvPr/>
        </p:nvSpPr>
        <p:spPr>
          <a:xfrm>
            <a:off x="1011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5" name=""/>
          <p:cNvSpPr/>
          <p:nvPr/>
        </p:nvSpPr>
        <p:spPr>
          <a:xfrm>
            <a:off x="1015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6" name=""/>
          <p:cNvSpPr/>
          <p:nvPr/>
        </p:nvSpPr>
        <p:spPr>
          <a:xfrm>
            <a:off x="1018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7" name=""/>
          <p:cNvSpPr/>
          <p:nvPr/>
        </p:nvSpPr>
        <p:spPr>
          <a:xfrm>
            <a:off x="102204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8" name=""/>
          <p:cNvSpPr/>
          <p:nvPr/>
        </p:nvSpPr>
        <p:spPr>
          <a:xfrm>
            <a:off x="1025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9" name=""/>
          <p:cNvSpPr/>
          <p:nvPr/>
        </p:nvSpPr>
        <p:spPr>
          <a:xfrm>
            <a:off x="1028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0" name=""/>
          <p:cNvSpPr/>
          <p:nvPr/>
        </p:nvSpPr>
        <p:spPr>
          <a:xfrm>
            <a:off x="1032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1" name=""/>
          <p:cNvSpPr/>
          <p:nvPr/>
        </p:nvSpPr>
        <p:spPr>
          <a:xfrm>
            <a:off x="1035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2" name=""/>
          <p:cNvSpPr/>
          <p:nvPr/>
        </p:nvSpPr>
        <p:spPr>
          <a:xfrm>
            <a:off x="1038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3" name=""/>
          <p:cNvSpPr/>
          <p:nvPr/>
        </p:nvSpPr>
        <p:spPr>
          <a:xfrm>
            <a:off x="1042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4" name=""/>
          <p:cNvSpPr/>
          <p:nvPr/>
        </p:nvSpPr>
        <p:spPr>
          <a:xfrm>
            <a:off x="1045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5" name=""/>
          <p:cNvSpPr/>
          <p:nvPr/>
        </p:nvSpPr>
        <p:spPr>
          <a:xfrm>
            <a:off x="1049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6" name=""/>
          <p:cNvSpPr/>
          <p:nvPr/>
        </p:nvSpPr>
        <p:spPr>
          <a:xfrm>
            <a:off x="1052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7" name=""/>
          <p:cNvSpPr/>
          <p:nvPr/>
        </p:nvSpPr>
        <p:spPr>
          <a:xfrm>
            <a:off x="1055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8" name=""/>
          <p:cNvSpPr/>
          <p:nvPr/>
        </p:nvSpPr>
        <p:spPr>
          <a:xfrm>
            <a:off x="1059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9" name=""/>
          <p:cNvSpPr/>
          <p:nvPr/>
        </p:nvSpPr>
        <p:spPr>
          <a:xfrm>
            <a:off x="1062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0" name=""/>
          <p:cNvSpPr/>
          <p:nvPr/>
        </p:nvSpPr>
        <p:spPr>
          <a:xfrm>
            <a:off x="1065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1" name=""/>
          <p:cNvSpPr/>
          <p:nvPr/>
        </p:nvSpPr>
        <p:spPr>
          <a:xfrm>
            <a:off x="1068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2" name=""/>
          <p:cNvSpPr/>
          <p:nvPr/>
        </p:nvSpPr>
        <p:spPr>
          <a:xfrm>
            <a:off x="1072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3" name=""/>
          <p:cNvSpPr/>
          <p:nvPr/>
        </p:nvSpPr>
        <p:spPr>
          <a:xfrm>
            <a:off x="1075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4" name=""/>
          <p:cNvSpPr/>
          <p:nvPr/>
        </p:nvSpPr>
        <p:spPr>
          <a:xfrm>
            <a:off x="10789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5" name=""/>
          <p:cNvSpPr/>
          <p:nvPr/>
        </p:nvSpPr>
        <p:spPr>
          <a:xfrm>
            <a:off x="1082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6" name=""/>
          <p:cNvSpPr/>
          <p:nvPr/>
        </p:nvSpPr>
        <p:spPr>
          <a:xfrm>
            <a:off x="1085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7" name=""/>
          <p:cNvSpPr/>
          <p:nvPr/>
        </p:nvSpPr>
        <p:spPr>
          <a:xfrm>
            <a:off x="1089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8" name=""/>
          <p:cNvSpPr/>
          <p:nvPr/>
        </p:nvSpPr>
        <p:spPr>
          <a:xfrm>
            <a:off x="1092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9" name=""/>
          <p:cNvSpPr/>
          <p:nvPr/>
        </p:nvSpPr>
        <p:spPr>
          <a:xfrm>
            <a:off x="1095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0" name=""/>
          <p:cNvSpPr/>
          <p:nvPr/>
        </p:nvSpPr>
        <p:spPr>
          <a:xfrm>
            <a:off x="1099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1" name=""/>
          <p:cNvSpPr/>
          <p:nvPr/>
        </p:nvSpPr>
        <p:spPr>
          <a:xfrm>
            <a:off x="1102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2" name=""/>
          <p:cNvSpPr/>
          <p:nvPr/>
        </p:nvSpPr>
        <p:spPr>
          <a:xfrm>
            <a:off x="1105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3" name=""/>
          <p:cNvSpPr/>
          <p:nvPr/>
        </p:nvSpPr>
        <p:spPr>
          <a:xfrm>
            <a:off x="1109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4" name=""/>
          <p:cNvSpPr/>
          <p:nvPr/>
        </p:nvSpPr>
        <p:spPr>
          <a:xfrm>
            <a:off x="1112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5" name=""/>
          <p:cNvSpPr/>
          <p:nvPr/>
        </p:nvSpPr>
        <p:spPr>
          <a:xfrm>
            <a:off x="1116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6" name=""/>
          <p:cNvSpPr/>
          <p:nvPr/>
        </p:nvSpPr>
        <p:spPr>
          <a:xfrm>
            <a:off x="1119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7" name=""/>
          <p:cNvSpPr/>
          <p:nvPr/>
        </p:nvSpPr>
        <p:spPr>
          <a:xfrm>
            <a:off x="112248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8" name=""/>
          <p:cNvSpPr/>
          <p:nvPr/>
        </p:nvSpPr>
        <p:spPr>
          <a:xfrm>
            <a:off x="1126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9" name=""/>
          <p:cNvSpPr/>
          <p:nvPr/>
        </p:nvSpPr>
        <p:spPr>
          <a:xfrm>
            <a:off x="1129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0" name=""/>
          <p:cNvSpPr/>
          <p:nvPr/>
        </p:nvSpPr>
        <p:spPr>
          <a:xfrm>
            <a:off x="1132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1" name=""/>
          <p:cNvSpPr/>
          <p:nvPr/>
        </p:nvSpPr>
        <p:spPr>
          <a:xfrm>
            <a:off x="1135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2" name=""/>
          <p:cNvSpPr/>
          <p:nvPr/>
        </p:nvSpPr>
        <p:spPr>
          <a:xfrm>
            <a:off x="1139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3" name=""/>
          <p:cNvSpPr/>
          <p:nvPr/>
        </p:nvSpPr>
        <p:spPr>
          <a:xfrm>
            <a:off x="1142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4" name=""/>
          <p:cNvSpPr/>
          <p:nvPr/>
        </p:nvSpPr>
        <p:spPr>
          <a:xfrm>
            <a:off x="1145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5" name=""/>
          <p:cNvSpPr/>
          <p:nvPr/>
        </p:nvSpPr>
        <p:spPr>
          <a:xfrm>
            <a:off x="1149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6" name=""/>
          <p:cNvSpPr/>
          <p:nvPr/>
        </p:nvSpPr>
        <p:spPr>
          <a:xfrm>
            <a:off x="1152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7" name=""/>
          <p:cNvSpPr/>
          <p:nvPr/>
        </p:nvSpPr>
        <p:spPr>
          <a:xfrm>
            <a:off x="1155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8" name=""/>
          <p:cNvSpPr/>
          <p:nvPr/>
        </p:nvSpPr>
        <p:spPr>
          <a:xfrm>
            <a:off x="1159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9" name=""/>
          <p:cNvSpPr/>
          <p:nvPr/>
        </p:nvSpPr>
        <p:spPr>
          <a:xfrm>
            <a:off x="1162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0" name=""/>
          <p:cNvSpPr/>
          <p:nvPr/>
        </p:nvSpPr>
        <p:spPr>
          <a:xfrm>
            <a:off x="11660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1" name=""/>
          <p:cNvSpPr/>
          <p:nvPr/>
        </p:nvSpPr>
        <p:spPr>
          <a:xfrm>
            <a:off x="1169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2" name=""/>
          <p:cNvSpPr/>
          <p:nvPr/>
        </p:nvSpPr>
        <p:spPr>
          <a:xfrm>
            <a:off x="1172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3" name=""/>
          <p:cNvSpPr/>
          <p:nvPr/>
        </p:nvSpPr>
        <p:spPr>
          <a:xfrm>
            <a:off x="1176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4" name=""/>
          <p:cNvSpPr/>
          <p:nvPr/>
        </p:nvSpPr>
        <p:spPr>
          <a:xfrm>
            <a:off x="1179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5" name=""/>
          <p:cNvSpPr/>
          <p:nvPr/>
        </p:nvSpPr>
        <p:spPr>
          <a:xfrm>
            <a:off x="1182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6" name=""/>
          <p:cNvSpPr/>
          <p:nvPr/>
        </p:nvSpPr>
        <p:spPr>
          <a:xfrm>
            <a:off x="1186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7" name=""/>
          <p:cNvSpPr/>
          <p:nvPr/>
        </p:nvSpPr>
        <p:spPr>
          <a:xfrm>
            <a:off x="1189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8" name=""/>
          <p:cNvSpPr/>
          <p:nvPr/>
        </p:nvSpPr>
        <p:spPr>
          <a:xfrm>
            <a:off x="1193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9" name=""/>
          <p:cNvSpPr/>
          <p:nvPr/>
        </p:nvSpPr>
        <p:spPr>
          <a:xfrm>
            <a:off x="1196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0" name=""/>
          <p:cNvSpPr/>
          <p:nvPr/>
        </p:nvSpPr>
        <p:spPr>
          <a:xfrm>
            <a:off x="1199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1" name=""/>
          <p:cNvSpPr/>
          <p:nvPr/>
        </p:nvSpPr>
        <p:spPr>
          <a:xfrm>
            <a:off x="1203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2" name=""/>
          <p:cNvSpPr/>
          <p:nvPr/>
        </p:nvSpPr>
        <p:spPr>
          <a:xfrm>
            <a:off x="1206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3" name=""/>
          <p:cNvSpPr/>
          <p:nvPr/>
        </p:nvSpPr>
        <p:spPr>
          <a:xfrm>
            <a:off x="1209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4" name=""/>
          <p:cNvSpPr/>
          <p:nvPr/>
        </p:nvSpPr>
        <p:spPr>
          <a:xfrm>
            <a:off x="1212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5" name=""/>
          <p:cNvSpPr/>
          <p:nvPr/>
        </p:nvSpPr>
        <p:spPr>
          <a:xfrm>
            <a:off x="1216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6" name=""/>
          <p:cNvSpPr/>
          <p:nvPr/>
        </p:nvSpPr>
        <p:spPr>
          <a:xfrm>
            <a:off x="1219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7" name=""/>
          <p:cNvSpPr/>
          <p:nvPr/>
        </p:nvSpPr>
        <p:spPr>
          <a:xfrm>
            <a:off x="122292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8" name=""/>
          <p:cNvSpPr/>
          <p:nvPr/>
        </p:nvSpPr>
        <p:spPr>
          <a:xfrm>
            <a:off x="1226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9" name=""/>
          <p:cNvSpPr/>
          <p:nvPr/>
        </p:nvSpPr>
        <p:spPr>
          <a:xfrm>
            <a:off x="1229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0" name=""/>
          <p:cNvSpPr/>
          <p:nvPr/>
        </p:nvSpPr>
        <p:spPr>
          <a:xfrm>
            <a:off x="1233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1" name=""/>
          <p:cNvSpPr/>
          <p:nvPr/>
        </p:nvSpPr>
        <p:spPr>
          <a:xfrm>
            <a:off x="1236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2" name=""/>
          <p:cNvSpPr/>
          <p:nvPr/>
        </p:nvSpPr>
        <p:spPr>
          <a:xfrm>
            <a:off x="1239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3" name=""/>
          <p:cNvSpPr/>
          <p:nvPr/>
        </p:nvSpPr>
        <p:spPr>
          <a:xfrm>
            <a:off x="1243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4" name=""/>
          <p:cNvSpPr/>
          <p:nvPr/>
        </p:nvSpPr>
        <p:spPr>
          <a:xfrm>
            <a:off x="1246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5" name=""/>
          <p:cNvSpPr/>
          <p:nvPr/>
        </p:nvSpPr>
        <p:spPr>
          <a:xfrm>
            <a:off x="1249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6" name=""/>
          <p:cNvSpPr/>
          <p:nvPr/>
        </p:nvSpPr>
        <p:spPr>
          <a:xfrm>
            <a:off x="1253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7" name=""/>
          <p:cNvSpPr/>
          <p:nvPr/>
        </p:nvSpPr>
        <p:spPr>
          <a:xfrm>
            <a:off x="1256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8" name=""/>
          <p:cNvSpPr/>
          <p:nvPr/>
        </p:nvSpPr>
        <p:spPr>
          <a:xfrm>
            <a:off x="1260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9" name=""/>
          <p:cNvSpPr/>
          <p:nvPr/>
        </p:nvSpPr>
        <p:spPr>
          <a:xfrm>
            <a:off x="1263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0" name=""/>
          <p:cNvSpPr/>
          <p:nvPr/>
        </p:nvSpPr>
        <p:spPr>
          <a:xfrm>
            <a:off x="1266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1" name=""/>
          <p:cNvSpPr/>
          <p:nvPr/>
        </p:nvSpPr>
        <p:spPr>
          <a:xfrm>
            <a:off x="1270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2" name=""/>
          <p:cNvSpPr/>
          <p:nvPr/>
        </p:nvSpPr>
        <p:spPr>
          <a:xfrm>
            <a:off x="1273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3" name=""/>
          <p:cNvSpPr/>
          <p:nvPr/>
        </p:nvSpPr>
        <p:spPr>
          <a:xfrm>
            <a:off x="1276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4" name=""/>
          <p:cNvSpPr/>
          <p:nvPr/>
        </p:nvSpPr>
        <p:spPr>
          <a:xfrm>
            <a:off x="1279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5" name=""/>
          <p:cNvSpPr/>
          <p:nvPr/>
        </p:nvSpPr>
        <p:spPr>
          <a:xfrm>
            <a:off x="1283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6" name=""/>
          <p:cNvSpPr/>
          <p:nvPr/>
        </p:nvSpPr>
        <p:spPr>
          <a:xfrm>
            <a:off x="1286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7" name=""/>
          <p:cNvSpPr/>
          <p:nvPr/>
        </p:nvSpPr>
        <p:spPr>
          <a:xfrm>
            <a:off x="1289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8" name=""/>
          <p:cNvSpPr/>
          <p:nvPr/>
        </p:nvSpPr>
        <p:spPr>
          <a:xfrm>
            <a:off x="1293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9" name=""/>
          <p:cNvSpPr/>
          <p:nvPr/>
        </p:nvSpPr>
        <p:spPr>
          <a:xfrm>
            <a:off x="1296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0" name=""/>
          <p:cNvSpPr/>
          <p:nvPr/>
        </p:nvSpPr>
        <p:spPr>
          <a:xfrm>
            <a:off x="1299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1" name=""/>
          <p:cNvSpPr/>
          <p:nvPr/>
        </p:nvSpPr>
        <p:spPr>
          <a:xfrm>
            <a:off x="1303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2" name=""/>
          <p:cNvSpPr/>
          <p:nvPr/>
        </p:nvSpPr>
        <p:spPr>
          <a:xfrm>
            <a:off x="1306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3" name=""/>
          <p:cNvSpPr/>
          <p:nvPr/>
        </p:nvSpPr>
        <p:spPr>
          <a:xfrm>
            <a:off x="1310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4" name=""/>
          <p:cNvSpPr/>
          <p:nvPr/>
        </p:nvSpPr>
        <p:spPr>
          <a:xfrm>
            <a:off x="13132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5" name=""/>
          <p:cNvSpPr/>
          <p:nvPr/>
        </p:nvSpPr>
        <p:spPr>
          <a:xfrm>
            <a:off x="1316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6" name=""/>
          <p:cNvSpPr/>
          <p:nvPr/>
        </p:nvSpPr>
        <p:spPr>
          <a:xfrm>
            <a:off x="1320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7" name=""/>
          <p:cNvSpPr/>
          <p:nvPr/>
        </p:nvSpPr>
        <p:spPr>
          <a:xfrm>
            <a:off x="132336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8" name=""/>
          <p:cNvSpPr/>
          <p:nvPr/>
        </p:nvSpPr>
        <p:spPr>
          <a:xfrm>
            <a:off x="1326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9" name=""/>
          <p:cNvSpPr/>
          <p:nvPr/>
        </p:nvSpPr>
        <p:spPr>
          <a:xfrm>
            <a:off x="1330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0" name=""/>
          <p:cNvSpPr/>
          <p:nvPr/>
        </p:nvSpPr>
        <p:spPr>
          <a:xfrm>
            <a:off x="1333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1" name=""/>
          <p:cNvSpPr/>
          <p:nvPr/>
        </p:nvSpPr>
        <p:spPr>
          <a:xfrm>
            <a:off x="1337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2" name=""/>
          <p:cNvSpPr/>
          <p:nvPr/>
        </p:nvSpPr>
        <p:spPr>
          <a:xfrm>
            <a:off x="1340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3" name=""/>
          <p:cNvSpPr/>
          <p:nvPr/>
        </p:nvSpPr>
        <p:spPr>
          <a:xfrm>
            <a:off x="1343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4" name=""/>
          <p:cNvSpPr/>
          <p:nvPr/>
        </p:nvSpPr>
        <p:spPr>
          <a:xfrm>
            <a:off x="13467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5" name=""/>
          <p:cNvSpPr/>
          <p:nvPr/>
        </p:nvSpPr>
        <p:spPr>
          <a:xfrm>
            <a:off x="1350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6" name=""/>
          <p:cNvSpPr/>
          <p:nvPr/>
        </p:nvSpPr>
        <p:spPr>
          <a:xfrm>
            <a:off x="1353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7" name=""/>
          <p:cNvSpPr/>
          <p:nvPr/>
        </p:nvSpPr>
        <p:spPr>
          <a:xfrm>
            <a:off x="1356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8" name=""/>
          <p:cNvSpPr/>
          <p:nvPr/>
        </p:nvSpPr>
        <p:spPr>
          <a:xfrm>
            <a:off x="1360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9" name=""/>
          <p:cNvSpPr/>
          <p:nvPr/>
        </p:nvSpPr>
        <p:spPr>
          <a:xfrm>
            <a:off x="1363680" y="21333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0" name=""/>
          <p:cNvSpPr/>
          <p:nvPr/>
        </p:nvSpPr>
        <p:spPr>
          <a:xfrm>
            <a:off x="1366920" y="21333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1" name=""/>
          <p:cNvSpPr/>
          <p:nvPr/>
        </p:nvSpPr>
        <p:spPr>
          <a:xfrm>
            <a:off x="1370520" y="21337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2" name=""/>
          <p:cNvSpPr/>
          <p:nvPr/>
        </p:nvSpPr>
        <p:spPr>
          <a:xfrm>
            <a:off x="1373760" y="21344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3" name=""/>
          <p:cNvSpPr/>
          <p:nvPr/>
        </p:nvSpPr>
        <p:spPr>
          <a:xfrm>
            <a:off x="1377000" y="2135880"/>
            <a:ext cx="3960" cy="43200"/>
          </a:xfrm>
          <a:custGeom>
            <a:avLst/>
            <a:gdLst/>
            <a:ahLst/>
            <a:rect l="0" t="0" r="r" b="b"/>
            <a:pathLst>
              <a:path w="11" h="120">
                <a:moveTo>
                  <a:pt x="11" y="5"/>
                </a:moveTo>
                <a:lnTo>
                  <a:pt x="11" y="114"/>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4" name=""/>
          <p:cNvSpPr/>
          <p:nvPr/>
        </p:nvSpPr>
        <p:spPr>
          <a:xfrm>
            <a:off x="1380600" y="21376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5" name=""/>
          <p:cNvSpPr/>
          <p:nvPr/>
        </p:nvSpPr>
        <p:spPr>
          <a:xfrm>
            <a:off x="1383840" y="21405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6" name=""/>
          <p:cNvSpPr/>
          <p:nvPr/>
        </p:nvSpPr>
        <p:spPr>
          <a:xfrm>
            <a:off x="1387080" y="2144880"/>
            <a:ext cx="3600" cy="24840"/>
          </a:xfrm>
          <a:custGeom>
            <a:avLst/>
            <a:gdLst/>
            <a:ahLst/>
            <a:rect l="0" t="0" r="r" b="b"/>
            <a:pathLst>
              <a:path w="10" h="69">
                <a:moveTo>
                  <a:pt x="10" y="34"/>
                </a:moveTo>
                <a:cubicBezTo>
                  <a:pt x="10" y="47"/>
                  <a:pt x="7" y="58"/>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7" name=""/>
          <p:cNvSpPr txBox="1"/>
          <p:nvPr/>
        </p:nvSpPr>
        <p:spPr>
          <a:xfrm>
            <a:off x="6014880" y="161928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による開発へ</a:t>
            </a:r>
            <a:endParaRPr lang="en-US" sz="3150" b="0" u="none" strike="noStrike">
              <a:solidFill>
                <a:srgbClr val="000000"/>
              </a:solidFill>
              <a:effectLst/>
              <a:uFillTx/>
              <a:latin typeface="游明朝体"/>
            </a:endParaRPr>
          </a:p>
        </p:txBody>
      </p:sp>
      <p:sp>
        <p:nvSpPr>
          <p:cNvPr id="88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533160" y="1295280"/>
            <a:ext cx="10477800" cy="5105520"/>
          </a:xfrm>
          <a:custGeom>
            <a:avLst/>
            <a:gdLst/>
            <a:ahLst/>
            <a:rect l="0" t="0" r="r" b="b"/>
            <a:pathLst>
              <a:path w="29105" h="14182">
                <a:moveTo>
                  <a:pt x="0" y="0"/>
                </a:moveTo>
                <a:lnTo>
                  <a:pt x="29105" y="0"/>
                </a:lnTo>
                <a:lnTo>
                  <a:pt x="29105" y="14182"/>
                </a:lnTo>
                <a:lnTo>
                  <a:pt x="0" y="14182"/>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5765400" y="136080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1"/>
                </a:lnTo>
                <a:lnTo>
                  <a:pt x="0" y="981"/>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1"/>
                </a:moveTo>
                <a:lnTo>
                  <a:pt x="37" y="2291"/>
                </a:lnTo>
                <a:lnTo>
                  <a:pt x="0" y="2291"/>
                </a:lnTo>
                <a:lnTo>
                  <a:pt x="0" y="2181"/>
                </a:lnTo>
                <a:lnTo>
                  <a:pt x="37" y="2181"/>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4"/>
                </a:lnTo>
                <a:lnTo>
                  <a:pt x="0" y="3164"/>
                </a:lnTo>
                <a:lnTo>
                  <a:pt x="0" y="3054"/>
                </a:lnTo>
                <a:lnTo>
                  <a:pt x="37" y="3054"/>
                </a:lnTo>
                <a:moveTo>
                  <a:pt x="37" y="3273"/>
                </a:moveTo>
                <a:lnTo>
                  <a:pt x="37" y="3382"/>
                </a:lnTo>
                <a:lnTo>
                  <a:pt x="0" y="3382"/>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2"/>
                </a:moveTo>
                <a:lnTo>
                  <a:pt x="37" y="4692"/>
                </a:lnTo>
                <a:lnTo>
                  <a:pt x="0" y="4692"/>
                </a:lnTo>
                <a:lnTo>
                  <a:pt x="0" y="4582"/>
                </a:lnTo>
                <a:lnTo>
                  <a:pt x="37" y="4582"/>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1"/>
                </a:moveTo>
                <a:lnTo>
                  <a:pt x="37" y="6001"/>
                </a:lnTo>
                <a:lnTo>
                  <a:pt x="0" y="6001"/>
                </a:lnTo>
                <a:lnTo>
                  <a:pt x="0" y="5891"/>
                </a:lnTo>
                <a:lnTo>
                  <a:pt x="37" y="5891"/>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1"/>
                </a:lnTo>
                <a:lnTo>
                  <a:pt x="0" y="7091"/>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1"/>
                </a:moveTo>
                <a:lnTo>
                  <a:pt x="37" y="8401"/>
                </a:lnTo>
                <a:lnTo>
                  <a:pt x="0" y="8401"/>
                </a:lnTo>
                <a:lnTo>
                  <a:pt x="0" y="8291"/>
                </a:lnTo>
                <a:lnTo>
                  <a:pt x="37" y="8291"/>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1"/>
                </a:lnTo>
                <a:lnTo>
                  <a:pt x="0" y="9491"/>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1"/>
                </a:moveTo>
                <a:lnTo>
                  <a:pt x="37" y="10801"/>
                </a:lnTo>
                <a:lnTo>
                  <a:pt x="0" y="10801"/>
                </a:lnTo>
                <a:lnTo>
                  <a:pt x="0" y="10691"/>
                </a:lnTo>
                <a:lnTo>
                  <a:pt x="37" y="10691"/>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1"/>
                </a:lnTo>
                <a:lnTo>
                  <a:pt x="0" y="11891"/>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1"/>
                </a:moveTo>
                <a:lnTo>
                  <a:pt x="37" y="13201"/>
                </a:lnTo>
                <a:lnTo>
                  <a:pt x="0" y="13201"/>
                </a:lnTo>
                <a:lnTo>
                  <a:pt x="0" y="13091"/>
                </a:lnTo>
                <a:lnTo>
                  <a:pt x="37" y="13091"/>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79524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6" y="158"/>
                  <a:pt x="13098" y="170"/>
                  <a:pt x="13098" y="183"/>
                </a:cubicBezTo>
                <a:lnTo>
                  <a:pt x="13098" y="983"/>
                </a:lnTo>
                <a:cubicBezTo>
                  <a:pt x="13098" y="994"/>
                  <a:pt x="13096"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3"/>
                  <a:pt x="30"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0" y="81"/>
                </a:cubicBezTo>
                <a:cubicBezTo>
                  <a:pt x="37" y="71"/>
                  <a:pt x="45" y="61"/>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95"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897" name=""/>
          <p:cNvSpPr/>
          <p:nvPr/>
        </p:nvSpPr>
        <p:spPr>
          <a:xfrm>
            <a:off x="114876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2" y="237"/>
                  <a:pt x="80" y="212"/>
                </a:cubicBezTo>
                <a:cubicBezTo>
                  <a:pt x="97" y="186"/>
                  <a:pt x="118" y="161"/>
                  <a:pt x="140" y="139"/>
                </a:cubicBezTo>
                <a:cubicBezTo>
                  <a:pt x="162" y="117"/>
                  <a:pt x="185" y="97"/>
                  <a:pt x="211" y="80"/>
                </a:cubicBezTo>
                <a:cubicBezTo>
                  <a:pt x="237" y="63"/>
                  <a:pt x="264" y="48"/>
                  <a:pt x="293" y="36"/>
                </a:cubicBezTo>
                <a:cubicBezTo>
                  <a:pt x="322" y="25"/>
                  <a:pt x="351" y="16"/>
                  <a:pt x="382" y="10"/>
                </a:cubicBezTo>
                <a:cubicBezTo>
                  <a:pt x="412" y="3"/>
                  <a:pt x="443" y="0"/>
                  <a:pt x="474" y="0"/>
                </a:cubicBezTo>
                <a:cubicBezTo>
                  <a:pt x="505" y="0"/>
                  <a:pt x="536" y="3"/>
                  <a:pt x="566" y="10"/>
                </a:cubicBezTo>
                <a:cubicBezTo>
                  <a:pt x="597" y="16"/>
                  <a:pt x="626" y="25"/>
                  <a:pt x="655" y="36"/>
                </a:cubicBezTo>
                <a:cubicBezTo>
                  <a:pt x="684" y="48"/>
                  <a:pt x="711" y="63"/>
                  <a:pt x="737" y="80"/>
                </a:cubicBezTo>
                <a:cubicBezTo>
                  <a:pt x="763" y="97"/>
                  <a:pt x="786" y="117"/>
                  <a:pt x="808" y="139"/>
                </a:cubicBezTo>
                <a:cubicBezTo>
                  <a:pt x="830" y="161"/>
                  <a:pt x="850" y="186"/>
                  <a:pt x="867" y="212"/>
                </a:cubicBezTo>
                <a:cubicBezTo>
                  <a:pt x="884"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98" name=""/>
          <p:cNvSpPr txBox="1"/>
          <p:nvPr/>
        </p:nvSpPr>
        <p:spPr>
          <a:xfrm>
            <a:off x="1960920" y="150264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899" name=""/>
          <p:cNvSpPr txBox="1"/>
          <p:nvPr/>
        </p:nvSpPr>
        <p:spPr>
          <a:xfrm>
            <a:off x="125388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00" name=""/>
          <p:cNvSpPr txBox="1"/>
          <p:nvPr/>
        </p:nvSpPr>
        <p:spPr>
          <a:xfrm>
            <a:off x="1613880" y="2147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901" name=""/>
          <p:cNvSpPr/>
          <p:nvPr/>
        </p:nvSpPr>
        <p:spPr>
          <a:xfrm>
            <a:off x="3152520" y="260424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02" name=""/>
          <p:cNvSpPr/>
          <p:nvPr/>
        </p:nvSpPr>
        <p:spPr>
          <a:xfrm>
            <a:off x="3054240" y="27288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05" name=""/>
          <p:cNvSpPr/>
          <p:nvPr/>
        </p:nvSpPr>
        <p:spPr>
          <a:xfrm>
            <a:off x="114876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8"/>
                </a:cubicBezTo>
                <a:cubicBezTo>
                  <a:pt x="786" y="830"/>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30"/>
                  <a:pt x="140" y="808"/>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2" y="236"/>
                  <a:pt x="80" y="210"/>
                </a:cubicBezTo>
                <a:cubicBezTo>
                  <a:pt x="97" y="184"/>
                  <a:pt x="118" y="160"/>
                  <a:pt x="140" y="138"/>
                </a:cubicBezTo>
                <a:cubicBezTo>
                  <a:pt x="162" y="116"/>
                  <a:pt x="185" y="97"/>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7"/>
                  <a:pt x="786" y="116"/>
                  <a:pt x="808" y="138"/>
                </a:cubicBezTo>
                <a:cubicBezTo>
                  <a:pt x="830" y="160"/>
                  <a:pt x="850" y="184"/>
                  <a:pt x="867" y="210"/>
                </a:cubicBezTo>
                <a:cubicBezTo>
                  <a:pt x="884" y="236"/>
                  <a:pt x="899" y="263"/>
                  <a:pt x="911" y="291"/>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txBox="1"/>
          <p:nvPr/>
        </p:nvSpPr>
        <p:spPr>
          <a:xfrm>
            <a:off x="1613880" y="23598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907" name=""/>
          <p:cNvSpPr txBox="1"/>
          <p:nvPr/>
        </p:nvSpPr>
        <p:spPr>
          <a:xfrm>
            <a:off x="1260360" y="305424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908" name=""/>
          <p:cNvSpPr txBox="1"/>
          <p:nvPr/>
        </p:nvSpPr>
        <p:spPr>
          <a:xfrm>
            <a:off x="1613880" y="29455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909" name=""/>
          <p:cNvSpPr/>
          <p:nvPr/>
        </p:nvSpPr>
        <p:spPr>
          <a:xfrm>
            <a:off x="3152520" y="340272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10" name=""/>
          <p:cNvSpPr/>
          <p:nvPr/>
        </p:nvSpPr>
        <p:spPr>
          <a:xfrm>
            <a:off x="3054240" y="35272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13" name=""/>
          <p:cNvSpPr/>
          <p:nvPr/>
        </p:nvSpPr>
        <p:spPr>
          <a:xfrm>
            <a:off x="114876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14" name=""/>
          <p:cNvSpPr txBox="1"/>
          <p:nvPr/>
        </p:nvSpPr>
        <p:spPr>
          <a:xfrm>
            <a:off x="1613880" y="315828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915" name=""/>
          <p:cNvSpPr txBox="1"/>
          <p:nvPr/>
        </p:nvSpPr>
        <p:spPr>
          <a:xfrm>
            <a:off x="1253880" y="38408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16" name=""/>
          <p:cNvSpPr txBox="1"/>
          <p:nvPr/>
        </p:nvSpPr>
        <p:spPr>
          <a:xfrm>
            <a:off x="1613880" y="374400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917" name=""/>
          <p:cNvSpPr/>
          <p:nvPr/>
        </p:nvSpPr>
        <p:spPr>
          <a:xfrm>
            <a:off x="3152520" y="420120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18" name=""/>
          <p:cNvSpPr/>
          <p:nvPr/>
        </p:nvSpPr>
        <p:spPr>
          <a:xfrm>
            <a:off x="3054240" y="432576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21" name=""/>
          <p:cNvSpPr/>
          <p:nvPr/>
        </p:nvSpPr>
        <p:spPr>
          <a:xfrm>
            <a:off x="114876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2" y="237"/>
                  <a:pt x="80" y="211"/>
                </a:cubicBezTo>
                <a:cubicBezTo>
                  <a:pt x="97" y="185"/>
                  <a:pt x="118" y="161"/>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1"/>
                  <a:pt x="850" y="185"/>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22" name=""/>
          <p:cNvSpPr txBox="1"/>
          <p:nvPr/>
        </p:nvSpPr>
        <p:spPr>
          <a:xfrm>
            <a:off x="1613880" y="39567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923" name=""/>
          <p:cNvSpPr txBox="1"/>
          <p:nvPr/>
        </p:nvSpPr>
        <p:spPr>
          <a:xfrm>
            <a:off x="1253880" y="463932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24" name=""/>
          <p:cNvSpPr txBox="1"/>
          <p:nvPr/>
        </p:nvSpPr>
        <p:spPr>
          <a:xfrm>
            <a:off x="1613880" y="454248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925" name=""/>
          <p:cNvSpPr/>
          <p:nvPr/>
        </p:nvSpPr>
        <p:spPr>
          <a:xfrm>
            <a:off x="5313600" y="231624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926" name=""/>
          <p:cNvSpPr/>
          <p:nvPr/>
        </p:nvSpPr>
        <p:spPr>
          <a:xfrm>
            <a:off x="5215320" y="221796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27" name=""/>
          <p:cNvSpPr txBox="1"/>
          <p:nvPr/>
        </p:nvSpPr>
        <p:spPr>
          <a:xfrm>
            <a:off x="1613880" y="47556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928" name=""/>
          <p:cNvSpPr/>
          <p:nvPr/>
        </p:nvSpPr>
        <p:spPr>
          <a:xfrm>
            <a:off x="991440" y="522252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1"/>
                  <a:pt x="11989" y="101"/>
                  <a:pt x="11993" y="112"/>
                </a:cubicBezTo>
                <a:cubicBezTo>
                  <a:pt x="11998" y="123"/>
                  <a:pt x="12001" y="134"/>
                  <a:pt x="12003" y="146"/>
                </a:cubicBezTo>
                <a:cubicBezTo>
                  <a:pt x="12006" y="158"/>
                  <a:pt x="12007" y="170"/>
                  <a:pt x="12007" y="182"/>
                </a:cubicBezTo>
                <a:lnTo>
                  <a:pt x="12007" y="1274"/>
                </a:lnTo>
                <a:cubicBezTo>
                  <a:pt x="12007" y="1285"/>
                  <a:pt x="12006" y="1297"/>
                  <a:pt x="12003" y="1309"/>
                </a:cubicBezTo>
                <a:cubicBezTo>
                  <a:pt x="12001" y="1321"/>
                  <a:pt x="11998" y="1332"/>
                  <a:pt x="11993" y="1343"/>
                </a:cubicBezTo>
                <a:cubicBezTo>
                  <a:pt x="11989" y="1354"/>
                  <a:pt x="11983" y="1365"/>
                  <a:pt x="11976" y="1375"/>
                </a:cubicBezTo>
                <a:cubicBezTo>
                  <a:pt x="11970" y="1384"/>
                  <a:pt x="11962" y="1394"/>
                  <a:pt x="11954" y="1402"/>
                </a:cubicBezTo>
                <a:cubicBezTo>
                  <a:pt x="11945" y="1411"/>
                  <a:pt x="11936" y="1418"/>
                  <a:pt x="11926" y="1425"/>
                </a:cubicBezTo>
                <a:cubicBezTo>
                  <a:pt x="11916" y="1431"/>
                  <a:pt x="11906" y="1437"/>
                  <a:pt x="11895" y="1441"/>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1"/>
                </a:cubicBezTo>
                <a:cubicBezTo>
                  <a:pt x="102" y="1437"/>
                  <a:pt x="91" y="1431"/>
                  <a:pt x="81" y="1425"/>
                </a:cubicBezTo>
                <a:cubicBezTo>
                  <a:pt x="71" y="1418"/>
                  <a:pt x="62" y="1411"/>
                  <a:pt x="54" y="1402"/>
                </a:cubicBezTo>
                <a:cubicBezTo>
                  <a:pt x="45" y="1394"/>
                  <a:pt x="38" y="1384"/>
                  <a:pt x="31" y="1375"/>
                </a:cubicBezTo>
                <a:cubicBezTo>
                  <a:pt x="24" y="1365"/>
                  <a:pt x="19" y="1354"/>
                  <a:pt x="14" y="1343"/>
                </a:cubicBezTo>
                <a:cubicBezTo>
                  <a:pt x="10" y="1332"/>
                  <a:pt x="6" y="1321"/>
                  <a:pt x="4" y="1309"/>
                </a:cubicBezTo>
                <a:cubicBezTo>
                  <a:pt x="2" y="1297"/>
                  <a:pt x="0" y="1285"/>
                  <a:pt x="0" y="1274"/>
                </a:cubicBezTo>
                <a:lnTo>
                  <a:pt x="0" y="182"/>
                </a:lnTo>
                <a:cubicBezTo>
                  <a:pt x="0" y="170"/>
                  <a:pt x="2" y="158"/>
                  <a:pt x="4" y="146"/>
                </a:cubicBezTo>
                <a:cubicBezTo>
                  <a:pt x="6" y="134"/>
                  <a:pt x="10" y="123"/>
                  <a:pt x="14" y="112"/>
                </a:cubicBezTo>
                <a:cubicBezTo>
                  <a:pt x="19" y="101"/>
                  <a:pt x="24" y="91"/>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984960" y="521604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3"/>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79"/>
                </a:moveTo>
                <a:lnTo>
                  <a:pt x="12043" y="389"/>
                </a:lnTo>
                <a:lnTo>
                  <a:pt x="12007" y="389"/>
                </a:lnTo>
                <a:lnTo>
                  <a:pt x="12007" y="279"/>
                </a:lnTo>
                <a:lnTo>
                  <a:pt x="12043" y="279"/>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7"/>
                </a:moveTo>
                <a:lnTo>
                  <a:pt x="0" y="1087"/>
                </a:lnTo>
                <a:lnTo>
                  <a:pt x="37" y="1087"/>
                </a:lnTo>
                <a:lnTo>
                  <a:pt x="37" y="1197"/>
                </a:lnTo>
                <a:lnTo>
                  <a:pt x="0" y="1197"/>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8"/>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txBox="1"/>
          <p:nvPr/>
        </p:nvSpPr>
        <p:spPr>
          <a:xfrm rot="5400000">
            <a:off x="4994280" y="35010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931" name=""/>
          <p:cNvSpPr txBox="1"/>
          <p:nvPr/>
        </p:nvSpPr>
        <p:spPr>
          <a:xfrm>
            <a:off x="2282040" y="535212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932" name=""/>
          <p:cNvSpPr/>
          <p:nvPr/>
        </p:nvSpPr>
        <p:spPr>
          <a:xfrm>
            <a:off x="603396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7" y="158"/>
                  <a:pt x="13098" y="170"/>
                  <a:pt x="13098" y="183"/>
                </a:cubicBezTo>
                <a:lnTo>
                  <a:pt x="13098" y="983"/>
                </a:lnTo>
                <a:cubicBezTo>
                  <a:pt x="13098" y="994"/>
                  <a:pt x="13097"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3"/>
                  <a:pt x="31"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1" y="81"/>
                </a:cubicBezTo>
                <a:cubicBezTo>
                  <a:pt x="37" y="71"/>
                  <a:pt x="45" y="61"/>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33" name=""/>
          <p:cNvSpPr txBox="1"/>
          <p:nvPr/>
        </p:nvSpPr>
        <p:spPr>
          <a:xfrm>
            <a:off x="2367000" y="554004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934"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36" name=""/>
          <p:cNvSpPr/>
          <p:nvPr/>
        </p:nvSpPr>
        <p:spPr>
          <a:xfrm>
            <a:off x="638748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3" y="237"/>
                  <a:pt x="80" y="212"/>
                </a:cubicBezTo>
                <a:cubicBezTo>
                  <a:pt x="97" y="186"/>
                  <a:pt x="117" y="161"/>
                  <a:pt x="139" y="139"/>
                </a:cubicBezTo>
                <a:cubicBezTo>
                  <a:pt x="161" y="117"/>
                  <a:pt x="184" y="97"/>
                  <a:pt x="210" y="80"/>
                </a:cubicBezTo>
                <a:cubicBezTo>
                  <a:pt x="236" y="63"/>
                  <a:pt x="263" y="48"/>
                  <a:pt x="292" y="36"/>
                </a:cubicBezTo>
                <a:cubicBezTo>
                  <a:pt x="321" y="25"/>
                  <a:pt x="350" y="16"/>
                  <a:pt x="381" y="10"/>
                </a:cubicBezTo>
                <a:cubicBezTo>
                  <a:pt x="411" y="3"/>
                  <a:pt x="442" y="0"/>
                  <a:pt x="473" y="0"/>
                </a:cubicBezTo>
                <a:cubicBezTo>
                  <a:pt x="504" y="0"/>
                  <a:pt x="535" y="3"/>
                  <a:pt x="565" y="10"/>
                </a:cubicBezTo>
                <a:cubicBezTo>
                  <a:pt x="596" y="16"/>
                  <a:pt x="625" y="25"/>
                  <a:pt x="654" y="36"/>
                </a:cubicBezTo>
                <a:cubicBezTo>
                  <a:pt x="683" y="48"/>
                  <a:pt x="711" y="63"/>
                  <a:pt x="737" y="80"/>
                </a:cubicBezTo>
                <a:cubicBezTo>
                  <a:pt x="763" y="97"/>
                  <a:pt x="787" y="117"/>
                  <a:pt x="808" y="139"/>
                </a:cubicBezTo>
                <a:cubicBezTo>
                  <a:pt x="830" y="161"/>
                  <a:pt x="850" y="186"/>
                  <a:pt x="867" y="212"/>
                </a:cubicBezTo>
                <a:cubicBezTo>
                  <a:pt x="885"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37" name=""/>
          <p:cNvSpPr txBox="1"/>
          <p:nvPr/>
        </p:nvSpPr>
        <p:spPr>
          <a:xfrm>
            <a:off x="6934320" y="150264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938" name=""/>
          <p:cNvSpPr txBox="1"/>
          <p:nvPr/>
        </p:nvSpPr>
        <p:spPr>
          <a:xfrm>
            <a:off x="649260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39" name=""/>
          <p:cNvSpPr txBox="1"/>
          <p:nvPr/>
        </p:nvSpPr>
        <p:spPr>
          <a:xfrm>
            <a:off x="6852600" y="21470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940" name=""/>
          <p:cNvSpPr/>
          <p:nvPr/>
        </p:nvSpPr>
        <p:spPr>
          <a:xfrm>
            <a:off x="8391240" y="260424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41" name=""/>
          <p:cNvSpPr/>
          <p:nvPr/>
        </p:nvSpPr>
        <p:spPr>
          <a:xfrm>
            <a:off x="8292960" y="27288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42"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44" name=""/>
          <p:cNvSpPr/>
          <p:nvPr/>
        </p:nvSpPr>
        <p:spPr>
          <a:xfrm>
            <a:off x="638748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8"/>
                </a:cubicBezTo>
                <a:cubicBezTo>
                  <a:pt x="787" y="830"/>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30"/>
                  <a:pt x="139" y="808"/>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3" y="236"/>
                  <a:pt x="80" y="210"/>
                </a:cubicBezTo>
                <a:cubicBezTo>
                  <a:pt x="97" y="184"/>
                  <a:pt x="117" y="160"/>
                  <a:pt x="139" y="138"/>
                </a:cubicBezTo>
                <a:cubicBezTo>
                  <a:pt x="161" y="116"/>
                  <a:pt x="184" y="97"/>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7"/>
                  <a:pt x="787" y="116"/>
                  <a:pt x="808" y="138"/>
                </a:cubicBezTo>
                <a:cubicBezTo>
                  <a:pt x="830" y="160"/>
                  <a:pt x="850" y="184"/>
                  <a:pt x="867" y="210"/>
                </a:cubicBezTo>
                <a:cubicBezTo>
                  <a:pt x="885" y="236"/>
                  <a:pt x="899" y="263"/>
                  <a:pt x="911" y="291"/>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45" name=""/>
          <p:cNvSpPr txBox="1"/>
          <p:nvPr/>
        </p:nvSpPr>
        <p:spPr>
          <a:xfrm>
            <a:off x="6852600" y="235980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946" name=""/>
          <p:cNvSpPr txBox="1"/>
          <p:nvPr/>
        </p:nvSpPr>
        <p:spPr>
          <a:xfrm>
            <a:off x="6411240" y="30654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47" name=""/>
          <p:cNvSpPr txBox="1"/>
          <p:nvPr/>
        </p:nvSpPr>
        <p:spPr>
          <a:xfrm>
            <a:off x="6852600" y="29455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948" name=""/>
          <p:cNvSpPr/>
          <p:nvPr/>
        </p:nvSpPr>
        <p:spPr>
          <a:xfrm>
            <a:off x="8391240" y="340272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49" name=""/>
          <p:cNvSpPr/>
          <p:nvPr/>
        </p:nvSpPr>
        <p:spPr>
          <a:xfrm>
            <a:off x="8292960" y="35272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0"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52" name=""/>
          <p:cNvSpPr/>
          <p:nvPr/>
        </p:nvSpPr>
        <p:spPr>
          <a:xfrm>
            <a:off x="638748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3" name=""/>
          <p:cNvSpPr txBox="1"/>
          <p:nvPr/>
        </p:nvSpPr>
        <p:spPr>
          <a:xfrm>
            <a:off x="6852600" y="315828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954" name=""/>
          <p:cNvSpPr txBox="1"/>
          <p:nvPr/>
        </p:nvSpPr>
        <p:spPr>
          <a:xfrm>
            <a:off x="6411240" y="386388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55" name=""/>
          <p:cNvSpPr txBox="1"/>
          <p:nvPr/>
        </p:nvSpPr>
        <p:spPr>
          <a:xfrm>
            <a:off x="6852600" y="374400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956" name=""/>
          <p:cNvSpPr/>
          <p:nvPr/>
        </p:nvSpPr>
        <p:spPr>
          <a:xfrm>
            <a:off x="8391240" y="420120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57" name=""/>
          <p:cNvSpPr/>
          <p:nvPr/>
        </p:nvSpPr>
        <p:spPr>
          <a:xfrm>
            <a:off x="8292960" y="432576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8"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60" name=""/>
          <p:cNvSpPr/>
          <p:nvPr/>
        </p:nvSpPr>
        <p:spPr>
          <a:xfrm>
            <a:off x="638748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3" y="237"/>
                  <a:pt x="80" y="211"/>
                </a:cubicBezTo>
                <a:cubicBezTo>
                  <a:pt x="97" y="185"/>
                  <a:pt x="117" y="161"/>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1"/>
                  <a:pt x="850" y="185"/>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1" name=""/>
          <p:cNvSpPr txBox="1"/>
          <p:nvPr/>
        </p:nvSpPr>
        <p:spPr>
          <a:xfrm>
            <a:off x="6852600" y="395676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962" name=""/>
          <p:cNvSpPr txBox="1"/>
          <p:nvPr/>
        </p:nvSpPr>
        <p:spPr>
          <a:xfrm>
            <a:off x="6411240" y="46623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63" name=""/>
          <p:cNvSpPr txBox="1"/>
          <p:nvPr/>
        </p:nvSpPr>
        <p:spPr>
          <a:xfrm>
            <a:off x="6852600" y="454248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964" name=""/>
          <p:cNvSpPr/>
          <p:nvPr/>
        </p:nvSpPr>
        <p:spPr>
          <a:xfrm>
            <a:off x="6122160" y="231624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965" name=""/>
          <p:cNvSpPr/>
          <p:nvPr/>
        </p:nvSpPr>
        <p:spPr>
          <a:xfrm>
            <a:off x="6132240" y="221796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6" name=""/>
          <p:cNvSpPr txBox="1"/>
          <p:nvPr/>
        </p:nvSpPr>
        <p:spPr>
          <a:xfrm>
            <a:off x="6852600" y="47556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967" name=""/>
          <p:cNvSpPr/>
          <p:nvPr/>
        </p:nvSpPr>
        <p:spPr>
          <a:xfrm>
            <a:off x="6230520" y="522252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1"/>
                  <a:pt x="11988" y="101"/>
                  <a:pt x="11992" y="112"/>
                </a:cubicBezTo>
                <a:cubicBezTo>
                  <a:pt x="11997" y="123"/>
                  <a:pt x="12000" y="134"/>
                  <a:pt x="12003" y="146"/>
                </a:cubicBezTo>
                <a:cubicBezTo>
                  <a:pt x="12005" y="158"/>
                  <a:pt x="12006" y="170"/>
                  <a:pt x="12006" y="182"/>
                </a:cubicBezTo>
                <a:lnTo>
                  <a:pt x="12006" y="1274"/>
                </a:lnTo>
                <a:cubicBezTo>
                  <a:pt x="12006" y="1285"/>
                  <a:pt x="12005" y="1297"/>
                  <a:pt x="12003" y="1309"/>
                </a:cubicBezTo>
                <a:cubicBezTo>
                  <a:pt x="12000" y="1321"/>
                  <a:pt x="11997" y="1332"/>
                  <a:pt x="11992" y="1343"/>
                </a:cubicBezTo>
                <a:cubicBezTo>
                  <a:pt x="11988" y="1354"/>
                  <a:pt x="11982" y="1365"/>
                  <a:pt x="11975" y="1375"/>
                </a:cubicBezTo>
                <a:cubicBezTo>
                  <a:pt x="11969" y="1384"/>
                  <a:pt x="11961" y="1394"/>
                  <a:pt x="11953" y="1402"/>
                </a:cubicBezTo>
                <a:cubicBezTo>
                  <a:pt x="11944" y="1411"/>
                  <a:pt x="11935" y="1418"/>
                  <a:pt x="11925" y="1425"/>
                </a:cubicBezTo>
                <a:cubicBezTo>
                  <a:pt x="11915" y="1431"/>
                  <a:pt x="11905" y="1437"/>
                  <a:pt x="11894" y="1441"/>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1"/>
                </a:cubicBezTo>
                <a:cubicBezTo>
                  <a:pt x="101" y="1437"/>
                  <a:pt x="90" y="1431"/>
                  <a:pt x="80" y="1425"/>
                </a:cubicBezTo>
                <a:cubicBezTo>
                  <a:pt x="70" y="1418"/>
                  <a:pt x="61" y="1411"/>
                  <a:pt x="53" y="1402"/>
                </a:cubicBezTo>
                <a:cubicBezTo>
                  <a:pt x="44" y="1394"/>
                  <a:pt x="37" y="1384"/>
                  <a:pt x="30" y="1375"/>
                </a:cubicBezTo>
                <a:cubicBezTo>
                  <a:pt x="24" y="1365"/>
                  <a:pt x="18" y="1354"/>
                  <a:pt x="13" y="1343"/>
                </a:cubicBezTo>
                <a:cubicBezTo>
                  <a:pt x="9" y="1332"/>
                  <a:pt x="5" y="1321"/>
                  <a:pt x="3" y="1309"/>
                </a:cubicBezTo>
                <a:cubicBezTo>
                  <a:pt x="1" y="1297"/>
                  <a:pt x="0" y="1285"/>
                  <a:pt x="0" y="1274"/>
                </a:cubicBezTo>
                <a:lnTo>
                  <a:pt x="0" y="182"/>
                </a:lnTo>
                <a:cubicBezTo>
                  <a:pt x="0" y="170"/>
                  <a:pt x="1" y="158"/>
                  <a:pt x="3" y="146"/>
                </a:cubicBezTo>
                <a:cubicBezTo>
                  <a:pt x="5" y="134"/>
                  <a:pt x="9" y="123"/>
                  <a:pt x="13" y="112"/>
                </a:cubicBezTo>
                <a:cubicBezTo>
                  <a:pt x="18" y="101"/>
                  <a:pt x="24" y="91"/>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8" name=""/>
          <p:cNvSpPr txBox="1"/>
          <p:nvPr/>
        </p:nvSpPr>
        <p:spPr>
          <a:xfrm rot="5400000">
            <a:off x="5361120" y="350424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969" name=""/>
          <p:cNvSpPr txBox="1"/>
          <p:nvPr/>
        </p:nvSpPr>
        <p:spPr>
          <a:xfrm>
            <a:off x="7520760" y="535212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970" name=""/>
          <p:cNvSpPr txBox="1"/>
          <p:nvPr/>
        </p:nvSpPr>
        <p:spPr>
          <a:xfrm>
            <a:off x="7484400" y="554004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971"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チャットでの開発</a:t>
            </a:r>
            <a:endParaRPr lang="en-US" sz="3150" b="0" u="none" strike="noStrike">
              <a:solidFill>
                <a:srgbClr val="000000"/>
              </a:solidFill>
              <a:effectLst/>
              <a:uFillTx/>
              <a:latin typeface="游明朝体"/>
            </a:endParaRPr>
          </a:p>
        </p:txBody>
      </p:sp>
      <p:sp>
        <p:nvSpPr>
          <p:cNvPr id="972" name=""/>
          <p:cNvSpPr txBox="1"/>
          <p:nvPr/>
        </p:nvSpPr>
        <p:spPr>
          <a:xfrm>
            <a:off x="3733920" y="476280"/>
            <a:ext cx="31068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vs Claude Code</a:t>
            </a:r>
            <a:endParaRPr lang="en-US" sz="3150" b="0" u="none" strike="noStrike">
              <a:solidFill>
                <a:srgbClr val="000000"/>
              </a:solidFill>
              <a:effectLst/>
              <a:uFillTx/>
              <a:latin typeface="游明朝体"/>
            </a:endParaRPr>
          </a:p>
        </p:txBody>
      </p:sp>
      <p:sp>
        <p:nvSpPr>
          <p:cNvPr id="973" name=""/>
          <p:cNvSpPr txBox="1"/>
          <p:nvPr/>
        </p:nvSpPr>
        <p:spPr>
          <a:xfrm>
            <a:off x="684576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974" name=""/>
          <p:cNvSpPr txBox="1"/>
          <p:nvPr/>
        </p:nvSpPr>
        <p:spPr>
          <a:xfrm>
            <a:off x="72457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975"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6"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7"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8"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9"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0"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1"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2"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3"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4"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5"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6"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7"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8"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9"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0"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1"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2"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3"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4"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5"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6"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7"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8"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9"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0"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1"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2"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3"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4"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5"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6"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7"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8"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9"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0"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1"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2"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3"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4"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5"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6"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7"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8"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9"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0"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1"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2"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3"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4"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5"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6"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7"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8"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9"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0"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1"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2"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3"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4"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5"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6"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7"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8"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9"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0"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1"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2"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3"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4"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5"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6"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7"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8"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9"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0"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1"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2"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3"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4"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5"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6"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7"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8"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9"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0"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1"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2"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3"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4"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5"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6"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7"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8"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9"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0"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1"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2"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3"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4"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5"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6"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7"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8"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9"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0"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1"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2"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3"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4"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5"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6"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7"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8"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9"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0"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1"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2"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3"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4"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5"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6"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7"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8"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9"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0"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1"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2"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3"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4"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5"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6"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7"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8"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9"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0"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1"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2"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3"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4"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5"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6"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7"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8"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9"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0"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1"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2"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3"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4"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5"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6"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7"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8"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9"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0"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1"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2"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3"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4"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5"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6"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7"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8"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9"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0"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1"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2"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3"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4"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5"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6"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7"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8"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9"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0"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1"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2"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3"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4"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5"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6"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7"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8"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9"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0"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1"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3"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4"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5"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6"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7" name=""/>
          <p:cNvSpPr txBox="1"/>
          <p:nvPr/>
        </p:nvSpPr>
        <p:spPr>
          <a:xfrm>
            <a:off x="7637760" y="495360"/>
            <a:ext cx="2795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エージェント）</a:t>
            </a:r>
            <a:endParaRPr lang="en-US" sz="3150" b="0" u="none" strike="noStrike">
              <a:solidFill>
                <a:srgbClr val="000000"/>
              </a:solidFill>
              <a:effectLst/>
              <a:uFillTx/>
              <a:latin typeface="游明朝体"/>
            </a:endParaRPr>
          </a:p>
        </p:txBody>
      </p:sp>
      <p:sp>
        <p:nvSpPr>
          <p:cNvPr id="116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71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917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264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1610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1957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2303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2650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2996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334296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403596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4382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4728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5075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5421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5768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6114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6461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6807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7154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750060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8193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8540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8886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9233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9579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9925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10272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10618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10965600" y="5162400"/>
            <a:ext cx="693000" cy="1276560"/>
          </a:xfrm>
          <a:custGeom>
            <a:avLst/>
            <a:gdLst/>
            <a:ahLst/>
            <a:rect l="0" t="0" r="r" b="b"/>
            <a:pathLst>
              <a:path w="1925" h="3546">
                <a:moveTo>
                  <a:pt x="1820" y="0"/>
                </a:moveTo>
                <a:cubicBezTo>
                  <a:pt x="1849" y="0"/>
                  <a:pt x="1874" y="10"/>
                  <a:pt x="1894" y="31"/>
                </a:cubicBezTo>
                <a:cubicBezTo>
                  <a:pt x="1915" y="52"/>
                  <a:pt x="1925" y="77"/>
                  <a:pt x="1925" y="106"/>
                </a:cubicBezTo>
                <a:lnTo>
                  <a:pt x="1925" y="3440"/>
                </a:lnTo>
                <a:cubicBezTo>
                  <a:pt x="1925" y="3470"/>
                  <a:pt x="1915" y="3495"/>
                  <a:pt x="1894" y="3515"/>
                </a:cubicBezTo>
                <a:cubicBezTo>
                  <a:pt x="1874" y="3536"/>
                  <a:pt x="1849" y="3546"/>
                  <a:pt x="1820" y="3546"/>
                </a:cubicBezTo>
                <a:lnTo>
                  <a:pt x="0" y="3546"/>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533160" y="516240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1202" name=""/>
          <p:cNvPicPr/>
          <p:nvPr/>
        </p:nvPicPr>
        <p:blipFill>
          <a:blip r:embed="rId1"/>
          <a:stretch/>
        </p:blipFill>
        <p:spPr>
          <a:xfrm>
            <a:off x="1257120" y="1295280"/>
            <a:ext cx="3999960" cy="2437920"/>
          </a:xfrm>
          <a:prstGeom prst="rect">
            <a:avLst/>
          </a:prstGeom>
          <a:noFill/>
          <a:ln w="0">
            <a:noFill/>
          </a:ln>
        </p:spPr>
      </p:pic>
      <p:sp>
        <p:nvSpPr>
          <p:cNvPr id="1203" name=""/>
          <p:cNvSpPr/>
          <p:nvPr/>
        </p:nvSpPr>
        <p:spPr>
          <a:xfrm>
            <a:off x="629568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0"/>
                  <a:pt x="16" y="32"/>
                  <a:pt x="24" y="24"/>
                </a:cubicBezTo>
                <a:cubicBezTo>
                  <a:pt x="31" y="17"/>
                  <a:pt x="40" y="11"/>
                  <a:pt x="49" y="6"/>
                </a:cubicBezTo>
                <a:cubicBezTo>
                  <a:pt x="59" y="2"/>
                  <a:pt x="69" y="0"/>
                  <a:pt x="80" y="0"/>
                </a:cubicBezTo>
                <a:cubicBezTo>
                  <a:pt x="90" y="0"/>
                  <a:pt x="100" y="2"/>
                  <a:pt x="110" y="6"/>
                </a:cubicBezTo>
                <a:cubicBezTo>
                  <a:pt x="120" y="11"/>
                  <a:pt x="130"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04" name=""/>
          <p:cNvSpPr txBox="1"/>
          <p:nvPr/>
        </p:nvSpPr>
        <p:spPr>
          <a:xfrm>
            <a:off x="6477120" y="136116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1205" name=""/>
          <p:cNvSpPr txBox="1"/>
          <p:nvPr/>
        </p:nvSpPr>
        <p:spPr>
          <a:xfrm>
            <a:off x="10071720" y="1352160"/>
            <a:ext cx="108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1206" name=""/>
          <p:cNvSpPr txBox="1"/>
          <p:nvPr/>
        </p:nvSpPr>
        <p:spPr>
          <a:xfrm>
            <a:off x="11154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207" name=""/>
          <p:cNvSpPr txBox="1"/>
          <p:nvPr/>
        </p:nvSpPr>
        <p:spPr>
          <a:xfrm>
            <a:off x="6477120" y="1695240"/>
            <a:ext cx="692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1208" name=""/>
          <p:cNvSpPr txBox="1"/>
          <p:nvPr/>
        </p:nvSpPr>
        <p:spPr>
          <a:xfrm>
            <a:off x="71690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1209" name=""/>
          <p:cNvSpPr txBox="1"/>
          <p:nvPr/>
        </p:nvSpPr>
        <p:spPr>
          <a:xfrm>
            <a:off x="812124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10" name=""/>
          <p:cNvSpPr txBox="1"/>
          <p:nvPr/>
        </p:nvSpPr>
        <p:spPr>
          <a:xfrm>
            <a:off x="8294040" y="17038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1211" name=""/>
          <p:cNvSpPr/>
          <p:nvPr/>
        </p:nvSpPr>
        <p:spPr>
          <a:xfrm>
            <a:off x="629568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1"/>
                </a:cubicBezTo>
                <a:cubicBezTo>
                  <a:pt x="2" y="101"/>
                  <a:pt x="0" y="91"/>
                  <a:pt x="0" y="80"/>
                </a:cubicBezTo>
                <a:cubicBezTo>
                  <a:pt x="0" y="70"/>
                  <a:pt x="2" y="60"/>
                  <a:pt x="6" y="50"/>
                </a:cubicBezTo>
                <a:cubicBezTo>
                  <a:pt x="11" y="40"/>
                  <a:pt x="16" y="32"/>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2" name=""/>
          <p:cNvSpPr txBox="1"/>
          <p:nvPr/>
        </p:nvSpPr>
        <p:spPr>
          <a:xfrm>
            <a:off x="6477120" y="20469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1213" name=""/>
          <p:cNvSpPr txBox="1"/>
          <p:nvPr/>
        </p:nvSpPr>
        <p:spPr>
          <a:xfrm>
            <a:off x="64771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1214" name=""/>
          <p:cNvSpPr txBox="1"/>
          <p:nvPr/>
        </p:nvSpPr>
        <p:spPr>
          <a:xfrm>
            <a:off x="838188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15" name=""/>
          <p:cNvSpPr txBox="1"/>
          <p:nvPr/>
        </p:nvSpPr>
        <p:spPr>
          <a:xfrm>
            <a:off x="8554680" y="243756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1216" name=""/>
          <p:cNvSpPr txBox="1"/>
          <p:nvPr/>
        </p:nvSpPr>
        <p:spPr>
          <a:xfrm>
            <a:off x="9126360" y="242856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217" name=""/>
          <p:cNvSpPr txBox="1"/>
          <p:nvPr/>
        </p:nvSpPr>
        <p:spPr>
          <a:xfrm>
            <a:off x="971568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1218" name=""/>
          <p:cNvSpPr/>
          <p:nvPr/>
        </p:nvSpPr>
        <p:spPr>
          <a:xfrm>
            <a:off x="629568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1"/>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9" name=""/>
          <p:cNvSpPr txBox="1"/>
          <p:nvPr/>
        </p:nvSpPr>
        <p:spPr>
          <a:xfrm>
            <a:off x="64771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1220" name=""/>
          <p:cNvSpPr txBox="1"/>
          <p:nvPr/>
        </p:nvSpPr>
        <p:spPr>
          <a:xfrm>
            <a:off x="6477120" y="3170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1221" name=""/>
          <p:cNvSpPr txBox="1"/>
          <p:nvPr/>
        </p:nvSpPr>
        <p:spPr>
          <a:xfrm>
            <a:off x="989820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1222" name=""/>
          <p:cNvSpPr txBox="1"/>
          <p:nvPr/>
        </p:nvSpPr>
        <p:spPr>
          <a:xfrm>
            <a:off x="10043280" y="31708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223" name=""/>
          <p:cNvSpPr txBox="1"/>
          <p:nvPr/>
        </p:nvSpPr>
        <p:spPr>
          <a:xfrm>
            <a:off x="1023372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1224" name=""/>
          <p:cNvSpPr txBox="1"/>
          <p:nvPr/>
        </p:nvSpPr>
        <p:spPr>
          <a:xfrm>
            <a:off x="10357200" y="31708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1225" name=""/>
          <p:cNvSpPr txBox="1"/>
          <p:nvPr/>
        </p:nvSpPr>
        <p:spPr>
          <a:xfrm>
            <a:off x="6477120" y="3513600"/>
            <a:ext cx="2286720" cy="21204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めさせてマニュアル化 </a:t>
            </a: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1226" name=""/>
          <p:cNvSpPr txBox="1"/>
          <p:nvPr/>
        </p:nvSpPr>
        <p:spPr>
          <a:xfrm>
            <a:off x="8738280" y="35049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227" name=""/>
          <p:cNvSpPr txBox="1"/>
          <p:nvPr/>
        </p:nvSpPr>
        <p:spPr>
          <a:xfrm>
            <a:off x="8791200" y="351360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1228" name=""/>
          <p:cNvSpPr txBox="1"/>
          <p:nvPr/>
        </p:nvSpPr>
        <p:spPr>
          <a:xfrm>
            <a:off x="64771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1229" name=""/>
          <p:cNvSpPr txBox="1"/>
          <p:nvPr/>
        </p:nvSpPr>
        <p:spPr>
          <a:xfrm>
            <a:off x="6858000" y="38476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30" name=""/>
          <p:cNvSpPr/>
          <p:nvPr/>
        </p:nvSpPr>
        <p:spPr>
          <a:xfrm>
            <a:off x="629568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70"/>
                  <a:pt x="2" y="60"/>
                  <a:pt x="6" y="50"/>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31" name=""/>
          <p:cNvSpPr txBox="1"/>
          <p:nvPr/>
        </p:nvSpPr>
        <p:spPr>
          <a:xfrm>
            <a:off x="7030800" y="38566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1232" name=""/>
          <p:cNvSpPr txBox="1"/>
          <p:nvPr/>
        </p:nvSpPr>
        <p:spPr>
          <a:xfrm>
            <a:off x="647712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33" name=""/>
          <p:cNvSpPr txBox="1"/>
          <p:nvPr/>
        </p:nvSpPr>
        <p:spPr>
          <a:xfrm>
            <a:off x="6649920" y="4247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1234" name=""/>
          <p:cNvSpPr txBox="1"/>
          <p:nvPr/>
        </p:nvSpPr>
        <p:spPr>
          <a:xfrm>
            <a:off x="7221240" y="42382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235" name=""/>
          <p:cNvSpPr txBox="1"/>
          <p:nvPr/>
        </p:nvSpPr>
        <p:spPr>
          <a:xfrm>
            <a:off x="7810560" y="4247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1236" name=""/>
          <p:cNvSpPr txBox="1"/>
          <p:nvPr/>
        </p:nvSpPr>
        <p:spPr>
          <a:xfrm>
            <a:off x="971568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237" name=""/>
          <p:cNvSpPr txBox="1"/>
          <p:nvPr/>
        </p:nvSpPr>
        <p:spPr>
          <a:xfrm>
            <a:off x="9768600" y="424728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1238" name=""/>
          <p:cNvSpPr txBox="1"/>
          <p:nvPr/>
        </p:nvSpPr>
        <p:spPr>
          <a:xfrm>
            <a:off x="9959040" y="423828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1239" name=""/>
          <p:cNvSpPr txBox="1"/>
          <p:nvPr/>
        </p:nvSpPr>
        <p:spPr>
          <a:xfrm>
            <a:off x="10668240" y="4247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1240" name=""/>
          <p:cNvSpPr txBox="1"/>
          <p:nvPr/>
        </p:nvSpPr>
        <p:spPr>
          <a:xfrm>
            <a:off x="11049480" y="4238280"/>
            <a:ext cx="473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1241" name=""/>
          <p:cNvSpPr txBox="1"/>
          <p:nvPr/>
        </p:nvSpPr>
        <p:spPr>
          <a:xfrm>
            <a:off x="6477120" y="4590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1242" name=""/>
          <p:cNvSpPr txBox="1"/>
          <p:nvPr/>
        </p:nvSpPr>
        <p:spPr>
          <a:xfrm>
            <a:off x="723960" y="5294160"/>
            <a:ext cx="10700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1243" name=""/>
          <p:cNvSpPr txBox="1"/>
          <p:nvPr/>
        </p:nvSpPr>
        <p:spPr>
          <a:xfrm>
            <a:off x="723960" y="557028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1244" name=""/>
          <p:cNvSpPr txBox="1"/>
          <p:nvPr/>
        </p:nvSpPr>
        <p:spPr>
          <a:xfrm>
            <a:off x="723960" y="5828400"/>
            <a:ext cx="10656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1245" name=""/>
          <p:cNvSpPr txBox="1"/>
          <p:nvPr/>
        </p:nvSpPr>
        <p:spPr>
          <a:xfrm>
            <a:off x="1786320" y="5837040"/>
            <a:ext cx="7073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1246" name=""/>
          <p:cNvSpPr txBox="1"/>
          <p:nvPr/>
        </p:nvSpPr>
        <p:spPr>
          <a:xfrm>
            <a:off x="8822880" y="5828400"/>
            <a:ext cx="2023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1247" name=""/>
          <p:cNvSpPr txBox="1"/>
          <p:nvPr/>
        </p:nvSpPr>
        <p:spPr>
          <a:xfrm>
            <a:off x="9023760" y="583704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1248" name=""/>
          <p:cNvSpPr txBox="1"/>
          <p:nvPr/>
        </p:nvSpPr>
        <p:spPr>
          <a:xfrm>
            <a:off x="9747720" y="582840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249" name=""/>
          <p:cNvSpPr txBox="1"/>
          <p:nvPr/>
        </p:nvSpPr>
        <p:spPr>
          <a:xfrm>
            <a:off x="10320840" y="583704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1250" name=""/>
          <p:cNvSpPr txBox="1"/>
          <p:nvPr/>
        </p:nvSpPr>
        <p:spPr>
          <a:xfrm>
            <a:off x="723960" y="611316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1251" name=""/>
          <p:cNvSpPr txBox="1"/>
          <p:nvPr/>
        </p:nvSpPr>
        <p:spPr>
          <a:xfrm>
            <a:off x="533520" y="476280"/>
            <a:ext cx="257364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Claude Code </a:t>
            </a:r>
            <a:endParaRPr lang="en-US" sz="3150" b="0" u="none" strike="noStrike">
              <a:solidFill>
                <a:srgbClr val="000000"/>
              </a:solidFill>
              <a:effectLst/>
              <a:uFillTx/>
              <a:latin typeface="游明朝体"/>
            </a:endParaRPr>
          </a:p>
        </p:txBody>
      </p:sp>
      <p:sp>
        <p:nvSpPr>
          <p:cNvPr id="1252"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3"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4"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5"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6"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7"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8"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9"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0"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1"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2"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3"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4"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5"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6"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7"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8"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9"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0"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1"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2"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3"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4"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5"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6"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7"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8"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9"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0"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1"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2"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3"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4"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5"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6"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7"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8"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9"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0"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1"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2"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3"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4"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5"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6"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7"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8"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9"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0"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1"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2"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3"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4"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5"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6"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7"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8"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9"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0"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1"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2"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3"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4"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5"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6"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7"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8"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9"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0"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1"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2"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3"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4"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5"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6"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7"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8"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9"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0"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1"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2"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3"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4"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5"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6"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7"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8"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9"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0"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1"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2"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3"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4"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5"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6"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7"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8"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9"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0"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1"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2"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3"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4"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5"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6"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7"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8"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9"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0"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1"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2"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3"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4"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5"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6"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7"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8"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9"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0"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1"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2"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3"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4"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5"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6"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7"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8"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9"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0"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1"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2"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3"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4"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5"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6"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7"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8"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9"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0"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1"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2"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3"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4"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6"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7"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8"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9"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0"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1"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2"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3"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4"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5"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6"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7"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8"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9"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0"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1"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2"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3"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4"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5"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6"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7"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8"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9"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0"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1"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2"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3"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4"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5"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6"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7"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8"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9"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0"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1"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2"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3"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4"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5"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6"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7"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8"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9"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0"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1"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2"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3"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4" name=""/>
          <p:cNvSpPr txBox="1"/>
          <p:nvPr/>
        </p:nvSpPr>
        <p:spPr>
          <a:xfrm>
            <a:off x="3111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の具体的な使い⽅</a:t>
            </a:r>
            <a:endParaRPr lang="en-US" sz="3150" b="0" u="none" strike="noStrike">
              <a:solidFill>
                <a:srgbClr val="000000"/>
              </a:solidFill>
              <a:effectLst/>
              <a:uFillTx/>
              <a:latin typeface="游明朝体"/>
            </a:endParaRPr>
          </a:p>
        </p:txBody>
      </p:sp>
      <p:sp>
        <p:nvSpPr>
          <p:cNvPr id="1445"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449" name=""/>
          <p:cNvPicPr/>
          <p:nvPr/>
        </p:nvPicPr>
        <p:blipFill>
          <a:blip r:embed="rId1"/>
          <a:stretch/>
        </p:blipFill>
        <p:spPr>
          <a:xfrm>
            <a:off x="546120" y="4648320"/>
            <a:ext cx="11112120" cy="456840"/>
          </a:xfrm>
          <a:prstGeom prst="rect">
            <a:avLst/>
          </a:prstGeom>
          <a:noFill/>
          <a:ln w="0">
            <a:noFill/>
          </a:ln>
        </p:spPr>
      </p:pic>
      <p:sp>
        <p:nvSpPr>
          <p:cNvPr id="1450" name=""/>
          <p:cNvSpPr/>
          <p:nvPr/>
        </p:nvSpPr>
        <p:spPr>
          <a:xfrm>
            <a:off x="533160" y="4647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1" name=""/>
          <p:cNvSpPr/>
          <p:nvPr/>
        </p:nvSpPr>
        <p:spPr>
          <a:xfrm>
            <a:off x="618840" y="2742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2" name=""/>
          <p:cNvSpPr txBox="1"/>
          <p:nvPr/>
        </p:nvSpPr>
        <p:spPr>
          <a:xfrm>
            <a:off x="799920" y="264744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453" name=""/>
          <p:cNvSpPr txBox="1"/>
          <p:nvPr/>
        </p:nvSpPr>
        <p:spPr>
          <a:xfrm>
            <a:off x="1360800" y="265644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1454" name=""/>
          <p:cNvSpPr txBox="1"/>
          <p:nvPr/>
        </p:nvSpPr>
        <p:spPr>
          <a:xfrm>
            <a:off x="4397400" y="2647440"/>
            <a:ext cx="653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1455" name=""/>
          <p:cNvSpPr/>
          <p:nvPr/>
        </p:nvSpPr>
        <p:spPr>
          <a:xfrm>
            <a:off x="618840" y="313344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6" name=""/>
          <p:cNvSpPr txBox="1"/>
          <p:nvPr/>
        </p:nvSpPr>
        <p:spPr>
          <a:xfrm>
            <a:off x="5050440" y="265644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1457" name=""/>
          <p:cNvSpPr txBox="1"/>
          <p:nvPr/>
        </p:nvSpPr>
        <p:spPr>
          <a:xfrm>
            <a:off x="799920" y="30470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1458" name=""/>
          <p:cNvSpPr txBox="1"/>
          <p:nvPr/>
        </p:nvSpPr>
        <p:spPr>
          <a:xfrm>
            <a:off x="21337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459" name=""/>
          <p:cNvSpPr txBox="1"/>
          <p:nvPr/>
        </p:nvSpPr>
        <p:spPr>
          <a:xfrm>
            <a:off x="2267640" y="3047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460" name=""/>
          <p:cNvSpPr txBox="1"/>
          <p:nvPr/>
        </p:nvSpPr>
        <p:spPr>
          <a:xfrm>
            <a:off x="6056640" y="303804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461" name=""/>
          <p:cNvSpPr txBox="1"/>
          <p:nvPr/>
        </p:nvSpPr>
        <p:spPr>
          <a:xfrm>
            <a:off x="6871680" y="3047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462" name=""/>
          <p:cNvSpPr txBox="1"/>
          <p:nvPr/>
        </p:nvSpPr>
        <p:spPr>
          <a:xfrm>
            <a:off x="70621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463" name=""/>
          <p:cNvSpPr/>
          <p:nvPr/>
        </p:nvSpPr>
        <p:spPr>
          <a:xfrm>
            <a:off x="618840" y="35240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64" name=""/>
          <p:cNvSpPr txBox="1"/>
          <p:nvPr/>
        </p:nvSpPr>
        <p:spPr>
          <a:xfrm>
            <a:off x="7196400" y="30470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1465" name=""/>
          <p:cNvSpPr txBox="1"/>
          <p:nvPr/>
        </p:nvSpPr>
        <p:spPr>
          <a:xfrm>
            <a:off x="799920" y="34376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1466" name=""/>
          <p:cNvSpPr txBox="1"/>
          <p:nvPr/>
        </p:nvSpPr>
        <p:spPr>
          <a:xfrm>
            <a:off x="1562040" y="3428640"/>
            <a:ext cx="515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1467" name=""/>
          <p:cNvSpPr txBox="1"/>
          <p:nvPr/>
        </p:nvSpPr>
        <p:spPr>
          <a:xfrm>
            <a:off x="2077200" y="34376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1468" name=""/>
          <p:cNvSpPr txBox="1"/>
          <p:nvPr/>
        </p:nvSpPr>
        <p:spPr>
          <a:xfrm>
            <a:off x="3601080" y="3428640"/>
            <a:ext cx="667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1469" name=""/>
          <p:cNvSpPr/>
          <p:nvPr/>
        </p:nvSpPr>
        <p:spPr>
          <a:xfrm>
            <a:off x="618840" y="3914640"/>
            <a:ext cx="57600" cy="57600"/>
          </a:xfrm>
          <a:custGeom>
            <a:avLst/>
            <a:gdLst/>
            <a:ahLst/>
            <a:rect l="0" t="0" r="r" b="b"/>
            <a:pathLst>
              <a:path w="160" h="160">
                <a:moveTo>
                  <a:pt x="160" y="79"/>
                </a:moveTo>
                <a:cubicBezTo>
                  <a:pt x="160" y="90"/>
                  <a:pt x="158" y="100"/>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70" name=""/>
          <p:cNvSpPr txBox="1"/>
          <p:nvPr/>
        </p:nvSpPr>
        <p:spPr>
          <a:xfrm>
            <a:off x="4267800" y="343764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1471" name=""/>
          <p:cNvSpPr txBox="1"/>
          <p:nvPr/>
        </p:nvSpPr>
        <p:spPr>
          <a:xfrm>
            <a:off x="79992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1472" name=""/>
          <p:cNvSpPr txBox="1"/>
          <p:nvPr/>
        </p:nvSpPr>
        <p:spPr>
          <a:xfrm>
            <a:off x="194292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473" name=""/>
          <p:cNvSpPr txBox="1"/>
          <p:nvPr/>
        </p:nvSpPr>
        <p:spPr>
          <a:xfrm>
            <a:off x="2302920" y="38282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1474" name=""/>
          <p:cNvSpPr txBox="1"/>
          <p:nvPr/>
        </p:nvSpPr>
        <p:spPr>
          <a:xfrm>
            <a:off x="3826800" y="3819240"/>
            <a:ext cx="819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1475" name=""/>
          <p:cNvSpPr txBox="1"/>
          <p:nvPr/>
        </p:nvSpPr>
        <p:spPr>
          <a:xfrm>
            <a:off x="4645080" y="3828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476" name=""/>
          <p:cNvSpPr txBox="1"/>
          <p:nvPr/>
        </p:nvSpPr>
        <p:spPr>
          <a:xfrm>
            <a:off x="5026320" y="3819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477" name=""/>
          <p:cNvSpPr txBox="1"/>
          <p:nvPr/>
        </p:nvSpPr>
        <p:spPr>
          <a:xfrm>
            <a:off x="519876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1478" name=""/>
          <p:cNvSpPr txBox="1"/>
          <p:nvPr/>
        </p:nvSpPr>
        <p:spPr>
          <a:xfrm>
            <a:off x="633420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479" name=""/>
          <p:cNvSpPr txBox="1"/>
          <p:nvPr/>
        </p:nvSpPr>
        <p:spPr>
          <a:xfrm>
            <a:off x="6693840" y="382824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1480" name=""/>
          <p:cNvSpPr txBox="1"/>
          <p:nvPr/>
        </p:nvSpPr>
        <p:spPr>
          <a:xfrm>
            <a:off x="9551520" y="3819240"/>
            <a:ext cx="1764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1481"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2" name=""/>
          <p:cNvSpPr txBox="1"/>
          <p:nvPr/>
        </p:nvSpPr>
        <p:spPr>
          <a:xfrm>
            <a:off x="11314800" y="38282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483" name=""/>
          <p:cNvSpPr txBox="1"/>
          <p:nvPr/>
        </p:nvSpPr>
        <p:spPr>
          <a:xfrm>
            <a:off x="799920" y="4218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1484" name=""/>
          <p:cNvSpPr txBox="1"/>
          <p:nvPr/>
        </p:nvSpPr>
        <p:spPr>
          <a:xfrm>
            <a:off x="4191120" y="420984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1485" name=""/>
          <p:cNvSpPr txBox="1"/>
          <p:nvPr/>
        </p:nvSpPr>
        <p:spPr>
          <a:xfrm>
            <a:off x="5362560" y="42184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1486" name=""/>
          <p:cNvSpPr txBox="1"/>
          <p:nvPr/>
        </p:nvSpPr>
        <p:spPr>
          <a:xfrm>
            <a:off x="723960" y="4779720"/>
            <a:ext cx="3083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1487" name=""/>
          <p:cNvSpPr txBox="1"/>
          <p:nvPr/>
        </p:nvSpPr>
        <p:spPr>
          <a:xfrm>
            <a:off x="3773160" y="4771080"/>
            <a:ext cx="11160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1488" name=""/>
          <p:cNvSpPr txBox="1"/>
          <p:nvPr/>
        </p:nvSpPr>
        <p:spPr>
          <a:xfrm>
            <a:off x="4886280" y="4779720"/>
            <a:ext cx="32652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1489" name=""/>
          <p:cNvSpPr txBox="1"/>
          <p:nvPr/>
        </p:nvSpPr>
        <p:spPr>
          <a:xfrm>
            <a:off x="533520" y="177192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1490" name=""/>
          <p:cNvSpPr/>
          <p:nvPr/>
        </p:nvSpPr>
        <p:spPr>
          <a:xfrm>
            <a:off x="533160" y="2312280"/>
            <a:ext cx="7200" cy="33480"/>
          </a:xfrm>
          <a:custGeom>
            <a:avLst/>
            <a:gdLst/>
            <a:ahLst/>
            <a:rect l="0" t="0" r="r" b="b"/>
            <a:pathLst>
              <a:path w="20" h="93">
                <a:moveTo>
                  <a:pt x="20" y="0"/>
                </a:moveTo>
                <a:lnTo>
                  <a:pt x="20" y="93"/>
                </a:lnTo>
                <a:cubicBezTo>
                  <a:pt x="7" y="79"/>
                  <a:pt x="0" y="63"/>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1" name=""/>
          <p:cNvSpPr/>
          <p:nvPr/>
        </p:nvSpPr>
        <p:spPr>
          <a:xfrm>
            <a:off x="540000" y="230724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2" name=""/>
          <p:cNvSpPr/>
          <p:nvPr/>
        </p:nvSpPr>
        <p:spPr>
          <a:xfrm>
            <a:off x="546480" y="230508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3" name=""/>
          <p:cNvSpPr/>
          <p:nvPr/>
        </p:nvSpPr>
        <p:spPr>
          <a:xfrm>
            <a:off x="553320" y="230472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4" name=""/>
          <p:cNvSpPr/>
          <p:nvPr/>
        </p:nvSpPr>
        <p:spPr>
          <a:xfrm>
            <a:off x="560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5" name=""/>
          <p:cNvSpPr/>
          <p:nvPr/>
        </p:nvSpPr>
        <p:spPr>
          <a:xfrm>
            <a:off x="56664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6" name=""/>
          <p:cNvSpPr/>
          <p:nvPr/>
        </p:nvSpPr>
        <p:spPr>
          <a:xfrm>
            <a:off x="573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7" name=""/>
          <p:cNvSpPr/>
          <p:nvPr/>
        </p:nvSpPr>
        <p:spPr>
          <a:xfrm>
            <a:off x="579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8" name=""/>
          <p:cNvSpPr/>
          <p:nvPr/>
        </p:nvSpPr>
        <p:spPr>
          <a:xfrm>
            <a:off x="586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9" name=""/>
          <p:cNvSpPr/>
          <p:nvPr/>
        </p:nvSpPr>
        <p:spPr>
          <a:xfrm>
            <a:off x="593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0" name=""/>
          <p:cNvSpPr/>
          <p:nvPr/>
        </p:nvSpPr>
        <p:spPr>
          <a:xfrm>
            <a:off x="600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1" name=""/>
          <p:cNvSpPr/>
          <p:nvPr/>
        </p:nvSpPr>
        <p:spPr>
          <a:xfrm>
            <a:off x="606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2" name=""/>
          <p:cNvSpPr/>
          <p:nvPr/>
        </p:nvSpPr>
        <p:spPr>
          <a:xfrm>
            <a:off x="613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3" name=""/>
          <p:cNvSpPr/>
          <p:nvPr/>
        </p:nvSpPr>
        <p:spPr>
          <a:xfrm>
            <a:off x="620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4" name=""/>
          <p:cNvSpPr/>
          <p:nvPr/>
        </p:nvSpPr>
        <p:spPr>
          <a:xfrm>
            <a:off x="627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5" name=""/>
          <p:cNvSpPr/>
          <p:nvPr/>
        </p:nvSpPr>
        <p:spPr>
          <a:xfrm>
            <a:off x="633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6" name=""/>
          <p:cNvSpPr/>
          <p:nvPr/>
        </p:nvSpPr>
        <p:spPr>
          <a:xfrm>
            <a:off x="640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7" name=""/>
          <p:cNvSpPr/>
          <p:nvPr/>
        </p:nvSpPr>
        <p:spPr>
          <a:xfrm>
            <a:off x="646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8" name=""/>
          <p:cNvSpPr/>
          <p:nvPr/>
        </p:nvSpPr>
        <p:spPr>
          <a:xfrm>
            <a:off x="653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9" name=""/>
          <p:cNvSpPr/>
          <p:nvPr/>
        </p:nvSpPr>
        <p:spPr>
          <a:xfrm>
            <a:off x="660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0" name=""/>
          <p:cNvSpPr/>
          <p:nvPr/>
        </p:nvSpPr>
        <p:spPr>
          <a:xfrm>
            <a:off x="667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1" name=""/>
          <p:cNvSpPr/>
          <p:nvPr/>
        </p:nvSpPr>
        <p:spPr>
          <a:xfrm>
            <a:off x="6739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2" name=""/>
          <p:cNvSpPr/>
          <p:nvPr/>
        </p:nvSpPr>
        <p:spPr>
          <a:xfrm>
            <a:off x="6804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3" name=""/>
          <p:cNvSpPr/>
          <p:nvPr/>
        </p:nvSpPr>
        <p:spPr>
          <a:xfrm>
            <a:off x="6872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4" name=""/>
          <p:cNvSpPr/>
          <p:nvPr/>
        </p:nvSpPr>
        <p:spPr>
          <a:xfrm>
            <a:off x="6940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5" name=""/>
          <p:cNvSpPr/>
          <p:nvPr/>
        </p:nvSpPr>
        <p:spPr>
          <a:xfrm>
            <a:off x="7005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6" name=""/>
          <p:cNvSpPr/>
          <p:nvPr/>
        </p:nvSpPr>
        <p:spPr>
          <a:xfrm>
            <a:off x="7074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7" name=""/>
          <p:cNvSpPr/>
          <p:nvPr/>
        </p:nvSpPr>
        <p:spPr>
          <a:xfrm>
            <a:off x="7138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8" name=""/>
          <p:cNvSpPr/>
          <p:nvPr/>
        </p:nvSpPr>
        <p:spPr>
          <a:xfrm>
            <a:off x="7207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9" name=""/>
          <p:cNvSpPr/>
          <p:nvPr/>
        </p:nvSpPr>
        <p:spPr>
          <a:xfrm>
            <a:off x="7275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0" name=""/>
          <p:cNvSpPr/>
          <p:nvPr/>
        </p:nvSpPr>
        <p:spPr>
          <a:xfrm>
            <a:off x="7340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1" name=""/>
          <p:cNvSpPr/>
          <p:nvPr/>
        </p:nvSpPr>
        <p:spPr>
          <a:xfrm>
            <a:off x="7408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2" name=""/>
          <p:cNvSpPr/>
          <p:nvPr/>
        </p:nvSpPr>
        <p:spPr>
          <a:xfrm>
            <a:off x="7473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3" name=""/>
          <p:cNvSpPr/>
          <p:nvPr/>
        </p:nvSpPr>
        <p:spPr>
          <a:xfrm>
            <a:off x="7542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4" name=""/>
          <p:cNvSpPr/>
          <p:nvPr/>
        </p:nvSpPr>
        <p:spPr>
          <a:xfrm>
            <a:off x="7610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5" name=""/>
          <p:cNvSpPr/>
          <p:nvPr/>
        </p:nvSpPr>
        <p:spPr>
          <a:xfrm>
            <a:off x="76752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6" name=""/>
          <p:cNvSpPr/>
          <p:nvPr/>
        </p:nvSpPr>
        <p:spPr>
          <a:xfrm>
            <a:off x="7743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7" name=""/>
          <p:cNvSpPr/>
          <p:nvPr/>
        </p:nvSpPr>
        <p:spPr>
          <a:xfrm>
            <a:off x="780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8" name=""/>
          <p:cNvSpPr/>
          <p:nvPr/>
        </p:nvSpPr>
        <p:spPr>
          <a:xfrm>
            <a:off x="7876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9" name=""/>
          <p:cNvSpPr/>
          <p:nvPr/>
        </p:nvSpPr>
        <p:spPr>
          <a:xfrm>
            <a:off x="7945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0" name=""/>
          <p:cNvSpPr/>
          <p:nvPr/>
        </p:nvSpPr>
        <p:spPr>
          <a:xfrm>
            <a:off x="8010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1" name=""/>
          <p:cNvSpPr/>
          <p:nvPr/>
        </p:nvSpPr>
        <p:spPr>
          <a:xfrm>
            <a:off x="807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2" name=""/>
          <p:cNvSpPr/>
          <p:nvPr/>
        </p:nvSpPr>
        <p:spPr>
          <a:xfrm>
            <a:off x="8146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3" name=""/>
          <p:cNvSpPr/>
          <p:nvPr/>
        </p:nvSpPr>
        <p:spPr>
          <a:xfrm>
            <a:off x="8211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4" name=""/>
          <p:cNvSpPr/>
          <p:nvPr/>
        </p:nvSpPr>
        <p:spPr>
          <a:xfrm>
            <a:off x="8280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5" name=""/>
          <p:cNvSpPr/>
          <p:nvPr/>
        </p:nvSpPr>
        <p:spPr>
          <a:xfrm>
            <a:off x="8344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6" name=""/>
          <p:cNvSpPr/>
          <p:nvPr/>
        </p:nvSpPr>
        <p:spPr>
          <a:xfrm>
            <a:off x="8413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7" name=""/>
          <p:cNvSpPr/>
          <p:nvPr/>
        </p:nvSpPr>
        <p:spPr>
          <a:xfrm>
            <a:off x="848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8" name=""/>
          <p:cNvSpPr/>
          <p:nvPr/>
        </p:nvSpPr>
        <p:spPr>
          <a:xfrm>
            <a:off x="8546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9" name=""/>
          <p:cNvSpPr/>
          <p:nvPr/>
        </p:nvSpPr>
        <p:spPr>
          <a:xfrm>
            <a:off x="861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0" name=""/>
          <p:cNvSpPr/>
          <p:nvPr/>
        </p:nvSpPr>
        <p:spPr>
          <a:xfrm>
            <a:off x="867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1" name=""/>
          <p:cNvSpPr/>
          <p:nvPr/>
        </p:nvSpPr>
        <p:spPr>
          <a:xfrm>
            <a:off x="874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2" name=""/>
          <p:cNvSpPr/>
          <p:nvPr/>
        </p:nvSpPr>
        <p:spPr>
          <a:xfrm>
            <a:off x="881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3" name=""/>
          <p:cNvSpPr/>
          <p:nvPr/>
        </p:nvSpPr>
        <p:spPr>
          <a:xfrm>
            <a:off x="888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4" name=""/>
          <p:cNvSpPr/>
          <p:nvPr/>
        </p:nvSpPr>
        <p:spPr>
          <a:xfrm>
            <a:off x="894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5" name=""/>
          <p:cNvSpPr/>
          <p:nvPr/>
        </p:nvSpPr>
        <p:spPr>
          <a:xfrm>
            <a:off x="901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6" name=""/>
          <p:cNvSpPr/>
          <p:nvPr/>
        </p:nvSpPr>
        <p:spPr>
          <a:xfrm>
            <a:off x="908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7" name=""/>
          <p:cNvSpPr/>
          <p:nvPr/>
        </p:nvSpPr>
        <p:spPr>
          <a:xfrm>
            <a:off x="915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8" name=""/>
          <p:cNvSpPr/>
          <p:nvPr/>
        </p:nvSpPr>
        <p:spPr>
          <a:xfrm>
            <a:off x="921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p:nvPr/>
        </p:nvSpPr>
        <p:spPr>
          <a:xfrm>
            <a:off x="928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0" name=""/>
          <p:cNvSpPr/>
          <p:nvPr/>
        </p:nvSpPr>
        <p:spPr>
          <a:xfrm>
            <a:off x="934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1" name=""/>
          <p:cNvSpPr/>
          <p:nvPr/>
        </p:nvSpPr>
        <p:spPr>
          <a:xfrm>
            <a:off x="941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2" name=""/>
          <p:cNvSpPr/>
          <p:nvPr/>
        </p:nvSpPr>
        <p:spPr>
          <a:xfrm>
            <a:off x="948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3" name=""/>
          <p:cNvSpPr/>
          <p:nvPr/>
        </p:nvSpPr>
        <p:spPr>
          <a:xfrm>
            <a:off x="955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4" name=""/>
          <p:cNvSpPr/>
          <p:nvPr/>
        </p:nvSpPr>
        <p:spPr>
          <a:xfrm>
            <a:off x="961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5" name=""/>
          <p:cNvSpPr/>
          <p:nvPr/>
        </p:nvSpPr>
        <p:spPr>
          <a:xfrm>
            <a:off x="965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6" name=""/>
          <p:cNvSpPr/>
          <p:nvPr/>
        </p:nvSpPr>
        <p:spPr>
          <a:xfrm>
            <a:off x="968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7" name=""/>
          <p:cNvSpPr/>
          <p:nvPr/>
        </p:nvSpPr>
        <p:spPr>
          <a:xfrm>
            <a:off x="972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8" name=""/>
          <p:cNvSpPr/>
          <p:nvPr/>
        </p:nvSpPr>
        <p:spPr>
          <a:xfrm>
            <a:off x="975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9" name=""/>
          <p:cNvSpPr/>
          <p:nvPr/>
        </p:nvSpPr>
        <p:spPr>
          <a:xfrm>
            <a:off x="978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0" name=""/>
          <p:cNvSpPr/>
          <p:nvPr/>
        </p:nvSpPr>
        <p:spPr>
          <a:xfrm>
            <a:off x="982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1" name=""/>
          <p:cNvSpPr/>
          <p:nvPr/>
        </p:nvSpPr>
        <p:spPr>
          <a:xfrm>
            <a:off x="985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2" name=""/>
          <p:cNvSpPr/>
          <p:nvPr/>
        </p:nvSpPr>
        <p:spPr>
          <a:xfrm>
            <a:off x="9885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3" name=""/>
          <p:cNvSpPr/>
          <p:nvPr/>
        </p:nvSpPr>
        <p:spPr>
          <a:xfrm>
            <a:off x="992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4" name=""/>
          <p:cNvSpPr/>
          <p:nvPr/>
        </p:nvSpPr>
        <p:spPr>
          <a:xfrm>
            <a:off x="995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5" name=""/>
          <p:cNvSpPr/>
          <p:nvPr/>
        </p:nvSpPr>
        <p:spPr>
          <a:xfrm>
            <a:off x="998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6" name=""/>
          <p:cNvSpPr/>
          <p:nvPr/>
        </p:nvSpPr>
        <p:spPr>
          <a:xfrm>
            <a:off x="1001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7" name=""/>
          <p:cNvSpPr/>
          <p:nvPr/>
        </p:nvSpPr>
        <p:spPr>
          <a:xfrm>
            <a:off x="1005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8" name=""/>
          <p:cNvSpPr/>
          <p:nvPr/>
        </p:nvSpPr>
        <p:spPr>
          <a:xfrm>
            <a:off x="1008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9" name=""/>
          <p:cNvSpPr/>
          <p:nvPr/>
        </p:nvSpPr>
        <p:spPr>
          <a:xfrm>
            <a:off x="1011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1015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1" name=""/>
          <p:cNvSpPr/>
          <p:nvPr/>
        </p:nvSpPr>
        <p:spPr>
          <a:xfrm>
            <a:off x="1018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2" name=""/>
          <p:cNvSpPr/>
          <p:nvPr/>
        </p:nvSpPr>
        <p:spPr>
          <a:xfrm>
            <a:off x="102204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3" name=""/>
          <p:cNvSpPr/>
          <p:nvPr/>
        </p:nvSpPr>
        <p:spPr>
          <a:xfrm>
            <a:off x="1025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p:nvPr/>
        </p:nvSpPr>
        <p:spPr>
          <a:xfrm>
            <a:off x="1028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5" name=""/>
          <p:cNvSpPr/>
          <p:nvPr/>
        </p:nvSpPr>
        <p:spPr>
          <a:xfrm>
            <a:off x="1032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6" name=""/>
          <p:cNvSpPr/>
          <p:nvPr/>
        </p:nvSpPr>
        <p:spPr>
          <a:xfrm>
            <a:off x="1035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7" name=""/>
          <p:cNvSpPr/>
          <p:nvPr/>
        </p:nvSpPr>
        <p:spPr>
          <a:xfrm>
            <a:off x="1038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8" name=""/>
          <p:cNvSpPr/>
          <p:nvPr/>
        </p:nvSpPr>
        <p:spPr>
          <a:xfrm>
            <a:off x="1042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9" name=""/>
          <p:cNvSpPr/>
          <p:nvPr/>
        </p:nvSpPr>
        <p:spPr>
          <a:xfrm>
            <a:off x="1045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0" name=""/>
          <p:cNvSpPr/>
          <p:nvPr/>
        </p:nvSpPr>
        <p:spPr>
          <a:xfrm>
            <a:off x="1049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1" name=""/>
          <p:cNvSpPr/>
          <p:nvPr/>
        </p:nvSpPr>
        <p:spPr>
          <a:xfrm>
            <a:off x="1052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2" name=""/>
          <p:cNvSpPr/>
          <p:nvPr/>
        </p:nvSpPr>
        <p:spPr>
          <a:xfrm>
            <a:off x="1055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3" name=""/>
          <p:cNvSpPr/>
          <p:nvPr/>
        </p:nvSpPr>
        <p:spPr>
          <a:xfrm>
            <a:off x="1059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4" name=""/>
          <p:cNvSpPr/>
          <p:nvPr/>
        </p:nvSpPr>
        <p:spPr>
          <a:xfrm>
            <a:off x="1062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5" name=""/>
          <p:cNvSpPr/>
          <p:nvPr/>
        </p:nvSpPr>
        <p:spPr>
          <a:xfrm>
            <a:off x="1065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6" name=""/>
          <p:cNvSpPr/>
          <p:nvPr/>
        </p:nvSpPr>
        <p:spPr>
          <a:xfrm>
            <a:off x="1068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7" name=""/>
          <p:cNvSpPr/>
          <p:nvPr/>
        </p:nvSpPr>
        <p:spPr>
          <a:xfrm>
            <a:off x="1072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8" name=""/>
          <p:cNvSpPr/>
          <p:nvPr/>
        </p:nvSpPr>
        <p:spPr>
          <a:xfrm>
            <a:off x="1075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9" name=""/>
          <p:cNvSpPr/>
          <p:nvPr/>
        </p:nvSpPr>
        <p:spPr>
          <a:xfrm>
            <a:off x="10789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1082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1" name=""/>
          <p:cNvSpPr/>
          <p:nvPr/>
        </p:nvSpPr>
        <p:spPr>
          <a:xfrm>
            <a:off x="1085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2" name=""/>
          <p:cNvSpPr/>
          <p:nvPr/>
        </p:nvSpPr>
        <p:spPr>
          <a:xfrm>
            <a:off x="1089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3" name=""/>
          <p:cNvSpPr/>
          <p:nvPr/>
        </p:nvSpPr>
        <p:spPr>
          <a:xfrm>
            <a:off x="1092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4" name=""/>
          <p:cNvSpPr/>
          <p:nvPr/>
        </p:nvSpPr>
        <p:spPr>
          <a:xfrm>
            <a:off x="1095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5" name=""/>
          <p:cNvSpPr/>
          <p:nvPr/>
        </p:nvSpPr>
        <p:spPr>
          <a:xfrm>
            <a:off x="1099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6" name=""/>
          <p:cNvSpPr/>
          <p:nvPr/>
        </p:nvSpPr>
        <p:spPr>
          <a:xfrm>
            <a:off x="1102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7" name=""/>
          <p:cNvSpPr/>
          <p:nvPr/>
        </p:nvSpPr>
        <p:spPr>
          <a:xfrm>
            <a:off x="1105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8" name=""/>
          <p:cNvSpPr/>
          <p:nvPr/>
        </p:nvSpPr>
        <p:spPr>
          <a:xfrm>
            <a:off x="1109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9" name=""/>
          <p:cNvSpPr/>
          <p:nvPr/>
        </p:nvSpPr>
        <p:spPr>
          <a:xfrm>
            <a:off x="1112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p:nvPr/>
        </p:nvSpPr>
        <p:spPr>
          <a:xfrm>
            <a:off x="1116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1" name=""/>
          <p:cNvSpPr/>
          <p:nvPr/>
        </p:nvSpPr>
        <p:spPr>
          <a:xfrm>
            <a:off x="1119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2" name=""/>
          <p:cNvSpPr/>
          <p:nvPr/>
        </p:nvSpPr>
        <p:spPr>
          <a:xfrm>
            <a:off x="112248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3" name=""/>
          <p:cNvSpPr/>
          <p:nvPr/>
        </p:nvSpPr>
        <p:spPr>
          <a:xfrm>
            <a:off x="1126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4" name=""/>
          <p:cNvSpPr/>
          <p:nvPr/>
        </p:nvSpPr>
        <p:spPr>
          <a:xfrm>
            <a:off x="1129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5" name=""/>
          <p:cNvSpPr/>
          <p:nvPr/>
        </p:nvSpPr>
        <p:spPr>
          <a:xfrm>
            <a:off x="1132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6" name=""/>
          <p:cNvSpPr/>
          <p:nvPr/>
        </p:nvSpPr>
        <p:spPr>
          <a:xfrm>
            <a:off x="1135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7" name=""/>
          <p:cNvSpPr/>
          <p:nvPr/>
        </p:nvSpPr>
        <p:spPr>
          <a:xfrm>
            <a:off x="1139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8" name=""/>
          <p:cNvSpPr/>
          <p:nvPr/>
        </p:nvSpPr>
        <p:spPr>
          <a:xfrm>
            <a:off x="1142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9" name=""/>
          <p:cNvSpPr/>
          <p:nvPr/>
        </p:nvSpPr>
        <p:spPr>
          <a:xfrm>
            <a:off x="1145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0" name=""/>
          <p:cNvSpPr/>
          <p:nvPr/>
        </p:nvSpPr>
        <p:spPr>
          <a:xfrm>
            <a:off x="1149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1" name=""/>
          <p:cNvSpPr/>
          <p:nvPr/>
        </p:nvSpPr>
        <p:spPr>
          <a:xfrm>
            <a:off x="1152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2" name=""/>
          <p:cNvSpPr/>
          <p:nvPr/>
        </p:nvSpPr>
        <p:spPr>
          <a:xfrm>
            <a:off x="1155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3" name=""/>
          <p:cNvSpPr/>
          <p:nvPr/>
        </p:nvSpPr>
        <p:spPr>
          <a:xfrm>
            <a:off x="1159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p:nvPr/>
        </p:nvSpPr>
        <p:spPr>
          <a:xfrm>
            <a:off x="1162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5" name=""/>
          <p:cNvSpPr/>
          <p:nvPr/>
        </p:nvSpPr>
        <p:spPr>
          <a:xfrm>
            <a:off x="11660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6" name=""/>
          <p:cNvSpPr/>
          <p:nvPr/>
        </p:nvSpPr>
        <p:spPr>
          <a:xfrm>
            <a:off x="1169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7" name=""/>
          <p:cNvSpPr/>
          <p:nvPr/>
        </p:nvSpPr>
        <p:spPr>
          <a:xfrm>
            <a:off x="1172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8" name=""/>
          <p:cNvSpPr/>
          <p:nvPr/>
        </p:nvSpPr>
        <p:spPr>
          <a:xfrm>
            <a:off x="1176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9" name=""/>
          <p:cNvSpPr/>
          <p:nvPr/>
        </p:nvSpPr>
        <p:spPr>
          <a:xfrm>
            <a:off x="1179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1182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1" name=""/>
          <p:cNvSpPr/>
          <p:nvPr/>
        </p:nvSpPr>
        <p:spPr>
          <a:xfrm>
            <a:off x="1186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2" name=""/>
          <p:cNvSpPr/>
          <p:nvPr/>
        </p:nvSpPr>
        <p:spPr>
          <a:xfrm>
            <a:off x="1189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3" name=""/>
          <p:cNvSpPr/>
          <p:nvPr/>
        </p:nvSpPr>
        <p:spPr>
          <a:xfrm>
            <a:off x="1193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p:nvPr/>
        </p:nvSpPr>
        <p:spPr>
          <a:xfrm>
            <a:off x="1196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5" name=""/>
          <p:cNvSpPr/>
          <p:nvPr/>
        </p:nvSpPr>
        <p:spPr>
          <a:xfrm>
            <a:off x="1199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6" name=""/>
          <p:cNvSpPr/>
          <p:nvPr/>
        </p:nvSpPr>
        <p:spPr>
          <a:xfrm>
            <a:off x="1203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7" name=""/>
          <p:cNvSpPr/>
          <p:nvPr/>
        </p:nvSpPr>
        <p:spPr>
          <a:xfrm>
            <a:off x="1206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8" name=""/>
          <p:cNvSpPr/>
          <p:nvPr/>
        </p:nvSpPr>
        <p:spPr>
          <a:xfrm>
            <a:off x="1209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9" name=""/>
          <p:cNvSpPr/>
          <p:nvPr/>
        </p:nvSpPr>
        <p:spPr>
          <a:xfrm>
            <a:off x="1212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p:nvPr/>
        </p:nvSpPr>
        <p:spPr>
          <a:xfrm>
            <a:off x="1216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1" name=""/>
          <p:cNvSpPr/>
          <p:nvPr/>
        </p:nvSpPr>
        <p:spPr>
          <a:xfrm>
            <a:off x="1219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2" name=""/>
          <p:cNvSpPr/>
          <p:nvPr/>
        </p:nvSpPr>
        <p:spPr>
          <a:xfrm>
            <a:off x="122292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3" name=""/>
          <p:cNvSpPr/>
          <p:nvPr/>
        </p:nvSpPr>
        <p:spPr>
          <a:xfrm>
            <a:off x="1226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4" name=""/>
          <p:cNvSpPr/>
          <p:nvPr/>
        </p:nvSpPr>
        <p:spPr>
          <a:xfrm>
            <a:off x="1229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5" name=""/>
          <p:cNvSpPr/>
          <p:nvPr/>
        </p:nvSpPr>
        <p:spPr>
          <a:xfrm>
            <a:off x="1233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6" name=""/>
          <p:cNvSpPr/>
          <p:nvPr/>
        </p:nvSpPr>
        <p:spPr>
          <a:xfrm>
            <a:off x="1236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7" name=""/>
          <p:cNvSpPr/>
          <p:nvPr/>
        </p:nvSpPr>
        <p:spPr>
          <a:xfrm>
            <a:off x="1239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8" name=""/>
          <p:cNvSpPr/>
          <p:nvPr/>
        </p:nvSpPr>
        <p:spPr>
          <a:xfrm>
            <a:off x="1243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9" name=""/>
          <p:cNvSpPr/>
          <p:nvPr/>
        </p:nvSpPr>
        <p:spPr>
          <a:xfrm>
            <a:off x="1246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0" name=""/>
          <p:cNvSpPr/>
          <p:nvPr/>
        </p:nvSpPr>
        <p:spPr>
          <a:xfrm>
            <a:off x="1249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1" name=""/>
          <p:cNvSpPr/>
          <p:nvPr/>
        </p:nvSpPr>
        <p:spPr>
          <a:xfrm>
            <a:off x="1253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2" name=""/>
          <p:cNvSpPr/>
          <p:nvPr/>
        </p:nvSpPr>
        <p:spPr>
          <a:xfrm>
            <a:off x="1256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3" name=""/>
          <p:cNvSpPr/>
          <p:nvPr/>
        </p:nvSpPr>
        <p:spPr>
          <a:xfrm>
            <a:off x="1260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4" name=""/>
          <p:cNvSpPr/>
          <p:nvPr/>
        </p:nvSpPr>
        <p:spPr>
          <a:xfrm>
            <a:off x="1263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5" name=""/>
          <p:cNvSpPr/>
          <p:nvPr/>
        </p:nvSpPr>
        <p:spPr>
          <a:xfrm>
            <a:off x="1266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6" name=""/>
          <p:cNvSpPr/>
          <p:nvPr/>
        </p:nvSpPr>
        <p:spPr>
          <a:xfrm>
            <a:off x="1270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7" name=""/>
          <p:cNvSpPr/>
          <p:nvPr/>
        </p:nvSpPr>
        <p:spPr>
          <a:xfrm>
            <a:off x="1273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8" name=""/>
          <p:cNvSpPr/>
          <p:nvPr/>
        </p:nvSpPr>
        <p:spPr>
          <a:xfrm>
            <a:off x="1276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9" name=""/>
          <p:cNvSpPr/>
          <p:nvPr/>
        </p:nvSpPr>
        <p:spPr>
          <a:xfrm>
            <a:off x="1279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0" name=""/>
          <p:cNvSpPr/>
          <p:nvPr/>
        </p:nvSpPr>
        <p:spPr>
          <a:xfrm>
            <a:off x="1283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1" name=""/>
          <p:cNvSpPr/>
          <p:nvPr/>
        </p:nvSpPr>
        <p:spPr>
          <a:xfrm>
            <a:off x="1286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2" name=""/>
          <p:cNvSpPr/>
          <p:nvPr/>
        </p:nvSpPr>
        <p:spPr>
          <a:xfrm>
            <a:off x="1289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3" name=""/>
          <p:cNvSpPr/>
          <p:nvPr/>
        </p:nvSpPr>
        <p:spPr>
          <a:xfrm>
            <a:off x="1293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4" name=""/>
          <p:cNvSpPr/>
          <p:nvPr/>
        </p:nvSpPr>
        <p:spPr>
          <a:xfrm>
            <a:off x="1296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5" name=""/>
          <p:cNvSpPr/>
          <p:nvPr/>
        </p:nvSpPr>
        <p:spPr>
          <a:xfrm>
            <a:off x="1299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6" name=""/>
          <p:cNvSpPr/>
          <p:nvPr/>
        </p:nvSpPr>
        <p:spPr>
          <a:xfrm>
            <a:off x="1303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7" name=""/>
          <p:cNvSpPr/>
          <p:nvPr/>
        </p:nvSpPr>
        <p:spPr>
          <a:xfrm>
            <a:off x="1306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8" name=""/>
          <p:cNvSpPr/>
          <p:nvPr/>
        </p:nvSpPr>
        <p:spPr>
          <a:xfrm>
            <a:off x="1310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9" name=""/>
          <p:cNvSpPr/>
          <p:nvPr/>
        </p:nvSpPr>
        <p:spPr>
          <a:xfrm>
            <a:off x="13132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0" name=""/>
          <p:cNvSpPr/>
          <p:nvPr/>
        </p:nvSpPr>
        <p:spPr>
          <a:xfrm>
            <a:off x="1316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1" name=""/>
          <p:cNvSpPr/>
          <p:nvPr/>
        </p:nvSpPr>
        <p:spPr>
          <a:xfrm>
            <a:off x="1320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2" name=""/>
          <p:cNvSpPr/>
          <p:nvPr/>
        </p:nvSpPr>
        <p:spPr>
          <a:xfrm>
            <a:off x="132336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3" name=""/>
          <p:cNvSpPr/>
          <p:nvPr/>
        </p:nvSpPr>
        <p:spPr>
          <a:xfrm>
            <a:off x="1326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4" name=""/>
          <p:cNvSpPr/>
          <p:nvPr/>
        </p:nvSpPr>
        <p:spPr>
          <a:xfrm>
            <a:off x="1330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5" name=""/>
          <p:cNvSpPr/>
          <p:nvPr/>
        </p:nvSpPr>
        <p:spPr>
          <a:xfrm>
            <a:off x="1333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6" name=""/>
          <p:cNvSpPr/>
          <p:nvPr/>
        </p:nvSpPr>
        <p:spPr>
          <a:xfrm>
            <a:off x="1337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7" name=""/>
          <p:cNvSpPr/>
          <p:nvPr/>
        </p:nvSpPr>
        <p:spPr>
          <a:xfrm>
            <a:off x="1340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p:nvPr/>
        </p:nvSpPr>
        <p:spPr>
          <a:xfrm>
            <a:off x="1343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9" name=""/>
          <p:cNvSpPr/>
          <p:nvPr/>
        </p:nvSpPr>
        <p:spPr>
          <a:xfrm>
            <a:off x="13467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0" name=""/>
          <p:cNvSpPr/>
          <p:nvPr/>
        </p:nvSpPr>
        <p:spPr>
          <a:xfrm>
            <a:off x="1350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1" name=""/>
          <p:cNvSpPr/>
          <p:nvPr/>
        </p:nvSpPr>
        <p:spPr>
          <a:xfrm>
            <a:off x="1353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2" name=""/>
          <p:cNvSpPr/>
          <p:nvPr/>
        </p:nvSpPr>
        <p:spPr>
          <a:xfrm>
            <a:off x="1356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3" name=""/>
          <p:cNvSpPr/>
          <p:nvPr/>
        </p:nvSpPr>
        <p:spPr>
          <a:xfrm>
            <a:off x="1360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4" name=""/>
          <p:cNvSpPr/>
          <p:nvPr/>
        </p:nvSpPr>
        <p:spPr>
          <a:xfrm>
            <a:off x="1363680" y="230472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5" name=""/>
          <p:cNvSpPr/>
          <p:nvPr/>
        </p:nvSpPr>
        <p:spPr>
          <a:xfrm>
            <a:off x="1366920" y="2304720"/>
            <a:ext cx="3960" cy="48240"/>
          </a:xfrm>
          <a:custGeom>
            <a:avLst/>
            <a:gdLst/>
            <a:ahLst/>
            <a:rect l="0" t="0" r="r" b="b"/>
            <a:pathLst>
              <a:path w="11" h="134">
                <a:moveTo>
                  <a:pt x="11" y="1"/>
                </a:moveTo>
                <a:lnTo>
                  <a:pt x="11" y="133"/>
                </a:lnTo>
                <a:cubicBezTo>
                  <a:pt x="8" y="133"/>
                  <a:pt x="3" y="134"/>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6" name=""/>
          <p:cNvSpPr/>
          <p:nvPr/>
        </p:nvSpPr>
        <p:spPr>
          <a:xfrm>
            <a:off x="1370520" y="2305080"/>
            <a:ext cx="3600" cy="47520"/>
          </a:xfrm>
          <a:custGeom>
            <a:avLst/>
            <a:gdLst/>
            <a:ahLst/>
            <a:rect l="0" t="0" r="r" b="b"/>
            <a:pathLst>
              <a:path w="10" h="132">
                <a:moveTo>
                  <a:pt x="10" y="2"/>
                </a:moveTo>
                <a:lnTo>
                  <a:pt x="10" y="130"/>
                </a:lnTo>
                <a:cubicBezTo>
                  <a:pt x="7" y="131"/>
                  <a:pt x="3" y="132"/>
                  <a:pt x="0" y="132"/>
                </a:cubicBezTo>
                <a:lnTo>
                  <a:pt x="0" y="0"/>
                </a:lnTo>
                <a:cubicBezTo>
                  <a:pt x="3" y="1"/>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7" name=""/>
          <p:cNvSpPr/>
          <p:nvPr/>
        </p:nvSpPr>
        <p:spPr>
          <a:xfrm>
            <a:off x="1373760" y="230580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8" name=""/>
          <p:cNvSpPr/>
          <p:nvPr/>
        </p:nvSpPr>
        <p:spPr>
          <a:xfrm>
            <a:off x="1377000" y="2307240"/>
            <a:ext cx="3960" cy="43200"/>
          </a:xfrm>
          <a:custGeom>
            <a:avLst/>
            <a:gdLst/>
            <a:ahLst/>
            <a:rect l="0" t="0" r="r" b="b"/>
            <a:pathLst>
              <a:path w="11" h="120">
                <a:moveTo>
                  <a:pt x="11" y="5"/>
                </a:moveTo>
                <a:lnTo>
                  <a:pt x="11" y="115"/>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9" name=""/>
          <p:cNvSpPr/>
          <p:nvPr/>
        </p:nvSpPr>
        <p:spPr>
          <a:xfrm>
            <a:off x="1380600" y="2309040"/>
            <a:ext cx="3600" cy="39600"/>
          </a:xfrm>
          <a:custGeom>
            <a:avLst/>
            <a:gdLst/>
            <a:ahLst/>
            <a:rect l="0" t="0" r="r" b="b"/>
            <a:pathLst>
              <a:path w="10" h="110">
                <a:moveTo>
                  <a:pt x="9" y="8"/>
                </a:moveTo>
                <a:cubicBezTo>
                  <a:pt x="9" y="8"/>
                  <a:pt x="10" y="8"/>
                  <a:pt x="10" y="9"/>
                </a:cubicBezTo>
                <a:lnTo>
                  <a:pt x="10" y="102"/>
                </a:lnTo>
                <a:lnTo>
                  <a:pt x="9" y="102"/>
                </a:lnTo>
                <a:cubicBezTo>
                  <a:pt x="6" y="105"/>
                  <a:pt x="2" y="107"/>
                  <a:pt x="0" y="110"/>
                </a:cubicBezTo>
                <a:lnTo>
                  <a:pt x="0" y="0"/>
                </a:lnTo>
                <a:cubicBezTo>
                  <a:pt x="2" y="3"/>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0" name=""/>
          <p:cNvSpPr/>
          <p:nvPr/>
        </p:nvSpPr>
        <p:spPr>
          <a:xfrm>
            <a:off x="1383840" y="2312280"/>
            <a:ext cx="3600" cy="33480"/>
          </a:xfrm>
          <a:custGeom>
            <a:avLst/>
            <a:gdLst/>
            <a:ahLst/>
            <a:rect l="0" t="0" r="r" b="b"/>
            <a:pathLst>
              <a:path w="10" h="93">
                <a:moveTo>
                  <a:pt x="10" y="11"/>
                </a:moveTo>
                <a:lnTo>
                  <a:pt x="10" y="80"/>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1" name=""/>
          <p:cNvSpPr/>
          <p:nvPr/>
        </p:nvSpPr>
        <p:spPr>
          <a:xfrm>
            <a:off x="1387080" y="2316240"/>
            <a:ext cx="3600" cy="25200"/>
          </a:xfrm>
          <a:custGeom>
            <a:avLst/>
            <a:gdLst/>
            <a:ahLst/>
            <a:rect l="0" t="0" r="r" b="b"/>
            <a:pathLst>
              <a:path w="10" h="70">
                <a:moveTo>
                  <a:pt x="10" y="35"/>
                </a:moveTo>
                <a:cubicBezTo>
                  <a:pt x="10" y="47"/>
                  <a:pt x="7" y="59"/>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2" name=""/>
          <p:cNvSpPr txBox="1"/>
          <p:nvPr/>
        </p:nvSpPr>
        <p:spPr>
          <a:xfrm>
            <a:off x="925560" y="1790640"/>
            <a:ext cx="95835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へサンプルアプリを読ませて開発（応⽤、⾼機能化）</a:t>
            </a:r>
            <a:endParaRPr lang="en-US" sz="3150" b="0" u="none" strike="noStrike">
              <a:solidFill>
                <a:srgbClr val="000000"/>
              </a:solidFill>
              <a:effectLst/>
              <a:uFillTx/>
              <a:latin typeface="游明朝体"/>
            </a:endParaRPr>
          </a:p>
        </p:txBody>
      </p:sp>
      <p:sp>
        <p:nvSpPr>
          <p:cNvPr id="168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7"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9"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0"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1"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2"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3"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4"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5"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6"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7"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8"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9"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0"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1"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2"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3"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4"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5"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6"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7"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8"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9"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0"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1"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2"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3"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4"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5"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6"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7"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8"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9"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0"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1"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2"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3"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4"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5"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6"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7"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8"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9"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0"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1"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2"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3"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4"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5"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6"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7"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8"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9"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0"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1"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2"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3"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4"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5"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6"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7"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8"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9"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0"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1"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2"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3"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4"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5"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6"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7"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8"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9"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0"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1"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2"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3"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4"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5"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6"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7"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8"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9"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0"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1"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2"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3"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4"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5"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6"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7"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8"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9"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0"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1"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2"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3"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4"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5"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6"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7"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8"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9"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0"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1"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2"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3"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4"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5"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6"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7"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8"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9"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0"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1"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2"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3"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4"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5"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6"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7"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8"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9"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0"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1"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2"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3"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4"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5"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6"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7"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8"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9"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0"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1"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2"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3"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4"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5"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6"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7"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8"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9"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0"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1"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2"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3"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4"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5"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6"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7"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8"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9"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0"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1"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2"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3"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4"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5"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6"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7"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8"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9"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0"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1"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2"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3"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4"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5"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6"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7"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8"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9"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0"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1"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2"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3"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4"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5"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6"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7"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8"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9"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0"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1"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2"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3"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4"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5"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6"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7"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8"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9" name=""/>
          <p:cNvSpPr txBox="1"/>
          <p:nvPr/>
        </p:nvSpPr>
        <p:spPr>
          <a:xfrm>
            <a:off x="533520" y="3171600"/>
            <a:ext cx="35942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開発したプロダクト</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3" name=""/>
          <p:cNvSpPr/>
          <p:nvPr/>
        </p:nvSpPr>
        <p:spPr>
          <a:xfrm>
            <a:off x="571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4" name=""/>
          <p:cNvSpPr/>
          <p:nvPr/>
        </p:nvSpPr>
        <p:spPr>
          <a:xfrm>
            <a:off x="917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5" name=""/>
          <p:cNvSpPr/>
          <p:nvPr/>
        </p:nvSpPr>
        <p:spPr>
          <a:xfrm>
            <a:off x="1264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6" name=""/>
          <p:cNvSpPr/>
          <p:nvPr/>
        </p:nvSpPr>
        <p:spPr>
          <a:xfrm>
            <a:off x="1610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7" name=""/>
          <p:cNvSpPr/>
          <p:nvPr/>
        </p:nvSpPr>
        <p:spPr>
          <a:xfrm>
            <a:off x="1957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8" name=""/>
          <p:cNvSpPr/>
          <p:nvPr/>
        </p:nvSpPr>
        <p:spPr>
          <a:xfrm>
            <a:off x="2303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9" name=""/>
          <p:cNvSpPr/>
          <p:nvPr/>
        </p:nvSpPr>
        <p:spPr>
          <a:xfrm>
            <a:off x="2650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0" name=""/>
          <p:cNvSpPr/>
          <p:nvPr/>
        </p:nvSpPr>
        <p:spPr>
          <a:xfrm>
            <a:off x="2996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1" name=""/>
          <p:cNvSpPr/>
          <p:nvPr/>
        </p:nvSpPr>
        <p:spPr>
          <a:xfrm>
            <a:off x="334296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2" name=""/>
          <p:cNvSpPr/>
          <p:nvPr/>
        </p:nvSpPr>
        <p:spPr>
          <a:xfrm>
            <a:off x="403596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3" name=""/>
          <p:cNvSpPr/>
          <p:nvPr/>
        </p:nvSpPr>
        <p:spPr>
          <a:xfrm>
            <a:off x="4382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4" name=""/>
          <p:cNvSpPr/>
          <p:nvPr/>
        </p:nvSpPr>
        <p:spPr>
          <a:xfrm>
            <a:off x="4728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5" name=""/>
          <p:cNvSpPr/>
          <p:nvPr/>
        </p:nvSpPr>
        <p:spPr>
          <a:xfrm>
            <a:off x="5075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6" name=""/>
          <p:cNvSpPr/>
          <p:nvPr/>
        </p:nvSpPr>
        <p:spPr>
          <a:xfrm>
            <a:off x="5421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7" name=""/>
          <p:cNvSpPr/>
          <p:nvPr/>
        </p:nvSpPr>
        <p:spPr>
          <a:xfrm>
            <a:off x="5768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8" name=""/>
          <p:cNvSpPr/>
          <p:nvPr/>
        </p:nvSpPr>
        <p:spPr>
          <a:xfrm>
            <a:off x="6114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9" name=""/>
          <p:cNvSpPr/>
          <p:nvPr/>
        </p:nvSpPr>
        <p:spPr>
          <a:xfrm>
            <a:off x="6461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0" name=""/>
          <p:cNvSpPr/>
          <p:nvPr/>
        </p:nvSpPr>
        <p:spPr>
          <a:xfrm>
            <a:off x="6807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1" name=""/>
          <p:cNvSpPr/>
          <p:nvPr/>
        </p:nvSpPr>
        <p:spPr>
          <a:xfrm>
            <a:off x="7154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2" name=""/>
          <p:cNvSpPr/>
          <p:nvPr/>
        </p:nvSpPr>
        <p:spPr>
          <a:xfrm>
            <a:off x="750060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3" name=""/>
          <p:cNvSpPr/>
          <p:nvPr/>
        </p:nvSpPr>
        <p:spPr>
          <a:xfrm>
            <a:off x="8193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4" name=""/>
          <p:cNvSpPr/>
          <p:nvPr/>
        </p:nvSpPr>
        <p:spPr>
          <a:xfrm>
            <a:off x="8540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5" name=""/>
          <p:cNvSpPr/>
          <p:nvPr/>
        </p:nvSpPr>
        <p:spPr>
          <a:xfrm>
            <a:off x="8886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6" name=""/>
          <p:cNvSpPr/>
          <p:nvPr/>
        </p:nvSpPr>
        <p:spPr>
          <a:xfrm>
            <a:off x="9233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7" name=""/>
          <p:cNvSpPr/>
          <p:nvPr/>
        </p:nvSpPr>
        <p:spPr>
          <a:xfrm>
            <a:off x="9579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8" name=""/>
          <p:cNvSpPr/>
          <p:nvPr/>
        </p:nvSpPr>
        <p:spPr>
          <a:xfrm>
            <a:off x="9925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9" name=""/>
          <p:cNvSpPr/>
          <p:nvPr/>
        </p:nvSpPr>
        <p:spPr>
          <a:xfrm>
            <a:off x="10272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0" name=""/>
          <p:cNvSpPr/>
          <p:nvPr/>
        </p:nvSpPr>
        <p:spPr>
          <a:xfrm>
            <a:off x="10618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1" name=""/>
          <p:cNvSpPr/>
          <p:nvPr/>
        </p:nvSpPr>
        <p:spPr>
          <a:xfrm>
            <a:off x="10965600" y="5838480"/>
            <a:ext cx="693000" cy="734040"/>
          </a:xfrm>
          <a:custGeom>
            <a:avLst/>
            <a:gdLst/>
            <a:ahLst/>
            <a:rect l="0" t="0" r="r" b="b"/>
            <a:pathLst>
              <a:path w="1925" h="2039">
                <a:moveTo>
                  <a:pt x="1820" y="0"/>
                </a:moveTo>
                <a:cubicBezTo>
                  <a:pt x="1849" y="0"/>
                  <a:pt x="1874" y="11"/>
                  <a:pt x="1894" y="31"/>
                </a:cubicBezTo>
                <a:cubicBezTo>
                  <a:pt x="1915" y="52"/>
                  <a:pt x="1925" y="77"/>
                  <a:pt x="1925" y="106"/>
                </a:cubicBezTo>
                <a:lnTo>
                  <a:pt x="1925" y="1933"/>
                </a:lnTo>
                <a:cubicBezTo>
                  <a:pt x="1925" y="1962"/>
                  <a:pt x="1915" y="1987"/>
                  <a:pt x="1894" y="2008"/>
                </a:cubicBezTo>
                <a:cubicBezTo>
                  <a:pt x="1874" y="2028"/>
                  <a:pt x="1849" y="2039"/>
                  <a:pt x="1820" y="2039"/>
                </a:cubicBezTo>
                <a:lnTo>
                  <a:pt x="0" y="2039"/>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2" name=""/>
          <p:cNvSpPr/>
          <p:nvPr/>
        </p:nvSpPr>
        <p:spPr>
          <a:xfrm>
            <a:off x="533160" y="5838480"/>
            <a:ext cx="38520" cy="734040"/>
          </a:xfrm>
          <a:custGeom>
            <a:avLst/>
            <a:gdLst/>
            <a:ahLst/>
            <a:rect l="0" t="0" r="r" b="b"/>
            <a:pathLst>
              <a:path w="107" h="2039">
                <a:moveTo>
                  <a:pt x="0" y="0"/>
                </a:moveTo>
                <a:lnTo>
                  <a:pt x="107" y="0"/>
                </a:lnTo>
                <a:lnTo>
                  <a:pt x="107" y="2039"/>
                </a:lnTo>
                <a:lnTo>
                  <a:pt x="0" y="203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3" name=""/>
          <p:cNvSpPr txBox="1"/>
          <p:nvPr/>
        </p:nvSpPr>
        <p:spPr>
          <a:xfrm>
            <a:off x="533520" y="1323720"/>
            <a:ext cx="43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1914" name=""/>
          <p:cNvSpPr txBox="1"/>
          <p:nvPr/>
        </p:nvSpPr>
        <p:spPr>
          <a:xfrm>
            <a:off x="967320" y="13327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1915" name=""/>
          <p:cNvSpPr txBox="1"/>
          <p:nvPr/>
        </p:nvSpPr>
        <p:spPr>
          <a:xfrm>
            <a:off x="1919880" y="1323720"/>
            <a:ext cx="70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1916" name=""/>
          <p:cNvSpPr txBox="1"/>
          <p:nvPr/>
        </p:nvSpPr>
        <p:spPr>
          <a:xfrm>
            <a:off x="2625480" y="13327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1917" name=""/>
          <p:cNvSpPr txBox="1"/>
          <p:nvPr/>
        </p:nvSpPr>
        <p:spPr>
          <a:xfrm>
            <a:off x="4911480" y="1323720"/>
            <a:ext cx="378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1918" name=""/>
          <p:cNvSpPr txBox="1"/>
          <p:nvPr/>
        </p:nvSpPr>
        <p:spPr>
          <a:xfrm>
            <a:off x="5288760" y="133272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1919" name=""/>
          <p:cNvSpPr txBox="1"/>
          <p:nvPr/>
        </p:nvSpPr>
        <p:spPr>
          <a:xfrm>
            <a:off x="6050880" y="1323720"/>
            <a:ext cx="1316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1920" name=""/>
          <p:cNvSpPr txBox="1"/>
          <p:nvPr/>
        </p:nvSpPr>
        <p:spPr>
          <a:xfrm>
            <a:off x="7366320" y="13327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921" name=""/>
          <p:cNvSpPr txBox="1"/>
          <p:nvPr/>
        </p:nvSpPr>
        <p:spPr>
          <a:xfrm>
            <a:off x="7557120" y="1323720"/>
            <a:ext cx="932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1922" name=""/>
          <p:cNvSpPr txBox="1"/>
          <p:nvPr/>
        </p:nvSpPr>
        <p:spPr>
          <a:xfrm>
            <a:off x="8488440" y="13327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1923" name=""/>
          <p:cNvSpPr txBox="1"/>
          <p:nvPr/>
        </p:nvSpPr>
        <p:spPr>
          <a:xfrm>
            <a:off x="533520" y="1618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924" name=""/>
          <p:cNvSpPr txBox="1"/>
          <p:nvPr/>
        </p:nvSpPr>
        <p:spPr>
          <a:xfrm>
            <a:off x="53352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1925" name=""/>
          <p:cNvSpPr txBox="1"/>
          <p:nvPr/>
        </p:nvSpPr>
        <p:spPr>
          <a:xfrm>
            <a:off x="723960" y="1895040"/>
            <a:ext cx="86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1926" name=""/>
          <p:cNvSpPr txBox="1"/>
          <p:nvPr/>
        </p:nvSpPr>
        <p:spPr>
          <a:xfrm>
            <a:off x="1586520" y="190404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1927" name=""/>
          <p:cNvSpPr txBox="1"/>
          <p:nvPr/>
        </p:nvSpPr>
        <p:spPr>
          <a:xfrm>
            <a:off x="2157840" y="189504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1928" name=""/>
          <p:cNvSpPr txBox="1"/>
          <p:nvPr/>
        </p:nvSpPr>
        <p:spPr>
          <a:xfrm>
            <a:off x="269820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1929" name=""/>
          <p:cNvSpPr txBox="1"/>
          <p:nvPr/>
        </p:nvSpPr>
        <p:spPr>
          <a:xfrm>
            <a:off x="2888640" y="1895040"/>
            <a:ext cx="332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1930" name=""/>
          <p:cNvPicPr/>
          <p:nvPr/>
        </p:nvPicPr>
        <p:blipFill>
          <a:blip r:embed="rId1"/>
          <a:stretch/>
        </p:blipFill>
        <p:spPr>
          <a:xfrm>
            <a:off x="619200" y="2305080"/>
            <a:ext cx="10953360" cy="3304800"/>
          </a:xfrm>
          <a:prstGeom prst="rect">
            <a:avLst/>
          </a:prstGeom>
          <a:noFill/>
          <a:ln w="0">
            <a:noFill/>
          </a:ln>
        </p:spPr>
      </p:pic>
      <p:sp>
        <p:nvSpPr>
          <p:cNvPr id="1931" name=""/>
          <p:cNvSpPr txBox="1"/>
          <p:nvPr/>
        </p:nvSpPr>
        <p:spPr>
          <a:xfrm>
            <a:off x="322020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1932" name=""/>
          <p:cNvSpPr txBox="1"/>
          <p:nvPr/>
        </p:nvSpPr>
        <p:spPr>
          <a:xfrm>
            <a:off x="723960" y="5961960"/>
            <a:ext cx="4644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1933" name=""/>
          <p:cNvSpPr txBox="1"/>
          <p:nvPr/>
        </p:nvSpPr>
        <p:spPr>
          <a:xfrm>
            <a:off x="1186560" y="597024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1934" name=""/>
          <p:cNvSpPr txBox="1"/>
          <p:nvPr/>
        </p:nvSpPr>
        <p:spPr>
          <a:xfrm>
            <a:off x="1729440" y="59619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35" name=""/>
          <p:cNvSpPr txBox="1"/>
          <p:nvPr/>
        </p:nvSpPr>
        <p:spPr>
          <a:xfrm>
            <a:off x="1829880" y="5970240"/>
            <a:ext cx="56228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1936" name=""/>
          <p:cNvSpPr txBox="1"/>
          <p:nvPr/>
        </p:nvSpPr>
        <p:spPr>
          <a:xfrm>
            <a:off x="723960" y="623700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1937" name=""/>
          <p:cNvSpPr txBox="1"/>
          <p:nvPr/>
        </p:nvSpPr>
        <p:spPr>
          <a:xfrm>
            <a:off x="3076560" y="62283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38" name=""/>
          <p:cNvSpPr txBox="1"/>
          <p:nvPr/>
        </p:nvSpPr>
        <p:spPr>
          <a:xfrm>
            <a:off x="3177360" y="6237000"/>
            <a:ext cx="50785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1939" name=""/>
          <p:cNvSpPr txBox="1"/>
          <p:nvPr/>
        </p:nvSpPr>
        <p:spPr>
          <a:xfrm>
            <a:off x="8226360" y="622836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940" name=""/>
          <p:cNvSpPr txBox="1"/>
          <p:nvPr/>
        </p:nvSpPr>
        <p:spPr>
          <a:xfrm>
            <a:off x="8799480" y="6237000"/>
            <a:ext cx="1632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1941" name=""/>
          <p:cNvSpPr txBox="1"/>
          <p:nvPr/>
        </p:nvSpPr>
        <p:spPr>
          <a:xfrm>
            <a:off x="5335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5</a:t>
            </a:r>
            <a:endParaRPr lang="en-US" sz="3150" b="0" u="none" strike="noStrike">
              <a:solidFill>
                <a:srgbClr val="000000"/>
              </a:solidFill>
              <a:effectLst/>
              <a:uFillTx/>
              <a:latin typeface="游明朝体"/>
            </a:endParaRPr>
          </a:p>
        </p:txBody>
      </p:sp>
      <p:sp>
        <p:nvSpPr>
          <p:cNvPr id="1942"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3"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4"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5"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6"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7"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8"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9"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0"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1"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2"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3"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4"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5"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6"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7"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8"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9"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0"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1"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2"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3"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4"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5"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6"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7"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8"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9"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0"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1"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2"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3"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4"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5"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6"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7"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8"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9"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0"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1"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2"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3"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4"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5"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6"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7"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8"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9"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0"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1"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2"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3"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4"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5"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6"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7"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8"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9"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0"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1"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2"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3"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4"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5"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6"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7"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8"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9"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0"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1"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2"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3"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4"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5"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6"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7"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8"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9"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0"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1"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2"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3"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4"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5"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6"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7"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8"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9"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0"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1"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2"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3"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4"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5"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6"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7"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8"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9"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0"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1"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2"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3"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4"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5"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6"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7"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8"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9"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0"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1"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2"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3"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4"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5"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6"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7"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8"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9"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0"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1"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2"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3"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4"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5"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6"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7"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8"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9"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0"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1"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2"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3"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4"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5"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6"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7"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8"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9"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0"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1"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2"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3"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4"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5"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6"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7"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8"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9"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0"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1"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2"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3"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4"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5"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6"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7"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8"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9"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0"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1"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2"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3"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4"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5"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6"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7"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8"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9"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0"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1"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2"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3"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4"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5"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6"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7"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8"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9"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0"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1"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2"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3"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4"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5"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6"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7"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8"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9"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0"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1"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2"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3"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4" name=""/>
          <p:cNvSpPr txBox="1"/>
          <p:nvPr/>
        </p:nvSpPr>
        <p:spPr>
          <a:xfrm>
            <a:off x="756000" y="495360"/>
            <a:ext cx="5990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気象モデルによる進路予測の⽐較</a:t>
            </a:r>
            <a:endParaRPr lang="en-US" sz="3150" b="0" u="none" strike="noStrike">
              <a:solidFill>
                <a:srgbClr val="000000"/>
              </a:solidFill>
              <a:effectLst/>
              <a:uFillTx/>
              <a:latin typeface="游明朝体"/>
            </a:endParaRPr>
          </a:p>
        </p:txBody>
      </p:sp>
      <p:sp>
        <p:nvSpPr>
          <p:cNvPr id="2135"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9"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0" name=""/>
          <p:cNvSpPr txBox="1"/>
          <p:nvPr/>
        </p:nvSpPr>
        <p:spPr>
          <a:xfrm>
            <a:off x="799920" y="1361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2141" name=""/>
          <p:cNvSpPr txBox="1"/>
          <p:nvPr/>
        </p:nvSpPr>
        <p:spPr>
          <a:xfrm>
            <a:off x="1942920" y="13521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142" name=""/>
          <p:cNvSpPr txBox="1"/>
          <p:nvPr/>
        </p:nvSpPr>
        <p:spPr>
          <a:xfrm>
            <a:off x="2302920" y="13611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2143" name=""/>
          <p:cNvSpPr txBox="1"/>
          <p:nvPr/>
        </p:nvSpPr>
        <p:spPr>
          <a:xfrm>
            <a:off x="3826800" y="135216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2144" name=""/>
          <p:cNvSpPr txBox="1"/>
          <p:nvPr/>
        </p:nvSpPr>
        <p:spPr>
          <a:xfrm>
            <a:off x="799920" y="17038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2145"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6" name=""/>
          <p:cNvSpPr txBox="1"/>
          <p:nvPr/>
        </p:nvSpPr>
        <p:spPr>
          <a:xfrm>
            <a:off x="799920" y="204696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2147" name=""/>
          <p:cNvSpPr txBox="1"/>
          <p:nvPr/>
        </p:nvSpPr>
        <p:spPr>
          <a:xfrm>
            <a:off x="7999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2148" name=""/>
          <p:cNvSpPr txBox="1"/>
          <p:nvPr/>
        </p:nvSpPr>
        <p:spPr>
          <a:xfrm>
            <a:off x="232416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149" name=""/>
          <p:cNvSpPr txBox="1"/>
          <p:nvPr/>
        </p:nvSpPr>
        <p:spPr>
          <a:xfrm>
            <a:off x="2496960" y="243756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2150" name=""/>
          <p:cNvSpPr txBox="1"/>
          <p:nvPr/>
        </p:nvSpPr>
        <p:spPr>
          <a:xfrm>
            <a:off x="799920" y="2780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2151" name=""/>
          <p:cNvSpPr txBox="1"/>
          <p:nvPr/>
        </p:nvSpPr>
        <p:spPr>
          <a:xfrm>
            <a:off x="1371600" y="2771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152"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3" name=""/>
          <p:cNvSpPr txBox="1"/>
          <p:nvPr/>
        </p:nvSpPr>
        <p:spPr>
          <a:xfrm>
            <a:off x="1544400" y="278028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2154" name=""/>
          <p:cNvSpPr txBox="1"/>
          <p:nvPr/>
        </p:nvSpPr>
        <p:spPr>
          <a:xfrm>
            <a:off x="799920" y="3161880"/>
            <a:ext cx="445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2155" name=""/>
          <p:cNvSpPr txBox="1"/>
          <p:nvPr/>
        </p:nvSpPr>
        <p:spPr>
          <a:xfrm>
            <a:off x="123372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2156" name=""/>
          <p:cNvSpPr txBox="1"/>
          <p:nvPr/>
        </p:nvSpPr>
        <p:spPr>
          <a:xfrm>
            <a:off x="1995840" y="3161880"/>
            <a:ext cx="364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2157" name=""/>
          <p:cNvSpPr txBox="1"/>
          <p:nvPr/>
        </p:nvSpPr>
        <p:spPr>
          <a:xfrm>
            <a:off x="235944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2158" name=""/>
          <p:cNvSpPr txBox="1"/>
          <p:nvPr/>
        </p:nvSpPr>
        <p:spPr>
          <a:xfrm>
            <a:off x="3121200" y="3161880"/>
            <a:ext cx="72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2159" name=""/>
          <p:cNvSpPr txBox="1"/>
          <p:nvPr/>
        </p:nvSpPr>
        <p:spPr>
          <a:xfrm>
            <a:off x="3841200" y="3170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2160" name=""/>
          <p:cNvSpPr txBox="1"/>
          <p:nvPr/>
        </p:nvSpPr>
        <p:spPr>
          <a:xfrm>
            <a:off x="799920" y="3513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2161" name=""/>
          <p:cNvSpPr txBox="1"/>
          <p:nvPr/>
        </p:nvSpPr>
        <p:spPr>
          <a:xfrm>
            <a:off x="1181160" y="3504960"/>
            <a:ext cx="744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2162" name=""/>
          <p:cNvSpPr txBox="1"/>
          <p:nvPr/>
        </p:nvSpPr>
        <p:spPr>
          <a:xfrm>
            <a:off x="1925280" y="35136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2163" name=""/>
          <p:cNvSpPr txBox="1"/>
          <p:nvPr/>
        </p:nvSpPr>
        <p:spPr>
          <a:xfrm>
            <a:off x="3639960" y="35049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164" name=""/>
          <p:cNvSpPr txBox="1"/>
          <p:nvPr/>
        </p:nvSpPr>
        <p:spPr>
          <a:xfrm>
            <a:off x="3999600" y="35136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2165"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6"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2167" name=""/>
          <p:cNvSpPr txBox="1"/>
          <p:nvPr/>
        </p:nvSpPr>
        <p:spPr>
          <a:xfrm>
            <a:off x="799920" y="42472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2168" name=""/>
          <p:cNvSpPr txBox="1"/>
          <p:nvPr/>
        </p:nvSpPr>
        <p:spPr>
          <a:xfrm>
            <a:off x="2514600" y="4238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169" name=""/>
          <p:cNvSpPr txBox="1"/>
          <p:nvPr/>
        </p:nvSpPr>
        <p:spPr>
          <a:xfrm>
            <a:off x="2793240" y="42472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2170" name=""/>
          <p:cNvSpPr/>
          <p:nvPr/>
        </p:nvSpPr>
        <p:spPr>
          <a:xfrm>
            <a:off x="618840" y="50670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1" name=""/>
          <p:cNvSpPr txBox="1"/>
          <p:nvPr/>
        </p:nvSpPr>
        <p:spPr>
          <a:xfrm>
            <a:off x="799920" y="45900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2172" name=""/>
          <p:cNvSpPr txBox="1"/>
          <p:nvPr/>
        </p:nvSpPr>
        <p:spPr>
          <a:xfrm>
            <a:off x="799920" y="498060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2173" name=""/>
          <p:cNvSpPr txBox="1"/>
          <p:nvPr/>
        </p:nvSpPr>
        <p:spPr>
          <a:xfrm>
            <a:off x="799920" y="532368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2174" name=""/>
          <p:cNvSpPr txBox="1"/>
          <p:nvPr/>
        </p:nvSpPr>
        <p:spPr>
          <a:xfrm>
            <a:off x="533520" y="5790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2175" name=""/>
          <p:cNvSpPr txBox="1"/>
          <p:nvPr/>
        </p:nvSpPr>
        <p:spPr>
          <a:xfrm>
            <a:off x="914400" y="5781240"/>
            <a:ext cx="4199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2176" name=""/>
          <p:cNvSpPr txBox="1"/>
          <p:nvPr/>
        </p:nvSpPr>
        <p:spPr>
          <a:xfrm>
            <a:off x="533520" y="606708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2177" name=""/>
          <p:cNvSpPr txBox="1"/>
          <p:nvPr/>
        </p:nvSpPr>
        <p:spPr>
          <a:xfrm>
            <a:off x="533520" y="63619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2178" name=""/>
          <p:cNvPicPr/>
          <p:nvPr/>
        </p:nvPicPr>
        <p:blipFill>
          <a:blip r:embed="rId1"/>
          <a:stretch/>
        </p:blipFill>
        <p:spPr>
          <a:xfrm>
            <a:off x="6095880" y="1295280"/>
            <a:ext cx="2790360" cy="4571640"/>
          </a:xfrm>
          <a:prstGeom prst="rect">
            <a:avLst/>
          </a:prstGeom>
          <a:noFill/>
          <a:ln w="0">
            <a:noFill/>
          </a:ln>
        </p:spPr>
      </p:pic>
      <p:pic>
        <p:nvPicPr>
          <p:cNvPr id="2179" name=""/>
          <p:cNvPicPr/>
          <p:nvPr/>
        </p:nvPicPr>
        <p:blipFill>
          <a:blip r:embed="rId2"/>
          <a:stretch/>
        </p:blipFill>
        <p:spPr>
          <a:xfrm>
            <a:off x="9001080" y="1295280"/>
            <a:ext cx="1999800" cy="4571640"/>
          </a:xfrm>
          <a:prstGeom prst="rect">
            <a:avLst/>
          </a:prstGeom>
          <a:noFill/>
          <a:ln w="0">
            <a:noFill/>
          </a:ln>
        </p:spPr>
      </p:pic>
      <p:sp>
        <p:nvSpPr>
          <p:cNvPr id="2180" name=""/>
          <p:cNvSpPr txBox="1"/>
          <p:nvPr/>
        </p:nvSpPr>
        <p:spPr>
          <a:xfrm>
            <a:off x="914400" y="6352920"/>
            <a:ext cx="3818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2181"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2"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3"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4"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5"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6"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7"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8"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9"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0"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1"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2"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3"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4"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5"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6"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7"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8"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9"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0"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1"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2"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3"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4"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5"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6"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7"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8"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9"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0"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1"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2"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3"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4"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5"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6"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7"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8"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9"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0"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1"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2"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3"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4"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5"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6"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7"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8"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9"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0"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1"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2"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3"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4"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5"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6"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7"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8"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9"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0"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1"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2"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3"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4"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5"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6"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7"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8"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9"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0"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1"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2"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3"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4"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5"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6"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7"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8"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9"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0"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1"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2"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3"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4"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5"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6"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7"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8"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9"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0"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1"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2"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3"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4"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5"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6"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7"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8"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9"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0"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1"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2"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3"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4"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5"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6"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7"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8"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9"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0"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1"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2"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3"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4"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5"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6"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7"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8"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9"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0"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1"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2"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3"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4"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5"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6"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7"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8"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9"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0"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1"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2"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3"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4"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5"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6"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7"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8"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9"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0"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1"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2"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3"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4"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5"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6"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7"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8"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9"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0"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1"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2"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3"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4"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5"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6"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7"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8"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9"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0"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1"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2"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3"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4"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5"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6"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7"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8"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9"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0"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1"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2"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3"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4"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5"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6"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7"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8"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9"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0"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1"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2"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3"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4"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5"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6"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7"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8"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9"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0"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1"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2"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3" name=""/>
          <p:cNvSpPr txBox="1"/>
          <p:nvPr/>
        </p:nvSpPr>
        <p:spPr>
          <a:xfrm>
            <a:off x="533520" y="495360"/>
            <a:ext cx="107816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衛星画像・レーダー表⽰アプリ、潮位観測表⽰アプリを開発</a:t>
            </a:r>
            <a:endParaRPr lang="en-US" sz="3150" b="0" u="none" strike="noStrike">
              <a:solidFill>
                <a:srgbClr val="000000"/>
              </a:solidFill>
              <a:effectLst/>
              <a:uFillTx/>
              <a:latin typeface="游明朝体"/>
            </a:endParaRPr>
          </a:p>
        </p:txBody>
      </p:sp>
      <p:sp>
        <p:nvSpPr>
          <p:cNvPr id="237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8" name=""/>
          <p:cNvSpPr/>
          <p:nvPr/>
        </p:nvSpPr>
        <p:spPr>
          <a:xfrm>
            <a:off x="533160" y="5914800"/>
            <a:ext cx="11125440" cy="914760"/>
          </a:xfrm>
          <a:custGeom>
            <a:avLst/>
            <a:gdLst/>
            <a:ahLst/>
            <a:rect l="0" t="0" r="r" b="b"/>
            <a:pathLst>
              <a:path w="30904" h="2541">
                <a:moveTo>
                  <a:pt x="0" y="2382"/>
                </a:moveTo>
                <a:lnTo>
                  <a:pt x="0" y="160"/>
                </a:lnTo>
                <a:cubicBezTo>
                  <a:pt x="0" y="149"/>
                  <a:pt x="1" y="139"/>
                  <a:pt x="3" y="129"/>
                </a:cubicBezTo>
                <a:cubicBezTo>
                  <a:pt x="5" y="119"/>
                  <a:pt x="8" y="109"/>
                  <a:pt x="12" y="99"/>
                </a:cubicBezTo>
                <a:cubicBezTo>
                  <a:pt x="16" y="89"/>
                  <a:pt x="21" y="80"/>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80"/>
                  <a:pt x="30888" y="89"/>
                  <a:pt x="30892" y="99"/>
                </a:cubicBezTo>
                <a:cubicBezTo>
                  <a:pt x="30896" y="109"/>
                  <a:pt x="30899" y="119"/>
                  <a:pt x="30901" y="129"/>
                </a:cubicBezTo>
                <a:cubicBezTo>
                  <a:pt x="30903" y="139"/>
                  <a:pt x="30904" y="149"/>
                  <a:pt x="30904" y="160"/>
                </a:cubicBezTo>
                <a:lnTo>
                  <a:pt x="30904" y="2382"/>
                </a:lnTo>
                <a:cubicBezTo>
                  <a:pt x="30904" y="2393"/>
                  <a:pt x="30903" y="2403"/>
                  <a:pt x="30901" y="2413"/>
                </a:cubicBezTo>
                <a:cubicBezTo>
                  <a:pt x="30899" y="2424"/>
                  <a:pt x="30896" y="2433"/>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3"/>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9" name=""/>
          <p:cNvSpPr/>
          <p:nvPr/>
        </p:nvSpPr>
        <p:spPr>
          <a:xfrm>
            <a:off x="571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0" name=""/>
          <p:cNvSpPr/>
          <p:nvPr/>
        </p:nvSpPr>
        <p:spPr>
          <a:xfrm>
            <a:off x="740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1" name=""/>
          <p:cNvSpPr/>
          <p:nvPr/>
        </p:nvSpPr>
        <p:spPr>
          <a:xfrm>
            <a:off x="909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2" name=""/>
          <p:cNvSpPr/>
          <p:nvPr/>
        </p:nvSpPr>
        <p:spPr>
          <a:xfrm>
            <a:off x="10785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3" name=""/>
          <p:cNvSpPr/>
          <p:nvPr/>
        </p:nvSpPr>
        <p:spPr>
          <a:xfrm>
            <a:off x="12477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4" name=""/>
          <p:cNvSpPr/>
          <p:nvPr/>
        </p:nvSpPr>
        <p:spPr>
          <a:xfrm>
            <a:off x="1416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5" name=""/>
          <p:cNvSpPr/>
          <p:nvPr/>
        </p:nvSpPr>
        <p:spPr>
          <a:xfrm>
            <a:off x="158580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6" name=""/>
          <p:cNvSpPr/>
          <p:nvPr/>
        </p:nvSpPr>
        <p:spPr>
          <a:xfrm>
            <a:off x="17546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7" name=""/>
          <p:cNvSpPr/>
          <p:nvPr/>
        </p:nvSpPr>
        <p:spPr>
          <a:xfrm>
            <a:off x="192384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8" name=""/>
          <p:cNvSpPr/>
          <p:nvPr/>
        </p:nvSpPr>
        <p:spPr>
          <a:xfrm>
            <a:off x="2261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9" name=""/>
          <p:cNvSpPr/>
          <p:nvPr/>
        </p:nvSpPr>
        <p:spPr>
          <a:xfrm>
            <a:off x="2431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0" name=""/>
          <p:cNvSpPr/>
          <p:nvPr/>
        </p:nvSpPr>
        <p:spPr>
          <a:xfrm>
            <a:off x="2600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1" name=""/>
          <p:cNvSpPr/>
          <p:nvPr/>
        </p:nvSpPr>
        <p:spPr>
          <a:xfrm>
            <a:off x="2769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2" name=""/>
          <p:cNvSpPr/>
          <p:nvPr/>
        </p:nvSpPr>
        <p:spPr>
          <a:xfrm>
            <a:off x="2938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3" name=""/>
          <p:cNvSpPr/>
          <p:nvPr/>
        </p:nvSpPr>
        <p:spPr>
          <a:xfrm>
            <a:off x="3107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4" name=""/>
          <p:cNvSpPr/>
          <p:nvPr/>
        </p:nvSpPr>
        <p:spPr>
          <a:xfrm>
            <a:off x="3276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5" name=""/>
          <p:cNvSpPr/>
          <p:nvPr/>
        </p:nvSpPr>
        <p:spPr>
          <a:xfrm>
            <a:off x="34455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6" name=""/>
          <p:cNvSpPr/>
          <p:nvPr/>
        </p:nvSpPr>
        <p:spPr>
          <a:xfrm>
            <a:off x="36144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7" name=""/>
          <p:cNvSpPr/>
          <p:nvPr/>
        </p:nvSpPr>
        <p:spPr>
          <a:xfrm>
            <a:off x="3783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8" name=""/>
          <p:cNvSpPr/>
          <p:nvPr/>
        </p:nvSpPr>
        <p:spPr>
          <a:xfrm>
            <a:off x="395280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9" name=""/>
          <p:cNvSpPr/>
          <p:nvPr/>
        </p:nvSpPr>
        <p:spPr>
          <a:xfrm>
            <a:off x="42908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0" name=""/>
          <p:cNvSpPr/>
          <p:nvPr/>
        </p:nvSpPr>
        <p:spPr>
          <a:xfrm>
            <a:off x="446004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1" name=""/>
          <p:cNvSpPr/>
          <p:nvPr/>
        </p:nvSpPr>
        <p:spPr>
          <a:xfrm>
            <a:off x="4628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2" name=""/>
          <p:cNvSpPr/>
          <p:nvPr/>
        </p:nvSpPr>
        <p:spPr>
          <a:xfrm>
            <a:off x="4798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3" name=""/>
          <p:cNvSpPr/>
          <p:nvPr/>
        </p:nvSpPr>
        <p:spPr>
          <a:xfrm>
            <a:off x="4967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4" name=""/>
          <p:cNvSpPr/>
          <p:nvPr/>
        </p:nvSpPr>
        <p:spPr>
          <a:xfrm>
            <a:off x="5136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5" name=""/>
          <p:cNvSpPr/>
          <p:nvPr/>
        </p:nvSpPr>
        <p:spPr>
          <a:xfrm>
            <a:off x="53053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6" name=""/>
          <p:cNvSpPr/>
          <p:nvPr/>
        </p:nvSpPr>
        <p:spPr>
          <a:xfrm>
            <a:off x="54741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7" name=""/>
          <p:cNvSpPr/>
          <p:nvPr/>
        </p:nvSpPr>
        <p:spPr>
          <a:xfrm>
            <a:off x="5643360" y="4381200"/>
            <a:ext cx="338400" cy="1010160"/>
          </a:xfrm>
          <a:custGeom>
            <a:avLst/>
            <a:gdLst/>
            <a:ahLst/>
            <a:rect l="0" t="0" r="r" b="b"/>
            <a:pathLst>
              <a:path w="940" h="2806">
                <a:moveTo>
                  <a:pt x="835" y="0"/>
                </a:moveTo>
                <a:cubicBezTo>
                  <a:pt x="864" y="0"/>
                  <a:pt x="889" y="11"/>
                  <a:pt x="909" y="31"/>
                </a:cubicBezTo>
                <a:cubicBezTo>
                  <a:pt x="930" y="52"/>
                  <a:pt x="940" y="77"/>
                  <a:pt x="940" y="106"/>
                </a:cubicBezTo>
                <a:lnTo>
                  <a:pt x="940" y="2700"/>
                </a:lnTo>
                <a:cubicBezTo>
                  <a:pt x="940" y="2729"/>
                  <a:pt x="930" y="2754"/>
                  <a:pt x="909" y="2775"/>
                </a:cubicBezTo>
                <a:cubicBezTo>
                  <a:pt x="889" y="2796"/>
                  <a:pt x="864" y="2806"/>
                  <a:pt x="835" y="2806"/>
                </a:cubicBezTo>
                <a:lnTo>
                  <a:pt x="0" y="280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8" name=""/>
          <p:cNvSpPr/>
          <p:nvPr/>
        </p:nvSpPr>
        <p:spPr>
          <a:xfrm>
            <a:off x="533160" y="438120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9"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0" name=""/>
          <p:cNvSpPr txBox="1"/>
          <p:nvPr/>
        </p:nvSpPr>
        <p:spPr>
          <a:xfrm>
            <a:off x="799920" y="136116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2411" name=""/>
          <p:cNvSpPr txBox="1"/>
          <p:nvPr/>
        </p:nvSpPr>
        <p:spPr>
          <a:xfrm>
            <a:off x="2127960" y="1352160"/>
            <a:ext cx="1302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2412" name=""/>
          <p:cNvSpPr txBox="1"/>
          <p:nvPr/>
        </p:nvSpPr>
        <p:spPr>
          <a:xfrm>
            <a:off x="3430080" y="136116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2413" name=""/>
          <p:cNvSpPr txBox="1"/>
          <p:nvPr/>
        </p:nvSpPr>
        <p:spPr>
          <a:xfrm>
            <a:off x="799920" y="1695240"/>
            <a:ext cx="29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2414" name=""/>
          <p:cNvSpPr txBox="1"/>
          <p:nvPr/>
        </p:nvSpPr>
        <p:spPr>
          <a:xfrm>
            <a:off x="1096200" y="1703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2415" name=""/>
          <p:cNvSpPr txBox="1"/>
          <p:nvPr/>
        </p:nvSpPr>
        <p:spPr>
          <a:xfrm>
            <a:off x="243000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416" name=""/>
          <p:cNvSpPr txBox="1"/>
          <p:nvPr/>
        </p:nvSpPr>
        <p:spPr>
          <a:xfrm>
            <a:off x="26024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2417" name=""/>
          <p:cNvSpPr txBox="1"/>
          <p:nvPr/>
        </p:nvSpPr>
        <p:spPr>
          <a:xfrm>
            <a:off x="3555000" y="1695240"/>
            <a:ext cx="427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2418"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9" name=""/>
          <p:cNvSpPr txBox="1"/>
          <p:nvPr/>
        </p:nvSpPr>
        <p:spPr>
          <a:xfrm>
            <a:off x="3981960" y="17038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2420" name=""/>
          <p:cNvSpPr txBox="1"/>
          <p:nvPr/>
        </p:nvSpPr>
        <p:spPr>
          <a:xfrm>
            <a:off x="799920" y="20944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2421" name=""/>
          <p:cNvSpPr txBox="1"/>
          <p:nvPr/>
        </p:nvSpPr>
        <p:spPr>
          <a:xfrm>
            <a:off x="799920" y="24375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2422" name=""/>
          <p:cNvSpPr txBox="1"/>
          <p:nvPr/>
        </p:nvSpPr>
        <p:spPr>
          <a:xfrm>
            <a:off x="1752480" y="2428560"/>
            <a:ext cx="21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2423"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4" name=""/>
          <p:cNvSpPr txBox="1"/>
          <p:nvPr/>
        </p:nvSpPr>
        <p:spPr>
          <a:xfrm>
            <a:off x="19645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2425" name=""/>
          <p:cNvSpPr txBox="1"/>
          <p:nvPr/>
        </p:nvSpPr>
        <p:spPr>
          <a:xfrm>
            <a:off x="799920" y="2819160"/>
            <a:ext cx="9072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2426" name=""/>
          <p:cNvSpPr txBox="1"/>
          <p:nvPr/>
        </p:nvSpPr>
        <p:spPr>
          <a:xfrm>
            <a:off x="170640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2427" name=""/>
          <p:cNvSpPr txBox="1"/>
          <p:nvPr/>
        </p:nvSpPr>
        <p:spPr>
          <a:xfrm>
            <a:off x="2087640" y="2819160"/>
            <a:ext cx="1433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2428" name=""/>
          <p:cNvSpPr txBox="1"/>
          <p:nvPr/>
        </p:nvSpPr>
        <p:spPr>
          <a:xfrm>
            <a:off x="351684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2429" name=""/>
          <p:cNvSpPr txBox="1"/>
          <p:nvPr/>
        </p:nvSpPr>
        <p:spPr>
          <a:xfrm>
            <a:off x="3898080" y="2819160"/>
            <a:ext cx="61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2430" name=""/>
          <p:cNvSpPr txBox="1"/>
          <p:nvPr/>
        </p:nvSpPr>
        <p:spPr>
          <a:xfrm>
            <a:off x="4515480" y="28278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2431" name=""/>
          <p:cNvSpPr txBox="1"/>
          <p:nvPr/>
        </p:nvSpPr>
        <p:spPr>
          <a:xfrm>
            <a:off x="799920" y="3161880"/>
            <a:ext cx="124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2432" name=""/>
          <p:cNvSpPr txBox="1"/>
          <p:nvPr/>
        </p:nvSpPr>
        <p:spPr>
          <a:xfrm>
            <a:off x="2034720" y="31708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2433" name=""/>
          <p:cNvSpPr txBox="1"/>
          <p:nvPr/>
        </p:nvSpPr>
        <p:spPr>
          <a:xfrm>
            <a:off x="4309200" y="31618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2434" name=""/>
          <p:cNvSpPr txBox="1"/>
          <p:nvPr/>
        </p:nvSpPr>
        <p:spPr>
          <a:xfrm>
            <a:off x="48985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2435" name=""/>
          <p:cNvSpPr txBox="1"/>
          <p:nvPr/>
        </p:nvSpPr>
        <p:spPr>
          <a:xfrm>
            <a:off x="799920" y="35136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2436" name=""/>
          <p:cNvSpPr txBox="1"/>
          <p:nvPr/>
        </p:nvSpPr>
        <p:spPr>
          <a:xfrm>
            <a:off x="533520" y="3971520"/>
            <a:ext cx="401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2437" name=""/>
          <p:cNvSpPr txBox="1"/>
          <p:nvPr/>
        </p:nvSpPr>
        <p:spPr>
          <a:xfrm>
            <a:off x="723960" y="451296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2438" name=""/>
          <p:cNvSpPr txBox="1"/>
          <p:nvPr/>
        </p:nvSpPr>
        <p:spPr>
          <a:xfrm>
            <a:off x="1266840" y="4504320"/>
            <a:ext cx="2491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2439" name=""/>
          <p:cNvSpPr txBox="1"/>
          <p:nvPr/>
        </p:nvSpPr>
        <p:spPr>
          <a:xfrm>
            <a:off x="1514880" y="4512960"/>
            <a:ext cx="41720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2440" name=""/>
          <p:cNvSpPr txBox="1"/>
          <p:nvPr/>
        </p:nvSpPr>
        <p:spPr>
          <a:xfrm>
            <a:off x="723960" y="478908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2441" name=""/>
          <p:cNvSpPr txBox="1"/>
          <p:nvPr/>
        </p:nvSpPr>
        <p:spPr>
          <a:xfrm>
            <a:off x="3438360" y="47808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2442" name=""/>
          <p:cNvSpPr txBox="1"/>
          <p:nvPr/>
        </p:nvSpPr>
        <p:spPr>
          <a:xfrm>
            <a:off x="3602520" y="4789080"/>
            <a:ext cx="21769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2443" name=""/>
          <p:cNvSpPr/>
          <p:nvPr/>
        </p:nvSpPr>
        <p:spPr>
          <a:xfrm>
            <a:off x="6248160" y="2038320"/>
            <a:ext cx="169560" cy="1276560"/>
          </a:xfrm>
          <a:custGeom>
            <a:avLst/>
            <a:gdLst/>
            <a:ahLst/>
            <a:rect l="0" t="0" r="r" b="b"/>
            <a:pathLst>
              <a:path w="471" h="3546">
                <a:moveTo>
                  <a:pt x="0" y="0"/>
                </a:moveTo>
                <a:lnTo>
                  <a:pt x="471" y="0"/>
                </a:lnTo>
                <a:lnTo>
                  <a:pt x="471" y="3546"/>
                </a:lnTo>
                <a:lnTo>
                  <a:pt x="0" y="3546"/>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4" name=""/>
          <p:cNvSpPr/>
          <p:nvPr/>
        </p:nvSpPr>
        <p:spPr>
          <a:xfrm>
            <a:off x="6417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5" name=""/>
          <p:cNvSpPr/>
          <p:nvPr/>
        </p:nvSpPr>
        <p:spPr>
          <a:xfrm>
            <a:off x="6586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6" name=""/>
          <p:cNvSpPr/>
          <p:nvPr/>
        </p:nvSpPr>
        <p:spPr>
          <a:xfrm>
            <a:off x="6755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7" name=""/>
          <p:cNvSpPr/>
          <p:nvPr/>
        </p:nvSpPr>
        <p:spPr>
          <a:xfrm>
            <a:off x="6924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8" name=""/>
          <p:cNvSpPr/>
          <p:nvPr/>
        </p:nvSpPr>
        <p:spPr>
          <a:xfrm>
            <a:off x="7093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9" name=""/>
          <p:cNvSpPr/>
          <p:nvPr/>
        </p:nvSpPr>
        <p:spPr>
          <a:xfrm>
            <a:off x="72626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0" name=""/>
          <p:cNvSpPr/>
          <p:nvPr/>
        </p:nvSpPr>
        <p:spPr>
          <a:xfrm>
            <a:off x="743184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1" name=""/>
          <p:cNvSpPr/>
          <p:nvPr/>
        </p:nvSpPr>
        <p:spPr>
          <a:xfrm>
            <a:off x="7600680" y="2038320"/>
            <a:ext cx="338760" cy="1276560"/>
          </a:xfrm>
          <a:custGeom>
            <a:avLst/>
            <a:gdLst/>
            <a:ahLst/>
            <a:rect l="0" t="0" r="r" b="b"/>
            <a:pathLst>
              <a:path w="941" h="3546">
                <a:moveTo>
                  <a:pt x="941" y="0"/>
                </a:moveTo>
                <a:lnTo>
                  <a:pt x="941" y="3546"/>
                </a:lnTo>
                <a:lnTo>
                  <a:pt x="0" y="3546"/>
                </a:lnTo>
                <a:lnTo>
                  <a:pt x="0" y="0"/>
                </a:lnTo>
                <a:lnTo>
                  <a:pt x="941"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2" name=""/>
          <p:cNvSpPr/>
          <p:nvPr/>
        </p:nvSpPr>
        <p:spPr>
          <a:xfrm>
            <a:off x="79390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3" name=""/>
          <p:cNvSpPr/>
          <p:nvPr/>
        </p:nvSpPr>
        <p:spPr>
          <a:xfrm>
            <a:off x="8107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4" name=""/>
          <p:cNvSpPr/>
          <p:nvPr/>
        </p:nvSpPr>
        <p:spPr>
          <a:xfrm>
            <a:off x="8277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5" name=""/>
          <p:cNvSpPr/>
          <p:nvPr/>
        </p:nvSpPr>
        <p:spPr>
          <a:xfrm>
            <a:off x="8445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6" name=""/>
          <p:cNvSpPr/>
          <p:nvPr/>
        </p:nvSpPr>
        <p:spPr>
          <a:xfrm>
            <a:off x="8615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7" name=""/>
          <p:cNvSpPr/>
          <p:nvPr/>
        </p:nvSpPr>
        <p:spPr>
          <a:xfrm>
            <a:off x="8784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8" name=""/>
          <p:cNvSpPr/>
          <p:nvPr/>
        </p:nvSpPr>
        <p:spPr>
          <a:xfrm>
            <a:off x="8953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9" name=""/>
          <p:cNvSpPr/>
          <p:nvPr/>
        </p:nvSpPr>
        <p:spPr>
          <a:xfrm>
            <a:off x="9122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0" name=""/>
          <p:cNvSpPr/>
          <p:nvPr/>
        </p:nvSpPr>
        <p:spPr>
          <a:xfrm>
            <a:off x="9291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1" name=""/>
          <p:cNvSpPr/>
          <p:nvPr/>
        </p:nvSpPr>
        <p:spPr>
          <a:xfrm>
            <a:off x="9460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2" name=""/>
          <p:cNvSpPr/>
          <p:nvPr/>
        </p:nvSpPr>
        <p:spPr>
          <a:xfrm>
            <a:off x="9629640" y="2038320"/>
            <a:ext cx="338400" cy="1276560"/>
          </a:xfrm>
          <a:custGeom>
            <a:avLst/>
            <a:gdLst/>
            <a:ahLst/>
            <a:rect l="0" t="0" r="r" b="b"/>
            <a:pathLst>
              <a:path w="940" h="3546">
                <a:moveTo>
                  <a:pt x="940" y="0"/>
                </a:moveTo>
                <a:lnTo>
                  <a:pt x="940" y="3546"/>
                </a:lnTo>
                <a:lnTo>
                  <a:pt x="0" y="354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3" name=""/>
          <p:cNvSpPr/>
          <p:nvPr/>
        </p:nvSpPr>
        <p:spPr>
          <a:xfrm>
            <a:off x="996768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4" name=""/>
          <p:cNvSpPr/>
          <p:nvPr/>
        </p:nvSpPr>
        <p:spPr>
          <a:xfrm>
            <a:off x="101368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5" name=""/>
          <p:cNvSpPr/>
          <p:nvPr/>
        </p:nvSpPr>
        <p:spPr>
          <a:xfrm>
            <a:off x="103057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6" name=""/>
          <p:cNvSpPr/>
          <p:nvPr/>
        </p:nvSpPr>
        <p:spPr>
          <a:xfrm>
            <a:off x="10474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7" name=""/>
          <p:cNvSpPr/>
          <p:nvPr/>
        </p:nvSpPr>
        <p:spPr>
          <a:xfrm>
            <a:off x="10644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8" name=""/>
          <p:cNvSpPr/>
          <p:nvPr/>
        </p:nvSpPr>
        <p:spPr>
          <a:xfrm>
            <a:off x="10812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9" name=""/>
          <p:cNvSpPr/>
          <p:nvPr/>
        </p:nvSpPr>
        <p:spPr>
          <a:xfrm>
            <a:off x="10982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0" name=""/>
          <p:cNvSpPr/>
          <p:nvPr/>
        </p:nvSpPr>
        <p:spPr>
          <a:xfrm>
            <a:off x="11151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1" name=""/>
          <p:cNvSpPr/>
          <p:nvPr/>
        </p:nvSpPr>
        <p:spPr>
          <a:xfrm>
            <a:off x="11320200" y="2038320"/>
            <a:ext cx="338400" cy="1276560"/>
          </a:xfrm>
          <a:custGeom>
            <a:avLst/>
            <a:gdLst/>
            <a:ahLst/>
            <a:rect l="0" t="0" r="r" b="b"/>
            <a:pathLst>
              <a:path w="940" h="3546">
                <a:moveTo>
                  <a:pt x="835" y="0"/>
                </a:moveTo>
                <a:cubicBezTo>
                  <a:pt x="864" y="0"/>
                  <a:pt x="889" y="10"/>
                  <a:pt x="909" y="31"/>
                </a:cubicBezTo>
                <a:cubicBezTo>
                  <a:pt x="930" y="51"/>
                  <a:pt x="940" y="76"/>
                  <a:pt x="940" y="105"/>
                </a:cubicBezTo>
                <a:lnTo>
                  <a:pt x="940" y="3440"/>
                </a:lnTo>
                <a:cubicBezTo>
                  <a:pt x="940" y="3469"/>
                  <a:pt x="930" y="3494"/>
                  <a:pt x="909" y="3515"/>
                </a:cubicBezTo>
                <a:cubicBezTo>
                  <a:pt x="889" y="3536"/>
                  <a:pt x="864" y="3546"/>
                  <a:pt x="835" y="3546"/>
                </a:cubicBezTo>
                <a:lnTo>
                  <a:pt x="0" y="354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2" name=""/>
          <p:cNvSpPr/>
          <p:nvPr/>
        </p:nvSpPr>
        <p:spPr>
          <a:xfrm>
            <a:off x="6210000" y="2038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3" name=""/>
          <p:cNvSpPr txBox="1"/>
          <p:nvPr/>
        </p:nvSpPr>
        <p:spPr>
          <a:xfrm>
            <a:off x="723960" y="5055840"/>
            <a:ext cx="9075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2474" name=""/>
          <p:cNvSpPr txBox="1"/>
          <p:nvPr/>
        </p:nvSpPr>
        <p:spPr>
          <a:xfrm>
            <a:off x="6210360" y="133308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475" name=""/>
          <p:cNvSpPr txBox="1"/>
          <p:nvPr/>
        </p:nvSpPr>
        <p:spPr>
          <a:xfrm>
            <a:off x="7437960" y="134208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2476" name=""/>
          <p:cNvSpPr txBox="1"/>
          <p:nvPr/>
        </p:nvSpPr>
        <p:spPr>
          <a:xfrm>
            <a:off x="6210360" y="163728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2477" name=""/>
          <p:cNvSpPr txBox="1"/>
          <p:nvPr/>
        </p:nvSpPr>
        <p:spPr>
          <a:xfrm>
            <a:off x="6400800" y="216972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2478" name=""/>
          <p:cNvSpPr txBox="1"/>
          <p:nvPr/>
        </p:nvSpPr>
        <p:spPr>
          <a:xfrm>
            <a:off x="6400800" y="2446200"/>
            <a:ext cx="29023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2479" name=""/>
          <p:cNvSpPr txBox="1"/>
          <p:nvPr/>
        </p:nvSpPr>
        <p:spPr>
          <a:xfrm>
            <a:off x="6400800" y="2712600"/>
            <a:ext cx="25398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2480" name=""/>
          <p:cNvSpPr txBox="1"/>
          <p:nvPr/>
        </p:nvSpPr>
        <p:spPr>
          <a:xfrm>
            <a:off x="6400800" y="2989080"/>
            <a:ext cx="3446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2481" name=""/>
          <p:cNvSpPr txBox="1"/>
          <p:nvPr/>
        </p:nvSpPr>
        <p:spPr>
          <a:xfrm>
            <a:off x="704880" y="607536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2482" name=""/>
          <p:cNvSpPr txBox="1"/>
          <p:nvPr/>
        </p:nvSpPr>
        <p:spPr>
          <a:xfrm>
            <a:off x="1079640" y="608292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2483" name=""/>
          <p:cNvSpPr txBox="1"/>
          <p:nvPr/>
        </p:nvSpPr>
        <p:spPr>
          <a:xfrm>
            <a:off x="1241640" y="607536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2484" name=""/>
          <p:cNvSpPr txBox="1"/>
          <p:nvPr/>
        </p:nvSpPr>
        <p:spPr>
          <a:xfrm>
            <a:off x="3076560" y="608292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2485" name=""/>
          <p:cNvSpPr txBox="1"/>
          <p:nvPr/>
        </p:nvSpPr>
        <p:spPr>
          <a:xfrm>
            <a:off x="3562200" y="60753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2486" name=""/>
          <p:cNvSpPr txBox="1"/>
          <p:nvPr/>
        </p:nvSpPr>
        <p:spPr>
          <a:xfrm>
            <a:off x="4351320" y="60829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2487" name=""/>
          <p:cNvSpPr txBox="1"/>
          <p:nvPr/>
        </p:nvSpPr>
        <p:spPr>
          <a:xfrm>
            <a:off x="7083000" y="60753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488" name=""/>
          <p:cNvSpPr txBox="1"/>
          <p:nvPr/>
        </p:nvSpPr>
        <p:spPr>
          <a:xfrm>
            <a:off x="7229880" y="60829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2489" name=""/>
          <p:cNvSpPr txBox="1"/>
          <p:nvPr/>
        </p:nvSpPr>
        <p:spPr>
          <a:xfrm>
            <a:off x="7391880" y="60753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2490" name=""/>
          <p:cNvSpPr txBox="1"/>
          <p:nvPr/>
        </p:nvSpPr>
        <p:spPr>
          <a:xfrm>
            <a:off x="7904520" y="60829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2491" name=""/>
          <p:cNvSpPr txBox="1"/>
          <p:nvPr/>
        </p:nvSpPr>
        <p:spPr>
          <a:xfrm>
            <a:off x="704880" y="632088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2492" name=""/>
          <p:cNvSpPr txBox="1"/>
          <p:nvPr/>
        </p:nvSpPr>
        <p:spPr>
          <a:xfrm>
            <a:off x="1830240" y="631332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493" name=""/>
          <p:cNvSpPr txBox="1"/>
          <p:nvPr/>
        </p:nvSpPr>
        <p:spPr>
          <a:xfrm>
            <a:off x="1977120" y="632088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2494"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気象庁データ取得</a:t>
            </a:r>
            <a:endParaRPr lang="en-US" sz="3150" b="0" u="none" strike="noStrike">
              <a:solidFill>
                <a:srgbClr val="000000"/>
              </a:solidFill>
              <a:effectLst/>
              <a:uFillTx/>
              <a:latin typeface="游明朝体"/>
            </a:endParaRPr>
          </a:p>
        </p:txBody>
      </p:sp>
      <p:sp>
        <p:nvSpPr>
          <p:cNvPr id="2495" name=""/>
          <p:cNvSpPr txBox="1"/>
          <p:nvPr/>
        </p:nvSpPr>
        <p:spPr>
          <a:xfrm>
            <a:off x="3733920" y="476280"/>
            <a:ext cx="1036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MCP</a:t>
            </a:r>
            <a:endParaRPr lang="en-US" sz="3150" b="0" u="none" strike="noStrike">
              <a:solidFill>
                <a:srgbClr val="000000"/>
              </a:solidFill>
              <a:effectLst/>
              <a:uFillTx/>
              <a:latin typeface="游明朝体"/>
            </a:endParaRPr>
          </a:p>
        </p:txBody>
      </p:sp>
      <p:sp>
        <p:nvSpPr>
          <p:cNvPr id="2496" name=""/>
          <p:cNvSpPr txBox="1"/>
          <p:nvPr/>
        </p:nvSpPr>
        <p:spPr>
          <a:xfrm>
            <a:off x="477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サーバー（</a:t>
            </a:r>
            <a:endParaRPr lang="en-US" sz="3150" b="0" u="none" strike="noStrike">
              <a:solidFill>
                <a:srgbClr val="000000"/>
              </a:solidFill>
              <a:effectLst/>
              <a:uFillTx/>
              <a:latin typeface="游明朝体"/>
            </a:endParaRPr>
          </a:p>
        </p:txBody>
      </p:sp>
      <p:sp>
        <p:nvSpPr>
          <p:cNvPr id="2497" name=""/>
          <p:cNvSpPr txBox="1"/>
          <p:nvPr/>
        </p:nvSpPr>
        <p:spPr>
          <a:xfrm>
            <a:off x="6759360" y="476280"/>
            <a:ext cx="16999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jma-mcp</a:t>
            </a:r>
            <a:endParaRPr lang="en-US" sz="3150" b="0" u="none" strike="noStrike">
              <a:solidFill>
                <a:srgbClr val="000000"/>
              </a:solidFill>
              <a:effectLst/>
              <a:uFillTx/>
              <a:latin typeface="游明朝体"/>
            </a:endParaRPr>
          </a:p>
        </p:txBody>
      </p:sp>
      <p:sp>
        <p:nvSpPr>
          <p:cNvPr id="2498"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9"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0"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1"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2"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3"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4"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5"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6"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7"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8"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9"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0"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1"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2"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3"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4"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5"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6"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7"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8"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9"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0"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1"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2"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3"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4"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5"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6"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7"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8"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9"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0"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1"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2"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3"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4"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5"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6"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7"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8"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9"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0"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1"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2"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3"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4"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5"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6"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7"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8"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9"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0"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1"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2"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3"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4"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5"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6"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7"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8"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9"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0"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1"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2"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3"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4"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5"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6"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7"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8"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9"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0"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1"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2"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3"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4"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5"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6"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7"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8"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9"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0"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1"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2"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3"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4"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5"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6"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7"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8"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9"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0"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1"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2"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3"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4"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5"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6"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7"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8"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9"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0"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1"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2"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3"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4"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5"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6"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7"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8"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9"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0"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1"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2"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3"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4"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5"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6"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7"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8"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9"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0"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1"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2"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3"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4"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5"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6"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7"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8"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9"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0"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1"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2"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3"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4"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5"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6"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7"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8"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9"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0"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1"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2"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3"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4"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5"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6"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7"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8"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9"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0"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1"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2"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3"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4"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5"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6"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7"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8"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9"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0"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1"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2"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3"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4"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5"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6"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7"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8"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9"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0"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1"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2"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3"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4"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5"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6"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7"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8"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9"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0"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1"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2"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3"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4"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5"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6"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7"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8"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9"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0" name=""/>
          <p:cNvSpPr txBox="1"/>
          <p:nvPr/>
        </p:nvSpPr>
        <p:spPr>
          <a:xfrm>
            <a:off x="846216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269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5" name=""/>
          <p:cNvSpPr txBox="1"/>
          <p:nvPr/>
        </p:nvSpPr>
        <p:spPr>
          <a:xfrm>
            <a:off x="533520" y="2914560"/>
            <a:ext cx="59900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農研機構メッシュ農業気象データ</a:t>
            </a:r>
            <a:endParaRPr lang="en-US" sz="3150" b="0" u="none" strike="noStrike">
              <a:solidFill>
                <a:srgbClr val="000000"/>
              </a:solidFill>
              <a:effectLst/>
              <a:uFillTx/>
              <a:latin typeface="游明朝体"/>
            </a:endParaRPr>
          </a:p>
        </p:txBody>
      </p:sp>
      <p:sp>
        <p:nvSpPr>
          <p:cNvPr id="2696" name=""/>
          <p:cNvSpPr txBox="1"/>
          <p:nvPr/>
        </p:nvSpPr>
        <p:spPr>
          <a:xfrm>
            <a:off x="6534000" y="2895840"/>
            <a:ext cx="853560" cy="475920"/>
          </a:xfrm>
          <a:prstGeom prst="rect">
            <a:avLst/>
          </a:prstGeom>
          <a:noFill/>
          <a:ln w="0">
            <a:noFill/>
          </a:ln>
        </p:spPr>
        <p:txBody>
          <a:bodyPr wrap="none" lIns="0" tIns="0" rIns="0" bIns="0" anchor="t">
            <a:spAutoFit/>
          </a:bodyPr>
          <a:p>
            <a:pPr/>
            <a:r>
              <a:rPr lang="en-US" sz="3150" b="1" u="none" strike="noStrike">
                <a:solidFill>
                  <a:srgbClr val="1E3A8A"/>
                </a:solidFill>
                <a:effectLst/>
                <a:uFillTx/>
                <a:latin typeface="HelveticaNeue"/>
                <a:ea typeface="HelveticaNeue"/>
              </a:rPr>
              <a:t> × AI</a:t>
            </a:r>
            <a:endParaRPr lang="en-US" sz="3150" b="0" u="none" strike="noStrike">
              <a:solidFill>
                <a:srgbClr val="000000"/>
              </a:solidFill>
              <a:effectLst/>
              <a:uFillTx/>
              <a:latin typeface="游明朝体"/>
            </a:endParaRPr>
          </a:p>
        </p:txBody>
      </p:sp>
      <p:sp>
        <p:nvSpPr>
          <p:cNvPr id="2697" name=""/>
          <p:cNvSpPr txBox="1"/>
          <p:nvPr/>
        </p:nvSpPr>
        <p:spPr>
          <a:xfrm>
            <a:off x="7388640" y="2914560"/>
            <a:ext cx="399348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による機械学習の取り</a:t>
            </a:r>
            <a:endParaRPr lang="en-US" sz="3150" b="0" u="none" strike="noStrike">
              <a:solidFill>
                <a:srgbClr val="000000"/>
              </a:solidFill>
              <a:effectLst/>
              <a:uFillTx/>
              <a:latin typeface="游明朝体"/>
            </a:endParaRPr>
          </a:p>
        </p:txBody>
      </p:sp>
      <p:sp>
        <p:nvSpPr>
          <p:cNvPr id="2698" name=""/>
          <p:cNvSpPr/>
          <p:nvPr/>
        </p:nvSpPr>
        <p:spPr>
          <a:xfrm>
            <a:off x="533160" y="3940920"/>
            <a:ext cx="7200" cy="33480"/>
          </a:xfrm>
          <a:custGeom>
            <a:avLst/>
            <a:gdLst/>
            <a:ahLst/>
            <a:rect l="0" t="0" r="r" b="b"/>
            <a:pathLst>
              <a:path w="20" h="93">
                <a:moveTo>
                  <a:pt x="20" y="0"/>
                </a:moveTo>
                <a:lnTo>
                  <a:pt x="20" y="93"/>
                </a:lnTo>
                <a:cubicBezTo>
                  <a:pt x="7" y="80"/>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9" name=""/>
          <p:cNvSpPr/>
          <p:nvPr/>
        </p:nvSpPr>
        <p:spPr>
          <a:xfrm>
            <a:off x="540000" y="3935880"/>
            <a:ext cx="6840" cy="43560"/>
          </a:xfrm>
          <a:custGeom>
            <a:avLst/>
            <a:gdLst/>
            <a:ahLst/>
            <a:rect l="0" t="0" r="r" b="b"/>
            <a:pathLst>
              <a:path w="19" h="121">
                <a:moveTo>
                  <a:pt x="1" y="13"/>
                </a:moveTo>
                <a:cubicBezTo>
                  <a:pt x="7" y="8"/>
                  <a:pt x="13" y="3"/>
                  <a:pt x="19" y="0"/>
                </a:cubicBezTo>
                <a:lnTo>
                  <a:pt x="19" y="121"/>
                </a:lnTo>
                <a:cubicBezTo>
                  <a:pt x="13" y="117"/>
                  <a:pt x="7" y="113"/>
                  <a:pt x="1" y="108"/>
                </a:cubicBezTo>
                <a:cubicBezTo>
                  <a:pt x="0" y="107"/>
                  <a:pt x="0" y="107"/>
                  <a:pt x="0" y="107"/>
                </a:cubicBezTo>
                <a:lnTo>
                  <a:pt x="0" y="14"/>
                </a:lnTo>
                <a:cubicBezTo>
                  <a:pt x="0" y="14"/>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0" name=""/>
          <p:cNvSpPr/>
          <p:nvPr/>
        </p:nvSpPr>
        <p:spPr>
          <a:xfrm>
            <a:off x="546480" y="3934080"/>
            <a:ext cx="7200" cy="47160"/>
          </a:xfrm>
          <a:custGeom>
            <a:avLst/>
            <a:gdLst/>
            <a:ahLst/>
            <a:rect l="0" t="0" r="r" b="b"/>
            <a:pathLst>
              <a:path w="20" h="131">
                <a:moveTo>
                  <a:pt x="20" y="0"/>
                </a:moveTo>
                <a:lnTo>
                  <a:pt x="20" y="131"/>
                </a:lnTo>
                <a:cubicBezTo>
                  <a:pt x="13" y="130"/>
                  <a:pt x="7" y="128"/>
                  <a:pt x="0" y="126"/>
                </a:cubicBezTo>
                <a:lnTo>
                  <a:pt x="0" y="5"/>
                </a:lnTo>
                <a:cubicBezTo>
                  <a:pt x="7" y="2"/>
                  <a:pt x="13" y="0"/>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1" name=""/>
          <p:cNvSpPr/>
          <p:nvPr/>
        </p:nvSpPr>
        <p:spPr>
          <a:xfrm>
            <a:off x="553320" y="393372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2" name=""/>
          <p:cNvSpPr/>
          <p:nvPr/>
        </p:nvSpPr>
        <p:spPr>
          <a:xfrm>
            <a:off x="560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3" name=""/>
          <p:cNvSpPr/>
          <p:nvPr/>
        </p:nvSpPr>
        <p:spPr>
          <a:xfrm>
            <a:off x="56664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4" name=""/>
          <p:cNvSpPr/>
          <p:nvPr/>
        </p:nvSpPr>
        <p:spPr>
          <a:xfrm>
            <a:off x="573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5" name=""/>
          <p:cNvSpPr/>
          <p:nvPr/>
        </p:nvSpPr>
        <p:spPr>
          <a:xfrm>
            <a:off x="579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6" name=""/>
          <p:cNvSpPr/>
          <p:nvPr/>
        </p:nvSpPr>
        <p:spPr>
          <a:xfrm>
            <a:off x="586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7" name=""/>
          <p:cNvSpPr/>
          <p:nvPr/>
        </p:nvSpPr>
        <p:spPr>
          <a:xfrm>
            <a:off x="593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8" name=""/>
          <p:cNvSpPr/>
          <p:nvPr/>
        </p:nvSpPr>
        <p:spPr>
          <a:xfrm>
            <a:off x="600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9" name=""/>
          <p:cNvSpPr/>
          <p:nvPr/>
        </p:nvSpPr>
        <p:spPr>
          <a:xfrm>
            <a:off x="606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0" name=""/>
          <p:cNvSpPr/>
          <p:nvPr/>
        </p:nvSpPr>
        <p:spPr>
          <a:xfrm>
            <a:off x="613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1" name=""/>
          <p:cNvSpPr/>
          <p:nvPr/>
        </p:nvSpPr>
        <p:spPr>
          <a:xfrm>
            <a:off x="620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2" name=""/>
          <p:cNvSpPr/>
          <p:nvPr/>
        </p:nvSpPr>
        <p:spPr>
          <a:xfrm>
            <a:off x="627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3" name=""/>
          <p:cNvSpPr/>
          <p:nvPr/>
        </p:nvSpPr>
        <p:spPr>
          <a:xfrm>
            <a:off x="633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4" name=""/>
          <p:cNvSpPr/>
          <p:nvPr/>
        </p:nvSpPr>
        <p:spPr>
          <a:xfrm>
            <a:off x="640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5" name=""/>
          <p:cNvSpPr/>
          <p:nvPr/>
        </p:nvSpPr>
        <p:spPr>
          <a:xfrm>
            <a:off x="646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6" name=""/>
          <p:cNvSpPr/>
          <p:nvPr/>
        </p:nvSpPr>
        <p:spPr>
          <a:xfrm>
            <a:off x="653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7" name=""/>
          <p:cNvSpPr/>
          <p:nvPr/>
        </p:nvSpPr>
        <p:spPr>
          <a:xfrm>
            <a:off x="660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8" name=""/>
          <p:cNvSpPr/>
          <p:nvPr/>
        </p:nvSpPr>
        <p:spPr>
          <a:xfrm>
            <a:off x="667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9" name=""/>
          <p:cNvSpPr/>
          <p:nvPr/>
        </p:nvSpPr>
        <p:spPr>
          <a:xfrm>
            <a:off x="6739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0" name=""/>
          <p:cNvSpPr/>
          <p:nvPr/>
        </p:nvSpPr>
        <p:spPr>
          <a:xfrm>
            <a:off x="6804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1" name=""/>
          <p:cNvSpPr/>
          <p:nvPr/>
        </p:nvSpPr>
        <p:spPr>
          <a:xfrm>
            <a:off x="6872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2" name=""/>
          <p:cNvSpPr/>
          <p:nvPr/>
        </p:nvSpPr>
        <p:spPr>
          <a:xfrm>
            <a:off x="6940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3" name=""/>
          <p:cNvSpPr/>
          <p:nvPr/>
        </p:nvSpPr>
        <p:spPr>
          <a:xfrm>
            <a:off x="7005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4" name=""/>
          <p:cNvSpPr/>
          <p:nvPr/>
        </p:nvSpPr>
        <p:spPr>
          <a:xfrm>
            <a:off x="7074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5" name=""/>
          <p:cNvSpPr/>
          <p:nvPr/>
        </p:nvSpPr>
        <p:spPr>
          <a:xfrm>
            <a:off x="7138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6" name=""/>
          <p:cNvSpPr/>
          <p:nvPr/>
        </p:nvSpPr>
        <p:spPr>
          <a:xfrm>
            <a:off x="7207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7" name=""/>
          <p:cNvSpPr/>
          <p:nvPr/>
        </p:nvSpPr>
        <p:spPr>
          <a:xfrm>
            <a:off x="7275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8" name=""/>
          <p:cNvSpPr/>
          <p:nvPr/>
        </p:nvSpPr>
        <p:spPr>
          <a:xfrm>
            <a:off x="7340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9" name=""/>
          <p:cNvSpPr/>
          <p:nvPr/>
        </p:nvSpPr>
        <p:spPr>
          <a:xfrm>
            <a:off x="7408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0" name=""/>
          <p:cNvSpPr/>
          <p:nvPr/>
        </p:nvSpPr>
        <p:spPr>
          <a:xfrm>
            <a:off x="7473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1" name=""/>
          <p:cNvSpPr/>
          <p:nvPr/>
        </p:nvSpPr>
        <p:spPr>
          <a:xfrm>
            <a:off x="7542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2" name=""/>
          <p:cNvSpPr/>
          <p:nvPr/>
        </p:nvSpPr>
        <p:spPr>
          <a:xfrm>
            <a:off x="7610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3" name=""/>
          <p:cNvSpPr/>
          <p:nvPr/>
        </p:nvSpPr>
        <p:spPr>
          <a:xfrm>
            <a:off x="76752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4" name=""/>
          <p:cNvSpPr/>
          <p:nvPr/>
        </p:nvSpPr>
        <p:spPr>
          <a:xfrm>
            <a:off x="7743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5" name=""/>
          <p:cNvSpPr/>
          <p:nvPr/>
        </p:nvSpPr>
        <p:spPr>
          <a:xfrm>
            <a:off x="780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6" name=""/>
          <p:cNvSpPr/>
          <p:nvPr/>
        </p:nvSpPr>
        <p:spPr>
          <a:xfrm>
            <a:off x="7876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7" name=""/>
          <p:cNvSpPr/>
          <p:nvPr/>
        </p:nvSpPr>
        <p:spPr>
          <a:xfrm>
            <a:off x="7945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8" name=""/>
          <p:cNvSpPr/>
          <p:nvPr/>
        </p:nvSpPr>
        <p:spPr>
          <a:xfrm>
            <a:off x="8010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9" name=""/>
          <p:cNvSpPr/>
          <p:nvPr/>
        </p:nvSpPr>
        <p:spPr>
          <a:xfrm>
            <a:off x="807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0" name=""/>
          <p:cNvSpPr/>
          <p:nvPr/>
        </p:nvSpPr>
        <p:spPr>
          <a:xfrm>
            <a:off x="8146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1" name=""/>
          <p:cNvSpPr/>
          <p:nvPr/>
        </p:nvSpPr>
        <p:spPr>
          <a:xfrm>
            <a:off x="8211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2" name=""/>
          <p:cNvSpPr/>
          <p:nvPr/>
        </p:nvSpPr>
        <p:spPr>
          <a:xfrm>
            <a:off x="8280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3" name=""/>
          <p:cNvSpPr/>
          <p:nvPr/>
        </p:nvSpPr>
        <p:spPr>
          <a:xfrm>
            <a:off x="8344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4" name=""/>
          <p:cNvSpPr/>
          <p:nvPr/>
        </p:nvSpPr>
        <p:spPr>
          <a:xfrm>
            <a:off x="8413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5" name=""/>
          <p:cNvSpPr/>
          <p:nvPr/>
        </p:nvSpPr>
        <p:spPr>
          <a:xfrm>
            <a:off x="848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6" name=""/>
          <p:cNvSpPr/>
          <p:nvPr/>
        </p:nvSpPr>
        <p:spPr>
          <a:xfrm>
            <a:off x="8546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7" name=""/>
          <p:cNvSpPr/>
          <p:nvPr/>
        </p:nvSpPr>
        <p:spPr>
          <a:xfrm>
            <a:off x="861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8" name=""/>
          <p:cNvSpPr/>
          <p:nvPr/>
        </p:nvSpPr>
        <p:spPr>
          <a:xfrm>
            <a:off x="867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9" name=""/>
          <p:cNvSpPr/>
          <p:nvPr/>
        </p:nvSpPr>
        <p:spPr>
          <a:xfrm>
            <a:off x="874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0" name=""/>
          <p:cNvSpPr/>
          <p:nvPr/>
        </p:nvSpPr>
        <p:spPr>
          <a:xfrm>
            <a:off x="881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1" name=""/>
          <p:cNvSpPr/>
          <p:nvPr/>
        </p:nvSpPr>
        <p:spPr>
          <a:xfrm>
            <a:off x="888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2" name=""/>
          <p:cNvSpPr/>
          <p:nvPr/>
        </p:nvSpPr>
        <p:spPr>
          <a:xfrm>
            <a:off x="894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3" name=""/>
          <p:cNvSpPr/>
          <p:nvPr/>
        </p:nvSpPr>
        <p:spPr>
          <a:xfrm>
            <a:off x="901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4" name=""/>
          <p:cNvSpPr/>
          <p:nvPr/>
        </p:nvSpPr>
        <p:spPr>
          <a:xfrm>
            <a:off x="908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5" name=""/>
          <p:cNvSpPr/>
          <p:nvPr/>
        </p:nvSpPr>
        <p:spPr>
          <a:xfrm>
            <a:off x="915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6" name=""/>
          <p:cNvSpPr/>
          <p:nvPr/>
        </p:nvSpPr>
        <p:spPr>
          <a:xfrm>
            <a:off x="921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7" name=""/>
          <p:cNvSpPr/>
          <p:nvPr/>
        </p:nvSpPr>
        <p:spPr>
          <a:xfrm>
            <a:off x="928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8" name=""/>
          <p:cNvSpPr/>
          <p:nvPr/>
        </p:nvSpPr>
        <p:spPr>
          <a:xfrm>
            <a:off x="934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9" name=""/>
          <p:cNvSpPr/>
          <p:nvPr/>
        </p:nvSpPr>
        <p:spPr>
          <a:xfrm>
            <a:off x="941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0" name=""/>
          <p:cNvSpPr/>
          <p:nvPr/>
        </p:nvSpPr>
        <p:spPr>
          <a:xfrm>
            <a:off x="948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1" name=""/>
          <p:cNvSpPr/>
          <p:nvPr/>
        </p:nvSpPr>
        <p:spPr>
          <a:xfrm>
            <a:off x="955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2" name=""/>
          <p:cNvSpPr/>
          <p:nvPr/>
        </p:nvSpPr>
        <p:spPr>
          <a:xfrm>
            <a:off x="961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3" name=""/>
          <p:cNvSpPr/>
          <p:nvPr/>
        </p:nvSpPr>
        <p:spPr>
          <a:xfrm>
            <a:off x="965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4" name=""/>
          <p:cNvSpPr/>
          <p:nvPr/>
        </p:nvSpPr>
        <p:spPr>
          <a:xfrm>
            <a:off x="968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5" name=""/>
          <p:cNvSpPr/>
          <p:nvPr/>
        </p:nvSpPr>
        <p:spPr>
          <a:xfrm>
            <a:off x="972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6" name=""/>
          <p:cNvSpPr/>
          <p:nvPr/>
        </p:nvSpPr>
        <p:spPr>
          <a:xfrm>
            <a:off x="975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7" name=""/>
          <p:cNvSpPr/>
          <p:nvPr/>
        </p:nvSpPr>
        <p:spPr>
          <a:xfrm>
            <a:off x="978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8" name=""/>
          <p:cNvSpPr/>
          <p:nvPr/>
        </p:nvSpPr>
        <p:spPr>
          <a:xfrm>
            <a:off x="982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9" name=""/>
          <p:cNvSpPr/>
          <p:nvPr/>
        </p:nvSpPr>
        <p:spPr>
          <a:xfrm>
            <a:off x="985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0" name=""/>
          <p:cNvSpPr/>
          <p:nvPr/>
        </p:nvSpPr>
        <p:spPr>
          <a:xfrm>
            <a:off x="9885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1" name=""/>
          <p:cNvSpPr/>
          <p:nvPr/>
        </p:nvSpPr>
        <p:spPr>
          <a:xfrm>
            <a:off x="992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2" name=""/>
          <p:cNvSpPr/>
          <p:nvPr/>
        </p:nvSpPr>
        <p:spPr>
          <a:xfrm>
            <a:off x="995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3" name=""/>
          <p:cNvSpPr/>
          <p:nvPr/>
        </p:nvSpPr>
        <p:spPr>
          <a:xfrm>
            <a:off x="998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4" name=""/>
          <p:cNvSpPr/>
          <p:nvPr/>
        </p:nvSpPr>
        <p:spPr>
          <a:xfrm>
            <a:off x="1001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5" name=""/>
          <p:cNvSpPr/>
          <p:nvPr/>
        </p:nvSpPr>
        <p:spPr>
          <a:xfrm>
            <a:off x="1005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6" name=""/>
          <p:cNvSpPr/>
          <p:nvPr/>
        </p:nvSpPr>
        <p:spPr>
          <a:xfrm>
            <a:off x="1008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7" name=""/>
          <p:cNvSpPr/>
          <p:nvPr/>
        </p:nvSpPr>
        <p:spPr>
          <a:xfrm>
            <a:off x="1011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8" name=""/>
          <p:cNvSpPr/>
          <p:nvPr/>
        </p:nvSpPr>
        <p:spPr>
          <a:xfrm>
            <a:off x="1015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9" name=""/>
          <p:cNvSpPr/>
          <p:nvPr/>
        </p:nvSpPr>
        <p:spPr>
          <a:xfrm>
            <a:off x="1018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0" name=""/>
          <p:cNvSpPr/>
          <p:nvPr/>
        </p:nvSpPr>
        <p:spPr>
          <a:xfrm>
            <a:off x="102204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1" name=""/>
          <p:cNvSpPr/>
          <p:nvPr/>
        </p:nvSpPr>
        <p:spPr>
          <a:xfrm>
            <a:off x="1025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2" name=""/>
          <p:cNvSpPr/>
          <p:nvPr/>
        </p:nvSpPr>
        <p:spPr>
          <a:xfrm>
            <a:off x="1028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3" name=""/>
          <p:cNvSpPr/>
          <p:nvPr/>
        </p:nvSpPr>
        <p:spPr>
          <a:xfrm>
            <a:off x="1032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4" name=""/>
          <p:cNvSpPr/>
          <p:nvPr/>
        </p:nvSpPr>
        <p:spPr>
          <a:xfrm>
            <a:off x="1035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5" name=""/>
          <p:cNvSpPr/>
          <p:nvPr/>
        </p:nvSpPr>
        <p:spPr>
          <a:xfrm>
            <a:off x="1038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6" name=""/>
          <p:cNvSpPr/>
          <p:nvPr/>
        </p:nvSpPr>
        <p:spPr>
          <a:xfrm>
            <a:off x="1042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7" name=""/>
          <p:cNvSpPr/>
          <p:nvPr/>
        </p:nvSpPr>
        <p:spPr>
          <a:xfrm>
            <a:off x="1045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8" name=""/>
          <p:cNvSpPr/>
          <p:nvPr/>
        </p:nvSpPr>
        <p:spPr>
          <a:xfrm>
            <a:off x="1049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9" name=""/>
          <p:cNvSpPr/>
          <p:nvPr/>
        </p:nvSpPr>
        <p:spPr>
          <a:xfrm>
            <a:off x="1052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0" name=""/>
          <p:cNvSpPr/>
          <p:nvPr/>
        </p:nvSpPr>
        <p:spPr>
          <a:xfrm>
            <a:off x="1055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1" name=""/>
          <p:cNvSpPr/>
          <p:nvPr/>
        </p:nvSpPr>
        <p:spPr>
          <a:xfrm>
            <a:off x="1059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2" name=""/>
          <p:cNvSpPr/>
          <p:nvPr/>
        </p:nvSpPr>
        <p:spPr>
          <a:xfrm>
            <a:off x="1062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3" name=""/>
          <p:cNvSpPr/>
          <p:nvPr/>
        </p:nvSpPr>
        <p:spPr>
          <a:xfrm>
            <a:off x="1065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4" name=""/>
          <p:cNvSpPr/>
          <p:nvPr/>
        </p:nvSpPr>
        <p:spPr>
          <a:xfrm>
            <a:off x="1068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5" name=""/>
          <p:cNvSpPr/>
          <p:nvPr/>
        </p:nvSpPr>
        <p:spPr>
          <a:xfrm>
            <a:off x="1072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6" name=""/>
          <p:cNvSpPr/>
          <p:nvPr/>
        </p:nvSpPr>
        <p:spPr>
          <a:xfrm>
            <a:off x="1075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7" name=""/>
          <p:cNvSpPr/>
          <p:nvPr/>
        </p:nvSpPr>
        <p:spPr>
          <a:xfrm>
            <a:off x="10789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8" name=""/>
          <p:cNvSpPr/>
          <p:nvPr/>
        </p:nvSpPr>
        <p:spPr>
          <a:xfrm>
            <a:off x="1082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9" name=""/>
          <p:cNvSpPr/>
          <p:nvPr/>
        </p:nvSpPr>
        <p:spPr>
          <a:xfrm>
            <a:off x="1085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0" name=""/>
          <p:cNvSpPr/>
          <p:nvPr/>
        </p:nvSpPr>
        <p:spPr>
          <a:xfrm>
            <a:off x="1089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1" name=""/>
          <p:cNvSpPr/>
          <p:nvPr/>
        </p:nvSpPr>
        <p:spPr>
          <a:xfrm>
            <a:off x="1092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2" name=""/>
          <p:cNvSpPr/>
          <p:nvPr/>
        </p:nvSpPr>
        <p:spPr>
          <a:xfrm>
            <a:off x="1095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3" name=""/>
          <p:cNvSpPr/>
          <p:nvPr/>
        </p:nvSpPr>
        <p:spPr>
          <a:xfrm>
            <a:off x="1099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4" name=""/>
          <p:cNvSpPr/>
          <p:nvPr/>
        </p:nvSpPr>
        <p:spPr>
          <a:xfrm>
            <a:off x="1102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5" name=""/>
          <p:cNvSpPr/>
          <p:nvPr/>
        </p:nvSpPr>
        <p:spPr>
          <a:xfrm>
            <a:off x="1105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6" name=""/>
          <p:cNvSpPr/>
          <p:nvPr/>
        </p:nvSpPr>
        <p:spPr>
          <a:xfrm>
            <a:off x="1109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7" name=""/>
          <p:cNvSpPr/>
          <p:nvPr/>
        </p:nvSpPr>
        <p:spPr>
          <a:xfrm>
            <a:off x="1112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8" name=""/>
          <p:cNvSpPr/>
          <p:nvPr/>
        </p:nvSpPr>
        <p:spPr>
          <a:xfrm>
            <a:off x="1116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9" name=""/>
          <p:cNvSpPr/>
          <p:nvPr/>
        </p:nvSpPr>
        <p:spPr>
          <a:xfrm>
            <a:off x="1119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0" name=""/>
          <p:cNvSpPr/>
          <p:nvPr/>
        </p:nvSpPr>
        <p:spPr>
          <a:xfrm>
            <a:off x="112248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1" name=""/>
          <p:cNvSpPr/>
          <p:nvPr/>
        </p:nvSpPr>
        <p:spPr>
          <a:xfrm>
            <a:off x="1126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2" name=""/>
          <p:cNvSpPr/>
          <p:nvPr/>
        </p:nvSpPr>
        <p:spPr>
          <a:xfrm>
            <a:off x="1129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3" name=""/>
          <p:cNvSpPr/>
          <p:nvPr/>
        </p:nvSpPr>
        <p:spPr>
          <a:xfrm>
            <a:off x="1132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4" name=""/>
          <p:cNvSpPr/>
          <p:nvPr/>
        </p:nvSpPr>
        <p:spPr>
          <a:xfrm>
            <a:off x="1135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5" name=""/>
          <p:cNvSpPr/>
          <p:nvPr/>
        </p:nvSpPr>
        <p:spPr>
          <a:xfrm>
            <a:off x="1139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6" name=""/>
          <p:cNvSpPr/>
          <p:nvPr/>
        </p:nvSpPr>
        <p:spPr>
          <a:xfrm>
            <a:off x="1142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7" name=""/>
          <p:cNvSpPr/>
          <p:nvPr/>
        </p:nvSpPr>
        <p:spPr>
          <a:xfrm>
            <a:off x="1145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8" name=""/>
          <p:cNvSpPr/>
          <p:nvPr/>
        </p:nvSpPr>
        <p:spPr>
          <a:xfrm>
            <a:off x="1149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9" name=""/>
          <p:cNvSpPr/>
          <p:nvPr/>
        </p:nvSpPr>
        <p:spPr>
          <a:xfrm>
            <a:off x="1152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0" name=""/>
          <p:cNvSpPr/>
          <p:nvPr/>
        </p:nvSpPr>
        <p:spPr>
          <a:xfrm>
            <a:off x="1155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1" name=""/>
          <p:cNvSpPr/>
          <p:nvPr/>
        </p:nvSpPr>
        <p:spPr>
          <a:xfrm>
            <a:off x="1159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2" name=""/>
          <p:cNvSpPr/>
          <p:nvPr/>
        </p:nvSpPr>
        <p:spPr>
          <a:xfrm>
            <a:off x="1162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3" name=""/>
          <p:cNvSpPr/>
          <p:nvPr/>
        </p:nvSpPr>
        <p:spPr>
          <a:xfrm>
            <a:off x="11660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4" name=""/>
          <p:cNvSpPr/>
          <p:nvPr/>
        </p:nvSpPr>
        <p:spPr>
          <a:xfrm>
            <a:off x="1169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5" name=""/>
          <p:cNvSpPr/>
          <p:nvPr/>
        </p:nvSpPr>
        <p:spPr>
          <a:xfrm>
            <a:off x="1172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6" name=""/>
          <p:cNvSpPr/>
          <p:nvPr/>
        </p:nvSpPr>
        <p:spPr>
          <a:xfrm>
            <a:off x="1176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7" name=""/>
          <p:cNvSpPr/>
          <p:nvPr/>
        </p:nvSpPr>
        <p:spPr>
          <a:xfrm>
            <a:off x="1179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8" name=""/>
          <p:cNvSpPr/>
          <p:nvPr/>
        </p:nvSpPr>
        <p:spPr>
          <a:xfrm>
            <a:off x="1182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9" name=""/>
          <p:cNvSpPr/>
          <p:nvPr/>
        </p:nvSpPr>
        <p:spPr>
          <a:xfrm>
            <a:off x="1186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0" name=""/>
          <p:cNvSpPr/>
          <p:nvPr/>
        </p:nvSpPr>
        <p:spPr>
          <a:xfrm>
            <a:off x="1189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1" name=""/>
          <p:cNvSpPr/>
          <p:nvPr/>
        </p:nvSpPr>
        <p:spPr>
          <a:xfrm>
            <a:off x="1193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2" name=""/>
          <p:cNvSpPr/>
          <p:nvPr/>
        </p:nvSpPr>
        <p:spPr>
          <a:xfrm>
            <a:off x="1196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3" name=""/>
          <p:cNvSpPr/>
          <p:nvPr/>
        </p:nvSpPr>
        <p:spPr>
          <a:xfrm>
            <a:off x="1199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4" name=""/>
          <p:cNvSpPr/>
          <p:nvPr/>
        </p:nvSpPr>
        <p:spPr>
          <a:xfrm>
            <a:off x="1203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5" name=""/>
          <p:cNvSpPr/>
          <p:nvPr/>
        </p:nvSpPr>
        <p:spPr>
          <a:xfrm>
            <a:off x="1206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6" name=""/>
          <p:cNvSpPr/>
          <p:nvPr/>
        </p:nvSpPr>
        <p:spPr>
          <a:xfrm>
            <a:off x="1209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7" name=""/>
          <p:cNvSpPr/>
          <p:nvPr/>
        </p:nvSpPr>
        <p:spPr>
          <a:xfrm>
            <a:off x="1212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8" name=""/>
          <p:cNvSpPr/>
          <p:nvPr/>
        </p:nvSpPr>
        <p:spPr>
          <a:xfrm>
            <a:off x="1216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9" name=""/>
          <p:cNvSpPr/>
          <p:nvPr/>
        </p:nvSpPr>
        <p:spPr>
          <a:xfrm>
            <a:off x="1219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0" name=""/>
          <p:cNvSpPr/>
          <p:nvPr/>
        </p:nvSpPr>
        <p:spPr>
          <a:xfrm>
            <a:off x="122292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1" name=""/>
          <p:cNvSpPr/>
          <p:nvPr/>
        </p:nvSpPr>
        <p:spPr>
          <a:xfrm>
            <a:off x="1226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2" name=""/>
          <p:cNvSpPr/>
          <p:nvPr/>
        </p:nvSpPr>
        <p:spPr>
          <a:xfrm>
            <a:off x="1229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3" name=""/>
          <p:cNvSpPr/>
          <p:nvPr/>
        </p:nvSpPr>
        <p:spPr>
          <a:xfrm>
            <a:off x="1233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4" name=""/>
          <p:cNvSpPr/>
          <p:nvPr/>
        </p:nvSpPr>
        <p:spPr>
          <a:xfrm>
            <a:off x="1236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5" name=""/>
          <p:cNvSpPr/>
          <p:nvPr/>
        </p:nvSpPr>
        <p:spPr>
          <a:xfrm>
            <a:off x="1239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6" name=""/>
          <p:cNvSpPr/>
          <p:nvPr/>
        </p:nvSpPr>
        <p:spPr>
          <a:xfrm>
            <a:off x="1243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7" name=""/>
          <p:cNvSpPr/>
          <p:nvPr/>
        </p:nvSpPr>
        <p:spPr>
          <a:xfrm>
            <a:off x="1246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8" name=""/>
          <p:cNvSpPr/>
          <p:nvPr/>
        </p:nvSpPr>
        <p:spPr>
          <a:xfrm>
            <a:off x="1249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9" name=""/>
          <p:cNvSpPr/>
          <p:nvPr/>
        </p:nvSpPr>
        <p:spPr>
          <a:xfrm>
            <a:off x="1253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0" name=""/>
          <p:cNvSpPr/>
          <p:nvPr/>
        </p:nvSpPr>
        <p:spPr>
          <a:xfrm>
            <a:off x="1256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1" name=""/>
          <p:cNvSpPr/>
          <p:nvPr/>
        </p:nvSpPr>
        <p:spPr>
          <a:xfrm>
            <a:off x="1260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2" name=""/>
          <p:cNvSpPr/>
          <p:nvPr/>
        </p:nvSpPr>
        <p:spPr>
          <a:xfrm>
            <a:off x="1263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3" name=""/>
          <p:cNvSpPr/>
          <p:nvPr/>
        </p:nvSpPr>
        <p:spPr>
          <a:xfrm>
            <a:off x="1266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4" name=""/>
          <p:cNvSpPr/>
          <p:nvPr/>
        </p:nvSpPr>
        <p:spPr>
          <a:xfrm>
            <a:off x="1270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5" name=""/>
          <p:cNvSpPr/>
          <p:nvPr/>
        </p:nvSpPr>
        <p:spPr>
          <a:xfrm>
            <a:off x="1273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6" name=""/>
          <p:cNvSpPr/>
          <p:nvPr/>
        </p:nvSpPr>
        <p:spPr>
          <a:xfrm>
            <a:off x="1276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7" name=""/>
          <p:cNvSpPr/>
          <p:nvPr/>
        </p:nvSpPr>
        <p:spPr>
          <a:xfrm>
            <a:off x="1279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8" name=""/>
          <p:cNvSpPr/>
          <p:nvPr/>
        </p:nvSpPr>
        <p:spPr>
          <a:xfrm>
            <a:off x="1283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9" name=""/>
          <p:cNvSpPr/>
          <p:nvPr/>
        </p:nvSpPr>
        <p:spPr>
          <a:xfrm>
            <a:off x="1286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0" name=""/>
          <p:cNvSpPr/>
          <p:nvPr/>
        </p:nvSpPr>
        <p:spPr>
          <a:xfrm>
            <a:off x="1289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1" name=""/>
          <p:cNvSpPr/>
          <p:nvPr/>
        </p:nvSpPr>
        <p:spPr>
          <a:xfrm>
            <a:off x="1293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2" name=""/>
          <p:cNvSpPr/>
          <p:nvPr/>
        </p:nvSpPr>
        <p:spPr>
          <a:xfrm>
            <a:off x="1296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3" name=""/>
          <p:cNvSpPr/>
          <p:nvPr/>
        </p:nvSpPr>
        <p:spPr>
          <a:xfrm>
            <a:off x="1299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4" name=""/>
          <p:cNvSpPr/>
          <p:nvPr/>
        </p:nvSpPr>
        <p:spPr>
          <a:xfrm>
            <a:off x="1303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5" name=""/>
          <p:cNvSpPr/>
          <p:nvPr/>
        </p:nvSpPr>
        <p:spPr>
          <a:xfrm>
            <a:off x="1306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6" name=""/>
          <p:cNvSpPr/>
          <p:nvPr/>
        </p:nvSpPr>
        <p:spPr>
          <a:xfrm>
            <a:off x="1310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7" name=""/>
          <p:cNvSpPr/>
          <p:nvPr/>
        </p:nvSpPr>
        <p:spPr>
          <a:xfrm>
            <a:off x="13132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8" name=""/>
          <p:cNvSpPr/>
          <p:nvPr/>
        </p:nvSpPr>
        <p:spPr>
          <a:xfrm>
            <a:off x="1316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9" name=""/>
          <p:cNvSpPr/>
          <p:nvPr/>
        </p:nvSpPr>
        <p:spPr>
          <a:xfrm>
            <a:off x="1320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0" name=""/>
          <p:cNvSpPr/>
          <p:nvPr/>
        </p:nvSpPr>
        <p:spPr>
          <a:xfrm>
            <a:off x="132336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1" name=""/>
          <p:cNvSpPr/>
          <p:nvPr/>
        </p:nvSpPr>
        <p:spPr>
          <a:xfrm>
            <a:off x="1326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2" name=""/>
          <p:cNvSpPr/>
          <p:nvPr/>
        </p:nvSpPr>
        <p:spPr>
          <a:xfrm>
            <a:off x="1330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3" name=""/>
          <p:cNvSpPr/>
          <p:nvPr/>
        </p:nvSpPr>
        <p:spPr>
          <a:xfrm>
            <a:off x="1333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4" name=""/>
          <p:cNvSpPr/>
          <p:nvPr/>
        </p:nvSpPr>
        <p:spPr>
          <a:xfrm>
            <a:off x="1337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5" name=""/>
          <p:cNvSpPr/>
          <p:nvPr/>
        </p:nvSpPr>
        <p:spPr>
          <a:xfrm>
            <a:off x="1340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6" name=""/>
          <p:cNvSpPr/>
          <p:nvPr/>
        </p:nvSpPr>
        <p:spPr>
          <a:xfrm>
            <a:off x="1343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7" name=""/>
          <p:cNvSpPr/>
          <p:nvPr/>
        </p:nvSpPr>
        <p:spPr>
          <a:xfrm>
            <a:off x="13467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8" name=""/>
          <p:cNvSpPr/>
          <p:nvPr/>
        </p:nvSpPr>
        <p:spPr>
          <a:xfrm>
            <a:off x="1350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9" name=""/>
          <p:cNvSpPr/>
          <p:nvPr/>
        </p:nvSpPr>
        <p:spPr>
          <a:xfrm>
            <a:off x="1353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0" name=""/>
          <p:cNvSpPr/>
          <p:nvPr/>
        </p:nvSpPr>
        <p:spPr>
          <a:xfrm>
            <a:off x="1356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1" name=""/>
          <p:cNvSpPr/>
          <p:nvPr/>
        </p:nvSpPr>
        <p:spPr>
          <a:xfrm>
            <a:off x="1360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2" name=""/>
          <p:cNvSpPr/>
          <p:nvPr/>
        </p:nvSpPr>
        <p:spPr>
          <a:xfrm>
            <a:off x="1363680" y="393372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3" name=""/>
          <p:cNvSpPr/>
          <p:nvPr/>
        </p:nvSpPr>
        <p:spPr>
          <a:xfrm>
            <a:off x="1366920" y="393372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4" name=""/>
          <p:cNvSpPr/>
          <p:nvPr/>
        </p:nvSpPr>
        <p:spPr>
          <a:xfrm>
            <a:off x="1370520" y="393408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5" name=""/>
          <p:cNvSpPr/>
          <p:nvPr/>
        </p:nvSpPr>
        <p:spPr>
          <a:xfrm>
            <a:off x="1373760" y="393480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6" name=""/>
          <p:cNvSpPr/>
          <p:nvPr/>
        </p:nvSpPr>
        <p:spPr>
          <a:xfrm>
            <a:off x="1377000" y="393588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7" name=""/>
          <p:cNvSpPr/>
          <p:nvPr/>
        </p:nvSpPr>
        <p:spPr>
          <a:xfrm>
            <a:off x="1380600" y="3938040"/>
            <a:ext cx="3600" cy="39240"/>
          </a:xfrm>
          <a:custGeom>
            <a:avLst/>
            <a:gdLst/>
            <a:ahLst/>
            <a:rect l="0" t="0" r="r" b="b"/>
            <a:pathLst>
              <a:path w="10" h="109">
                <a:moveTo>
                  <a:pt x="9" y="7"/>
                </a:moveTo>
                <a:lnTo>
                  <a:pt x="10" y="8"/>
                </a:lnTo>
                <a:lnTo>
                  <a:pt x="10" y="101"/>
                </a:lnTo>
                <a:cubicBezTo>
                  <a:pt x="10" y="101"/>
                  <a:pt x="9" y="101"/>
                  <a:pt x="9" y="102"/>
                </a:cubicBez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8" name=""/>
          <p:cNvSpPr/>
          <p:nvPr/>
        </p:nvSpPr>
        <p:spPr>
          <a:xfrm>
            <a:off x="1383840" y="394092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9" name=""/>
          <p:cNvSpPr/>
          <p:nvPr/>
        </p:nvSpPr>
        <p:spPr>
          <a:xfrm>
            <a:off x="1387080" y="394524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0" name=""/>
          <p:cNvSpPr txBox="1"/>
          <p:nvPr/>
        </p:nvSpPr>
        <p:spPr>
          <a:xfrm>
            <a:off x="533520" y="3419280"/>
            <a:ext cx="79920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組み</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4" name=""/>
          <p:cNvSpPr/>
          <p:nvPr/>
        </p:nvSpPr>
        <p:spPr>
          <a:xfrm>
            <a:off x="571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5" name=""/>
          <p:cNvSpPr/>
          <p:nvPr/>
        </p:nvSpPr>
        <p:spPr>
          <a:xfrm>
            <a:off x="917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6" name=""/>
          <p:cNvSpPr/>
          <p:nvPr/>
        </p:nvSpPr>
        <p:spPr>
          <a:xfrm>
            <a:off x="1264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7" name=""/>
          <p:cNvSpPr/>
          <p:nvPr/>
        </p:nvSpPr>
        <p:spPr>
          <a:xfrm>
            <a:off x="1610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8" name=""/>
          <p:cNvSpPr/>
          <p:nvPr/>
        </p:nvSpPr>
        <p:spPr>
          <a:xfrm>
            <a:off x="1957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9" name=""/>
          <p:cNvSpPr/>
          <p:nvPr/>
        </p:nvSpPr>
        <p:spPr>
          <a:xfrm>
            <a:off x="2303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0" name=""/>
          <p:cNvSpPr/>
          <p:nvPr/>
        </p:nvSpPr>
        <p:spPr>
          <a:xfrm>
            <a:off x="2650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1" name=""/>
          <p:cNvSpPr/>
          <p:nvPr/>
        </p:nvSpPr>
        <p:spPr>
          <a:xfrm>
            <a:off x="2996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2" name=""/>
          <p:cNvSpPr/>
          <p:nvPr/>
        </p:nvSpPr>
        <p:spPr>
          <a:xfrm>
            <a:off x="334296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3" name=""/>
          <p:cNvSpPr/>
          <p:nvPr/>
        </p:nvSpPr>
        <p:spPr>
          <a:xfrm>
            <a:off x="403596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4" name=""/>
          <p:cNvSpPr/>
          <p:nvPr/>
        </p:nvSpPr>
        <p:spPr>
          <a:xfrm>
            <a:off x="4382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5" name=""/>
          <p:cNvSpPr/>
          <p:nvPr/>
        </p:nvSpPr>
        <p:spPr>
          <a:xfrm>
            <a:off x="4728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6" name=""/>
          <p:cNvSpPr/>
          <p:nvPr/>
        </p:nvSpPr>
        <p:spPr>
          <a:xfrm>
            <a:off x="5075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7" name=""/>
          <p:cNvSpPr/>
          <p:nvPr/>
        </p:nvSpPr>
        <p:spPr>
          <a:xfrm>
            <a:off x="5421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8" name=""/>
          <p:cNvSpPr/>
          <p:nvPr/>
        </p:nvSpPr>
        <p:spPr>
          <a:xfrm>
            <a:off x="5768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9" name=""/>
          <p:cNvSpPr/>
          <p:nvPr/>
        </p:nvSpPr>
        <p:spPr>
          <a:xfrm>
            <a:off x="6114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0" name=""/>
          <p:cNvSpPr/>
          <p:nvPr/>
        </p:nvSpPr>
        <p:spPr>
          <a:xfrm>
            <a:off x="6461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1" name=""/>
          <p:cNvSpPr/>
          <p:nvPr/>
        </p:nvSpPr>
        <p:spPr>
          <a:xfrm>
            <a:off x="6807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2" name=""/>
          <p:cNvSpPr/>
          <p:nvPr/>
        </p:nvSpPr>
        <p:spPr>
          <a:xfrm>
            <a:off x="7154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3" name=""/>
          <p:cNvSpPr/>
          <p:nvPr/>
        </p:nvSpPr>
        <p:spPr>
          <a:xfrm>
            <a:off x="750060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4" name=""/>
          <p:cNvSpPr/>
          <p:nvPr/>
        </p:nvSpPr>
        <p:spPr>
          <a:xfrm>
            <a:off x="8193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5" name=""/>
          <p:cNvSpPr/>
          <p:nvPr/>
        </p:nvSpPr>
        <p:spPr>
          <a:xfrm>
            <a:off x="8540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6" name=""/>
          <p:cNvSpPr/>
          <p:nvPr/>
        </p:nvSpPr>
        <p:spPr>
          <a:xfrm>
            <a:off x="8886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7" name=""/>
          <p:cNvSpPr/>
          <p:nvPr/>
        </p:nvSpPr>
        <p:spPr>
          <a:xfrm>
            <a:off x="9233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8" name=""/>
          <p:cNvSpPr/>
          <p:nvPr/>
        </p:nvSpPr>
        <p:spPr>
          <a:xfrm>
            <a:off x="9579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9" name=""/>
          <p:cNvSpPr/>
          <p:nvPr/>
        </p:nvSpPr>
        <p:spPr>
          <a:xfrm>
            <a:off x="9925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0" name=""/>
          <p:cNvSpPr/>
          <p:nvPr/>
        </p:nvSpPr>
        <p:spPr>
          <a:xfrm>
            <a:off x="10272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1" name=""/>
          <p:cNvSpPr/>
          <p:nvPr/>
        </p:nvSpPr>
        <p:spPr>
          <a:xfrm>
            <a:off x="10618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2" name=""/>
          <p:cNvSpPr/>
          <p:nvPr/>
        </p:nvSpPr>
        <p:spPr>
          <a:xfrm>
            <a:off x="10965600" y="6219720"/>
            <a:ext cx="693000" cy="466920"/>
          </a:xfrm>
          <a:custGeom>
            <a:avLst/>
            <a:gdLst/>
            <a:ahLst/>
            <a:rect l="0" t="0" r="r" b="b"/>
            <a:pathLst>
              <a:path w="1925" h="1297">
                <a:moveTo>
                  <a:pt x="1820" y="0"/>
                </a:moveTo>
                <a:cubicBezTo>
                  <a:pt x="1849" y="0"/>
                  <a:pt x="1874" y="10"/>
                  <a:pt x="1894" y="31"/>
                </a:cubicBezTo>
                <a:cubicBezTo>
                  <a:pt x="1915" y="51"/>
                  <a:pt x="1925" y="76"/>
                  <a:pt x="1925" y="106"/>
                </a:cubicBezTo>
                <a:lnTo>
                  <a:pt x="1925" y="1191"/>
                </a:lnTo>
                <a:cubicBezTo>
                  <a:pt x="1925" y="1221"/>
                  <a:pt x="1915" y="1246"/>
                  <a:pt x="1894" y="1266"/>
                </a:cubicBezTo>
                <a:cubicBezTo>
                  <a:pt x="1874" y="1287"/>
                  <a:pt x="1849" y="1297"/>
                  <a:pt x="1820" y="1297"/>
                </a:cubicBezTo>
                <a:lnTo>
                  <a:pt x="0" y="1297"/>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3" name=""/>
          <p:cNvSpPr/>
          <p:nvPr/>
        </p:nvSpPr>
        <p:spPr>
          <a:xfrm>
            <a:off x="533160" y="6219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4"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5" name=""/>
          <p:cNvSpPr txBox="1"/>
          <p:nvPr/>
        </p:nvSpPr>
        <p:spPr>
          <a:xfrm>
            <a:off x="799920" y="13521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926" name=""/>
          <p:cNvSpPr txBox="1"/>
          <p:nvPr/>
        </p:nvSpPr>
        <p:spPr>
          <a:xfrm>
            <a:off x="1360800" y="136116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2927" name=""/>
          <p:cNvSpPr txBox="1"/>
          <p:nvPr/>
        </p:nvSpPr>
        <p:spPr>
          <a:xfrm>
            <a:off x="799920" y="170388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2928" name=""/>
          <p:cNvSpPr txBox="1"/>
          <p:nvPr/>
        </p:nvSpPr>
        <p:spPr>
          <a:xfrm>
            <a:off x="799920" y="20469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2929"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0" name=""/>
          <p:cNvSpPr txBox="1"/>
          <p:nvPr/>
        </p:nvSpPr>
        <p:spPr>
          <a:xfrm>
            <a:off x="799920" y="23896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2931" name=""/>
          <p:cNvSpPr txBox="1"/>
          <p:nvPr/>
        </p:nvSpPr>
        <p:spPr>
          <a:xfrm>
            <a:off x="7999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2932" name=""/>
          <p:cNvSpPr txBox="1"/>
          <p:nvPr/>
        </p:nvSpPr>
        <p:spPr>
          <a:xfrm>
            <a:off x="2705040" y="27712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2933" name=""/>
          <p:cNvSpPr txBox="1"/>
          <p:nvPr/>
        </p:nvSpPr>
        <p:spPr>
          <a:xfrm>
            <a:off x="3489840" y="2780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2934" name=""/>
          <p:cNvSpPr txBox="1"/>
          <p:nvPr/>
        </p:nvSpPr>
        <p:spPr>
          <a:xfrm>
            <a:off x="799920" y="31233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2935" name=""/>
          <p:cNvSpPr txBox="1"/>
          <p:nvPr/>
        </p:nvSpPr>
        <p:spPr>
          <a:xfrm>
            <a:off x="799920" y="34660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2936" name=""/>
          <p:cNvSpPr txBox="1"/>
          <p:nvPr/>
        </p:nvSpPr>
        <p:spPr>
          <a:xfrm>
            <a:off x="2697480" y="34570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2937" name=""/>
          <p:cNvSpPr/>
          <p:nvPr/>
        </p:nvSpPr>
        <p:spPr>
          <a:xfrm>
            <a:off x="618840" y="39528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8" name=""/>
          <p:cNvSpPr txBox="1"/>
          <p:nvPr/>
        </p:nvSpPr>
        <p:spPr>
          <a:xfrm>
            <a:off x="3482280" y="34660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2939" name=""/>
          <p:cNvSpPr txBox="1"/>
          <p:nvPr/>
        </p:nvSpPr>
        <p:spPr>
          <a:xfrm>
            <a:off x="799920" y="386604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2940" name=""/>
          <p:cNvSpPr txBox="1"/>
          <p:nvPr/>
        </p:nvSpPr>
        <p:spPr>
          <a:xfrm>
            <a:off x="3085920" y="385740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941" name=""/>
          <p:cNvSpPr txBox="1"/>
          <p:nvPr/>
        </p:nvSpPr>
        <p:spPr>
          <a:xfrm>
            <a:off x="3139200" y="386604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2942" name=""/>
          <p:cNvSpPr txBox="1"/>
          <p:nvPr/>
        </p:nvSpPr>
        <p:spPr>
          <a:xfrm>
            <a:off x="799920" y="421848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2943"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4" name=""/>
          <p:cNvSpPr txBox="1"/>
          <p:nvPr/>
        </p:nvSpPr>
        <p:spPr>
          <a:xfrm>
            <a:off x="799920" y="457092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2945" name=""/>
          <p:cNvSpPr txBox="1"/>
          <p:nvPr/>
        </p:nvSpPr>
        <p:spPr>
          <a:xfrm>
            <a:off x="799920" y="496152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2946" name=""/>
          <p:cNvSpPr txBox="1"/>
          <p:nvPr/>
        </p:nvSpPr>
        <p:spPr>
          <a:xfrm>
            <a:off x="799920" y="5304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2947" name=""/>
          <p:cNvPicPr/>
          <p:nvPr/>
        </p:nvPicPr>
        <p:blipFill>
          <a:blip r:embed="rId1"/>
          <a:stretch/>
        </p:blipFill>
        <p:spPr>
          <a:xfrm>
            <a:off x="4952880" y="1295280"/>
            <a:ext cx="3400200" cy="3333240"/>
          </a:xfrm>
          <a:prstGeom prst="rect">
            <a:avLst/>
          </a:prstGeom>
          <a:noFill/>
          <a:ln w="0">
            <a:noFill/>
          </a:ln>
        </p:spPr>
      </p:pic>
      <p:pic>
        <p:nvPicPr>
          <p:cNvPr id="2948" name=""/>
          <p:cNvPicPr/>
          <p:nvPr/>
        </p:nvPicPr>
        <p:blipFill>
          <a:blip r:embed="rId2"/>
          <a:stretch/>
        </p:blipFill>
        <p:spPr>
          <a:xfrm>
            <a:off x="8429760" y="1295280"/>
            <a:ext cx="3400200" cy="3333240"/>
          </a:xfrm>
          <a:prstGeom prst="rect">
            <a:avLst/>
          </a:prstGeom>
          <a:noFill/>
          <a:ln w="0">
            <a:noFill/>
          </a:ln>
        </p:spPr>
      </p:pic>
      <p:sp>
        <p:nvSpPr>
          <p:cNvPr id="2949" name=""/>
          <p:cNvSpPr txBox="1"/>
          <p:nvPr/>
        </p:nvSpPr>
        <p:spPr>
          <a:xfrm>
            <a:off x="799920" y="56473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2950" name=""/>
          <p:cNvSpPr txBox="1"/>
          <p:nvPr/>
        </p:nvSpPr>
        <p:spPr>
          <a:xfrm>
            <a:off x="5128560" y="46832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2951" name=""/>
          <p:cNvSpPr txBox="1"/>
          <p:nvPr/>
        </p:nvSpPr>
        <p:spPr>
          <a:xfrm>
            <a:off x="5520960" y="468936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2952" name=""/>
          <p:cNvSpPr txBox="1"/>
          <p:nvPr/>
        </p:nvSpPr>
        <p:spPr>
          <a:xfrm>
            <a:off x="870264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953" name=""/>
          <p:cNvSpPr txBox="1"/>
          <p:nvPr/>
        </p:nvSpPr>
        <p:spPr>
          <a:xfrm>
            <a:off x="8776800" y="468936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2954" name=""/>
          <p:cNvSpPr txBox="1"/>
          <p:nvPr/>
        </p:nvSpPr>
        <p:spPr>
          <a:xfrm>
            <a:off x="10510560" y="46832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2955" name=""/>
          <p:cNvSpPr txBox="1"/>
          <p:nvPr/>
        </p:nvSpPr>
        <p:spPr>
          <a:xfrm>
            <a:off x="10985760" y="468936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2956" name=""/>
          <p:cNvSpPr txBox="1"/>
          <p:nvPr/>
        </p:nvSpPr>
        <p:spPr>
          <a:xfrm>
            <a:off x="1131912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957" name=""/>
          <p:cNvSpPr txBox="1"/>
          <p:nvPr/>
        </p:nvSpPr>
        <p:spPr>
          <a:xfrm>
            <a:off x="11393280" y="468936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2958" name=""/>
          <p:cNvSpPr txBox="1"/>
          <p:nvPr/>
        </p:nvSpPr>
        <p:spPr>
          <a:xfrm>
            <a:off x="6489720" y="48895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2959" name=""/>
          <p:cNvSpPr txBox="1"/>
          <p:nvPr/>
        </p:nvSpPr>
        <p:spPr>
          <a:xfrm>
            <a:off x="9680760" y="48830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2960" name=""/>
          <p:cNvSpPr txBox="1"/>
          <p:nvPr/>
        </p:nvSpPr>
        <p:spPr>
          <a:xfrm>
            <a:off x="10155960" y="48895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2961" name=""/>
          <p:cNvSpPr txBox="1"/>
          <p:nvPr/>
        </p:nvSpPr>
        <p:spPr>
          <a:xfrm>
            <a:off x="723960" y="6351480"/>
            <a:ext cx="6710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2962" name=""/>
          <p:cNvSpPr txBox="1"/>
          <p:nvPr/>
        </p:nvSpPr>
        <p:spPr>
          <a:xfrm>
            <a:off x="7414560" y="6342840"/>
            <a:ext cx="104544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2963" name=""/>
          <p:cNvSpPr txBox="1"/>
          <p:nvPr/>
        </p:nvSpPr>
        <p:spPr>
          <a:xfrm>
            <a:off x="8453880" y="635148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2964"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5"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6"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7"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8"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9"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0"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1"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2"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3"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4"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5"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6"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7"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8"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9"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0"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1"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2"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3"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4"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5"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6"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7"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8"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9"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0"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1"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2"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3"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4"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5"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6"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7"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8"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9"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0"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1"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2"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3"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4"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5"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6"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7"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8"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9"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0"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1"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2"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3"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4"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5"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6"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7"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8"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9"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0"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1"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2"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3"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4"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5"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6"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7"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8"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9"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0"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1"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2"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3"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4"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5"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6"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7"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8"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9"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0"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1"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2"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3"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4"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5"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6"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7"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8"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9"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0"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1"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2"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3"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4"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5"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6"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7"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8"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9"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0"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1"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2"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3"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4"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5"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6"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7"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8"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9"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0"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1"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2"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3"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4"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5"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6"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7"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8"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9"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0"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1"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2"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3"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4"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5"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6"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7"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8"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9"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0"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1"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2"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3"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4"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5"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6"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7"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8"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9"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0"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1"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2"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3"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4"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5"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6"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7"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8"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9"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0"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1"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2"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3"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4"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5"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6"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7"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8"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9"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0"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1"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2"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3"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4"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5"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6"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7"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8"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9"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0"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1"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2"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3"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4"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5"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6"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7"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8"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9"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0"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1"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2"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3"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4"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5"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6"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7"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8"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9"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0"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1"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2"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3"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4"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5"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6" name=""/>
          <p:cNvSpPr txBox="1"/>
          <p:nvPr/>
        </p:nvSpPr>
        <p:spPr>
          <a:xfrm>
            <a:off x="533520" y="49536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取り組みのきっかけ</a:t>
            </a:r>
            <a:endParaRPr lang="en-US" sz="3150" b="0" u="none" strike="noStrike">
              <a:solidFill>
                <a:srgbClr val="000000"/>
              </a:solidFill>
              <a:effectLst/>
              <a:uFillTx/>
              <a:latin typeface="游明朝体"/>
            </a:endParaRPr>
          </a:p>
        </p:txBody>
      </p:sp>
      <p:sp>
        <p:nvSpPr>
          <p:cNvPr id="315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5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3161" name=""/>
          <p:cNvPicPr/>
          <p:nvPr/>
        </p:nvPicPr>
        <p:blipFill>
          <a:blip r:embed="rId1"/>
          <a:stretch/>
        </p:blipFill>
        <p:spPr>
          <a:xfrm>
            <a:off x="546120" y="5524560"/>
            <a:ext cx="11112120" cy="456840"/>
          </a:xfrm>
          <a:prstGeom prst="rect">
            <a:avLst/>
          </a:prstGeom>
          <a:noFill/>
          <a:ln w="0">
            <a:noFill/>
          </a:ln>
        </p:spPr>
      </p:pic>
      <p:sp>
        <p:nvSpPr>
          <p:cNvPr id="3162" name=""/>
          <p:cNvSpPr/>
          <p:nvPr/>
        </p:nvSpPr>
        <p:spPr>
          <a:xfrm>
            <a:off x="533160" y="55242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3" name=""/>
          <p:cNvSpPr txBox="1"/>
          <p:nvPr/>
        </p:nvSpPr>
        <p:spPr>
          <a:xfrm>
            <a:off x="533520" y="175176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3164" name=""/>
          <p:cNvSpPr txBox="1"/>
          <p:nvPr/>
        </p:nvSpPr>
        <p:spPr>
          <a:xfrm>
            <a:off x="533520" y="2037240"/>
            <a:ext cx="4763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3165" name=""/>
          <p:cNvSpPr/>
          <p:nvPr/>
        </p:nvSpPr>
        <p:spPr>
          <a:xfrm>
            <a:off x="723600" y="2352600"/>
            <a:ext cx="2429280" cy="200160"/>
          </a:xfrm>
          <a:custGeom>
            <a:avLst/>
            <a:gdLst/>
            <a:ahLst/>
            <a:rect l="0" t="0" r="r" b="b"/>
            <a:pathLst>
              <a:path w="6748" h="556">
                <a:moveTo>
                  <a:pt x="0" y="477"/>
                </a:moveTo>
                <a:lnTo>
                  <a:pt x="0" y="79"/>
                </a:lnTo>
                <a:cubicBezTo>
                  <a:pt x="0" y="69"/>
                  <a:pt x="2" y="58"/>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8"/>
                  <a:pt x="6748" y="69"/>
                  <a:pt x="6748" y="79"/>
                </a:cubicBezTo>
                <a:lnTo>
                  <a:pt x="6748" y="477"/>
                </a:lnTo>
                <a:cubicBezTo>
                  <a:pt x="6748" y="487"/>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7"/>
                  <a:pt x="0" y="477"/>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6" name=""/>
          <p:cNvSpPr txBox="1"/>
          <p:nvPr/>
        </p:nvSpPr>
        <p:spPr>
          <a:xfrm>
            <a:off x="533520" y="2323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167" name=""/>
          <p:cNvSpPr txBox="1"/>
          <p:nvPr/>
        </p:nvSpPr>
        <p:spPr>
          <a:xfrm>
            <a:off x="771480" y="236052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3168"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9" name=""/>
          <p:cNvSpPr txBox="1"/>
          <p:nvPr/>
        </p:nvSpPr>
        <p:spPr>
          <a:xfrm>
            <a:off x="3151440" y="23230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170" name=""/>
          <p:cNvSpPr txBox="1"/>
          <p:nvPr/>
        </p:nvSpPr>
        <p:spPr>
          <a:xfrm>
            <a:off x="799920" y="2799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3171"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2" name=""/>
          <p:cNvSpPr txBox="1"/>
          <p:nvPr/>
        </p:nvSpPr>
        <p:spPr>
          <a:xfrm>
            <a:off x="799920" y="31424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3173" name=""/>
          <p:cNvSpPr txBox="1"/>
          <p:nvPr/>
        </p:nvSpPr>
        <p:spPr>
          <a:xfrm>
            <a:off x="799920" y="35326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3174" name=""/>
          <p:cNvSpPr txBox="1"/>
          <p:nvPr/>
        </p:nvSpPr>
        <p:spPr>
          <a:xfrm>
            <a:off x="799920" y="38757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3175" name=""/>
          <p:cNvSpPr txBox="1"/>
          <p:nvPr/>
        </p:nvSpPr>
        <p:spPr>
          <a:xfrm>
            <a:off x="1181160" y="3866760"/>
            <a:ext cx="1025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3176" name=""/>
          <p:cNvSpPr/>
          <p:nvPr/>
        </p:nvSpPr>
        <p:spPr>
          <a:xfrm>
            <a:off x="618840" y="43527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49"/>
                  <a:pt x="111" y="153"/>
                </a:cubicBezTo>
                <a:cubicBezTo>
                  <a:pt x="101" y="158"/>
                  <a:pt x="90" y="160"/>
                  <a:pt x="80" y="160"/>
                </a:cubicBezTo>
                <a:cubicBezTo>
                  <a:pt x="69" y="160"/>
                  <a:pt x="59" y="158"/>
                  <a:pt x="49" y="153"/>
                </a:cubicBezTo>
                <a:cubicBezTo>
                  <a:pt x="40" y="149"/>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7" name=""/>
          <p:cNvSpPr txBox="1"/>
          <p:nvPr/>
        </p:nvSpPr>
        <p:spPr>
          <a:xfrm>
            <a:off x="2206080" y="38757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3178" name=""/>
          <p:cNvSpPr txBox="1"/>
          <p:nvPr/>
        </p:nvSpPr>
        <p:spPr>
          <a:xfrm>
            <a:off x="799920" y="4266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3179" name=""/>
          <p:cNvSpPr txBox="1"/>
          <p:nvPr/>
        </p:nvSpPr>
        <p:spPr>
          <a:xfrm>
            <a:off x="799920" y="460908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3180" name=""/>
          <p:cNvSpPr txBox="1"/>
          <p:nvPr/>
        </p:nvSpPr>
        <p:spPr>
          <a:xfrm>
            <a:off x="2324160" y="4600080"/>
            <a:ext cx="153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3181" name=""/>
          <p:cNvSpPr txBox="1"/>
          <p:nvPr/>
        </p:nvSpPr>
        <p:spPr>
          <a:xfrm>
            <a:off x="3855600" y="46090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3182" name=""/>
          <p:cNvPicPr/>
          <p:nvPr/>
        </p:nvPicPr>
        <p:blipFill>
          <a:blip r:embed="rId2"/>
          <a:stretch/>
        </p:blipFill>
        <p:spPr>
          <a:xfrm>
            <a:off x="6458040" y="1714320"/>
            <a:ext cx="4952520" cy="2819160"/>
          </a:xfrm>
          <a:prstGeom prst="rect">
            <a:avLst/>
          </a:prstGeom>
          <a:noFill/>
          <a:ln w="0">
            <a:noFill/>
          </a:ln>
        </p:spPr>
      </p:pic>
      <p:sp>
        <p:nvSpPr>
          <p:cNvPr id="3183" name=""/>
          <p:cNvSpPr txBox="1"/>
          <p:nvPr/>
        </p:nvSpPr>
        <p:spPr>
          <a:xfrm>
            <a:off x="799920" y="4952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3184" name=""/>
          <p:cNvSpPr txBox="1"/>
          <p:nvPr/>
        </p:nvSpPr>
        <p:spPr>
          <a:xfrm>
            <a:off x="723960" y="5655960"/>
            <a:ext cx="79804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3185" name=""/>
          <p:cNvSpPr txBox="1"/>
          <p:nvPr/>
        </p:nvSpPr>
        <p:spPr>
          <a:xfrm>
            <a:off x="533520" y="914400"/>
            <a:ext cx="6788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教師データ（太陽光発電量）の取得を</a:t>
            </a:r>
            <a:endParaRPr lang="en-US" sz="3150" b="0" u="none" strike="noStrike">
              <a:solidFill>
                <a:srgbClr val="000000"/>
              </a:solidFill>
              <a:effectLst/>
              <a:uFillTx/>
              <a:latin typeface="游明朝体"/>
            </a:endParaRPr>
          </a:p>
        </p:txBody>
      </p:sp>
      <p:sp>
        <p:nvSpPr>
          <p:cNvPr id="3186" name=""/>
          <p:cNvSpPr txBox="1"/>
          <p:nvPr/>
        </p:nvSpPr>
        <p:spPr>
          <a:xfrm>
            <a:off x="7334280" y="8956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3187" name=""/>
          <p:cNvSpPr/>
          <p:nvPr/>
        </p:nvSpPr>
        <p:spPr>
          <a:xfrm>
            <a:off x="533160" y="1435680"/>
            <a:ext cx="7200" cy="33480"/>
          </a:xfrm>
          <a:custGeom>
            <a:avLst/>
            <a:gdLst/>
            <a:ahLst/>
            <a:rect l="0" t="0" r="r" b="b"/>
            <a:pathLst>
              <a:path w="20" h="93">
                <a:moveTo>
                  <a:pt x="20" y="0"/>
                </a:moveTo>
                <a:lnTo>
                  <a:pt x="20" y="93"/>
                </a:lnTo>
                <a:cubicBezTo>
                  <a:pt x="7" y="81"/>
                  <a:pt x="0" y="65"/>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8" name=""/>
          <p:cNvSpPr/>
          <p:nvPr/>
        </p:nvSpPr>
        <p:spPr>
          <a:xfrm>
            <a:off x="540000" y="1431000"/>
            <a:ext cx="6840" cy="43200"/>
          </a:xfrm>
          <a:custGeom>
            <a:avLst/>
            <a:gdLst/>
            <a:ahLst/>
            <a:rect l="0" t="0" r="r" b="b"/>
            <a:pathLst>
              <a:path w="19" h="120">
                <a:moveTo>
                  <a:pt x="1" y="14"/>
                </a:moveTo>
                <a:cubicBezTo>
                  <a:pt x="7" y="7"/>
                  <a:pt x="13" y="3"/>
                  <a:pt x="19" y="0"/>
                </a:cubicBezTo>
                <a:lnTo>
                  <a:pt x="19" y="120"/>
                </a:lnTo>
                <a:cubicBezTo>
                  <a:pt x="13" y="117"/>
                  <a:pt x="7" y="113"/>
                  <a:pt x="1" y="107"/>
                </a:cubicBezTo>
                <a:cubicBezTo>
                  <a:pt x="0" y="107"/>
                  <a:pt x="0" y="107"/>
                  <a:pt x="0" y="106"/>
                </a:cubicBezTo>
                <a:lnTo>
                  <a:pt x="0" y="14"/>
                </a:lnTo>
                <a:lnTo>
                  <a:pt x="1" y="14"/>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9" name=""/>
          <p:cNvSpPr/>
          <p:nvPr/>
        </p:nvSpPr>
        <p:spPr>
          <a:xfrm>
            <a:off x="546480" y="1428840"/>
            <a:ext cx="7200" cy="47520"/>
          </a:xfrm>
          <a:custGeom>
            <a:avLst/>
            <a:gdLst/>
            <a:ahLst/>
            <a:rect l="0" t="0" r="r" b="b"/>
            <a:pathLst>
              <a:path w="20" h="132">
                <a:moveTo>
                  <a:pt x="20" y="0"/>
                </a:moveTo>
                <a:lnTo>
                  <a:pt x="20" y="132"/>
                </a:lnTo>
                <a:cubicBezTo>
                  <a:pt x="13" y="131"/>
                  <a:pt x="7" y="129"/>
                  <a:pt x="0" y="125"/>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0" name=""/>
          <p:cNvSpPr/>
          <p:nvPr/>
        </p:nvSpPr>
        <p:spPr>
          <a:xfrm>
            <a:off x="553320" y="142848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1" name=""/>
          <p:cNvSpPr/>
          <p:nvPr/>
        </p:nvSpPr>
        <p:spPr>
          <a:xfrm>
            <a:off x="560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2" name=""/>
          <p:cNvSpPr/>
          <p:nvPr/>
        </p:nvSpPr>
        <p:spPr>
          <a:xfrm>
            <a:off x="56664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3" name=""/>
          <p:cNvSpPr/>
          <p:nvPr/>
        </p:nvSpPr>
        <p:spPr>
          <a:xfrm>
            <a:off x="573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4" name=""/>
          <p:cNvSpPr/>
          <p:nvPr/>
        </p:nvSpPr>
        <p:spPr>
          <a:xfrm>
            <a:off x="579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5" name=""/>
          <p:cNvSpPr/>
          <p:nvPr/>
        </p:nvSpPr>
        <p:spPr>
          <a:xfrm>
            <a:off x="586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6" name=""/>
          <p:cNvSpPr/>
          <p:nvPr/>
        </p:nvSpPr>
        <p:spPr>
          <a:xfrm>
            <a:off x="593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7" name=""/>
          <p:cNvSpPr/>
          <p:nvPr/>
        </p:nvSpPr>
        <p:spPr>
          <a:xfrm>
            <a:off x="600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8" name=""/>
          <p:cNvSpPr/>
          <p:nvPr/>
        </p:nvSpPr>
        <p:spPr>
          <a:xfrm>
            <a:off x="606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9" name=""/>
          <p:cNvSpPr/>
          <p:nvPr/>
        </p:nvSpPr>
        <p:spPr>
          <a:xfrm>
            <a:off x="613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0" name=""/>
          <p:cNvSpPr/>
          <p:nvPr/>
        </p:nvSpPr>
        <p:spPr>
          <a:xfrm>
            <a:off x="620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1" name=""/>
          <p:cNvSpPr/>
          <p:nvPr/>
        </p:nvSpPr>
        <p:spPr>
          <a:xfrm>
            <a:off x="627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2" name=""/>
          <p:cNvSpPr/>
          <p:nvPr/>
        </p:nvSpPr>
        <p:spPr>
          <a:xfrm>
            <a:off x="633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3" name=""/>
          <p:cNvSpPr/>
          <p:nvPr/>
        </p:nvSpPr>
        <p:spPr>
          <a:xfrm>
            <a:off x="640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4" name=""/>
          <p:cNvSpPr/>
          <p:nvPr/>
        </p:nvSpPr>
        <p:spPr>
          <a:xfrm>
            <a:off x="646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5" name=""/>
          <p:cNvSpPr/>
          <p:nvPr/>
        </p:nvSpPr>
        <p:spPr>
          <a:xfrm>
            <a:off x="653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6" name=""/>
          <p:cNvSpPr/>
          <p:nvPr/>
        </p:nvSpPr>
        <p:spPr>
          <a:xfrm>
            <a:off x="660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7" name=""/>
          <p:cNvSpPr/>
          <p:nvPr/>
        </p:nvSpPr>
        <p:spPr>
          <a:xfrm>
            <a:off x="667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8" name=""/>
          <p:cNvSpPr/>
          <p:nvPr/>
        </p:nvSpPr>
        <p:spPr>
          <a:xfrm>
            <a:off x="6739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9" name=""/>
          <p:cNvSpPr/>
          <p:nvPr/>
        </p:nvSpPr>
        <p:spPr>
          <a:xfrm>
            <a:off x="6804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0" name=""/>
          <p:cNvSpPr/>
          <p:nvPr/>
        </p:nvSpPr>
        <p:spPr>
          <a:xfrm>
            <a:off x="6872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1" name=""/>
          <p:cNvSpPr/>
          <p:nvPr/>
        </p:nvSpPr>
        <p:spPr>
          <a:xfrm>
            <a:off x="6940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2" name=""/>
          <p:cNvSpPr/>
          <p:nvPr/>
        </p:nvSpPr>
        <p:spPr>
          <a:xfrm>
            <a:off x="7005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3" name=""/>
          <p:cNvSpPr/>
          <p:nvPr/>
        </p:nvSpPr>
        <p:spPr>
          <a:xfrm>
            <a:off x="7074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4" name=""/>
          <p:cNvSpPr/>
          <p:nvPr/>
        </p:nvSpPr>
        <p:spPr>
          <a:xfrm>
            <a:off x="7138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5" name=""/>
          <p:cNvSpPr/>
          <p:nvPr/>
        </p:nvSpPr>
        <p:spPr>
          <a:xfrm>
            <a:off x="7207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6" name=""/>
          <p:cNvSpPr/>
          <p:nvPr/>
        </p:nvSpPr>
        <p:spPr>
          <a:xfrm>
            <a:off x="7275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7" name=""/>
          <p:cNvSpPr/>
          <p:nvPr/>
        </p:nvSpPr>
        <p:spPr>
          <a:xfrm>
            <a:off x="7340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8" name=""/>
          <p:cNvSpPr/>
          <p:nvPr/>
        </p:nvSpPr>
        <p:spPr>
          <a:xfrm>
            <a:off x="7408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9" name=""/>
          <p:cNvSpPr/>
          <p:nvPr/>
        </p:nvSpPr>
        <p:spPr>
          <a:xfrm>
            <a:off x="7473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0" name=""/>
          <p:cNvSpPr/>
          <p:nvPr/>
        </p:nvSpPr>
        <p:spPr>
          <a:xfrm>
            <a:off x="7542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1" name=""/>
          <p:cNvSpPr/>
          <p:nvPr/>
        </p:nvSpPr>
        <p:spPr>
          <a:xfrm>
            <a:off x="7610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2" name=""/>
          <p:cNvSpPr/>
          <p:nvPr/>
        </p:nvSpPr>
        <p:spPr>
          <a:xfrm>
            <a:off x="76752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3" name=""/>
          <p:cNvSpPr/>
          <p:nvPr/>
        </p:nvSpPr>
        <p:spPr>
          <a:xfrm>
            <a:off x="7743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4" name=""/>
          <p:cNvSpPr/>
          <p:nvPr/>
        </p:nvSpPr>
        <p:spPr>
          <a:xfrm>
            <a:off x="780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5" name=""/>
          <p:cNvSpPr/>
          <p:nvPr/>
        </p:nvSpPr>
        <p:spPr>
          <a:xfrm>
            <a:off x="7876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6" name=""/>
          <p:cNvSpPr/>
          <p:nvPr/>
        </p:nvSpPr>
        <p:spPr>
          <a:xfrm>
            <a:off x="7945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7" name=""/>
          <p:cNvSpPr/>
          <p:nvPr/>
        </p:nvSpPr>
        <p:spPr>
          <a:xfrm>
            <a:off x="8010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8" name=""/>
          <p:cNvSpPr/>
          <p:nvPr/>
        </p:nvSpPr>
        <p:spPr>
          <a:xfrm>
            <a:off x="807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9" name=""/>
          <p:cNvSpPr/>
          <p:nvPr/>
        </p:nvSpPr>
        <p:spPr>
          <a:xfrm>
            <a:off x="8146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0" name=""/>
          <p:cNvSpPr/>
          <p:nvPr/>
        </p:nvSpPr>
        <p:spPr>
          <a:xfrm>
            <a:off x="8211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1" name=""/>
          <p:cNvSpPr/>
          <p:nvPr/>
        </p:nvSpPr>
        <p:spPr>
          <a:xfrm>
            <a:off x="8280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2" name=""/>
          <p:cNvSpPr/>
          <p:nvPr/>
        </p:nvSpPr>
        <p:spPr>
          <a:xfrm>
            <a:off x="8344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3" name=""/>
          <p:cNvSpPr/>
          <p:nvPr/>
        </p:nvSpPr>
        <p:spPr>
          <a:xfrm>
            <a:off x="8413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4" name=""/>
          <p:cNvSpPr/>
          <p:nvPr/>
        </p:nvSpPr>
        <p:spPr>
          <a:xfrm>
            <a:off x="848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5" name=""/>
          <p:cNvSpPr/>
          <p:nvPr/>
        </p:nvSpPr>
        <p:spPr>
          <a:xfrm>
            <a:off x="8546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6" name=""/>
          <p:cNvSpPr/>
          <p:nvPr/>
        </p:nvSpPr>
        <p:spPr>
          <a:xfrm>
            <a:off x="861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7" name=""/>
          <p:cNvSpPr/>
          <p:nvPr/>
        </p:nvSpPr>
        <p:spPr>
          <a:xfrm>
            <a:off x="867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8" name=""/>
          <p:cNvSpPr/>
          <p:nvPr/>
        </p:nvSpPr>
        <p:spPr>
          <a:xfrm>
            <a:off x="874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9" name=""/>
          <p:cNvSpPr/>
          <p:nvPr/>
        </p:nvSpPr>
        <p:spPr>
          <a:xfrm>
            <a:off x="881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0" name=""/>
          <p:cNvSpPr/>
          <p:nvPr/>
        </p:nvSpPr>
        <p:spPr>
          <a:xfrm>
            <a:off x="888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1" name=""/>
          <p:cNvSpPr/>
          <p:nvPr/>
        </p:nvSpPr>
        <p:spPr>
          <a:xfrm>
            <a:off x="894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2" name=""/>
          <p:cNvSpPr/>
          <p:nvPr/>
        </p:nvSpPr>
        <p:spPr>
          <a:xfrm>
            <a:off x="901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3" name=""/>
          <p:cNvSpPr/>
          <p:nvPr/>
        </p:nvSpPr>
        <p:spPr>
          <a:xfrm>
            <a:off x="908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4" name=""/>
          <p:cNvSpPr/>
          <p:nvPr/>
        </p:nvSpPr>
        <p:spPr>
          <a:xfrm>
            <a:off x="915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5" name=""/>
          <p:cNvSpPr/>
          <p:nvPr/>
        </p:nvSpPr>
        <p:spPr>
          <a:xfrm>
            <a:off x="921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6" name=""/>
          <p:cNvSpPr/>
          <p:nvPr/>
        </p:nvSpPr>
        <p:spPr>
          <a:xfrm>
            <a:off x="928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7" name=""/>
          <p:cNvSpPr/>
          <p:nvPr/>
        </p:nvSpPr>
        <p:spPr>
          <a:xfrm>
            <a:off x="934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8" name=""/>
          <p:cNvSpPr/>
          <p:nvPr/>
        </p:nvSpPr>
        <p:spPr>
          <a:xfrm>
            <a:off x="941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9" name=""/>
          <p:cNvSpPr/>
          <p:nvPr/>
        </p:nvSpPr>
        <p:spPr>
          <a:xfrm>
            <a:off x="948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0" name=""/>
          <p:cNvSpPr/>
          <p:nvPr/>
        </p:nvSpPr>
        <p:spPr>
          <a:xfrm>
            <a:off x="955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1" name=""/>
          <p:cNvSpPr/>
          <p:nvPr/>
        </p:nvSpPr>
        <p:spPr>
          <a:xfrm>
            <a:off x="961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2" name=""/>
          <p:cNvSpPr/>
          <p:nvPr/>
        </p:nvSpPr>
        <p:spPr>
          <a:xfrm>
            <a:off x="965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3" name=""/>
          <p:cNvSpPr/>
          <p:nvPr/>
        </p:nvSpPr>
        <p:spPr>
          <a:xfrm>
            <a:off x="968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4" name=""/>
          <p:cNvSpPr/>
          <p:nvPr/>
        </p:nvSpPr>
        <p:spPr>
          <a:xfrm>
            <a:off x="972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5" name=""/>
          <p:cNvSpPr/>
          <p:nvPr/>
        </p:nvSpPr>
        <p:spPr>
          <a:xfrm>
            <a:off x="975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6" name=""/>
          <p:cNvSpPr/>
          <p:nvPr/>
        </p:nvSpPr>
        <p:spPr>
          <a:xfrm>
            <a:off x="978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7" name=""/>
          <p:cNvSpPr/>
          <p:nvPr/>
        </p:nvSpPr>
        <p:spPr>
          <a:xfrm>
            <a:off x="982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8" name=""/>
          <p:cNvSpPr/>
          <p:nvPr/>
        </p:nvSpPr>
        <p:spPr>
          <a:xfrm>
            <a:off x="985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9" name=""/>
          <p:cNvSpPr/>
          <p:nvPr/>
        </p:nvSpPr>
        <p:spPr>
          <a:xfrm>
            <a:off x="9885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0" name=""/>
          <p:cNvSpPr/>
          <p:nvPr/>
        </p:nvSpPr>
        <p:spPr>
          <a:xfrm>
            <a:off x="992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1" name=""/>
          <p:cNvSpPr/>
          <p:nvPr/>
        </p:nvSpPr>
        <p:spPr>
          <a:xfrm>
            <a:off x="995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2" name=""/>
          <p:cNvSpPr/>
          <p:nvPr/>
        </p:nvSpPr>
        <p:spPr>
          <a:xfrm>
            <a:off x="998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3" name=""/>
          <p:cNvSpPr/>
          <p:nvPr/>
        </p:nvSpPr>
        <p:spPr>
          <a:xfrm>
            <a:off x="1001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4" name=""/>
          <p:cNvSpPr/>
          <p:nvPr/>
        </p:nvSpPr>
        <p:spPr>
          <a:xfrm>
            <a:off x="1005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5" name=""/>
          <p:cNvSpPr/>
          <p:nvPr/>
        </p:nvSpPr>
        <p:spPr>
          <a:xfrm>
            <a:off x="1008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6" name=""/>
          <p:cNvSpPr/>
          <p:nvPr/>
        </p:nvSpPr>
        <p:spPr>
          <a:xfrm>
            <a:off x="1011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7" name=""/>
          <p:cNvSpPr/>
          <p:nvPr/>
        </p:nvSpPr>
        <p:spPr>
          <a:xfrm>
            <a:off x="1015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8" name=""/>
          <p:cNvSpPr/>
          <p:nvPr/>
        </p:nvSpPr>
        <p:spPr>
          <a:xfrm>
            <a:off x="1018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9" name=""/>
          <p:cNvSpPr/>
          <p:nvPr/>
        </p:nvSpPr>
        <p:spPr>
          <a:xfrm>
            <a:off x="102204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0" name=""/>
          <p:cNvSpPr/>
          <p:nvPr/>
        </p:nvSpPr>
        <p:spPr>
          <a:xfrm>
            <a:off x="1025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1" name=""/>
          <p:cNvSpPr/>
          <p:nvPr/>
        </p:nvSpPr>
        <p:spPr>
          <a:xfrm>
            <a:off x="1028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2" name=""/>
          <p:cNvSpPr/>
          <p:nvPr/>
        </p:nvSpPr>
        <p:spPr>
          <a:xfrm>
            <a:off x="1032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3" name=""/>
          <p:cNvSpPr/>
          <p:nvPr/>
        </p:nvSpPr>
        <p:spPr>
          <a:xfrm>
            <a:off x="1035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4" name=""/>
          <p:cNvSpPr/>
          <p:nvPr/>
        </p:nvSpPr>
        <p:spPr>
          <a:xfrm>
            <a:off x="1038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5" name=""/>
          <p:cNvSpPr/>
          <p:nvPr/>
        </p:nvSpPr>
        <p:spPr>
          <a:xfrm>
            <a:off x="1042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6" name=""/>
          <p:cNvSpPr/>
          <p:nvPr/>
        </p:nvSpPr>
        <p:spPr>
          <a:xfrm>
            <a:off x="1045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7" name=""/>
          <p:cNvSpPr/>
          <p:nvPr/>
        </p:nvSpPr>
        <p:spPr>
          <a:xfrm>
            <a:off x="1049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8" name=""/>
          <p:cNvSpPr/>
          <p:nvPr/>
        </p:nvSpPr>
        <p:spPr>
          <a:xfrm>
            <a:off x="1052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9" name=""/>
          <p:cNvSpPr/>
          <p:nvPr/>
        </p:nvSpPr>
        <p:spPr>
          <a:xfrm>
            <a:off x="1055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0" name=""/>
          <p:cNvSpPr/>
          <p:nvPr/>
        </p:nvSpPr>
        <p:spPr>
          <a:xfrm>
            <a:off x="1059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1" name=""/>
          <p:cNvSpPr/>
          <p:nvPr/>
        </p:nvSpPr>
        <p:spPr>
          <a:xfrm>
            <a:off x="1062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2" name=""/>
          <p:cNvSpPr/>
          <p:nvPr/>
        </p:nvSpPr>
        <p:spPr>
          <a:xfrm>
            <a:off x="1065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3" name=""/>
          <p:cNvSpPr/>
          <p:nvPr/>
        </p:nvSpPr>
        <p:spPr>
          <a:xfrm>
            <a:off x="1068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4" name=""/>
          <p:cNvSpPr/>
          <p:nvPr/>
        </p:nvSpPr>
        <p:spPr>
          <a:xfrm>
            <a:off x="1072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5" name=""/>
          <p:cNvSpPr/>
          <p:nvPr/>
        </p:nvSpPr>
        <p:spPr>
          <a:xfrm>
            <a:off x="1075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6" name=""/>
          <p:cNvSpPr/>
          <p:nvPr/>
        </p:nvSpPr>
        <p:spPr>
          <a:xfrm>
            <a:off x="10789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7" name=""/>
          <p:cNvSpPr/>
          <p:nvPr/>
        </p:nvSpPr>
        <p:spPr>
          <a:xfrm>
            <a:off x="1082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8" name=""/>
          <p:cNvSpPr/>
          <p:nvPr/>
        </p:nvSpPr>
        <p:spPr>
          <a:xfrm>
            <a:off x="1085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9" name=""/>
          <p:cNvSpPr/>
          <p:nvPr/>
        </p:nvSpPr>
        <p:spPr>
          <a:xfrm>
            <a:off x="1089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0" name=""/>
          <p:cNvSpPr/>
          <p:nvPr/>
        </p:nvSpPr>
        <p:spPr>
          <a:xfrm>
            <a:off x="1092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1" name=""/>
          <p:cNvSpPr/>
          <p:nvPr/>
        </p:nvSpPr>
        <p:spPr>
          <a:xfrm>
            <a:off x="1095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2" name=""/>
          <p:cNvSpPr/>
          <p:nvPr/>
        </p:nvSpPr>
        <p:spPr>
          <a:xfrm>
            <a:off x="1099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3" name=""/>
          <p:cNvSpPr/>
          <p:nvPr/>
        </p:nvSpPr>
        <p:spPr>
          <a:xfrm>
            <a:off x="1102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4" name=""/>
          <p:cNvSpPr/>
          <p:nvPr/>
        </p:nvSpPr>
        <p:spPr>
          <a:xfrm>
            <a:off x="1105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5" name=""/>
          <p:cNvSpPr/>
          <p:nvPr/>
        </p:nvSpPr>
        <p:spPr>
          <a:xfrm>
            <a:off x="1109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6" name=""/>
          <p:cNvSpPr/>
          <p:nvPr/>
        </p:nvSpPr>
        <p:spPr>
          <a:xfrm>
            <a:off x="1112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7" name=""/>
          <p:cNvSpPr/>
          <p:nvPr/>
        </p:nvSpPr>
        <p:spPr>
          <a:xfrm>
            <a:off x="1116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8" name=""/>
          <p:cNvSpPr/>
          <p:nvPr/>
        </p:nvSpPr>
        <p:spPr>
          <a:xfrm>
            <a:off x="1119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9" name=""/>
          <p:cNvSpPr/>
          <p:nvPr/>
        </p:nvSpPr>
        <p:spPr>
          <a:xfrm>
            <a:off x="112248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0" name=""/>
          <p:cNvSpPr/>
          <p:nvPr/>
        </p:nvSpPr>
        <p:spPr>
          <a:xfrm>
            <a:off x="1126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1" name=""/>
          <p:cNvSpPr/>
          <p:nvPr/>
        </p:nvSpPr>
        <p:spPr>
          <a:xfrm>
            <a:off x="1129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2" name=""/>
          <p:cNvSpPr/>
          <p:nvPr/>
        </p:nvSpPr>
        <p:spPr>
          <a:xfrm>
            <a:off x="1132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3" name=""/>
          <p:cNvSpPr/>
          <p:nvPr/>
        </p:nvSpPr>
        <p:spPr>
          <a:xfrm>
            <a:off x="1135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4" name=""/>
          <p:cNvSpPr/>
          <p:nvPr/>
        </p:nvSpPr>
        <p:spPr>
          <a:xfrm>
            <a:off x="1139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5" name=""/>
          <p:cNvSpPr/>
          <p:nvPr/>
        </p:nvSpPr>
        <p:spPr>
          <a:xfrm>
            <a:off x="1142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6" name=""/>
          <p:cNvSpPr/>
          <p:nvPr/>
        </p:nvSpPr>
        <p:spPr>
          <a:xfrm>
            <a:off x="1145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7" name=""/>
          <p:cNvSpPr/>
          <p:nvPr/>
        </p:nvSpPr>
        <p:spPr>
          <a:xfrm>
            <a:off x="1149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8" name=""/>
          <p:cNvSpPr/>
          <p:nvPr/>
        </p:nvSpPr>
        <p:spPr>
          <a:xfrm>
            <a:off x="1152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9" name=""/>
          <p:cNvSpPr/>
          <p:nvPr/>
        </p:nvSpPr>
        <p:spPr>
          <a:xfrm>
            <a:off x="1155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0" name=""/>
          <p:cNvSpPr/>
          <p:nvPr/>
        </p:nvSpPr>
        <p:spPr>
          <a:xfrm>
            <a:off x="1159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1" name=""/>
          <p:cNvSpPr/>
          <p:nvPr/>
        </p:nvSpPr>
        <p:spPr>
          <a:xfrm>
            <a:off x="1162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2" name=""/>
          <p:cNvSpPr/>
          <p:nvPr/>
        </p:nvSpPr>
        <p:spPr>
          <a:xfrm>
            <a:off x="11660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3" name=""/>
          <p:cNvSpPr/>
          <p:nvPr/>
        </p:nvSpPr>
        <p:spPr>
          <a:xfrm>
            <a:off x="1169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4" name=""/>
          <p:cNvSpPr/>
          <p:nvPr/>
        </p:nvSpPr>
        <p:spPr>
          <a:xfrm>
            <a:off x="1172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5" name=""/>
          <p:cNvSpPr/>
          <p:nvPr/>
        </p:nvSpPr>
        <p:spPr>
          <a:xfrm>
            <a:off x="1176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6" name=""/>
          <p:cNvSpPr/>
          <p:nvPr/>
        </p:nvSpPr>
        <p:spPr>
          <a:xfrm>
            <a:off x="1179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7" name=""/>
          <p:cNvSpPr/>
          <p:nvPr/>
        </p:nvSpPr>
        <p:spPr>
          <a:xfrm>
            <a:off x="1182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8" name=""/>
          <p:cNvSpPr/>
          <p:nvPr/>
        </p:nvSpPr>
        <p:spPr>
          <a:xfrm>
            <a:off x="1186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9" name=""/>
          <p:cNvSpPr/>
          <p:nvPr/>
        </p:nvSpPr>
        <p:spPr>
          <a:xfrm>
            <a:off x="1189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0" name=""/>
          <p:cNvSpPr/>
          <p:nvPr/>
        </p:nvSpPr>
        <p:spPr>
          <a:xfrm>
            <a:off x="1193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1" name=""/>
          <p:cNvSpPr/>
          <p:nvPr/>
        </p:nvSpPr>
        <p:spPr>
          <a:xfrm>
            <a:off x="1196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2" name=""/>
          <p:cNvSpPr/>
          <p:nvPr/>
        </p:nvSpPr>
        <p:spPr>
          <a:xfrm>
            <a:off x="1199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3" name=""/>
          <p:cNvSpPr/>
          <p:nvPr/>
        </p:nvSpPr>
        <p:spPr>
          <a:xfrm>
            <a:off x="1203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4" name=""/>
          <p:cNvSpPr/>
          <p:nvPr/>
        </p:nvSpPr>
        <p:spPr>
          <a:xfrm>
            <a:off x="1206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5" name=""/>
          <p:cNvSpPr/>
          <p:nvPr/>
        </p:nvSpPr>
        <p:spPr>
          <a:xfrm>
            <a:off x="1209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6" name=""/>
          <p:cNvSpPr/>
          <p:nvPr/>
        </p:nvSpPr>
        <p:spPr>
          <a:xfrm>
            <a:off x="1212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7" name=""/>
          <p:cNvSpPr/>
          <p:nvPr/>
        </p:nvSpPr>
        <p:spPr>
          <a:xfrm>
            <a:off x="1216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8" name=""/>
          <p:cNvSpPr/>
          <p:nvPr/>
        </p:nvSpPr>
        <p:spPr>
          <a:xfrm>
            <a:off x="1219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9" name=""/>
          <p:cNvSpPr/>
          <p:nvPr/>
        </p:nvSpPr>
        <p:spPr>
          <a:xfrm>
            <a:off x="122292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0" name=""/>
          <p:cNvSpPr/>
          <p:nvPr/>
        </p:nvSpPr>
        <p:spPr>
          <a:xfrm>
            <a:off x="1226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1" name=""/>
          <p:cNvSpPr/>
          <p:nvPr/>
        </p:nvSpPr>
        <p:spPr>
          <a:xfrm>
            <a:off x="1229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2" name=""/>
          <p:cNvSpPr/>
          <p:nvPr/>
        </p:nvSpPr>
        <p:spPr>
          <a:xfrm>
            <a:off x="1233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3" name=""/>
          <p:cNvSpPr/>
          <p:nvPr/>
        </p:nvSpPr>
        <p:spPr>
          <a:xfrm>
            <a:off x="1236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4" name=""/>
          <p:cNvSpPr/>
          <p:nvPr/>
        </p:nvSpPr>
        <p:spPr>
          <a:xfrm>
            <a:off x="1239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5" name=""/>
          <p:cNvSpPr/>
          <p:nvPr/>
        </p:nvSpPr>
        <p:spPr>
          <a:xfrm>
            <a:off x="1243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6" name=""/>
          <p:cNvSpPr/>
          <p:nvPr/>
        </p:nvSpPr>
        <p:spPr>
          <a:xfrm>
            <a:off x="1246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7" name=""/>
          <p:cNvSpPr/>
          <p:nvPr/>
        </p:nvSpPr>
        <p:spPr>
          <a:xfrm>
            <a:off x="1249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8" name=""/>
          <p:cNvSpPr/>
          <p:nvPr/>
        </p:nvSpPr>
        <p:spPr>
          <a:xfrm>
            <a:off x="1253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9" name=""/>
          <p:cNvSpPr/>
          <p:nvPr/>
        </p:nvSpPr>
        <p:spPr>
          <a:xfrm>
            <a:off x="1256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0" name=""/>
          <p:cNvSpPr/>
          <p:nvPr/>
        </p:nvSpPr>
        <p:spPr>
          <a:xfrm>
            <a:off x="1260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1" name=""/>
          <p:cNvSpPr/>
          <p:nvPr/>
        </p:nvSpPr>
        <p:spPr>
          <a:xfrm>
            <a:off x="1263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2" name=""/>
          <p:cNvSpPr/>
          <p:nvPr/>
        </p:nvSpPr>
        <p:spPr>
          <a:xfrm>
            <a:off x="1266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3" name=""/>
          <p:cNvSpPr/>
          <p:nvPr/>
        </p:nvSpPr>
        <p:spPr>
          <a:xfrm>
            <a:off x="1270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4" name=""/>
          <p:cNvSpPr/>
          <p:nvPr/>
        </p:nvSpPr>
        <p:spPr>
          <a:xfrm>
            <a:off x="1273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5" name=""/>
          <p:cNvSpPr/>
          <p:nvPr/>
        </p:nvSpPr>
        <p:spPr>
          <a:xfrm>
            <a:off x="1276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6" name=""/>
          <p:cNvSpPr/>
          <p:nvPr/>
        </p:nvSpPr>
        <p:spPr>
          <a:xfrm>
            <a:off x="1279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7" name=""/>
          <p:cNvSpPr/>
          <p:nvPr/>
        </p:nvSpPr>
        <p:spPr>
          <a:xfrm>
            <a:off x="1283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8" name=""/>
          <p:cNvSpPr/>
          <p:nvPr/>
        </p:nvSpPr>
        <p:spPr>
          <a:xfrm>
            <a:off x="1286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9" name=""/>
          <p:cNvSpPr/>
          <p:nvPr/>
        </p:nvSpPr>
        <p:spPr>
          <a:xfrm>
            <a:off x="1289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0" name=""/>
          <p:cNvSpPr/>
          <p:nvPr/>
        </p:nvSpPr>
        <p:spPr>
          <a:xfrm>
            <a:off x="1293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1" name=""/>
          <p:cNvSpPr/>
          <p:nvPr/>
        </p:nvSpPr>
        <p:spPr>
          <a:xfrm>
            <a:off x="1296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2" name=""/>
          <p:cNvSpPr/>
          <p:nvPr/>
        </p:nvSpPr>
        <p:spPr>
          <a:xfrm>
            <a:off x="1299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3" name=""/>
          <p:cNvSpPr/>
          <p:nvPr/>
        </p:nvSpPr>
        <p:spPr>
          <a:xfrm>
            <a:off x="1303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4" name=""/>
          <p:cNvSpPr/>
          <p:nvPr/>
        </p:nvSpPr>
        <p:spPr>
          <a:xfrm>
            <a:off x="1306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5" name=""/>
          <p:cNvSpPr/>
          <p:nvPr/>
        </p:nvSpPr>
        <p:spPr>
          <a:xfrm>
            <a:off x="1310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6" name=""/>
          <p:cNvSpPr/>
          <p:nvPr/>
        </p:nvSpPr>
        <p:spPr>
          <a:xfrm>
            <a:off x="13132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7" name=""/>
          <p:cNvSpPr/>
          <p:nvPr/>
        </p:nvSpPr>
        <p:spPr>
          <a:xfrm>
            <a:off x="1316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8" name=""/>
          <p:cNvSpPr/>
          <p:nvPr/>
        </p:nvSpPr>
        <p:spPr>
          <a:xfrm>
            <a:off x="1320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9" name=""/>
          <p:cNvSpPr/>
          <p:nvPr/>
        </p:nvSpPr>
        <p:spPr>
          <a:xfrm>
            <a:off x="132336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0" name=""/>
          <p:cNvSpPr/>
          <p:nvPr/>
        </p:nvSpPr>
        <p:spPr>
          <a:xfrm>
            <a:off x="1326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1" name=""/>
          <p:cNvSpPr/>
          <p:nvPr/>
        </p:nvSpPr>
        <p:spPr>
          <a:xfrm>
            <a:off x="1330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2" name=""/>
          <p:cNvSpPr/>
          <p:nvPr/>
        </p:nvSpPr>
        <p:spPr>
          <a:xfrm>
            <a:off x="1333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3" name=""/>
          <p:cNvSpPr/>
          <p:nvPr/>
        </p:nvSpPr>
        <p:spPr>
          <a:xfrm>
            <a:off x="1337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4" name=""/>
          <p:cNvSpPr/>
          <p:nvPr/>
        </p:nvSpPr>
        <p:spPr>
          <a:xfrm>
            <a:off x="1340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5" name=""/>
          <p:cNvSpPr/>
          <p:nvPr/>
        </p:nvSpPr>
        <p:spPr>
          <a:xfrm>
            <a:off x="1343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6" name=""/>
          <p:cNvSpPr/>
          <p:nvPr/>
        </p:nvSpPr>
        <p:spPr>
          <a:xfrm>
            <a:off x="13467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7" name=""/>
          <p:cNvSpPr/>
          <p:nvPr/>
        </p:nvSpPr>
        <p:spPr>
          <a:xfrm>
            <a:off x="1350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8" name=""/>
          <p:cNvSpPr/>
          <p:nvPr/>
        </p:nvSpPr>
        <p:spPr>
          <a:xfrm>
            <a:off x="1353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9" name=""/>
          <p:cNvSpPr/>
          <p:nvPr/>
        </p:nvSpPr>
        <p:spPr>
          <a:xfrm>
            <a:off x="1356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0" name=""/>
          <p:cNvSpPr/>
          <p:nvPr/>
        </p:nvSpPr>
        <p:spPr>
          <a:xfrm>
            <a:off x="1360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1" name=""/>
          <p:cNvSpPr/>
          <p:nvPr/>
        </p:nvSpPr>
        <p:spPr>
          <a:xfrm>
            <a:off x="1363680" y="1428480"/>
            <a:ext cx="3600" cy="48240"/>
          </a:xfrm>
          <a:custGeom>
            <a:avLst/>
            <a:gdLst/>
            <a:ahLst/>
            <a:rect l="0" t="0" r="r" b="b"/>
            <a:pathLst>
              <a:path w="10" h="134">
                <a:moveTo>
                  <a:pt x="10" y="0"/>
                </a:moveTo>
                <a:lnTo>
                  <a:pt x="10" y="134"/>
                </a:lnTo>
                <a:lnTo>
                  <a:pt x="9" y="134"/>
                </a:lnTo>
                <a:lnTo>
                  <a:pt x="0" y="134"/>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2" name=""/>
          <p:cNvSpPr/>
          <p:nvPr/>
        </p:nvSpPr>
        <p:spPr>
          <a:xfrm>
            <a:off x="1366920" y="1428480"/>
            <a:ext cx="3960" cy="48240"/>
          </a:xfrm>
          <a:custGeom>
            <a:avLst/>
            <a:gdLst/>
            <a:ahLst/>
            <a:rect l="0" t="0" r="r" b="b"/>
            <a:pathLst>
              <a:path w="11" h="134">
                <a:moveTo>
                  <a:pt x="11" y="1"/>
                </a:moveTo>
                <a:lnTo>
                  <a:pt x="11" y="133"/>
                </a:lnTo>
                <a:cubicBezTo>
                  <a:pt x="8" y="133"/>
                  <a:pt x="3" y="133"/>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3" name=""/>
          <p:cNvSpPr/>
          <p:nvPr/>
        </p:nvSpPr>
        <p:spPr>
          <a:xfrm>
            <a:off x="1370520" y="142884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4" name=""/>
          <p:cNvSpPr/>
          <p:nvPr/>
        </p:nvSpPr>
        <p:spPr>
          <a:xfrm>
            <a:off x="1373760" y="1429560"/>
            <a:ext cx="3600" cy="46080"/>
          </a:xfrm>
          <a:custGeom>
            <a:avLst/>
            <a:gdLst/>
            <a:ahLst/>
            <a:rect l="0" t="0" r="r" b="b"/>
            <a:pathLst>
              <a:path w="10" h="128">
                <a:moveTo>
                  <a:pt x="10" y="4"/>
                </a:moveTo>
                <a:lnTo>
                  <a:pt x="10" y="123"/>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5" name=""/>
          <p:cNvSpPr/>
          <p:nvPr/>
        </p:nvSpPr>
        <p:spPr>
          <a:xfrm>
            <a:off x="1377000" y="1431000"/>
            <a:ext cx="3960" cy="43200"/>
          </a:xfrm>
          <a:custGeom>
            <a:avLst/>
            <a:gdLst/>
            <a:ahLst/>
            <a:rect l="0" t="0" r="r" b="b"/>
            <a:pathLst>
              <a:path w="11" h="120">
                <a:moveTo>
                  <a:pt x="11" y="5"/>
                </a:moveTo>
                <a:lnTo>
                  <a:pt x="11" y="114"/>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6" name=""/>
          <p:cNvSpPr/>
          <p:nvPr/>
        </p:nvSpPr>
        <p:spPr>
          <a:xfrm>
            <a:off x="1380600" y="143280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7" name=""/>
          <p:cNvSpPr/>
          <p:nvPr/>
        </p:nvSpPr>
        <p:spPr>
          <a:xfrm>
            <a:off x="1383840" y="1435680"/>
            <a:ext cx="3600" cy="33480"/>
          </a:xfrm>
          <a:custGeom>
            <a:avLst/>
            <a:gdLst/>
            <a:ahLst/>
            <a:rect l="0" t="0" r="r" b="b"/>
            <a:pathLst>
              <a:path w="10" h="93">
                <a:moveTo>
                  <a:pt x="10" y="12"/>
                </a:moveTo>
                <a:lnTo>
                  <a:pt x="10" y="82"/>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8" name=""/>
          <p:cNvSpPr/>
          <p:nvPr/>
        </p:nvSpPr>
        <p:spPr>
          <a:xfrm>
            <a:off x="1387080" y="1440000"/>
            <a:ext cx="3600" cy="25200"/>
          </a:xfrm>
          <a:custGeom>
            <a:avLst/>
            <a:gdLst/>
            <a:ahLst/>
            <a:rect l="0" t="0" r="r" b="b"/>
            <a:pathLst>
              <a:path w="10" h="70">
                <a:moveTo>
                  <a:pt x="10" y="34"/>
                </a:moveTo>
                <a:cubicBezTo>
                  <a:pt x="10" y="48"/>
                  <a:pt x="7" y="59"/>
                  <a:pt x="0" y="70"/>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9" name=""/>
          <p:cNvSpPr txBox="1"/>
          <p:nvPr/>
        </p:nvSpPr>
        <p:spPr>
          <a:xfrm>
            <a:off x="7726320" y="914400"/>
            <a:ext cx="11984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で解決</a:t>
            </a:r>
            <a:endParaRPr lang="en-US" sz="3150" b="0" u="none" strike="noStrike">
              <a:solidFill>
                <a:srgbClr val="000000"/>
              </a:solidFill>
              <a:effectLst/>
              <a:uFillTx/>
              <a:latin typeface="游明朝体"/>
            </a:endParaRPr>
          </a:p>
        </p:txBody>
      </p:sp>
      <p:sp>
        <p:nvSpPr>
          <p:cNvPr id="338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4"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5"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6"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7"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8"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9"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0" name=""/>
          <p:cNvSpPr/>
          <p:nvPr/>
        </p:nvSpPr>
        <p:spPr>
          <a:xfrm>
            <a:off x="542880" y="438120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1" name=""/>
          <p:cNvSpPr/>
          <p:nvPr/>
        </p:nvSpPr>
        <p:spPr>
          <a:xfrm>
            <a:off x="2190600" y="438120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2" name=""/>
          <p:cNvSpPr/>
          <p:nvPr/>
        </p:nvSpPr>
        <p:spPr>
          <a:xfrm>
            <a:off x="3352680" y="438120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3"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4"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5"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6"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7"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8"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9" name=""/>
          <p:cNvSpPr/>
          <p:nvPr/>
        </p:nvSpPr>
        <p:spPr>
          <a:xfrm>
            <a:off x="542880" y="5143320"/>
            <a:ext cx="1648080" cy="381240"/>
          </a:xfrm>
          <a:custGeom>
            <a:avLst/>
            <a:gdLst/>
            <a:ahLst/>
            <a:rect l="0" t="0" r="r" b="b"/>
            <a:pathLst>
              <a:path w="4578" h="1059">
                <a:moveTo>
                  <a:pt x="132" y="1059"/>
                </a:moveTo>
                <a:cubicBezTo>
                  <a:pt x="111" y="1059"/>
                  <a:pt x="91" y="1054"/>
                  <a:pt x="71" y="1046"/>
                </a:cubicBezTo>
                <a:cubicBezTo>
                  <a:pt x="52" y="1038"/>
                  <a:pt x="35" y="1027"/>
                  <a:pt x="20" y="1012"/>
                </a:cubicBezTo>
                <a:cubicBezTo>
                  <a:pt x="12" y="1004"/>
                  <a:pt x="5" y="996"/>
                  <a:pt x="0" y="987"/>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0" name=""/>
          <p:cNvSpPr/>
          <p:nvPr/>
        </p:nvSpPr>
        <p:spPr>
          <a:xfrm>
            <a:off x="2190600" y="514332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1" name=""/>
          <p:cNvSpPr/>
          <p:nvPr/>
        </p:nvSpPr>
        <p:spPr>
          <a:xfrm>
            <a:off x="3352680" y="514332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2" name=""/>
          <p:cNvSpPr/>
          <p:nvPr/>
        </p:nvSpPr>
        <p:spPr>
          <a:xfrm>
            <a:off x="533160" y="4016160"/>
            <a:ext cx="10080" cy="365400"/>
          </a:xfrm>
          <a:custGeom>
            <a:avLst/>
            <a:gdLst/>
            <a:ahLst/>
            <a:rect l="0" t="0" r="r" b="b"/>
            <a:pathLst>
              <a:path w="28" h="1015">
                <a:moveTo>
                  <a:pt x="12" y="28"/>
                </a:moveTo>
                <a:cubicBezTo>
                  <a:pt x="17" y="18"/>
                  <a:pt x="22" y="9"/>
                  <a:pt x="28" y="0"/>
                </a:cubicBezTo>
                <a:lnTo>
                  <a:pt x="28" y="1015"/>
                </a:lnTo>
                <a:lnTo>
                  <a:pt x="0" y="1015"/>
                </a:lnTo>
                <a:lnTo>
                  <a:pt x="0" y="88"/>
                </a:lnTo>
                <a:cubicBezTo>
                  <a:pt x="0" y="67"/>
                  <a:pt x="4" y="47"/>
                  <a:pt x="12" y="2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3" name=""/>
          <p:cNvSpPr/>
          <p:nvPr/>
        </p:nvSpPr>
        <p:spPr>
          <a:xfrm>
            <a:off x="558720" y="399096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4" name=""/>
          <p:cNvSpPr/>
          <p:nvPr/>
        </p:nvSpPr>
        <p:spPr>
          <a:xfrm>
            <a:off x="218088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5" name=""/>
          <p:cNvSpPr/>
          <p:nvPr/>
        </p:nvSpPr>
        <p:spPr>
          <a:xfrm>
            <a:off x="2190600" y="3990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6" name=""/>
          <p:cNvSpPr/>
          <p:nvPr/>
        </p:nvSpPr>
        <p:spPr>
          <a:xfrm>
            <a:off x="334296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7" name=""/>
          <p:cNvSpPr/>
          <p:nvPr/>
        </p:nvSpPr>
        <p:spPr>
          <a:xfrm>
            <a:off x="3352680" y="3990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8" name=""/>
          <p:cNvSpPr/>
          <p:nvPr/>
        </p:nvSpPr>
        <p:spPr>
          <a:xfrm>
            <a:off x="473364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9" name=""/>
          <p:cNvSpPr/>
          <p:nvPr/>
        </p:nvSpPr>
        <p:spPr>
          <a:xfrm>
            <a:off x="533160" y="437184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0" name=""/>
          <p:cNvSpPr/>
          <p:nvPr/>
        </p:nvSpPr>
        <p:spPr>
          <a:xfrm>
            <a:off x="2190600" y="437184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1" name=""/>
          <p:cNvSpPr/>
          <p:nvPr/>
        </p:nvSpPr>
        <p:spPr>
          <a:xfrm>
            <a:off x="3352680" y="437184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2" name=""/>
          <p:cNvSpPr/>
          <p:nvPr/>
        </p:nvSpPr>
        <p:spPr>
          <a:xfrm>
            <a:off x="5331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3" name=""/>
          <p:cNvSpPr/>
          <p:nvPr/>
        </p:nvSpPr>
        <p:spPr>
          <a:xfrm>
            <a:off x="218088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4" name=""/>
          <p:cNvSpPr/>
          <p:nvPr/>
        </p:nvSpPr>
        <p:spPr>
          <a:xfrm>
            <a:off x="33429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5" name=""/>
          <p:cNvSpPr/>
          <p:nvPr/>
        </p:nvSpPr>
        <p:spPr>
          <a:xfrm>
            <a:off x="473364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6" name=""/>
          <p:cNvSpPr/>
          <p:nvPr/>
        </p:nvSpPr>
        <p:spPr>
          <a:xfrm>
            <a:off x="5331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7" name=""/>
          <p:cNvSpPr/>
          <p:nvPr/>
        </p:nvSpPr>
        <p:spPr>
          <a:xfrm>
            <a:off x="533160" y="47527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8" name=""/>
          <p:cNvSpPr/>
          <p:nvPr/>
        </p:nvSpPr>
        <p:spPr>
          <a:xfrm>
            <a:off x="218088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9" name=""/>
          <p:cNvSpPr/>
          <p:nvPr/>
        </p:nvSpPr>
        <p:spPr>
          <a:xfrm>
            <a:off x="2190600" y="475272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0" name=""/>
          <p:cNvSpPr/>
          <p:nvPr/>
        </p:nvSpPr>
        <p:spPr>
          <a:xfrm>
            <a:off x="33429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1" name=""/>
          <p:cNvSpPr/>
          <p:nvPr/>
        </p:nvSpPr>
        <p:spPr>
          <a:xfrm>
            <a:off x="3352680" y="475272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2" name=""/>
          <p:cNvSpPr/>
          <p:nvPr/>
        </p:nvSpPr>
        <p:spPr>
          <a:xfrm>
            <a:off x="473364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3" name=""/>
          <p:cNvSpPr/>
          <p:nvPr/>
        </p:nvSpPr>
        <p:spPr>
          <a:xfrm>
            <a:off x="533160" y="514332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4" name=""/>
          <p:cNvSpPr/>
          <p:nvPr/>
        </p:nvSpPr>
        <p:spPr>
          <a:xfrm>
            <a:off x="533160" y="51339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5" name=""/>
          <p:cNvSpPr/>
          <p:nvPr/>
        </p:nvSpPr>
        <p:spPr>
          <a:xfrm>
            <a:off x="218088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6" name=""/>
          <p:cNvSpPr/>
          <p:nvPr/>
        </p:nvSpPr>
        <p:spPr>
          <a:xfrm>
            <a:off x="2190600" y="5133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7" name=""/>
          <p:cNvSpPr/>
          <p:nvPr/>
        </p:nvSpPr>
        <p:spPr>
          <a:xfrm>
            <a:off x="334296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8" name=""/>
          <p:cNvSpPr/>
          <p:nvPr/>
        </p:nvSpPr>
        <p:spPr>
          <a:xfrm>
            <a:off x="3352680" y="5133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9" name=""/>
          <p:cNvSpPr/>
          <p:nvPr/>
        </p:nvSpPr>
        <p:spPr>
          <a:xfrm>
            <a:off x="473364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0" name=""/>
          <p:cNvSpPr/>
          <p:nvPr/>
        </p:nvSpPr>
        <p:spPr>
          <a:xfrm>
            <a:off x="558720" y="5514840"/>
            <a:ext cx="1632240" cy="9720"/>
          </a:xfrm>
          <a:custGeom>
            <a:avLst/>
            <a:gdLst/>
            <a:ahLst/>
            <a:rect l="0" t="0" r="r" b="b"/>
            <a:pathLst>
              <a:path w="4534" h="27">
                <a:moveTo>
                  <a:pt x="88" y="27"/>
                </a:moveTo>
                <a:cubicBezTo>
                  <a:pt x="67" y="27"/>
                  <a:pt x="47" y="23"/>
                  <a:pt x="27" y="15"/>
                </a:cubicBezTo>
                <a:cubicBezTo>
                  <a:pt x="18" y="11"/>
                  <a:pt x="9" y="5"/>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1" name=""/>
          <p:cNvSpPr/>
          <p:nvPr/>
        </p:nvSpPr>
        <p:spPr>
          <a:xfrm>
            <a:off x="2190600" y="551484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2" name=""/>
          <p:cNvSpPr/>
          <p:nvPr/>
        </p:nvSpPr>
        <p:spPr>
          <a:xfrm>
            <a:off x="3352680" y="551484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3"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4" name=""/>
          <p:cNvSpPr txBox="1"/>
          <p:nvPr/>
        </p:nvSpPr>
        <p:spPr>
          <a:xfrm>
            <a:off x="799920" y="13611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3435" name=""/>
          <p:cNvSpPr txBox="1"/>
          <p:nvPr/>
        </p:nvSpPr>
        <p:spPr>
          <a:xfrm>
            <a:off x="4589280" y="135216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3436" name=""/>
          <p:cNvSpPr txBox="1"/>
          <p:nvPr/>
        </p:nvSpPr>
        <p:spPr>
          <a:xfrm>
            <a:off x="5403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437" name=""/>
          <p:cNvSpPr txBox="1"/>
          <p:nvPr/>
        </p:nvSpPr>
        <p:spPr>
          <a:xfrm>
            <a:off x="5594760" y="1352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38" name=""/>
          <p:cNvSpPr txBox="1"/>
          <p:nvPr/>
        </p:nvSpPr>
        <p:spPr>
          <a:xfrm>
            <a:off x="570060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3439"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0" name=""/>
          <p:cNvSpPr txBox="1"/>
          <p:nvPr/>
        </p:nvSpPr>
        <p:spPr>
          <a:xfrm>
            <a:off x="799920" y="1703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3441" name=""/>
          <p:cNvSpPr txBox="1"/>
          <p:nvPr/>
        </p:nvSpPr>
        <p:spPr>
          <a:xfrm>
            <a:off x="79992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3442" name=""/>
          <p:cNvSpPr txBox="1"/>
          <p:nvPr/>
        </p:nvSpPr>
        <p:spPr>
          <a:xfrm>
            <a:off x="1360800" y="209448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3443"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4" name=""/>
          <p:cNvSpPr txBox="1"/>
          <p:nvPr/>
        </p:nvSpPr>
        <p:spPr>
          <a:xfrm>
            <a:off x="7999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3445" name=""/>
          <p:cNvSpPr txBox="1"/>
          <p:nvPr/>
        </p:nvSpPr>
        <p:spPr>
          <a:xfrm>
            <a:off x="799920" y="28278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3446" name=""/>
          <p:cNvSpPr txBox="1"/>
          <p:nvPr/>
        </p:nvSpPr>
        <p:spPr>
          <a:xfrm>
            <a:off x="156204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47" name=""/>
          <p:cNvSpPr txBox="1"/>
          <p:nvPr/>
        </p:nvSpPr>
        <p:spPr>
          <a:xfrm>
            <a:off x="1667880" y="282780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3448" name=""/>
          <p:cNvSpPr txBox="1"/>
          <p:nvPr/>
        </p:nvSpPr>
        <p:spPr>
          <a:xfrm>
            <a:off x="585900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3449" name=""/>
          <p:cNvSpPr/>
          <p:nvPr/>
        </p:nvSpPr>
        <p:spPr>
          <a:xfrm>
            <a:off x="618840" y="3647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0" name=""/>
          <p:cNvSpPr txBox="1"/>
          <p:nvPr/>
        </p:nvSpPr>
        <p:spPr>
          <a:xfrm>
            <a:off x="7999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3451" name=""/>
          <p:cNvSpPr txBox="1"/>
          <p:nvPr/>
        </p:nvSpPr>
        <p:spPr>
          <a:xfrm>
            <a:off x="799920" y="35614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3452" name=""/>
          <p:cNvSpPr txBox="1"/>
          <p:nvPr/>
        </p:nvSpPr>
        <p:spPr>
          <a:xfrm>
            <a:off x="1181160" y="3552480"/>
            <a:ext cx="371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3453" name=""/>
          <p:cNvSpPr txBox="1"/>
          <p:nvPr/>
        </p:nvSpPr>
        <p:spPr>
          <a:xfrm>
            <a:off x="1551960" y="35614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3454" name=""/>
          <p:cNvSpPr txBox="1"/>
          <p:nvPr/>
        </p:nvSpPr>
        <p:spPr>
          <a:xfrm>
            <a:off x="3456720" y="3552480"/>
            <a:ext cx="65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3455" name=""/>
          <p:cNvSpPr txBox="1"/>
          <p:nvPr/>
        </p:nvSpPr>
        <p:spPr>
          <a:xfrm>
            <a:off x="4113000" y="35614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3456" name=""/>
          <p:cNvSpPr txBox="1"/>
          <p:nvPr/>
        </p:nvSpPr>
        <p:spPr>
          <a:xfrm>
            <a:off x="666720" y="4092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3457" name=""/>
          <p:cNvSpPr txBox="1"/>
          <p:nvPr/>
        </p:nvSpPr>
        <p:spPr>
          <a:xfrm>
            <a:off x="2317680" y="408492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3458" name=""/>
          <p:cNvSpPr txBox="1"/>
          <p:nvPr/>
        </p:nvSpPr>
        <p:spPr>
          <a:xfrm>
            <a:off x="250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59" name=""/>
          <p:cNvSpPr txBox="1"/>
          <p:nvPr/>
        </p:nvSpPr>
        <p:spPr>
          <a:xfrm>
            <a:off x="2680200" y="408492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3460" name=""/>
          <p:cNvSpPr txBox="1"/>
          <p:nvPr/>
        </p:nvSpPr>
        <p:spPr>
          <a:xfrm>
            <a:off x="304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61" name=""/>
          <p:cNvSpPr txBox="1"/>
          <p:nvPr/>
        </p:nvSpPr>
        <p:spPr>
          <a:xfrm>
            <a:off x="3477240" y="408492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3462" name=""/>
          <p:cNvSpPr txBox="1"/>
          <p:nvPr/>
        </p:nvSpPr>
        <p:spPr>
          <a:xfrm>
            <a:off x="438552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63" name=""/>
          <p:cNvSpPr txBox="1"/>
          <p:nvPr/>
        </p:nvSpPr>
        <p:spPr>
          <a:xfrm>
            <a:off x="4556880" y="408492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464" name=""/>
          <p:cNvSpPr txBox="1"/>
          <p:nvPr/>
        </p:nvSpPr>
        <p:spPr>
          <a:xfrm>
            <a:off x="666720" y="446580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3465" name=""/>
          <p:cNvSpPr txBox="1"/>
          <p:nvPr/>
        </p:nvSpPr>
        <p:spPr>
          <a:xfrm>
            <a:off x="2317680" y="446580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3466" name=""/>
          <p:cNvSpPr txBox="1"/>
          <p:nvPr/>
        </p:nvSpPr>
        <p:spPr>
          <a:xfrm>
            <a:off x="3477240" y="446580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3467" name=""/>
          <p:cNvSpPr txBox="1"/>
          <p:nvPr/>
        </p:nvSpPr>
        <p:spPr>
          <a:xfrm>
            <a:off x="666720" y="4847040"/>
            <a:ext cx="13885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3468" name=""/>
          <p:cNvSpPr txBox="1"/>
          <p:nvPr/>
        </p:nvSpPr>
        <p:spPr>
          <a:xfrm>
            <a:off x="2317680" y="484704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3469" name=""/>
          <p:cNvSpPr txBox="1"/>
          <p:nvPr/>
        </p:nvSpPr>
        <p:spPr>
          <a:xfrm>
            <a:off x="3477240" y="484704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3470" name=""/>
          <p:cNvSpPr txBox="1"/>
          <p:nvPr/>
        </p:nvSpPr>
        <p:spPr>
          <a:xfrm>
            <a:off x="666720" y="5227920"/>
            <a:ext cx="4939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3471" name=""/>
          <p:cNvSpPr txBox="1"/>
          <p:nvPr/>
        </p:nvSpPr>
        <p:spPr>
          <a:xfrm>
            <a:off x="1162080" y="5235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3472" name=""/>
          <p:cNvSpPr txBox="1"/>
          <p:nvPr/>
        </p:nvSpPr>
        <p:spPr>
          <a:xfrm>
            <a:off x="2317680" y="522792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3473" name=""/>
          <p:cNvSpPr txBox="1"/>
          <p:nvPr/>
        </p:nvSpPr>
        <p:spPr>
          <a:xfrm>
            <a:off x="3477240" y="52279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3474" name=""/>
          <p:cNvSpPr txBox="1"/>
          <p:nvPr/>
        </p:nvSpPr>
        <p:spPr>
          <a:xfrm>
            <a:off x="533520" y="571392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3475" name=""/>
          <p:cNvSpPr txBox="1"/>
          <p:nvPr/>
        </p:nvSpPr>
        <p:spPr>
          <a:xfrm>
            <a:off x="723960" y="57049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76" name=""/>
          <p:cNvSpPr txBox="1"/>
          <p:nvPr/>
        </p:nvSpPr>
        <p:spPr>
          <a:xfrm>
            <a:off x="776880" y="571392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3477" name=""/>
          <p:cNvSpPr txBox="1"/>
          <p:nvPr/>
        </p:nvSpPr>
        <p:spPr>
          <a:xfrm>
            <a:off x="4386960" y="570492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3478" name=""/>
          <p:cNvPicPr/>
          <p:nvPr/>
        </p:nvPicPr>
        <p:blipFill>
          <a:blip r:embed="rId1"/>
          <a:stretch/>
        </p:blipFill>
        <p:spPr>
          <a:xfrm>
            <a:off x="7496280" y="628560"/>
            <a:ext cx="2876040" cy="2856960"/>
          </a:xfrm>
          <a:prstGeom prst="rect">
            <a:avLst/>
          </a:prstGeom>
          <a:noFill/>
          <a:ln w="0">
            <a:noFill/>
          </a:ln>
        </p:spPr>
      </p:pic>
      <p:pic>
        <p:nvPicPr>
          <p:cNvPr id="3479" name=""/>
          <p:cNvPicPr/>
          <p:nvPr/>
        </p:nvPicPr>
        <p:blipFill>
          <a:blip r:embed="rId2"/>
          <a:stretch/>
        </p:blipFill>
        <p:spPr>
          <a:xfrm>
            <a:off x="6486480" y="3562200"/>
            <a:ext cx="4895640" cy="2857320"/>
          </a:xfrm>
          <a:prstGeom prst="rect">
            <a:avLst/>
          </a:prstGeom>
          <a:noFill/>
          <a:ln w="0">
            <a:noFill/>
          </a:ln>
        </p:spPr>
      </p:pic>
      <p:sp>
        <p:nvSpPr>
          <p:cNvPr id="3480" name=""/>
          <p:cNvSpPr txBox="1"/>
          <p:nvPr/>
        </p:nvSpPr>
        <p:spPr>
          <a:xfrm>
            <a:off x="533520" y="60094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3481"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2"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3"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4"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5"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6"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7"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8"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9"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0"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1"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2"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3"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4"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5"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6"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7"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8"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9"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0"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1"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2"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3"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4"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5"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6"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7"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8"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9"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0"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1"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2"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3"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4"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5"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6"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7"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8"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9"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0"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1"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2"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3"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4"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5"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6"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7"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8"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9"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0"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1"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2"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3"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4"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5"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6"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7"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8"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9"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0"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1"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2"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3"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4"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5"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6"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7"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8"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9"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0"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1"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2"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3"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4"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5"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6"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7"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8"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9"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0"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1"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2"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3"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4"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5"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6"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7"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8"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9"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0"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1"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2"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3"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4"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5"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6"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7"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8"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9"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0"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1"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2"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3"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4"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5"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6"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7"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8"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9"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0"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1"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2"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3"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4"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5"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6"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7"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8"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9"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0"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1"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2"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3"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4"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5"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6"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7"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8"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9"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0"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1"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2"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3"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4"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5"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6"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7"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8"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9"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0"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1"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2"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3"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4"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5"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6"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7"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8"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9"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0"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1"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2"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3"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4"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5"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6"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7"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8"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9"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0"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1"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2"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3"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4"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5"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6"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7"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8"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9"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0"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1"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2"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3"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4"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5"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6"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7"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8"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9"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0"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1"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2"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3"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4"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5"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6"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7"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8"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9"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0"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1"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2"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3" name=""/>
          <p:cNvSpPr txBox="1"/>
          <p:nvPr/>
        </p:nvSpPr>
        <p:spPr>
          <a:xfrm>
            <a:off x="533520" y="495360"/>
            <a:ext cx="7187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農業気象データによる太陽光発電量予測</a:t>
            </a:r>
            <a:endParaRPr lang="en-US" sz="3150" b="0" u="none" strike="noStrike">
              <a:solidFill>
                <a:srgbClr val="000000"/>
              </a:solidFill>
              <a:effectLst/>
              <a:uFillTx/>
              <a:latin typeface="游明朝体"/>
            </a:endParaRPr>
          </a:p>
        </p:txBody>
      </p:sp>
      <p:sp>
        <p:nvSpPr>
          <p:cNvPr id="367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3678" name=""/>
          <p:cNvPicPr/>
          <p:nvPr/>
        </p:nvPicPr>
        <p:blipFill>
          <a:blip r:embed="rId1"/>
          <a:stretch/>
        </p:blipFill>
        <p:spPr>
          <a:xfrm>
            <a:off x="546120" y="6083280"/>
            <a:ext cx="11112120" cy="469440"/>
          </a:xfrm>
          <a:prstGeom prst="rect">
            <a:avLst/>
          </a:prstGeom>
          <a:noFill/>
          <a:ln w="0">
            <a:noFill/>
          </a:ln>
        </p:spPr>
      </p:pic>
      <p:pic>
        <p:nvPicPr>
          <p:cNvPr id="3679" name=""/>
          <p:cNvPicPr/>
          <p:nvPr/>
        </p:nvPicPr>
        <p:blipFill>
          <a:blip r:embed="rId2"/>
          <a:stretch/>
        </p:blipFill>
        <p:spPr>
          <a:xfrm>
            <a:off x="546120" y="6553080"/>
            <a:ext cx="11112120" cy="0"/>
          </a:xfrm>
          <a:prstGeom prst="rect">
            <a:avLst/>
          </a:prstGeom>
          <a:noFill/>
          <a:ln w="0">
            <a:noFill/>
          </a:ln>
        </p:spPr>
      </p:pic>
      <p:sp>
        <p:nvSpPr>
          <p:cNvPr id="3680" name=""/>
          <p:cNvSpPr/>
          <p:nvPr/>
        </p:nvSpPr>
        <p:spPr>
          <a:xfrm>
            <a:off x="533160" y="60861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1"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2"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3"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4"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5"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6"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7"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8"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9"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0"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1"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2"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3"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4"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5" name=""/>
          <p:cNvSpPr/>
          <p:nvPr/>
        </p:nvSpPr>
        <p:spPr>
          <a:xfrm>
            <a:off x="542880" y="3171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6" name=""/>
          <p:cNvSpPr/>
          <p:nvPr/>
        </p:nvSpPr>
        <p:spPr>
          <a:xfrm>
            <a:off x="1495080" y="3171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7" name=""/>
          <p:cNvSpPr/>
          <p:nvPr/>
        </p:nvSpPr>
        <p:spPr>
          <a:xfrm>
            <a:off x="2114280" y="3171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8" name=""/>
          <p:cNvSpPr/>
          <p:nvPr/>
        </p:nvSpPr>
        <p:spPr>
          <a:xfrm>
            <a:off x="2885760" y="3171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9" name=""/>
          <p:cNvSpPr/>
          <p:nvPr/>
        </p:nvSpPr>
        <p:spPr>
          <a:xfrm>
            <a:off x="3495600" y="3171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0" name=""/>
          <p:cNvSpPr/>
          <p:nvPr/>
        </p:nvSpPr>
        <p:spPr>
          <a:xfrm>
            <a:off x="40957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1" name=""/>
          <p:cNvSpPr/>
          <p:nvPr/>
        </p:nvSpPr>
        <p:spPr>
          <a:xfrm>
            <a:off x="46861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2"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3"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4"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5"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6"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7"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8"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9"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0"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1"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2"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3"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4"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5"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6" name=""/>
          <p:cNvSpPr/>
          <p:nvPr/>
        </p:nvSpPr>
        <p:spPr>
          <a:xfrm>
            <a:off x="542880" y="393372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7" name=""/>
          <p:cNvSpPr/>
          <p:nvPr/>
        </p:nvSpPr>
        <p:spPr>
          <a:xfrm>
            <a:off x="1495080" y="3933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8" name=""/>
          <p:cNvSpPr/>
          <p:nvPr/>
        </p:nvSpPr>
        <p:spPr>
          <a:xfrm>
            <a:off x="2114280" y="3933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9" name=""/>
          <p:cNvSpPr/>
          <p:nvPr/>
        </p:nvSpPr>
        <p:spPr>
          <a:xfrm>
            <a:off x="2885760" y="3933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0" name=""/>
          <p:cNvSpPr/>
          <p:nvPr/>
        </p:nvSpPr>
        <p:spPr>
          <a:xfrm>
            <a:off x="3495600" y="3933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1" name=""/>
          <p:cNvSpPr/>
          <p:nvPr/>
        </p:nvSpPr>
        <p:spPr>
          <a:xfrm>
            <a:off x="40957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2" name=""/>
          <p:cNvSpPr/>
          <p:nvPr/>
        </p:nvSpPr>
        <p:spPr>
          <a:xfrm>
            <a:off x="46861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3"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4"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5"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6"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7"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8"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9"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0"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1"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2"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3"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4"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5"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6"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7" name=""/>
          <p:cNvSpPr/>
          <p:nvPr/>
        </p:nvSpPr>
        <p:spPr>
          <a:xfrm>
            <a:off x="542880" y="4695480"/>
            <a:ext cx="952560" cy="381600"/>
          </a:xfrm>
          <a:custGeom>
            <a:avLst/>
            <a:gdLst/>
            <a:ahLst/>
            <a:rect l="0" t="0" r="r" b="b"/>
            <a:pathLst>
              <a:path w="2646" h="1060">
                <a:moveTo>
                  <a:pt x="132" y="1060"/>
                </a:moveTo>
                <a:cubicBezTo>
                  <a:pt x="111" y="1060"/>
                  <a:pt x="91" y="1056"/>
                  <a:pt x="71" y="1048"/>
                </a:cubicBezTo>
                <a:cubicBezTo>
                  <a:pt x="52" y="1040"/>
                  <a:pt x="35" y="1028"/>
                  <a:pt x="20" y="1013"/>
                </a:cubicBezTo>
                <a:cubicBezTo>
                  <a:pt x="12" y="1006"/>
                  <a:pt x="5" y="998"/>
                  <a:pt x="0" y="989"/>
                </a:cubicBezTo>
                <a:lnTo>
                  <a:pt x="0" y="0"/>
                </a:lnTo>
                <a:lnTo>
                  <a:pt x="2646" y="0"/>
                </a:lnTo>
                <a:lnTo>
                  <a:pt x="2646" y="1060"/>
                </a:lnTo>
                <a:lnTo>
                  <a:pt x="132"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8" name=""/>
          <p:cNvSpPr/>
          <p:nvPr/>
        </p:nvSpPr>
        <p:spPr>
          <a:xfrm>
            <a:off x="1495080" y="4695480"/>
            <a:ext cx="619560" cy="381600"/>
          </a:xfrm>
          <a:custGeom>
            <a:avLst/>
            <a:gdLst/>
            <a:ahLst/>
            <a:rect l="0" t="0" r="r" b="b"/>
            <a:pathLst>
              <a:path w="1721" h="1060">
                <a:moveTo>
                  <a:pt x="0" y="1060"/>
                </a:moveTo>
                <a:lnTo>
                  <a:pt x="0" y="0"/>
                </a:lnTo>
                <a:lnTo>
                  <a:pt x="1721" y="0"/>
                </a:lnTo>
                <a:lnTo>
                  <a:pt x="172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9" name=""/>
          <p:cNvSpPr/>
          <p:nvPr/>
        </p:nvSpPr>
        <p:spPr>
          <a:xfrm>
            <a:off x="2114280" y="4695480"/>
            <a:ext cx="771840" cy="381600"/>
          </a:xfrm>
          <a:custGeom>
            <a:avLst/>
            <a:gdLst/>
            <a:ahLst/>
            <a:rect l="0" t="0" r="r" b="b"/>
            <a:pathLst>
              <a:path w="2144" h="1060">
                <a:moveTo>
                  <a:pt x="0" y="1060"/>
                </a:moveTo>
                <a:lnTo>
                  <a:pt x="0" y="0"/>
                </a:lnTo>
                <a:lnTo>
                  <a:pt x="2144" y="0"/>
                </a:lnTo>
                <a:lnTo>
                  <a:pt x="2144"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0" name=""/>
          <p:cNvSpPr/>
          <p:nvPr/>
        </p:nvSpPr>
        <p:spPr>
          <a:xfrm>
            <a:off x="2885760" y="4695480"/>
            <a:ext cx="610200" cy="381600"/>
          </a:xfrm>
          <a:custGeom>
            <a:avLst/>
            <a:gdLst/>
            <a:ahLst/>
            <a:rect l="0" t="0" r="r" b="b"/>
            <a:pathLst>
              <a:path w="1695" h="1060">
                <a:moveTo>
                  <a:pt x="0" y="1060"/>
                </a:moveTo>
                <a:lnTo>
                  <a:pt x="0" y="0"/>
                </a:lnTo>
                <a:lnTo>
                  <a:pt x="1695" y="0"/>
                </a:lnTo>
                <a:lnTo>
                  <a:pt x="1695"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1" name=""/>
          <p:cNvSpPr/>
          <p:nvPr/>
        </p:nvSpPr>
        <p:spPr>
          <a:xfrm>
            <a:off x="3495600" y="4695480"/>
            <a:ext cx="600480" cy="381600"/>
          </a:xfrm>
          <a:custGeom>
            <a:avLst/>
            <a:gdLst/>
            <a:ahLst/>
            <a:rect l="0" t="0" r="r" b="b"/>
            <a:pathLst>
              <a:path w="1668" h="1060">
                <a:moveTo>
                  <a:pt x="0" y="1060"/>
                </a:moveTo>
                <a:lnTo>
                  <a:pt x="0" y="0"/>
                </a:lnTo>
                <a:lnTo>
                  <a:pt x="1668" y="0"/>
                </a:lnTo>
                <a:lnTo>
                  <a:pt x="1668"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2" name=""/>
          <p:cNvSpPr/>
          <p:nvPr/>
        </p:nvSpPr>
        <p:spPr>
          <a:xfrm>
            <a:off x="40957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3" name=""/>
          <p:cNvSpPr/>
          <p:nvPr/>
        </p:nvSpPr>
        <p:spPr>
          <a:xfrm>
            <a:off x="46861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4" name=""/>
          <p:cNvSpPr/>
          <p:nvPr/>
        </p:nvSpPr>
        <p:spPr>
          <a:xfrm>
            <a:off x="533160" y="28065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5" name=""/>
          <p:cNvSpPr/>
          <p:nvPr/>
        </p:nvSpPr>
        <p:spPr>
          <a:xfrm>
            <a:off x="558720" y="278100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6" name=""/>
          <p:cNvSpPr/>
          <p:nvPr/>
        </p:nvSpPr>
        <p:spPr>
          <a:xfrm>
            <a:off x="148572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7" name=""/>
          <p:cNvSpPr/>
          <p:nvPr/>
        </p:nvSpPr>
        <p:spPr>
          <a:xfrm>
            <a:off x="1495080" y="2781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8" name=""/>
          <p:cNvSpPr/>
          <p:nvPr/>
        </p:nvSpPr>
        <p:spPr>
          <a:xfrm>
            <a:off x="21142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9" name=""/>
          <p:cNvSpPr/>
          <p:nvPr/>
        </p:nvSpPr>
        <p:spPr>
          <a:xfrm>
            <a:off x="2124000" y="2781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0" name=""/>
          <p:cNvSpPr/>
          <p:nvPr/>
        </p:nvSpPr>
        <p:spPr>
          <a:xfrm>
            <a:off x="288576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1" name=""/>
          <p:cNvSpPr/>
          <p:nvPr/>
        </p:nvSpPr>
        <p:spPr>
          <a:xfrm>
            <a:off x="289548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2" name=""/>
          <p:cNvSpPr/>
          <p:nvPr/>
        </p:nvSpPr>
        <p:spPr>
          <a:xfrm>
            <a:off x="34858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3" name=""/>
          <p:cNvSpPr/>
          <p:nvPr/>
        </p:nvSpPr>
        <p:spPr>
          <a:xfrm>
            <a:off x="349560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4" name=""/>
          <p:cNvSpPr/>
          <p:nvPr/>
        </p:nvSpPr>
        <p:spPr>
          <a:xfrm>
            <a:off x="408600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5" name=""/>
          <p:cNvSpPr/>
          <p:nvPr/>
        </p:nvSpPr>
        <p:spPr>
          <a:xfrm>
            <a:off x="40957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6" name=""/>
          <p:cNvSpPr/>
          <p:nvPr/>
        </p:nvSpPr>
        <p:spPr>
          <a:xfrm>
            <a:off x="46767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7" name=""/>
          <p:cNvSpPr/>
          <p:nvPr/>
        </p:nvSpPr>
        <p:spPr>
          <a:xfrm>
            <a:off x="46861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8" name=""/>
          <p:cNvSpPr/>
          <p:nvPr/>
        </p:nvSpPr>
        <p:spPr>
          <a:xfrm>
            <a:off x="52671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9" name=""/>
          <p:cNvSpPr/>
          <p:nvPr/>
        </p:nvSpPr>
        <p:spPr>
          <a:xfrm>
            <a:off x="533160" y="3162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0" name=""/>
          <p:cNvSpPr/>
          <p:nvPr/>
        </p:nvSpPr>
        <p:spPr>
          <a:xfrm>
            <a:off x="1495080" y="3162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1" name=""/>
          <p:cNvSpPr/>
          <p:nvPr/>
        </p:nvSpPr>
        <p:spPr>
          <a:xfrm>
            <a:off x="2124000" y="3162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2" name=""/>
          <p:cNvSpPr/>
          <p:nvPr/>
        </p:nvSpPr>
        <p:spPr>
          <a:xfrm>
            <a:off x="289548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3" name=""/>
          <p:cNvSpPr/>
          <p:nvPr/>
        </p:nvSpPr>
        <p:spPr>
          <a:xfrm>
            <a:off x="349560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4" name=""/>
          <p:cNvSpPr/>
          <p:nvPr/>
        </p:nvSpPr>
        <p:spPr>
          <a:xfrm>
            <a:off x="40957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5" name=""/>
          <p:cNvSpPr/>
          <p:nvPr/>
        </p:nvSpPr>
        <p:spPr>
          <a:xfrm>
            <a:off x="46861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6" name=""/>
          <p:cNvSpPr/>
          <p:nvPr/>
        </p:nvSpPr>
        <p:spPr>
          <a:xfrm>
            <a:off x="5331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7" name=""/>
          <p:cNvSpPr/>
          <p:nvPr/>
        </p:nvSpPr>
        <p:spPr>
          <a:xfrm>
            <a:off x="148572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8" name=""/>
          <p:cNvSpPr/>
          <p:nvPr/>
        </p:nvSpPr>
        <p:spPr>
          <a:xfrm>
            <a:off x="21142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9" name=""/>
          <p:cNvSpPr/>
          <p:nvPr/>
        </p:nvSpPr>
        <p:spPr>
          <a:xfrm>
            <a:off x="28857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0" name=""/>
          <p:cNvSpPr/>
          <p:nvPr/>
        </p:nvSpPr>
        <p:spPr>
          <a:xfrm>
            <a:off x="34858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1" name=""/>
          <p:cNvSpPr/>
          <p:nvPr/>
        </p:nvSpPr>
        <p:spPr>
          <a:xfrm>
            <a:off x="408600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2" name=""/>
          <p:cNvSpPr/>
          <p:nvPr/>
        </p:nvSpPr>
        <p:spPr>
          <a:xfrm>
            <a:off x="46767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3" name=""/>
          <p:cNvSpPr/>
          <p:nvPr/>
        </p:nvSpPr>
        <p:spPr>
          <a:xfrm>
            <a:off x="52671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4" name=""/>
          <p:cNvSpPr/>
          <p:nvPr/>
        </p:nvSpPr>
        <p:spPr>
          <a:xfrm>
            <a:off x="5331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5" name=""/>
          <p:cNvSpPr/>
          <p:nvPr/>
        </p:nvSpPr>
        <p:spPr>
          <a:xfrm>
            <a:off x="533160" y="3543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6" name=""/>
          <p:cNvSpPr/>
          <p:nvPr/>
        </p:nvSpPr>
        <p:spPr>
          <a:xfrm>
            <a:off x="148572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7" name=""/>
          <p:cNvSpPr/>
          <p:nvPr/>
        </p:nvSpPr>
        <p:spPr>
          <a:xfrm>
            <a:off x="1495080" y="3543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8" name=""/>
          <p:cNvSpPr/>
          <p:nvPr/>
        </p:nvSpPr>
        <p:spPr>
          <a:xfrm>
            <a:off x="21142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9" name=""/>
          <p:cNvSpPr/>
          <p:nvPr/>
        </p:nvSpPr>
        <p:spPr>
          <a:xfrm>
            <a:off x="2124000" y="3543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0" name=""/>
          <p:cNvSpPr/>
          <p:nvPr/>
        </p:nvSpPr>
        <p:spPr>
          <a:xfrm>
            <a:off x="28857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1" name=""/>
          <p:cNvSpPr/>
          <p:nvPr/>
        </p:nvSpPr>
        <p:spPr>
          <a:xfrm>
            <a:off x="289548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2" name=""/>
          <p:cNvSpPr/>
          <p:nvPr/>
        </p:nvSpPr>
        <p:spPr>
          <a:xfrm>
            <a:off x="34858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3" name=""/>
          <p:cNvSpPr/>
          <p:nvPr/>
        </p:nvSpPr>
        <p:spPr>
          <a:xfrm>
            <a:off x="349560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4" name=""/>
          <p:cNvSpPr/>
          <p:nvPr/>
        </p:nvSpPr>
        <p:spPr>
          <a:xfrm>
            <a:off x="408600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5" name=""/>
          <p:cNvSpPr/>
          <p:nvPr/>
        </p:nvSpPr>
        <p:spPr>
          <a:xfrm>
            <a:off x="40957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6" name=""/>
          <p:cNvSpPr/>
          <p:nvPr/>
        </p:nvSpPr>
        <p:spPr>
          <a:xfrm>
            <a:off x="46767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7" name=""/>
          <p:cNvSpPr/>
          <p:nvPr/>
        </p:nvSpPr>
        <p:spPr>
          <a:xfrm>
            <a:off x="46861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8" name=""/>
          <p:cNvSpPr/>
          <p:nvPr/>
        </p:nvSpPr>
        <p:spPr>
          <a:xfrm>
            <a:off x="52671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9" name=""/>
          <p:cNvSpPr/>
          <p:nvPr/>
        </p:nvSpPr>
        <p:spPr>
          <a:xfrm>
            <a:off x="5331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0" name=""/>
          <p:cNvSpPr/>
          <p:nvPr/>
        </p:nvSpPr>
        <p:spPr>
          <a:xfrm>
            <a:off x="533160" y="392400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1" name=""/>
          <p:cNvSpPr/>
          <p:nvPr/>
        </p:nvSpPr>
        <p:spPr>
          <a:xfrm>
            <a:off x="148572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2" name=""/>
          <p:cNvSpPr/>
          <p:nvPr/>
        </p:nvSpPr>
        <p:spPr>
          <a:xfrm>
            <a:off x="1495080" y="3924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3" name=""/>
          <p:cNvSpPr/>
          <p:nvPr/>
        </p:nvSpPr>
        <p:spPr>
          <a:xfrm>
            <a:off x="21142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4" name=""/>
          <p:cNvSpPr/>
          <p:nvPr/>
        </p:nvSpPr>
        <p:spPr>
          <a:xfrm>
            <a:off x="2124000" y="3924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5" name=""/>
          <p:cNvSpPr/>
          <p:nvPr/>
        </p:nvSpPr>
        <p:spPr>
          <a:xfrm>
            <a:off x="28857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6" name=""/>
          <p:cNvSpPr/>
          <p:nvPr/>
        </p:nvSpPr>
        <p:spPr>
          <a:xfrm>
            <a:off x="289548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7" name=""/>
          <p:cNvSpPr/>
          <p:nvPr/>
        </p:nvSpPr>
        <p:spPr>
          <a:xfrm>
            <a:off x="34858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8" name=""/>
          <p:cNvSpPr/>
          <p:nvPr/>
        </p:nvSpPr>
        <p:spPr>
          <a:xfrm>
            <a:off x="349560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9" name=""/>
          <p:cNvSpPr/>
          <p:nvPr/>
        </p:nvSpPr>
        <p:spPr>
          <a:xfrm>
            <a:off x="408600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0" name=""/>
          <p:cNvSpPr/>
          <p:nvPr/>
        </p:nvSpPr>
        <p:spPr>
          <a:xfrm>
            <a:off x="40957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1" name=""/>
          <p:cNvSpPr/>
          <p:nvPr/>
        </p:nvSpPr>
        <p:spPr>
          <a:xfrm>
            <a:off x="46767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2" name=""/>
          <p:cNvSpPr/>
          <p:nvPr/>
        </p:nvSpPr>
        <p:spPr>
          <a:xfrm>
            <a:off x="46861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3" name=""/>
          <p:cNvSpPr/>
          <p:nvPr/>
        </p:nvSpPr>
        <p:spPr>
          <a:xfrm>
            <a:off x="52671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4" name=""/>
          <p:cNvSpPr/>
          <p:nvPr/>
        </p:nvSpPr>
        <p:spPr>
          <a:xfrm>
            <a:off x="5331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5" name=""/>
          <p:cNvSpPr/>
          <p:nvPr/>
        </p:nvSpPr>
        <p:spPr>
          <a:xfrm>
            <a:off x="533160" y="4305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6" name=""/>
          <p:cNvSpPr/>
          <p:nvPr/>
        </p:nvSpPr>
        <p:spPr>
          <a:xfrm>
            <a:off x="148572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7" name=""/>
          <p:cNvSpPr/>
          <p:nvPr/>
        </p:nvSpPr>
        <p:spPr>
          <a:xfrm>
            <a:off x="1495080" y="4305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8" name=""/>
          <p:cNvSpPr/>
          <p:nvPr/>
        </p:nvSpPr>
        <p:spPr>
          <a:xfrm>
            <a:off x="21142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9" name=""/>
          <p:cNvSpPr/>
          <p:nvPr/>
        </p:nvSpPr>
        <p:spPr>
          <a:xfrm>
            <a:off x="2124000" y="4305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0" name=""/>
          <p:cNvSpPr/>
          <p:nvPr/>
        </p:nvSpPr>
        <p:spPr>
          <a:xfrm>
            <a:off x="28857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1" name=""/>
          <p:cNvSpPr/>
          <p:nvPr/>
        </p:nvSpPr>
        <p:spPr>
          <a:xfrm>
            <a:off x="289548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2" name=""/>
          <p:cNvSpPr/>
          <p:nvPr/>
        </p:nvSpPr>
        <p:spPr>
          <a:xfrm>
            <a:off x="34858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3" name=""/>
          <p:cNvSpPr/>
          <p:nvPr/>
        </p:nvSpPr>
        <p:spPr>
          <a:xfrm>
            <a:off x="349560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4" name=""/>
          <p:cNvSpPr/>
          <p:nvPr/>
        </p:nvSpPr>
        <p:spPr>
          <a:xfrm>
            <a:off x="408600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5" name=""/>
          <p:cNvSpPr/>
          <p:nvPr/>
        </p:nvSpPr>
        <p:spPr>
          <a:xfrm>
            <a:off x="40957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6" name=""/>
          <p:cNvSpPr/>
          <p:nvPr/>
        </p:nvSpPr>
        <p:spPr>
          <a:xfrm>
            <a:off x="46767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7" name=""/>
          <p:cNvSpPr/>
          <p:nvPr/>
        </p:nvSpPr>
        <p:spPr>
          <a:xfrm>
            <a:off x="46861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8" name=""/>
          <p:cNvSpPr/>
          <p:nvPr/>
        </p:nvSpPr>
        <p:spPr>
          <a:xfrm>
            <a:off x="52671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9" name=""/>
          <p:cNvSpPr/>
          <p:nvPr/>
        </p:nvSpPr>
        <p:spPr>
          <a:xfrm>
            <a:off x="533160" y="469548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0" name=""/>
          <p:cNvSpPr/>
          <p:nvPr/>
        </p:nvSpPr>
        <p:spPr>
          <a:xfrm>
            <a:off x="533160" y="4686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1" name=""/>
          <p:cNvSpPr/>
          <p:nvPr/>
        </p:nvSpPr>
        <p:spPr>
          <a:xfrm>
            <a:off x="148572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2" name=""/>
          <p:cNvSpPr/>
          <p:nvPr/>
        </p:nvSpPr>
        <p:spPr>
          <a:xfrm>
            <a:off x="1495080" y="4686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3" name=""/>
          <p:cNvSpPr/>
          <p:nvPr/>
        </p:nvSpPr>
        <p:spPr>
          <a:xfrm>
            <a:off x="21142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4" name=""/>
          <p:cNvSpPr/>
          <p:nvPr/>
        </p:nvSpPr>
        <p:spPr>
          <a:xfrm>
            <a:off x="2124000" y="4686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5" name=""/>
          <p:cNvSpPr/>
          <p:nvPr/>
        </p:nvSpPr>
        <p:spPr>
          <a:xfrm>
            <a:off x="288576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6" name=""/>
          <p:cNvSpPr/>
          <p:nvPr/>
        </p:nvSpPr>
        <p:spPr>
          <a:xfrm>
            <a:off x="289548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7" name=""/>
          <p:cNvSpPr/>
          <p:nvPr/>
        </p:nvSpPr>
        <p:spPr>
          <a:xfrm>
            <a:off x="34858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8" name=""/>
          <p:cNvSpPr/>
          <p:nvPr/>
        </p:nvSpPr>
        <p:spPr>
          <a:xfrm>
            <a:off x="349560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9" name=""/>
          <p:cNvSpPr/>
          <p:nvPr/>
        </p:nvSpPr>
        <p:spPr>
          <a:xfrm>
            <a:off x="408600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0" name=""/>
          <p:cNvSpPr/>
          <p:nvPr/>
        </p:nvSpPr>
        <p:spPr>
          <a:xfrm>
            <a:off x="40957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1" name=""/>
          <p:cNvSpPr/>
          <p:nvPr/>
        </p:nvSpPr>
        <p:spPr>
          <a:xfrm>
            <a:off x="46767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2" name=""/>
          <p:cNvSpPr/>
          <p:nvPr/>
        </p:nvSpPr>
        <p:spPr>
          <a:xfrm>
            <a:off x="46861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3" name=""/>
          <p:cNvSpPr/>
          <p:nvPr/>
        </p:nvSpPr>
        <p:spPr>
          <a:xfrm>
            <a:off x="52671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4" name=""/>
          <p:cNvSpPr/>
          <p:nvPr/>
        </p:nvSpPr>
        <p:spPr>
          <a:xfrm>
            <a:off x="558720" y="506700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5" name=""/>
          <p:cNvSpPr/>
          <p:nvPr/>
        </p:nvSpPr>
        <p:spPr>
          <a:xfrm>
            <a:off x="1495080" y="506700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6" name=""/>
          <p:cNvSpPr/>
          <p:nvPr/>
        </p:nvSpPr>
        <p:spPr>
          <a:xfrm>
            <a:off x="2124000" y="506700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7" name=""/>
          <p:cNvSpPr/>
          <p:nvPr/>
        </p:nvSpPr>
        <p:spPr>
          <a:xfrm>
            <a:off x="289548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8" name=""/>
          <p:cNvSpPr/>
          <p:nvPr/>
        </p:nvSpPr>
        <p:spPr>
          <a:xfrm>
            <a:off x="349560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9" name=""/>
          <p:cNvSpPr/>
          <p:nvPr/>
        </p:nvSpPr>
        <p:spPr>
          <a:xfrm>
            <a:off x="40957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0" name=""/>
          <p:cNvSpPr/>
          <p:nvPr/>
        </p:nvSpPr>
        <p:spPr>
          <a:xfrm>
            <a:off x="46861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1" name=""/>
          <p:cNvSpPr txBox="1"/>
          <p:nvPr/>
        </p:nvSpPr>
        <p:spPr>
          <a:xfrm>
            <a:off x="533520" y="13327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3842" name=""/>
          <p:cNvSpPr txBox="1"/>
          <p:nvPr/>
        </p:nvSpPr>
        <p:spPr>
          <a:xfrm>
            <a:off x="4322520" y="132372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3843" name=""/>
          <p:cNvSpPr txBox="1"/>
          <p:nvPr/>
        </p:nvSpPr>
        <p:spPr>
          <a:xfrm>
            <a:off x="5137560" y="13327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3844" name=""/>
          <p:cNvSpPr txBox="1"/>
          <p:nvPr/>
        </p:nvSpPr>
        <p:spPr>
          <a:xfrm>
            <a:off x="533520" y="1609200"/>
            <a:ext cx="39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3845" name=""/>
          <p:cNvSpPr txBox="1"/>
          <p:nvPr/>
        </p:nvSpPr>
        <p:spPr>
          <a:xfrm>
            <a:off x="932040" y="1618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846" name=""/>
          <p:cNvSpPr txBox="1"/>
          <p:nvPr/>
        </p:nvSpPr>
        <p:spPr>
          <a:xfrm>
            <a:off x="1122480" y="1609200"/>
            <a:ext cx="462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3847" name=""/>
          <p:cNvSpPr txBox="1"/>
          <p:nvPr/>
        </p:nvSpPr>
        <p:spPr>
          <a:xfrm>
            <a:off x="1584360" y="16182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3848" name=""/>
          <p:cNvSpPr txBox="1"/>
          <p:nvPr/>
        </p:nvSpPr>
        <p:spPr>
          <a:xfrm>
            <a:off x="2346480" y="1609200"/>
            <a:ext cx="38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3849" name=""/>
          <p:cNvSpPr txBox="1"/>
          <p:nvPr/>
        </p:nvSpPr>
        <p:spPr>
          <a:xfrm>
            <a:off x="2727360" y="1618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3850" name=""/>
          <p:cNvSpPr txBox="1"/>
          <p:nvPr/>
        </p:nvSpPr>
        <p:spPr>
          <a:xfrm>
            <a:off x="53352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3851" name=""/>
          <p:cNvSpPr txBox="1"/>
          <p:nvPr/>
        </p:nvSpPr>
        <p:spPr>
          <a:xfrm>
            <a:off x="914400" y="1895040"/>
            <a:ext cx="381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3852" name=""/>
          <p:cNvSpPr txBox="1"/>
          <p:nvPr/>
        </p:nvSpPr>
        <p:spPr>
          <a:xfrm>
            <a:off x="129564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3853" name=""/>
          <p:cNvSpPr txBox="1"/>
          <p:nvPr/>
        </p:nvSpPr>
        <p:spPr>
          <a:xfrm>
            <a:off x="1676520" y="1895040"/>
            <a:ext cx="131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3854" name=""/>
          <p:cNvSpPr txBox="1"/>
          <p:nvPr/>
        </p:nvSpPr>
        <p:spPr>
          <a:xfrm>
            <a:off x="298944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3855" name=""/>
          <p:cNvSpPr txBox="1"/>
          <p:nvPr/>
        </p:nvSpPr>
        <p:spPr>
          <a:xfrm>
            <a:off x="533520" y="239148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3856" name=""/>
          <p:cNvSpPr txBox="1"/>
          <p:nvPr/>
        </p:nvSpPr>
        <p:spPr>
          <a:xfrm>
            <a:off x="952560" y="238176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3857" name=""/>
          <p:cNvSpPr txBox="1"/>
          <p:nvPr/>
        </p:nvSpPr>
        <p:spPr>
          <a:xfrm>
            <a:off x="1068840" y="239148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3858" name=""/>
          <p:cNvSpPr txBox="1"/>
          <p:nvPr/>
        </p:nvSpPr>
        <p:spPr>
          <a:xfrm>
            <a:off x="3793320" y="238176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3859" name=""/>
          <p:cNvSpPr txBox="1"/>
          <p:nvPr/>
        </p:nvSpPr>
        <p:spPr>
          <a:xfrm>
            <a:off x="5012280" y="239148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3860" name=""/>
          <p:cNvSpPr txBox="1"/>
          <p:nvPr/>
        </p:nvSpPr>
        <p:spPr>
          <a:xfrm>
            <a:off x="66672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3861" name=""/>
          <p:cNvSpPr txBox="1"/>
          <p:nvPr/>
        </p:nvSpPr>
        <p:spPr>
          <a:xfrm>
            <a:off x="1622520" y="28753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3862" name=""/>
          <p:cNvSpPr txBox="1"/>
          <p:nvPr/>
        </p:nvSpPr>
        <p:spPr>
          <a:xfrm>
            <a:off x="2244960" y="28832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3863" name=""/>
          <p:cNvSpPr txBox="1"/>
          <p:nvPr/>
        </p:nvSpPr>
        <p:spPr>
          <a:xfrm>
            <a:off x="3016440" y="28753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3864" name=""/>
          <p:cNvSpPr txBox="1"/>
          <p:nvPr/>
        </p:nvSpPr>
        <p:spPr>
          <a:xfrm>
            <a:off x="362340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3865" name=""/>
          <p:cNvSpPr txBox="1"/>
          <p:nvPr/>
        </p:nvSpPr>
        <p:spPr>
          <a:xfrm>
            <a:off x="4223520" y="28753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3866" name=""/>
          <p:cNvSpPr txBox="1"/>
          <p:nvPr/>
        </p:nvSpPr>
        <p:spPr>
          <a:xfrm>
            <a:off x="4814280" y="28753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3867" name=""/>
          <p:cNvSpPr txBox="1"/>
          <p:nvPr/>
        </p:nvSpPr>
        <p:spPr>
          <a:xfrm>
            <a:off x="666720" y="3256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3868" name=""/>
          <p:cNvSpPr txBox="1"/>
          <p:nvPr/>
        </p:nvSpPr>
        <p:spPr>
          <a:xfrm>
            <a:off x="1149480" y="3264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69" name=""/>
          <p:cNvSpPr txBox="1"/>
          <p:nvPr/>
        </p:nvSpPr>
        <p:spPr>
          <a:xfrm>
            <a:off x="1320840" y="3256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70" name=""/>
          <p:cNvSpPr txBox="1"/>
          <p:nvPr/>
        </p:nvSpPr>
        <p:spPr>
          <a:xfrm>
            <a:off x="1622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3871" name=""/>
          <p:cNvSpPr txBox="1"/>
          <p:nvPr/>
        </p:nvSpPr>
        <p:spPr>
          <a:xfrm>
            <a:off x="224496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3872" name=""/>
          <p:cNvSpPr txBox="1"/>
          <p:nvPr/>
        </p:nvSpPr>
        <p:spPr>
          <a:xfrm>
            <a:off x="3016440" y="3256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3873" name=""/>
          <p:cNvSpPr txBox="1"/>
          <p:nvPr/>
        </p:nvSpPr>
        <p:spPr>
          <a:xfrm>
            <a:off x="3623400" y="3264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74" name=""/>
          <p:cNvSpPr txBox="1"/>
          <p:nvPr/>
        </p:nvSpPr>
        <p:spPr>
          <a:xfrm>
            <a:off x="4223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3875" name=""/>
          <p:cNvSpPr txBox="1"/>
          <p:nvPr/>
        </p:nvSpPr>
        <p:spPr>
          <a:xfrm>
            <a:off x="481428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3876" name=""/>
          <p:cNvSpPr txBox="1"/>
          <p:nvPr/>
        </p:nvSpPr>
        <p:spPr>
          <a:xfrm>
            <a:off x="666720" y="3637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3877" name=""/>
          <p:cNvSpPr txBox="1"/>
          <p:nvPr/>
        </p:nvSpPr>
        <p:spPr>
          <a:xfrm>
            <a:off x="1149480" y="3645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78" name=""/>
          <p:cNvSpPr txBox="1"/>
          <p:nvPr/>
        </p:nvSpPr>
        <p:spPr>
          <a:xfrm>
            <a:off x="1320840" y="3637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79" name=""/>
          <p:cNvSpPr txBox="1"/>
          <p:nvPr/>
        </p:nvSpPr>
        <p:spPr>
          <a:xfrm>
            <a:off x="1622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3880" name=""/>
          <p:cNvSpPr txBox="1"/>
          <p:nvPr/>
        </p:nvSpPr>
        <p:spPr>
          <a:xfrm>
            <a:off x="224496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3881" name=""/>
          <p:cNvSpPr txBox="1"/>
          <p:nvPr/>
        </p:nvSpPr>
        <p:spPr>
          <a:xfrm>
            <a:off x="3016440" y="3637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3882" name=""/>
          <p:cNvSpPr txBox="1"/>
          <p:nvPr/>
        </p:nvSpPr>
        <p:spPr>
          <a:xfrm>
            <a:off x="3623400" y="3645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83" name=""/>
          <p:cNvSpPr txBox="1"/>
          <p:nvPr/>
        </p:nvSpPr>
        <p:spPr>
          <a:xfrm>
            <a:off x="4223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3884" name=""/>
          <p:cNvSpPr txBox="1"/>
          <p:nvPr/>
        </p:nvSpPr>
        <p:spPr>
          <a:xfrm>
            <a:off x="481428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3885" name=""/>
          <p:cNvSpPr txBox="1"/>
          <p:nvPr/>
        </p:nvSpPr>
        <p:spPr>
          <a:xfrm>
            <a:off x="666720" y="401832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3886" name=""/>
          <p:cNvSpPr txBox="1"/>
          <p:nvPr/>
        </p:nvSpPr>
        <p:spPr>
          <a:xfrm>
            <a:off x="1149480" y="40262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87" name=""/>
          <p:cNvSpPr txBox="1"/>
          <p:nvPr/>
        </p:nvSpPr>
        <p:spPr>
          <a:xfrm>
            <a:off x="1320840" y="40183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88" name=""/>
          <p:cNvSpPr txBox="1"/>
          <p:nvPr/>
        </p:nvSpPr>
        <p:spPr>
          <a:xfrm>
            <a:off x="1622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3889" name=""/>
          <p:cNvSpPr txBox="1"/>
          <p:nvPr/>
        </p:nvSpPr>
        <p:spPr>
          <a:xfrm>
            <a:off x="224496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3890" name=""/>
          <p:cNvSpPr txBox="1"/>
          <p:nvPr/>
        </p:nvSpPr>
        <p:spPr>
          <a:xfrm>
            <a:off x="3016440" y="401832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891" name=""/>
          <p:cNvSpPr txBox="1"/>
          <p:nvPr/>
        </p:nvSpPr>
        <p:spPr>
          <a:xfrm>
            <a:off x="3623400" y="40262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92" name=""/>
          <p:cNvSpPr txBox="1"/>
          <p:nvPr/>
        </p:nvSpPr>
        <p:spPr>
          <a:xfrm>
            <a:off x="4223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3893" name=""/>
          <p:cNvSpPr txBox="1"/>
          <p:nvPr/>
        </p:nvSpPr>
        <p:spPr>
          <a:xfrm>
            <a:off x="481428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3894" name=""/>
          <p:cNvSpPr txBox="1"/>
          <p:nvPr/>
        </p:nvSpPr>
        <p:spPr>
          <a:xfrm>
            <a:off x="666720" y="4399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3895" name=""/>
          <p:cNvSpPr txBox="1"/>
          <p:nvPr/>
        </p:nvSpPr>
        <p:spPr>
          <a:xfrm>
            <a:off x="1149480" y="4407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96" name=""/>
          <p:cNvSpPr txBox="1"/>
          <p:nvPr/>
        </p:nvSpPr>
        <p:spPr>
          <a:xfrm>
            <a:off x="1320840" y="4399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97" name=""/>
          <p:cNvSpPr txBox="1"/>
          <p:nvPr/>
        </p:nvSpPr>
        <p:spPr>
          <a:xfrm>
            <a:off x="1622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3898" name=""/>
          <p:cNvSpPr txBox="1"/>
          <p:nvPr/>
        </p:nvSpPr>
        <p:spPr>
          <a:xfrm>
            <a:off x="224496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3899" name=""/>
          <p:cNvSpPr txBox="1"/>
          <p:nvPr/>
        </p:nvSpPr>
        <p:spPr>
          <a:xfrm>
            <a:off x="3016440" y="4399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900" name=""/>
          <p:cNvSpPr txBox="1"/>
          <p:nvPr/>
        </p:nvSpPr>
        <p:spPr>
          <a:xfrm>
            <a:off x="3623400" y="4407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901" name=""/>
          <p:cNvSpPr txBox="1"/>
          <p:nvPr/>
        </p:nvSpPr>
        <p:spPr>
          <a:xfrm>
            <a:off x="4223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3902" name=""/>
          <p:cNvSpPr txBox="1"/>
          <p:nvPr/>
        </p:nvSpPr>
        <p:spPr>
          <a:xfrm>
            <a:off x="481428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3903" name=""/>
          <p:cNvSpPr txBox="1"/>
          <p:nvPr/>
        </p:nvSpPr>
        <p:spPr>
          <a:xfrm>
            <a:off x="666720" y="4780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3904" name=""/>
          <p:cNvSpPr txBox="1"/>
          <p:nvPr/>
        </p:nvSpPr>
        <p:spPr>
          <a:xfrm>
            <a:off x="1149480" y="4788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905" name=""/>
          <p:cNvSpPr txBox="1"/>
          <p:nvPr/>
        </p:nvSpPr>
        <p:spPr>
          <a:xfrm>
            <a:off x="1320840" y="4780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906" name=""/>
          <p:cNvSpPr txBox="1"/>
          <p:nvPr/>
        </p:nvSpPr>
        <p:spPr>
          <a:xfrm>
            <a:off x="1622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3907" name=""/>
          <p:cNvSpPr txBox="1"/>
          <p:nvPr/>
        </p:nvSpPr>
        <p:spPr>
          <a:xfrm>
            <a:off x="224496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3908" name=""/>
          <p:cNvSpPr txBox="1"/>
          <p:nvPr/>
        </p:nvSpPr>
        <p:spPr>
          <a:xfrm>
            <a:off x="3016440" y="4780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909" name=""/>
          <p:cNvSpPr txBox="1"/>
          <p:nvPr/>
        </p:nvSpPr>
        <p:spPr>
          <a:xfrm>
            <a:off x="3623400" y="4788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910" name=""/>
          <p:cNvSpPr txBox="1"/>
          <p:nvPr/>
        </p:nvSpPr>
        <p:spPr>
          <a:xfrm>
            <a:off x="4223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3911" name=""/>
          <p:cNvSpPr txBox="1"/>
          <p:nvPr/>
        </p:nvSpPr>
        <p:spPr>
          <a:xfrm>
            <a:off x="481428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3912" name=""/>
          <p:cNvSpPr txBox="1"/>
          <p:nvPr/>
        </p:nvSpPr>
        <p:spPr>
          <a:xfrm>
            <a:off x="533520" y="52473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3913" name=""/>
          <p:cNvSpPr txBox="1"/>
          <p:nvPr/>
        </p:nvSpPr>
        <p:spPr>
          <a:xfrm>
            <a:off x="914400" y="5238360"/>
            <a:ext cx="115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3914" name=""/>
          <p:cNvSpPr txBox="1"/>
          <p:nvPr/>
        </p:nvSpPr>
        <p:spPr>
          <a:xfrm>
            <a:off x="207180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15" name=""/>
          <p:cNvSpPr txBox="1"/>
          <p:nvPr/>
        </p:nvSpPr>
        <p:spPr>
          <a:xfrm>
            <a:off x="2262240" y="5238360"/>
            <a:ext cx="586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3916" name=""/>
          <p:cNvSpPr txBox="1"/>
          <p:nvPr/>
        </p:nvSpPr>
        <p:spPr>
          <a:xfrm>
            <a:off x="284796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17" name=""/>
          <p:cNvSpPr txBox="1"/>
          <p:nvPr/>
        </p:nvSpPr>
        <p:spPr>
          <a:xfrm>
            <a:off x="3038400" y="5238360"/>
            <a:ext cx="1059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3918" name=""/>
          <p:cNvSpPr txBox="1"/>
          <p:nvPr/>
        </p:nvSpPr>
        <p:spPr>
          <a:xfrm>
            <a:off x="4096800" y="5247360"/>
            <a:ext cx="762840" cy="19116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3919" name=""/>
          <p:cNvSpPr txBox="1"/>
          <p:nvPr/>
        </p:nvSpPr>
        <p:spPr>
          <a:xfrm>
            <a:off x="4847400" y="5238360"/>
            <a:ext cx="830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3920" name=""/>
          <p:cNvSpPr txBox="1"/>
          <p:nvPr/>
        </p:nvSpPr>
        <p:spPr>
          <a:xfrm>
            <a:off x="533520" y="5524200"/>
            <a:ext cx="79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3921" name=""/>
          <p:cNvSpPr txBox="1"/>
          <p:nvPr/>
        </p:nvSpPr>
        <p:spPr>
          <a:xfrm>
            <a:off x="1323720" y="5533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22" name=""/>
          <p:cNvSpPr txBox="1"/>
          <p:nvPr/>
        </p:nvSpPr>
        <p:spPr>
          <a:xfrm>
            <a:off x="1514160" y="5524200"/>
            <a:ext cx="1695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3923" name=""/>
          <p:cNvSpPr txBox="1"/>
          <p:nvPr/>
        </p:nvSpPr>
        <p:spPr>
          <a:xfrm>
            <a:off x="3209400" y="5533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3924" name=""/>
          <p:cNvPicPr/>
          <p:nvPr/>
        </p:nvPicPr>
        <p:blipFill>
          <a:blip r:embed="rId3"/>
          <a:stretch/>
        </p:blipFill>
        <p:spPr>
          <a:xfrm>
            <a:off x="6210360" y="1733400"/>
            <a:ext cx="5447880" cy="3362040"/>
          </a:xfrm>
          <a:prstGeom prst="rect">
            <a:avLst/>
          </a:prstGeom>
          <a:noFill/>
          <a:ln w="0">
            <a:noFill/>
          </a:ln>
        </p:spPr>
      </p:pic>
      <p:sp>
        <p:nvSpPr>
          <p:cNvPr id="3925" name=""/>
          <p:cNvSpPr txBox="1"/>
          <p:nvPr/>
        </p:nvSpPr>
        <p:spPr>
          <a:xfrm>
            <a:off x="8096400" y="136692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3926" name=""/>
          <p:cNvSpPr txBox="1"/>
          <p:nvPr/>
        </p:nvSpPr>
        <p:spPr>
          <a:xfrm>
            <a:off x="723960" y="6217920"/>
            <a:ext cx="5259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3927" name=""/>
          <p:cNvSpPr txBox="1"/>
          <p:nvPr/>
        </p:nvSpPr>
        <p:spPr>
          <a:xfrm>
            <a:off x="533520" y="476280"/>
            <a:ext cx="28612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ml_forecast — </a:t>
            </a:r>
            <a:endParaRPr lang="en-US" sz="3150" b="0" u="none" strike="noStrike">
              <a:solidFill>
                <a:srgbClr val="000000"/>
              </a:solidFill>
              <a:effectLst/>
              <a:uFillTx/>
              <a:latin typeface="游明朝体"/>
            </a:endParaRPr>
          </a:p>
        </p:txBody>
      </p:sp>
      <p:sp>
        <p:nvSpPr>
          <p:cNvPr id="3928" name=""/>
          <p:cNvSpPr txBox="1"/>
          <p:nvPr/>
        </p:nvSpPr>
        <p:spPr>
          <a:xfrm>
            <a:off x="33922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⾃宅太陽光発電量</a:t>
            </a:r>
            <a:endParaRPr lang="en-US" sz="3150" b="0" u="none" strike="noStrike">
              <a:solidFill>
                <a:srgbClr val="000000"/>
              </a:solidFill>
              <a:effectLst/>
              <a:uFillTx/>
              <a:latin typeface="游明朝体"/>
            </a:endParaRPr>
          </a:p>
        </p:txBody>
      </p:sp>
      <p:sp>
        <p:nvSpPr>
          <p:cNvPr id="3929" name=""/>
          <p:cNvSpPr txBox="1"/>
          <p:nvPr/>
        </p:nvSpPr>
        <p:spPr>
          <a:xfrm>
            <a:off x="659268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a:t>
            </a:r>
            <a:endParaRPr lang="en-US" sz="3150" b="0" u="none" strike="noStrike">
              <a:solidFill>
                <a:srgbClr val="000000"/>
              </a:solidFill>
              <a:effectLst/>
              <a:uFillTx/>
              <a:latin typeface="游明朝体"/>
            </a:endParaRPr>
          </a:p>
        </p:txBody>
      </p:sp>
      <p:sp>
        <p:nvSpPr>
          <p:cNvPr id="3930"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1"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2"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3"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4"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5"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6"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7"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8"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9"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0"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1"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2"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3"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4"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5"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6"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7"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8"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9"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0"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1"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2"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3"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4"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5"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6"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7"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8"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9"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0"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1"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2"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3"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4"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5"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6"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7"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8"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9"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0"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1"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2"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3"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4"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5"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6"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7"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8"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9"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0"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1"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2"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3"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4"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5"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6"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7"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8"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9"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0"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1"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2"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3"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4"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5"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6"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7"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8"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9"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0"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1"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2"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3"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4"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5"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6"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7"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8"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9"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0"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1"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2"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3"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4"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5"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6"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7"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8"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9"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0"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1"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2"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3"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4"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5"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6"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7"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8"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9"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0"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1"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2"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3"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4"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5"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6"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7"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8"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9"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0"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1"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2"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3"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4"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5"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6"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7"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8"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9"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0"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1"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2"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3"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4"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5"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6"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7"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8"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9"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0"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1"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2"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3"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4"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5"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6"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7"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8"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9"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0"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1"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2"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3"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4"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5"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6"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7"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8"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9"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0"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1"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2"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3"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4"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5"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6"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7"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8"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9"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0"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1"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2"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3"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4"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5"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6"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7"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8"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9"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0"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1"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2"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3"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4"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5"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6"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7"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8"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9"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0"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1"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2"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3"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4"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5"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6"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7"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8"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9"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0"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1"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2" name=""/>
          <p:cNvSpPr txBox="1"/>
          <p:nvPr/>
        </p:nvSpPr>
        <p:spPr>
          <a:xfrm>
            <a:off x="67039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機械学習予測</a:t>
            </a:r>
            <a:endParaRPr lang="en-US" sz="3150" b="0" u="none" strike="noStrike">
              <a:solidFill>
                <a:srgbClr val="000000"/>
              </a:solidFill>
              <a:effectLst/>
              <a:uFillTx/>
              <a:latin typeface="游明朝体"/>
            </a:endParaRPr>
          </a:p>
        </p:txBody>
      </p:sp>
      <p:sp>
        <p:nvSpPr>
          <p:cNvPr id="41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7" name=""/>
          <p:cNvSpPr/>
          <p:nvPr/>
        </p:nvSpPr>
        <p:spPr>
          <a:xfrm>
            <a:off x="618840" y="1800000"/>
            <a:ext cx="57600" cy="57600"/>
          </a:xfrm>
          <a:custGeom>
            <a:avLst/>
            <a:gdLst/>
            <a:ahLst/>
            <a:rect l="0" t="0" r="r" b="b"/>
            <a:pathLst>
              <a:path w="160" h="160">
                <a:moveTo>
                  <a:pt x="160" y="79"/>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8" name=""/>
          <p:cNvSpPr txBox="1"/>
          <p:nvPr/>
        </p:nvSpPr>
        <p:spPr>
          <a:xfrm>
            <a:off x="799920" y="17136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4129" name=""/>
          <p:cNvSpPr txBox="1"/>
          <p:nvPr/>
        </p:nvSpPr>
        <p:spPr>
          <a:xfrm>
            <a:off x="4402440" y="1704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130" name=""/>
          <p:cNvSpPr txBox="1"/>
          <p:nvPr/>
        </p:nvSpPr>
        <p:spPr>
          <a:xfrm>
            <a:off x="4575240" y="17136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4131" name=""/>
          <p:cNvSpPr/>
          <p:nvPr/>
        </p:nvSpPr>
        <p:spPr>
          <a:xfrm>
            <a:off x="618840" y="25333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2" name=""/>
          <p:cNvSpPr txBox="1"/>
          <p:nvPr/>
        </p:nvSpPr>
        <p:spPr>
          <a:xfrm>
            <a:off x="799920" y="20563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4133" name=""/>
          <p:cNvSpPr txBox="1"/>
          <p:nvPr/>
        </p:nvSpPr>
        <p:spPr>
          <a:xfrm>
            <a:off x="799920" y="24469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4134" name=""/>
          <p:cNvSpPr txBox="1"/>
          <p:nvPr/>
        </p:nvSpPr>
        <p:spPr>
          <a:xfrm>
            <a:off x="2133720" y="24379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4135" name=""/>
          <p:cNvSpPr txBox="1"/>
          <p:nvPr/>
        </p:nvSpPr>
        <p:spPr>
          <a:xfrm>
            <a:off x="2239560" y="244692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4136" name=""/>
          <p:cNvSpPr/>
          <p:nvPr/>
        </p:nvSpPr>
        <p:spPr>
          <a:xfrm>
            <a:off x="618840" y="32670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7" name=""/>
          <p:cNvSpPr txBox="1"/>
          <p:nvPr/>
        </p:nvSpPr>
        <p:spPr>
          <a:xfrm>
            <a:off x="799920" y="27900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4138" name=""/>
          <p:cNvSpPr txBox="1"/>
          <p:nvPr/>
        </p:nvSpPr>
        <p:spPr>
          <a:xfrm>
            <a:off x="799920" y="3171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4139" name=""/>
          <p:cNvSpPr txBox="1"/>
          <p:nvPr/>
        </p:nvSpPr>
        <p:spPr>
          <a:xfrm>
            <a:off x="906120" y="31802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4140" name=""/>
          <p:cNvSpPr/>
          <p:nvPr/>
        </p:nvSpPr>
        <p:spPr>
          <a:xfrm>
            <a:off x="618840" y="40003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1" name=""/>
          <p:cNvSpPr txBox="1"/>
          <p:nvPr/>
        </p:nvSpPr>
        <p:spPr>
          <a:xfrm>
            <a:off x="799920" y="352332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4142"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3"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4"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5"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6"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7"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8"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9"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0" name=""/>
          <p:cNvSpPr/>
          <p:nvPr/>
        </p:nvSpPr>
        <p:spPr>
          <a:xfrm>
            <a:off x="5124240" y="291456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1" name=""/>
          <p:cNvSpPr/>
          <p:nvPr/>
        </p:nvSpPr>
        <p:spPr>
          <a:xfrm>
            <a:off x="5933880" y="291456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2" name=""/>
          <p:cNvSpPr/>
          <p:nvPr/>
        </p:nvSpPr>
        <p:spPr>
          <a:xfrm>
            <a:off x="7134120" y="291456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3" name=""/>
          <p:cNvSpPr/>
          <p:nvPr/>
        </p:nvSpPr>
        <p:spPr>
          <a:xfrm>
            <a:off x="10848960" y="291456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4"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5"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6"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7"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8"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9"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0"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1"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2" name=""/>
          <p:cNvSpPr/>
          <p:nvPr/>
        </p:nvSpPr>
        <p:spPr>
          <a:xfrm>
            <a:off x="5124240" y="419076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3" name=""/>
          <p:cNvSpPr/>
          <p:nvPr/>
        </p:nvSpPr>
        <p:spPr>
          <a:xfrm>
            <a:off x="5933880" y="419076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4" name=""/>
          <p:cNvSpPr/>
          <p:nvPr/>
        </p:nvSpPr>
        <p:spPr>
          <a:xfrm>
            <a:off x="7134120" y="419076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5" name=""/>
          <p:cNvSpPr/>
          <p:nvPr/>
        </p:nvSpPr>
        <p:spPr>
          <a:xfrm>
            <a:off x="10848960" y="419076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6"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7"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8"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9"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0"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1"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2"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3"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4" name=""/>
          <p:cNvSpPr/>
          <p:nvPr/>
        </p:nvSpPr>
        <p:spPr>
          <a:xfrm>
            <a:off x="5124240" y="2301840"/>
            <a:ext cx="10440" cy="622440"/>
          </a:xfrm>
          <a:custGeom>
            <a:avLst/>
            <a:gdLst/>
            <a:ahLst/>
            <a:rect l="0" t="0" r="r" b="b"/>
            <a:pathLst>
              <a:path w="29" h="1729">
                <a:moveTo>
                  <a:pt x="13" y="27"/>
                </a:moveTo>
                <a:cubicBezTo>
                  <a:pt x="17" y="17"/>
                  <a:pt x="22" y="8"/>
                  <a:pt x="29" y="0"/>
                </a:cubicBezTo>
                <a:lnTo>
                  <a:pt x="29" y="1729"/>
                </a:lnTo>
                <a:lnTo>
                  <a:pt x="0" y="1729"/>
                </a:lnTo>
                <a:lnTo>
                  <a:pt x="0" y="88"/>
                </a:lnTo>
                <a:cubicBezTo>
                  <a:pt x="0" y="67"/>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5" name=""/>
          <p:cNvSpPr/>
          <p:nvPr/>
        </p:nvSpPr>
        <p:spPr>
          <a:xfrm>
            <a:off x="5149800" y="227628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6" name=""/>
          <p:cNvSpPr/>
          <p:nvPr/>
        </p:nvSpPr>
        <p:spPr>
          <a:xfrm>
            <a:off x="5924520" y="227628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7" name=""/>
          <p:cNvSpPr/>
          <p:nvPr/>
        </p:nvSpPr>
        <p:spPr>
          <a:xfrm>
            <a:off x="5933880" y="22762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8" name=""/>
          <p:cNvSpPr/>
          <p:nvPr/>
        </p:nvSpPr>
        <p:spPr>
          <a:xfrm>
            <a:off x="712440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9" name=""/>
          <p:cNvSpPr/>
          <p:nvPr/>
        </p:nvSpPr>
        <p:spPr>
          <a:xfrm>
            <a:off x="7134120" y="22762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0" name=""/>
          <p:cNvSpPr/>
          <p:nvPr/>
        </p:nvSpPr>
        <p:spPr>
          <a:xfrm>
            <a:off x="1083924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1" name=""/>
          <p:cNvSpPr/>
          <p:nvPr/>
        </p:nvSpPr>
        <p:spPr>
          <a:xfrm>
            <a:off x="10848960" y="2276280"/>
            <a:ext cx="784440" cy="9720"/>
          </a:xfrm>
          <a:custGeom>
            <a:avLst/>
            <a:gdLst/>
            <a:ahLst/>
            <a:rect l="0" t="0" r="r" b="b"/>
            <a:pathLst>
              <a:path w="2179" h="27">
                <a:moveTo>
                  <a:pt x="2151" y="13"/>
                </a:moveTo>
                <a:cubicBezTo>
                  <a:pt x="2161" y="17"/>
                  <a:pt x="2170" y="22"/>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2" name=""/>
          <p:cNvSpPr/>
          <p:nvPr/>
        </p:nvSpPr>
        <p:spPr>
          <a:xfrm>
            <a:off x="11648880" y="2301840"/>
            <a:ext cx="9720" cy="622440"/>
          </a:xfrm>
          <a:custGeom>
            <a:avLst/>
            <a:gdLst/>
            <a:ahLst/>
            <a:rect l="0" t="0" r="r" b="b"/>
            <a:pathLst>
              <a:path w="27" h="1729">
                <a:moveTo>
                  <a:pt x="14" y="27"/>
                </a:moveTo>
                <a:cubicBezTo>
                  <a:pt x="22" y="46"/>
                  <a:pt x="27" y="67"/>
                  <a:pt x="27" y="88"/>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3" name=""/>
          <p:cNvSpPr/>
          <p:nvPr/>
        </p:nvSpPr>
        <p:spPr>
          <a:xfrm>
            <a:off x="5124240" y="29145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4" name=""/>
          <p:cNvSpPr/>
          <p:nvPr/>
        </p:nvSpPr>
        <p:spPr>
          <a:xfrm>
            <a:off x="5933880" y="29145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5" name=""/>
          <p:cNvSpPr/>
          <p:nvPr/>
        </p:nvSpPr>
        <p:spPr>
          <a:xfrm>
            <a:off x="7134120" y="29145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6" name=""/>
          <p:cNvSpPr/>
          <p:nvPr/>
        </p:nvSpPr>
        <p:spPr>
          <a:xfrm>
            <a:off x="10848960" y="29145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7" name=""/>
          <p:cNvSpPr/>
          <p:nvPr/>
        </p:nvSpPr>
        <p:spPr>
          <a:xfrm>
            <a:off x="5124240" y="29239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8" name=""/>
          <p:cNvSpPr/>
          <p:nvPr/>
        </p:nvSpPr>
        <p:spPr>
          <a:xfrm>
            <a:off x="5924520" y="29239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9" name=""/>
          <p:cNvSpPr/>
          <p:nvPr/>
        </p:nvSpPr>
        <p:spPr>
          <a:xfrm>
            <a:off x="712440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0" name=""/>
          <p:cNvSpPr/>
          <p:nvPr/>
        </p:nvSpPr>
        <p:spPr>
          <a:xfrm>
            <a:off x="1083924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1" name=""/>
          <p:cNvSpPr/>
          <p:nvPr/>
        </p:nvSpPr>
        <p:spPr>
          <a:xfrm>
            <a:off x="11648880" y="29239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2" name=""/>
          <p:cNvSpPr/>
          <p:nvPr/>
        </p:nvSpPr>
        <p:spPr>
          <a:xfrm>
            <a:off x="5124240" y="356220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3" name=""/>
          <p:cNvSpPr/>
          <p:nvPr/>
        </p:nvSpPr>
        <p:spPr>
          <a:xfrm>
            <a:off x="5124240" y="35524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4" name=""/>
          <p:cNvSpPr/>
          <p:nvPr/>
        </p:nvSpPr>
        <p:spPr>
          <a:xfrm>
            <a:off x="5924520" y="356220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5" name=""/>
          <p:cNvSpPr/>
          <p:nvPr/>
        </p:nvSpPr>
        <p:spPr>
          <a:xfrm>
            <a:off x="5933880" y="35524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6" name=""/>
          <p:cNvSpPr/>
          <p:nvPr/>
        </p:nvSpPr>
        <p:spPr>
          <a:xfrm>
            <a:off x="712440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7" name=""/>
          <p:cNvSpPr/>
          <p:nvPr/>
        </p:nvSpPr>
        <p:spPr>
          <a:xfrm>
            <a:off x="7134120" y="35524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8" name=""/>
          <p:cNvSpPr/>
          <p:nvPr/>
        </p:nvSpPr>
        <p:spPr>
          <a:xfrm>
            <a:off x="1083924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9" name=""/>
          <p:cNvSpPr/>
          <p:nvPr/>
        </p:nvSpPr>
        <p:spPr>
          <a:xfrm>
            <a:off x="10848960" y="35524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0" name=""/>
          <p:cNvSpPr/>
          <p:nvPr/>
        </p:nvSpPr>
        <p:spPr>
          <a:xfrm>
            <a:off x="11648880" y="356220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1" name=""/>
          <p:cNvSpPr/>
          <p:nvPr/>
        </p:nvSpPr>
        <p:spPr>
          <a:xfrm>
            <a:off x="5124240" y="420048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2" name=""/>
          <p:cNvSpPr/>
          <p:nvPr/>
        </p:nvSpPr>
        <p:spPr>
          <a:xfrm>
            <a:off x="5124240" y="419076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3" name=""/>
          <p:cNvSpPr/>
          <p:nvPr/>
        </p:nvSpPr>
        <p:spPr>
          <a:xfrm>
            <a:off x="5924520" y="420048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4" name=""/>
          <p:cNvSpPr/>
          <p:nvPr/>
        </p:nvSpPr>
        <p:spPr>
          <a:xfrm>
            <a:off x="5933880" y="419076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5" name=""/>
          <p:cNvSpPr/>
          <p:nvPr/>
        </p:nvSpPr>
        <p:spPr>
          <a:xfrm>
            <a:off x="712440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6" name=""/>
          <p:cNvSpPr/>
          <p:nvPr/>
        </p:nvSpPr>
        <p:spPr>
          <a:xfrm>
            <a:off x="7134120" y="419076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7" name=""/>
          <p:cNvSpPr/>
          <p:nvPr/>
        </p:nvSpPr>
        <p:spPr>
          <a:xfrm>
            <a:off x="1083924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8" name=""/>
          <p:cNvSpPr/>
          <p:nvPr/>
        </p:nvSpPr>
        <p:spPr>
          <a:xfrm>
            <a:off x="10848960" y="419076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9" name=""/>
          <p:cNvSpPr/>
          <p:nvPr/>
        </p:nvSpPr>
        <p:spPr>
          <a:xfrm>
            <a:off x="11648880" y="420048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0" name=""/>
          <p:cNvSpPr/>
          <p:nvPr/>
        </p:nvSpPr>
        <p:spPr>
          <a:xfrm>
            <a:off x="5124240" y="483840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1" name=""/>
          <p:cNvSpPr/>
          <p:nvPr/>
        </p:nvSpPr>
        <p:spPr>
          <a:xfrm>
            <a:off x="5124240" y="482904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2" name=""/>
          <p:cNvSpPr/>
          <p:nvPr/>
        </p:nvSpPr>
        <p:spPr>
          <a:xfrm>
            <a:off x="5924520" y="483840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3" name=""/>
          <p:cNvSpPr/>
          <p:nvPr/>
        </p:nvSpPr>
        <p:spPr>
          <a:xfrm>
            <a:off x="5933880" y="482904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4" name=""/>
          <p:cNvSpPr/>
          <p:nvPr/>
        </p:nvSpPr>
        <p:spPr>
          <a:xfrm>
            <a:off x="712440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5" name=""/>
          <p:cNvSpPr/>
          <p:nvPr/>
        </p:nvSpPr>
        <p:spPr>
          <a:xfrm>
            <a:off x="7134120" y="482904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6" name=""/>
          <p:cNvSpPr/>
          <p:nvPr/>
        </p:nvSpPr>
        <p:spPr>
          <a:xfrm>
            <a:off x="1083924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7" name=""/>
          <p:cNvSpPr/>
          <p:nvPr/>
        </p:nvSpPr>
        <p:spPr>
          <a:xfrm>
            <a:off x="10848960" y="482904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8" name=""/>
          <p:cNvSpPr/>
          <p:nvPr/>
        </p:nvSpPr>
        <p:spPr>
          <a:xfrm>
            <a:off x="11648880" y="483840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9" name=""/>
          <p:cNvSpPr/>
          <p:nvPr/>
        </p:nvSpPr>
        <p:spPr>
          <a:xfrm>
            <a:off x="5149800" y="5467320"/>
            <a:ext cx="784440" cy="9720"/>
          </a:xfrm>
          <a:custGeom>
            <a:avLst/>
            <a:gdLst/>
            <a:ahLst/>
            <a:rect l="0" t="0" r="r" b="b"/>
            <a:pathLst>
              <a:path w="2179" h="27">
                <a:moveTo>
                  <a:pt x="88" y="27"/>
                </a:moveTo>
                <a:cubicBezTo>
                  <a:pt x="67" y="27"/>
                  <a:pt x="47" y="23"/>
                  <a:pt x="27" y="15"/>
                </a:cubicBezTo>
                <a:cubicBezTo>
                  <a:pt x="18" y="11"/>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0" name=""/>
          <p:cNvSpPr/>
          <p:nvPr/>
        </p:nvSpPr>
        <p:spPr>
          <a:xfrm>
            <a:off x="5933880" y="546732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1" name=""/>
          <p:cNvSpPr/>
          <p:nvPr/>
        </p:nvSpPr>
        <p:spPr>
          <a:xfrm>
            <a:off x="7134120" y="546732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2" name=""/>
          <p:cNvSpPr/>
          <p:nvPr/>
        </p:nvSpPr>
        <p:spPr>
          <a:xfrm>
            <a:off x="10848960" y="546732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1"/>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3" name=""/>
          <p:cNvSpPr txBox="1"/>
          <p:nvPr/>
        </p:nvSpPr>
        <p:spPr>
          <a:xfrm>
            <a:off x="799920" y="39139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4224" name=""/>
          <p:cNvSpPr txBox="1"/>
          <p:nvPr/>
        </p:nvSpPr>
        <p:spPr>
          <a:xfrm>
            <a:off x="5120640" y="188676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4225" name=""/>
          <p:cNvSpPr txBox="1"/>
          <p:nvPr/>
        </p:nvSpPr>
        <p:spPr>
          <a:xfrm>
            <a:off x="5253840" y="23785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4226" name=""/>
          <p:cNvSpPr txBox="1"/>
          <p:nvPr/>
        </p:nvSpPr>
        <p:spPr>
          <a:xfrm>
            <a:off x="5253840" y="26355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4227" name=""/>
          <p:cNvSpPr txBox="1"/>
          <p:nvPr/>
        </p:nvSpPr>
        <p:spPr>
          <a:xfrm>
            <a:off x="6058080" y="25023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4228" name=""/>
          <p:cNvSpPr txBox="1"/>
          <p:nvPr/>
        </p:nvSpPr>
        <p:spPr>
          <a:xfrm>
            <a:off x="7261920" y="250236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4229" name=""/>
          <p:cNvSpPr txBox="1"/>
          <p:nvPr/>
        </p:nvSpPr>
        <p:spPr>
          <a:xfrm>
            <a:off x="10973520" y="237060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4230" name=""/>
          <p:cNvSpPr txBox="1"/>
          <p:nvPr/>
        </p:nvSpPr>
        <p:spPr>
          <a:xfrm>
            <a:off x="10973520" y="262764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4231" name=""/>
          <p:cNvSpPr txBox="1"/>
          <p:nvPr/>
        </p:nvSpPr>
        <p:spPr>
          <a:xfrm>
            <a:off x="5253840" y="313236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4232" name=""/>
          <p:cNvSpPr txBox="1"/>
          <p:nvPr/>
        </p:nvSpPr>
        <p:spPr>
          <a:xfrm>
            <a:off x="60580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33" name=""/>
          <p:cNvSpPr txBox="1"/>
          <p:nvPr/>
        </p:nvSpPr>
        <p:spPr>
          <a:xfrm>
            <a:off x="6229440" y="300852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4234" name=""/>
          <p:cNvSpPr txBox="1"/>
          <p:nvPr/>
        </p:nvSpPr>
        <p:spPr>
          <a:xfrm>
            <a:off x="6058080" y="326592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4235" name=""/>
          <p:cNvSpPr txBox="1"/>
          <p:nvPr/>
        </p:nvSpPr>
        <p:spPr>
          <a:xfrm>
            <a:off x="7261920" y="30085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4236" name=""/>
          <p:cNvSpPr txBox="1"/>
          <p:nvPr/>
        </p:nvSpPr>
        <p:spPr>
          <a:xfrm>
            <a:off x="7356960" y="3016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37" name=""/>
          <p:cNvSpPr txBox="1"/>
          <p:nvPr/>
        </p:nvSpPr>
        <p:spPr>
          <a:xfrm>
            <a:off x="7871400" y="300852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38" name=""/>
          <p:cNvSpPr txBox="1"/>
          <p:nvPr/>
        </p:nvSpPr>
        <p:spPr>
          <a:xfrm>
            <a:off x="822996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39" name=""/>
          <p:cNvSpPr txBox="1"/>
          <p:nvPr/>
        </p:nvSpPr>
        <p:spPr>
          <a:xfrm>
            <a:off x="8401680" y="3008520"/>
            <a:ext cx="768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4240" name=""/>
          <p:cNvSpPr txBox="1"/>
          <p:nvPr/>
        </p:nvSpPr>
        <p:spPr>
          <a:xfrm>
            <a:off x="9173160" y="301680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1" name=""/>
          <p:cNvSpPr txBox="1"/>
          <p:nvPr/>
        </p:nvSpPr>
        <p:spPr>
          <a:xfrm>
            <a:off x="9516240" y="3008520"/>
            <a:ext cx="550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4242" name=""/>
          <p:cNvSpPr txBox="1"/>
          <p:nvPr/>
        </p:nvSpPr>
        <p:spPr>
          <a:xfrm>
            <a:off x="100684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3" name=""/>
          <p:cNvSpPr txBox="1"/>
          <p:nvPr/>
        </p:nvSpPr>
        <p:spPr>
          <a:xfrm>
            <a:off x="7261920" y="3265920"/>
            <a:ext cx="117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4244" name=""/>
          <p:cNvSpPr txBox="1"/>
          <p:nvPr/>
        </p:nvSpPr>
        <p:spPr>
          <a:xfrm>
            <a:off x="8442720" y="32738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5" name=""/>
          <p:cNvSpPr txBox="1"/>
          <p:nvPr/>
        </p:nvSpPr>
        <p:spPr>
          <a:xfrm>
            <a:off x="8614440" y="3265920"/>
            <a:ext cx="1189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4246" name=""/>
          <p:cNvSpPr txBox="1"/>
          <p:nvPr/>
        </p:nvSpPr>
        <p:spPr>
          <a:xfrm>
            <a:off x="9808200" y="3273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4247" name=""/>
          <p:cNvSpPr txBox="1"/>
          <p:nvPr/>
        </p:nvSpPr>
        <p:spPr>
          <a:xfrm>
            <a:off x="10973520" y="3132360"/>
            <a:ext cx="171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4248" name=""/>
          <p:cNvSpPr txBox="1"/>
          <p:nvPr/>
        </p:nvSpPr>
        <p:spPr>
          <a:xfrm>
            <a:off x="5253840" y="377064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4249" name=""/>
          <p:cNvSpPr txBox="1"/>
          <p:nvPr/>
        </p:nvSpPr>
        <p:spPr>
          <a:xfrm>
            <a:off x="6058080" y="36468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4250" name=""/>
          <p:cNvSpPr txBox="1"/>
          <p:nvPr/>
        </p:nvSpPr>
        <p:spPr>
          <a:xfrm>
            <a:off x="6058080" y="390384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4251" name=""/>
          <p:cNvSpPr txBox="1"/>
          <p:nvPr/>
        </p:nvSpPr>
        <p:spPr>
          <a:xfrm>
            <a:off x="6248880" y="3912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2" name=""/>
          <p:cNvSpPr txBox="1"/>
          <p:nvPr/>
        </p:nvSpPr>
        <p:spPr>
          <a:xfrm>
            <a:off x="6420240" y="3903840"/>
            <a:ext cx="4467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4253" name=""/>
          <p:cNvSpPr txBox="1"/>
          <p:nvPr/>
        </p:nvSpPr>
        <p:spPr>
          <a:xfrm>
            <a:off x="7261920" y="37706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4254" name=""/>
          <p:cNvSpPr txBox="1"/>
          <p:nvPr/>
        </p:nvSpPr>
        <p:spPr>
          <a:xfrm>
            <a:off x="7356960" y="377856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55" name=""/>
          <p:cNvSpPr txBox="1"/>
          <p:nvPr/>
        </p:nvSpPr>
        <p:spPr>
          <a:xfrm>
            <a:off x="7871400" y="37706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56" name=""/>
          <p:cNvSpPr txBox="1"/>
          <p:nvPr/>
        </p:nvSpPr>
        <p:spPr>
          <a:xfrm>
            <a:off x="82299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7" name=""/>
          <p:cNvSpPr txBox="1"/>
          <p:nvPr/>
        </p:nvSpPr>
        <p:spPr>
          <a:xfrm>
            <a:off x="8401680" y="37706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58" name=""/>
          <p:cNvSpPr txBox="1"/>
          <p:nvPr/>
        </p:nvSpPr>
        <p:spPr>
          <a:xfrm>
            <a:off x="91857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9" name=""/>
          <p:cNvSpPr txBox="1"/>
          <p:nvPr/>
        </p:nvSpPr>
        <p:spPr>
          <a:xfrm>
            <a:off x="9357120" y="3770640"/>
            <a:ext cx="81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4260" name=""/>
          <p:cNvSpPr txBox="1"/>
          <p:nvPr/>
        </p:nvSpPr>
        <p:spPr>
          <a:xfrm>
            <a:off x="10176480" y="37785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4261" name=""/>
          <p:cNvSpPr txBox="1"/>
          <p:nvPr/>
        </p:nvSpPr>
        <p:spPr>
          <a:xfrm>
            <a:off x="10973520" y="36468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4262" name=""/>
          <p:cNvSpPr txBox="1"/>
          <p:nvPr/>
        </p:nvSpPr>
        <p:spPr>
          <a:xfrm>
            <a:off x="10973520" y="390384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63" name=""/>
          <p:cNvSpPr txBox="1"/>
          <p:nvPr/>
        </p:nvSpPr>
        <p:spPr>
          <a:xfrm>
            <a:off x="5253840" y="440892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4264" name=""/>
          <p:cNvSpPr txBox="1"/>
          <p:nvPr/>
        </p:nvSpPr>
        <p:spPr>
          <a:xfrm>
            <a:off x="6058080" y="428508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4265" name=""/>
          <p:cNvSpPr txBox="1"/>
          <p:nvPr/>
        </p:nvSpPr>
        <p:spPr>
          <a:xfrm>
            <a:off x="6058080" y="454212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4266" name=""/>
          <p:cNvSpPr txBox="1"/>
          <p:nvPr/>
        </p:nvSpPr>
        <p:spPr>
          <a:xfrm>
            <a:off x="6248880" y="4550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67" name=""/>
          <p:cNvSpPr txBox="1"/>
          <p:nvPr/>
        </p:nvSpPr>
        <p:spPr>
          <a:xfrm>
            <a:off x="7261920" y="440892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4268" name=""/>
          <p:cNvSpPr txBox="1"/>
          <p:nvPr/>
        </p:nvSpPr>
        <p:spPr>
          <a:xfrm>
            <a:off x="7356960" y="441684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4269" name=""/>
          <p:cNvSpPr txBox="1"/>
          <p:nvPr/>
        </p:nvSpPr>
        <p:spPr>
          <a:xfrm>
            <a:off x="7871400" y="440892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70" name=""/>
          <p:cNvSpPr txBox="1"/>
          <p:nvPr/>
        </p:nvSpPr>
        <p:spPr>
          <a:xfrm>
            <a:off x="823680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1" name=""/>
          <p:cNvSpPr txBox="1"/>
          <p:nvPr/>
        </p:nvSpPr>
        <p:spPr>
          <a:xfrm>
            <a:off x="8408160" y="440892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72" name=""/>
          <p:cNvSpPr txBox="1"/>
          <p:nvPr/>
        </p:nvSpPr>
        <p:spPr>
          <a:xfrm>
            <a:off x="923328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3" name=""/>
          <p:cNvSpPr txBox="1"/>
          <p:nvPr/>
        </p:nvSpPr>
        <p:spPr>
          <a:xfrm>
            <a:off x="9405000" y="440892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274" name=""/>
          <p:cNvSpPr txBox="1"/>
          <p:nvPr/>
        </p:nvSpPr>
        <p:spPr>
          <a:xfrm>
            <a:off x="975456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5" name=""/>
          <p:cNvSpPr txBox="1"/>
          <p:nvPr/>
        </p:nvSpPr>
        <p:spPr>
          <a:xfrm>
            <a:off x="10973520" y="428508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4276" name=""/>
          <p:cNvSpPr txBox="1"/>
          <p:nvPr/>
        </p:nvSpPr>
        <p:spPr>
          <a:xfrm>
            <a:off x="10973520" y="454212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77" name=""/>
          <p:cNvSpPr txBox="1"/>
          <p:nvPr/>
        </p:nvSpPr>
        <p:spPr>
          <a:xfrm>
            <a:off x="5253840" y="5046840"/>
            <a:ext cx="2822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4278" name=""/>
          <p:cNvSpPr txBox="1"/>
          <p:nvPr/>
        </p:nvSpPr>
        <p:spPr>
          <a:xfrm>
            <a:off x="6058080" y="49230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4279" name=""/>
          <p:cNvSpPr txBox="1"/>
          <p:nvPr/>
        </p:nvSpPr>
        <p:spPr>
          <a:xfrm>
            <a:off x="6058080" y="518040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4280" name=""/>
          <p:cNvSpPr txBox="1"/>
          <p:nvPr/>
        </p:nvSpPr>
        <p:spPr>
          <a:xfrm>
            <a:off x="6248880" y="51883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1" name=""/>
          <p:cNvSpPr txBox="1"/>
          <p:nvPr/>
        </p:nvSpPr>
        <p:spPr>
          <a:xfrm>
            <a:off x="7261920" y="50468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4282" name=""/>
          <p:cNvSpPr txBox="1"/>
          <p:nvPr/>
        </p:nvSpPr>
        <p:spPr>
          <a:xfrm>
            <a:off x="735696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83" name=""/>
          <p:cNvSpPr txBox="1"/>
          <p:nvPr/>
        </p:nvSpPr>
        <p:spPr>
          <a:xfrm>
            <a:off x="7871400" y="50468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84" name=""/>
          <p:cNvSpPr txBox="1"/>
          <p:nvPr/>
        </p:nvSpPr>
        <p:spPr>
          <a:xfrm>
            <a:off x="82299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5" name=""/>
          <p:cNvSpPr txBox="1"/>
          <p:nvPr/>
        </p:nvSpPr>
        <p:spPr>
          <a:xfrm>
            <a:off x="8401680" y="50468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86" name=""/>
          <p:cNvSpPr txBox="1"/>
          <p:nvPr/>
        </p:nvSpPr>
        <p:spPr>
          <a:xfrm>
            <a:off x="91857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7" name=""/>
          <p:cNvSpPr txBox="1"/>
          <p:nvPr/>
        </p:nvSpPr>
        <p:spPr>
          <a:xfrm>
            <a:off x="9357120" y="50468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288" name=""/>
          <p:cNvSpPr txBox="1"/>
          <p:nvPr/>
        </p:nvSpPr>
        <p:spPr>
          <a:xfrm>
            <a:off x="969984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4289" name=""/>
          <p:cNvSpPr txBox="1"/>
          <p:nvPr/>
        </p:nvSpPr>
        <p:spPr>
          <a:xfrm>
            <a:off x="10973520" y="49230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4290" name=""/>
          <p:cNvSpPr txBox="1"/>
          <p:nvPr/>
        </p:nvSpPr>
        <p:spPr>
          <a:xfrm>
            <a:off x="10973520" y="518040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91" name=""/>
          <p:cNvSpPr txBox="1"/>
          <p:nvPr/>
        </p:nvSpPr>
        <p:spPr>
          <a:xfrm>
            <a:off x="5120640" y="56473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4292" name=""/>
          <p:cNvSpPr txBox="1"/>
          <p:nvPr/>
        </p:nvSpPr>
        <p:spPr>
          <a:xfrm>
            <a:off x="8168760" y="5638320"/>
            <a:ext cx="113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4293" name=""/>
          <p:cNvSpPr txBox="1"/>
          <p:nvPr/>
        </p:nvSpPr>
        <p:spPr>
          <a:xfrm>
            <a:off x="9304920" y="564732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4294" name=""/>
          <p:cNvSpPr txBox="1"/>
          <p:nvPr/>
        </p:nvSpPr>
        <p:spPr>
          <a:xfrm>
            <a:off x="9495360" y="5638320"/>
            <a:ext cx="805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4295" name=""/>
          <p:cNvSpPr txBox="1"/>
          <p:nvPr/>
        </p:nvSpPr>
        <p:spPr>
          <a:xfrm>
            <a:off x="10300320" y="56473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296" name=""/>
          <p:cNvSpPr/>
          <p:nvPr/>
        </p:nvSpPr>
        <p:spPr>
          <a:xfrm>
            <a:off x="533160" y="136908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7" name=""/>
          <p:cNvSpPr/>
          <p:nvPr/>
        </p:nvSpPr>
        <p:spPr>
          <a:xfrm>
            <a:off x="540000" y="1364040"/>
            <a:ext cx="6840" cy="43560"/>
          </a:xfrm>
          <a:custGeom>
            <a:avLst/>
            <a:gdLst/>
            <a:ahLst/>
            <a:rect l="0" t="0" r="r" b="b"/>
            <a:pathLst>
              <a:path w="19" h="121">
                <a:moveTo>
                  <a:pt x="1" y="13"/>
                </a:moveTo>
                <a:cubicBezTo>
                  <a:pt x="7" y="8"/>
                  <a:pt x="13" y="4"/>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8" name=""/>
          <p:cNvSpPr/>
          <p:nvPr/>
        </p:nvSpPr>
        <p:spPr>
          <a:xfrm>
            <a:off x="546480" y="1362240"/>
            <a:ext cx="7200" cy="47520"/>
          </a:xfrm>
          <a:custGeom>
            <a:avLst/>
            <a:gdLst/>
            <a:ahLst/>
            <a:rect l="0" t="0" r="r" b="b"/>
            <a:pathLst>
              <a:path w="20" h="132">
                <a:moveTo>
                  <a:pt x="20" y="0"/>
                </a:moveTo>
                <a:lnTo>
                  <a:pt x="20" y="132"/>
                </a:lnTo>
                <a:cubicBezTo>
                  <a:pt x="13" y="131"/>
                  <a:pt x="7" y="129"/>
                  <a:pt x="0" y="126"/>
                </a:cubicBezTo>
                <a:lnTo>
                  <a:pt x="0" y="5"/>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9" name=""/>
          <p:cNvSpPr/>
          <p:nvPr/>
        </p:nvSpPr>
        <p:spPr>
          <a:xfrm>
            <a:off x="553320" y="136188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0" name=""/>
          <p:cNvSpPr/>
          <p:nvPr/>
        </p:nvSpPr>
        <p:spPr>
          <a:xfrm>
            <a:off x="560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1" name=""/>
          <p:cNvSpPr/>
          <p:nvPr/>
        </p:nvSpPr>
        <p:spPr>
          <a:xfrm>
            <a:off x="56664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2" name=""/>
          <p:cNvSpPr/>
          <p:nvPr/>
        </p:nvSpPr>
        <p:spPr>
          <a:xfrm>
            <a:off x="573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3" name=""/>
          <p:cNvSpPr/>
          <p:nvPr/>
        </p:nvSpPr>
        <p:spPr>
          <a:xfrm>
            <a:off x="579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4" name=""/>
          <p:cNvSpPr/>
          <p:nvPr/>
        </p:nvSpPr>
        <p:spPr>
          <a:xfrm>
            <a:off x="586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5" name=""/>
          <p:cNvSpPr/>
          <p:nvPr/>
        </p:nvSpPr>
        <p:spPr>
          <a:xfrm>
            <a:off x="593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6" name=""/>
          <p:cNvSpPr/>
          <p:nvPr/>
        </p:nvSpPr>
        <p:spPr>
          <a:xfrm>
            <a:off x="600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7" name=""/>
          <p:cNvSpPr/>
          <p:nvPr/>
        </p:nvSpPr>
        <p:spPr>
          <a:xfrm>
            <a:off x="606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8" name=""/>
          <p:cNvSpPr/>
          <p:nvPr/>
        </p:nvSpPr>
        <p:spPr>
          <a:xfrm>
            <a:off x="613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9" name=""/>
          <p:cNvSpPr/>
          <p:nvPr/>
        </p:nvSpPr>
        <p:spPr>
          <a:xfrm>
            <a:off x="620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0" name=""/>
          <p:cNvSpPr/>
          <p:nvPr/>
        </p:nvSpPr>
        <p:spPr>
          <a:xfrm>
            <a:off x="627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1" name=""/>
          <p:cNvSpPr/>
          <p:nvPr/>
        </p:nvSpPr>
        <p:spPr>
          <a:xfrm>
            <a:off x="633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2" name=""/>
          <p:cNvSpPr/>
          <p:nvPr/>
        </p:nvSpPr>
        <p:spPr>
          <a:xfrm>
            <a:off x="640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3" name=""/>
          <p:cNvSpPr/>
          <p:nvPr/>
        </p:nvSpPr>
        <p:spPr>
          <a:xfrm>
            <a:off x="646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4" name=""/>
          <p:cNvSpPr/>
          <p:nvPr/>
        </p:nvSpPr>
        <p:spPr>
          <a:xfrm>
            <a:off x="653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5" name=""/>
          <p:cNvSpPr/>
          <p:nvPr/>
        </p:nvSpPr>
        <p:spPr>
          <a:xfrm>
            <a:off x="660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6" name=""/>
          <p:cNvSpPr/>
          <p:nvPr/>
        </p:nvSpPr>
        <p:spPr>
          <a:xfrm>
            <a:off x="667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7" name=""/>
          <p:cNvSpPr/>
          <p:nvPr/>
        </p:nvSpPr>
        <p:spPr>
          <a:xfrm>
            <a:off x="6739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8" name=""/>
          <p:cNvSpPr/>
          <p:nvPr/>
        </p:nvSpPr>
        <p:spPr>
          <a:xfrm>
            <a:off x="6804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9" name=""/>
          <p:cNvSpPr/>
          <p:nvPr/>
        </p:nvSpPr>
        <p:spPr>
          <a:xfrm>
            <a:off x="6872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0" name=""/>
          <p:cNvSpPr/>
          <p:nvPr/>
        </p:nvSpPr>
        <p:spPr>
          <a:xfrm>
            <a:off x="6940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1" name=""/>
          <p:cNvSpPr/>
          <p:nvPr/>
        </p:nvSpPr>
        <p:spPr>
          <a:xfrm>
            <a:off x="7005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2" name=""/>
          <p:cNvSpPr/>
          <p:nvPr/>
        </p:nvSpPr>
        <p:spPr>
          <a:xfrm>
            <a:off x="7074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3" name=""/>
          <p:cNvSpPr/>
          <p:nvPr/>
        </p:nvSpPr>
        <p:spPr>
          <a:xfrm>
            <a:off x="7138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4" name=""/>
          <p:cNvSpPr/>
          <p:nvPr/>
        </p:nvSpPr>
        <p:spPr>
          <a:xfrm>
            <a:off x="7207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5" name=""/>
          <p:cNvSpPr/>
          <p:nvPr/>
        </p:nvSpPr>
        <p:spPr>
          <a:xfrm>
            <a:off x="7275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6" name=""/>
          <p:cNvSpPr/>
          <p:nvPr/>
        </p:nvSpPr>
        <p:spPr>
          <a:xfrm>
            <a:off x="7340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7" name=""/>
          <p:cNvSpPr/>
          <p:nvPr/>
        </p:nvSpPr>
        <p:spPr>
          <a:xfrm>
            <a:off x="7408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8" name=""/>
          <p:cNvSpPr/>
          <p:nvPr/>
        </p:nvSpPr>
        <p:spPr>
          <a:xfrm>
            <a:off x="7473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9" name=""/>
          <p:cNvSpPr/>
          <p:nvPr/>
        </p:nvSpPr>
        <p:spPr>
          <a:xfrm>
            <a:off x="7542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0" name=""/>
          <p:cNvSpPr/>
          <p:nvPr/>
        </p:nvSpPr>
        <p:spPr>
          <a:xfrm>
            <a:off x="7610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1" name=""/>
          <p:cNvSpPr/>
          <p:nvPr/>
        </p:nvSpPr>
        <p:spPr>
          <a:xfrm>
            <a:off x="76752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2" name=""/>
          <p:cNvSpPr/>
          <p:nvPr/>
        </p:nvSpPr>
        <p:spPr>
          <a:xfrm>
            <a:off x="7743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3" name=""/>
          <p:cNvSpPr/>
          <p:nvPr/>
        </p:nvSpPr>
        <p:spPr>
          <a:xfrm>
            <a:off x="780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4" name=""/>
          <p:cNvSpPr/>
          <p:nvPr/>
        </p:nvSpPr>
        <p:spPr>
          <a:xfrm>
            <a:off x="7876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5" name=""/>
          <p:cNvSpPr/>
          <p:nvPr/>
        </p:nvSpPr>
        <p:spPr>
          <a:xfrm>
            <a:off x="7945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6" name=""/>
          <p:cNvSpPr/>
          <p:nvPr/>
        </p:nvSpPr>
        <p:spPr>
          <a:xfrm>
            <a:off x="8010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7" name=""/>
          <p:cNvSpPr/>
          <p:nvPr/>
        </p:nvSpPr>
        <p:spPr>
          <a:xfrm>
            <a:off x="807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8" name=""/>
          <p:cNvSpPr/>
          <p:nvPr/>
        </p:nvSpPr>
        <p:spPr>
          <a:xfrm>
            <a:off x="8146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9" name=""/>
          <p:cNvSpPr/>
          <p:nvPr/>
        </p:nvSpPr>
        <p:spPr>
          <a:xfrm>
            <a:off x="8211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0" name=""/>
          <p:cNvSpPr/>
          <p:nvPr/>
        </p:nvSpPr>
        <p:spPr>
          <a:xfrm>
            <a:off x="8280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1" name=""/>
          <p:cNvSpPr/>
          <p:nvPr/>
        </p:nvSpPr>
        <p:spPr>
          <a:xfrm>
            <a:off x="8344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2" name=""/>
          <p:cNvSpPr/>
          <p:nvPr/>
        </p:nvSpPr>
        <p:spPr>
          <a:xfrm>
            <a:off x="8413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3" name=""/>
          <p:cNvSpPr/>
          <p:nvPr/>
        </p:nvSpPr>
        <p:spPr>
          <a:xfrm>
            <a:off x="848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4" name=""/>
          <p:cNvSpPr/>
          <p:nvPr/>
        </p:nvSpPr>
        <p:spPr>
          <a:xfrm>
            <a:off x="8546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5" name=""/>
          <p:cNvSpPr/>
          <p:nvPr/>
        </p:nvSpPr>
        <p:spPr>
          <a:xfrm>
            <a:off x="861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6" name=""/>
          <p:cNvSpPr/>
          <p:nvPr/>
        </p:nvSpPr>
        <p:spPr>
          <a:xfrm>
            <a:off x="867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7" name=""/>
          <p:cNvSpPr/>
          <p:nvPr/>
        </p:nvSpPr>
        <p:spPr>
          <a:xfrm>
            <a:off x="874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8" name=""/>
          <p:cNvSpPr/>
          <p:nvPr/>
        </p:nvSpPr>
        <p:spPr>
          <a:xfrm>
            <a:off x="881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9" name=""/>
          <p:cNvSpPr/>
          <p:nvPr/>
        </p:nvSpPr>
        <p:spPr>
          <a:xfrm>
            <a:off x="888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0" name=""/>
          <p:cNvSpPr/>
          <p:nvPr/>
        </p:nvSpPr>
        <p:spPr>
          <a:xfrm>
            <a:off x="894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1" name=""/>
          <p:cNvSpPr/>
          <p:nvPr/>
        </p:nvSpPr>
        <p:spPr>
          <a:xfrm>
            <a:off x="901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2" name=""/>
          <p:cNvSpPr/>
          <p:nvPr/>
        </p:nvSpPr>
        <p:spPr>
          <a:xfrm>
            <a:off x="908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3" name=""/>
          <p:cNvSpPr/>
          <p:nvPr/>
        </p:nvSpPr>
        <p:spPr>
          <a:xfrm>
            <a:off x="915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4" name=""/>
          <p:cNvSpPr/>
          <p:nvPr/>
        </p:nvSpPr>
        <p:spPr>
          <a:xfrm>
            <a:off x="921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5" name=""/>
          <p:cNvSpPr/>
          <p:nvPr/>
        </p:nvSpPr>
        <p:spPr>
          <a:xfrm>
            <a:off x="928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6" name=""/>
          <p:cNvSpPr/>
          <p:nvPr/>
        </p:nvSpPr>
        <p:spPr>
          <a:xfrm>
            <a:off x="934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7" name=""/>
          <p:cNvSpPr/>
          <p:nvPr/>
        </p:nvSpPr>
        <p:spPr>
          <a:xfrm>
            <a:off x="941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8" name=""/>
          <p:cNvSpPr/>
          <p:nvPr/>
        </p:nvSpPr>
        <p:spPr>
          <a:xfrm>
            <a:off x="948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9" name=""/>
          <p:cNvSpPr/>
          <p:nvPr/>
        </p:nvSpPr>
        <p:spPr>
          <a:xfrm>
            <a:off x="955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0" name=""/>
          <p:cNvSpPr/>
          <p:nvPr/>
        </p:nvSpPr>
        <p:spPr>
          <a:xfrm>
            <a:off x="961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1" name=""/>
          <p:cNvSpPr/>
          <p:nvPr/>
        </p:nvSpPr>
        <p:spPr>
          <a:xfrm>
            <a:off x="965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2" name=""/>
          <p:cNvSpPr/>
          <p:nvPr/>
        </p:nvSpPr>
        <p:spPr>
          <a:xfrm>
            <a:off x="968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3" name=""/>
          <p:cNvSpPr/>
          <p:nvPr/>
        </p:nvSpPr>
        <p:spPr>
          <a:xfrm>
            <a:off x="972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4" name=""/>
          <p:cNvSpPr/>
          <p:nvPr/>
        </p:nvSpPr>
        <p:spPr>
          <a:xfrm>
            <a:off x="975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5" name=""/>
          <p:cNvSpPr/>
          <p:nvPr/>
        </p:nvSpPr>
        <p:spPr>
          <a:xfrm>
            <a:off x="978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6" name=""/>
          <p:cNvSpPr/>
          <p:nvPr/>
        </p:nvSpPr>
        <p:spPr>
          <a:xfrm>
            <a:off x="982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7" name=""/>
          <p:cNvSpPr/>
          <p:nvPr/>
        </p:nvSpPr>
        <p:spPr>
          <a:xfrm>
            <a:off x="985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8" name=""/>
          <p:cNvSpPr/>
          <p:nvPr/>
        </p:nvSpPr>
        <p:spPr>
          <a:xfrm>
            <a:off x="9885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9" name=""/>
          <p:cNvSpPr/>
          <p:nvPr/>
        </p:nvSpPr>
        <p:spPr>
          <a:xfrm>
            <a:off x="992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0" name=""/>
          <p:cNvSpPr/>
          <p:nvPr/>
        </p:nvSpPr>
        <p:spPr>
          <a:xfrm>
            <a:off x="995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1" name=""/>
          <p:cNvSpPr/>
          <p:nvPr/>
        </p:nvSpPr>
        <p:spPr>
          <a:xfrm>
            <a:off x="998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2" name=""/>
          <p:cNvSpPr/>
          <p:nvPr/>
        </p:nvSpPr>
        <p:spPr>
          <a:xfrm>
            <a:off x="1001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3" name=""/>
          <p:cNvSpPr/>
          <p:nvPr/>
        </p:nvSpPr>
        <p:spPr>
          <a:xfrm>
            <a:off x="1005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4" name=""/>
          <p:cNvSpPr/>
          <p:nvPr/>
        </p:nvSpPr>
        <p:spPr>
          <a:xfrm>
            <a:off x="1008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5" name=""/>
          <p:cNvSpPr/>
          <p:nvPr/>
        </p:nvSpPr>
        <p:spPr>
          <a:xfrm>
            <a:off x="1011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6" name=""/>
          <p:cNvSpPr/>
          <p:nvPr/>
        </p:nvSpPr>
        <p:spPr>
          <a:xfrm>
            <a:off x="1015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7" name=""/>
          <p:cNvSpPr/>
          <p:nvPr/>
        </p:nvSpPr>
        <p:spPr>
          <a:xfrm>
            <a:off x="1018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8" name=""/>
          <p:cNvSpPr/>
          <p:nvPr/>
        </p:nvSpPr>
        <p:spPr>
          <a:xfrm>
            <a:off x="102204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9" name=""/>
          <p:cNvSpPr/>
          <p:nvPr/>
        </p:nvSpPr>
        <p:spPr>
          <a:xfrm>
            <a:off x="1025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0" name=""/>
          <p:cNvSpPr/>
          <p:nvPr/>
        </p:nvSpPr>
        <p:spPr>
          <a:xfrm>
            <a:off x="1028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1" name=""/>
          <p:cNvSpPr/>
          <p:nvPr/>
        </p:nvSpPr>
        <p:spPr>
          <a:xfrm>
            <a:off x="1032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2" name=""/>
          <p:cNvSpPr/>
          <p:nvPr/>
        </p:nvSpPr>
        <p:spPr>
          <a:xfrm>
            <a:off x="1035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3" name=""/>
          <p:cNvSpPr/>
          <p:nvPr/>
        </p:nvSpPr>
        <p:spPr>
          <a:xfrm>
            <a:off x="1038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4" name=""/>
          <p:cNvSpPr/>
          <p:nvPr/>
        </p:nvSpPr>
        <p:spPr>
          <a:xfrm>
            <a:off x="1042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5" name=""/>
          <p:cNvSpPr/>
          <p:nvPr/>
        </p:nvSpPr>
        <p:spPr>
          <a:xfrm>
            <a:off x="1045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6" name=""/>
          <p:cNvSpPr/>
          <p:nvPr/>
        </p:nvSpPr>
        <p:spPr>
          <a:xfrm>
            <a:off x="1049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7" name=""/>
          <p:cNvSpPr/>
          <p:nvPr/>
        </p:nvSpPr>
        <p:spPr>
          <a:xfrm>
            <a:off x="1052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8" name=""/>
          <p:cNvSpPr/>
          <p:nvPr/>
        </p:nvSpPr>
        <p:spPr>
          <a:xfrm>
            <a:off x="1055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9" name=""/>
          <p:cNvSpPr/>
          <p:nvPr/>
        </p:nvSpPr>
        <p:spPr>
          <a:xfrm>
            <a:off x="1059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0" name=""/>
          <p:cNvSpPr/>
          <p:nvPr/>
        </p:nvSpPr>
        <p:spPr>
          <a:xfrm>
            <a:off x="1062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1" name=""/>
          <p:cNvSpPr/>
          <p:nvPr/>
        </p:nvSpPr>
        <p:spPr>
          <a:xfrm>
            <a:off x="1065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2" name=""/>
          <p:cNvSpPr/>
          <p:nvPr/>
        </p:nvSpPr>
        <p:spPr>
          <a:xfrm>
            <a:off x="1068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3" name=""/>
          <p:cNvSpPr/>
          <p:nvPr/>
        </p:nvSpPr>
        <p:spPr>
          <a:xfrm>
            <a:off x="1072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4" name=""/>
          <p:cNvSpPr/>
          <p:nvPr/>
        </p:nvSpPr>
        <p:spPr>
          <a:xfrm>
            <a:off x="1075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5" name=""/>
          <p:cNvSpPr/>
          <p:nvPr/>
        </p:nvSpPr>
        <p:spPr>
          <a:xfrm>
            <a:off x="10789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6" name=""/>
          <p:cNvSpPr/>
          <p:nvPr/>
        </p:nvSpPr>
        <p:spPr>
          <a:xfrm>
            <a:off x="1082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7" name=""/>
          <p:cNvSpPr/>
          <p:nvPr/>
        </p:nvSpPr>
        <p:spPr>
          <a:xfrm>
            <a:off x="1085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8" name=""/>
          <p:cNvSpPr/>
          <p:nvPr/>
        </p:nvSpPr>
        <p:spPr>
          <a:xfrm>
            <a:off x="1089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9" name=""/>
          <p:cNvSpPr/>
          <p:nvPr/>
        </p:nvSpPr>
        <p:spPr>
          <a:xfrm>
            <a:off x="1092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0" name=""/>
          <p:cNvSpPr/>
          <p:nvPr/>
        </p:nvSpPr>
        <p:spPr>
          <a:xfrm>
            <a:off x="1095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1" name=""/>
          <p:cNvSpPr/>
          <p:nvPr/>
        </p:nvSpPr>
        <p:spPr>
          <a:xfrm>
            <a:off x="1099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2" name=""/>
          <p:cNvSpPr/>
          <p:nvPr/>
        </p:nvSpPr>
        <p:spPr>
          <a:xfrm>
            <a:off x="1102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3" name=""/>
          <p:cNvSpPr/>
          <p:nvPr/>
        </p:nvSpPr>
        <p:spPr>
          <a:xfrm>
            <a:off x="1105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4" name=""/>
          <p:cNvSpPr/>
          <p:nvPr/>
        </p:nvSpPr>
        <p:spPr>
          <a:xfrm>
            <a:off x="1109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5" name=""/>
          <p:cNvSpPr/>
          <p:nvPr/>
        </p:nvSpPr>
        <p:spPr>
          <a:xfrm>
            <a:off x="1112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6" name=""/>
          <p:cNvSpPr/>
          <p:nvPr/>
        </p:nvSpPr>
        <p:spPr>
          <a:xfrm>
            <a:off x="1116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7" name=""/>
          <p:cNvSpPr/>
          <p:nvPr/>
        </p:nvSpPr>
        <p:spPr>
          <a:xfrm>
            <a:off x="1119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8" name=""/>
          <p:cNvSpPr/>
          <p:nvPr/>
        </p:nvSpPr>
        <p:spPr>
          <a:xfrm>
            <a:off x="112248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9" name=""/>
          <p:cNvSpPr/>
          <p:nvPr/>
        </p:nvSpPr>
        <p:spPr>
          <a:xfrm>
            <a:off x="1126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0" name=""/>
          <p:cNvSpPr/>
          <p:nvPr/>
        </p:nvSpPr>
        <p:spPr>
          <a:xfrm>
            <a:off x="1129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1" name=""/>
          <p:cNvSpPr/>
          <p:nvPr/>
        </p:nvSpPr>
        <p:spPr>
          <a:xfrm>
            <a:off x="1132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2" name=""/>
          <p:cNvSpPr/>
          <p:nvPr/>
        </p:nvSpPr>
        <p:spPr>
          <a:xfrm>
            <a:off x="1135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3" name=""/>
          <p:cNvSpPr/>
          <p:nvPr/>
        </p:nvSpPr>
        <p:spPr>
          <a:xfrm>
            <a:off x="1139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4" name=""/>
          <p:cNvSpPr/>
          <p:nvPr/>
        </p:nvSpPr>
        <p:spPr>
          <a:xfrm>
            <a:off x="1142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5" name=""/>
          <p:cNvSpPr/>
          <p:nvPr/>
        </p:nvSpPr>
        <p:spPr>
          <a:xfrm>
            <a:off x="1145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6" name=""/>
          <p:cNvSpPr/>
          <p:nvPr/>
        </p:nvSpPr>
        <p:spPr>
          <a:xfrm>
            <a:off x="1149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7" name=""/>
          <p:cNvSpPr/>
          <p:nvPr/>
        </p:nvSpPr>
        <p:spPr>
          <a:xfrm>
            <a:off x="1152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8" name=""/>
          <p:cNvSpPr/>
          <p:nvPr/>
        </p:nvSpPr>
        <p:spPr>
          <a:xfrm>
            <a:off x="1155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9" name=""/>
          <p:cNvSpPr/>
          <p:nvPr/>
        </p:nvSpPr>
        <p:spPr>
          <a:xfrm>
            <a:off x="1159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0" name=""/>
          <p:cNvSpPr/>
          <p:nvPr/>
        </p:nvSpPr>
        <p:spPr>
          <a:xfrm>
            <a:off x="1162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1" name=""/>
          <p:cNvSpPr/>
          <p:nvPr/>
        </p:nvSpPr>
        <p:spPr>
          <a:xfrm>
            <a:off x="11660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2" name=""/>
          <p:cNvSpPr/>
          <p:nvPr/>
        </p:nvSpPr>
        <p:spPr>
          <a:xfrm>
            <a:off x="1169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3" name=""/>
          <p:cNvSpPr/>
          <p:nvPr/>
        </p:nvSpPr>
        <p:spPr>
          <a:xfrm>
            <a:off x="1172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4" name=""/>
          <p:cNvSpPr/>
          <p:nvPr/>
        </p:nvSpPr>
        <p:spPr>
          <a:xfrm>
            <a:off x="1176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5" name=""/>
          <p:cNvSpPr/>
          <p:nvPr/>
        </p:nvSpPr>
        <p:spPr>
          <a:xfrm>
            <a:off x="1179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6" name=""/>
          <p:cNvSpPr/>
          <p:nvPr/>
        </p:nvSpPr>
        <p:spPr>
          <a:xfrm>
            <a:off x="1182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7" name=""/>
          <p:cNvSpPr/>
          <p:nvPr/>
        </p:nvSpPr>
        <p:spPr>
          <a:xfrm>
            <a:off x="1186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8" name=""/>
          <p:cNvSpPr/>
          <p:nvPr/>
        </p:nvSpPr>
        <p:spPr>
          <a:xfrm>
            <a:off x="1189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9" name=""/>
          <p:cNvSpPr/>
          <p:nvPr/>
        </p:nvSpPr>
        <p:spPr>
          <a:xfrm>
            <a:off x="1193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0" name=""/>
          <p:cNvSpPr/>
          <p:nvPr/>
        </p:nvSpPr>
        <p:spPr>
          <a:xfrm>
            <a:off x="1196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1" name=""/>
          <p:cNvSpPr/>
          <p:nvPr/>
        </p:nvSpPr>
        <p:spPr>
          <a:xfrm>
            <a:off x="1199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2" name=""/>
          <p:cNvSpPr/>
          <p:nvPr/>
        </p:nvSpPr>
        <p:spPr>
          <a:xfrm>
            <a:off x="1203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3" name=""/>
          <p:cNvSpPr/>
          <p:nvPr/>
        </p:nvSpPr>
        <p:spPr>
          <a:xfrm>
            <a:off x="1206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4" name=""/>
          <p:cNvSpPr/>
          <p:nvPr/>
        </p:nvSpPr>
        <p:spPr>
          <a:xfrm>
            <a:off x="1209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5" name=""/>
          <p:cNvSpPr/>
          <p:nvPr/>
        </p:nvSpPr>
        <p:spPr>
          <a:xfrm>
            <a:off x="1212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6" name=""/>
          <p:cNvSpPr/>
          <p:nvPr/>
        </p:nvSpPr>
        <p:spPr>
          <a:xfrm>
            <a:off x="1216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7" name=""/>
          <p:cNvSpPr/>
          <p:nvPr/>
        </p:nvSpPr>
        <p:spPr>
          <a:xfrm>
            <a:off x="1219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8" name=""/>
          <p:cNvSpPr/>
          <p:nvPr/>
        </p:nvSpPr>
        <p:spPr>
          <a:xfrm>
            <a:off x="122292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9" name=""/>
          <p:cNvSpPr/>
          <p:nvPr/>
        </p:nvSpPr>
        <p:spPr>
          <a:xfrm>
            <a:off x="1226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0" name=""/>
          <p:cNvSpPr/>
          <p:nvPr/>
        </p:nvSpPr>
        <p:spPr>
          <a:xfrm>
            <a:off x="1229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1" name=""/>
          <p:cNvSpPr/>
          <p:nvPr/>
        </p:nvSpPr>
        <p:spPr>
          <a:xfrm>
            <a:off x="1233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2" name=""/>
          <p:cNvSpPr/>
          <p:nvPr/>
        </p:nvSpPr>
        <p:spPr>
          <a:xfrm>
            <a:off x="1236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3" name=""/>
          <p:cNvSpPr/>
          <p:nvPr/>
        </p:nvSpPr>
        <p:spPr>
          <a:xfrm>
            <a:off x="1239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4" name=""/>
          <p:cNvSpPr/>
          <p:nvPr/>
        </p:nvSpPr>
        <p:spPr>
          <a:xfrm>
            <a:off x="1243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5" name=""/>
          <p:cNvSpPr/>
          <p:nvPr/>
        </p:nvSpPr>
        <p:spPr>
          <a:xfrm>
            <a:off x="1246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6" name=""/>
          <p:cNvSpPr/>
          <p:nvPr/>
        </p:nvSpPr>
        <p:spPr>
          <a:xfrm>
            <a:off x="1249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7" name=""/>
          <p:cNvSpPr/>
          <p:nvPr/>
        </p:nvSpPr>
        <p:spPr>
          <a:xfrm>
            <a:off x="1253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8" name=""/>
          <p:cNvSpPr/>
          <p:nvPr/>
        </p:nvSpPr>
        <p:spPr>
          <a:xfrm>
            <a:off x="1256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9" name=""/>
          <p:cNvSpPr/>
          <p:nvPr/>
        </p:nvSpPr>
        <p:spPr>
          <a:xfrm>
            <a:off x="1260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0" name=""/>
          <p:cNvSpPr/>
          <p:nvPr/>
        </p:nvSpPr>
        <p:spPr>
          <a:xfrm>
            <a:off x="1263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1" name=""/>
          <p:cNvSpPr/>
          <p:nvPr/>
        </p:nvSpPr>
        <p:spPr>
          <a:xfrm>
            <a:off x="1266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2" name=""/>
          <p:cNvSpPr/>
          <p:nvPr/>
        </p:nvSpPr>
        <p:spPr>
          <a:xfrm>
            <a:off x="1270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3" name=""/>
          <p:cNvSpPr/>
          <p:nvPr/>
        </p:nvSpPr>
        <p:spPr>
          <a:xfrm>
            <a:off x="1273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4" name=""/>
          <p:cNvSpPr/>
          <p:nvPr/>
        </p:nvSpPr>
        <p:spPr>
          <a:xfrm>
            <a:off x="1276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5" name=""/>
          <p:cNvSpPr/>
          <p:nvPr/>
        </p:nvSpPr>
        <p:spPr>
          <a:xfrm>
            <a:off x="1279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6" name=""/>
          <p:cNvSpPr/>
          <p:nvPr/>
        </p:nvSpPr>
        <p:spPr>
          <a:xfrm>
            <a:off x="1283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7" name=""/>
          <p:cNvSpPr/>
          <p:nvPr/>
        </p:nvSpPr>
        <p:spPr>
          <a:xfrm>
            <a:off x="1286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8" name=""/>
          <p:cNvSpPr/>
          <p:nvPr/>
        </p:nvSpPr>
        <p:spPr>
          <a:xfrm>
            <a:off x="1289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9" name=""/>
          <p:cNvSpPr/>
          <p:nvPr/>
        </p:nvSpPr>
        <p:spPr>
          <a:xfrm>
            <a:off x="1293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0" name=""/>
          <p:cNvSpPr/>
          <p:nvPr/>
        </p:nvSpPr>
        <p:spPr>
          <a:xfrm>
            <a:off x="1296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1" name=""/>
          <p:cNvSpPr/>
          <p:nvPr/>
        </p:nvSpPr>
        <p:spPr>
          <a:xfrm>
            <a:off x="1299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2" name=""/>
          <p:cNvSpPr/>
          <p:nvPr/>
        </p:nvSpPr>
        <p:spPr>
          <a:xfrm>
            <a:off x="1303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3" name=""/>
          <p:cNvSpPr/>
          <p:nvPr/>
        </p:nvSpPr>
        <p:spPr>
          <a:xfrm>
            <a:off x="1306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4" name=""/>
          <p:cNvSpPr/>
          <p:nvPr/>
        </p:nvSpPr>
        <p:spPr>
          <a:xfrm>
            <a:off x="1310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5" name=""/>
          <p:cNvSpPr/>
          <p:nvPr/>
        </p:nvSpPr>
        <p:spPr>
          <a:xfrm>
            <a:off x="13132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6" name=""/>
          <p:cNvSpPr/>
          <p:nvPr/>
        </p:nvSpPr>
        <p:spPr>
          <a:xfrm>
            <a:off x="1316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7" name=""/>
          <p:cNvSpPr/>
          <p:nvPr/>
        </p:nvSpPr>
        <p:spPr>
          <a:xfrm>
            <a:off x="1320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8" name=""/>
          <p:cNvSpPr/>
          <p:nvPr/>
        </p:nvSpPr>
        <p:spPr>
          <a:xfrm>
            <a:off x="132336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9" name=""/>
          <p:cNvSpPr/>
          <p:nvPr/>
        </p:nvSpPr>
        <p:spPr>
          <a:xfrm>
            <a:off x="1326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0" name=""/>
          <p:cNvSpPr/>
          <p:nvPr/>
        </p:nvSpPr>
        <p:spPr>
          <a:xfrm>
            <a:off x="1330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1" name=""/>
          <p:cNvSpPr/>
          <p:nvPr/>
        </p:nvSpPr>
        <p:spPr>
          <a:xfrm>
            <a:off x="1333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2" name=""/>
          <p:cNvSpPr/>
          <p:nvPr/>
        </p:nvSpPr>
        <p:spPr>
          <a:xfrm>
            <a:off x="1337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3" name=""/>
          <p:cNvSpPr/>
          <p:nvPr/>
        </p:nvSpPr>
        <p:spPr>
          <a:xfrm>
            <a:off x="1340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4" name=""/>
          <p:cNvSpPr/>
          <p:nvPr/>
        </p:nvSpPr>
        <p:spPr>
          <a:xfrm>
            <a:off x="1343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5" name=""/>
          <p:cNvSpPr/>
          <p:nvPr/>
        </p:nvSpPr>
        <p:spPr>
          <a:xfrm>
            <a:off x="13467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6" name=""/>
          <p:cNvSpPr/>
          <p:nvPr/>
        </p:nvSpPr>
        <p:spPr>
          <a:xfrm>
            <a:off x="1350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7" name=""/>
          <p:cNvSpPr/>
          <p:nvPr/>
        </p:nvSpPr>
        <p:spPr>
          <a:xfrm>
            <a:off x="1353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8" name=""/>
          <p:cNvSpPr/>
          <p:nvPr/>
        </p:nvSpPr>
        <p:spPr>
          <a:xfrm>
            <a:off x="1356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9" name=""/>
          <p:cNvSpPr/>
          <p:nvPr/>
        </p:nvSpPr>
        <p:spPr>
          <a:xfrm>
            <a:off x="1360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0" name=""/>
          <p:cNvSpPr/>
          <p:nvPr/>
        </p:nvSpPr>
        <p:spPr>
          <a:xfrm>
            <a:off x="1363680" y="136188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1" name=""/>
          <p:cNvSpPr/>
          <p:nvPr/>
        </p:nvSpPr>
        <p:spPr>
          <a:xfrm>
            <a:off x="1366920" y="136188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2" name=""/>
          <p:cNvSpPr/>
          <p:nvPr/>
        </p:nvSpPr>
        <p:spPr>
          <a:xfrm>
            <a:off x="1370520" y="136224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3" name=""/>
          <p:cNvSpPr/>
          <p:nvPr/>
        </p:nvSpPr>
        <p:spPr>
          <a:xfrm>
            <a:off x="1373760" y="1362960"/>
            <a:ext cx="3600" cy="46080"/>
          </a:xfrm>
          <a:custGeom>
            <a:avLst/>
            <a:gdLst/>
            <a:ahLst/>
            <a:rect l="0" t="0" r="r" b="b"/>
            <a:pathLst>
              <a:path w="10" h="128">
                <a:moveTo>
                  <a:pt x="10" y="3"/>
                </a:moveTo>
                <a:lnTo>
                  <a:pt x="10" y="124"/>
                </a:lnTo>
                <a:cubicBezTo>
                  <a:pt x="7" y="125"/>
                  <a:pt x="3" y="127"/>
                  <a:pt x="0" y="128"/>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4" name=""/>
          <p:cNvSpPr/>
          <p:nvPr/>
        </p:nvSpPr>
        <p:spPr>
          <a:xfrm>
            <a:off x="1377000" y="136404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5" name=""/>
          <p:cNvSpPr/>
          <p:nvPr/>
        </p:nvSpPr>
        <p:spPr>
          <a:xfrm>
            <a:off x="1380600" y="136620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6" name=""/>
          <p:cNvSpPr/>
          <p:nvPr/>
        </p:nvSpPr>
        <p:spPr>
          <a:xfrm>
            <a:off x="1383840" y="136908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7" name=""/>
          <p:cNvSpPr/>
          <p:nvPr/>
        </p:nvSpPr>
        <p:spPr>
          <a:xfrm>
            <a:off x="1387080" y="1373400"/>
            <a:ext cx="3600" cy="24840"/>
          </a:xfrm>
          <a:custGeom>
            <a:avLst/>
            <a:gdLst/>
            <a:ahLst/>
            <a:rect l="0" t="0" r="r" b="b"/>
            <a:pathLst>
              <a:path w="10" h="69">
                <a:moveTo>
                  <a:pt x="10" y="35"/>
                </a:moveTo>
                <a:cubicBezTo>
                  <a:pt x="10" y="48"/>
                  <a:pt x="7" y="59"/>
                  <a:pt x="0" y="69"/>
                </a:cubicBezTo>
                <a:lnTo>
                  <a:pt x="0" y="0"/>
                </a:lnTo>
                <a:cubicBezTo>
                  <a:pt x="7" y="10"/>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8" name=""/>
          <p:cNvSpPr txBox="1"/>
          <p:nvPr/>
        </p:nvSpPr>
        <p:spPr>
          <a:xfrm>
            <a:off x="533520" y="847800"/>
            <a:ext cx="55908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運⽤を通じた説明変数の⾒直し</a:t>
            </a:r>
            <a:endParaRPr lang="en-US" sz="3150" b="0" u="none" strike="noStrike">
              <a:solidFill>
                <a:srgbClr val="000000"/>
              </a:solidFill>
              <a:effectLst/>
              <a:uFillTx/>
              <a:latin typeface="游明朝体"/>
            </a:endParaRPr>
          </a:p>
        </p:txBody>
      </p:sp>
      <p:sp>
        <p:nvSpPr>
          <p:cNvPr id="448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3" name=""/>
          <p:cNvSpPr/>
          <p:nvPr/>
        </p:nvSpPr>
        <p:spPr>
          <a:xfrm>
            <a:off x="161064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4" name=""/>
          <p:cNvSpPr/>
          <p:nvPr/>
        </p:nvSpPr>
        <p:spPr>
          <a:xfrm>
            <a:off x="195732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5" name=""/>
          <p:cNvSpPr/>
          <p:nvPr/>
        </p:nvSpPr>
        <p:spPr>
          <a:xfrm>
            <a:off x="2996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6" name=""/>
          <p:cNvSpPr/>
          <p:nvPr/>
        </p:nvSpPr>
        <p:spPr>
          <a:xfrm>
            <a:off x="3342960" y="6181560"/>
            <a:ext cx="693360" cy="676440"/>
          </a:xfrm>
          <a:custGeom>
            <a:avLst/>
            <a:gdLst/>
            <a:ahLst/>
            <a:rect l="0" t="0" r="r" b="b"/>
            <a:pathLst>
              <a:path w="1926" h="1879">
                <a:moveTo>
                  <a:pt x="1926" y="0"/>
                </a:moveTo>
                <a:lnTo>
                  <a:pt x="1926" y="1879"/>
                </a:lnTo>
                <a:lnTo>
                  <a:pt x="0" y="187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7" name=""/>
          <p:cNvSpPr/>
          <p:nvPr/>
        </p:nvSpPr>
        <p:spPr>
          <a:xfrm>
            <a:off x="403596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8" name=""/>
          <p:cNvSpPr/>
          <p:nvPr/>
        </p:nvSpPr>
        <p:spPr>
          <a:xfrm>
            <a:off x="4382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9" name=""/>
          <p:cNvSpPr/>
          <p:nvPr/>
        </p:nvSpPr>
        <p:spPr>
          <a:xfrm>
            <a:off x="4728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0" name=""/>
          <p:cNvSpPr/>
          <p:nvPr/>
        </p:nvSpPr>
        <p:spPr>
          <a:xfrm>
            <a:off x="5075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1" name=""/>
          <p:cNvSpPr/>
          <p:nvPr/>
        </p:nvSpPr>
        <p:spPr>
          <a:xfrm>
            <a:off x="5421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2" name=""/>
          <p:cNvSpPr/>
          <p:nvPr/>
        </p:nvSpPr>
        <p:spPr>
          <a:xfrm>
            <a:off x="5768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3" name=""/>
          <p:cNvSpPr/>
          <p:nvPr/>
        </p:nvSpPr>
        <p:spPr>
          <a:xfrm>
            <a:off x="6114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4" name=""/>
          <p:cNvSpPr/>
          <p:nvPr/>
        </p:nvSpPr>
        <p:spPr>
          <a:xfrm>
            <a:off x="6461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5" name=""/>
          <p:cNvSpPr/>
          <p:nvPr/>
        </p:nvSpPr>
        <p:spPr>
          <a:xfrm>
            <a:off x="6807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6" name=""/>
          <p:cNvSpPr/>
          <p:nvPr/>
        </p:nvSpPr>
        <p:spPr>
          <a:xfrm>
            <a:off x="8193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7" name=""/>
          <p:cNvSpPr/>
          <p:nvPr/>
        </p:nvSpPr>
        <p:spPr>
          <a:xfrm>
            <a:off x="8540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8" name=""/>
          <p:cNvSpPr/>
          <p:nvPr/>
        </p:nvSpPr>
        <p:spPr>
          <a:xfrm>
            <a:off x="8886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9" name=""/>
          <p:cNvSpPr/>
          <p:nvPr/>
        </p:nvSpPr>
        <p:spPr>
          <a:xfrm>
            <a:off x="9233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0" name=""/>
          <p:cNvSpPr/>
          <p:nvPr/>
        </p:nvSpPr>
        <p:spPr>
          <a:xfrm>
            <a:off x="9579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1" name=""/>
          <p:cNvSpPr/>
          <p:nvPr/>
        </p:nvSpPr>
        <p:spPr>
          <a:xfrm>
            <a:off x="9925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2" name=""/>
          <p:cNvSpPr/>
          <p:nvPr/>
        </p:nvSpPr>
        <p:spPr>
          <a:xfrm>
            <a:off x="10272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3" name=""/>
          <p:cNvSpPr/>
          <p:nvPr/>
        </p:nvSpPr>
        <p:spPr>
          <a:xfrm>
            <a:off x="10618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4" name=""/>
          <p:cNvSpPr/>
          <p:nvPr/>
        </p:nvSpPr>
        <p:spPr>
          <a:xfrm>
            <a:off x="533160" y="6181560"/>
            <a:ext cx="38520" cy="676440"/>
          </a:xfrm>
          <a:custGeom>
            <a:avLst/>
            <a:gdLst/>
            <a:ahLst/>
            <a:rect l="0" t="0" r="r" b="b"/>
            <a:pathLst>
              <a:path w="107" h="1879">
                <a:moveTo>
                  <a:pt x="0" y="0"/>
                </a:moveTo>
                <a:lnTo>
                  <a:pt x="107" y="0"/>
                </a:lnTo>
                <a:lnTo>
                  <a:pt x="107" y="1879"/>
                </a:lnTo>
                <a:lnTo>
                  <a:pt x="0" y="187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4515" name=""/>
          <p:cNvPicPr/>
          <p:nvPr/>
        </p:nvPicPr>
        <p:blipFill>
          <a:blip r:embed="rId1"/>
          <a:stretch/>
        </p:blipFill>
        <p:spPr>
          <a:xfrm>
            <a:off x="546120" y="1434960"/>
            <a:ext cx="6527520" cy="469440"/>
          </a:xfrm>
          <a:prstGeom prst="rect">
            <a:avLst/>
          </a:prstGeom>
          <a:noFill/>
          <a:ln w="0">
            <a:noFill/>
          </a:ln>
        </p:spPr>
      </p:pic>
      <p:sp>
        <p:nvSpPr>
          <p:cNvPr id="4516" name=""/>
          <p:cNvSpPr/>
          <p:nvPr/>
        </p:nvSpPr>
        <p:spPr>
          <a:xfrm>
            <a:off x="533160" y="143820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7"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8"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9"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0"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1"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2"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3" name=""/>
          <p:cNvSpPr/>
          <p:nvPr/>
        </p:nvSpPr>
        <p:spPr>
          <a:xfrm>
            <a:off x="542880" y="243828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4" name=""/>
          <p:cNvSpPr/>
          <p:nvPr/>
        </p:nvSpPr>
        <p:spPr>
          <a:xfrm>
            <a:off x="1485720" y="243828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5" name=""/>
          <p:cNvSpPr/>
          <p:nvPr/>
        </p:nvSpPr>
        <p:spPr>
          <a:xfrm>
            <a:off x="4495680" y="243828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6"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7"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8"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9"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0"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1"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2" name=""/>
          <p:cNvSpPr/>
          <p:nvPr/>
        </p:nvSpPr>
        <p:spPr>
          <a:xfrm>
            <a:off x="542880" y="3200040"/>
            <a:ext cx="943200" cy="390960"/>
          </a:xfrm>
          <a:custGeom>
            <a:avLst/>
            <a:gdLst/>
            <a:ahLst/>
            <a:rect l="0" t="0" r="r" b="b"/>
            <a:pathLst>
              <a:path w="2620" h="1086">
                <a:moveTo>
                  <a:pt x="132" y="1086"/>
                </a:moveTo>
                <a:cubicBezTo>
                  <a:pt x="111" y="1086"/>
                  <a:pt x="91" y="1082"/>
                  <a:pt x="71" y="1074"/>
                </a:cubicBezTo>
                <a:cubicBezTo>
                  <a:pt x="52" y="1066"/>
                  <a:pt x="35" y="1055"/>
                  <a:pt x="20" y="1040"/>
                </a:cubicBezTo>
                <a:cubicBezTo>
                  <a:pt x="12" y="1032"/>
                  <a:pt x="5" y="1024"/>
                  <a:pt x="0" y="1015"/>
                </a:cubicBezTo>
                <a:lnTo>
                  <a:pt x="0" y="0"/>
                </a:lnTo>
                <a:lnTo>
                  <a:pt x="2620" y="0"/>
                </a:lnTo>
                <a:lnTo>
                  <a:pt x="2620" y="1086"/>
                </a:lnTo>
                <a:lnTo>
                  <a:pt x="132"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3" name=""/>
          <p:cNvSpPr/>
          <p:nvPr/>
        </p:nvSpPr>
        <p:spPr>
          <a:xfrm>
            <a:off x="1485720" y="3200040"/>
            <a:ext cx="3010320" cy="390960"/>
          </a:xfrm>
          <a:custGeom>
            <a:avLst/>
            <a:gdLst/>
            <a:ahLst/>
            <a:rect l="0" t="0" r="r" b="b"/>
            <a:pathLst>
              <a:path w="8362" h="1086">
                <a:moveTo>
                  <a:pt x="0" y="1086"/>
                </a:moveTo>
                <a:lnTo>
                  <a:pt x="0" y="0"/>
                </a:lnTo>
                <a:lnTo>
                  <a:pt x="8362" y="0"/>
                </a:lnTo>
                <a:lnTo>
                  <a:pt x="8362"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4" name=""/>
          <p:cNvSpPr/>
          <p:nvPr/>
        </p:nvSpPr>
        <p:spPr>
          <a:xfrm>
            <a:off x="4495680" y="3200040"/>
            <a:ext cx="2495880" cy="390960"/>
          </a:xfrm>
          <a:custGeom>
            <a:avLst/>
            <a:gdLst/>
            <a:ahLst/>
            <a:rect l="0" t="0" r="r" b="b"/>
            <a:pathLst>
              <a:path w="6933" h="1086">
                <a:moveTo>
                  <a:pt x="0" y="1086"/>
                </a:moveTo>
                <a:lnTo>
                  <a:pt x="0" y="0"/>
                </a:lnTo>
                <a:lnTo>
                  <a:pt x="6933" y="0"/>
                </a:lnTo>
                <a:lnTo>
                  <a:pt x="6933"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5" name=""/>
          <p:cNvSpPr/>
          <p:nvPr/>
        </p:nvSpPr>
        <p:spPr>
          <a:xfrm>
            <a:off x="533160" y="20732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6" name=""/>
          <p:cNvSpPr/>
          <p:nvPr/>
        </p:nvSpPr>
        <p:spPr>
          <a:xfrm>
            <a:off x="558720" y="204768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7" name=""/>
          <p:cNvSpPr/>
          <p:nvPr/>
        </p:nvSpPr>
        <p:spPr>
          <a:xfrm>
            <a:off x="147636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8" name=""/>
          <p:cNvSpPr/>
          <p:nvPr/>
        </p:nvSpPr>
        <p:spPr>
          <a:xfrm>
            <a:off x="1485720" y="2047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9" name=""/>
          <p:cNvSpPr/>
          <p:nvPr/>
        </p:nvSpPr>
        <p:spPr>
          <a:xfrm>
            <a:off x="4485960" y="20476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0" name=""/>
          <p:cNvSpPr/>
          <p:nvPr/>
        </p:nvSpPr>
        <p:spPr>
          <a:xfrm>
            <a:off x="4495680" y="2047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1" name=""/>
          <p:cNvSpPr/>
          <p:nvPr/>
        </p:nvSpPr>
        <p:spPr>
          <a:xfrm>
            <a:off x="699120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2" name=""/>
          <p:cNvSpPr/>
          <p:nvPr/>
        </p:nvSpPr>
        <p:spPr>
          <a:xfrm>
            <a:off x="533160" y="2428560"/>
            <a:ext cx="952920" cy="10440"/>
          </a:xfrm>
          <a:custGeom>
            <a:avLst/>
            <a:gdLst/>
            <a:ahLst/>
            <a:rect l="0" t="0" r="r" b="b"/>
            <a:pathLst>
              <a:path w="2647" h="29">
                <a:moveTo>
                  <a:pt x="0" y="0"/>
                </a:moveTo>
                <a:lnTo>
                  <a:pt x="2647" y="0"/>
                </a:lnTo>
                <a:lnTo>
                  <a:pt x="2647"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3" name=""/>
          <p:cNvSpPr/>
          <p:nvPr/>
        </p:nvSpPr>
        <p:spPr>
          <a:xfrm>
            <a:off x="1485720" y="2428560"/>
            <a:ext cx="3010320" cy="10440"/>
          </a:xfrm>
          <a:custGeom>
            <a:avLst/>
            <a:gdLst/>
            <a:ahLst/>
            <a:rect l="0" t="0" r="r" b="b"/>
            <a:pathLst>
              <a:path w="8362" h="29">
                <a:moveTo>
                  <a:pt x="0" y="0"/>
                </a:moveTo>
                <a:lnTo>
                  <a:pt x="8362" y="0"/>
                </a:lnTo>
                <a:lnTo>
                  <a:pt x="8362"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4" name=""/>
          <p:cNvSpPr/>
          <p:nvPr/>
        </p:nvSpPr>
        <p:spPr>
          <a:xfrm>
            <a:off x="4495680" y="2428560"/>
            <a:ext cx="2505240" cy="10440"/>
          </a:xfrm>
          <a:custGeom>
            <a:avLst/>
            <a:gdLst/>
            <a:ahLst/>
            <a:rect l="0" t="0" r="r" b="b"/>
            <a:pathLst>
              <a:path w="6959" h="29">
                <a:moveTo>
                  <a:pt x="0" y="0"/>
                </a:moveTo>
                <a:lnTo>
                  <a:pt x="6959" y="0"/>
                </a:lnTo>
                <a:lnTo>
                  <a:pt x="6959"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5" name=""/>
          <p:cNvSpPr/>
          <p:nvPr/>
        </p:nvSpPr>
        <p:spPr>
          <a:xfrm>
            <a:off x="5331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6" name=""/>
          <p:cNvSpPr/>
          <p:nvPr/>
        </p:nvSpPr>
        <p:spPr>
          <a:xfrm>
            <a:off x="147636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7" name=""/>
          <p:cNvSpPr/>
          <p:nvPr/>
        </p:nvSpPr>
        <p:spPr>
          <a:xfrm>
            <a:off x="44859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8" name=""/>
          <p:cNvSpPr/>
          <p:nvPr/>
        </p:nvSpPr>
        <p:spPr>
          <a:xfrm>
            <a:off x="699120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9" name=""/>
          <p:cNvSpPr/>
          <p:nvPr/>
        </p:nvSpPr>
        <p:spPr>
          <a:xfrm>
            <a:off x="5331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0" name=""/>
          <p:cNvSpPr/>
          <p:nvPr/>
        </p:nvSpPr>
        <p:spPr>
          <a:xfrm>
            <a:off x="533160" y="280980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1" name=""/>
          <p:cNvSpPr/>
          <p:nvPr/>
        </p:nvSpPr>
        <p:spPr>
          <a:xfrm>
            <a:off x="147636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2" name=""/>
          <p:cNvSpPr/>
          <p:nvPr/>
        </p:nvSpPr>
        <p:spPr>
          <a:xfrm>
            <a:off x="1485720" y="280980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3" name=""/>
          <p:cNvSpPr/>
          <p:nvPr/>
        </p:nvSpPr>
        <p:spPr>
          <a:xfrm>
            <a:off x="44859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4" name=""/>
          <p:cNvSpPr/>
          <p:nvPr/>
        </p:nvSpPr>
        <p:spPr>
          <a:xfrm>
            <a:off x="4495680" y="280980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5" name=""/>
          <p:cNvSpPr/>
          <p:nvPr/>
        </p:nvSpPr>
        <p:spPr>
          <a:xfrm>
            <a:off x="699120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6" name=""/>
          <p:cNvSpPr/>
          <p:nvPr/>
        </p:nvSpPr>
        <p:spPr>
          <a:xfrm>
            <a:off x="533160" y="3200040"/>
            <a:ext cx="10080" cy="365400"/>
          </a:xfrm>
          <a:custGeom>
            <a:avLst/>
            <a:gdLst/>
            <a:ahLst/>
            <a:rect l="0" t="0" r="r" b="b"/>
            <a:pathLst>
              <a:path w="28" h="1015">
                <a:moveTo>
                  <a:pt x="12" y="988"/>
                </a:moveTo>
                <a:cubicBezTo>
                  <a:pt x="4" y="969"/>
                  <a:pt x="0" y="949"/>
                  <a:pt x="0" y="928"/>
                </a:cubicBezTo>
                <a:lnTo>
                  <a:pt x="0" y="0"/>
                </a:lnTo>
                <a:lnTo>
                  <a:pt x="28" y="0"/>
                </a:lnTo>
                <a:lnTo>
                  <a:pt x="28" y="1015"/>
                </a:lnTo>
                <a:cubicBezTo>
                  <a:pt x="22" y="1007"/>
                  <a:pt x="17" y="998"/>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7" name=""/>
          <p:cNvSpPr/>
          <p:nvPr/>
        </p:nvSpPr>
        <p:spPr>
          <a:xfrm>
            <a:off x="533160" y="319068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8" name=""/>
          <p:cNvSpPr/>
          <p:nvPr/>
        </p:nvSpPr>
        <p:spPr>
          <a:xfrm>
            <a:off x="147636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9" name=""/>
          <p:cNvSpPr/>
          <p:nvPr/>
        </p:nvSpPr>
        <p:spPr>
          <a:xfrm>
            <a:off x="1485720" y="3190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0" name=""/>
          <p:cNvSpPr/>
          <p:nvPr/>
        </p:nvSpPr>
        <p:spPr>
          <a:xfrm>
            <a:off x="4485960" y="320004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1" name=""/>
          <p:cNvSpPr/>
          <p:nvPr/>
        </p:nvSpPr>
        <p:spPr>
          <a:xfrm>
            <a:off x="4495680" y="3190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2" name=""/>
          <p:cNvSpPr/>
          <p:nvPr/>
        </p:nvSpPr>
        <p:spPr>
          <a:xfrm>
            <a:off x="699120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3" name=""/>
          <p:cNvSpPr/>
          <p:nvPr/>
        </p:nvSpPr>
        <p:spPr>
          <a:xfrm>
            <a:off x="558720" y="3581280"/>
            <a:ext cx="927360" cy="9720"/>
          </a:xfrm>
          <a:custGeom>
            <a:avLst/>
            <a:gdLst/>
            <a:ahLst/>
            <a:rect l="0" t="0" r="r" b="b"/>
            <a:pathLst>
              <a:path w="2576" h="27">
                <a:moveTo>
                  <a:pt x="88" y="27"/>
                </a:moveTo>
                <a:cubicBezTo>
                  <a:pt x="67" y="27"/>
                  <a:pt x="47" y="22"/>
                  <a:pt x="27" y="14"/>
                </a:cubicBezTo>
                <a:cubicBezTo>
                  <a:pt x="18" y="10"/>
                  <a:pt x="9" y="5"/>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4" name=""/>
          <p:cNvSpPr/>
          <p:nvPr/>
        </p:nvSpPr>
        <p:spPr>
          <a:xfrm>
            <a:off x="1485720" y="358128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5" name=""/>
          <p:cNvSpPr/>
          <p:nvPr/>
        </p:nvSpPr>
        <p:spPr>
          <a:xfrm>
            <a:off x="4495680" y="358128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6"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7"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8"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9"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0"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1"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2" name=""/>
          <p:cNvSpPr/>
          <p:nvPr/>
        </p:nvSpPr>
        <p:spPr>
          <a:xfrm>
            <a:off x="542880" y="51339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3" name=""/>
          <p:cNvSpPr/>
          <p:nvPr/>
        </p:nvSpPr>
        <p:spPr>
          <a:xfrm>
            <a:off x="2724120" y="51339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4" name=""/>
          <p:cNvSpPr/>
          <p:nvPr/>
        </p:nvSpPr>
        <p:spPr>
          <a:xfrm>
            <a:off x="4286160" y="51339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5"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6"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7"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8"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9"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0"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1" name=""/>
          <p:cNvSpPr/>
          <p:nvPr/>
        </p:nvSpPr>
        <p:spPr>
          <a:xfrm>
            <a:off x="533160" y="4768920"/>
            <a:ext cx="10080" cy="365400"/>
          </a:xfrm>
          <a:custGeom>
            <a:avLst/>
            <a:gdLst/>
            <a:ahLst/>
            <a:rect l="0" t="0" r="r" b="b"/>
            <a:pathLst>
              <a:path w="28" h="1015">
                <a:moveTo>
                  <a:pt x="12" y="27"/>
                </a:moveTo>
                <a:cubicBezTo>
                  <a:pt x="17" y="17"/>
                  <a:pt x="22" y="8"/>
                  <a:pt x="28" y="0"/>
                </a:cubicBezTo>
                <a:lnTo>
                  <a:pt x="28" y="1015"/>
                </a:lnTo>
                <a:lnTo>
                  <a:pt x="0" y="1015"/>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2" name=""/>
          <p:cNvSpPr/>
          <p:nvPr/>
        </p:nvSpPr>
        <p:spPr>
          <a:xfrm>
            <a:off x="558720" y="474336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3" name=""/>
          <p:cNvSpPr/>
          <p:nvPr/>
        </p:nvSpPr>
        <p:spPr>
          <a:xfrm>
            <a:off x="272412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4" name=""/>
          <p:cNvSpPr/>
          <p:nvPr/>
        </p:nvSpPr>
        <p:spPr>
          <a:xfrm>
            <a:off x="2733480" y="474336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5" name=""/>
          <p:cNvSpPr/>
          <p:nvPr/>
        </p:nvSpPr>
        <p:spPr>
          <a:xfrm>
            <a:off x="428616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6" name=""/>
          <p:cNvSpPr/>
          <p:nvPr/>
        </p:nvSpPr>
        <p:spPr>
          <a:xfrm>
            <a:off x="4295520" y="47433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7" name=""/>
          <p:cNvSpPr/>
          <p:nvPr/>
        </p:nvSpPr>
        <p:spPr>
          <a:xfrm>
            <a:off x="5943240" y="47433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8" name=""/>
          <p:cNvSpPr/>
          <p:nvPr/>
        </p:nvSpPr>
        <p:spPr>
          <a:xfrm>
            <a:off x="533160" y="5124240"/>
            <a:ext cx="2200680" cy="10440"/>
          </a:xfrm>
          <a:custGeom>
            <a:avLst/>
            <a:gdLst/>
            <a:ahLst/>
            <a:rect l="0" t="0" r="r" b="b"/>
            <a:pathLst>
              <a:path w="6113" h="29">
                <a:moveTo>
                  <a:pt x="0" y="0"/>
                </a:moveTo>
                <a:lnTo>
                  <a:pt x="6113" y="0"/>
                </a:lnTo>
                <a:lnTo>
                  <a:pt x="6113"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9" name=""/>
          <p:cNvSpPr/>
          <p:nvPr/>
        </p:nvSpPr>
        <p:spPr>
          <a:xfrm>
            <a:off x="2733480" y="5124240"/>
            <a:ext cx="1562400" cy="10440"/>
          </a:xfrm>
          <a:custGeom>
            <a:avLst/>
            <a:gdLst/>
            <a:ahLst/>
            <a:rect l="0" t="0" r="r" b="b"/>
            <a:pathLst>
              <a:path w="4340" h="29">
                <a:moveTo>
                  <a:pt x="0" y="0"/>
                </a:moveTo>
                <a:lnTo>
                  <a:pt x="4340" y="0"/>
                </a:lnTo>
                <a:lnTo>
                  <a:pt x="4340"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0" name=""/>
          <p:cNvSpPr/>
          <p:nvPr/>
        </p:nvSpPr>
        <p:spPr>
          <a:xfrm>
            <a:off x="4295520" y="5124240"/>
            <a:ext cx="1657800" cy="10440"/>
          </a:xfrm>
          <a:custGeom>
            <a:avLst/>
            <a:gdLst/>
            <a:ahLst/>
            <a:rect l="0" t="0" r="r" b="b"/>
            <a:pathLst>
              <a:path w="4605" h="29">
                <a:moveTo>
                  <a:pt x="0" y="0"/>
                </a:moveTo>
                <a:lnTo>
                  <a:pt x="4605" y="0"/>
                </a:lnTo>
                <a:lnTo>
                  <a:pt x="4605"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1" name=""/>
          <p:cNvSpPr/>
          <p:nvPr/>
        </p:nvSpPr>
        <p:spPr>
          <a:xfrm>
            <a:off x="53316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2" name=""/>
          <p:cNvSpPr/>
          <p:nvPr/>
        </p:nvSpPr>
        <p:spPr>
          <a:xfrm>
            <a:off x="272412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3" name=""/>
          <p:cNvSpPr/>
          <p:nvPr/>
        </p:nvSpPr>
        <p:spPr>
          <a:xfrm>
            <a:off x="428616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4" name=""/>
          <p:cNvSpPr/>
          <p:nvPr/>
        </p:nvSpPr>
        <p:spPr>
          <a:xfrm>
            <a:off x="594324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5" name=""/>
          <p:cNvSpPr/>
          <p:nvPr/>
        </p:nvSpPr>
        <p:spPr>
          <a:xfrm>
            <a:off x="533160" y="5514840"/>
            <a:ext cx="10080" cy="355680"/>
          </a:xfrm>
          <a:custGeom>
            <a:avLst/>
            <a:gdLst/>
            <a:ahLst/>
            <a:rect l="0" t="0" r="r" b="b"/>
            <a:pathLst>
              <a:path w="28" h="988">
                <a:moveTo>
                  <a:pt x="12" y="960"/>
                </a:moveTo>
                <a:cubicBezTo>
                  <a:pt x="4" y="941"/>
                  <a:pt x="0" y="921"/>
                  <a:pt x="0" y="899"/>
                </a:cubicBezTo>
                <a:lnTo>
                  <a:pt x="0" y="0"/>
                </a:lnTo>
                <a:lnTo>
                  <a:pt x="28" y="0"/>
                </a:lnTo>
                <a:lnTo>
                  <a:pt x="28" y="988"/>
                </a:lnTo>
                <a:cubicBezTo>
                  <a:pt x="22" y="980"/>
                  <a:pt x="17" y="971"/>
                  <a:pt x="12" y="960"/>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6" name=""/>
          <p:cNvSpPr/>
          <p:nvPr/>
        </p:nvSpPr>
        <p:spPr>
          <a:xfrm>
            <a:off x="533160" y="550512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7" name=""/>
          <p:cNvSpPr/>
          <p:nvPr/>
        </p:nvSpPr>
        <p:spPr>
          <a:xfrm>
            <a:off x="272412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8" name=""/>
          <p:cNvSpPr/>
          <p:nvPr/>
        </p:nvSpPr>
        <p:spPr>
          <a:xfrm>
            <a:off x="2733480" y="550512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9" name=""/>
          <p:cNvSpPr/>
          <p:nvPr/>
        </p:nvSpPr>
        <p:spPr>
          <a:xfrm>
            <a:off x="428616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0" name=""/>
          <p:cNvSpPr/>
          <p:nvPr/>
        </p:nvSpPr>
        <p:spPr>
          <a:xfrm>
            <a:off x="4295520" y="55051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1" name=""/>
          <p:cNvSpPr/>
          <p:nvPr/>
        </p:nvSpPr>
        <p:spPr>
          <a:xfrm>
            <a:off x="5943240" y="55148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2" name=""/>
          <p:cNvSpPr/>
          <p:nvPr/>
        </p:nvSpPr>
        <p:spPr>
          <a:xfrm>
            <a:off x="558720" y="588636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3" name=""/>
          <p:cNvSpPr/>
          <p:nvPr/>
        </p:nvSpPr>
        <p:spPr>
          <a:xfrm>
            <a:off x="2733480" y="588636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4" name=""/>
          <p:cNvSpPr/>
          <p:nvPr/>
        </p:nvSpPr>
        <p:spPr>
          <a:xfrm>
            <a:off x="4295520" y="588636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5" name=""/>
          <p:cNvSpPr txBox="1"/>
          <p:nvPr/>
        </p:nvSpPr>
        <p:spPr>
          <a:xfrm>
            <a:off x="72396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4606" name=""/>
          <p:cNvSpPr txBox="1"/>
          <p:nvPr/>
        </p:nvSpPr>
        <p:spPr>
          <a:xfrm>
            <a:off x="172656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4607" name=""/>
          <p:cNvSpPr txBox="1"/>
          <p:nvPr/>
        </p:nvSpPr>
        <p:spPr>
          <a:xfrm>
            <a:off x="2088360" y="156132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4608" name=""/>
          <p:cNvSpPr txBox="1"/>
          <p:nvPr/>
        </p:nvSpPr>
        <p:spPr>
          <a:xfrm>
            <a:off x="2383920" y="156960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4609" name=""/>
          <p:cNvSpPr txBox="1"/>
          <p:nvPr/>
        </p:nvSpPr>
        <p:spPr>
          <a:xfrm>
            <a:off x="292680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4610" name=""/>
          <p:cNvSpPr txBox="1"/>
          <p:nvPr/>
        </p:nvSpPr>
        <p:spPr>
          <a:xfrm>
            <a:off x="392940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4611" name=""/>
          <p:cNvSpPr txBox="1"/>
          <p:nvPr/>
        </p:nvSpPr>
        <p:spPr>
          <a:xfrm>
            <a:off x="4291200" y="156132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4612" name=""/>
          <p:cNvSpPr txBox="1"/>
          <p:nvPr/>
        </p:nvSpPr>
        <p:spPr>
          <a:xfrm>
            <a:off x="4697280" y="156960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4613" name=""/>
          <p:cNvSpPr txBox="1"/>
          <p:nvPr/>
        </p:nvSpPr>
        <p:spPr>
          <a:xfrm>
            <a:off x="666720" y="214992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4614" name=""/>
          <p:cNvSpPr txBox="1"/>
          <p:nvPr/>
        </p:nvSpPr>
        <p:spPr>
          <a:xfrm>
            <a:off x="1609560" y="21420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4615" name=""/>
          <p:cNvSpPr txBox="1"/>
          <p:nvPr/>
        </p:nvSpPr>
        <p:spPr>
          <a:xfrm>
            <a:off x="17942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16" name=""/>
          <p:cNvSpPr txBox="1"/>
          <p:nvPr/>
        </p:nvSpPr>
        <p:spPr>
          <a:xfrm>
            <a:off x="196560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17" name=""/>
          <p:cNvSpPr txBox="1"/>
          <p:nvPr/>
        </p:nvSpPr>
        <p:spPr>
          <a:xfrm>
            <a:off x="231516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4618" name=""/>
          <p:cNvSpPr txBox="1"/>
          <p:nvPr/>
        </p:nvSpPr>
        <p:spPr>
          <a:xfrm>
            <a:off x="4622760" y="21420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4619" name=""/>
          <p:cNvSpPr txBox="1"/>
          <p:nvPr/>
        </p:nvSpPr>
        <p:spPr>
          <a:xfrm>
            <a:off x="49118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20" name=""/>
          <p:cNvSpPr txBox="1"/>
          <p:nvPr/>
        </p:nvSpPr>
        <p:spPr>
          <a:xfrm>
            <a:off x="508356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21" name=""/>
          <p:cNvSpPr txBox="1"/>
          <p:nvPr/>
        </p:nvSpPr>
        <p:spPr>
          <a:xfrm>
            <a:off x="543312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4622" name=""/>
          <p:cNvSpPr txBox="1"/>
          <p:nvPr/>
        </p:nvSpPr>
        <p:spPr>
          <a:xfrm>
            <a:off x="66672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4623" name=""/>
          <p:cNvSpPr txBox="1"/>
          <p:nvPr/>
        </p:nvSpPr>
        <p:spPr>
          <a:xfrm>
            <a:off x="16095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24" name=""/>
          <p:cNvSpPr txBox="1"/>
          <p:nvPr/>
        </p:nvSpPr>
        <p:spPr>
          <a:xfrm>
            <a:off x="196848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25" name=""/>
          <p:cNvSpPr txBox="1"/>
          <p:nvPr/>
        </p:nvSpPr>
        <p:spPr>
          <a:xfrm>
            <a:off x="21398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26" name=""/>
          <p:cNvSpPr txBox="1"/>
          <p:nvPr/>
        </p:nvSpPr>
        <p:spPr>
          <a:xfrm>
            <a:off x="255564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4627" name=""/>
          <p:cNvSpPr txBox="1"/>
          <p:nvPr/>
        </p:nvSpPr>
        <p:spPr>
          <a:xfrm>
            <a:off x="3241440" y="252288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28" name=""/>
          <p:cNvSpPr txBox="1"/>
          <p:nvPr/>
        </p:nvSpPr>
        <p:spPr>
          <a:xfrm>
            <a:off x="358416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29" name=""/>
          <p:cNvSpPr txBox="1"/>
          <p:nvPr/>
        </p:nvSpPr>
        <p:spPr>
          <a:xfrm>
            <a:off x="37558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4630" name=""/>
          <p:cNvSpPr txBox="1"/>
          <p:nvPr/>
        </p:nvSpPr>
        <p:spPr>
          <a:xfrm>
            <a:off x="385092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631" name=""/>
          <p:cNvSpPr txBox="1"/>
          <p:nvPr/>
        </p:nvSpPr>
        <p:spPr>
          <a:xfrm>
            <a:off x="46227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32" name=""/>
          <p:cNvSpPr txBox="1"/>
          <p:nvPr/>
        </p:nvSpPr>
        <p:spPr>
          <a:xfrm>
            <a:off x="498132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33" name=""/>
          <p:cNvSpPr txBox="1"/>
          <p:nvPr/>
        </p:nvSpPr>
        <p:spPr>
          <a:xfrm>
            <a:off x="51530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34" name=""/>
          <p:cNvSpPr txBox="1"/>
          <p:nvPr/>
        </p:nvSpPr>
        <p:spPr>
          <a:xfrm>
            <a:off x="556848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4635" name=""/>
          <p:cNvSpPr txBox="1"/>
          <p:nvPr/>
        </p:nvSpPr>
        <p:spPr>
          <a:xfrm>
            <a:off x="62542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4636" name=""/>
          <p:cNvSpPr txBox="1"/>
          <p:nvPr/>
        </p:nvSpPr>
        <p:spPr>
          <a:xfrm>
            <a:off x="634968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637" name=""/>
          <p:cNvSpPr txBox="1"/>
          <p:nvPr/>
        </p:nvSpPr>
        <p:spPr>
          <a:xfrm>
            <a:off x="666720" y="2903760"/>
            <a:ext cx="639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4638" name=""/>
          <p:cNvSpPr txBox="1"/>
          <p:nvPr/>
        </p:nvSpPr>
        <p:spPr>
          <a:xfrm>
            <a:off x="1609560" y="290376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4639" name=""/>
          <p:cNvSpPr txBox="1"/>
          <p:nvPr/>
        </p:nvSpPr>
        <p:spPr>
          <a:xfrm>
            <a:off x="2416680" y="2912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40" name=""/>
          <p:cNvSpPr txBox="1"/>
          <p:nvPr/>
        </p:nvSpPr>
        <p:spPr>
          <a:xfrm>
            <a:off x="4622760" y="2903760"/>
            <a:ext cx="778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4641" name=""/>
          <p:cNvSpPr txBox="1"/>
          <p:nvPr/>
        </p:nvSpPr>
        <p:spPr>
          <a:xfrm>
            <a:off x="5404320" y="29120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42" name=""/>
          <p:cNvSpPr/>
          <p:nvPr/>
        </p:nvSpPr>
        <p:spPr>
          <a:xfrm>
            <a:off x="1609560" y="3314520"/>
            <a:ext cx="1581480" cy="190800"/>
          </a:xfrm>
          <a:custGeom>
            <a:avLst/>
            <a:gdLst/>
            <a:ahLst/>
            <a:rect l="0" t="0" r="r" b="b"/>
            <a:pathLst>
              <a:path w="4393" h="530">
                <a:moveTo>
                  <a:pt x="0" y="451"/>
                </a:moveTo>
                <a:lnTo>
                  <a:pt x="0" y="80"/>
                </a:lnTo>
                <a:cubicBezTo>
                  <a:pt x="0" y="70"/>
                  <a:pt x="2" y="60"/>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60"/>
                  <a:pt x="4393" y="70"/>
                  <a:pt x="4393" y="80"/>
                </a:cubicBezTo>
                <a:lnTo>
                  <a:pt x="4393" y="451"/>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3" name=""/>
          <p:cNvSpPr txBox="1"/>
          <p:nvPr/>
        </p:nvSpPr>
        <p:spPr>
          <a:xfrm>
            <a:off x="666720" y="33022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4644" name=""/>
          <p:cNvSpPr/>
          <p:nvPr/>
        </p:nvSpPr>
        <p:spPr>
          <a:xfrm>
            <a:off x="4619520" y="3314520"/>
            <a:ext cx="2200680" cy="190800"/>
          </a:xfrm>
          <a:custGeom>
            <a:avLst/>
            <a:gdLst/>
            <a:ahLst/>
            <a:rect l="0" t="0" r="r" b="b"/>
            <a:pathLst>
              <a:path w="6113" h="530">
                <a:moveTo>
                  <a:pt x="0" y="451"/>
                </a:moveTo>
                <a:lnTo>
                  <a:pt x="0" y="80"/>
                </a:lnTo>
                <a:cubicBezTo>
                  <a:pt x="0" y="70"/>
                  <a:pt x="2" y="60"/>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60"/>
                  <a:pt x="6113" y="70"/>
                  <a:pt x="6113" y="80"/>
                </a:cubicBezTo>
                <a:lnTo>
                  <a:pt x="6113" y="451"/>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5" name=""/>
          <p:cNvSpPr txBox="1"/>
          <p:nvPr/>
        </p:nvSpPr>
        <p:spPr>
          <a:xfrm>
            <a:off x="1657440" y="332676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4646" name=""/>
          <p:cNvSpPr txBox="1"/>
          <p:nvPr/>
        </p:nvSpPr>
        <p:spPr>
          <a:xfrm>
            <a:off x="4670280" y="332676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4647" name=""/>
          <p:cNvSpPr txBox="1"/>
          <p:nvPr/>
        </p:nvSpPr>
        <p:spPr>
          <a:xfrm>
            <a:off x="533520" y="377100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4648" name=""/>
          <p:cNvSpPr txBox="1"/>
          <p:nvPr/>
        </p:nvSpPr>
        <p:spPr>
          <a:xfrm>
            <a:off x="1866960" y="376200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4649" name=""/>
          <p:cNvSpPr txBox="1"/>
          <p:nvPr/>
        </p:nvSpPr>
        <p:spPr>
          <a:xfrm>
            <a:off x="2406600" y="3771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4650" name=""/>
          <p:cNvSpPr txBox="1"/>
          <p:nvPr/>
        </p:nvSpPr>
        <p:spPr>
          <a:xfrm>
            <a:off x="533520" y="4047840"/>
            <a:ext cx="1326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4651" name=""/>
          <p:cNvSpPr txBox="1"/>
          <p:nvPr/>
        </p:nvSpPr>
        <p:spPr>
          <a:xfrm>
            <a:off x="1859400" y="40568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4652" name=""/>
          <p:cNvSpPr txBox="1"/>
          <p:nvPr/>
        </p:nvSpPr>
        <p:spPr>
          <a:xfrm>
            <a:off x="3183480" y="4047840"/>
            <a:ext cx="254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4653" name=""/>
          <p:cNvSpPr txBox="1"/>
          <p:nvPr/>
        </p:nvSpPr>
        <p:spPr>
          <a:xfrm>
            <a:off x="3437640" y="405684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4654" name=""/>
          <p:cNvSpPr txBox="1"/>
          <p:nvPr/>
        </p:nvSpPr>
        <p:spPr>
          <a:xfrm>
            <a:off x="533520" y="43423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4655" name=""/>
          <p:cNvSpPr txBox="1"/>
          <p:nvPr/>
        </p:nvSpPr>
        <p:spPr>
          <a:xfrm>
            <a:off x="6667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4656" name=""/>
          <p:cNvSpPr txBox="1"/>
          <p:nvPr/>
        </p:nvSpPr>
        <p:spPr>
          <a:xfrm>
            <a:off x="2855880" y="483732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4657" name=""/>
          <p:cNvSpPr txBox="1"/>
          <p:nvPr/>
        </p:nvSpPr>
        <p:spPr>
          <a:xfrm>
            <a:off x="347220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4658" name=""/>
          <p:cNvSpPr txBox="1"/>
          <p:nvPr/>
        </p:nvSpPr>
        <p:spPr>
          <a:xfrm>
            <a:off x="4415040" y="483732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4659" name=""/>
          <p:cNvSpPr txBox="1"/>
          <p:nvPr/>
        </p:nvSpPr>
        <p:spPr>
          <a:xfrm>
            <a:off x="51361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4660" name=""/>
          <p:cNvSpPr txBox="1"/>
          <p:nvPr/>
        </p:nvSpPr>
        <p:spPr>
          <a:xfrm>
            <a:off x="666720" y="52264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4661" name=""/>
          <p:cNvSpPr txBox="1"/>
          <p:nvPr/>
        </p:nvSpPr>
        <p:spPr>
          <a:xfrm>
            <a:off x="1352520" y="521856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62" name=""/>
          <p:cNvSpPr txBox="1"/>
          <p:nvPr/>
        </p:nvSpPr>
        <p:spPr>
          <a:xfrm>
            <a:off x="1695600" y="5226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4663" name=""/>
          <p:cNvSpPr txBox="1"/>
          <p:nvPr/>
        </p:nvSpPr>
        <p:spPr>
          <a:xfrm>
            <a:off x="2038320" y="521856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4664" name=""/>
          <p:cNvSpPr txBox="1"/>
          <p:nvPr/>
        </p:nvSpPr>
        <p:spPr>
          <a:xfrm>
            <a:off x="2427120" y="5226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65" name=""/>
          <p:cNvSpPr txBox="1"/>
          <p:nvPr/>
        </p:nvSpPr>
        <p:spPr>
          <a:xfrm>
            <a:off x="2855880" y="52185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4666" name=""/>
          <p:cNvSpPr txBox="1"/>
          <p:nvPr/>
        </p:nvSpPr>
        <p:spPr>
          <a:xfrm>
            <a:off x="4415040" y="52185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4667" name=""/>
          <p:cNvSpPr txBox="1"/>
          <p:nvPr/>
        </p:nvSpPr>
        <p:spPr>
          <a:xfrm>
            <a:off x="666720" y="560736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4668" name=""/>
          <p:cNvSpPr txBox="1"/>
          <p:nvPr/>
        </p:nvSpPr>
        <p:spPr>
          <a:xfrm>
            <a:off x="1352520" y="55994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69" name=""/>
          <p:cNvSpPr txBox="1"/>
          <p:nvPr/>
        </p:nvSpPr>
        <p:spPr>
          <a:xfrm>
            <a:off x="1695600" y="5607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4670" name=""/>
          <p:cNvSpPr txBox="1"/>
          <p:nvPr/>
        </p:nvSpPr>
        <p:spPr>
          <a:xfrm>
            <a:off x="2038320" y="559944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4671" name=""/>
          <p:cNvSpPr txBox="1"/>
          <p:nvPr/>
        </p:nvSpPr>
        <p:spPr>
          <a:xfrm>
            <a:off x="2427120" y="5607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72" name=""/>
          <p:cNvSpPr txBox="1"/>
          <p:nvPr/>
        </p:nvSpPr>
        <p:spPr>
          <a:xfrm>
            <a:off x="2855880" y="559944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4673" name=""/>
          <p:cNvSpPr txBox="1"/>
          <p:nvPr/>
        </p:nvSpPr>
        <p:spPr>
          <a:xfrm>
            <a:off x="4415040" y="5599440"/>
            <a:ext cx="721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4674" name=""/>
          <p:cNvSpPr txBox="1"/>
          <p:nvPr/>
        </p:nvSpPr>
        <p:spPr>
          <a:xfrm>
            <a:off x="8097480" y="135972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4675" name=""/>
          <p:cNvPicPr/>
          <p:nvPr/>
        </p:nvPicPr>
        <p:blipFill>
          <a:blip r:embed="rId2"/>
          <a:stretch/>
        </p:blipFill>
        <p:spPr>
          <a:xfrm>
            <a:off x="7296120" y="1733400"/>
            <a:ext cx="4362120" cy="1361880"/>
          </a:xfrm>
          <a:prstGeom prst="rect">
            <a:avLst/>
          </a:prstGeom>
          <a:noFill/>
          <a:ln w="0">
            <a:noFill/>
          </a:ln>
        </p:spPr>
      </p:pic>
      <p:sp>
        <p:nvSpPr>
          <p:cNvPr id="4676" name=""/>
          <p:cNvSpPr txBox="1"/>
          <p:nvPr/>
        </p:nvSpPr>
        <p:spPr>
          <a:xfrm>
            <a:off x="8422200" y="136692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4677" name=""/>
          <p:cNvSpPr txBox="1"/>
          <p:nvPr/>
        </p:nvSpPr>
        <p:spPr>
          <a:xfrm>
            <a:off x="8180640" y="338868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4678" name=""/>
          <p:cNvPicPr/>
          <p:nvPr/>
        </p:nvPicPr>
        <p:blipFill>
          <a:blip r:embed="rId3"/>
          <a:stretch/>
        </p:blipFill>
        <p:spPr>
          <a:xfrm>
            <a:off x="7296120" y="3762360"/>
            <a:ext cx="4362120" cy="1342800"/>
          </a:xfrm>
          <a:prstGeom prst="rect">
            <a:avLst/>
          </a:prstGeom>
          <a:noFill/>
          <a:ln w="0">
            <a:noFill/>
          </a:ln>
        </p:spPr>
      </p:pic>
      <p:sp>
        <p:nvSpPr>
          <p:cNvPr id="4679" name=""/>
          <p:cNvSpPr txBox="1"/>
          <p:nvPr/>
        </p:nvSpPr>
        <p:spPr>
          <a:xfrm>
            <a:off x="8491680" y="339588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4680" name=""/>
          <p:cNvSpPr txBox="1"/>
          <p:nvPr/>
        </p:nvSpPr>
        <p:spPr>
          <a:xfrm>
            <a:off x="723960" y="6313320"/>
            <a:ext cx="108820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4681" name=""/>
          <p:cNvSpPr txBox="1"/>
          <p:nvPr/>
        </p:nvSpPr>
        <p:spPr>
          <a:xfrm>
            <a:off x="723960" y="658008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4682" name=""/>
          <p:cNvSpPr txBox="1"/>
          <p:nvPr/>
        </p:nvSpPr>
        <p:spPr>
          <a:xfrm>
            <a:off x="5335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現⾏モデル（</a:t>
            </a:r>
            <a:endParaRPr lang="en-US" sz="3150" b="0" u="none" strike="noStrike">
              <a:solidFill>
                <a:srgbClr val="000000"/>
              </a:solidFill>
              <a:effectLst/>
              <a:uFillTx/>
              <a:latin typeface="游明朝体"/>
            </a:endParaRPr>
          </a:p>
        </p:txBody>
      </p:sp>
      <p:sp>
        <p:nvSpPr>
          <p:cNvPr id="4683" name=""/>
          <p:cNvSpPr txBox="1"/>
          <p:nvPr/>
        </p:nvSpPr>
        <p:spPr>
          <a:xfrm>
            <a:off x="2913840" y="476280"/>
            <a:ext cx="1585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v3 / v3b </a:t>
            </a:r>
            <a:endParaRPr lang="en-US" sz="3150" b="0" u="none" strike="noStrike">
              <a:solidFill>
                <a:srgbClr val="000000"/>
              </a:solidFill>
              <a:effectLst/>
              <a:uFillTx/>
              <a:latin typeface="游明朝体"/>
            </a:endParaRPr>
          </a:p>
        </p:txBody>
      </p:sp>
      <p:sp>
        <p:nvSpPr>
          <p:cNvPr id="4684"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5"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6"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7"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8"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9"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0"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1"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2"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3"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4"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5"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6"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7"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8"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9"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0"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1"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2"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3"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4"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5"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6"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7"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8"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9"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0"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1"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2"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3"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4"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5"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6"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7"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8"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9"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0"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1"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2"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3"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4"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5"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6"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7"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8"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9"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0"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1"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2"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3"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4"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5"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6"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7"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8"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9"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0"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1"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2"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3"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4"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5"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6"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7"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8"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9"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0"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1"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2"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3"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4"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5"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6"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7"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8"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9"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0"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1"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2"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3"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4"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5"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6"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7"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8"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9"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0"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1"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2"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3"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4"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5"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6"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7"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8"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9"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0"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1"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2"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3"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4"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5"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6"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7"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8"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9"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0"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1"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2"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3"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4"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5"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6"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7"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8"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9"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0"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1"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2"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3"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4"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5"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6"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7"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8"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9"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0"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1"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2"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3"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4"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5"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6"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7"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8"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9"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0"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1"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2"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3"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4"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5"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6"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7"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8"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9"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0"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1"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2"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3"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4"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5"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6"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7"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8"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9"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0"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1"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2"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3"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4"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5"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6"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7"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8"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9"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0"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1"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2"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3"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4"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5"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6"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7"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8"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9"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0"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1"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2"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3"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4"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5"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6"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7"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8"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9"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0"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1"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2"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3"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4"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5"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6" name=""/>
          <p:cNvSpPr txBox="1"/>
          <p:nvPr/>
        </p:nvSpPr>
        <p:spPr>
          <a:xfrm>
            <a:off x="450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並⾏稼働）</a:t>
            </a:r>
            <a:endParaRPr lang="en-US" sz="3150" b="0" u="none" strike="noStrike">
              <a:solidFill>
                <a:srgbClr val="000000"/>
              </a:solidFill>
              <a:effectLst/>
              <a:uFillTx/>
              <a:latin typeface="游明朝体"/>
            </a:endParaRPr>
          </a:p>
        </p:txBody>
      </p:sp>
      <p:sp>
        <p:nvSpPr>
          <p:cNvPr id="487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7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8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81"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2"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3"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4"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5"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6"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7"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8"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9"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0"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1"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2"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3"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4"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5"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6"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7"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8"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9"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0"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1"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2"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3"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4"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5"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6"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7"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8"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9"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0"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1"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2"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3"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4"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5"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6"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7"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8"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9"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0"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1"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2"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3"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4"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5"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6"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7"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8"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9"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0"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1"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2"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3"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4"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5"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6"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7"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8"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9"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0"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1"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2"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3"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4"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5"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6"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7"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8"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9"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0"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1"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2"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3"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4"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5"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6"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7"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8"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9"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0"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1"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2"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3"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4"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5"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6"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7"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8"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9"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0"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1"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2"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3"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4"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5"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6"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7"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8"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9"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0"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1"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2"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3"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4"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5"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6"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7"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8"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9"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0"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1"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2"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3"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4"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5"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6"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7"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8"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9"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0"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1"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2"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3"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4"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5"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6"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7"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8"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9"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0"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1"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2"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3"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4"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5"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6"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7"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8"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9"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0"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1"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2"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3"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4"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5"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6"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7"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8"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9"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0"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1"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2"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3"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4"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5"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6"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7"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8"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9"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0"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1"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2"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3"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4"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5"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6"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7"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8"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9"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0"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1"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2"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3"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4"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5"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6"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7"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8"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9"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0"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1"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2"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3"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4"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5"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6"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7"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8"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9"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0"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1"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2"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3" name=""/>
          <p:cNvSpPr txBox="1"/>
          <p:nvPr/>
        </p:nvSpPr>
        <p:spPr>
          <a:xfrm>
            <a:off x="533520" y="3171600"/>
            <a:ext cx="439272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バイブコーディングとは</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7" name=""/>
          <p:cNvSpPr/>
          <p:nvPr/>
        </p:nvSpPr>
        <p:spPr>
          <a:xfrm>
            <a:off x="552240" y="2819160"/>
            <a:ext cx="11106360" cy="1229040"/>
          </a:xfrm>
          <a:custGeom>
            <a:avLst/>
            <a:gdLst/>
            <a:ahLst/>
            <a:rect l="0" t="0" r="r" b="b"/>
            <a:pathLst>
              <a:path w="30851" h="3414">
                <a:moveTo>
                  <a:pt x="0" y="3308"/>
                </a:moveTo>
                <a:lnTo>
                  <a:pt x="0" y="106"/>
                </a:lnTo>
                <a:cubicBezTo>
                  <a:pt x="0" y="92"/>
                  <a:pt x="1" y="78"/>
                  <a:pt x="4" y="65"/>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5"/>
                </a:cubicBezTo>
                <a:cubicBezTo>
                  <a:pt x="30849" y="78"/>
                  <a:pt x="30851" y="92"/>
                  <a:pt x="30851" y="106"/>
                </a:cubicBezTo>
                <a:lnTo>
                  <a:pt x="30851" y="3308"/>
                </a:lnTo>
                <a:cubicBezTo>
                  <a:pt x="30851" y="3322"/>
                  <a:pt x="30849" y="3336"/>
                  <a:pt x="30843" y="3349"/>
                </a:cubicBezTo>
                <a:cubicBezTo>
                  <a:pt x="30838" y="3362"/>
                  <a:pt x="30830" y="3373"/>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3"/>
                  <a:pt x="7" y="3362"/>
                  <a:pt x="4" y="3349"/>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8" name=""/>
          <p:cNvSpPr/>
          <p:nvPr/>
        </p:nvSpPr>
        <p:spPr>
          <a:xfrm>
            <a:off x="533160" y="281916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5079" name=""/>
          <p:cNvPicPr/>
          <p:nvPr/>
        </p:nvPicPr>
        <p:blipFill>
          <a:blip r:embed="rId1"/>
          <a:stretch/>
        </p:blipFill>
        <p:spPr>
          <a:xfrm>
            <a:off x="546120" y="5143680"/>
            <a:ext cx="11112120" cy="1002960"/>
          </a:xfrm>
          <a:prstGeom prst="rect">
            <a:avLst/>
          </a:prstGeom>
          <a:noFill/>
          <a:ln w="0">
            <a:noFill/>
          </a:ln>
        </p:spPr>
      </p:pic>
      <p:pic>
        <p:nvPicPr>
          <p:cNvPr id="5080" name=""/>
          <p:cNvPicPr/>
          <p:nvPr/>
        </p:nvPicPr>
        <p:blipFill>
          <a:blip r:embed="rId2"/>
          <a:stretch/>
        </p:blipFill>
        <p:spPr>
          <a:xfrm>
            <a:off x="546120" y="6146640"/>
            <a:ext cx="11112120" cy="0"/>
          </a:xfrm>
          <a:prstGeom prst="rect">
            <a:avLst/>
          </a:prstGeom>
          <a:noFill/>
          <a:ln w="0">
            <a:noFill/>
          </a:ln>
        </p:spPr>
      </p:pic>
      <p:sp>
        <p:nvSpPr>
          <p:cNvPr id="5081" name=""/>
          <p:cNvSpPr/>
          <p:nvPr/>
        </p:nvSpPr>
        <p:spPr>
          <a:xfrm>
            <a:off x="533160" y="5143320"/>
            <a:ext cx="38520" cy="1000440"/>
          </a:xfrm>
          <a:custGeom>
            <a:avLst/>
            <a:gdLst/>
            <a:ahLst/>
            <a:rect l="0" t="0" r="r" b="b"/>
            <a:pathLst>
              <a:path w="107" h="2779">
                <a:moveTo>
                  <a:pt x="0" y="0"/>
                </a:moveTo>
                <a:lnTo>
                  <a:pt x="107" y="0"/>
                </a:lnTo>
                <a:lnTo>
                  <a:pt x="107" y="2779"/>
                </a:lnTo>
                <a:lnTo>
                  <a:pt x="0" y="277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2" name=""/>
          <p:cNvSpPr/>
          <p:nvPr/>
        </p:nvSpPr>
        <p:spPr>
          <a:xfrm>
            <a:off x="618840" y="1704960"/>
            <a:ext cx="57600" cy="57240"/>
          </a:xfrm>
          <a:custGeom>
            <a:avLst/>
            <a:gdLst/>
            <a:ahLst/>
            <a:rect l="0" t="0" r="r" b="b"/>
            <a:pathLst>
              <a:path w="160" h="159">
                <a:moveTo>
                  <a:pt x="160" y="79"/>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3" name=""/>
          <p:cNvSpPr txBox="1"/>
          <p:nvPr/>
        </p:nvSpPr>
        <p:spPr>
          <a:xfrm>
            <a:off x="799920" y="1609200"/>
            <a:ext cx="424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5084" name=""/>
          <p:cNvSpPr txBox="1"/>
          <p:nvPr/>
        </p:nvSpPr>
        <p:spPr>
          <a:xfrm>
            <a:off x="1223640" y="1618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5085" name=""/>
          <p:cNvSpPr txBox="1"/>
          <p:nvPr/>
        </p:nvSpPr>
        <p:spPr>
          <a:xfrm>
            <a:off x="141444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5086" name=""/>
          <p:cNvSpPr txBox="1"/>
          <p:nvPr/>
        </p:nvSpPr>
        <p:spPr>
          <a:xfrm>
            <a:off x="1520280" y="1618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87" name=""/>
          <p:cNvSpPr txBox="1"/>
          <p:nvPr/>
        </p:nvSpPr>
        <p:spPr>
          <a:xfrm>
            <a:off x="190116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088" name=""/>
          <p:cNvSpPr txBox="1"/>
          <p:nvPr/>
        </p:nvSpPr>
        <p:spPr>
          <a:xfrm>
            <a:off x="2073960" y="1618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5089" name=""/>
          <p:cNvSpPr txBox="1"/>
          <p:nvPr/>
        </p:nvSpPr>
        <p:spPr>
          <a:xfrm>
            <a:off x="5306760" y="1609200"/>
            <a:ext cx="677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5090" name=""/>
          <p:cNvSpPr txBox="1"/>
          <p:nvPr/>
        </p:nvSpPr>
        <p:spPr>
          <a:xfrm>
            <a:off x="5962680" y="16182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5091" name=""/>
          <p:cNvSpPr txBox="1"/>
          <p:nvPr/>
        </p:nvSpPr>
        <p:spPr>
          <a:xfrm>
            <a:off x="6724800" y="1609200"/>
            <a:ext cx="63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5092" name=""/>
          <p:cNvSpPr txBox="1"/>
          <p:nvPr/>
        </p:nvSpPr>
        <p:spPr>
          <a:xfrm>
            <a:off x="7363440" y="16182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5093" name=""/>
          <p:cNvSpPr txBox="1"/>
          <p:nvPr/>
        </p:nvSpPr>
        <p:spPr>
          <a:xfrm>
            <a:off x="869724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5094" name=""/>
          <p:cNvSpPr/>
          <p:nvPr/>
        </p:nvSpPr>
        <p:spPr>
          <a:xfrm>
            <a:off x="618840" y="2095200"/>
            <a:ext cx="57600" cy="57600"/>
          </a:xfrm>
          <a:custGeom>
            <a:avLst/>
            <a:gdLst/>
            <a:ahLst/>
            <a:rect l="0" t="0" r="r" b="b"/>
            <a:pathLst>
              <a:path w="160" h="160">
                <a:moveTo>
                  <a:pt x="160" y="80"/>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95" name=""/>
          <p:cNvSpPr txBox="1"/>
          <p:nvPr/>
        </p:nvSpPr>
        <p:spPr>
          <a:xfrm>
            <a:off x="8813520" y="16182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5096" name=""/>
          <p:cNvSpPr txBox="1"/>
          <p:nvPr/>
        </p:nvSpPr>
        <p:spPr>
          <a:xfrm>
            <a:off x="799920" y="200880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5097" name=""/>
          <p:cNvSpPr txBox="1"/>
          <p:nvPr/>
        </p:nvSpPr>
        <p:spPr>
          <a:xfrm>
            <a:off x="6015960" y="1999800"/>
            <a:ext cx="353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5098" name=""/>
          <p:cNvSpPr txBox="1"/>
          <p:nvPr/>
        </p:nvSpPr>
        <p:spPr>
          <a:xfrm>
            <a:off x="6368760" y="200880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5099" name=""/>
          <p:cNvSpPr txBox="1"/>
          <p:nvPr/>
        </p:nvSpPr>
        <p:spPr>
          <a:xfrm>
            <a:off x="799920" y="23518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5100" name=""/>
          <p:cNvSpPr txBox="1"/>
          <p:nvPr/>
        </p:nvSpPr>
        <p:spPr>
          <a:xfrm>
            <a:off x="762120" y="2999160"/>
            <a:ext cx="10600920" cy="20304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71326"/>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5101" name=""/>
          <p:cNvSpPr txBox="1"/>
          <p:nvPr/>
        </p:nvSpPr>
        <p:spPr>
          <a:xfrm>
            <a:off x="762120" y="3256200"/>
            <a:ext cx="46314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5102" name=""/>
          <p:cNvSpPr/>
          <p:nvPr/>
        </p:nvSpPr>
        <p:spPr>
          <a:xfrm>
            <a:off x="618840" y="4400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3" name=""/>
          <p:cNvSpPr txBox="1"/>
          <p:nvPr/>
        </p:nvSpPr>
        <p:spPr>
          <a:xfrm>
            <a:off x="762120" y="3513600"/>
            <a:ext cx="22676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5104" name=""/>
          <p:cNvSpPr/>
          <p:nvPr/>
        </p:nvSpPr>
        <p:spPr>
          <a:xfrm>
            <a:off x="618840" y="4800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6"/>
                  <a:pt x="40" y="11"/>
                  <a:pt x="49" y="7"/>
                </a:cubicBezTo>
                <a:cubicBezTo>
                  <a:pt x="59" y="3"/>
                  <a:pt x="69" y="0"/>
                  <a:pt x="80" y="0"/>
                </a:cubicBezTo>
                <a:cubicBezTo>
                  <a:pt x="90" y="0"/>
                  <a:pt x="101" y="3"/>
                  <a:pt x="111" y="7"/>
                </a:cubicBezTo>
                <a:cubicBezTo>
                  <a:pt x="121" y="11"/>
                  <a:pt x="129" y="16"/>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5" name=""/>
          <p:cNvSpPr txBox="1"/>
          <p:nvPr/>
        </p:nvSpPr>
        <p:spPr>
          <a:xfrm>
            <a:off x="799920" y="4313880"/>
            <a:ext cx="104785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提唱者本⼈が「</a:t>
            </a:r>
            <a:r>
              <a:rPr lang="ja-JP" sz="1500" b="1" u="none" strike="noStrike">
                <a:solidFill>
                  <a:srgbClr val="EB6834"/>
                </a:solidFill>
                <a:effectLst/>
                <a:uFillTx/>
                <a:latin typeface="HiraginoSans-W5"/>
                <a:ea typeface="HiraginoSans-W5"/>
              </a:rPr>
              <a:t>使い捨ての週末プロジェクト向け</a:t>
            </a:r>
            <a:r>
              <a:rPr lang="ja-JP" sz="1500" b="0" u="none" strike="noStrike">
                <a:solidFill>
                  <a:srgbClr val="171326"/>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5106" name=""/>
          <p:cNvSpPr txBox="1"/>
          <p:nvPr/>
        </p:nvSpPr>
        <p:spPr>
          <a:xfrm>
            <a:off x="799920" y="4713840"/>
            <a:ext cx="104785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コードを⼀⾏ずつ書くのではなく、</a:t>
            </a:r>
            <a:r>
              <a:rPr lang="ja-JP" sz="1500" b="1" u="none" strike="noStrike">
                <a:solidFill>
                  <a:srgbClr val="EB6834"/>
                </a:solidFill>
                <a:effectLst/>
                <a:uFillTx/>
                <a:latin typeface="HiraginoSans-W5"/>
                <a:ea typeface="HiraginoSans-W5"/>
              </a:rPr>
              <a:t>⾒て・⾔って・動かして・貼り付ける</a:t>
            </a:r>
            <a:r>
              <a:rPr lang="ja-JP" sz="1500" b="0" u="none" strike="noStrike">
                <a:solidFill>
                  <a:srgbClr val="171326"/>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5107" name=""/>
          <p:cNvSpPr txBox="1"/>
          <p:nvPr/>
        </p:nvSpPr>
        <p:spPr>
          <a:xfrm>
            <a:off x="723960" y="527508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5108" name=""/>
          <p:cNvSpPr txBox="1"/>
          <p:nvPr/>
        </p:nvSpPr>
        <p:spPr>
          <a:xfrm>
            <a:off x="1447920" y="52664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109" name=""/>
          <p:cNvSpPr txBox="1"/>
          <p:nvPr/>
        </p:nvSpPr>
        <p:spPr>
          <a:xfrm>
            <a:off x="1548360" y="5275080"/>
            <a:ext cx="72550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5110" name=""/>
          <p:cNvSpPr txBox="1"/>
          <p:nvPr/>
        </p:nvSpPr>
        <p:spPr>
          <a:xfrm>
            <a:off x="723960" y="554184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5111" name=""/>
          <p:cNvSpPr txBox="1"/>
          <p:nvPr/>
        </p:nvSpPr>
        <p:spPr>
          <a:xfrm>
            <a:off x="1809720" y="55332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112" name=""/>
          <p:cNvSpPr txBox="1"/>
          <p:nvPr/>
        </p:nvSpPr>
        <p:spPr>
          <a:xfrm>
            <a:off x="1910520" y="554184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5113" name=""/>
          <p:cNvSpPr txBox="1"/>
          <p:nvPr/>
        </p:nvSpPr>
        <p:spPr>
          <a:xfrm>
            <a:off x="723960" y="5817960"/>
            <a:ext cx="363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5114" name=""/>
          <p:cNvSpPr txBox="1"/>
          <p:nvPr/>
        </p:nvSpPr>
        <p:spPr>
          <a:xfrm>
            <a:off x="533520" y="75240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5115" name=""/>
          <p:cNvSpPr txBox="1"/>
          <p:nvPr/>
        </p:nvSpPr>
        <p:spPr>
          <a:xfrm>
            <a:off x="933480" y="733680"/>
            <a:ext cx="219636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a:t>
            </a:r>
            <a:endParaRPr lang="en-US" sz="3150" b="0" u="none" strike="noStrike">
              <a:solidFill>
                <a:srgbClr val="000000"/>
              </a:solidFill>
              <a:effectLst/>
              <a:uFillTx/>
              <a:latin typeface="游明朝体"/>
            </a:endParaRPr>
          </a:p>
        </p:txBody>
      </p:sp>
      <p:sp>
        <p:nvSpPr>
          <p:cNvPr id="5116" name=""/>
          <p:cNvSpPr/>
          <p:nvPr/>
        </p:nvSpPr>
        <p:spPr>
          <a:xfrm>
            <a:off x="533160" y="1274040"/>
            <a:ext cx="7200" cy="33480"/>
          </a:xfrm>
          <a:custGeom>
            <a:avLst/>
            <a:gdLst/>
            <a:ahLst/>
            <a:rect l="0" t="0" r="r" b="b"/>
            <a:pathLst>
              <a:path w="20" h="93">
                <a:moveTo>
                  <a:pt x="20" y="0"/>
                </a:moveTo>
                <a:lnTo>
                  <a:pt x="20" y="93"/>
                </a:lnTo>
                <a:cubicBezTo>
                  <a:pt x="7" y="80"/>
                  <a:pt x="0" y="65"/>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7" name=""/>
          <p:cNvSpPr/>
          <p:nvPr/>
        </p:nvSpPr>
        <p:spPr>
          <a:xfrm>
            <a:off x="540000" y="126900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8" name=""/>
          <p:cNvSpPr/>
          <p:nvPr/>
        </p:nvSpPr>
        <p:spPr>
          <a:xfrm>
            <a:off x="546480" y="126684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9" name=""/>
          <p:cNvSpPr/>
          <p:nvPr/>
        </p:nvSpPr>
        <p:spPr>
          <a:xfrm>
            <a:off x="553320" y="1266480"/>
            <a:ext cx="7200" cy="48240"/>
          </a:xfrm>
          <a:custGeom>
            <a:avLst/>
            <a:gdLst/>
            <a:ahLst/>
            <a:rect l="0" t="0" r="r" b="b"/>
            <a:pathLst>
              <a:path w="20" h="134">
                <a:moveTo>
                  <a:pt x="11" y="0"/>
                </a:moveTo>
                <a:lnTo>
                  <a:pt x="20" y="0"/>
                </a:lnTo>
                <a:lnTo>
                  <a:pt x="20" y="134"/>
                </a:lnTo>
                <a:lnTo>
                  <a:pt x="11" y="134"/>
                </a:lnTo>
                <a:cubicBezTo>
                  <a:pt x="8" y="134"/>
                  <a:pt x="4" y="134"/>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0" name=""/>
          <p:cNvSpPr/>
          <p:nvPr/>
        </p:nvSpPr>
        <p:spPr>
          <a:xfrm>
            <a:off x="5601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1" name=""/>
          <p:cNvSpPr/>
          <p:nvPr/>
        </p:nvSpPr>
        <p:spPr>
          <a:xfrm>
            <a:off x="566640" y="126648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2" name=""/>
          <p:cNvSpPr/>
          <p:nvPr/>
        </p:nvSpPr>
        <p:spPr>
          <a:xfrm>
            <a:off x="5734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3" name=""/>
          <p:cNvSpPr/>
          <p:nvPr/>
        </p:nvSpPr>
        <p:spPr>
          <a:xfrm>
            <a:off x="5799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4" name=""/>
          <p:cNvSpPr/>
          <p:nvPr/>
        </p:nvSpPr>
        <p:spPr>
          <a:xfrm>
            <a:off x="5868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5" name=""/>
          <p:cNvSpPr/>
          <p:nvPr/>
        </p:nvSpPr>
        <p:spPr>
          <a:xfrm>
            <a:off x="5936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6" name=""/>
          <p:cNvSpPr/>
          <p:nvPr/>
        </p:nvSpPr>
        <p:spPr>
          <a:xfrm>
            <a:off x="6001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7" name=""/>
          <p:cNvSpPr/>
          <p:nvPr/>
        </p:nvSpPr>
        <p:spPr>
          <a:xfrm>
            <a:off x="6069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8" name=""/>
          <p:cNvSpPr/>
          <p:nvPr/>
        </p:nvSpPr>
        <p:spPr>
          <a:xfrm>
            <a:off x="6134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9" name=""/>
          <p:cNvSpPr/>
          <p:nvPr/>
        </p:nvSpPr>
        <p:spPr>
          <a:xfrm>
            <a:off x="6202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0" name=""/>
          <p:cNvSpPr/>
          <p:nvPr/>
        </p:nvSpPr>
        <p:spPr>
          <a:xfrm>
            <a:off x="6271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1" name=""/>
          <p:cNvSpPr/>
          <p:nvPr/>
        </p:nvSpPr>
        <p:spPr>
          <a:xfrm>
            <a:off x="6336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2" name=""/>
          <p:cNvSpPr/>
          <p:nvPr/>
        </p:nvSpPr>
        <p:spPr>
          <a:xfrm>
            <a:off x="6404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3" name=""/>
          <p:cNvSpPr/>
          <p:nvPr/>
        </p:nvSpPr>
        <p:spPr>
          <a:xfrm>
            <a:off x="6469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4" name=""/>
          <p:cNvSpPr/>
          <p:nvPr/>
        </p:nvSpPr>
        <p:spPr>
          <a:xfrm>
            <a:off x="6537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5" name=""/>
          <p:cNvSpPr/>
          <p:nvPr/>
        </p:nvSpPr>
        <p:spPr>
          <a:xfrm>
            <a:off x="6606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6" name=""/>
          <p:cNvSpPr/>
          <p:nvPr/>
        </p:nvSpPr>
        <p:spPr>
          <a:xfrm>
            <a:off x="6670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7" name=""/>
          <p:cNvSpPr/>
          <p:nvPr/>
        </p:nvSpPr>
        <p:spPr>
          <a:xfrm>
            <a:off x="6739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8" name=""/>
          <p:cNvSpPr/>
          <p:nvPr/>
        </p:nvSpPr>
        <p:spPr>
          <a:xfrm>
            <a:off x="6804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9" name=""/>
          <p:cNvSpPr/>
          <p:nvPr/>
        </p:nvSpPr>
        <p:spPr>
          <a:xfrm>
            <a:off x="6872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0" name=""/>
          <p:cNvSpPr/>
          <p:nvPr/>
        </p:nvSpPr>
        <p:spPr>
          <a:xfrm>
            <a:off x="6940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1" name=""/>
          <p:cNvSpPr/>
          <p:nvPr/>
        </p:nvSpPr>
        <p:spPr>
          <a:xfrm>
            <a:off x="7005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2" name=""/>
          <p:cNvSpPr/>
          <p:nvPr/>
        </p:nvSpPr>
        <p:spPr>
          <a:xfrm>
            <a:off x="7074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3" name=""/>
          <p:cNvSpPr/>
          <p:nvPr/>
        </p:nvSpPr>
        <p:spPr>
          <a:xfrm>
            <a:off x="7138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4" name=""/>
          <p:cNvSpPr/>
          <p:nvPr/>
        </p:nvSpPr>
        <p:spPr>
          <a:xfrm>
            <a:off x="7207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5" name=""/>
          <p:cNvSpPr/>
          <p:nvPr/>
        </p:nvSpPr>
        <p:spPr>
          <a:xfrm>
            <a:off x="7275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6" name=""/>
          <p:cNvSpPr/>
          <p:nvPr/>
        </p:nvSpPr>
        <p:spPr>
          <a:xfrm>
            <a:off x="7340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7" name=""/>
          <p:cNvSpPr/>
          <p:nvPr/>
        </p:nvSpPr>
        <p:spPr>
          <a:xfrm>
            <a:off x="7408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8" name=""/>
          <p:cNvSpPr/>
          <p:nvPr/>
        </p:nvSpPr>
        <p:spPr>
          <a:xfrm>
            <a:off x="7473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9" name=""/>
          <p:cNvSpPr/>
          <p:nvPr/>
        </p:nvSpPr>
        <p:spPr>
          <a:xfrm>
            <a:off x="7542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0" name=""/>
          <p:cNvSpPr/>
          <p:nvPr/>
        </p:nvSpPr>
        <p:spPr>
          <a:xfrm>
            <a:off x="7610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1" name=""/>
          <p:cNvSpPr/>
          <p:nvPr/>
        </p:nvSpPr>
        <p:spPr>
          <a:xfrm>
            <a:off x="767520" y="126648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2" name=""/>
          <p:cNvSpPr/>
          <p:nvPr/>
        </p:nvSpPr>
        <p:spPr>
          <a:xfrm>
            <a:off x="7743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3" name=""/>
          <p:cNvSpPr/>
          <p:nvPr/>
        </p:nvSpPr>
        <p:spPr>
          <a:xfrm>
            <a:off x="7808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4" name=""/>
          <p:cNvSpPr/>
          <p:nvPr/>
        </p:nvSpPr>
        <p:spPr>
          <a:xfrm>
            <a:off x="7876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5" name=""/>
          <p:cNvSpPr/>
          <p:nvPr/>
        </p:nvSpPr>
        <p:spPr>
          <a:xfrm>
            <a:off x="7945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6" name=""/>
          <p:cNvSpPr/>
          <p:nvPr/>
        </p:nvSpPr>
        <p:spPr>
          <a:xfrm>
            <a:off x="8010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7" name=""/>
          <p:cNvSpPr/>
          <p:nvPr/>
        </p:nvSpPr>
        <p:spPr>
          <a:xfrm>
            <a:off x="8078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8" name=""/>
          <p:cNvSpPr/>
          <p:nvPr/>
        </p:nvSpPr>
        <p:spPr>
          <a:xfrm>
            <a:off x="8146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9" name=""/>
          <p:cNvSpPr/>
          <p:nvPr/>
        </p:nvSpPr>
        <p:spPr>
          <a:xfrm>
            <a:off x="8211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0" name=""/>
          <p:cNvSpPr/>
          <p:nvPr/>
        </p:nvSpPr>
        <p:spPr>
          <a:xfrm>
            <a:off x="8280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1" name=""/>
          <p:cNvSpPr/>
          <p:nvPr/>
        </p:nvSpPr>
        <p:spPr>
          <a:xfrm>
            <a:off x="8344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2" name=""/>
          <p:cNvSpPr/>
          <p:nvPr/>
        </p:nvSpPr>
        <p:spPr>
          <a:xfrm>
            <a:off x="8413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3" name=""/>
          <p:cNvSpPr/>
          <p:nvPr/>
        </p:nvSpPr>
        <p:spPr>
          <a:xfrm>
            <a:off x="8481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4" name=""/>
          <p:cNvSpPr/>
          <p:nvPr/>
        </p:nvSpPr>
        <p:spPr>
          <a:xfrm>
            <a:off x="8546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5" name=""/>
          <p:cNvSpPr/>
          <p:nvPr/>
        </p:nvSpPr>
        <p:spPr>
          <a:xfrm>
            <a:off x="8614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6" name=""/>
          <p:cNvSpPr/>
          <p:nvPr/>
        </p:nvSpPr>
        <p:spPr>
          <a:xfrm>
            <a:off x="8679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7" name=""/>
          <p:cNvSpPr/>
          <p:nvPr/>
        </p:nvSpPr>
        <p:spPr>
          <a:xfrm>
            <a:off x="8748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8" name=""/>
          <p:cNvSpPr/>
          <p:nvPr/>
        </p:nvSpPr>
        <p:spPr>
          <a:xfrm>
            <a:off x="8816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9" name=""/>
          <p:cNvSpPr/>
          <p:nvPr/>
        </p:nvSpPr>
        <p:spPr>
          <a:xfrm>
            <a:off x="8881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0" name=""/>
          <p:cNvSpPr/>
          <p:nvPr/>
        </p:nvSpPr>
        <p:spPr>
          <a:xfrm>
            <a:off x="8949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1" name=""/>
          <p:cNvSpPr/>
          <p:nvPr/>
        </p:nvSpPr>
        <p:spPr>
          <a:xfrm>
            <a:off x="9014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2" name=""/>
          <p:cNvSpPr/>
          <p:nvPr/>
        </p:nvSpPr>
        <p:spPr>
          <a:xfrm>
            <a:off x="9082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3" name=""/>
          <p:cNvSpPr/>
          <p:nvPr/>
        </p:nvSpPr>
        <p:spPr>
          <a:xfrm>
            <a:off x="9151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4" name=""/>
          <p:cNvSpPr/>
          <p:nvPr/>
        </p:nvSpPr>
        <p:spPr>
          <a:xfrm>
            <a:off x="9216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5" name=""/>
          <p:cNvSpPr/>
          <p:nvPr/>
        </p:nvSpPr>
        <p:spPr>
          <a:xfrm>
            <a:off x="9284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6" name=""/>
          <p:cNvSpPr/>
          <p:nvPr/>
        </p:nvSpPr>
        <p:spPr>
          <a:xfrm>
            <a:off x="9349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7" name=""/>
          <p:cNvSpPr/>
          <p:nvPr/>
        </p:nvSpPr>
        <p:spPr>
          <a:xfrm>
            <a:off x="9417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8" name=""/>
          <p:cNvSpPr/>
          <p:nvPr/>
        </p:nvSpPr>
        <p:spPr>
          <a:xfrm>
            <a:off x="9486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9" name=""/>
          <p:cNvSpPr/>
          <p:nvPr/>
        </p:nvSpPr>
        <p:spPr>
          <a:xfrm>
            <a:off x="9550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0" name=""/>
          <p:cNvSpPr/>
          <p:nvPr/>
        </p:nvSpPr>
        <p:spPr>
          <a:xfrm>
            <a:off x="961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1" name=""/>
          <p:cNvSpPr/>
          <p:nvPr/>
        </p:nvSpPr>
        <p:spPr>
          <a:xfrm>
            <a:off x="965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2" name=""/>
          <p:cNvSpPr/>
          <p:nvPr/>
        </p:nvSpPr>
        <p:spPr>
          <a:xfrm>
            <a:off x="968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3" name=""/>
          <p:cNvSpPr/>
          <p:nvPr/>
        </p:nvSpPr>
        <p:spPr>
          <a:xfrm>
            <a:off x="972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4" name=""/>
          <p:cNvSpPr/>
          <p:nvPr/>
        </p:nvSpPr>
        <p:spPr>
          <a:xfrm>
            <a:off x="975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5" name=""/>
          <p:cNvSpPr/>
          <p:nvPr/>
        </p:nvSpPr>
        <p:spPr>
          <a:xfrm>
            <a:off x="9784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6" name=""/>
          <p:cNvSpPr/>
          <p:nvPr/>
        </p:nvSpPr>
        <p:spPr>
          <a:xfrm>
            <a:off x="982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7" name=""/>
          <p:cNvSpPr/>
          <p:nvPr/>
        </p:nvSpPr>
        <p:spPr>
          <a:xfrm>
            <a:off x="985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8" name=""/>
          <p:cNvSpPr/>
          <p:nvPr/>
        </p:nvSpPr>
        <p:spPr>
          <a:xfrm>
            <a:off x="9885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9" name=""/>
          <p:cNvSpPr/>
          <p:nvPr/>
        </p:nvSpPr>
        <p:spPr>
          <a:xfrm>
            <a:off x="992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0" name=""/>
          <p:cNvSpPr/>
          <p:nvPr/>
        </p:nvSpPr>
        <p:spPr>
          <a:xfrm>
            <a:off x="995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1" name=""/>
          <p:cNvSpPr/>
          <p:nvPr/>
        </p:nvSpPr>
        <p:spPr>
          <a:xfrm>
            <a:off x="998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2" name=""/>
          <p:cNvSpPr/>
          <p:nvPr/>
        </p:nvSpPr>
        <p:spPr>
          <a:xfrm>
            <a:off x="1001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3" name=""/>
          <p:cNvSpPr/>
          <p:nvPr/>
        </p:nvSpPr>
        <p:spPr>
          <a:xfrm>
            <a:off x="1005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4" name=""/>
          <p:cNvSpPr/>
          <p:nvPr/>
        </p:nvSpPr>
        <p:spPr>
          <a:xfrm>
            <a:off x="1008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5" name=""/>
          <p:cNvSpPr/>
          <p:nvPr/>
        </p:nvSpPr>
        <p:spPr>
          <a:xfrm>
            <a:off x="1011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6" name=""/>
          <p:cNvSpPr/>
          <p:nvPr/>
        </p:nvSpPr>
        <p:spPr>
          <a:xfrm>
            <a:off x="1015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7" name=""/>
          <p:cNvSpPr/>
          <p:nvPr/>
        </p:nvSpPr>
        <p:spPr>
          <a:xfrm>
            <a:off x="1018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8" name=""/>
          <p:cNvSpPr/>
          <p:nvPr/>
        </p:nvSpPr>
        <p:spPr>
          <a:xfrm>
            <a:off x="102204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9" name=""/>
          <p:cNvSpPr/>
          <p:nvPr/>
        </p:nvSpPr>
        <p:spPr>
          <a:xfrm>
            <a:off x="1025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0" name=""/>
          <p:cNvSpPr/>
          <p:nvPr/>
        </p:nvSpPr>
        <p:spPr>
          <a:xfrm>
            <a:off x="1028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1" name=""/>
          <p:cNvSpPr/>
          <p:nvPr/>
        </p:nvSpPr>
        <p:spPr>
          <a:xfrm>
            <a:off x="1032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2" name=""/>
          <p:cNvSpPr/>
          <p:nvPr/>
        </p:nvSpPr>
        <p:spPr>
          <a:xfrm>
            <a:off x="10353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3" name=""/>
          <p:cNvSpPr/>
          <p:nvPr/>
        </p:nvSpPr>
        <p:spPr>
          <a:xfrm>
            <a:off x="1038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4" name=""/>
          <p:cNvSpPr/>
          <p:nvPr/>
        </p:nvSpPr>
        <p:spPr>
          <a:xfrm>
            <a:off x="1042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5" name=""/>
          <p:cNvSpPr/>
          <p:nvPr/>
        </p:nvSpPr>
        <p:spPr>
          <a:xfrm>
            <a:off x="1045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6" name=""/>
          <p:cNvSpPr/>
          <p:nvPr/>
        </p:nvSpPr>
        <p:spPr>
          <a:xfrm>
            <a:off x="1049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7" name=""/>
          <p:cNvSpPr/>
          <p:nvPr/>
        </p:nvSpPr>
        <p:spPr>
          <a:xfrm>
            <a:off x="1052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8" name=""/>
          <p:cNvSpPr/>
          <p:nvPr/>
        </p:nvSpPr>
        <p:spPr>
          <a:xfrm>
            <a:off x="10555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9" name=""/>
          <p:cNvSpPr/>
          <p:nvPr/>
        </p:nvSpPr>
        <p:spPr>
          <a:xfrm>
            <a:off x="1059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0" name=""/>
          <p:cNvSpPr/>
          <p:nvPr/>
        </p:nvSpPr>
        <p:spPr>
          <a:xfrm>
            <a:off x="1062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1" name=""/>
          <p:cNvSpPr/>
          <p:nvPr/>
        </p:nvSpPr>
        <p:spPr>
          <a:xfrm>
            <a:off x="1065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2" name=""/>
          <p:cNvSpPr/>
          <p:nvPr/>
        </p:nvSpPr>
        <p:spPr>
          <a:xfrm>
            <a:off x="1068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3" name=""/>
          <p:cNvSpPr/>
          <p:nvPr/>
        </p:nvSpPr>
        <p:spPr>
          <a:xfrm>
            <a:off x="1072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4" name=""/>
          <p:cNvSpPr/>
          <p:nvPr/>
        </p:nvSpPr>
        <p:spPr>
          <a:xfrm>
            <a:off x="10756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5" name=""/>
          <p:cNvSpPr/>
          <p:nvPr/>
        </p:nvSpPr>
        <p:spPr>
          <a:xfrm>
            <a:off x="10789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6" name=""/>
          <p:cNvSpPr/>
          <p:nvPr/>
        </p:nvSpPr>
        <p:spPr>
          <a:xfrm>
            <a:off x="1082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7" name=""/>
          <p:cNvSpPr/>
          <p:nvPr/>
        </p:nvSpPr>
        <p:spPr>
          <a:xfrm>
            <a:off x="10857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8" name=""/>
          <p:cNvSpPr/>
          <p:nvPr/>
        </p:nvSpPr>
        <p:spPr>
          <a:xfrm>
            <a:off x="10890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9" name=""/>
          <p:cNvSpPr/>
          <p:nvPr/>
        </p:nvSpPr>
        <p:spPr>
          <a:xfrm>
            <a:off x="1092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0" name=""/>
          <p:cNvSpPr/>
          <p:nvPr/>
        </p:nvSpPr>
        <p:spPr>
          <a:xfrm>
            <a:off x="10958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1" name=""/>
          <p:cNvSpPr/>
          <p:nvPr/>
        </p:nvSpPr>
        <p:spPr>
          <a:xfrm>
            <a:off x="1099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2" name=""/>
          <p:cNvSpPr/>
          <p:nvPr/>
        </p:nvSpPr>
        <p:spPr>
          <a:xfrm>
            <a:off x="11023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3" name=""/>
          <p:cNvSpPr/>
          <p:nvPr/>
        </p:nvSpPr>
        <p:spPr>
          <a:xfrm>
            <a:off x="1105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4" name=""/>
          <p:cNvSpPr/>
          <p:nvPr/>
        </p:nvSpPr>
        <p:spPr>
          <a:xfrm>
            <a:off x="1109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5" name=""/>
          <p:cNvSpPr/>
          <p:nvPr/>
        </p:nvSpPr>
        <p:spPr>
          <a:xfrm>
            <a:off x="1112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6" name=""/>
          <p:cNvSpPr/>
          <p:nvPr/>
        </p:nvSpPr>
        <p:spPr>
          <a:xfrm>
            <a:off x="1116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7" name=""/>
          <p:cNvSpPr/>
          <p:nvPr/>
        </p:nvSpPr>
        <p:spPr>
          <a:xfrm>
            <a:off x="1119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8" name=""/>
          <p:cNvSpPr/>
          <p:nvPr/>
        </p:nvSpPr>
        <p:spPr>
          <a:xfrm>
            <a:off x="112248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9" name=""/>
          <p:cNvSpPr/>
          <p:nvPr/>
        </p:nvSpPr>
        <p:spPr>
          <a:xfrm>
            <a:off x="1126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0" name=""/>
          <p:cNvSpPr/>
          <p:nvPr/>
        </p:nvSpPr>
        <p:spPr>
          <a:xfrm>
            <a:off x="1129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1" name=""/>
          <p:cNvSpPr/>
          <p:nvPr/>
        </p:nvSpPr>
        <p:spPr>
          <a:xfrm>
            <a:off x="1132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2" name=""/>
          <p:cNvSpPr/>
          <p:nvPr/>
        </p:nvSpPr>
        <p:spPr>
          <a:xfrm>
            <a:off x="11358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3" name=""/>
          <p:cNvSpPr/>
          <p:nvPr/>
        </p:nvSpPr>
        <p:spPr>
          <a:xfrm>
            <a:off x="1139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4" name=""/>
          <p:cNvSpPr/>
          <p:nvPr/>
        </p:nvSpPr>
        <p:spPr>
          <a:xfrm>
            <a:off x="1142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5" name=""/>
          <p:cNvSpPr/>
          <p:nvPr/>
        </p:nvSpPr>
        <p:spPr>
          <a:xfrm>
            <a:off x="1145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6" name=""/>
          <p:cNvSpPr/>
          <p:nvPr/>
        </p:nvSpPr>
        <p:spPr>
          <a:xfrm>
            <a:off x="1149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7" name=""/>
          <p:cNvSpPr/>
          <p:nvPr/>
        </p:nvSpPr>
        <p:spPr>
          <a:xfrm>
            <a:off x="1152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8" name=""/>
          <p:cNvSpPr/>
          <p:nvPr/>
        </p:nvSpPr>
        <p:spPr>
          <a:xfrm>
            <a:off x="1155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9" name=""/>
          <p:cNvSpPr/>
          <p:nvPr/>
        </p:nvSpPr>
        <p:spPr>
          <a:xfrm>
            <a:off x="1159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0" name=""/>
          <p:cNvSpPr/>
          <p:nvPr/>
        </p:nvSpPr>
        <p:spPr>
          <a:xfrm>
            <a:off x="1162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1" name=""/>
          <p:cNvSpPr/>
          <p:nvPr/>
        </p:nvSpPr>
        <p:spPr>
          <a:xfrm>
            <a:off x="11660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2" name=""/>
          <p:cNvSpPr/>
          <p:nvPr/>
        </p:nvSpPr>
        <p:spPr>
          <a:xfrm>
            <a:off x="1169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3" name=""/>
          <p:cNvSpPr/>
          <p:nvPr/>
        </p:nvSpPr>
        <p:spPr>
          <a:xfrm>
            <a:off x="1172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4" name=""/>
          <p:cNvSpPr/>
          <p:nvPr/>
        </p:nvSpPr>
        <p:spPr>
          <a:xfrm>
            <a:off x="1176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5" name=""/>
          <p:cNvSpPr/>
          <p:nvPr/>
        </p:nvSpPr>
        <p:spPr>
          <a:xfrm>
            <a:off x="11793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6" name=""/>
          <p:cNvSpPr/>
          <p:nvPr/>
        </p:nvSpPr>
        <p:spPr>
          <a:xfrm>
            <a:off x="1182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7" name=""/>
          <p:cNvSpPr/>
          <p:nvPr/>
        </p:nvSpPr>
        <p:spPr>
          <a:xfrm>
            <a:off x="1186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8" name=""/>
          <p:cNvSpPr/>
          <p:nvPr/>
        </p:nvSpPr>
        <p:spPr>
          <a:xfrm>
            <a:off x="1189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9" name=""/>
          <p:cNvSpPr/>
          <p:nvPr/>
        </p:nvSpPr>
        <p:spPr>
          <a:xfrm>
            <a:off x="1193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0" name=""/>
          <p:cNvSpPr/>
          <p:nvPr/>
        </p:nvSpPr>
        <p:spPr>
          <a:xfrm>
            <a:off x="1196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1" name=""/>
          <p:cNvSpPr/>
          <p:nvPr/>
        </p:nvSpPr>
        <p:spPr>
          <a:xfrm>
            <a:off x="11995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2" name=""/>
          <p:cNvSpPr/>
          <p:nvPr/>
        </p:nvSpPr>
        <p:spPr>
          <a:xfrm>
            <a:off x="1203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3" name=""/>
          <p:cNvSpPr/>
          <p:nvPr/>
        </p:nvSpPr>
        <p:spPr>
          <a:xfrm>
            <a:off x="1206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4" name=""/>
          <p:cNvSpPr/>
          <p:nvPr/>
        </p:nvSpPr>
        <p:spPr>
          <a:xfrm>
            <a:off x="1209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5" name=""/>
          <p:cNvSpPr/>
          <p:nvPr/>
        </p:nvSpPr>
        <p:spPr>
          <a:xfrm>
            <a:off x="1212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6" name=""/>
          <p:cNvSpPr/>
          <p:nvPr/>
        </p:nvSpPr>
        <p:spPr>
          <a:xfrm>
            <a:off x="1216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7" name=""/>
          <p:cNvSpPr/>
          <p:nvPr/>
        </p:nvSpPr>
        <p:spPr>
          <a:xfrm>
            <a:off x="12196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8" name=""/>
          <p:cNvSpPr/>
          <p:nvPr/>
        </p:nvSpPr>
        <p:spPr>
          <a:xfrm>
            <a:off x="122292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9" name=""/>
          <p:cNvSpPr/>
          <p:nvPr/>
        </p:nvSpPr>
        <p:spPr>
          <a:xfrm>
            <a:off x="1226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0" name=""/>
          <p:cNvSpPr/>
          <p:nvPr/>
        </p:nvSpPr>
        <p:spPr>
          <a:xfrm>
            <a:off x="12297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1" name=""/>
          <p:cNvSpPr/>
          <p:nvPr/>
        </p:nvSpPr>
        <p:spPr>
          <a:xfrm>
            <a:off x="12330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2" name=""/>
          <p:cNvSpPr/>
          <p:nvPr/>
        </p:nvSpPr>
        <p:spPr>
          <a:xfrm>
            <a:off x="1236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3" name=""/>
          <p:cNvSpPr/>
          <p:nvPr/>
        </p:nvSpPr>
        <p:spPr>
          <a:xfrm>
            <a:off x="12398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4" name=""/>
          <p:cNvSpPr/>
          <p:nvPr/>
        </p:nvSpPr>
        <p:spPr>
          <a:xfrm>
            <a:off x="1243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5" name=""/>
          <p:cNvSpPr/>
          <p:nvPr/>
        </p:nvSpPr>
        <p:spPr>
          <a:xfrm>
            <a:off x="12463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6" name=""/>
          <p:cNvSpPr/>
          <p:nvPr/>
        </p:nvSpPr>
        <p:spPr>
          <a:xfrm>
            <a:off x="1249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7" name=""/>
          <p:cNvSpPr/>
          <p:nvPr/>
        </p:nvSpPr>
        <p:spPr>
          <a:xfrm>
            <a:off x="1253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8" name=""/>
          <p:cNvSpPr/>
          <p:nvPr/>
        </p:nvSpPr>
        <p:spPr>
          <a:xfrm>
            <a:off x="1256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9" name=""/>
          <p:cNvSpPr/>
          <p:nvPr/>
        </p:nvSpPr>
        <p:spPr>
          <a:xfrm>
            <a:off x="1260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0" name=""/>
          <p:cNvSpPr/>
          <p:nvPr/>
        </p:nvSpPr>
        <p:spPr>
          <a:xfrm>
            <a:off x="1263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1" name=""/>
          <p:cNvSpPr/>
          <p:nvPr/>
        </p:nvSpPr>
        <p:spPr>
          <a:xfrm>
            <a:off x="12664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2" name=""/>
          <p:cNvSpPr/>
          <p:nvPr/>
        </p:nvSpPr>
        <p:spPr>
          <a:xfrm>
            <a:off x="1270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3" name=""/>
          <p:cNvSpPr/>
          <p:nvPr/>
        </p:nvSpPr>
        <p:spPr>
          <a:xfrm>
            <a:off x="1273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4" name=""/>
          <p:cNvSpPr/>
          <p:nvPr/>
        </p:nvSpPr>
        <p:spPr>
          <a:xfrm>
            <a:off x="1276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5" name=""/>
          <p:cNvSpPr/>
          <p:nvPr/>
        </p:nvSpPr>
        <p:spPr>
          <a:xfrm>
            <a:off x="12798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6" name=""/>
          <p:cNvSpPr/>
          <p:nvPr/>
        </p:nvSpPr>
        <p:spPr>
          <a:xfrm>
            <a:off x="1283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7" name=""/>
          <p:cNvSpPr/>
          <p:nvPr/>
        </p:nvSpPr>
        <p:spPr>
          <a:xfrm>
            <a:off x="1286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8" name=""/>
          <p:cNvSpPr/>
          <p:nvPr/>
        </p:nvSpPr>
        <p:spPr>
          <a:xfrm>
            <a:off x="1289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9" name=""/>
          <p:cNvSpPr/>
          <p:nvPr/>
        </p:nvSpPr>
        <p:spPr>
          <a:xfrm>
            <a:off x="1293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0" name=""/>
          <p:cNvSpPr/>
          <p:nvPr/>
        </p:nvSpPr>
        <p:spPr>
          <a:xfrm>
            <a:off x="1296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1" name=""/>
          <p:cNvSpPr/>
          <p:nvPr/>
        </p:nvSpPr>
        <p:spPr>
          <a:xfrm>
            <a:off x="1299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2" name=""/>
          <p:cNvSpPr/>
          <p:nvPr/>
        </p:nvSpPr>
        <p:spPr>
          <a:xfrm>
            <a:off x="1303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3" name=""/>
          <p:cNvSpPr/>
          <p:nvPr/>
        </p:nvSpPr>
        <p:spPr>
          <a:xfrm>
            <a:off x="1306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4" name=""/>
          <p:cNvSpPr/>
          <p:nvPr/>
        </p:nvSpPr>
        <p:spPr>
          <a:xfrm>
            <a:off x="1310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5" name=""/>
          <p:cNvSpPr/>
          <p:nvPr/>
        </p:nvSpPr>
        <p:spPr>
          <a:xfrm>
            <a:off x="13132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6" name=""/>
          <p:cNvSpPr/>
          <p:nvPr/>
        </p:nvSpPr>
        <p:spPr>
          <a:xfrm>
            <a:off x="1316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7" name=""/>
          <p:cNvSpPr/>
          <p:nvPr/>
        </p:nvSpPr>
        <p:spPr>
          <a:xfrm>
            <a:off x="1320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8" name=""/>
          <p:cNvSpPr/>
          <p:nvPr/>
        </p:nvSpPr>
        <p:spPr>
          <a:xfrm>
            <a:off x="132336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9" name=""/>
          <p:cNvSpPr/>
          <p:nvPr/>
        </p:nvSpPr>
        <p:spPr>
          <a:xfrm>
            <a:off x="1326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0" name=""/>
          <p:cNvSpPr/>
          <p:nvPr/>
        </p:nvSpPr>
        <p:spPr>
          <a:xfrm>
            <a:off x="1330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1" name=""/>
          <p:cNvSpPr/>
          <p:nvPr/>
        </p:nvSpPr>
        <p:spPr>
          <a:xfrm>
            <a:off x="1333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2" name=""/>
          <p:cNvSpPr/>
          <p:nvPr/>
        </p:nvSpPr>
        <p:spPr>
          <a:xfrm>
            <a:off x="1337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3" name=""/>
          <p:cNvSpPr/>
          <p:nvPr/>
        </p:nvSpPr>
        <p:spPr>
          <a:xfrm>
            <a:off x="1340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4" name=""/>
          <p:cNvSpPr/>
          <p:nvPr/>
        </p:nvSpPr>
        <p:spPr>
          <a:xfrm>
            <a:off x="1343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5" name=""/>
          <p:cNvSpPr/>
          <p:nvPr/>
        </p:nvSpPr>
        <p:spPr>
          <a:xfrm>
            <a:off x="13467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6" name=""/>
          <p:cNvSpPr/>
          <p:nvPr/>
        </p:nvSpPr>
        <p:spPr>
          <a:xfrm>
            <a:off x="1350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7" name=""/>
          <p:cNvSpPr/>
          <p:nvPr/>
        </p:nvSpPr>
        <p:spPr>
          <a:xfrm>
            <a:off x="1353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8" name=""/>
          <p:cNvSpPr/>
          <p:nvPr/>
        </p:nvSpPr>
        <p:spPr>
          <a:xfrm>
            <a:off x="1356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9" name=""/>
          <p:cNvSpPr/>
          <p:nvPr/>
        </p:nvSpPr>
        <p:spPr>
          <a:xfrm>
            <a:off x="1360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0" name=""/>
          <p:cNvSpPr/>
          <p:nvPr/>
        </p:nvSpPr>
        <p:spPr>
          <a:xfrm>
            <a:off x="1363680" y="126648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1" name=""/>
          <p:cNvSpPr/>
          <p:nvPr/>
        </p:nvSpPr>
        <p:spPr>
          <a:xfrm>
            <a:off x="1366920" y="1266480"/>
            <a:ext cx="3960" cy="48240"/>
          </a:xfrm>
          <a:custGeom>
            <a:avLst/>
            <a:gdLst/>
            <a:ahLst/>
            <a:rect l="0" t="0" r="r" b="b"/>
            <a:pathLst>
              <a:path w="11" h="134">
                <a:moveTo>
                  <a:pt x="11" y="1"/>
                </a:moveTo>
                <a:lnTo>
                  <a:pt x="11" y="133"/>
                </a:lnTo>
                <a:cubicBezTo>
                  <a:pt x="8" y="133"/>
                  <a:pt x="3" y="134"/>
                  <a:pt x="0" y="134"/>
                </a:cubicBezTo>
                <a:lnTo>
                  <a:pt x="0" y="0"/>
                </a:lnTo>
                <a:cubicBezTo>
                  <a:pt x="3" y="1"/>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2" name=""/>
          <p:cNvSpPr/>
          <p:nvPr/>
        </p:nvSpPr>
        <p:spPr>
          <a:xfrm>
            <a:off x="1370520" y="1266840"/>
            <a:ext cx="3600" cy="47520"/>
          </a:xfrm>
          <a:custGeom>
            <a:avLst/>
            <a:gdLst/>
            <a:ahLst/>
            <a:rect l="0" t="0" r="r" b="b"/>
            <a:pathLst>
              <a:path w="10" h="132">
                <a:moveTo>
                  <a:pt x="10" y="2"/>
                </a:moveTo>
                <a:lnTo>
                  <a:pt x="10" y="130"/>
                </a:lnTo>
                <a:cubicBezTo>
                  <a:pt x="7" y="131"/>
                  <a:pt x="3" y="132"/>
                  <a:pt x="0" y="132"/>
                </a:cubicBezTo>
                <a:lnTo>
                  <a:pt x="0" y="0"/>
                </a:lnTo>
                <a:cubicBezTo>
                  <a:pt x="3" y="1"/>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3" name=""/>
          <p:cNvSpPr/>
          <p:nvPr/>
        </p:nvSpPr>
        <p:spPr>
          <a:xfrm>
            <a:off x="1373760" y="126756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4" name=""/>
          <p:cNvSpPr/>
          <p:nvPr/>
        </p:nvSpPr>
        <p:spPr>
          <a:xfrm>
            <a:off x="1377000" y="1269000"/>
            <a:ext cx="3960" cy="43200"/>
          </a:xfrm>
          <a:custGeom>
            <a:avLst/>
            <a:gdLst/>
            <a:ahLst/>
            <a:rect l="0" t="0" r="r" b="b"/>
            <a:pathLst>
              <a:path w="11" h="120">
                <a:moveTo>
                  <a:pt x="11" y="6"/>
                </a:moveTo>
                <a:lnTo>
                  <a:pt x="11" y="115"/>
                </a:lnTo>
                <a:cubicBezTo>
                  <a:pt x="8" y="117"/>
                  <a:pt x="3" y="119"/>
                  <a:pt x="0" y="120"/>
                </a:cubicBezTo>
                <a:lnTo>
                  <a:pt x="0" y="0"/>
                </a:lnTo>
                <a:cubicBezTo>
                  <a:pt x="3" y="1"/>
                  <a:pt x="8" y="3"/>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5" name=""/>
          <p:cNvSpPr/>
          <p:nvPr/>
        </p:nvSpPr>
        <p:spPr>
          <a:xfrm>
            <a:off x="1380600" y="1271160"/>
            <a:ext cx="3600" cy="39240"/>
          </a:xfrm>
          <a:custGeom>
            <a:avLst/>
            <a:gdLst/>
            <a:ahLst/>
            <a:rect l="0" t="0" r="r" b="b"/>
            <a:pathLst>
              <a:path w="10" h="109">
                <a:moveTo>
                  <a:pt x="9" y="7"/>
                </a:moveTo>
                <a:cubicBezTo>
                  <a:pt x="9" y="7"/>
                  <a:pt x="10" y="7"/>
                  <a:pt x="10" y="8"/>
                </a:cubicBezTo>
                <a:lnTo>
                  <a:pt x="10" y="101"/>
                </a:lnTo>
                <a:lnTo>
                  <a:pt x="9" y="101"/>
                </a:ln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6" name=""/>
          <p:cNvSpPr/>
          <p:nvPr/>
        </p:nvSpPr>
        <p:spPr>
          <a:xfrm>
            <a:off x="1383840" y="1274040"/>
            <a:ext cx="3600" cy="33480"/>
          </a:xfrm>
          <a:custGeom>
            <a:avLst/>
            <a:gdLst/>
            <a:ahLst/>
            <a:rect l="0" t="0" r="r" b="b"/>
            <a:pathLst>
              <a:path w="10" h="93">
                <a:moveTo>
                  <a:pt x="10" y="11"/>
                </a:moveTo>
                <a:lnTo>
                  <a:pt x="10" y="81"/>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7" name=""/>
          <p:cNvSpPr/>
          <p:nvPr/>
        </p:nvSpPr>
        <p:spPr>
          <a:xfrm>
            <a:off x="1387080" y="1278000"/>
            <a:ext cx="3600" cy="25200"/>
          </a:xfrm>
          <a:custGeom>
            <a:avLst/>
            <a:gdLst/>
            <a:ahLst/>
            <a:rect l="0" t="0" r="r" b="b"/>
            <a:pathLst>
              <a:path w="10" h="70">
                <a:moveTo>
                  <a:pt x="10" y="36"/>
                </a:moveTo>
                <a:cubicBezTo>
                  <a:pt x="10" y="48"/>
                  <a:pt x="7" y="60"/>
                  <a:pt x="0" y="70"/>
                </a:cubicBezTo>
                <a:lnTo>
                  <a:pt x="0" y="0"/>
                </a:lnTo>
                <a:cubicBezTo>
                  <a:pt x="7" y="11"/>
                  <a:pt x="10" y="23"/>
                  <a:pt x="10" y="36"/>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8" name=""/>
          <p:cNvSpPr txBox="1"/>
          <p:nvPr/>
        </p:nvSpPr>
        <p:spPr>
          <a:xfrm>
            <a:off x="3133440" y="75240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」という⾔葉の由来</a:t>
            </a:r>
            <a:endParaRPr lang="en-US" sz="3150" b="0" u="none" strike="noStrike">
              <a:solidFill>
                <a:srgbClr val="000000"/>
              </a:solidFill>
              <a:effectLst/>
              <a:uFillTx/>
              <a:latin typeface="游明朝体"/>
            </a:endParaRPr>
          </a:p>
        </p:txBody>
      </p:sp>
      <p:sp>
        <p:nvSpPr>
          <p:cNvPr id="530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3" name=""/>
          <p:cNvSpPr/>
          <p:nvPr/>
        </p:nvSpPr>
        <p:spPr>
          <a:xfrm>
            <a:off x="1228680" y="1295280"/>
            <a:ext cx="5143680" cy="5553360"/>
          </a:xfrm>
          <a:custGeom>
            <a:avLst/>
            <a:gdLst/>
            <a:ahLst/>
            <a:rect l="0" t="0" r="r" b="b"/>
            <a:pathLst>
              <a:path w="14288" h="15426">
                <a:moveTo>
                  <a:pt x="0" y="0"/>
                </a:moveTo>
                <a:lnTo>
                  <a:pt x="14288" y="0"/>
                </a:lnTo>
                <a:lnTo>
                  <a:pt x="14288" y="15426"/>
                </a:lnTo>
                <a:lnTo>
                  <a:pt x="0" y="1542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4" name=""/>
          <p:cNvSpPr/>
          <p:nvPr/>
        </p:nvSpPr>
        <p:spPr>
          <a:xfrm>
            <a:off x="4091400" y="2940840"/>
            <a:ext cx="974880" cy="975600"/>
          </a:xfrm>
          <a:custGeom>
            <a:avLst/>
            <a:gdLst/>
            <a:ahLst/>
            <a:rect l="0" t="0" r="r" b="b"/>
            <a:pathLst>
              <a:path w="2708" h="2710">
                <a:moveTo>
                  <a:pt x="25" y="1"/>
                </a:moveTo>
                <a:lnTo>
                  <a:pt x="43" y="7"/>
                </a:lnTo>
                <a:cubicBezTo>
                  <a:pt x="48" y="9"/>
                  <a:pt x="51" y="12"/>
                  <a:pt x="54" y="17"/>
                </a:cubicBezTo>
                <a:cubicBezTo>
                  <a:pt x="56" y="21"/>
                  <a:pt x="56" y="26"/>
                  <a:pt x="55" y="31"/>
                </a:cubicBezTo>
                <a:cubicBezTo>
                  <a:pt x="53" y="36"/>
                  <a:pt x="50" y="40"/>
                  <a:pt x="45" y="42"/>
                </a:cubicBezTo>
                <a:cubicBezTo>
                  <a:pt x="40" y="44"/>
                  <a:pt x="36" y="44"/>
                  <a:pt x="31" y="43"/>
                </a:cubicBezTo>
                <a:lnTo>
                  <a:pt x="12" y="37"/>
                </a:lnTo>
                <a:cubicBezTo>
                  <a:pt x="8" y="35"/>
                  <a:pt x="4" y="32"/>
                  <a:pt x="2" y="27"/>
                </a:cubicBezTo>
                <a:cubicBezTo>
                  <a:pt x="-1" y="22"/>
                  <a:pt x="-1" y="18"/>
                  <a:pt x="1" y="13"/>
                </a:cubicBezTo>
                <a:cubicBezTo>
                  <a:pt x="2" y="8"/>
                  <a:pt x="6" y="4"/>
                  <a:pt x="10" y="2"/>
                </a:cubicBezTo>
                <a:cubicBezTo>
                  <a:pt x="15" y="0"/>
                  <a:pt x="20" y="-1"/>
                  <a:pt x="25" y="1"/>
                </a:cubicBezTo>
                <a:moveTo>
                  <a:pt x="169" y="52"/>
                </a:moveTo>
                <a:lnTo>
                  <a:pt x="187" y="59"/>
                </a:lnTo>
                <a:cubicBezTo>
                  <a:pt x="192" y="61"/>
                  <a:pt x="195" y="64"/>
                  <a:pt x="197" y="69"/>
                </a:cubicBezTo>
                <a:cubicBezTo>
                  <a:pt x="200" y="74"/>
                  <a:pt x="200" y="78"/>
                  <a:pt x="198" y="83"/>
                </a:cubicBezTo>
                <a:cubicBezTo>
                  <a:pt x="196" y="88"/>
                  <a:pt x="193" y="92"/>
                  <a:pt x="188" y="94"/>
                </a:cubicBezTo>
                <a:cubicBezTo>
                  <a:pt x="183" y="96"/>
                  <a:pt x="179" y="96"/>
                  <a:pt x="174" y="94"/>
                </a:cubicBezTo>
                <a:lnTo>
                  <a:pt x="156" y="88"/>
                </a:lnTo>
                <a:cubicBezTo>
                  <a:pt x="151" y="86"/>
                  <a:pt x="148" y="83"/>
                  <a:pt x="145" y="78"/>
                </a:cubicBezTo>
                <a:cubicBezTo>
                  <a:pt x="143" y="73"/>
                  <a:pt x="143" y="68"/>
                  <a:pt x="145" y="63"/>
                </a:cubicBezTo>
                <a:cubicBezTo>
                  <a:pt x="147" y="59"/>
                  <a:pt x="150" y="55"/>
                  <a:pt x="155" y="53"/>
                </a:cubicBezTo>
                <a:cubicBezTo>
                  <a:pt x="160" y="51"/>
                  <a:pt x="164" y="51"/>
                  <a:pt x="169" y="52"/>
                </a:cubicBezTo>
                <a:moveTo>
                  <a:pt x="310" y="108"/>
                </a:moveTo>
                <a:lnTo>
                  <a:pt x="328" y="115"/>
                </a:lnTo>
                <a:cubicBezTo>
                  <a:pt x="332" y="117"/>
                  <a:pt x="336" y="120"/>
                  <a:pt x="338" y="125"/>
                </a:cubicBezTo>
                <a:cubicBezTo>
                  <a:pt x="340" y="130"/>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3"/>
                  <a:pt x="286" y="118"/>
                </a:cubicBezTo>
                <a:cubicBezTo>
                  <a:pt x="288" y="113"/>
                  <a:pt x="291" y="110"/>
                  <a:pt x="296" y="108"/>
                </a:cubicBezTo>
                <a:cubicBezTo>
                  <a:pt x="301" y="106"/>
                  <a:pt x="305" y="106"/>
                  <a:pt x="310" y="108"/>
                </a:cubicBezTo>
                <a:moveTo>
                  <a:pt x="448" y="166"/>
                </a:moveTo>
                <a:lnTo>
                  <a:pt x="465" y="174"/>
                </a:lnTo>
                <a:cubicBezTo>
                  <a:pt x="469" y="176"/>
                  <a:pt x="473" y="179"/>
                  <a:pt x="474" y="184"/>
                </a:cubicBezTo>
                <a:cubicBezTo>
                  <a:pt x="476" y="189"/>
                  <a:pt x="476" y="194"/>
                  <a:pt x="474" y="198"/>
                </a:cubicBezTo>
                <a:cubicBezTo>
                  <a:pt x="472" y="203"/>
                  <a:pt x="468" y="207"/>
                  <a:pt x="464" y="208"/>
                </a:cubicBezTo>
                <a:cubicBezTo>
                  <a:pt x="459" y="210"/>
                  <a:pt x="454" y="210"/>
                  <a:pt x="449" y="208"/>
                </a:cubicBezTo>
                <a:lnTo>
                  <a:pt x="432" y="200"/>
                </a:lnTo>
                <a:cubicBezTo>
                  <a:pt x="428" y="198"/>
                  <a:pt x="424" y="195"/>
                  <a:pt x="422" y="190"/>
                </a:cubicBezTo>
                <a:cubicBezTo>
                  <a:pt x="421" y="185"/>
                  <a:pt x="421" y="180"/>
                  <a:pt x="423" y="176"/>
                </a:cubicBezTo>
                <a:cubicBezTo>
                  <a:pt x="425" y="171"/>
                  <a:pt x="428" y="168"/>
                  <a:pt x="433" y="166"/>
                </a:cubicBezTo>
                <a:cubicBezTo>
                  <a:pt x="438" y="164"/>
                  <a:pt x="443" y="164"/>
                  <a:pt x="448" y="166"/>
                </a:cubicBezTo>
                <a:moveTo>
                  <a:pt x="585" y="230"/>
                </a:moveTo>
                <a:lnTo>
                  <a:pt x="602" y="238"/>
                </a:lnTo>
                <a:cubicBezTo>
                  <a:pt x="607" y="240"/>
                  <a:pt x="610" y="244"/>
                  <a:pt x="611" y="249"/>
                </a:cubicBezTo>
                <a:cubicBezTo>
                  <a:pt x="613" y="254"/>
                  <a:pt x="613" y="259"/>
                  <a:pt x="611" y="263"/>
                </a:cubicBezTo>
                <a:cubicBezTo>
                  <a:pt x="608" y="268"/>
                  <a:pt x="605" y="271"/>
                  <a:pt x="600" y="273"/>
                </a:cubicBezTo>
                <a:cubicBezTo>
                  <a:pt x="595" y="274"/>
                  <a:pt x="590" y="274"/>
                  <a:pt x="585" y="272"/>
                </a:cubicBezTo>
                <a:lnTo>
                  <a:pt x="568" y="264"/>
                </a:lnTo>
                <a:cubicBezTo>
                  <a:pt x="564" y="261"/>
                  <a:pt x="561" y="258"/>
                  <a:pt x="559" y="253"/>
                </a:cubicBezTo>
                <a:cubicBezTo>
                  <a:pt x="557" y="248"/>
                  <a:pt x="557" y="243"/>
                  <a:pt x="560" y="238"/>
                </a:cubicBezTo>
                <a:cubicBezTo>
                  <a:pt x="562" y="234"/>
                  <a:pt x="566" y="231"/>
                  <a:pt x="570" y="229"/>
                </a:cubicBezTo>
                <a:cubicBezTo>
                  <a:pt x="575" y="227"/>
                  <a:pt x="580" y="227"/>
                  <a:pt x="585" y="230"/>
                </a:cubicBezTo>
                <a:moveTo>
                  <a:pt x="720" y="298"/>
                </a:moveTo>
                <a:lnTo>
                  <a:pt x="737" y="307"/>
                </a:lnTo>
                <a:cubicBezTo>
                  <a:pt x="742" y="309"/>
                  <a:pt x="745" y="313"/>
                  <a:pt x="746" y="318"/>
                </a:cubicBezTo>
                <a:cubicBezTo>
                  <a:pt x="748" y="323"/>
                  <a:pt x="747" y="328"/>
                  <a:pt x="745" y="332"/>
                </a:cubicBezTo>
                <a:cubicBezTo>
                  <a:pt x="743" y="337"/>
                  <a:pt x="739" y="340"/>
                  <a:pt x="734" y="342"/>
                </a:cubicBezTo>
                <a:cubicBezTo>
                  <a:pt x="729" y="343"/>
                  <a:pt x="724" y="343"/>
                  <a:pt x="720" y="340"/>
                </a:cubicBezTo>
                <a:lnTo>
                  <a:pt x="703" y="332"/>
                </a:lnTo>
                <a:cubicBezTo>
                  <a:pt x="698" y="329"/>
                  <a:pt x="695" y="325"/>
                  <a:pt x="694" y="320"/>
                </a:cubicBezTo>
                <a:cubicBezTo>
                  <a:pt x="692" y="315"/>
                  <a:pt x="693" y="311"/>
                  <a:pt x="695" y="306"/>
                </a:cubicBezTo>
                <a:cubicBezTo>
                  <a:pt x="698" y="301"/>
                  <a:pt x="701" y="298"/>
                  <a:pt x="706" y="297"/>
                </a:cubicBezTo>
                <a:cubicBezTo>
                  <a:pt x="711" y="295"/>
                  <a:pt x="716" y="296"/>
                  <a:pt x="720" y="298"/>
                </a:cubicBezTo>
                <a:moveTo>
                  <a:pt x="853" y="371"/>
                </a:moveTo>
                <a:lnTo>
                  <a:pt x="869" y="380"/>
                </a:lnTo>
                <a:cubicBezTo>
                  <a:pt x="874" y="382"/>
                  <a:pt x="877" y="386"/>
                  <a:pt x="878" y="391"/>
                </a:cubicBezTo>
                <a:cubicBezTo>
                  <a:pt x="880" y="396"/>
                  <a:pt x="879" y="401"/>
                  <a:pt x="876" y="406"/>
                </a:cubicBezTo>
                <a:cubicBezTo>
                  <a:pt x="874" y="410"/>
                  <a:pt x="870" y="413"/>
                  <a:pt x="865" y="414"/>
                </a:cubicBezTo>
                <a:cubicBezTo>
                  <a:pt x="860" y="416"/>
                  <a:pt x="855" y="415"/>
                  <a:pt x="851" y="413"/>
                </a:cubicBezTo>
                <a:lnTo>
                  <a:pt x="835" y="403"/>
                </a:lnTo>
                <a:cubicBezTo>
                  <a:pt x="830" y="401"/>
                  <a:pt x="827" y="397"/>
                  <a:pt x="826" y="392"/>
                </a:cubicBezTo>
                <a:cubicBezTo>
                  <a:pt x="824" y="387"/>
                  <a:pt x="825" y="382"/>
                  <a:pt x="828" y="378"/>
                </a:cubicBezTo>
                <a:cubicBezTo>
                  <a:pt x="830" y="373"/>
                  <a:pt x="834" y="370"/>
                  <a:pt x="839" y="369"/>
                </a:cubicBezTo>
                <a:cubicBezTo>
                  <a:pt x="844" y="367"/>
                  <a:pt x="849" y="368"/>
                  <a:pt x="853" y="371"/>
                </a:cubicBezTo>
                <a:moveTo>
                  <a:pt x="982" y="447"/>
                </a:moveTo>
                <a:lnTo>
                  <a:pt x="999" y="458"/>
                </a:lnTo>
                <a:cubicBezTo>
                  <a:pt x="1003" y="460"/>
                  <a:pt x="1006" y="464"/>
                  <a:pt x="1007" y="469"/>
                </a:cubicBezTo>
                <a:cubicBezTo>
                  <a:pt x="1008" y="474"/>
                  <a:pt x="1007" y="479"/>
                  <a:pt x="1005" y="483"/>
                </a:cubicBezTo>
                <a:cubicBezTo>
                  <a:pt x="1002" y="488"/>
                  <a:pt x="998" y="491"/>
                  <a:pt x="993" y="492"/>
                </a:cubicBezTo>
                <a:cubicBezTo>
                  <a:pt x="988" y="493"/>
                  <a:pt x="983" y="492"/>
                  <a:pt x="979" y="489"/>
                </a:cubicBezTo>
                <a:lnTo>
                  <a:pt x="963" y="479"/>
                </a:lnTo>
                <a:cubicBezTo>
                  <a:pt x="958" y="477"/>
                  <a:pt x="955" y="473"/>
                  <a:pt x="954" y="468"/>
                </a:cubicBezTo>
                <a:cubicBezTo>
                  <a:pt x="953" y="463"/>
                  <a:pt x="954" y="458"/>
                  <a:pt x="957" y="454"/>
                </a:cubicBezTo>
                <a:cubicBezTo>
                  <a:pt x="959" y="449"/>
                  <a:pt x="963" y="446"/>
                  <a:pt x="968" y="445"/>
                </a:cubicBezTo>
                <a:cubicBezTo>
                  <a:pt x="973" y="444"/>
                  <a:pt x="978" y="445"/>
                  <a:pt x="982" y="447"/>
                </a:cubicBezTo>
                <a:moveTo>
                  <a:pt x="1110" y="530"/>
                </a:moveTo>
                <a:lnTo>
                  <a:pt x="1126" y="540"/>
                </a:lnTo>
                <a:cubicBezTo>
                  <a:pt x="1130" y="543"/>
                  <a:pt x="1133" y="547"/>
                  <a:pt x="1134" y="553"/>
                </a:cubicBezTo>
                <a:cubicBezTo>
                  <a:pt x="1135" y="558"/>
                  <a:pt x="1134" y="562"/>
                  <a:pt x="1131" y="567"/>
                </a:cubicBezTo>
                <a:cubicBezTo>
                  <a:pt x="1128" y="571"/>
                  <a:pt x="1124" y="574"/>
                  <a:pt x="1119" y="575"/>
                </a:cubicBezTo>
                <a:cubicBezTo>
                  <a:pt x="1114" y="576"/>
                  <a:pt x="1109" y="575"/>
                  <a:pt x="1105" y="572"/>
                </a:cubicBezTo>
                <a:lnTo>
                  <a:pt x="1089" y="561"/>
                </a:lnTo>
                <a:cubicBezTo>
                  <a:pt x="1085" y="558"/>
                  <a:pt x="1082" y="554"/>
                  <a:pt x="1081" y="549"/>
                </a:cubicBezTo>
                <a:cubicBezTo>
                  <a:pt x="1080" y="544"/>
                  <a:pt x="1081" y="539"/>
                  <a:pt x="1084" y="535"/>
                </a:cubicBezTo>
                <a:cubicBezTo>
                  <a:pt x="1087" y="531"/>
                  <a:pt x="1091" y="528"/>
                  <a:pt x="1096" y="527"/>
                </a:cubicBezTo>
                <a:cubicBezTo>
                  <a:pt x="1101" y="526"/>
                  <a:pt x="1106" y="527"/>
                  <a:pt x="1110" y="530"/>
                </a:cubicBezTo>
                <a:moveTo>
                  <a:pt x="1234" y="616"/>
                </a:moveTo>
                <a:lnTo>
                  <a:pt x="1249" y="628"/>
                </a:lnTo>
                <a:cubicBezTo>
                  <a:pt x="1253" y="631"/>
                  <a:pt x="1256" y="635"/>
                  <a:pt x="1256" y="640"/>
                </a:cubicBezTo>
                <a:cubicBezTo>
                  <a:pt x="1257" y="645"/>
                  <a:pt x="1256" y="650"/>
                  <a:pt x="1253" y="654"/>
                </a:cubicBezTo>
                <a:cubicBezTo>
                  <a:pt x="1250" y="658"/>
                  <a:pt x="1246" y="661"/>
                  <a:pt x="1241" y="661"/>
                </a:cubicBezTo>
                <a:cubicBezTo>
                  <a:pt x="1236" y="662"/>
                  <a:pt x="1231" y="661"/>
                  <a:pt x="1227" y="658"/>
                </a:cubicBezTo>
                <a:lnTo>
                  <a:pt x="1212" y="647"/>
                </a:lnTo>
                <a:cubicBezTo>
                  <a:pt x="1207" y="644"/>
                  <a:pt x="1205" y="640"/>
                  <a:pt x="1204" y="635"/>
                </a:cubicBezTo>
                <a:cubicBezTo>
                  <a:pt x="1203" y="629"/>
                  <a:pt x="1204" y="625"/>
                  <a:pt x="1208" y="621"/>
                </a:cubicBezTo>
                <a:cubicBezTo>
                  <a:pt x="1211" y="616"/>
                  <a:pt x="1215" y="614"/>
                  <a:pt x="1220" y="613"/>
                </a:cubicBezTo>
                <a:cubicBezTo>
                  <a:pt x="1225" y="612"/>
                  <a:pt x="1230" y="613"/>
                  <a:pt x="1234" y="616"/>
                </a:cubicBezTo>
                <a:moveTo>
                  <a:pt x="1354" y="707"/>
                </a:moveTo>
                <a:lnTo>
                  <a:pt x="1368" y="719"/>
                </a:lnTo>
                <a:cubicBezTo>
                  <a:pt x="1372" y="722"/>
                  <a:pt x="1375" y="726"/>
                  <a:pt x="1375" y="732"/>
                </a:cubicBezTo>
                <a:cubicBezTo>
                  <a:pt x="1376" y="737"/>
                  <a:pt x="1375" y="741"/>
                  <a:pt x="1371" y="745"/>
                </a:cubicBezTo>
                <a:cubicBezTo>
                  <a:pt x="1368" y="749"/>
                  <a:pt x="1364" y="752"/>
                  <a:pt x="1359" y="752"/>
                </a:cubicBezTo>
                <a:cubicBezTo>
                  <a:pt x="1354" y="753"/>
                  <a:pt x="1349" y="752"/>
                  <a:pt x="1345" y="748"/>
                </a:cubicBezTo>
                <a:lnTo>
                  <a:pt x="1330" y="737"/>
                </a:lnTo>
                <a:cubicBezTo>
                  <a:pt x="1326" y="734"/>
                  <a:pt x="1324" y="729"/>
                  <a:pt x="1323" y="724"/>
                </a:cubicBezTo>
                <a:cubicBezTo>
                  <a:pt x="1323" y="719"/>
                  <a:pt x="1324" y="714"/>
                  <a:pt x="1327" y="710"/>
                </a:cubicBezTo>
                <a:cubicBezTo>
                  <a:pt x="1330" y="706"/>
                  <a:pt x="1335" y="704"/>
                  <a:pt x="1340" y="703"/>
                </a:cubicBezTo>
                <a:cubicBezTo>
                  <a:pt x="1345" y="703"/>
                  <a:pt x="1350" y="704"/>
                  <a:pt x="1354" y="707"/>
                </a:cubicBezTo>
                <a:moveTo>
                  <a:pt x="1471" y="803"/>
                </a:moveTo>
                <a:lnTo>
                  <a:pt x="1485" y="816"/>
                </a:lnTo>
                <a:cubicBezTo>
                  <a:pt x="1489" y="819"/>
                  <a:pt x="1491" y="823"/>
                  <a:pt x="1492" y="828"/>
                </a:cubicBezTo>
                <a:cubicBezTo>
                  <a:pt x="1492" y="834"/>
                  <a:pt x="1491" y="838"/>
                  <a:pt x="1487" y="842"/>
                </a:cubicBezTo>
                <a:cubicBezTo>
                  <a:pt x="1484" y="846"/>
                  <a:pt x="1480" y="848"/>
                  <a:pt x="1474" y="849"/>
                </a:cubicBezTo>
                <a:cubicBezTo>
                  <a:pt x="1469" y="849"/>
                  <a:pt x="1465" y="848"/>
                  <a:pt x="1461" y="844"/>
                </a:cubicBezTo>
                <a:lnTo>
                  <a:pt x="1446" y="832"/>
                </a:lnTo>
                <a:cubicBezTo>
                  <a:pt x="1442" y="829"/>
                  <a:pt x="1440" y="824"/>
                  <a:pt x="1440" y="819"/>
                </a:cubicBezTo>
                <a:cubicBezTo>
                  <a:pt x="1439" y="814"/>
                  <a:pt x="1441" y="809"/>
                  <a:pt x="1444" y="805"/>
                </a:cubicBezTo>
                <a:cubicBezTo>
                  <a:pt x="1448" y="801"/>
                  <a:pt x="1452" y="799"/>
                  <a:pt x="1457" y="799"/>
                </a:cubicBezTo>
                <a:cubicBezTo>
                  <a:pt x="1462" y="798"/>
                  <a:pt x="1467" y="800"/>
                  <a:pt x="1471" y="803"/>
                </a:cubicBezTo>
                <a:moveTo>
                  <a:pt x="1584" y="904"/>
                </a:moveTo>
                <a:lnTo>
                  <a:pt x="1598" y="916"/>
                </a:lnTo>
                <a:cubicBezTo>
                  <a:pt x="1602" y="920"/>
                  <a:pt x="1604" y="924"/>
                  <a:pt x="1604" y="930"/>
                </a:cubicBezTo>
                <a:cubicBezTo>
                  <a:pt x="1604" y="935"/>
                  <a:pt x="1602" y="939"/>
                  <a:pt x="1599" y="943"/>
                </a:cubicBezTo>
                <a:cubicBezTo>
                  <a:pt x="1595" y="947"/>
                  <a:pt x="1591" y="949"/>
                  <a:pt x="1586" y="949"/>
                </a:cubicBezTo>
                <a:cubicBezTo>
                  <a:pt x="1580" y="949"/>
                  <a:pt x="1576" y="948"/>
                  <a:pt x="1572" y="944"/>
                </a:cubicBezTo>
                <a:lnTo>
                  <a:pt x="1558" y="931"/>
                </a:lnTo>
                <a:cubicBezTo>
                  <a:pt x="1555" y="928"/>
                  <a:pt x="1553" y="923"/>
                  <a:pt x="1552" y="918"/>
                </a:cubicBezTo>
                <a:cubicBezTo>
                  <a:pt x="1552" y="913"/>
                  <a:pt x="1554" y="908"/>
                  <a:pt x="1557" y="905"/>
                </a:cubicBezTo>
                <a:cubicBezTo>
                  <a:pt x="1561" y="901"/>
                  <a:pt x="1565" y="899"/>
                  <a:pt x="1570" y="899"/>
                </a:cubicBezTo>
                <a:cubicBezTo>
                  <a:pt x="1576" y="898"/>
                  <a:pt x="1580" y="900"/>
                  <a:pt x="1584" y="904"/>
                </a:cubicBezTo>
                <a:moveTo>
                  <a:pt x="1693" y="1008"/>
                </a:moveTo>
                <a:lnTo>
                  <a:pt x="1706" y="1021"/>
                </a:lnTo>
                <a:cubicBezTo>
                  <a:pt x="1710" y="1025"/>
                  <a:pt x="1712" y="1030"/>
                  <a:pt x="1712" y="1035"/>
                </a:cubicBezTo>
                <a:cubicBezTo>
                  <a:pt x="1712" y="1040"/>
                  <a:pt x="1710" y="1044"/>
                  <a:pt x="1706" y="1048"/>
                </a:cubicBezTo>
                <a:cubicBezTo>
                  <a:pt x="1702" y="1052"/>
                  <a:pt x="1698" y="1054"/>
                  <a:pt x="1693" y="1054"/>
                </a:cubicBezTo>
                <a:cubicBezTo>
                  <a:pt x="1688" y="1054"/>
                  <a:pt x="1683" y="1052"/>
                  <a:pt x="1679" y="1048"/>
                </a:cubicBezTo>
                <a:lnTo>
                  <a:pt x="1666" y="1035"/>
                </a:lnTo>
                <a:cubicBezTo>
                  <a:pt x="1663" y="1031"/>
                  <a:pt x="1661" y="1027"/>
                  <a:pt x="1661" y="1021"/>
                </a:cubicBezTo>
                <a:cubicBezTo>
                  <a:pt x="1661" y="1016"/>
                  <a:pt x="1663" y="1012"/>
                  <a:pt x="1666" y="1008"/>
                </a:cubicBezTo>
                <a:cubicBezTo>
                  <a:pt x="1670" y="1004"/>
                  <a:pt x="1674" y="1003"/>
                  <a:pt x="1680" y="1003"/>
                </a:cubicBezTo>
                <a:cubicBezTo>
                  <a:pt x="1685" y="1003"/>
                  <a:pt x="1689" y="1004"/>
                  <a:pt x="1693" y="1008"/>
                </a:cubicBezTo>
                <a:moveTo>
                  <a:pt x="1798" y="1117"/>
                </a:moveTo>
                <a:lnTo>
                  <a:pt x="1810" y="1131"/>
                </a:lnTo>
                <a:cubicBezTo>
                  <a:pt x="1814" y="1134"/>
                  <a:pt x="1815" y="1139"/>
                  <a:pt x="1815" y="1144"/>
                </a:cubicBezTo>
                <a:cubicBezTo>
                  <a:pt x="1815" y="1149"/>
                  <a:pt x="1813" y="1154"/>
                  <a:pt x="1809" y="1157"/>
                </a:cubicBezTo>
                <a:cubicBezTo>
                  <a:pt x="1805" y="1161"/>
                  <a:pt x="1801" y="1162"/>
                  <a:pt x="1796" y="1162"/>
                </a:cubicBezTo>
                <a:cubicBezTo>
                  <a:pt x="1791" y="1162"/>
                  <a:pt x="1786" y="1160"/>
                  <a:pt x="1783" y="1156"/>
                </a:cubicBezTo>
                <a:lnTo>
                  <a:pt x="1770" y="1142"/>
                </a:lnTo>
                <a:cubicBezTo>
                  <a:pt x="1766" y="1139"/>
                  <a:pt x="1765" y="1134"/>
                  <a:pt x="1765" y="1129"/>
                </a:cubicBezTo>
                <a:cubicBezTo>
                  <a:pt x="1765" y="1124"/>
                  <a:pt x="1767" y="1119"/>
                  <a:pt x="1771" y="1116"/>
                </a:cubicBezTo>
                <a:cubicBezTo>
                  <a:pt x="1775" y="1112"/>
                  <a:pt x="1779" y="1111"/>
                  <a:pt x="1784" y="1111"/>
                </a:cubicBezTo>
                <a:cubicBezTo>
                  <a:pt x="1790" y="1111"/>
                  <a:pt x="1794" y="1113"/>
                  <a:pt x="1798" y="1117"/>
                </a:cubicBezTo>
                <a:moveTo>
                  <a:pt x="1898" y="1230"/>
                </a:moveTo>
                <a:lnTo>
                  <a:pt x="1910" y="1244"/>
                </a:lnTo>
                <a:cubicBezTo>
                  <a:pt x="1914" y="1248"/>
                  <a:pt x="1915" y="1253"/>
                  <a:pt x="1915" y="1258"/>
                </a:cubicBezTo>
                <a:cubicBezTo>
                  <a:pt x="1914" y="1263"/>
                  <a:pt x="1912" y="1267"/>
                  <a:pt x="1908" y="1271"/>
                </a:cubicBezTo>
                <a:cubicBezTo>
                  <a:pt x="1904" y="1274"/>
                  <a:pt x="1900" y="1275"/>
                  <a:pt x="1894" y="1275"/>
                </a:cubicBezTo>
                <a:cubicBezTo>
                  <a:pt x="1889" y="1275"/>
                  <a:pt x="1885" y="1272"/>
                  <a:pt x="1882" y="1268"/>
                </a:cubicBezTo>
                <a:lnTo>
                  <a:pt x="1869" y="1254"/>
                </a:lnTo>
                <a:cubicBezTo>
                  <a:pt x="1866" y="1250"/>
                  <a:pt x="1865" y="1246"/>
                  <a:pt x="1865" y="1240"/>
                </a:cubicBezTo>
                <a:cubicBezTo>
                  <a:pt x="1865" y="1235"/>
                  <a:pt x="1868" y="1231"/>
                  <a:pt x="1872" y="1228"/>
                </a:cubicBezTo>
                <a:cubicBezTo>
                  <a:pt x="1876" y="1224"/>
                  <a:pt x="1880" y="1223"/>
                  <a:pt x="1885" y="1223"/>
                </a:cubicBezTo>
                <a:cubicBezTo>
                  <a:pt x="1890" y="1224"/>
                  <a:pt x="1895" y="1226"/>
                  <a:pt x="1898" y="1230"/>
                </a:cubicBezTo>
                <a:moveTo>
                  <a:pt x="1994" y="1348"/>
                </a:moveTo>
                <a:lnTo>
                  <a:pt x="2006" y="1363"/>
                </a:lnTo>
                <a:cubicBezTo>
                  <a:pt x="2009" y="1367"/>
                  <a:pt x="2011" y="1371"/>
                  <a:pt x="2010" y="1376"/>
                </a:cubicBezTo>
                <a:cubicBezTo>
                  <a:pt x="2009" y="1382"/>
                  <a:pt x="2007" y="1386"/>
                  <a:pt x="2003" y="1389"/>
                </a:cubicBezTo>
                <a:cubicBezTo>
                  <a:pt x="1999" y="1392"/>
                  <a:pt x="1994" y="1394"/>
                  <a:pt x="1989" y="1393"/>
                </a:cubicBezTo>
                <a:cubicBezTo>
                  <a:pt x="1984" y="1392"/>
                  <a:pt x="1980" y="1390"/>
                  <a:pt x="1977" y="1386"/>
                </a:cubicBezTo>
                <a:lnTo>
                  <a:pt x="1965" y="1371"/>
                </a:lnTo>
                <a:cubicBezTo>
                  <a:pt x="1962" y="1367"/>
                  <a:pt x="1960" y="1362"/>
                  <a:pt x="1961" y="1357"/>
                </a:cubicBezTo>
                <a:cubicBezTo>
                  <a:pt x="1962" y="1352"/>
                  <a:pt x="1964" y="1348"/>
                  <a:pt x="1968" y="1345"/>
                </a:cubicBezTo>
                <a:cubicBezTo>
                  <a:pt x="1972" y="1341"/>
                  <a:pt x="1977" y="1340"/>
                  <a:pt x="1982" y="1341"/>
                </a:cubicBezTo>
                <a:cubicBezTo>
                  <a:pt x="1987" y="1341"/>
                  <a:pt x="1991" y="1344"/>
                  <a:pt x="1994" y="1348"/>
                </a:cubicBezTo>
                <a:moveTo>
                  <a:pt x="2085" y="1467"/>
                </a:moveTo>
                <a:lnTo>
                  <a:pt x="2097" y="1483"/>
                </a:lnTo>
                <a:cubicBezTo>
                  <a:pt x="2100" y="1487"/>
                  <a:pt x="2101" y="1491"/>
                  <a:pt x="2100" y="1497"/>
                </a:cubicBezTo>
                <a:cubicBezTo>
                  <a:pt x="2099" y="1502"/>
                  <a:pt x="2097" y="1506"/>
                  <a:pt x="2092" y="1509"/>
                </a:cubicBezTo>
                <a:cubicBezTo>
                  <a:pt x="2088" y="1512"/>
                  <a:pt x="2084" y="1513"/>
                  <a:pt x="2078" y="1512"/>
                </a:cubicBezTo>
                <a:cubicBezTo>
                  <a:pt x="2073" y="1511"/>
                  <a:pt x="2069" y="1509"/>
                  <a:pt x="2066" y="1505"/>
                </a:cubicBezTo>
                <a:lnTo>
                  <a:pt x="2055" y="1490"/>
                </a:lnTo>
                <a:cubicBezTo>
                  <a:pt x="2052" y="1485"/>
                  <a:pt x="2051" y="1481"/>
                  <a:pt x="2052" y="1476"/>
                </a:cubicBezTo>
                <a:cubicBezTo>
                  <a:pt x="2053" y="1470"/>
                  <a:pt x="2055" y="1466"/>
                  <a:pt x="2059" y="1463"/>
                </a:cubicBezTo>
                <a:cubicBezTo>
                  <a:pt x="2063" y="1460"/>
                  <a:pt x="2068" y="1459"/>
                  <a:pt x="2073" y="1460"/>
                </a:cubicBezTo>
                <a:cubicBezTo>
                  <a:pt x="2078" y="1461"/>
                  <a:pt x="2082" y="1463"/>
                  <a:pt x="2085" y="1467"/>
                </a:cubicBezTo>
                <a:moveTo>
                  <a:pt x="2172" y="1591"/>
                </a:moveTo>
                <a:lnTo>
                  <a:pt x="2183" y="1607"/>
                </a:lnTo>
                <a:cubicBezTo>
                  <a:pt x="2186" y="1611"/>
                  <a:pt x="2187" y="1616"/>
                  <a:pt x="2186" y="1621"/>
                </a:cubicBezTo>
                <a:cubicBezTo>
                  <a:pt x="2185" y="1626"/>
                  <a:pt x="2182" y="1630"/>
                  <a:pt x="2178" y="1633"/>
                </a:cubicBezTo>
                <a:cubicBezTo>
                  <a:pt x="2173" y="1636"/>
                  <a:pt x="2169" y="1636"/>
                  <a:pt x="2164" y="1635"/>
                </a:cubicBezTo>
                <a:cubicBezTo>
                  <a:pt x="2158" y="1634"/>
                  <a:pt x="2154" y="1632"/>
                  <a:pt x="2152" y="1628"/>
                </a:cubicBezTo>
                <a:lnTo>
                  <a:pt x="2141" y="1612"/>
                </a:lnTo>
                <a:cubicBezTo>
                  <a:pt x="2138" y="1608"/>
                  <a:pt x="2137" y="1603"/>
                  <a:pt x="2138" y="1598"/>
                </a:cubicBezTo>
                <a:cubicBezTo>
                  <a:pt x="2139" y="1593"/>
                  <a:pt x="2142" y="1589"/>
                  <a:pt x="2146" y="1586"/>
                </a:cubicBezTo>
                <a:cubicBezTo>
                  <a:pt x="2150" y="1583"/>
                  <a:pt x="2155" y="1582"/>
                  <a:pt x="2160" y="1583"/>
                </a:cubicBezTo>
                <a:cubicBezTo>
                  <a:pt x="2165" y="1584"/>
                  <a:pt x="2169" y="1587"/>
                  <a:pt x="2172" y="1591"/>
                </a:cubicBezTo>
                <a:moveTo>
                  <a:pt x="2255" y="1718"/>
                </a:moveTo>
                <a:lnTo>
                  <a:pt x="2265" y="1735"/>
                </a:lnTo>
                <a:cubicBezTo>
                  <a:pt x="2268" y="1739"/>
                  <a:pt x="2268" y="1744"/>
                  <a:pt x="2267" y="1749"/>
                </a:cubicBezTo>
                <a:cubicBezTo>
                  <a:pt x="2266" y="1754"/>
                  <a:pt x="2263" y="1758"/>
                  <a:pt x="2259" y="1760"/>
                </a:cubicBezTo>
                <a:cubicBezTo>
                  <a:pt x="2254" y="1763"/>
                  <a:pt x="2250" y="1764"/>
                  <a:pt x="2245" y="1763"/>
                </a:cubicBezTo>
                <a:cubicBezTo>
                  <a:pt x="2240" y="1762"/>
                  <a:pt x="2236" y="1759"/>
                  <a:pt x="2233" y="1754"/>
                </a:cubicBezTo>
                <a:lnTo>
                  <a:pt x="2223" y="1738"/>
                </a:lnTo>
                <a:cubicBezTo>
                  <a:pt x="2220" y="1734"/>
                  <a:pt x="2219" y="1729"/>
                  <a:pt x="2221" y="1724"/>
                </a:cubicBezTo>
                <a:cubicBezTo>
                  <a:pt x="2222" y="1719"/>
                  <a:pt x="2225" y="1715"/>
                  <a:pt x="2229" y="1712"/>
                </a:cubicBezTo>
                <a:cubicBezTo>
                  <a:pt x="2233" y="1710"/>
                  <a:pt x="2238" y="1709"/>
                  <a:pt x="2243" y="1710"/>
                </a:cubicBezTo>
                <a:cubicBezTo>
                  <a:pt x="2248" y="1711"/>
                  <a:pt x="2252" y="1714"/>
                  <a:pt x="2255" y="1718"/>
                </a:cubicBezTo>
                <a:moveTo>
                  <a:pt x="2332" y="1848"/>
                </a:moveTo>
                <a:lnTo>
                  <a:pt x="2341" y="1864"/>
                </a:lnTo>
                <a:cubicBezTo>
                  <a:pt x="2344" y="1868"/>
                  <a:pt x="2345" y="1873"/>
                  <a:pt x="2343" y="1878"/>
                </a:cubicBezTo>
                <a:cubicBezTo>
                  <a:pt x="2342" y="1883"/>
                  <a:pt x="2339" y="1887"/>
                  <a:pt x="2334" y="1889"/>
                </a:cubicBezTo>
                <a:cubicBezTo>
                  <a:pt x="2330" y="1892"/>
                  <a:pt x="2325" y="1893"/>
                  <a:pt x="2320" y="1891"/>
                </a:cubicBezTo>
                <a:cubicBezTo>
                  <a:pt x="2315" y="1890"/>
                  <a:pt x="2311" y="1887"/>
                  <a:pt x="2309" y="1882"/>
                </a:cubicBezTo>
                <a:lnTo>
                  <a:pt x="2300" y="1866"/>
                </a:lnTo>
                <a:cubicBezTo>
                  <a:pt x="2297" y="1862"/>
                  <a:pt x="2296" y="1857"/>
                  <a:pt x="2298" y="1852"/>
                </a:cubicBezTo>
                <a:cubicBezTo>
                  <a:pt x="2299" y="1847"/>
                  <a:pt x="2302" y="1843"/>
                  <a:pt x="2307" y="1841"/>
                </a:cubicBezTo>
                <a:cubicBezTo>
                  <a:pt x="2311" y="1838"/>
                  <a:pt x="2316" y="1837"/>
                  <a:pt x="2321" y="1839"/>
                </a:cubicBezTo>
                <a:cubicBezTo>
                  <a:pt x="2326" y="1840"/>
                  <a:pt x="2330" y="1843"/>
                  <a:pt x="2332" y="1848"/>
                </a:cubicBezTo>
                <a:moveTo>
                  <a:pt x="2405" y="1979"/>
                </a:moveTo>
                <a:lnTo>
                  <a:pt x="2414" y="1996"/>
                </a:lnTo>
                <a:cubicBezTo>
                  <a:pt x="2416" y="2000"/>
                  <a:pt x="2416" y="2005"/>
                  <a:pt x="2415" y="2010"/>
                </a:cubicBezTo>
                <a:cubicBezTo>
                  <a:pt x="2413" y="2015"/>
                  <a:pt x="2410" y="2019"/>
                  <a:pt x="2406" y="2021"/>
                </a:cubicBezTo>
                <a:cubicBezTo>
                  <a:pt x="2401" y="2024"/>
                  <a:pt x="2396" y="2024"/>
                  <a:pt x="2391" y="2023"/>
                </a:cubicBezTo>
                <a:cubicBezTo>
                  <a:pt x="2386" y="2021"/>
                  <a:pt x="2383" y="2018"/>
                  <a:pt x="2380" y="2013"/>
                </a:cubicBezTo>
                <a:lnTo>
                  <a:pt x="2372" y="1997"/>
                </a:lnTo>
                <a:cubicBezTo>
                  <a:pt x="2369" y="1992"/>
                  <a:pt x="2369" y="1987"/>
                  <a:pt x="2370" y="1982"/>
                </a:cubicBezTo>
                <a:cubicBezTo>
                  <a:pt x="2372" y="1977"/>
                  <a:pt x="2375" y="1974"/>
                  <a:pt x="2379" y="1971"/>
                </a:cubicBezTo>
                <a:cubicBezTo>
                  <a:pt x="2384" y="1969"/>
                  <a:pt x="2389" y="1968"/>
                  <a:pt x="2394" y="1970"/>
                </a:cubicBezTo>
                <a:cubicBezTo>
                  <a:pt x="2399" y="1972"/>
                  <a:pt x="2402" y="1975"/>
                  <a:pt x="2405" y="1979"/>
                </a:cubicBezTo>
                <a:moveTo>
                  <a:pt x="2474" y="2115"/>
                </a:moveTo>
                <a:lnTo>
                  <a:pt x="2482" y="2132"/>
                </a:lnTo>
                <a:cubicBezTo>
                  <a:pt x="2484" y="2136"/>
                  <a:pt x="2484" y="2141"/>
                  <a:pt x="2483" y="2146"/>
                </a:cubicBezTo>
                <a:cubicBezTo>
                  <a:pt x="2481" y="2151"/>
                  <a:pt x="2478" y="2155"/>
                  <a:pt x="2473" y="2157"/>
                </a:cubicBezTo>
                <a:cubicBezTo>
                  <a:pt x="2468" y="2159"/>
                  <a:pt x="2464" y="2159"/>
                  <a:pt x="2459" y="2158"/>
                </a:cubicBezTo>
                <a:cubicBezTo>
                  <a:pt x="2454" y="2156"/>
                  <a:pt x="2450" y="2153"/>
                  <a:pt x="2448" y="2148"/>
                </a:cubicBezTo>
                <a:lnTo>
                  <a:pt x="2440" y="2131"/>
                </a:lnTo>
                <a:cubicBezTo>
                  <a:pt x="2437" y="2126"/>
                  <a:pt x="2437" y="2122"/>
                  <a:pt x="2439" y="2117"/>
                </a:cubicBezTo>
                <a:cubicBezTo>
                  <a:pt x="2441" y="2112"/>
                  <a:pt x="2444" y="2108"/>
                  <a:pt x="2448" y="2106"/>
                </a:cubicBezTo>
                <a:cubicBezTo>
                  <a:pt x="2453" y="2104"/>
                  <a:pt x="2458" y="2103"/>
                  <a:pt x="2463" y="2105"/>
                </a:cubicBezTo>
                <a:cubicBezTo>
                  <a:pt x="2468" y="2107"/>
                  <a:pt x="2471" y="2110"/>
                  <a:pt x="2474" y="2115"/>
                </a:cubicBezTo>
                <a:moveTo>
                  <a:pt x="2538" y="2252"/>
                </a:moveTo>
                <a:lnTo>
                  <a:pt x="2545" y="2269"/>
                </a:lnTo>
                <a:cubicBezTo>
                  <a:pt x="2547" y="2274"/>
                  <a:pt x="2547" y="2278"/>
                  <a:pt x="2545" y="2283"/>
                </a:cubicBezTo>
                <a:cubicBezTo>
                  <a:pt x="2544" y="2288"/>
                  <a:pt x="2540" y="2292"/>
                  <a:pt x="2536" y="2294"/>
                </a:cubicBezTo>
                <a:cubicBezTo>
                  <a:pt x="2531" y="2296"/>
                  <a:pt x="2526" y="2296"/>
                  <a:pt x="2521" y="2294"/>
                </a:cubicBezTo>
                <a:cubicBezTo>
                  <a:pt x="2516" y="2292"/>
                  <a:pt x="2513" y="2289"/>
                  <a:pt x="2511" y="2284"/>
                </a:cubicBezTo>
                <a:lnTo>
                  <a:pt x="2503" y="2267"/>
                </a:lnTo>
                <a:cubicBezTo>
                  <a:pt x="2501" y="2263"/>
                  <a:pt x="2501" y="2258"/>
                  <a:pt x="2503" y="2253"/>
                </a:cubicBezTo>
                <a:cubicBezTo>
                  <a:pt x="2505" y="2248"/>
                  <a:pt x="2508" y="2245"/>
                  <a:pt x="2513" y="2242"/>
                </a:cubicBezTo>
                <a:cubicBezTo>
                  <a:pt x="2517" y="2240"/>
                  <a:pt x="2522" y="2240"/>
                  <a:pt x="2527" y="2242"/>
                </a:cubicBezTo>
                <a:cubicBezTo>
                  <a:pt x="2532" y="2244"/>
                  <a:pt x="2535" y="2247"/>
                  <a:pt x="2538" y="2252"/>
                </a:cubicBezTo>
                <a:moveTo>
                  <a:pt x="2596" y="2389"/>
                </a:moveTo>
                <a:lnTo>
                  <a:pt x="2603" y="2407"/>
                </a:lnTo>
                <a:cubicBezTo>
                  <a:pt x="2605" y="2412"/>
                  <a:pt x="2605" y="2416"/>
                  <a:pt x="2603" y="2421"/>
                </a:cubicBezTo>
                <a:cubicBezTo>
                  <a:pt x="2601" y="2426"/>
                  <a:pt x="2598" y="2429"/>
                  <a:pt x="2593" y="2431"/>
                </a:cubicBezTo>
                <a:cubicBezTo>
                  <a:pt x="2588" y="2433"/>
                  <a:pt x="2584" y="2433"/>
                  <a:pt x="2579" y="2431"/>
                </a:cubicBezTo>
                <a:cubicBezTo>
                  <a:pt x="2574" y="2429"/>
                  <a:pt x="2571" y="2426"/>
                  <a:pt x="2569" y="2421"/>
                </a:cubicBezTo>
                <a:lnTo>
                  <a:pt x="2562" y="2404"/>
                </a:lnTo>
                <a:cubicBezTo>
                  <a:pt x="2560" y="2399"/>
                  <a:pt x="2560" y="2394"/>
                  <a:pt x="2562" y="2389"/>
                </a:cubicBezTo>
                <a:cubicBezTo>
                  <a:pt x="2564" y="2384"/>
                  <a:pt x="2567" y="2381"/>
                  <a:pt x="2572" y="2379"/>
                </a:cubicBezTo>
                <a:cubicBezTo>
                  <a:pt x="2577" y="2377"/>
                  <a:pt x="2581" y="2377"/>
                  <a:pt x="2586" y="2379"/>
                </a:cubicBezTo>
                <a:cubicBezTo>
                  <a:pt x="2591" y="2381"/>
                  <a:pt x="2594" y="2385"/>
                  <a:pt x="2596" y="2389"/>
                </a:cubicBezTo>
                <a:moveTo>
                  <a:pt x="2652" y="2530"/>
                </a:moveTo>
                <a:lnTo>
                  <a:pt x="2658" y="2548"/>
                </a:lnTo>
                <a:cubicBezTo>
                  <a:pt x="2660" y="2553"/>
                  <a:pt x="2660" y="2558"/>
                  <a:pt x="2658" y="2562"/>
                </a:cubicBezTo>
                <a:cubicBezTo>
                  <a:pt x="2656" y="2567"/>
                  <a:pt x="2652" y="2570"/>
                  <a:pt x="2647" y="2572"/>
                </a:cubicBezTo>
                <a:cubicBezTo>
                  <a:pt x="2642" y="2574"/>
                  <a:pt x="2638" y="2574"/>
                  <a:pt x="2633" y="2572"/>
                </a:cubicBezTo>
                <a:cubicBezTo>
                  <a:pt x="2628" y="2570"/>
                  <a:pt x="2625" y="2566"/>
                  <a:pt x="2623" y="2561"/>
                </a:cubicBezTo>
                <a:lnTo>
                  <a:pt x="2616" y="2543"/>
                </a:lnTo>
                <a:cubicBezTo>
                  <a:pt x="2615" y="2539"/>
                  <a:pt x="2615" y="2534"/>
                  <a:pt x="2617" y="2529"/>
                </a:cubicBezTo>
                <a:cubicBezTo>
                  <a:pt x="2619" y="2524"/>
                  <a:pt x="2623" y="2521"/>
                  <a:pt x="2627" y="2519"/>
                </a:cubicBezTo>
                <a:cubicBezTo>
                  <a:pt x="2632" y="2517"/>
                  <a:pt x="2637" y="2518"/>
                  <a:pt x="2642" y="2520"/>
                </a:cubicBezTo>
                <a:cubicBezTo>
                  <a:pt x="2647" y="2522"/>
                  <a:pt x="2650" y="2525"/>
                  <a:pt x="2652" y="2530"/>
                </a:cubicBezTo>
                <a:moveTo>
                  <a:pt x="2703" y="2675"/>
                </a:moveTo>
                <a:lnTo>
                  <a:pt x="2707" y="2685"/>
                </a:lnTo>
                <a:cubicBezTo>
                  <a:pt x="2708" y="2690"/>
                  <a:pt x="2708" y="2695"/>
                  <a:pt x="2706" y="2699"/>
                </a:cubicBezTo>
                <a:cubicBezTo>
                  <a:pt x="2704" y="2704"/>
                  <a:pt x="2700" y="2707"/>
                  <a:pt x="2695" y="2709"/>
                </a:cubicBezTo>
                <a:cubicBezTo>
                  <a:pt x="2690" y="2710"/>
                  <a:pt x="2685" y="2710"/>
                  <a:pt x="2681" y="2708"/>
                </a:cubicBezTo>
                <a:cubicBezTo>
                  <a:pt x="2676" y="2706"/>
                  <a:pt x="2673" y="2702"/>
                  <a:pt x="2671" y="2697"/>
                </a:cubicBezTo>
                <a:lnTo>
                  <a:pt x="2668" y="2687"/>
                </a:lnTo>
                <a:cubicBezTo>
                  <a:pt x="2666" y="2682"/>
                  <a:pt x="2666" y="2677"/>
                  <a:pt x="2669" y="2672"/>
                </a:cubicBezTo>
                <a:cubicBezTo>
                  <a:pt x="2671" y="2668"/>
                  <a:pt x="2675" y="2665"/>
                  <a:pt x="2679" y="2663"/>
                </a:cubicBezTo>
                <a:cubicBezTo>
                  <a:pt x="2684" y="2661"/>
                  <a:pt x="2689" y="2662"/>
                  <a:pt x="2694" y="2664"/>
                </a:cubicBezTo>
                <a:cubicBezTo>
                  <a:pt x="2698" y="2666"/>
                  <a:pt x="2702" y="2670"/>
                  <a:pt x="2703" y="267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5" name=""/>
          <p:cNvSpPr/>
          <p:nvPr/>
        </p:nvSpPr>
        <p:spPr>
          <a:xfrm>
            <a:off x="5001120" y="3838320"/>
            <a:ext cx="77040" cy="71280"/>
          </a:xfrm>
          <a:custGeom>
            <a:avLst/>
            <a:gdLst/>
            <a:ahLst/>
            <a:rect l="0" t="0" r="r" b="b"/>
            <a:pathLst>
              <a:path fill="none" w="214" h="198">
                <a:moveTo>
                  <a:pt x="214" y="0"/>
                </a:moveTo>
                <a:lnTo>
                  <a:pt x="162" y="198"/>
                </a:lnTo>
                <a:lnTo>
                  <a:pt x="0" y="7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16" name=""/>
          <p:cNvSpPr/>
          <p:nvPr/>
        </p:nvSpPr>
        <p:spPr>
          <a:xfrm>
            <a:off x="4091400" y="4498200"/>
            <a:ext cx="974880" cy="975600"/>
          </a:xfrm>
          <a:custGeom>
            <a:avLst/>
            <a:gdLst/>
            <a:ahLst/>
            <a:rect l="0" t="0" r="r" b="b"/>
            <a:pathLst>
              <a:path w="2708" h="2710">
                <a:moveTo>
                  <a:pt x="2707" y="25"/>
                </a:moveTo>
                <a:lnTo>
                  <a:pt x="2701" y="44"/>
                </a:lnTo>
                <a:cubicBezTo>
                  <a:pt x="2699" y="49"/>
                  <a:pt x="2696" y="52"/>
                  <a:pt x="2691" y="54"/>
                </a:cubicBezTo>
                <a:cubicBezTo>
                  <a:pt x="2686" y="57"/>
                  <a:pt x="2682" y="57"/>
                  <a:pt x="2677" y="55"/>
                </a:cubicBezTo>
                <a:cubicBezTo>
                  <a:pt x="2672" y="54"/>
                  <a:pt x="2668" y="51"/>
                  <a:pt x="2666" y="46"/>
                </a:cubicBezTo>
                <a:cubicBezTo>
                  <a:pt x="2664" y="41"/>
                  <a:pt x="2663" y="36"/>
                  <a:pt x="2665" y="31"/>
                </a:cubicBezTo>
                <a:lnTo>
                  <a:pt x="2671" y="13"/>
                </a:lnTo>
                <a:cubicBezTo>
                  <a:pt x="2673" y="8"/>
                  <a:pt x="2676" y="5"/>
                  <a:pt x="2681" y="2"/>
                </a:cubicBezTo>
                <a:cubicBezTo>
                  <a:pt x="2685" y="0"/>
                  <a:pt x="2690" y="0"/>
                  <a:pt x="2695" y="2"/>
                </a:cubicBezTo>
                <a:cubicBezTo>
                  <a:pt x="2700" y="3"/>
                  <a:pt x="2704" y="6"/>
                  <a:pt x="2706" y="11"/>
                </a:cubicBezTo>
                <a:cubicBezTo>
                  <a:pt x="2708" y="16"/>
                  <a:pt x="2708" y="21"/>
                  <a:pt x="2707" y="25"/>
                </a:cubicBezTo>
                <a:moveTo>
                  <a:pt x="2655" y="170"/>
                </a:moveTo>
                <a:lnTo>
                  <a:pt x="2649" y="188"/>
                </a:lnTo>
                <a:cubicBezTo>
                  <a:pt x="2647" y="193"/>
                  <a:pt x="2644" y="196"/>
                  <a:pt x="2639" y="198"/>
                </a:cubicBezTo>
                <a:cubicBezTo>
                  <a:pt x="2634" y="201"/>
                  <a:pt x="2629" y="201"/>
                  <a:pt x="2624" y="199"/>
                </a:cubicBezTo>
                <a:cubicBezTo>
                  <a:pt x="2620" y="197"/>
                  <a:pt x="2616" y="194"/>
                  <a:pt x="2614" y="189"/>
                </a:cubicBezTo>
                <a:cubicBezTo>
                  <a:pt x="2612" y="184"/>
                  <a:pt x="2612" y="179"/>
                  <a:pt x="2613" y="175"/>
                </a:cubicBezTo>
                <a:lnTo>
                  <a:pt x="2620" y="157"/>
                </a:lnTo>
                <a:cubicBezTo>
                  <a:pt x="2622" y="152"/>
                  <a:pt x="2625" y="148"/>
                  <a:pt x="2630" y="146"/>
                </a:cubicBezTo>
                <a:cubicBezTo>
                  <a:pt x="2635" y="144"/>
                  <a:pt x="2639" y="144"/>
                  <a:pt x="2644" y="146"/>
                </a:cubicBezTo>
                <a:cubicBezTo>
                  <a:pt x="2649" y="148"/>
                  <a:pt x="2653" y="151"/>
                  <a:pt x="2655" y="156"/>
                </a:cubicBezTo>
                <a:cubicBezTo>
                  <a:pt x="2657" y="160"/>
                  <a:pt x="2657" y="165"/>
                  <a:pt x="2655" y="170"/>
                </a:cubicBezTo>
                <a:moveTo>
                  <a:pt x="2600" y="311"/>
                </a:moveTo>
                <a:lnTo>
                  <a:pt x="2593" y="329"/>
                </a:lnTo>
                <a:cubicBezTo>
                  <a:pt x="2591" y="333"/>
                  <a:pt x="2588" y="337"/>
                  <a:pt x="2583" y="339"/>
                </a:cubicBezTo>
                <a:cubicBezTo>
                  <a:pt x="2578" y="341"/>
                  <a:pt x="2574" y="341"/>
                  <a:pt x="2569" y="339"/>
                </a:cubicBezTo>
                <a:cubicBezTo>
                  <a:pt x="2564" y="337"/>
                  <a:pt x="2561" y="333"/>
                  <a:pt x="2559" y="329"/>
                </a:cubicBezTo>
                <a:cubicBezTo>
                  <a:pt x="2557" y="324"/>
                  <a:pt x="2556" y="319"/>
                  <a:pt x="2558" y="314"/>
                </a:cubicBezTo>
                <a:lnTo>
                  <a:pt x="2566" y="297"/>
                </a:lnTo>
                <a:cubicBezTo>
                  <a:pt x="2568" y="292"/>
                  <a:pt x="2571" y="289"/>
                  <a:pt x="2576" y="287"/>
                </a:cubicBezTo>
                <a:cubicBezTo>
                  <a:pt x="2580" y="285"/>
                  <a:pt x="2585" y="285"/>
                  <a:pt x="2590" y="287"/>
                </a:cubicBezTo>
                <a:cubicBezTo>
                  <a:pt x="2595" y="289"/>
                  <a:pt x="2598" y="292"/>
                  <a:pt x="2600" y="297"/>
                </a:cubicBezTo>
                <a:cubicBezTo>
                  <a:pt x="2602" y="302"/>
                  <a:pt x="2602" y="306"/>
                  <a:pt x="2600" y="311"/>
                </a:cubicBezTo>
                <a:moveTo>
                  <a:pt x="2542" y="449"/>
                </a:moveTo>
                <a:lnTo>
                  <a:pt x="2534" y="466"/>
                </a:lnTo>
                <a:cubicBezTo>
                  <a:pt x="2532" y="470"/>
                  <a:pt x="2529" y="474"/>
                  <a:pt x="2524" y="476"/>
                </a:cubicBezTo>
                <a:cubicBezTo>
                  <a:pt x="2519" y="477"/>
                  <a:pt x="2514" y="477"/>
                  <a:pt x="2509" y="475"/>
                </a:cubicBezTo>
                <a:cubicBezTo>
                  <a:pt x="2505" y="473"/>
                  <a:pt x="2501" y="470"/>
                  <a:pt x="2500" y="465"/>
                </a:cubicBezTo>
                <a:cubicBezTo>
                  <a:pt x="2498" y="460"/>
                  <a:pt x="2498" y="455"/>
                  <a:pt x="2500" y="450"/>
                </a:cubicBezTo>
                <a:lnTo>
                  <a:pt x="2507" y="433"/>
                </a:lnTo>
                <a:cubicBezTo>
                  <a:pt x="2510" y="429"/>
                  <a:pt x="2513" y="425"/>
                  <a:pt x="2518" y="424"/>
                </a:cubicBezTo>
                <a:cubicBezTo>
                  <a:pt x="2523" y="422"/>
                  <a:pt x="2528" y="422"/>
                  <a:pt x="2532" y="424"/>
                </a:cubicBezTo>
                <a:cubicBezTo>
                  <a:pt x="2537" y="426"/>
                  <a:pt x="2540" y="430"/>
                  <a:pt x="2542" y="434"/>
                </a:cubicBezTo>
                <a:cubicBezTo>
                  <a:pt x="2544" y="439"/>
                  <a:pt x="2544" y="444"/>
                  <a:pt x="2542" y="449"/>
                </a:cubicBezTo>
                <a:moveTo>
                  <a:pt x="2478" y="586"/>
                </a:moveTo>
                <a:lnTo>
                  <a:pt x="2470" y="603"/>
                </a:lnTo>
                <a:cubicBezTo>
                  <a:pt x="2468" y="608"/>
                  <a:pt x="2464" y="611"/>
                  <a:pt x="2459" y="613"/>
                </a:cubicBezTo>
                <a:cubicBezTo>
                  <a:pt x="2454" y="614"/>
                  <a:pt x="2449" y="614"/>
                  <a:pt x="2445" y="612"/>
                </a:cubicBezTo>
                <a:cubicBezTo>
                  <a:pt x="2440" y="610"/>
                  <a:pt x="2437" y="606"/>
                  <a:pt x="2435" y="601"/>
                </a:cubicBezTo>
                <a:cubicBezTo>
                  <a:pt x="2434" y="596"/>
                  <a:pt x="2434" y="591"/>
                  <a:pt x="2436" y="587"/>
                </a:cubicBezTo>
                <a:lnTo>
                  <a:pt x="2444" y="570"/>
                </a:lnTo>
                <a:cubicBezTo>
                  <a:pt x="2447" y="565"/>
                  <a:pt x="2450" y="562"/>
                  <a:pt x="2455" y="560"/>
                </a:cubicBezTo>
                <a:cubicBezTo>
                  <a:pt x="2460" y="558"/>
                  <a:pt x="2465" y="559"/>
                  <a:pt x="2470" y="561"/>
                </a:cubicBezTo>
                <a:cubicBezTo>
                  <a:pt x="2474" y="563"/>
                  <a:pt x="2477" y="567"/>
                  <a:pt x="2479" y="572"/>
                </a:cubicBezTo>
                <a:cubicBezTo>
                  <a:pt x="2481" y="577"/>
                  <a:pt x="2480" y="581"/>
                  <a:pt x="2478" y="586"/>
                </a:cubicBezTo>
                <a:moveTo>
                  <a:pt x="2410" y="722"/>
                </a:moveTo>
                <a:lnTo>
                  <a:pt x="2401" y="738"/>
                </a:lnTo>
                <a:cubicBezTo>
                  <a:pt x="2398" y="743"/>
                  <a:pt x="2395" y="746"/>
                  <a:pt x="2390" y="748"/>
                </a:cubicBezTo>
                <a:cubicBezTo>
                  <a:pt x="2385" y="749"/>
                  <a:pt x="2380" y="749"/>
                  <a:pt x="2376" y="746"/>
                </a:cubicBezTo>
                <a:cubicBezTo>
                  <a:pt x="2371" y="744"/>
                  <a:pt x="2368" y="740"/>
                  <a:pt x="2366" y="735"/>
                </a:cubicBezTo>
                <a:cubicBezTo>
                  <a:pt x="2365" y="730"/>
                  <a:pt x="2365" y="725"/>
                  <a:pt x="2368" y="721"/>
                </a:cubicBezTo>
                <a:lnTo>
                  <a:pt x="2376" y="704"/>
                </a:lnTo>
                <a:cubicBezTo>
                  <a:pt x="2379" y="700"/>
                  <a:pt x="2383" y="697"/>
                  <a:pt x="2388" y="695"/>
                </a:cubicBezTo>
                <a:cubicBezTo>
                  <a:pt x="2393" y="693"/>
                  <a:pt x="2397" y="694"/>
                  <a:pt x="2402" y="696"/>
                </a:cubicBezTo>
                <a:cubicBezTo>
                  <a:pt x="2406" y="699"/>
                  <a:pt x="2410" y="702"/>
                  <a:pt x="2411" y="707"/>
                </a:cubicBezTo>
                <a:cubicBezTo>
                  <a:pt x="2413" y="712"/>
                  <a:pt x="2412" y="717"/>
                  <a:pt x="2410" y="722"/>
                </a:cubicBezTo>
                <a:moveTo>
                  <a:pt x="2337" y="854"/>
                </a:moveTo>
                <a:lnTo>
                  <a:pt x="2328" y="870"/>
                </a:lnTo>
                <a:cubicBezTo>
                  <a:pt x="2326" y="874"/>
                  <a:pt x="2322" y="877"/>
                  <a:pt x="2317" y="879"/>
                </a:cubicBezTo>
                <a:cubicBezTo>
                  <a:pt x="2312" y="880"/>
                  <a:pt x="2307" y="879"/>
                  <a:pt x="2302" y="877"/>
                </a:cubicBezTo>
                <a:cubicBezTo>
                  <a:pt x="2298" y="874"/>
                  <a:pt x="2295" y="870"/>
                  <a:pt x="2294" y="865"/>
                </a:cubicBezTo>
                <a:cubicBezTo>
                  <a:pt x="2292" y="860"/>
                  <a:pt x="2293" y="856"/>
                  <a:pt x="2296" y="851"/>
                </a:cubicBezTo>
                <a:lnTo>
                  <a:pt x="2305" y="835"/>
                </a:lnTo>
                <a:cubicBezTo>
                  <a:pt x="2307" y="830"/>
                  <a:pt x="2311" y="828"/>
                  <a:pt x="2316" y="826"/>
                </a:cubicBezTo>
                <a:cubicBezTo>
                  <a:pt x="2321" y="825"/>
                  <a:pt x="2326" y="825"/>
                  <a:pt x="2330" y="828"/>
                </a:cubicBezTo>
                <a:cubicBezTo>
                  <a:pt x="2335" y="831"/>
                  <a:pt x="2338" y="834"/>
                  <a:pt x="2339" y="839"/>
                </a:cubicBezTo>
                <a:cubicBezTo>
                  <a:pt x="2341" y="844"/>
                  <a:pt x="2340" y="849"/>
                  <a:pt x="2337" y="854"/>
                </a:cubicBezTo>
                <a:moveTo>
                  <a:pt x="2261" y="983"/>
                </a:moveTo>
                <a:lnTo>
                  <a:pt x="2251" y="999"/>
                </a:lnTo>
                <a:cubicBezTo>
                  <a:pt x="2248" y="1003"/>
                  <a:pt x="2244" y="1006"/>
                  <a:pt x="2239" y="1007"/>
                </a:cubicBezTo>
                <a:cubicBezTo>
                  <a:pt x="2234" y="1009"/>
                  <a:pt x="2229" y="1008"/>
                  <a:pt x="2225" y="1005"/>
                </a:cubicBezTo>
                <a:cubicBezTo>
                  <a:pt x="2220" y="1002"/>
                  <a:pt x="2217" y="998"/>
                  <a:pt x="2216" y="993"/>
                </a:cubicBezTo>
                <a:cubicBezTo>
                  <a:pt x="2215" y="988"/>
                  <a:pt x="2216" y="984"/>
                  <a:pt x="2219" y="979"/>
                </a:cubicBezTo>
                <a:lnTo>
                  <a:pt x="2229" y="963"/>
                </a:lnTo>
                <a:cubicBezTo>
                  <a:pt x="2231" y="959"/>
                  <a:pt x="2235" y="956"/>
                  <a:pt x="2240" y="955"/>
                </a:cubicBezTo>
                <a:cubicBezTo>
                  <a:pt x="2245" y="953"/>
                  <a:pt x="2250" y="954"/>
                  <a:pt x="2255" y="957"/>
                </a:cubicBezTo>
                <a:cubicBezTo>
                  <a:pt x="2259" y="960"/>
                  <a:pt x="2262" y="964"/>
                  <a:pt x="2263" y="969"/>
                </a:cubicBezTo>
                <a:cubicBezTo>
                  <a:pt x="2264" y="974"/>
                  <a:pt x="2263" y="978"/>
                  <a:pt x="2261" y="983"/>
                </a:cubicBezTo>
                <a:moveTo>
                  <a:pt x="2178" y="1111"/>
                </a:moveTo>
                <a:lnTo>
                  <a:pt x="2168" y="1126"/>
                </a:lnTo>
                <a:cubicBezTo>
                  <a:pt x="2165" y="1131"/>
                  <a:pt x="2161" y="1133"/>
                  <a:pt x="2156" y="1134"/>
                </a:cubicBezTo>
                <a:cubicBezTo>
                  <a:pt x="2151" y="1135"/>
                  <a:pt x="2146" y="1134"/>
                  <a:pt x="2142" y="1131"/>
                </a:cubicBezTo>
                <a:cubicBezTo>
                  <a:pt x="2137" y="1128"/>
                  <a:pt x="2135" y="1124"/>
                  <a:pt x="2134" y="1119"/>
                </a:cubicBezTo>
                <a:cubicBezTo>
                  <a:pt x="2133" y="1114"/>
                  <a:pt x="2134" y="1110"/>
                  <a:pt x="2136" y="1105"/>
                </a:cubicBezTo>
                <a:lnTo>
                  <a:pt x="2147" y="1090"/>
                </a:lnTo>
                <a:cubicBezTo>
                  <a:pt x="2150" y="1085"/>
                  <a:pt x="2154" y="1083"/>
                  <a:pt x="2159" y="1082"/>
                </a:cubicBezTo>
                <a:cubicBezTo>
                  <a:pt x="2164" y="1081"/>
                  <a:pt x="2169" y="1082"/>
                  <a:pt x="2173" y="1085"/>
                </a:cubicBezTo>
                <a:cubicBezTo>
                  <a:pt x="2177" y="1087"/>
                  <a:pt x="2180" y="1091"/>
                  <a:pt x="2181" y="1097"/>
                </a:cubicBezTo>
                <a:cubicBezTo>
                  <a:pt x="2182" y="1102"/>
                  <a:pt x="2181" y="1106"/>
                  <a:pt x="2178" y="1111"/>
                </a:cubicBezTo>
                <a:moveTo>
                  <a:pt x="2092" y="1234"/>
                </a:moveTo>
                <a:lnTo>
                  <a:pt x="2081" y="1249"/>
                </a:lnTo>
                <a:cubicBezTo>
                  <a:pt x="2078" y="1254"/>
                  <a:pt x="2073" y="1256"/>
                  <a:pt x="2068" y="1257"/>
                </a:cubicBezTo>
                <a:cubicBezTo>
                  <a:pt x="2063" y="1258"/>
                  <a:pt x="2059" y="1257"/>
                  <a:pt x="2054" y="1254"/>
                </a:cubicBezTo>
                <a:cubicBezTo>
                  <a:pt x="2050" y="1251"/>
                  <a:pt x="2048" y="1246"/>
                  <a:pt x="2047" y="1241"/>
                </a:cubicBezTo>
                <a:cubicBezTo>
                  <a:pt x="2046" y="1236"/>
                  <a:pt x="2047" y="1231"/>
                  <a:pt x="2050" y="1227"/>
                </a:cubicBezTo>
                <a:lnTo>
                  <a:pt x="2061" y="1212"/>
                </a:lnTo>
                <a:cubicBezTo>
                  <a:pt x="2064" y="1208"/>
                  <a:pt x="2069" y="1205"/>
                  <a:pt x="2074" y="1205"/>
                </a:cubicBezTo>
                <a:cubicBezTo>
                  <a:pt x="2079" y="1204"/>
                  <a:pt x="2083" y="1205"/>
                  <a:pt x="2088" y="1208"/>
                </a:cubicBezTo>
                <a:cubicBezTo>
                  <a:pt x="2092" y="1211"/>
                  <a:pt x="2094" y="1215"/>
                  <a:pt x="2095" y="1220"/>
                </a:cubicBezTo>
                <a:cubicBezTo>
                  <a:pt x="2096" y="1226"/>
                  <a:pt x="2095" y="1230"/>
                  <a:pt x="2092" y="1234"/>
                </a:cubicBezTo>
                <a:moveTo>
                  <a:pt x="2001" y="1354"/>
                </a:moveTo>
                <a:lnTo>
                  <a:pt x="1989" y="1369"/>
                </a:lnTo>
                <a:cubicBezTo>
                  <a:pt x="1986" y="1373"/>
                  <a:pt x="1982" y="1375"/>
                  <a:pt x="1977" y="1376"/>
                </a:cubicBezTo>
                <a:cubicBezTo>
                  <a:pt x="1972" y="1377"/>
                  <a:pt x="1967" y="1375"/>
                  <a:pt x="1963" y="1372"/>
                </a:cubicBezTo>
                <a:cubicBezTo>
                  <a:pt x="1959" y="1369"/>
                  <a:pt x="1956" y="1365"/>
                  <a:pt x="1956" y="1360"/>
                </a:cubicBezTo>
                <a:cubicBezTo>
                  <a:pt x="1955" y="1354"/>
                  <a:pt x="1957" y="1350"/>
                  <a:pt x="1960" y="1346"/>
                </a:cubicBezTo>
                <a:lnTo>
                  <a:pt x="1972" y="1331"/>
                </a:lnTo>
                <a:cubicBezTo>
                  <a:pt x="1975" y="1327"/>
                  <a:pt x="1979" y="1325"/>
                  <a:pt x="1984" y="1324"/>
                </a:cubicBezTo>
                <a:cubicBezTo>
                  <a:pt x="1989" y="1323"/>
                  <a:pt x="1994" y="1325"/>
                  <a:pt x="1998" y="1328"/>
                </a:cubicBezTo>
                <a:cubicBezTo>
                  <a:pt x="2002" y="1331"/>
                  <a:pt x="2004" y="1335"/>
                  <a:pt x="2005" y="1340"/>
                </a:cubicBezTo>
                <a:cubicBezTo>
                  <a:pt x="2006" y="1346"/>
                  <a:pt x="2004" y="1350"/>
                  <a:pt x="2001" y="1354"/>
                </a:cubicBezTo>
                <a:moveTo>
                  <a:pt x="1905" y="1472"/>
                </a:moveTo>
                <a:lnTo>
                  <a:pt x="1893" y="1486"/>
                </a:lnTo>
                <a:cubicBezTo>
                  <a:pt x="1889" y="1490"/>
                  <a:pt x="1885" y="1492"/>
                  <a:pt x="1880" y="1492"/>
                </a:cubicBezTo>
                <a:cubicBezTo>
                  <a:pt x="1875" y="1493"/>
                  <a:pt x="1870" y="1491"/>
                  <a:pt x="1866" y="1488"/>
                </a:cubicBezTo>
                <a:cubicBezTo>
                  <a:pt x="1862" y="1485"/>
                  <a:pt x="1860" y="1480"/>
                  <a:pt x="1860" y="1475"/>
                </a:cubicBezTo>
                <a:cubicBezTo>
                  <a:pt x="1859" y="1470"/>
                  <a:pt x="1861" y="1465"/>
                  <a:pt x="1864" y="1461"/>
                </a:cubicBezTo>
                <a:lnTo>
                  <a:pt x="1876" y="1447"/>
                </a:lnTo>
                <a:cubicBezTo>
                  <a:pt x="1880" y="1443"/>
                  <a:pt x="1884" y="1441"/>
                  <a:pt x="1889" y="1441"/>
                </a:cubicBezTo>
                <a:cubicBezTo>
                  <a:pt x="1894" y="1440"/>
                  <a:pt x="1899" y="1442"/>
                  <a:pt x="1903" y="1445"/>
                </a:cubicBezTo>
                <a:cubicBezTo>
                  <a:pt x="1907" y="1448"/>
                  <a:pt x="1909" y="1453"/>
                  <a:pt x="1909" y="1458"/>
                </a:cubicBezTo>
                <a:cubicBezTo>
                  <a:pt x="1910" y="1463"/>
                  <a:pt x="1908" y="1468"/>
                  <a:pt x="1905" y="1472"/>
                </a:cubicBezTo>
                <a:moveTo>
                  <a:pt x="1805" y="1585"/>
                </a:moveTo>
                <a:lnTo>
                  <a:pt x="1792" y="1599"/>
                </a:lnTo>
                <a:cubicBezTo>
                  <a:pt x="1788" y="1602"/>
                  <a:pt x="1784" y="1604"/>
                  <a:pt x="1779" y="1605"/>
                </a:cubicBezTo>
                <a:cubicBezTo>
                  <a:pt x="1774" y="1605"/>
                  <a:pt x="1769" y="1603"/>
                  <a:pt x="1765" y="1600"/>
                </a:cubicBezTo>
                <a:cubicBezTo>
                  <a:pt x="1762" y="1596"/>
                  <a:pt x="1760" y="1592"/>
                  <a:pt x="1759" y="1586"/>
                </a:cubicBezTo>
                <a:cubicBezTo>
                  <a:pt x="1759" y="1581"/>
                  <a:pt x="1761" y="1577"/>
                  <a:pt x="1764" y="1573"/>
                </a:cubicBezTo>
                <a:lnTo>
                  <a:pt x="1777" y="1559"/>
                </a:lnTo>
                <a:cubicBezTo>
                  <a:pt x="1781" y="1555"/>
                  <a:pt x="1785" y="1553"/>
                  <a:pt x="1790" y="1553"/>
                </a:cubicBezTo>
                <a:cubicBezTo>
                  <a:pt x="1795" y="1553"/>
                  <a:pt x="1800" y="1555"/>
                  <a:pt x="1804" y="1558"/>
                </a:cubicBezTo>
                <a:cubicBezTo>
                  <a:pt x="1807" y="1562"/>
                  <a:pt x="1810" y="1566"/>
                  <a:pt x="1810" y="1571"/>
                </a:cubicBezTo>
                <a:cubicBezTo>
                  <a:pt x="1810" y="1576"/>
                  <a:pt x="1808" y="1581"/>
                  <a:pt x="1805" y="1585"/>
                </a:cubicBezTo>
                <a:moveTo>
                  <a:pt x="1700" y="1694"/>
                </a:moveTo>
                <a:lnTo>
                  <a:pt x="1687" y="1707"/>
                </a:lnTo>
                <a:cubicBezTo>
                  <a:pt x="1683" y="1711"/>
                  <a:pt x="1679" y="1712"/>
                  <a:pt x="1674" y="1712"/>
                </a:cubicBezTo>
                <a:cubicBezTo>
                  <a:pt x="1669" y="1712"/>
                  <a:pt x="1664" y="1711"/>
                  <a:pt x="1660" y="1707"/>
                </a:cubicBezTo>
                <a:cubicBezTo>
                  <a:pt x="1657" y="1703"/>
                  <a:pt x="1655" y="1699"/>
                  <a:pt x="1655" y="1694"/>
                </a:cubicBezTo>
                <a:cubicBezTo>
                  <a:pt x="1655" y="1688"/>
                  <a:pt x="1657" y="1684"/>
                  <a:pt x="1660" y="1680"/>
                </a:cubicBezTo>
                <a:lnTo>
                  <a:pt x="1674" y="1667"/>
                </a:lnTo>
                <a:cubicBezTo>
                  <a:pt x="1677" y="1663"/>
                  <a:pt x="1682" y="1662"/>
                  <a:pt x="1687" y="1662"/>
                </a:cubicBezTo>
                <a:cubicBezTo>
                  <a:pt x="1692" y="1662"/>
                  <a:pt x="1697" y="1663"/>
                  <a:pt x="1700" y="1667"/>
                </a:cubicBezTo>
                <a:cubicBezTo>
                  <a:pt x="1704" y="1671"/>
                  <a:pt x="1706" y="1675"/>
                  <a:pt x="1706" y="1680"/>
                </a:cubicBezTo>
                <a:cubicBezTo>
                  <a:pt x="1706" y="1686"/>
                  <a:pt x="1704" y="1690"/>
                  <a:pt x="1700" y="1694"/>
                </a:cubicBezTo>
                <a:moveTo>
                  <a:pt x="1592" y="1799"/>
                </a:moveTo>
                <a:lnTo>
                  <a:pt x="1578" y="1811"/>
                </a:lnTo>
                <a:cubicBezTo>
                  <a:pt x="1574" y="1815"/>
                  <a:pt x="1570" y="1816"/>
                  <a:pt x="1564" y="1816"/>
                </a:cubicBezTo>
                <a:cubicBezTo>
                  <a:pt x="1559" y="1816"/>
                  <a:pt x="1555" y="1814"/>
                  <a:pt x="1551" y="1810"/>
                </a:cubicBezTo>
                <a:cubicBezTo>
                  <a:pt x="1548" y="1806"/>
                  <a:pt x="1546" y="1802"/>
                  <a:pt x="1546" y="1797"/>
                </a:cubicBezTo>
                <a:cubicBezTo>
                  <a:pt x="1547" y="1791"/>
                  <a:pt x="1549" y="1787"/>
                  <a:pt x="1552" y="1784"/>
                </a:cubicBezTo>
                <a:lnTo>
                  <a:pt x="1566" y="1771"/>
                </a:lnTo>
                <a:cubicBezTo>
                  <a:pt x="1570" y="1767"/>
                  <a:pt x="1574" y="1766"/>
                  <a:pt x="1580" y="1766"/>
                </a:cubicBezTo>
                <a:cubicBezTo>
                  <a:pt x="1585" y="1766"/>
                  <a:pt x="1589" y="1768"/>
                  <a:pt x="1593" y="1772"/>
                </a:cubicBezTo>
                <a:cubicBezTo>
                  <a:pt x="1596" y="1776"/>
                  <a:pt x="1598" y="1780"/>
                  <a:pt x="1598" y="1785"/>
                </a:cubicBezTo>
                <a:cubicBezTo>
                  <a:pt x="1597" y="1791"/>
                  <a:pt x="1595" y="1795"/>
                  <a:pt x="1592" y="1799"/>
                </a:cubicBezTo>
                <a:moveTo>
                  <a:pt x="1479" y="1899"/>
                </a:moveTo>
                <a:lnTo>
                  <a:pt x="1465" y="1911"/>
                </a:lnTo>
                <a:cubicBezTo>
                  <a:pt x="1461" y="1915"/>
                  <a:pt x="1456" y="1916"/>
                  <a:pt x="1451" y="1916"/>
                </a:cubicBezTo>
                <a:cubicBezTo>
                  <a:pt x="1446" y="1915"/>
                  <a:pt x="1441" y="1913"/>
                  <a:pt x="1438" y="1909"/>
                </a:cubicBezTo>
                <a:cubicBezTo>
                  <a:pt x="1435" y="1905"/>
                  <a:pt x="1433" y="1901"/>
                  <a:pt x="1434" y="1896"/>
                </a:cubicBezTo>
                <a:cubicBezTo>
                  <a:pt x="1434" y="1890"/>
                  <a:pt x="1436" y="1886"/>
                  <a:pt x="1440" y="1883"/>
                </a:cubicBezTo>
                <a:lnTo>
                  <a:pt x="1454" y="1870"/>
                </a:lnTo>
                <a:cubicBezTo>
                  <a:pt x="1458" y="1867"/>
                  <a:pt x="1463" y="1866"/>
                  <a:pt x="1468" y="1866"/>
                </a:cubicBezTo>
                <a:cubicBezTo>
                  <a:pt x="1473" y="1866"/>
                  <a:pt x="1478" y="1869"/>
                  <a:pt x="1481" y="1873"/>
                </a:cubicBezTo>
                <a:cubicBezTo>
                  <a:pt x="1484" y="1877"/>
                  <a:pt x="1486" y="1881"/>
                  <a:pt x="1485" y="1886"/>
                </a:cubicBezTo>
                <a:cubicBezTo>
                  <a:pt x="1485" y="1891"/>
                  <a:pt x="1483" y="1896"/>
                  <a:pt x="1479" y="1899"/>
                </a:cubicBezTo>
                <a:moveTo>
                  <a:pt x="1362" y="1996"/>
                </a:moveTo>
                <a:lnTo>
                  <a:pt x="1347" y="2007"/>
                </a:lnTo>
                <a:cubicBezTo>
                  <a:pt x="1343" y="2010"/>
                  <a:pt x="1338" y="2012"/>
                  <a:pt x="1333" y="2011"/>
                </a:cubicBezTo>
                <a:cubicBezTo>
                  <a:pt x="1328" y="2011"/>
                  <a:pt x="1324" y="2008"/>
                  <a:pt x="1321" y="2004"/>
                </a:cubicBezTo>
                <a:cubicBezTo>
                  <a:pt x="1317" y="2000"/>
                  <a:pt x="1316" y="1995"/>
                  <a:pt x="1317" y="1990"/>
                </a:cubicBezTo>
                <a:cubicBezTo>
                  <a:pt x="1317" y="1985"/>
                  <a:pt x="1320" y="1981"/>
                  <a:pt x="1324" y="1978"/>
                </a:cubicBezTo>
                <a:lnTo>
                  <a:pt x="1339" y="1966"/>
                </a:lnTo>
                <a:cubicBezTo>
                  <a:pt x="1343" y="1963"/>
                  <a:pt x="1347" y="1961"/>
                  <a:pt x="1353" y="1962"/>
                </a:cubicBezTo>
                <a:cubicBezTo>
                  <a:pt x="1358" y="1963"/>
                  <a:pt x="1362" y="1965"/>
                  <a:pt x="1365" y="1969"/>
                </a:cubicBezTo>
                <a:cubicBezTo>
                  <a:pt x="1368" y="1973"/>
                  <a:pt x="1370" y="1978"/>
                  <a:pt x="1369" y="1983"/>
                </a:cubicBezTo>
                <a:cubicBezTo>
                  <a:pt x="1368" y="1988"/>
                  <a:pt x="1366" y="1992"/>
                  <a:pt x="1362" y="1996"/>
                </a:cubicBezTo>
                <a:moveTo>
                  <a:pt x="1242" y="2087"/>
                </a:moveTo>
                <a:lnTo>
                  <a:pt x="1227" y="2098"/>
                </a:lnTo>
                <a:cubicBezTo>
                  <a:pt x="1223" y="2101"/>
                  <a:pt x="1218" y="2102"/>
                  <a:pt x="1213" y="2101"/>
                </a:cubicBezTo>
                <a:cubicBezTo>
                  <a:pt x="1208" y="2100"/>
                  <a:pt x="1204" y="2098"/>
                  <a:pt x="1201" y="2094"/>
                </a:cubicBezTo>
                <a:cubicBezTo>
                  <a:pt x="1198" y="2089"/>
                  <a:pt x="1197" y="2085"/>
                  <a:pt x="1198" y="2080"/>
                </a:cubicBezTo>
                <a:cubicBezTo>
                  <a:pt x="1198" y="2074"/>
                  <a:pt x="1201" y="2070"/>
                  <a:pt x="1205" y="2067"/>
                </a:cubicBezTo>
                <a:lnTo>
                  <a:pt x="1220" y="2056"/>
                </a:lnTo>
                <a:cubicBezTo>
                  <a:pt x="1224" y="2053"/>
                  <a:pt x="1229" y="2052"/>
                  <a:pt x="1234" y="2053"/>
                </a:cubicBezTo>
                <a:cubicBezTo>
                  <a:pt x="1239" y="2054"/>
                  <a:pt x="1243" y="2056"/>
                  <a:pt x="1246" y="2060"/>
                </a:cubicBezTo>
                <a:cubicBezTo>
                  <a:pt x="1249" y="2065"/>
                  <a:pt x="1251" y="2069"/>
                  <a:pt x="1250" y="2074"/>
                </a:cubicBezTo>
                <a:cubicBezTo>
                  <a:pt x="1249" y="2079"/>
                  <a:pt x="1246" y="2084"/>
                  <a:pt x="1242" y="2087"/>
                </a:cubicBezTo>
                <a:moveTo>
                  <a:pt x="1119" y="2173"/>
                </a:moveTo>
                <a:lnTo>
                  <a:pt x="1103" y="2184"/>
                </a:lnTo>
                <a:cubicBezTo>
                  <a:pt x="1099" y="2187"/>
                  <a:pt x="1094" y="2188"/>
                  <a:pt x="1089" y="2187"/>
                </a:cubicBezTo>
                <a:cubicBezTo>
                  <a:pt x="1084" y="2186"/>
                  <a:pt x="1080" y="2183"/>
                  <a:pt x="1077" y="2179"/>
                </a:cubicBezTo>
                <a:cubicBezTo>
                  <a:pt x="1074" y="2175"/>
                  <a:pt x="1073" y="2170"/>
                  <a:pt x="1074" y="2165"/>
                </a:cubicBezTo>
                <a:cubicBezTo>
                  <a:pt x="1075" y="2160"/>
                  <a:pt x="1078" y="2156"/>
                  <a:pt x="1082" y="2153"/>
                </a:cubicBezTo>
                <a:lnTo>
                  <a:pt x="1098" y="2142"/>
                </a:lnTo>
                <a:cubicBezTo>
                  <a:pt x="1102" y="2139"/>
                  <a:pt x="1107" y="2138"/>
                  <a:pt x="1112" y="2139"/>
                </a:cubicBezTo>
                <a:cubicBezTo>
                  <a:pt x="1117" y="2140"/>
                  <a:pt x="1121" y="2143"/>
                  <a:pt x="1124" y="2147"/>
                </a:cubicBezTo>
                <a:cubicBezTo>
                  <a:pt x="1127" y="2152"/>
                  <a:pt x="1128" y="2156"/>
                  <a:pt x="1127" y="2161"/>
                </a:cubicBezTo>
                <a:cubicBezTo>
                  <a:pt x="1126" y="2167"/>
                  <a:pt x="1123" y="2171"/>
                  <a:pt x="1119" y="2173"/>
                </a:cubicBezTo>
                <a:moveTo>
                  <a:pt x="991" y="2256"/>
                </a:moveTo>
                <a:lnTo>
                  <a:pt x="975" y="2266"/>
                </a:lnTo>
                <a:cubicBezTo>
                  <a:pt x="971" y="2269"/>
                  <a:pt x="966" y="2270"/>
                  <a:pt x="961" y="2269"/>
                </a:cubicBezTo>
                <a:cubicBezTo>
                  <a:pt x="956" y="2267"/>
                  <a:pt x="952" y="2265"/>
                  <a:pt x="949" y="2260"/>
                </a:cubicBezTo>
                <a:cubicBezTo>
                  <a:pt x="947" y="2256"/>
                  <a:pt x="946" y="2251"/>
                  <a:pt x="947" y="2246"/>
                </a:cubicBezTo>
                <a:cubicBezTo>
                  <a:pt x="948" y="2241"/>
                  <a:pt x="951" y="2237"/>
                  <a:pt x="956" y="2234"/>
                </a:cubicBezTo>
                <a:lnTo>
                  <a:pt x="972" y="2224"/>
                </a:lnTo>
                <a:cubicBezTo>
                  <a:pt x="976" y="2221"/>
                  <a:pt x="981" y="2221"/>
                  <a:pt x="986" y="2222"/>
                </a:cubicBezTo>
                <a:cubicBezTo>
                  <a:pt x="991" y="2223"/>
                  <a:pt x="995" y="2226"/>
                  <a:pt x="998" y="2230"/>
                </a:cubicBezTo>
                <a:cubicBezTo>
                  <a:pt x="1000" y="2235"/>
                  <a:pt x="1001" y="2239"/>
                  <a:pt x="1000" y="2244"/>
                </a:cubicBezTo>
                <a:cubicBezTo>
                  <a:pt x="999" y="2250"/>
                  <a:pt x="996" y="2253"/>
                  <a:pt x="991" y="2256"/>
                </a:cubicBezTo>
                <a:moveTo>
                  <a:pt x="862" y="2334"/>
                </a:moveTo>
                <a:lnTo>
                  <a:pt x="846" y="2343"/>
                </a:lnTo>
                <a:cubicBezTo>
                  <a:pt x="842" y="2345"/>
                  <a:pt x="837" y="2346"/>
                  <a:pt x="832" y="2345"/>
                </a:cubicBezTo>
                <a:cubicBezTo>
                  <a:pt x="827" y="2343"/>
                  <a:pt x="823" y="2340"/>
                  <a:pt x="821" y="2336"/>
                </a:cubicBezTo>
                <a:cubicBezTo>
                  <a:pt x="818" y="2331"/>
                  <a:pt x="816" y="2326"/>
                  <a:pt x="819" y="2321"/>
                </a:cubicBezTo>
                <a:cubicBezTo>
                  <a:pt x="820" y="2316"/>
                  <a:pt x="823" y="2313"/>
                  <a:pt x="828" y="2310"/>
                </a:cubicBezTo>
                <a:lnTo>
                  <a:pt x="844" y="2301"/>
                </a:lnTo>
                <a:cubicBezTo>
                  <a:pt x="848" y="2298"/>
                  <a:pt x="853" y="2298"/>
                  <a:pt x="858" y="2299"/>
                </a:cubicBezTo>
                <a:cubicBezTo>
                  <a:pt x="863" y="2300"/>
                  <a:pt x="867" y="2303"/>
                  <a:pt x="869" y="2308"/>
                </a:cubicBezTo>
                <a:cubicBezTo>
                  <a:pt x="872" y="2312"/>
                  <a:pt x="873" y="2317"/>
                  <a:pt x="871" y="2322"/>
                </a:cubicBezTo>
                <a:cubicBezTo>
                  <a:pt x="870" y="2327"/>
                  <a:pt x="867" y="2331"/>
                  <a:pt x="862" y="2334"/>
                </a:cubicBezTo>
                <a:moveTo>
                  <a:pt x="730" y="2407"/>
                </a:moveTo>
                <a:lnTo>
                  <a:pt x="713" y="2416"/>
                </a:lnTo>
                <a:cubicBezTo>
                  <a:pt x="709" y="2418"/>
                  <a:pt x="704" y="2419"/>
                  <a:pt x="699" y="2417"/>
                </a:cubicBezTo>
                <a:cubicBezTo>
                  <a:pt x="694" y="2416"/>
                  <a:pt x="690" y="2413"/>
                  <a:pt x="688" y="2408"/>
                </a:cubicBezTo>
                <a:cubicBezTo>
                  <a:pt x="685" y="2403"/>
                  <a:pt x="685" y="2398"/>
                  <a:pt x="686" y="2393"/>
                </a:cubicBezTo>
                <a:cubicBezTo>
                  <a:pt x="688" y="2388"/>
                  <a:pt x="691" y="2384"/>
                  <a:pt x="696" y="2382"/>
                </a:cubicBezTo>
                <a:lnTo>
                  <a:pt x="712" y="2373"/>
                </a:lnTo>
                <a:cubicBezTo>
                  <a:pt x="717" y="2370"/>
                  <a:pt x="722" y="2370"/>
                  <a:pt x="727" y="2372"/>
                </a:cubicBezTo>
                <a:cubicBezTo>
                  <a:pt x="732" y="2373"/>
                  <a:pt x="735" y="2376"/>
                  <a:pt x="738" y="2381"/>
                </a:cubicBezTo>
                <a:cubicBezTo>
                  <a:pt x="740" y="2385"/>
                  <a:pt x="741" y="2390"/>
                  <a:pt x="739" y="2395"/>
                </a:cubicBezTo>
                <a:cubicBezTo>
                  <a:pt x="737" y="2401"/>
                  <a:pt x="734" y="2405"/>
                  <a:pt x="730" y="2407"/>
                </a:cubicBezTo>
                <a:moveTo>
                  <a:pt x="594" y="2476"/>
                </a:moveTo>
                <a:lnTo>
                  <a:pt x="577" y="2484"/>
                </a:lnTo>
                <a:cubicBezTo>
                  <a:pt x="573" y="2486"/>
                  <a:pt x="568" y="2487"/>
                  <a:pt x="563" y="2485"/>
                </a:cubicBezTo>
                <a:cubicBezTo>
                  <a:pt x="558" y="2483"/>
                  <a:pt x="554" y="2480"/>
                  <a:pt x="552" y="2475"/>
                </a:cubicBezTo>
                <a:cubicBezTo>
                  <a:pt x="550" y="2471"/>
                  <a:pt x="550" y="2466"/>
                  <a:pt x="551" y="2461"/>
                </a:cubicBezTo>
                <a:cubicBezTo>
                  <a:pt x="553" y="2456"/>
                  <a:pt x="556" y="2453"/>
                  <a:pt x="561" y="2450"/>
                </a:cubicBezTo>
                <a:lnTo>
                  <a:pt x="578" y="2442"/>
                </a:lnTo>
                <a:cubicBezTo>
                  <a:pt x="583" y="2440"/>
                  <a:pt x="588" y="2440"/>
                  <a:pt x="592" y="2441"/>
                </a:cubicBezTo>
                <a:cubicBezTo>
                  <a:pt x="597" y="2443"/>
                  <a:pt x="601" y="2446"/>
                  <a:pt x="603" y="2451"/>
                </a:cubicBezTo>
                <a:cubicBezTo>
                  <a:pt x="605" y="2455"/>
                  <a:pt x="606" y="2460"/>
                  <a:pt x="604" y="2465"/>
                </a:cubicBezTo>
                <a:cubicBezTo>
                  <a:pt x="602" y="2470"/>
                  <a:pt x="599" y="2474"/>
                  <a:pt x="594" y="2476"/>
                </a:cubicBezTo>
                <a:moveTo>
                  <a:pt x="457" y="2540"/>
                </a:moveTo>
                <a:lnTo>
                  <a:pt x="440" y="2548"/>
                </a:lnTo>
                <a:cubicBezTo>
                  <a:pt x="436" y="2550"/>
                  <a:pt x="431" y="2550"/>
                  <a:pt x="426" y="2548"/>
                </a:cubicBezTo>
                <a:cubicBezTo>
                  <a:pt x="421" y="2546"/>
                  <a:pt x="418" y="2543"/>
                  <a:pt x="415" y="2538"/>
                </a:cubicBezTo>
                <a:cubicBezTo>
                  <a:pt x="413" y="2533"/>
                  <a:pt x="413" y="2528"/>
                  <a:pt x="415" y="2524"/>
                </a:cubicBezTo>
                <a:cubicBezTo>
                  <a:pt x="417" y="2519"/>
                  <a:pt x="420" y="2515"/>
                  <a:pt x="425" y="2513"/>
                </a:cubicBezTo>
                <a:lnTo>
                  <a:pt x="442" y="2506"/>
                </a:lnTo>
                <a:cubicBezTo>
                  <a:pt x="447" y="2504"/>
                  <a:pt x="451" y="2503"/>
                  <a:pt x="456" y="2505"/>
                </a:cubicBezTo>
                <a:cubicBezTo>
                  <a:pt x="461" y="2507"/>
                  <a:pt x="465" y="2510"/>
                  <a:pt x="467" y="2515"/>
                </a:cubicBezTo>
                <a:cubicBezTo>
                  <a:pt x="469" y="2520"/>
                  <a:pt x="469" y="2525"/>
                  <a:pt x="467" y="2530"/>
                </a:cubicBezTo>
                <a:cubicBezTo>
                  <a:pt x="465" y="2534"/>
                  <a:pt x="462" y="2538"/>
                  <a:pt x="457" y="2540"/>
                </a:cubicBezTo>
                <a:moveTo>
                  <a:pt x="320" y="2599"/>
                </a:moveTo>
                <a:lnTo>
                  <a:pt x="303" y="2606"/>
                </a:lnTo>
                <a:cubicBezTo>
                  <a:pt x="298" y="2608"/>
                  <a:pt x="293" y="2608"/>
                  <a:pt x="288" y="2606"/>
                </a:cubicBezTo>
                <a:cubicBezTo>
                  <a:pt x="283" y="2604"/>
                  <a:pt x="280" y="2600"/>
                  <a:pt x="278" y="2596"/>
                </a:cubicBezTo>
                <a:cubicBezTo>
                  <a:pt x="276" y="2591"/>
                  <a:pt x="276" y="2586"/>
                  <a:pt x="278" y="2581"/>
                </a:cubicBezTo>
                <a:cubicBezTo>
                  <a:pt x="280" y="2576"/>
                  <a:pt x="284" y="2573"/>
                  <a:pt x="288" y="2571"/>
                </a:cubicBezTo>
                <a:lnTo>
                  <a:pt x="306" y="2564"/>
                </a:lnTo>
                <a:cubicBezTo>
                  <a:pt x="311" y="2562"/>
                  <a:pt x="315" y="2562"/>
                  <a:pt x="320" y="2564"/>
                </a:cubicBezTo>
                <a:cubicBezTo>
                  <a:pt x="325" y="2566"/>
                  <a:pt x="328" y="2569"/>
                  <a:pt x="330" y="2574"/>
                </a:cubicBezTo>
                <a:cubicBezTo>
                  <a:pt x="332" y="2579"/>
                  <a:pt x="332" y="2584"/>
                  <a:pt x="330" y="2589"/>
                </a:cubicBezTo>
                <a:cubicBezTo>
                  <a:pt x="328" y="2593"/>
                  <a:pt x="325" y="2597"/>
                  <a:pt x="320" y="2599"/>
                </a:cubicBezTo>
                <a:moveTo>
                  <a:pt x="179" y="2654"/>
                </a:moveTo>
                <a:lnTo>
                  <a:pt x="161" y="2661"/>
                </a:lnTo>
                <a:cubicBezTo>
                  <a:pt x="157" y="2663"/>
                  <a:pt x="152" y="2662"/>
                  <a:pt x="147" y="2660"/>
                </a:cubicBezTo>
                <a:cubicBezTo>
                  <a:pt x="142" y="2658"/>
                  <a:pt x="139" y="2655"/>
                  <a:pt x="137" y="2650"/>
                </a:cubicBezTo>
                <a:cubicBezTo>
                  <a:pt x="135" y="2645"/>
                  <a:pt x="136" y="2640"/>
                  <a:pt x="138" y="2635"/>
                </a:cubicBezTo>
                <a:cubicBezTo>
                  <a:pt x="140" y="2631"/>
                  <a:pt x="143" y="2627"/>
                  <a:pt x="148" y="2626"/>
                </a:cubicBezTo>
                <a:lnTo>
                  <a:pt x="166" y="2619"/>
                </a:lnTo>
                <a:cubicBezTo>
                  <a:pt x="171" y="2617"/>
                  <a:pt x="176" y="2617"/>
                  <a:pt x="180" y="2619"/>
                </a:cubicBezTo>
                <a:cubicBezTo>
                  <a:pt x="185" y="2622"/>
                  <a:pt x="188" y="2625"/>
                  <a:pt x="190" y="2630"/>
                </a:cubicBezTo>
                <a:cubicBezTo>
                  <a:pt x="192" y="2635"/>
                  <a:pt x="192" y="2640"/>
                  <a:pt x="190" y="2644"/>
                </a:cubicBezTo>
                <a:cubicBezTo>
                  <a:pt x="188" y="2649"/>
                  <a:pt x="184" y="2652"/>
                  <a:pt x="179" y="2654"/>
                </a:cubicBezTo>
                <a:moveTo>
                  <a:pt x="35" y="2706"/>
                </a:moveTo>
                <a:lnTo>
                  <a:pt x="25" y="2709"/>
                </a:lnTo>
                <a:cubicBezTo>
                  <a:pt x="20" y="2711"/>
                  <a:pt x="15" y="2711"/>
                  <a:pt x="10" y="2708"/>
                </a:cubicBezTo>
                <a:cubicBezTo>
                  <a:pt x="6" y="2706"/>
                  <a:pt x="2" y="2703"/>
                  <a:pt x="1" y="2698"/>
                </a:cubicBezTo>
                <a:cubicBezTo>
                  <a:pt x="-1" y="2693"/>
                  <a:pt x="-1" y="2688"/>
                  <a:pt x="2" y="2683"/>
                </a:cubicBezTo>
                <a:cubicBezTo>
                  <a:pt x="4" y="2679"/>
                  <a:pt x="8" y="2675"/>
                  <a:pt x="12" y="2674"/>
                </a:cubicBezTo>
                <a:lnTo>
                  <a:pt x="23" y="2670"/>
                </a:lnTo>
                <a:cubicBezTo>
                  <a:pt x="28" y="2669"/>
                  <a:pt x="32" y="2669"/>
                  <a:pt x="37" y="2671"/>
                </a:cubicBezTo>
                <a:cubicBezTo>
                  <a:pt x="42" y="2673"/>
                  <a:pt x="45" y="2677"/>
                  <a:pt x="47" y="2682"/>
                </a:cubicBezTo>
                <a:cubicBezTo>
                  <a:pt x="48" y="2687"/>
                  <a:pt x="48" y="2692"/>
                  <a:pt x="46" y="2696"/>
                </a:cubicBezTo>
                <a:cubicBezTo>
                  <a:pt x="43" y="2701"/>
                  <a:pt x="40" y="2704"/>
                  <a:pt x="35" y="270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7" name=""/>
          <p:cNvSpPr/>
          <p:nvPr/>
        </p:nvSpPr>
        <p:spPr>
          <a:xfrm>
            <a:off x="4098240" y="5408640"/>
            <a:ext cx="70920" cy="77400"/>
          </a:xfrm>
          <a:custGeom>
            <a:avLst/>
            <a:gdLst/>
            <a:ahLst/>
            <a:rect l="0" t="0" r="r" b="b"/>
            <a:pathLst>
              <a:path fill="none" w="197" h="215">
                <a:moveTo>
                  <a:pt x="197" y="215"/>
                </a:moveTo>
                <a:lnTo>
                  <a:pt x="0" y="162"/>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18" name=""/>
          <p:cNvSpPr/>
          <p:nvPr/>
        </p:nvSpPr>
        <p:spPr>
          <a:xfrm>
            <a:off x="2534760" y="4498200"/>
            <a:ext cx="974880" cy="975600"/>
          </a:xfrm>
          <a:custGeom>
            <a:avLst/>
            <a:gdLst/>
            <a:ahLst/>
            <a:rect l="0" t="0" r="r" b="b"/>
            <a:pathLst>
              <a:path w="2708" h="2710">
                <a:moveTo>
                  <a:pt x="2683" y="2709"/>
                </a:moveTo>
                <a:lnTo>
                  <a:pt x="2665" y="2703"/>
                </a:lnTo>
                <a:cubicBezTo>
                  <a:pt x="2660" y="2701"/>
                  <a:pt x="2656" y="2698"/>
                  <a:pt x="2654" y="2694"/>
                </a:cubicBezTo>
                <a:cubicBezTo>
                  <a:pt x="2652" y="2689"/>
                  <a:pt x="2652" y="2684"/>
                  <a:pt x="2653" y="2679"/>
                </a:cubicBezTo>
                <a:cubicBezTo>
                  <a:pt x="2655" y="2674"/>
                  <a:pt x="2658" y="2671"/>
                  <a:pt x="2663" y="2668"/>
                </a:cubicBezTo>
                <a:cubicBezTo>
                  <a:pt x="2667" y="2666"/>
                  <a:pt x="2672" y="2666"/>
                  <a:pt x="2677" y="2668"/>
                </a:cubicBezTo>
                <a:lnTo>
                  <a:pt x="2695" y="2674"/>
                </a:lnTo>
                <a:cubicBezTo>
                  <a:pt x="2700" y="2675"/>
                  <a:pt x="2704" y="2679"/>
                  <a:pt x="2706" y="2683"/>
                </a:cubicBezTo>
                <a:cubicBezTo>
                  <a:pt x="2708" y="2688"/>
                  <a:pt x="2709" y="2693"/>
                  <a:pt x="2707" y="2698"/>
                </a:cubicBezTo>
                <a:cubicBezTo>
                  <a:pt x="2705" y="2703"/>
                  <a:pt x="2702" y="2706"/>
                  <a:pt x="2697" y="2708"/>
                </a:cubicBezTo>
                <a:cubicBezTo>
                  <a:pt x="2693" y="2711"/>
                  <a:pt x="2688" y="2711"/>
                  <a:pt x="2683" y="2709"/>
                </a:cubicBezTo>
                <a:moveTo>
                  <a:pt x="2539" y="2658"/>
                </a:moveTo>
                <a:lnTo>
                  <a:pt x="2521" y="2651"/>
                </a:lnTo>
                <a:cubicBezTo>
                  <a:pt x="2516" y="2649"/>
                  <a:pt x="2512" y="2646"/>
                  <a:pt x="2510" y="2641"/>
                </a:cubicBezTo>
                <a:cubicBezTo>
                  <a:pt x="2508" y="2637"/>
                  <a:pt x="2508" y="2632"/>
                  <a:pt x="2510" y="2627"/>
                </a:cubicBezTo>
                <a:cubicBezTo>
                  <a:pt x="2512" y="2622"/>
                  <a:pt x="2515" y="2619"/>
                  <a:pt x="2520" y="2616"/>
                </a:cubicBezTo>
                <a:cubicBezTo>
                  <a:pt x="2524" y="2614"/>
                  <a:pt x="2529" y="2614"/>
                  <a:pt x="2534" y="2616"/>
                </a:cubicBezTo>
                <a:lnTo>
                  <a:pt x="2552" y="2623"/>
                </a:lnTo>
                <a:cubicBezTo>
                  <a:pt x="2557" y="2624"/>
                  <a:pt x="2560" y="2628"/>
                  <a:pt x="2562" y="2632"/>
                </a:cubicBezTo>
                <a:cubicBezTo>
                  <a:pt x="2564" y="2637"/>
                  <a:pt x="2565" y="2642"/>
                  <a:pt x="2563" y="2647"/>
                </a:cubicBezTo>
                <a:cubicBezTo>
                  <a:pt x="2561" y="2652"/>
                  <a:pt x="2558" y="2655"/>
                  <a:pt x="2553" y="2657"/>
                </a:cubicBezTo>
                <a:cubicBezTo>
                  <a:pt x="2548" y="2660"/>
                  <a:pt x="2543" y="2660"/>
                  <a:pt x="2539" y="2658"/>
                </a:cubicBezTo>
                <a:moveTo>
                  <a:pt x="2397" y="2603"/>
                </a:moveTo>
                <a:lnTo>
                  <a:pt x="2379" y="2596"/>
                </a:lnTo>
                <a:cubicBezTo>
                  <a:pt x="2374" y="2594"/>
                  <a:pt x="2371" y="2590"/>
                  <a:pt x="2369" y="2586"/>
                </a:cubicBezTo>
                <a:cubicBezTo>
                  <a:pt x="2367" y="2581"/>
                  <a:pt x="2367" y="2576"/>
                  <a:pt x="2369" y="2571"/>
                </a:cubicBezTo>
                <a:cubicBezTo>
                  <a:pt x="2371" y="2566"/>
                  <a:pt x="2374" y="2563"/>
                  <a:pt x="2379" y="2561"/>
                </a:cubicBezTo>
                <a:cubicBezTo>
                  <a:pt x="2384" y="2559"/>
                  <a:pt x="2389" y="2559"/>
                  <a:pt x="2394" y="2561"/>
                </a:cubicBezTo>
                <a:lnTo>
                  <a:pt x="2411" y="2568"/>
                </a:lnTo>
                <a:cubicBezTo>
                  <a:pt x="2416" y="2570"/>
                  <a:pt x="2419" y="2573"/>
                  <a:pt x="2421" y="2578"/>
                </a:cubicBezTo>
                <a:cubicBezTo>
                  <a:pt x="2423" y="2583"/>
                  <a:pt x="2423" y="2588"/>
                  <a:pt x="2421" y="2593"/>
                </a:cubicBezTo>
                <a:cubicBezTo>
                  <a:pt x="2419" y="2597"/>
                  <a:pt x="2416" y="2601"/>
                  <a:pt x="2411" y="2603"/>
                </a:cubicBezTo>
                <a:cubicBezTo>
                  <a:pt x="2406" y="2605"/>
                  <a:pt x="2401" y="2605"/>
                  <a:pt x="2397" y="2603"/>
                </a:cubicBezTo>
                <a:moveTo>
                  <a:pt x="2259" y="2544"/>
                </a:moveTo>
                <a:lnTo>
                  <a:pt x="2242" y="2537"/>
                </a:lnTo>
                <a:cubicBezTo>
                  <a:pt x="2237" y="2535"/>
                  <a:pt x="2234" y="2531"/>
                  <a:pt x="2232" y="2526"/>
                </a:cubicBezTo>
                <a:cubicBezTo>
                  <a:pt x="2230" y="2521"/>
                  <a:pt x="2231" y="2517"/>
                  <a:pt x="2233" y="2512"/>
                </a:cubicBezTo>
                <a:cubicBezTo>
                  <a:pt x="2235" y="2507"/>
                  <a:pt x="2238" y="2504"/>
                  <a:pt x="2243" y="2502"/>
                </a:cubicBezTo>
                <a:cubicBezTo>
                  <a:pt x="2248" y="2500"/>
                  <a:pt x="2253" y="2500"/>
                  <a:pt x="2257" y="2502"/>
                </a:cubicBezTo>
                <a:lnTo>
                  <a:pt x="2274" y="2510"/>
                </a:lnTo>
                <a:cubicBezTo>
                  <a:pt x="2279" y="2512"/>
                  <a:pt x="2282" y="2515"/>
                  <a:pt x="2284" y="2520"/>
                </a:cubicBezTo>
                <a:cubicBezTo>
                  <a:pt x="2286" y="2525"/>
                  <a:pt x="2286" y="2530"/>
                  <a:pt x="2284" y="2535"/>
                </a:cubicBezTo>
                <a:cubicBezTo>
                  <a:pt x="2282" y="2539"/>
                  <a:pt x="2278" y="2543"/>
                  <a:pt x="2273" y="2545"/>
                </a:cubicBezTo>
                <a:cubicBezTo>
                  <a:pt x="2269" y="2546"/>
                  <a:pt x="2264" y="2546"/>
                  <a:pt x="2259" y="2544"/>
                </a:cubicBezTo>
                <a:moveTo>
                  <a:pt x="2122" y="2481"/>
                </a:moveTo>
                <a:lnTo>
                  <a:pt x="2105" y="2472"/>
                </a:lnTo>
                <a:cubicBezTo>
                  <a:pt x="2100" y="2470"/>
                  <a:pt x="2097" y="2466"/>
                  <a:pt x="2095" y="2461"/>
                </a:cubicBezTo>
                <a:cubicBezTo>
                  <a:pt x="2094" y="2457"/>
                  <a:pt x="2094" y="2452"/>
                  <a:pt x="2096" y="2447"/>
                </a:cubicBezTo>
                <a:cubicBezTo>
                  <a:pt x="2098" y="2442"/>
                  <a:pt x="2102" y="2439"/>
                  <a:pt x="2107" y="2438"/>
                </a:cubicBezTo>
                <a:cubicBezTo>
                  <a:pt x="2112" y="2436"/>
                  <a:pt x="2117" y="2436"/>
                  <a:pt x="2121" y="2438"/>
                </a:cubicBezTo>
                <a:lnTo>
                  <a:pt x="2138" y="2447"/>
                </a:lnTo>
                <a:cubicBezTo>
                  <a:pt x="2143" y="2449"/>
                  <a:pt x="2146" y="2453"/>
                  <a:pt x="2148" y="2458"/>
                </a:cubicBezTo>
                <a:cubicBezTo>
                  <a:pt x="2150" y="2462"/>
                  <a:pt x="2149" y="2467"/>
                  <a:pt x="2147" y="2472"/>
                </a:cubicBezTo>
                <a:cubicBezTo>
                  <a:pt x="2145" y="2477"/>
                  <a:pt x="2141" y="2480"/>
                  <a:pt x="2136" y="2481"/>
                </a:cubicBezTo>
                <a:cubicBezTo>
                  <a:pt x="2131" y="2483"/>
                  <a:pt x="2127" y="2483"/>
                  <a:pt x="2122" y="2481"/>
                </a:cubicBezTo>
                <a:moveTo>
                  <a:pt x="1986" y="2412"/>
                </a:moveTo>
                <a:lnTo>
                  <a:pt x="1970" y="2403"/>
                </a:lnTo>
                <a:cubicBezTo>
                  <a:pt x="1965" y="2401"/>
                  <a:pt x="1962" y="2396"/>
                  <a:pt x="1960" y="2391"/>
                </a:cubicBezTo>
                <a:cubicBezTo>
                  <a:pt x="1959" y="2386"/>
                  <a:pt x="1959" y="2381"/>
                  <a:pt x="1962" y="2377"/>
                </a:cubicBezTo>
                <a:cubicBezTo>
                  <a:pt x="1964" y="2372"/>
                  <a:pt x="1968" y="2369"/>
                  <a:pt x="1973" y="2368"/>
                </a:cubicBezTo>
                <a:cubicBezTo>
                  <a:pt x="1978" y="2366"/>
                  <a:pt x="1983" y="2367"/>
                  <a:pt x="1987" y="2369"/>
                </a:cubicBezTo>
                <a:lnTo>
                  <a:pt x="2004" y="2378"/>
                </a:lnTo>
                <a:cubicBezTo>
                  <a:pt x="2008" y="2380"/>
                  <a:pt x="2011" y="2384"/>
                  <a:pt x="2013" y="2389"/>
                </a:cubicBezTo>
                <a:cubicBezTo>
                  <a:pt x="2015" y="2394"/>
                  <a:pt x="2014" y="2400"/>
                  <a:pt x="2012" y="2404"/>
                </a:cubicBezTo>
                <a:cubicBezTo>
                  <a:pt x="2009" y="2409"/>
                  <a:pt x="2006" y="2412"/>
                  <a:pt x="2001" y="2413"/>
                </a:cubicBezTo>
                <a:cubicBezTo>
                  <a:pt x="1996" y="2415"/>
                  <a:pt x="1991" y="2414"/>
                  <a:pt x="1986" y="2412"/>
                </a:cubicBezTo>
                <a:moveTo>
                  <a:pt x="1854" y="2339"/>
                </a:moveTo>
                <a:lnTo>
                  <a:pt x="1838" y="2329"/>
                </a:lnTo>
                <a:cubicBezTo>
                  <a:pt x="1834" y="2327"/>
                  <a:pt x="1831" y="2323"/>
                  <a:pt x="1830" y="2318"/>
                </a:cubicBezTo>
                <a:cubicBezTo>
                  <a:pt x="1828" y="2313"/>
                  <a:pt x="1829" y="2308"/>
                  <a:pt x="1831" y="2304"/>
                </a:cubicBezTo>
                <a:cubicBezTo>
                  <a:pt x="1834" y="2299"/>
                  <a:pt x="1838" y="2296"/>
                  <a:pt x="1843" y="2295"/>
                </a:cubicBezTo>
                <a:cubicBezTo>
                  <a:pt x="1848" y="2294"/>
                  <a:pt x="1853" y="2294"/>
                  <a:pt x="1857" y="2297"/>
                </a:cubicBezTo>
                <a:lnTo>
                  <a:pt x="1873" y="2306"/>
                </a:lnTo>
                <a:cubicBezTo>
                  <a:pt x="1878" y="2309"/>
                  <a:pt x="1881" y="2312"/>
                  <a:pt x="1882" y="2317"/>
                </a:cubicBezTo>
                <a:cubicBezTo>
                  <a:pt x="1883" y="2322"/>
                  <a:pt x="1883" y="2327"/>
                  <a:pt x="1880" y="2332"/>
                </a:cubicBezTo>
                <a:cubicBezTo>
                  <a:pt x="1878" y="2336"/>
                  <a:pt x="1874" y="2339"/>
                  <a:pt x="1869" y="2341"/>
                </a:cubicBezTo>
                <a:cubicBezTo>
                  <a:pt x="1864" y="2342"/>
                  <a:pt x="1859" y="2341"/>
                  <a:pt x="1854" y="2339"/>
                </a:cubicBezTo>
                <a:moveTo>
                  <a:pt x="1725" y="2262"/>
                </a:moveTo>
                <a:lnTo>
                  <a:pt x="1709" y="2252"/>
                </a:lnTo>
                <a:cubicBezTo>
                  <a:pt x="1705" y="2249"/>
                  <a:pt x="1702" y="2245"/>
                  <a:pt x="1701" y="2240"/>
                </a:cubicBezTo>
                <a:cubicBezTo>
                  <a:pt x="1700" y="2235"/>
                  <a:pt x="1700" y="2230"/>
                  <a:pt x="1703" y="2226"/>
                </a:cubicBezTo>
                <a:cubicBezTo>
                  <a:pt x="1706" y="2221"/>
                  <a:pt x="1710" y="2219"/>
                  <a:pt x="1715" y="2217"/>
                </a:cubicBezTo>
                <a:cubicBezTo>
                  <a:pt x="1720" y="2216"/>
                  <a:pt x="1725" y="2217"/>
                  <a:pt x="1729" y="2220"/>
                </a:cubicBezTo>
                <a:lnTo>
                  <a:pt x="1745" y="2230"/>
                </a:lnTo>
                <a:cubicBezTo>
                  <a:pt x="1750" y="2233"/>
                  <a:pt x="1752" y="2237"/>
                  <a:pt x="1754" y="2242"/>
                </a:cubicBezTo>
                <a:cubicBezTo>
                  <a:pt x="1755" y="2247"/>
                  <a:pt x="1754" y="2251"/>
                  <a:pt x="1751" y="2256"/>
                </a:cubicBezTo>
                <a:cubicBezTo>
                  <a:pt x="1748" y="2260"/>
                  <a:pt x="1745" y="2263"/>
                  <a:pt x="1740" y="2264"/>
                </a:cubicBezTo>
                <a:cubicBezTo>
                  <a:pt x="1734" y="2265"/>
                  <a:pt x="1730" y="2265"/>
                  <a:pt x="1725" y="2262"/>
                </a:cubicBezTo>
                <a:moveTo>
                  <a:pt x="1598" y="2179"/>
                </a:moveTo>
                <a:lnTo>
                  <a:pt x="1582" y="2169"/>
                </a:lnTo>
                <a:cubicBezTo>
                  <a:pt x="1578" y="2166"/>
                  <a:pt x="1575" y="2162"/>
                  <a:pt x="1574" y="2157"/>
                </a:cubicBezTo>
                <a:cubicBezTo>
                  <a:pt x="1573" y="2152"/>
                  <a:pt x="1574" y="2147"/>
                  <a:pt x="1577" y="2143"/>
                </a:cubicBezTo>
                <a:cubicBezTo>
                  <a:pt x="1580" y="2138"/>
                  <a:pt x="1584" y="2136"/>
                  <a:pt x="1589" y="2135"/>
                </a:cubicBezTo>
                <a:cubicBezTo>
                  <a:pt x="1594" y="2134"/>
                  <a:pt x="1599" y="2135"/>
                  <a:pt x="1603" y="2138"/>
                </a:cubicBezTo>
                <a:lnTo>
                  <a:pt x="1619" y="2148"/>
                </a:lnTo>
                <a:cubicBezTo>
                  <a:pt x="1623" y="2151"/>
                  <a:pt x="1626" y="2155"/>
                  <a:pt x="1627" y="2160"/>
                </a:cubicBezTo>
                <a:cubicBezTo>
                  <a:pt x="1628" y="2165"/>
                  <a:pt x="1627" y="2170"/>
                  <a:pt x="1624" y="2174"/>
                </a:cubicBezTo>
                <a:cubicBezTo>
                  <a:pt x="1621" y="2179"/>
                  <a:pt x="1617" y="2181"/>
                  <a:pt x="1612" y="2182"/>
                </a:cubicBezTo>
                <a:cubicBezTo>
                  <a:pt x="1607" y="2183"/>
                  <a:pt x="1602" y="2182"/>
                  <a:pt x="1598" y="2179"/>
                </a:cubicBezTo>
                <a:moveTo>
                  <a:pt x="1474" y="2093"/>
                </a:moveTo>
                <a:lnTo>
                  <a:pt x="1459" y="2082"/>
                </a:lnTo>
                <a:cubicBezTo>
                  <a:pt x="1455" y="2079"/>
                  <a:pt x="1452" y="2075"/>
                  <a:pt x="1451" y="2069"/>
                </a:cubicBezTo>
                <a:cubicBezTo>
                  <a:pt x="1451" y="2064"/>
                  <a:pt x="1452" y="2060"/>
                  <a:pt x="1455" y="2056"/>
                </a:cubicBezTo>
                <a:cubicBezTo>
                  <a:pt x="1458" y="2051"/>
                  <a:pt x="1462" y="2049"/>
                  <a:pt x="1467" y="2048"/>
                </a:cubicBezTo>
                <a:cubicBezTo>
                  <a:pt x="1472" y="2047"/>
                  <a:pt x="1477" y="2048"/>
                  <a:pt x="1481" y="2051"/>
                </a:cubicBezTo>
                <a:lnTo>
                  <a:pt x="1496" y="2062"/>
                </a:lnTo>
                <a:cubicBezTo>
                  <a:pt x="1500" y="2066"/>
                  <a:pt x="1503" y="2070"/>
                  <a:pt x="1504" y="2075"/>
                </a:cubicBezTo>
                <a:cubicBezTo>
                  <a:pt x="1504" y="2080"/>
                  <a:pt x="1503" y="2085"/>
                  <a:pt x="1500" y="2089"/>
                </a:cubicBezTo>
                <a:cubicBezTo>
                  <a:pt x="1497" y="2093"/>
                  <a:pt x="1493" y="2095"/>
                  <a:pt x="1488" y="2096"/>
                </a:cubicBezTo>
                <a:cubicBezTo>
                  <a:pt x="1483" y="2097"/>
                  <a:pt x="1478" y="2096"/>
                  <a:pt x="1474" y="2093"/>
                </a:cubicBezTo>
                <a:moveTo>
                  <a:pt x="1354" y="2002"/>
                </a:moveTo>
                <a:lnTo>
                  <a:pt x="1339" y="1990"/>
                </a:lnTo>
                <a:cubicBezTo>
                  <a:pt x="1335" y="1987"/>
                  <a:pt x="1333" y="1983"/>
                  <a:pt x="1332" y="1978"/>
                </a:cubicBezTo>
                <a:cubicBezTo>
                  <a:pt x="1332" y="1973"/>
                  <a:pt x="1333" y="1968"/>
                  <a:pt x="1336" y="1964"/>
                </a:cubicBezTo>
                <a:cubicBezTo>
                  <a:pt x="1339" y="1960"/>
                  <a:pt x="1344" y="1958"/>
                  <a:pt x="1349" y="1957"/>
                </a:cubicBezTo>
                <a:cubicBezTo>
                  <a:pt x="1354" y="1956"/>
                  <a:pt x="1359" y="1958"/>
                  <a:pt x="1363" y="1961"/>
                </a:cubicBezTo>
                <a:lnTo>
                  <a:pt x="1377" y="1973"/>
                </a:lnTo>
                <a:cubicBezTo>
                  <a:pt x="1382" y="1976"/>
                  <a:pt x="1384" y="1980"/>
                  <a:pt x="1385" y="1985"/>
                </a:cubicBezTo>
                <a:cubicBezTo>
                  <a:pt x="1385" y="1990"/>
                  <a:pt x="1384" y="1995"/>
                  <a:pt x="1381" y="1999"/>
                </a:cubicBezTo>
                <a:cubicBezTo>
                  <a:pt x="1377" y="2003"/>
                  <a:pt x="1373" y="2005"/>
                  <a:pt x="1368" y="2006"/>
                </a:cubicBezTo>
                <a:cubicBezTo>
                  <a:pt x="1363" y="2007"/>
                  <a:pt x="1358" y="2005"/>
                  <a:pt x="1354" y="2002"/>
                </a:cubicBezTo>
                <a:moveTo>
                  <a:pt x="1237" y="1906"/>
                </a:moveTo>
                <a:lnTo>
                  <a:pt x="1223" y="1894"/>
                </a:lnTo>
                <a:cubicBezTo>
                  <a:pt x="1219" y="1890"/>
                  <a:pt x="1216" y="1886"/>
                  <a:pt x="1216" y="1881"/>
                </a:cubicBezTo>
                <a:cubicBezTo>
                  <a:pt x="1216" y="1876"/>
                  <a:pt x="1217" y="1871"/>
                  <a:pt x="1221" y="1867"/>
                </a:cubicBezTo>
                <a:cubicBezTo>
                  <a:pt x="1224" y="1863"/>
                  <a:pt x="1228" y="1861"/>
                  <a:pt x="1233" y="1861"/>
                </a:cubicBezTo>
                <a:cubicBezTo>
                  <a:pt x="1239" y="1860"/>
                  <a:pt x="1243" y="1862"/>
                  <a:pt x="1247" y="1865"/>
                </a:cubicBezTo>
                <a:lnTo>
                  <a:pt x="1261" y="1877"/>
                </a:lnTo>
                <a:cubicBezTo>
                  <a:pt x="1265" y="1881"/>
                  <a:pt x="1267" y="1885"/>
                  <a:pt x="1268" y="1890"/>
                </a:cubicBezTo>
                <a:cubicBezTo>
                  <a:pt x="1268" y="1895"/>
                  <a:pt x="1267" y="1900"/>
                  <a:pt x="1263" y="1904"/>
                </a:cubicBezTo>
                <a:cubicBezTo>
                  <a:pt x="1260" y="1908"/>
                  <a:pt x="1256" y="1910"/>
                  <a:pt x="1251" y="1910"/>
                </a:cubicBezTo>
                <a:cubicBezTo>
                  <a:pt x="1245" y="1911"/>
                  <a:pt x="1241" y="1909"/>
                  <a:pt x="1237" y="1906"/>
                </a:cubicBezTo>
                <a:moveTo>
                  <a:pt x="1124" y="1806"/>
                </a:moveTo>
                <a:lnTo>
                  <a:pt x="1110" y="1793"/>
                </a:lnTo>
                <a:cubicBezTo>
                  <a:pt x="1106" y="1789"/>
                  <a:pt x="1104" y="1785"/>
                  <a:pt x="1104" y="1780"/>
                </a:cubicBezTo>
                <a:cubicBezTo>
                  <a:pt x="1104" y="1775"/>
                  <a:pt x="1106" y="1770"/>
                  <a:pt x="1109" y="1766"/>
                </a:cubicBezTo>
                <a:cubicBezTo>
                  <a:pt x="1113" y="1763"/>
                  <a:pt x="1117" y="1761"/>
                  <a:pt x="1122" y="1760"/>
                </a:cubicBezTo>
                <a:cubicBezTo>
                  <a:pt x="1127" y="1760"/>
                  <a:pt x="1132" y="1762"/>
                  <a:pt x="1136" y="1765"/>
                </a:cubicBezTo>
                <a:lnTo>
                  <a:pt x="1149" y="1778"/>
                </a:lnTo>
                <a:cubicBezTo>
                  <a:pt x="1153" y="1782"/>
                  <a:pt x="1155" y="1786"/>
                  <a:pt x="1155" y="1791"/>
                </a:cubicBezTo>
                <a:cubicBezTo>
                  <a:pt x="1156" y="1796"/>
                  <a:pt x="1154" y="1801"/>
                  <a:pt x="1150" y="1805"/>
                </a:cubicBezTo>
                <a:cubicBezTo>
                  <a:pt x="1147" y="1808"/>
                  <a:pt x="1143" y="1810"/>
                  <a:pt x="1137" y="1811"/>
                </a:cubicBezTo>
                <a:cubicBezTo>
                  <a:pt x="1132" y="1811"/>
                  <a:pt x="1128" y="1809"/>
                  <a:pt x="1124" y="1806"/>
                </a:cubicBezTo>
                <a:moveTo>
                  <a:pt x="1015" y="1701"/>
                </a:moveTo>
                <a:lnTo>
                  <a:pt x="1011" y="1697"/>
                </a:lnTo>
                <a:lnTo>
                  <a:pt x="1002" y="1688"/>
                </a:lnTo>
                <a:cubicBezTo>
                  <a:pt x="998" y="1684"/>
                  <a:pt x="996" y="1680"/>
                  <a:pt x="996" y="1675"/>
                </a:cubicBezTo>
                <a:cubicBezTo>
                  <a:pt x="996" y="1669"/>
                  <a:pt x="998" y="1665"/>
                  <a:pt x="1002" y="1661"/>
                </a:cubicBezTo>
                <a:cubicBezTo>
                  <a:pt x="1005" y="1658"/>
                  <a:pt x="1010" y="1656"/>
                  <a:pt x="1015" y="1656"/>
                </a:cubicBezTo>
                <a:cubicBezTo>
                  <a:pt x="1020" y="1656"/>
                  <a:pt x="1025" y="1658"/>
                  <a:pt x="1028" y="1661"/>
                </a:cubicBezTo>
                <a:lnTo>
                  <a:pt x="1038" y="1671"/>
                </a:lnTo>
                <a:lnTo>
                  <a:pt x="1042" y="1675"/>
                </a:lnTo>
                <a:cubicBezTo>
                  <a:pt x="1045" y="1678"/>
                  <a:pt x="1047" y="1683"/>
                  <a:pt x="1047" y="1688"/>
                </a:cubicBezTo>
                <a:cubicBezTo>
                  <a:pt x="1047" y="1693"/>
                  <a:pt x="1045" y="1698"/>
                  <a:pt x="1042" y="1701"/>
                </a:cubicBezTo>
                <a:cubicBezTo>
                  <a:pt x="1038" y="1705"/>
                  <a:pt x="1033" y="1707"/>
                  <a:pt x="1028" y="1707"/>
                </a:cubicBezTo>
                <a:cubicBezTo>
                  <a:pt x="1023" y="1707"/>
                  <a:pt x="1019" y="1705"/>
                  <a:pt x="1015" y="1701"/>
                </a:cubicBezTo>
                <a:moveTo>
                  <a:pt x="910" y="1593"/>
                </a:moveTo>
                <a:lnTo>
                  <a:pt x="897" y="1579"/>
                </a:lnTo>
                <a:cubicBezTo>
                  <a:pt x="894" y="1575"/>
                  <a:pt x="892" y="1570"/>
                  <a:pt x="893" y="1565"/>
                </a:cubicBezTo>
                <a:cubicBezTo>
                  <a:pt x="893" y="1560"/>
                  <a:pt x="895" y="1556"/>
                  <a:pt x="899" y="1552"/>
                </a:cubicBezTo>
                <a:cubicBezTo>
                  <a:pt x="902" y="1549"/>
                  <a:pt x="907" y="1547"/>
                  <a:pt x="912" y="1547"/>
                </a:cubicBezTo>
                <a:cubicBezTo>
                  <a:pt x="917" y="1547"/>
                  <a:pt x="922" y="1549"/>
                  <a:pt x="925" y="1553"/>
                </a:cubicBezTo>
                <a:lnTo>
                  <a:pt x="938" y="1567"/>
                </a:lnTo>
                <a:cubicBezTo>
                  <a:pt x="941" y="1571"/>
                  <a:pt x="943" y="1575"/>
                  <a:pt x="943" y="1581"/>
                </a:cubicBezTo>
                <a:cubicBezTo>
                  <a:pt x="943" y="1586"/>
                  <a:pt x="941" y="1590"/>
                  <a:pt x="937" y="1594"/>
                </a:cubicBezTo>
                <a:cubicBezTo>
                  <a:pt x="933" y="1597"/>
                  <a:pt x="928" y="1599"/>
                  <a:pt x="923" y="1599"/>
                </a:cubicBezTo>
                <a:cubicBezTo>
                  <a:pt x="918" y="1598"/>
                  <a:pt x="914" y="1596"/>
                  <a:pt x="910" y="1593"/>
                </a:cubicBezTo>
                <a:moveTo>
                  <a:pt x="810" y="1480"/>
                </a:moveTo>
                <a:lnTo>
                  <a:pt x="797" y="1465"/>
                </a:lnTo>
                <a:cubicBezTo>
                  <a:pt x="794" y="1461"/>
                  <a:pt x="793" y="1457"/>
                  <a:pt x="793" y="1452"/>
                </a:cubicBezTo>
                <a:cubicBezTo>
                  <a:pt x="793" y="1446"/>
                  <a:pt x="796" y="1442"/>
                  <a:pt x="800" y="1439"/>
                </a:cubicBezTo>
                <a:cubicBezTo>
                  <a:pt x="804" y="1435"/>
                  <a:pt x="808" y="1434"/>
                  <a:pt x="813" y="1434"/>
                </a:cubicBezTo>
                <a:cubicBezTo>
                  <a:pt x="818" y="1435"/>
                  <a:pt x="823" y="1437"/>
                  <a:pt x="826" y="1441"/>
                </a:cubicBezTo>
                <a:lnTo>
                  <a:pt x="838" y="1455"/>
                </a:lnTo>
                <a:cubicBezTo>
                  <a:pt x="842" y="1459"/>
                  <a:pt x="843" y="1464"/>
                  <a:pt x="843" y="1469"/>
                </a:cubicBezTo>
                <a:cubicBezTo>
                  <a:pt x="842" y="1474"/>
                  <a:pt x="840" y="1478"/>
                  <a:pt x="836" y="1482"/>
                </a:cubicBezTo>
                <a:cubicBezTo>
                  <a:pt x="832" y="1485"/>
                  <a:pt x="828" y="1487"/>
                  <a:pt x="822" y="1486"/>
                </a:cubicBezTo>
                <a:cubicBezTo>
                  <a:pt x="817" y="1486"/>
                  <a:pt x="813" y="1484"/>
                  <a:pt x="810" y="1480"/>
                </a:cubicBezTo>
                <a:moveTo>
                  <a:pt x="713" y="1363"/>
                </a:moveTo>
                <a:lnTo>
                  <a:pt x="702" y="1348"/>
                </a:lnTo>
                <a:cubicBezTo>
                  <a:pt x="698" y="1344"/>
                  <a:pt x="697" y="1339"/>
                  <a:pt x="698" y="1334"/>
                </a:cubicBezTo>
                <a:cubicBezTo>
                  <a:pt x="698" y="1329"/>
                  <a:pt x="701" y="1325"/>
                  <a:pt x="705" y="1321"/>
                </a:cubicBezTo>
                <a:cubicBezTo>
                  <a:pt x="709" y="1318"/>
                  <a:pt x="713" y="1317"/>
                  <a:pt x="719" y="1317"/>
                </a:cubicBezTo>
                <a:cubicBezTo>
                  <a:pt x="724" y="1318"/>
                  <a:pt x="728" y="1320"/>
                  <a:pt x="731" y="1324"/>
                </a:cubicBezTo>
                <a:lnTo>
                  <a:pt x="743" y="1339"/>
                </a:lnTo>
                <a:cubicBezTo>
                  <a:pt x="746" y="1343"/>
                  <a:pt x="747" y="1348"/>
                  <a:pt x="747" y="1353"/>
                </a:cubicBezTo>
                <a:cubicBezTo>
                  <a:pt x="746" y="1358"/>
                  <a:pt x="744" y="1363"/>
                  <a:pt x="740" y="1366"/>
                </a:cubicBezTo>
                <a:cubicBezTo>
                  <a:pt x="736" y="1369"/>
                  <a:pt x="731" y="1370"/>
                  <a:pt x="726" y="1370"/>
                </a:cubicBezTo>
                <a:cubicBezTo>
                  <a:pt x="721" y="1369"/>
                  <a:pt x="717" y="1367"/>
                  <a:pt x="713" y="1363"/>
                </a:cubicBezTo>
                <a:moveTo>
                  <a:pt x="622" y="1243"/>
                </a:moveTo>
                <a:lnTo>
                  <a:pt x="611" y="1228"/>
                </a:lnTo>
                <a:cubicBezTo>
                  <a:pt x="608" y="1224"/>
                  <a:pt x="607" y="1219"/>
                  <a:pt x="608" y="1214"/>
                </a:cubicBezTo>
                <a:cubicBezTo>
                  <a:pt x="609" y="1209"/>
                  <a:pt x="611" y="1205"/>
                  <a:pt x="615" y="1201"/>
                </a:cubicBezTo>
                <a:cubicBezTo>
                  <a:pt x="620" y="1198"/>
                  <a:pt x="624" y="1197"/>
                  <a:pt x="629" y="1198"/>
                </a:cubicBezTo>
                <a:cubicBezTo>
                  <a:pt x="634" y="1199"/>
                  <a:pt x="639" y="1201"/>
                  <a:pt x="642" y="1206"/>
                </a:cubicBezTo>
                <a:lnTo>
                  <a:pt x="653" y="1221"/>
                </a:lnTo>
                <a:cubicBezTo>
                  <a:pt x="656" y="1225"/>
                  <a:pt x="657" y="1230"/>
                  <a:pt x="656" y="1235"/>
                </a:cubicBezTo>
                <a:cubicBezTo>
                  <a:pt x="655" y="1240"/>
                  <a:pt x="653" y="1244"/>
                  <a:pt x="649" y="1247"/>
                </a:cubicBezTo>
                <a:cubicBezTo>
                  <a:pt x="644" y="1250"/>
                  <a:pt x="640" y="1251"/>
                  <a:pt x="635" y="1250"/>
                </a:cubicBezTo>
                <a:cubicBezTo>
                  <a:pt x="629" y="1250"/>
                  <a:pt x="625" y="1247"/>
                  <a:pt x="622" y="1243"/>
                </a:cubicBezTo>
                <a:moveTo>
                  <a:pt x="536" y="1119"/>
                </a:moveTo>
                <a:lnTo>
                  <a:pt x="525" y="1104"/>
                </a:lnTo>
                <a:cubicBezTo>
                  <a:pt x="522" y="1099"/>
                  <a:pt x="521" y="1095"/>
                  <a:pt x="522" y="1090"/>
                </a:cubicBezTo>
                <a:cubicBezTo>
                  <a:pt x="523" y="1085"/>
                  <a:pt x="526" y="1081"/>
                  <a:pt x="530" y="1078"/>
                </a:cubicBezTo>
                <a:cubicBezTo>
                  <a:pt x="534" y="1075"/>
                  <a:pt x="539" y="1074"/>
                  <a:pt x="544" y="1075"/>
                </a:cubicBezTo>
                <a:cubicBezTo>
                  <a:pt x="549" y="1076"/>
                  <a:pt x="553" y="1078"/>
                  <a:pt x="556" y="1083"/>
                </a:cubicBezTo>
                <a:lnTo>
                  <a:pt x="567" y="1098"/>
                </a:lnTo>
                <a:cubicBezTo>
                  <a:pt x="570" y="1103"/>
                  <a:pt x="571" y="1107"/>
                  <a:pt x="570" y="1113"/>
                </a:cubicBezTo>
                <a:cubicBezTo>
                  <a:pt x="569" y="1118"/>
                  <a:pt x="566" y="1122"/>
                  <a:pt x="562" y="1125"/>
                </a:cubicBezTo>
                <a:cubicBezTo>
                  <a:pt x="557" y="1127"/>
                  <a:pt x="553" y="1128"/>
                  <a:pt x="547" y="1127"/>
                </a:cubicBezTo>
                <a:cubicBezTo>
                  <a:pt x="542" y="1126"/>
                  <a:pt x="538" y="1124"/>
                  <a:pt x="536" y="1119"/>
                </a:cubicBezTo>
                <a:moveTo>
                  <a:pt x="453" y="992"/>
                </a:moveTo>
                <a:lnTo>
                  <a:pt x="443" y="976"/>
                </a:lnTo>
                <a:cubicBezTo>
                  <a:pt x="440" y="971"/>
                  <a:pt x="439" y="967"/>
                  <a:pt x="440" y="962"/>
                </a:cubicBezTo>
                <a:cubicBezTo>
                  <a:pt x="442" y="957"/>
                  <a:pt x="444" y="953"/>
                  <a:pt x="449" y="950"/>
                </a:cubicBezTo>
                <a:cubicBezTo>
                  <a:pt x="453" y="947"/>
                  <a:pt x="458" y="946"/>
                  <a:pt x="463" y="948"/>
                </a:cubicBezTo>
                <a:cubicBezTo>
                  <a:pt x="468" y="949"/>
                  <a:pt x="472" y="952"/>
                  <a:pt x="475" y="956"/>
                </a:cubicBezTo>
                <a:lnTo>
                  <a:pt x="485" y="972"/>
                </a:lnTo>
                <a:cubicBezTo>
                  <a:pt x="488" y="977"/>
                  <a:pt x="488" y="981"/>
                  <a:pt x="487" y="986"/>
                </a:cubicBezTo>
                <a:cubicBezTo>
                  <a:pt x="486" y="991"/>
                  <a:pt x="483" y="995"/>
                  <a:pt x="479" y="998"/>
                </a:cubicBezTo>
                <a:cubicBezTo>
                  <a:pt x="474" y="1001"/>
                  <a:pt x="470" y="1002"/>
                  <a:pt x="465" y="1000"/>
                </a:cubicBezTo>
                <a:cubicBezTo>
                  <a:pt x="459" y="999"/>
                  <a:pt x="456" y="996"/>
                  <a:pt x="453" y="992"/>
                </a:cubicBezTo>
                <a:moveTo>
                  <a:pt x="376" y="863"/>
                </a:moveTo>
                <a:lnTo>
                  <a:pt x="366" y="847"/>
                </a:lnTo>
                <a:cubicBezTo>
                  <a:pt x="364" y="842"/>
                  <a:pt x="363" y="837"/>
                  <a:pt x="364" y="832"/>
                </a:cubicBezTo>
                <a:cubicBezTo>
                  <a:pt x="366" y="827"/>
                  <a:pt x="369" y="824"/>
                  <a:pt x="373" y="821"/>
                </a:cubicBezTo>
                <a:cubicBezTo>
                  <a:pt x="378" y="818"/>
                  <a:pt x="383" y="818"/>
                  <a:pt x="388" y="819"/>
                </a:cubicBezTo>
                <a:cubicBezTo>
                  <a:pt x="393" y="820"/>
                  <a:pt x="396" y="823"/>
                  <a:pt x="399" y="828"/>
                </a:cubicBezTo>
                <a:lnTo>
                  <a:pt x="408" y="844"/>
                </a:lnTo>
                <a:cubicBezTo>
                  <a:pt x="411" y="849"/>
                  <a:pt x="411" y="853"/>
                  <a:pt x="410" y="858"/>
                </a:cubicBezTo>
                <a:cubicBezTo>
                  <a:pt x="409" y="863"/>
                  <a:pt x="406" y="867"/>
                  <a:pt x="401" y="870"/>
                </a:cubicBezTo>
                <a:cubicBezTo>
                  <a:pt x="397" y="872"/>
                  <a:pt x="392" y="873"/>
                  <a:pt x="387" y="872"/>
                </a:cubicBezTo>
                <a:cubicBezTo>
                  <a:pt x="382" y="870"/>
                  <a:pt x="378" y="867"/>
                  <a:pt x="376" y="863"/>
                </a:cubicBezTo>
                <a:moveTo>
                  <a:pt x="303" y="731"/>
                </a:moveTo>
                <a:lnTo>
                  <a:pt x="294" y="714"/>
                </a:lnTo>
                <a:cubicBezTo>
                  <a:pt x="292" y="710"/>
                  <a:pt x="291" y="705"/>
                  <a:pt x="293" y="700"/>
                </a:cubicBezTo>
                <a:cubicBezTo>
                  <a:pt x="294" y="695"/>
                  <a:pt x="297" y="691"/>
                  <a:pt x="302" y="689"/>
                </a:cubicBezTo>
                <a:cubicBezTo>
                  <a:pt x="307" y="687"/>
                  <a:pt x="311" y="686"/>
                  <a:pt x="316" y="688"/>
                </a:cubicBezTo>
                <a:cubicBezTo>
                  <a:pt x="321" y="689"/>
                  <a:pt x="325" y="692"/>
                  <a:pt x="327" y="697"/>
                </a:cubicBezTo>
                <a:lnTo>
                  <a:pt x="336" y="714"/>
                </a:lnTo>
                <a:cubicBezTo>
                  <a:pt x="339" y="718"/>
                  <a:pt x="339" y="723"/>
                  <a:pt x="338" y="728"/>
                </a:cubicBezTo>
                <a:cubicBezTo>
                  <a:pt x="336" y="733"/>
                  <a:pt x="333" y="737"/>
                  <a:pt x="328" y="739"/>
                </a:cubicBezTo>
                <a:cubicBezTo>
                  <a:pt x="324" y="741"/>
                  <a:pt x="319" y="742"/>
                  <a:pt x="314" y="740"/>
                </a:cubicBezTo>
                <a:cubicBezTo>
                  <a:pt x="309" y="739"/>
                  <a:pt x="305" y="736"/>
                  <a:pt x="303" y="731"/>
                </a:cubicBezTo>
                <a:moveTo>
                  <a:pt x="234" y="596"/>
                </a:moveTo>
                <a:lnTo>
                  <a:pt x="226" y="579"/>
                </a:lnTo>
                <a:cubicBezTo>
                  <a:pt x="224" y="574"/>
                  <a:pt x="223" y="569"/>
                  <a:pt x="225" y="564"/>
                </a:cubicBezTo>
                <a:cubicBezTo>
                  <a:pt x="227" y="559"/>
                  <a:pt x="230" y="556"/>
                  <a:pt x="235" y="553"/>
                </a:cubicBezTo>
                <a:cubicBezTo>
                  <a:pt x="239" y="551"/>
                  <a:pt x="244" y="551"/>
                  <a:pt x="249" y="553"/>
                </a:cubicBezTo>
                <a:cubicBezTo>
                  <a:pt x="254" y="554"/>
                  <a:pt x="258" y="557"/>
                  <a:pt x="260" y="562"/>
                </a:cubicBezTo>
                <a:lnTo>
                  <a:pt x="268" y="579"/>
                </a:lnTo>
                <a:cubicBezTo>
                  <a:pt x="270" y="584"/>
                  <a:pt x="271" y="589"/>
                  <a:pt x="269" y="594"/>
                </a:cubicBezTo>
                <a:cubicBezTo>
                  <a:pt x="267" y="599"/>
                  <a:pt x="264" y="602"/>
                  <a:pt x="259" y="604"/>
                </a:cubicBezTo>
                <a:cubicBezTo>
                  <a:pt x="255" y="607"/>
                  <a:pt x="250" y="607"/>
                  <a:pt x="245" y="605"/>
                </a:cubicBezTo>
                <a:cubicBezTo>
                  <a:pt x="240" y="604"/>
                  <a:pt x="236" y="600"/>
                  <a:pt x="234" y="596"/>
                </a:cubicBezTo>
                <a:moveTo>
                  <a:pt x="170" y="458"/>
                </a:moveTo>
                <a:lnTo>
                  <a:pt x="163" y="441"/>
                </a:lnTo>
                <a:cubicBezTo>
                  <a:pt x="161" y="437"/>
                  <a:pt x="160" y="432"/>
                  <a:pt x="162" y="427"/>
                </a:cubicBezTo>
                <a:cubicBezTo>
                  <a:pt x="164" y="422"/>
                  <a:pt x="167" y="419"/>
                  <a:pt x="172" y="417"/>
                </a:cubicBezTo>
                <a:cubicBezTo>
                  <a:pt x="177" y="414"/>
                  <a:pt x="182" y="414"/>
                  <a:pt x="187" y="416"/>
                </a:cubicBezTo>
                <a:cubicBezTo>
                  <a:pt x="191" y="418"/>
                  <a:pt x="195" y="421"/>
                  <a:pt x="197" y="426"/>
                </a:cubicBezTo>
                <a:lnTo>
                  <a:pt x="205" y="443"/>
                </a:lnTo>
                <a:cubicBezTo>
                  <a:pt x="207" y="448"/>
                  <a:pt x="207" y="453"/>
                  <a:pt x="205" y="457"/>
                </a:cubicBezTo>
                <a:cubicBezTo>
                  <a:pt x="203" y="462"/>
                  <a:pt x="200" y="466"/>
                  <a:pt x="195" y="468"/>
                </a:cubicBezTo>
                <a:cubicBezTo>
                  <a:pt x="190" y="470"/>
                  <a:pt x="185" y="470"/>
                  <a:pt x="181" y="468"/>
                </a:cubicBezTo>
                <a:cubicBezTo>
                  <a:pt x="176" y="466"/>
                  <a:pt x="172" y="463"/>
                  <a:pt x="170" y="458"/>
                </a:cubicBezTo>
                <a:moveTo>
                  <a:pt x="111" y="321"/>
                </a:moveTo>
                <a:lnTo>
                  <a:pt x="104" y="304"/>
                </a:lnTo>
                <a:cubicBezTo>
                  <a:pt x="102" y="299"/>
                  <a:pt x="102" y="294"/>
                  <a:pt x="104" y="289"/>
                </a:cubicBezTo>
                <a:cubicBezTo>
                  <a:pt x="106" y="284"/>
                  <a:pt x="110" y="281"/>
                  <a:pt x="115" y="279"/>
                </a:cubicBezTo>
                <a:cubicBezTo>
                  <a:pt x="119" y="277"/>
                  <a:pt x="124" y="277"/>
                  <a:pt x="129" y="279"/>
                </a:cubicBezTo>
                <a:cubicBezTo>
                  <a:pt x="134" y="281"/>
                  <a:pt x="137" y="285"/>
                  <a:pt x="139" y="289"/>
                </a:cubicBezTo>
                <a:lnTo>
                  <a:pt x="146" y="307"/>
                </a:lnTo>
                <a:cubicBezTo>
                  <a:pt x="148" y="312"/>
                  <a:pt x="148" y="316"/>
                  <a:pt x="146" y="321"/>
                </a:cubicBezTo>
                <a:cubicBezTo>
                  <a:pt x="144" y="326"/>
                  <a:pt x="141" y="329"/>
                  <a:pt x="136" y="331"/>
                </a:cubicBezTo>
                <a:cubicBezTo>
                  <a:pt x="131" y="333"/>
                  <a:pt x="126" y="333"/>
                  <a:pt x="122" y="331"/>
                </a:cubicBezTo>
                <a:cubicBezTo>
                  <a:pt x="117" y="329"/>
                  <a:pt x="113" y="326"/>
                  <a:pt x="111" y="321"/>
                </a:cubicBezTo>
                <a:moveTo>
                  <a:pt x="56" y="180"/>
                </a:moveTo>
                <a:lnTo>
                  <a:pt x="50" y="162"/>
                </a:lnTo>
                <a:cubicBezTo>
                  <a:pt x="48" y="157"/>
                  <a:pt x="48" y="153"/>
                  <a:pt x="50" y="148"/>
                </a:cubicBezTo>
                <a:cubicBezTo>
                  <a:pt x="52" y="143"/>
                  <a:pt x="56" y="140"/>
                  <a:pt x="61" y="138"/>
                </a:cubicBezTo>
                <a:cubicBezTo>
                  <a:pt x="65" y="136"/>
                  <a:pt x="70" y="136"/>
                  <a:pt x="75" y="139"/>
                </a:cubicBezTo>
                <a:cubicBezTo>
                  <a:pt x="80" y="141"/>
                  <a:pt x="83" y="144"/>
                  <a:pt x="85" y="149"/>
                </a:cubicBezTo>
                <a:lnTo>
                  <a:pt x="91" y="167"/>
                </a:lnTo>
                <a:cubicBezTo>
                  <a:pt x="93" y="172"/>
                  <a:pt x="93" y="177"/>
                  <a:pt x="91" y="181"/>
                </a:cubicBezTo>
                <a:cubicBezTo>
                  <a:pt x="89" y="186"/>
                  <a:pt x="85" y="189"/>
                  <a:pt x="80" y="191"/>
                </a:cubicBezTo>
                <a:cubicBezTo>
                  <a:pt x="75" y="193"/>
                  <a:pt x="71" y="193"/>
                  <a:pt x="66" y="191"/>
                </a:cubicBezTo>
                <a:cubicBezTo>
                  <a:pt x="61" y="188"/>
                  <a:pt x="58" y="185"/>
                  <a:pt x="56" y="180"/>
                </a:cubicBezTo>
                <a:moveTo>
                  <a:pt x="4" y="36"/>
                </a:moveTo>
                <a:lnTo>
                  <a:pt x="1" y="25"/>
                </a:lnTo>
                <a:cubicBezTo>
                  <a:pt x="-1" y="21"/>
                  <a:pt x="0" y="16"/>
                  <a:pt x="2" y="11"/>
                </a:cubicBezTo>
                <a:cubicBezTo>
                  <a:pt x="4" y="6"/>
                  <a:pt x="8" y="3"/>
                  <a:pt x="13" y="2"/>
                </a:cubicBezTo>
                <a:cubicBezTo>
                  <a:pt x="18" y="0"/>
                  <a:pt x="22" y="0"/>
                  <a:pt x="27" y="2"/>
                </a:cubicBezTo>
                <a:cubicBezTo>
                  <a:pt x="32" y="5"/>
                  <a:pt x="35" y="8"/>
                  <a:pt x="37" y="13"/>
                </a:cubicBezTo>
                <a:lnTo>
                  <a:pt x="40" y="24"/>
                </a:lnTo>
                <a:cubicBezTo>
                  <a:pt x="42" y="28"/>
                  <a:pt x="41" y="33"/>
                  <a:pt x="39" y="38"/>
                </a:cubicBezTo>
                <a:cubicBezTo>
                  <a:pt x="37" y="43"/>
                  <a:pt x="33" y="46"/>
                  <a:pt x="28" y="47"/>
                </a:cubicBezTo>
                <a:cubicBezTo>
                  <a:pt x="23" y="49"/>
                  <a:pt x="19" y="49"/>
                  <a:pt x="14" y="47"/>
                </a:cubicBezTo>
                <a:cubicBezTo>
                  <a:pt x="9" y="44"/>
                  <a:pt x="6" y="41"/>
                  <a:pt x="4" y="3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9" name=""/>
          <p:cNvSpPr/>
          <p:nvPr/>
        </p:nvSpPr>
        <p:spPr>
          <a:xfrm>
            <a:off x="2522520" y="4505040"/>
            <a:ext cx="77400" cy="71280"/>
          </a:xfrm>
          <a:custGeom>
            <a:avLst/>
            <a:gdLst/>
            <a:ahLst/>
            <a:rect l="0" t="0" r="r" b="b"/>
            <a:pathLst>
              <a:path fill="none" w="215" h="198">
                <a:moveTo>
                  <a:pt x="0" y="198"/>
                </a:moveTo>
                <a:lnTo>
                  <a:pt x="53" y="0"/>
                </a:lnTo>
                <a:lnTo>
                  <a:pt x="215" y="12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0" name=""/>
          <p:cNvSpPr/>
          <p:nvPr/>
        </p:nvSpPr>
        <p:spPr>
          <a:xfrm>
            <a:off x="2534760" y="2940840"/>
            <a:ext cx="974880" cy="975600"/>
          </a:xfrm>
          <a:custGeom>
            <a:avLst/>
            <a:gdLst/>
            <a:ahLst/>
            <a:rect l="0" t="0" r="r" b="b"/>
            <a:pathLst>
              <a:path w="2708" h="2710">
                <a:moveTo>
                  <a:pt x="1" y="2685"/>
                </a:moveTo>
                <a:lnTo>
                  <a:pt x="7" y="2667"/>
                </a:lnTo>
                <a:cubicBezTo>
                  <a:pt x="9" y="2662"/>
                  <a:pt x="12" y="2658"/>
                  <a:pt x="17" y="2656"/>
                </a:cubicBezTo>
                <a:cubicBezTo>
                  <a:pt x="21" y="2654"/>
                  <a:pt x="26" y="2653"/>
                  <a:pt x="31" y="2655"/>
                </a:cubicBezTo>
                <a:cubicBezTo>
                  <a:pt x="36" y="2657"/>
                  <a:pt x="40" y="2660"/>
                  <a:pt x="42" y="2664"/>
                </a:cubicBezTo>
                <a:cubicBezTo>
                  <a:pt x="44" y="2669"/>
                  <a:pt x="44" y="2674"/>
                  <a:pt x="43" y="2679"/>
                </a:cubicBezTo>
                <a:lnTo>
                  <a:pt x="37" y="2697"/>
                </a:lnTo>
                <a:cubicBezTo>
                  <a:pt x="35" y="2702"/>
                  <a:pt x="32" y="2706"/>
                  <a:pt x="27" y="2708"/>
                </a:cubicBezTo>
                <a:cubicBezTo>
                  <a:pt x="22" y="2710"/>
                  <a:pt x="18" y="2710"/>
                  <a:pt x="13" y="2709"/>
                </a:cubicBezTo>
                <a:cubicBezTo>
                  <a:pt x="8" y="2707"/>
                  <a:pt x="4" y="2704"/>
                  <a:pt x="2" y="2699"/>
                </a:cubicBezTo>
                <a:cubicBezTo>
                  <a:pt x="0" y="2695"/>
                  <a:pt x="-1" y="2690"/>
                  <a:pt x="1" y="2685"/>
                </a:cubicBezTo>
                <a:moveTo>
                  <a:pt x="52" y="2540"/>
                </a:moveTo>
                <a:lnTo>
                  <a:pt x="59" y="2522"/>
                </a:lnTo>
                <a:cubicBezTo>
                  <a:pt x="61" y="2518"/>
                  <a:pt x="64" y="2514"/>
                  <a:pt x="69" y="2512"/>
                </a:cubicBezTo>
                <a:cubicBezTo>
                  <a:pt x="74" y="2510"/>
                  <a:pt x="78" y="2510"/>
                  <a:pt x="83" y="2511"/>
                </a:cubicBezTo>
                <a:cubicBezTo>
                  <a:pt x="88" y="2513"/>
                  <a:pt x="92" y="2517"/>
                  <a:pt x="94" y="2521"/>
                </a:cubicBezTo>
                <a:cubicBezTo>
                  <a:pt x="96" y="2526"/>
                  <a:pt x="96" y="2531"/>
                  <a:pt x="94" y="2536"/>
                </a:cubicBezTo>
                <a:lnTo>
                  <a:pt x="88" y="2553"/>
                </a:lnTo>
                <a:cubicBezTo>
                  <a:pt x="86" y="2558"/>
                  <a:pt x="83" y="2562"/>
                  <a:pt x="78" y="2564"/>
                </a:cubicBezTo>
                <a:cubicBezTo>
                  <a:pt x="73" y="2566"/>
                  <a:pt x="68" y="2566"/>
                  <a:pt x="63" y="2564"/>
                </a:cubicBezTo>
                <a:cubicBezTo>
                  <a:pt x="59" y="2563"/>
                  <a:pt x="55" y="2559"/>
                  <a:pt x="53" y="2555"/>
                </a:cubicBezTo>
                <a:cubicBezTo>
                  <a:pt x="51" y="2550"/>
                  <a:pt x="51" y="2545"/>
                  <a:pt x="52" y="2540"/>
                </a:cubicBezTo>
                <a:moveTo>
                  <a:pt x="107" y="2399"/>
                </a:moveTo>
                <a:lnTo>
                  <a:pt x="115" y="2382"/>
                </a:lnTo>
                <a:cubicBezTo>
                  <a:pt x="116" y="2377"/>
                  <a:pt x="120" y="2374"/>
                  <a:pt x="125" y="2372"/>
                </a:cubicBezTo>
                <a:cubicBezTo>
                  <a:pt x="129" y="2370"/>
                  <a:pt x="134" y="2370"/>
                  <a:pt x="139" y="2372"/>
                </a:cubicBezTo>
                <a:cubicBezTo>
                  <a:pt x="144" y="2373"/>
                  <a:pt x="147" y="2377"/>
                  <a:pt x="149" y="2382"/>
                </a:cubicBezTo>
                <a:cubicBezTo>
                  <a:pt x="151" y="2386"/>
                  <a:pt x="151" y="2391"/>
                  <a:pt x="149" y="2396"/>
                </a:cubicBezTo>
                <a:lnTo>
                  <a:pt x="142" y="2413"/>
                </a:lnTo>
                <a:cubicBezTo>
                  <a:pt x="140" y="2418"/>
                  <a:pt x="137" y="2422"/>
                  <a:pt x="132" y="2424"/>
                </a:cubicBezTo>
                <a:cubicBezTo>
                  <a:pt x="127" y="2426"/>
                  <a:pt x="122" y="2426"/>
                  <a:pt x="118" y="2424"/>
                </a:cubicBezTo>
                <a:cubicBezTo>
                  <a:pt x="113" y="2422"/>
                  <a:pt x="109" y="2418"/>
                  <a:pt x="107" y="2414"/>
                </a:cubicBezTo>
                <a:cubicBezTo>
                  <a:pt x="105" y="2409"/>
                  <a:pt x="105" y="2404"/>
                  <a:pt x="107" y="2399"/>
                </a:cubicBezTo>
                <a:moveTo>
                  <a:pt x="166" y="2262"/>
                </a:moveTo>
                <a:lnTo>
                  <a:pt x="173" y="2245"/>
                </a:lnTo>
                <a:cubicBezTo>
                  <a:pt x="176" y="2240"/>
                  <a:pt x="179" y="2237"/>
                  <a:pt x="184" y="2235"/>
                </a:cubicBezTo>
                <a:cubicBezTo>
                  <a:pt x="189" y="2233"/>
                  <a:pt x="194" y="2233"/>
                  <a:pt x="198" y="2235"/>
                </a:cubicBezTo>
                <a:cubicBezTo>
                  <a:pt x="203" y="2237"/>
                  <a:pt x="206" y="2241"/>
                  <a:pt x="208" y="2246"/>
                </a:cubicBezTo>
                <a:cubicBezTo>
                  <a:pt x="210" y="2250"/>
                  <a:pt x="210" y="2255"/>
                  <a:pt x="208" y="2260"/>
                </a:cubicBezTo>
                <a:lnTo>
                  <a:pt x="200" y="2277"/>
                </a:lnTo>
                <a:cubicBezTo>
                  <a:pt x="198" y="2282"/>
                  <a:pt x="195" y="2285"/>
                  <a:pt x="190" y="2287"/>
                </a:cubicBezTo>
                <a:cubicBezTo>
                  <a:pt x="185" y="2289"/>
                  <a:pt x="180" y="2288"/>
                  <a:pt x="175" y="2286"/>
                </a:cubicBezTo>
                <a:cubicBezTo>
                  <a:pt x="171" y="2284"/>
                  <a:pt x="167" y="2281"/>
                  <a:pt x="166" y="2276"/>
                </a:cubicBezTo>
                <a:cubicBezTo>
                  <a:pt x="164" y="2271"/>
                  <a:pt x="164" y="2266"/>
                  <a:pt x="166" y="2262"/>
                </a:cubicBezTo>
                <a:moveTo>
                  <a:pt x="230" y="2124"/>
                </a:moveTo>
                <a:lnTo>
                  <a:pt x="238" y="2107"/>
                </a:lnTo>
                <a:cubicBezTo>
                  <a:pt x="240" y="2103"/>
                  <a:pt x="244" y="2099"/>
                  <a:pt x="249" y="2098"/>
                </a:cubicBezTo>
                <a:cubicBezTo>
                  <a:pt x="254" y="2096"/>
                  <a:pt x="258" y="2096"/>
                  <a:pt x="263" y="2098"/>
                </a:cubicBezTo>
                <a:cubicBezTo>
                  <a:pt x="268" y="2101"/>
                  <a:pt x="271" y="2104"/>
                  <a:pt x="273" y="2109"/>
                </a:cubicBezTo>
                <a:cubicBezTo>
                  <a:pt x="274" y="2114"/>
                  <a:pt x="274" y="2119"/>
                  <a:pt x="272" y="2124"/>
                </a:cubicBezTo>
                <a:lnTo>
                  <a:pt x="263" y="2141"/>
                </a:lnTo>
                <a:cubicBezTo>
                  <a:pt x="261" y="2145"/>
                  <a:pt x="258" y="2149"/>
                  <a:pt x="253" y="2150"/>
                </a:cubicBezTo>
                <a:cubicBezTo>
                  <a:pt x="248" y="2152"/>
                  <a:pt x="243" y="2152"/>
                  <a:pt x="238" y="2149"/>
                </a:cubicBezTo>
                <a:cubicBezTo>
                  <a:pt x="234" y="2147"/>
                  <a:pt x="230" y="2144"/>
                  <a:pt x="229" y="2139"/>
                </a:cubicBezTo>
                <a:cubicBezTo>
                  <a:pt x="227" y="2134"/>
                  <a:pt x="227" y="2129"/>
                  <a:pt x="230" y="2124"/>
                </a:cubicBezTo>
                <a:moveTo>
                  <a:pt x="298" y="1989"/>
                </a:moveTo>
                <a:lnTo>
                  <a:pt x="307" y="1972"/>
                </a:lnTo>
                <a:cubicBezTo>
                  <a:pt x="309" y="1967"/>
                  <a:pt x="313" y="1964"/>
                  <a:pt x="318" y="1963"/>
                </a:cubicBezTo>
                <a:cubicBezTo>
                  <a:pt x="323" y="1961"/>
                  <a:pt x="328" y="1962"/>
                  <a:pt x="332" y="1964"/>
                </a:cubicBezTo>
                <a:cubicBezTo>
                  <a:pt x="337" y="1967"/>
                  <a:pt x="340" y="1970"/>
                  <a:pt x="341" y="1975"/>
                </a:cubicBezTo>
                <a:cubicBezTo>
                  <a:pt x="343" y="1980"/>
                  <a:pt x="342" y="1985"/>
                  <a:pt x="340" y="1990"/>
                </a:cubicBezTo>
                <a:lnTo>
                  <a:pt x="331" y="2006"/>
                </a:lnTo>
                <a:cubicBezTo>
                  <a:pt x="329" y="2011"/>
                  <a:pt x="325" y="2014"/>
                  <a:pt x="320" y="2015"/>
                </a:cubicBezTo>
                <a:cubicBezTo>
                  <a:pt x="315" y="2017"/>
                  <a:pt x="310" y="2016"/>
                  <a:pt x="306" y="2014"/>
                </a:cubicBezTo>
                <a:cubicBezTo>
                  <a:pt x="301" y="2012"/>
                  <a:pt x="298" y="2008"/>
                  <a:pt x="297" y="2003"/>
                </a:cubicBezTo>
                <a:cubicBezTo>
                  <a:pt x="295" y="1998"/>
                  <a:pt x="296" y="1993"/>
                  <a:pt x="298" y="1989"/>
                </a:cubicBezTo>
                <a:moveTo>
                  <a:pt x="370" y="1857"/>
                </a:moveTo>
                <a:lnTo>
                  <a:pt x="380" y="1840"/>
                </a:lnTo>
                <a:cubicBezTo>
                  <a:pt x="382" y="1836"/>
                  <a:pt x="386" y="1833"/>
                  <a:pt x="391" y="1832"/>
                </a:cubicBezTo>
                <a:cubicBezTo>
                  <a:pt x="396" y="1830"/>
                  <a:pt x="401" y="1831"/>
                  <a:pt x="405" y="1834"/>
                </a:cubicBezTo>
                <a:cubicBezTo>
                  <a:pt x="410" y="1836"/>
                  <a:pt x="413" y="1840"/>
                  <a:pt x="414" y="1845"/>
                </a:cubicBezTo>
                <a:cubicBezTo>
                  <a:pt x="415" y="1850"/>
                  <a:pt x="415" y="1855"/>
                  <a:pt x="412" y="1859"/>
                </a:cubicBezTo>
                <a:lnTo>
                  <a:pt x="403" y="1875"/>
                </a:lnTo>
                <a:cubicBezTo>
                  <a:pt x="400" y="1880"/>
                  <a:pt x="397" y="1883"/>
                  <a:pt x="392" y="1884"/>
                </a:cubicBezTo>
                <a:cubicBezTo>
                  <a:pt x="387" y="1886"/>
                  <a:pt x="382" y="1885"/>
                  <a:pt x="377" y="1882"/>
                </a:cubicBezTo>
                <a:cubicBezTo>
                  <a:pt x="373" y="1880"/>
                  <a:pt x="370" y="1876"/>
                  <a:pt x="369" y="1871"/>
                </a:cubicBezTo>
                <a:cubicBezTo>
                  <a:pt x="367" y="1866"/>
                  <a:pt x="368" y="1861"/>
                  <a:pt x="370" y="1857"/>
                </a:cubicBezTo>
                <a:moveTo>
                  <a:pt x="447" y="1727"/>
                </a:moveTo>
                <a:lnTo>
                  <a:pt x="457" y="1711"/>
                </a:lnTo>
                <a:cubicBezTo>
                  <a:pt x="460" y="1707"/>
                  <a:pt x="464" y="1704"/>
                  <a:pt x="469" y="1703"/>
                </a:cubicBezTo>
                <a:cubicBezTo>
                  <a:pt x="474" y="1702"/>
                  <a:pt x="479" y="1703"/>
                  <a:pt x="483" y="1705"/>
                </a:cubicBezTo>
                <a:cubicBezTo>
                  <a:pt x="488" y="1708"/>
                  <a:pt x="490" y="1712"/>
                  <a:pt x="491" y="1717"/>
                </a:cubicBezTo>
                <a:cubicBezTo>
                  <a:pt x="493" y="1722"/>
                  <a:pt x="492" y="1727"/>
                  <a:pt x="489" y="1731"/>
                </a:cubicBezTo>
                <a:lnTo>
                  <a:pt x="479" y="1747"/>
                </a:lnTo>
                <a:cubicBezTo>
                  <a:pt x="476" y="1752"/>
                  <a:pt x="472" y="1755"/>
                  <a:pt x="467" y="1756"/>
                </a:cubicBezTo>
                <a:cubicBezTo>
                  <a:pt x="462" y="1757"/>
                  <a:pt x="458" y="1756"/>
                  <a:pt x="453" y="1753"/>
                </a:cubicBezTo>
                <a:cubicBezTo>
                  <a:pt x="449" y="1751"/>
                  <a:pt x="446" y="1747"/>
                  <a:pt x="445" y="1742"/>
                </a:cubicBezTo>
                <a:cubicBezTo>
                  <a:pt x="444" y="1737"/>
                  <a:pt x="444" y="1732"/>
                  <a:pt x="447" y="1727"/>
                </a:cubicBezTo>
                <a:moveTo>
                  <a:pt x="530" y="1600"/>
                </a:moveTo>
                <a:lnTo>
                  <a:pt x="540" y="1584"/>
                </a:lnTo>
                <a:cubicBezTo>
                  <a:pt x="543" y="1580"/>
                  <a:pt x="547" y="1577"/>
                  <a:pt x="552" y="1576"/>
                </a:cubicBezTo>
                <a:cubicBezTo>
                  <a:pt x="557" y="1575"/>
                  <a:pt x="562" y="1576"/>
                  <a:pt x="566" y="1579"/>
                </a:cubicBezTo>
                <a:cubicBezTo>
                  <a:pt x="571" y="1582"/>
                  <a:pt x="573" y="1586"/>
                  <a:pt x="574" y="1591"/>
                </a:cubicBezTo>
                <a:cubicBezTo>
                  <a:pt x="575" y="1596"/>
                  <a:pt x="574" y="1601"/>
                  <a:pt x="571" y="1605"/>
                </a:cubicBezTo>
                <a:lnTo>
                  <a:pt x="561" y="1621"/>
                </a:lnTo>
                <a:cubicBezTo>
                  <a:pt x="558" y="1625"/>
                  <a:pt x="554" y="1628"/>
                  <a:pt x="549" y="1629"/>
                </a:cubicBezTo>
                <a:cubicBezTo>
                  <a:pt x="544" y="1630"/>
                  <a:pt x="539" y="1629"/>
                  <a:pt x="535" y="1626"/>
                </a:cubicBezTo>
                <a:cubicBezTo>
                  <a:pt x="530" y="1623"/>
                  <a:pt x="528" y="1619"/>
                  <a:pt x="527" y="1614"/>
                </a:cubicBezTo>
                <a:cubicBezTo>
                  <a:pt x="526" y="1609"/>
                  <a:pt x="527" y="1604"/>
                  <a:pt x="530" y="1600"/>
                </a:cubicBezTo>
                <a:moveTo>
                  <a:pt x="616" y="1476"/>
                </a:moveTo>
                <a:lnTo>
                  <a:pt x="627" y="1461"/>
                </a:lnTo>
                <a:cubicBezTo>
                  <a:pt x="630" y="1457"/>
                  <a:pt x="634" y="1454"/>
                  <a:pt x="639" y="1453"/>
                </a:cubicBezTo>
                <a:cubicBezTo>
                  <a:pt x="645" y="1453"/>
                  <a:pt x="649" y="1454"/>
                  <a:pt x="653" y="1457"/>
                </a:cubicBezTo>
                <a:cubicBezTo>
                  <a:pt x="658" y="1460"/>
                  <a:pt x="660" y="1464"/>
                  <a:pt x="661" y="1469"/>
                </a:cubicBezTo>
                <a:cubicBezTo>
                  <a:pt x="662" y="1474"/>
                  <a:pt x="661" y="1479"/>
                  <a:pt x="657" y="1483"/>
                </a:cubicBezTo>
                <a:lnTo>
                  <a:pt x="646" y="1498"/>
                </a:lnTo>
                <a:cubicBezTo>
                  <a:pt x="643" y="1502"/>
                  <a:pt x="639" y="1505"/>
                  <a:pt x="634" y="1506"/>
                </a:cubicBezTo>
                <a:cubicBezTo>
                  <a:pt x="629" y="1506"/>
                  <a:pt x="624" y="1505"/>
                  <a:pt x="620" y="1502"/>
                </a:cubicBezTo>
                <a:cubicBezTo>
                  <a:pt x="616" y="1499"/>
                  <a:pt x="613" y="1495"/>
                  <a:pt x="613" y="1490"/>
                </a:cubicBezTo>
                <a:cubicBezTo>
                  <a:pt x="612" y="1485"/>
                  <a:pt x="613" y="1480"/>
                  <a:pt x="616" y="1476"/>
                </a:cubicBezTo>
                <a:moveTo>
                  <a:pt x="707" y="1356"/>
                </a:moveTo>
                <a:lnTo>
                  <a:pt x="718" y="1341"/>
                </a:lnTo>
                <a:cubicBezTo>
                  <a:pt x="722" y="1337"/>
                  <a:pt x="726" y="1335"/>
                  <a:pt x="731" y="1334"/>
                </a:cubicBezTo>
                <a:cubicBezTo>
                  <a:pt x="736" y="1334"/>
                  <a:pt x="741" y="1335"/>
                  <a:pt x="745" y="1338"/>
                </a:cubicBezTo>
                <a:cubicBezTo>
                  <a:pt x="749" y="1341"/>
                  <a:pt x="751" y="1346"/>
                  <a:pt x="752" y="1351"/>
                </a:cubicBezTo>
                <a:cubicBezTo>
                  <a:pt x="752" y="1356"/>
                  <a:pt x="751" y="1361"/>
                  <a:pt x="748" y="1365"/>
                </a:cubicBezTo>
                <a:lnTo>
                  <a:pt x="736" y="1379"/>
                </a:lnTo>
                <a:cubicBezTo>
                  <a:pt x="733" y="1383"/>
                  <a:pt x="729" y="1386"/>
                  <a:pt x="724" y="1386"/>
                </a:cubicBezTo>
                <a:cubicBezTo>
                  <a:pt x="719" y="1387"/>
                  <a:pt x="714" y="1386"/>
                  <a:pt x="710" y="1382"/>
                </a:cubicBezTo>
                <a:cubicBezTo>
                  <a:pt x="706" y="1379"/>
                  <a:pt x="703" y="1375"/>
                  <a:pt x="703" y="1370"/>
                </a:cubicBezTo>
                <a:cubicBezTo>
                  <a:pt x="702" y="1365"/>
                  <a:pt x="704" y="1360"/>
                  <a:pt x="707" y="1356"/>
                </a:cubicBezTo>
                <a:moveTo>
                  <a:pt x="803" y="1238"/>
                </a:moveTo>
                <a:lnTo>
                  <a:pt x="815" y="1223"/>
                </a:lnTo>
                <a:cubicBezTo>
                  <a:pt x="818" y="1219"/>
                  <a:pt x="823" y="1217"/>
                  <a:pt x="828" y="1217"/>
                </a:cubicBezTo>
                <a:cubicBezTo>
                  <a:pt x="833" y="1217"/>
                  <a:pt x="838" y="1218"/>
                  <a:pt x="842" y="1221"/>
                </a:cubicBezTo>
                <a:cubicBezTo>
                  <a:pt x="845" y="1225"/>
                  <a:pt x="848" y="1229"/>
                  <a:pt x="848" y="1234"/>
                </a:cubicBezTo>
                <a:cubicBezTo>
                  <a:pt x="848" y="1239"/>
                  <a:pt x="847" y="1244"/>
                  <a:pt x="844" y="1248"/>
                </a:cubicBezTo>
                <a:lnTo>
                  <a:pt x="831" y="1262"/>
                </a:lnTo>
                <a:cubicBezTo>
                  <a:pt x="828" y="1266"/>
                  <a:pt x="824" y="1268"/>
                  <a:pt x="819" y="1269"/>
                </a:cubicBezTo>
                <a:cubicBezTo>
                  <a:pt x="813" y="1269"/>
                  <a:pt x="809" y="1268"/>
                  <a:pt x="805" y="1264"/>
                </a:cubicBezTo>
                <a:cubicBezTo>
                  <a:pt x="801" y="1261"/>
                  <a:pt x="799" y="1257"/>
                  <a:pt x="798" y="1251"/>
                </a:cubicBezTo>
                <a:cubicBezTo>
                  <a:pt x="798" y="1246"/>
                  <a:pt x="799" y="1242"/>
                  <a:pt x="803" y="1238"/>
                </a:cubicBezTo>
                <a:moveTo>
                  <a:pt x="903" y="1125"/>
                </a:moveTo>
                <a:lnTo>
                  <a:pt x="916" y="1111"/>
                </a:lnTo>
                <a:cubicBezTo>
                  <a:pt x="919" y="1107"/>
                  <a:pt x="924" y="1105"/>
                  <a:pt x="929" y="1105"/>
                </a:cubicBezTo>
                <a:cubicBezTo>
                  <a:pt x="934" y="1105"/>
                  <a:pt x="939" y="1106"/>
                  <a:pt x="942" y="1110"/>
                </a:cubicBezTo>
                <a:cubicBezTo>
                  <a:pt x="946" y="1113"/>
                  <a:pt x="948" y="1118"/>
                  <a:pt x="948" y="1123"/>
                </a:cubicBezTo>
                <a:cubicBezTo>
                  <a:pt x="949" y="1128"/>
                  <a:pt x="947" y="1133"/>
                  <a:pt x="943" y="1136"/>
                </a:cubicBezTo>
                <a:lnTo>
                  <a:pt x="931" y="1150"/>
                </a:lnTo>
                <a:cubicBezTo>
                  <a:pt x="927" y="1154"/>
                  <a:pt x="923" y="1156"/>
                  <a:pt x="918" y="1156"/>
                </a:cubicBezTo>
                <a:cubicBezTo>
                  <a:pt x="912" y="1156"/>
                  <a:pt x="908" y="1155"/>
                  <a:pt x="904" y="1151"/>
                </a:cubicBezTo>
                <a:cubicBezTo>
                  <a:pt x="900" y="1148"/>
                  <a:pt x="898" y="1143"/>
                  <a:pt x="898" y="1138"/>
                </a:cubicBezTo>
                <a:cubicBezTo>
                  <a:pt x="898" y="1133"/>
                  <a:pt x="900" y="1128"/>
                  <a:pt x="903" y="1125"/>
                </a:cubicBezTo>
                <a:moveTo>
                  <a:pt x="1007" y="1016"/>
                </a:moveTo>
                <a:lnTo>
                  <a:pt x="1011" y="1012"/>
                </a:lnTo>
                <a:lnTo>
                  <a:pt x="1021" y="1002"/>
                </a:lnTo>
                <a:cubicBezTo>
                  <a:pt x="1024" y="999"/>
                  <a:pt x="1029" y="997"/>
                  <a:pt x="1034" y="997"/>
                </a:cubicBezTo>
                <a:cubicBezTo>
                  <a:pt x="1039" y="997"/>
                  <a:pt x="1044" y="999"/>
                  <a:pt x="1047" y="1002"/>
                </a:cubicBezTo>
                <a:cubicBezTo>
                  <a:pt x="1051" y="1006"/>
                  <a:pt x="1053" y="1010"/>
                  <a:pt x="1053" y="1016"/>
                </a:cubicBezTo>
                <a:cubicBezTo>
                  <a:pt x="1053" y="1021"/>
                  <a:pt x="1051" y="1025"/>
                  <a:pt x="1047" y="1029"/>
                </a:cubicBezTo>
                <a:lnTo>
                  <a:pt x="1038" y="1038"/>
                </a:lnTo>
                <a:lnTo>
                  <a:pt x="1034" y="1042"/>
                </a:lnTo>
                <a:cubicBezTo>
                  <a:pt x="1030" y="1046"/>
                  <a:pt x="1026" y="1048"/>
                  <a:pt x="1021" y="1048"/>
                </a:cubicBezTo>
                <a:cubicBezTo>
                  <a:pt x="1016" y="1048"/>
                  <a:pt x="1011" y="1046"/>
                  <a:pt x="1007" y="1042"/>
                </a:cubicBezTo>
                <a:cubicBezTo>
                  <a:pt x="1004" y="1039"/>
                  <a:pt x="1002" y="1034"/>
                  <a:pt x="1002" y="1029"/>
                </a:cubicBezTo>
                <a:cubicBezTo>
                  <a:pt x="1002" y="1024"/>
                  <a:pt x="1004" y="1019"/>
                  <a:pt x="1007" y="1016"/>
                </a:cubicBezTo>
                <a:moveTo>
                  <a:pt x="1116" y="911"/>
                </a:moveTo>
                <a:lnTo>
                  <a:pt x="1130" y="898"/>
                </a:lnTo>
                <a:cubicBezTo>
                  <a:pt x="1134" y="895"/>
                  <a:pt x="1138" y="893"/>
                  <a:pt x="1143" y="893"/>
                </a:cubicBezTo>
                <a:cubicBezTo>
                  <a:pt x="1149" y="893"/>
                  <a:pt x="1153" y="895"/>
                  <a:pt x="1156" y="899"/>
                </a:cubicBezTo>
                <a:cubicBezTo>
                  <a:pt x="1160" y="903"/>
                  <a:pt x="1162" y="907"/>
                  <a:pt x="1161" y="913"/>
                </a:cubicBezTo>
                <a:cubicBezTo>
                  <a:pt x="1161" y="918"/>
                  <a:pt x="1159" y="922"/>
                  <a:pt x="1155" y="926"/>
                </a:cubicBezTo>
                <a:lnTo>
                  <a:pt x="1142" y="938"/>
                </a:lnTo>
                <a:cubicBezTo>
                  <a:pt x="1138" y="942"/>
                  <a:pt x="1133" y="944"/>
                  <a:pt x="1128" y="943"/>
                </a:cubicBezTo>
                <a:cubicBezTo>
                  <a:pt x="1123" y="943"/>
                  <a:pt x="1119" y="941"/>
                  <a:pt x="1115" y="937"/>
                </a:cubicBezTo>
                <a:cubicBezTo>
                  <a:pt x="1111" y="934"/>
                  <a:pt x="1110" y="929"/>
                  <a:pt x="1110" y="924"/>
                </a:cubicBezTo>
                <a:cubicBezTo>
                  <a:pt x="1110" y="919"/>
                  <a:pt x="1112" y="914"/>
                  <a:pt x="1116" y="911"/>
                </a:cubicBezTo>
                <a:moveTo>
                  <a:pt x="1229" y="810"/>
                </a:moveTo>
                <a:lnTo>
                  <a:pt x="1243" y="798"/>
                </a:lnTo>
                <a:cubicBezTo>
                  <a:pt x="1247" y="795"/>
                  <a:pt x="1252" y="793"/>
                  <a:pt x="1257" y="794"/>
                </a:cubicBezTo>
                <a:cubicBezTo>
                  <a:pt x="1262" y="794"/>
                  <a:pt x="1266" y="796"/>
                  <a:pt x="1270" y="800"/>
                </a:cubicBezTo>
                <a:cubicBezTo>
                  <a:pt x="1273" y="804"/>
                  <a:pt x="1275" y="809"/>
                  <a:pt x="1274" y="814"/>
                </a:cubicBezTo>
                <a:cubicBezTo>
                  <a:pt x="1274" y="819"/>
                  <a:pt x="1272" y="823"/>
                  <a:pt x="1268" y="827"/>
                </a:cubicBezTo>
                <a:lnTo>
                  <a:pt x="1253" y="839"/>
                </a:lnTo>
                <a:cubicBezTo>
                  <a:pt x="1249" y="842"/>
                  <a:pt x="1245" y="844"/>
                  <a:pt x="1240" y="843"/>
                </a:cubicBezTo>
                <a:cubicBezTo>
                  <a:pt x="1234" y="843"/>
                  <a:pt x="1230" y="841"/>
                  <a:pt x="1227" y="837"/>
                </a:cubicBezTo>
                <a:cubicBezTo>
                  <a:pt x="1223" y="833"/>
                  <a:pt x="1222" y="828"/>
                  <a:pt x="1222" y="823"/>
                </a:cubicBezTo>
                <a:cubicBezTo>
                  <a:pt x="1223" y="818"/>
                  <a:pt x="1225" y="814"/>
                  <a:pt x="1229" y="810"/>
                </a:cubicBezTo>
                <a:moveTo>
                  <a:pt x="1346" y="714"/>
                </a:moveTo>
                <a:lnTo>
                  <a:pt x="1361" y="702"/>
                </a:lnTo>
                <a:cubicBezTo>
                  <a:pt x="1365" y="699"/>
                  <a:pt x="1369" y="698"/>
                  <a:pt x="1375" y="698"/>
                </a:cubicBezTo>
                <a:cubicBezTo>
                  <a:pt x="1380" y="699"/>
                  <a:pt x="1384" y="701"/>
                  <a:pt x="1387" y="705"/>
                </a:cubicBezTo>
                <a:cubicBezTo>
                  <a:pt x="1390" y="709"/>
                  <a:pt x="1392" y="714"/>
                  <a:pt x="1391" y="719"/>
                </a:cubicBezTo>
                <a:cubicBezTo>
                  <a:pt x="1390" y="724"/>
                  <a:pt x="1388" y="728"/>
                  <a:pt x="1384" y="732"/>
                </a:cubicBezTo>
                <a:lnTo>
                  <a:pt x="1369" y="743"/>
                </a:lnTo>
                <a:cubicBezTo>
                  <a:pt x="1365" y="747"/>
                  <a:pt x="1360" y="748"/>
                  <a:pt x="1355" y="747"/>
                </a:cubicBezTo>
                <a:cubicBezTo>
                  <a:pt x="1350" y="747"/>
                  <a:pt x="1346" y="744"/>
                  <a:pt x="1343" y="740"/>
                </a:cubicBezTo>
                <a:cubicBezTo>
                  <a:pt x="1339" y="736"/>
                  <a:pt x="1338" y="732"/>
                  <a:pt x="1339" y="726"/>
                </a:cubicBezTo>
                <a:cubicBezTo>
                  <a:pt x="1339" y="721"/>
                  <a:pt x="1342" y="717"/>
                  <a:pt x="1346" y="714"/>
                </a:cubicBezTo>
                <a:moveTo>
                  <a:pt x="1465" y="623"/>
                </a:moveTo>
                <a:lnTo>
                  <a:pt x="1481" y="612"/>
                </a:lnTo>
                <a:cubicBezTo>
                  <a:pt x="1485" y="609"/>
                  <a:pt x="1489" y="607"/>
                  <a:pt x="1495" y="608"/>
                </a:cubicBezTo>
                <a:cubicBezTo>
                  <a:pt x="1500" y="609"/>
                  <a:pt x="1504" y="612"/>
                  <a:pt x="1507" y="616"/>
                </a:cubicBezTo>
                <a:cubicBezTo>
                  <a:pt x="1510" y="620"/>
                  <a:pt x="1511" y="625"/>
                  <a:pt x="1510" y="630"/>
                </a:cubicBezTo>
                <a:cubicBezTo>
                  <a:pt x="1509" y="635"/>
                  <a:pt x="1507" y="639"/>
                  <a:pt x="1503" y="642"/>
                </a:cubicBezTo>
                <a:lnTo>
                  <a:pt x="1488" y="653"/>
                </a:lnTo>
                <a:cubicBezTo>
                  <a:pt x="1483" y="656"/>
                  <a:pt x="1479" y="657"/>
                  <a:pt x="1474" y="656"/>
                </a:cubicBezTo>
                <a:cubicBezTo>
                  <a:pt x="1468" y="656"/>
                  <a:pt x="1464" y="653"/>
                  <a:pt x="1461" y="649"/>
                </a:cubicBezTo>
                <a:cubicBezTo>
                  <a:pt x="1458" y="645"/>
                  <a:pt x="1457" y="640"/>
                  <a:pt x="1458" y="635"/>
                </a:cubicBezTo>
                <a:cubicBezTo>
                  <a:pt x="1459" y="630"/>
                  <a:pt x="1461" y="626"/>
                  <a:pt x="1465" y="623"/>
                </a:cubicBezTo>
                <a:moveTo>
                  <a:pt x="1589" y="536"/>
                </a:moveTo>
                <a:lnTo>
                  <a:pt x="1604" y="525"/>
                </a:lnTo>
                <a:cubicBezTo>
                  <a:pt x="1609" y="522"/>
                  <a:pt x="1613" y="522"/>
                  <a:pt x="1619" y="523"/>
                </a:cubicBezTo>
                <a:cubicBezTo>
                  <a:pt x="1624" y="524"/>
                  <a:pt x="1628" y="526"/>
                  <a:pt x="1631" y="530"/>
                </a:cubicBezTo>
                <a:cubicBezTo>
                  <a:pt x="1633" y="535"/>
                  <a:pt x="1634" y="539"/>
                  <a:pt x="1633" y="545"/>
                </a:cubicBezTo>
                <a:cubicBezTo>
                  <a:pt x="1632" y="550"/>
                  <a:pt x="1630" y="554"/>
                  <a:pt x="1625" y="557"/>
                </a:cubicBezTo>
                <a:lnTo>
                  <a:pt x="1610" y="567"/>
                </a:lnTo>
                <a:cubicBezTo>
                  <a:pt x="1606" y="570"/>
                  <a:pt x="1601" y="571"/>
                  <a:pt x="1596" y="570"/>
                </a:cubicBezTo>
                <a:cubicBezTo>
                  <a:pt x="1591" y="569"/>
                  <a:pt x="1587" y="566"/>
                  <a:pt x="1584" y="562"/>
                </a:cubicBezTo>
                <a:cubicBezTo>
                  <a:pt x="1581" y="558"/>
                  <a:pt x="1580" y="553"/>
                  <a:pt x="1581" y="548"/>
                </a:cubicBezTo>
                <a:cubicBezTo>
                  <a:pt x="1582" y="543"/>
                  <a:pt x="1585" y="539"/>
                  <a:pt x="1589" y="536"/>
                </a:cubicBezTo>
                <a:moveTo>
                  <a:pt x="1716" y="453"/>
                </a:moveTo>
                <a:lnTo>
                  <a:pt x="1732" y="443"/>
                </a:lnTo>
                <a:cubicBezTo>
                  <a:pt x="1737" y="440"/>
                  <a:pt x="1742" y="440"/>
                  <a:pt x="1747" y="441"/>
                </a:cubicBezTo>
                <a:cubicBezTo>
                  <a:pt x="1752" y="442"/>
                  <a:pt x="1756" y="445"/>
                  <a:pt x="1758" y="449"/>
                </a:cubicBezTo>
                <a:cubicBezTo>
                  <a:pt x="1761" y="454"/>
                  <a:pt x="1762" y="458"/>
                  <a:pt x="1761" y="463"/>
                </a:cubicBezTo>
                <a:cubicBezTo>
                  <a:pt x="1759" y="468"/>
                  <a:pt x="1757" y="472"/>
                  <a:pt x="1752" y="475"/>
                </a:cubicBezTo>
                <a:lnTo>
                  <a:pt x="1736" y="485"/>
                </a:lnTo>
                <a:cubicBezTo>
                  <a:pt x="1732" y="488"/>
                  <a:pt x="1727" y="489"/>
                  <a:pt x="1722" y="487"/>
                </a:cubicBezTo>
                <a:cubicBezTo>
                  <a:pt x="1717" y="486"/>
                  <a:pt x="1713" y="483"/>
                  <a:pt x="1710" y="479"/>
                </a:cubicBezTo>
                <a:cubicBezTo>
                  <a:pt x="1707" y="475"/>
                  <a:pt x="1707" y="470"/>
                  <a:pt x="1708" y="465"/>
                </a:cubicBezTo>
                <a:cubicBezTo>
                  <a:pt x="1709" y="460"/>
                  <a:pt x="1712" y="456"/>
                  <a:pt x="1716" y="453"/>
                </a:cubicBezTo>
                <a:moveTo>
                  <a:pt x="1845" y="376"/>
                </a:moveTo>
                <a:lnTo>
                  <a:pt x="1862" y="367"/>
                </a:lnTo>
                <a:cubicBezTo>
                  <a:pt x="1866" y="364"/>
                  <a:pt x="1871" y="363"/>
                  <a:pt x="1876" y="365"/>
                </a:cubicBezTo>
                <a:cubicBezTo>
                  <a:pt x="1881" y="366"/>
                  <a:pt x="1885" y="369"/>
                  <a:pt x="1887" y="374"/>
                </a:cubicBezTo>
                <a:cubicBezTo>
                  <a:pt x="1890" y="378"/>
                  <a:pt x="1890" y="383"/>
                  <a:pt x="1889" y="388"/>
                </a:cubicBezTo>
                <a:cubicBezTo>
                  <a:pt x="1888" y="393"/>
                  <a:pt x="1885" y="397"/>
                  <a:pt x="1880" y="399"/>
                </a:cubicBezTo>
                <a:lnTo>
                  <a:pt x="1864" y="408"/>
                </a:lnTo>
                <a:cubicBezTo>
                  <a:pt x="1860" y="411"/>
                  <a:pt x="1855" y="412"/>
                  <a:pt x="1850" y="410"/>
                </a:cubicBezTo>
                <a:cubicBezTo>
                  <a:pt x="1845" y="409"/>
                  <a:pt x="1841" y="406"/>
                  <a:pt x="1838" y="401"/>
                </a:cubicBezTo>
                <a:cubicBezTo>
                  <a:pt x="1836" y="397"/>
                  <a:pt x="1835" y="392"/>
                  <a:pt x="1837" y="387"/>
                </a:cubicBezTo>
                <a:cubicBezTo>
                  <a:pt x="1838" y="382"/>
                  <a:pt x="1841" y="378"/>
                  <a:pt x="1845" y="376"/>
                </a:cubicBezTo>
                <a:moveTo>
                  <a:pt x="1977" y="303"/>
                </a:moveTo>
                <a:lnTo>
                  <a:pt x="1994" y="294"/>
                </a:lnTo>
                <a:cubicBezTo>
                  <a:pt x="1998" y="292"/>
                  <a:pt x="2003" y="292"/>
                  <a:pt x="2008" y="293"/>
                </a:cubicBezTo>
                <a:cubicBezTo>
                  <a:pt x="2013" y="295"/>
                  <a:pt x="2017" y="298"/>
                  <a:pt x="2019" y="302"/>
                </a:cubicBezTo>
                <a:cubicBezTo>
                  <a:pt x="2021" y="307"/>
                  <a:pt x="2022" y="312"/>
                  <a:pt x="2020" y="317"/>
                </a:cubicBezTo>
                <a:cubicBezTo>
                  <a:pt x="2019" y="322"/>
                  <a:pt x="2016" y="325"/>
                  <a:pt x="2011" y="328"/>
                </a:cubicBezTo>
                <a:lnTo>
                  <a:pt x="1994" y="336"/>
                </a:lnTo>
                <a:cubicBezTo>
                  <a:pt x="1990" y="339"/>
                  <a:pt x="1985" y="339"/>
                  <a:pt x="1980" y="338"/>
                </a:cubicBezTo>
                <a:cubicBezTo>
                  <a:pt x="1975" y="336"/>
                  <a:pt x="1971" y="333"/>
                  <a:pt x="1969" y="329"/>
                </a:cubicBezTo>
                <a:cubicBezTo>
                  <a:pt x="1967" y="324"/>
                  <a:pt x="1966" y="319"/>
                  <a:pt x="1968" y="314"/>
                </a:cubicBezTo>
                <a:cubicBezTo>
                  <a:pt x="1969" y="309"/>
                  <a:pt x="1972" y="306"/>
                  <a:pt x="1977" y="303"/>
                </a:cubicBezTo>
                <a:moveTo>
                  <a:pt x="2112" y="234"/>
                </a:moveTo>
                <a:lnTo>
                  <a:pt x="2129" y="226"/>
                </a:lnTo>
                <a:cubicBezTo>
                  <a:pt x="2134" y="224"/>
                  <a:pt x="2139" y="224"/>
                  <a:pt x="2144" y="225"/>
                </a:cubicBezTo>
                <a:cubicBezTo>
                  <a:pt x="2149" y="227"/>
                  <a:pt x="2152" y="230"/>
                  <a:pt x="2155" y="235"/>
                </a:cubicBezTo>
                <a:cubicBezTo>
                  <a:pt x="2157" y="240"/>
                  <a:pt x="2157" y="244"/>
                  <a:pt x="2155" y="249"/>
                </a:cubicBezTo>
                <a:cubicBezTo>
                  <a:pt x="2154" y="254"/>
                  <a:pt x="2150" y="258"/>
                  <a:pt x="2146" y="260"/>
                </a:cubicBezTo>
                <a:lnTo>
                  <a:pt x="2129" y="268"/>
                </a:lnTo>
                <a:cubicBezTo>
                  <a:pt x="2124" y="271"/>
                  <a:pt x="2119" y="271"/>
                  <a:pt x="2114" y="269"/>
                </a:cubicBezTo>
                <a:cubicBezTo>
                  <a:pt x="2109" y="267"/>
                  <a:pt x="2106" y="264"/>
                  <a:pt x="2104" y="260"/>
                </a:cubicBezTo>
                <a:cubicBezTo>
                  <a:pt x="2101" y="255"/>
                  <a:pt x="2101" y="250"/>
                  <a:pt x="2103" y="245"/>
                </a:cubicBezTo>
                <a:cubicBezTo>
                  <a:pt x="2104" y="240"/>
                  <a:pt x="2108" y="237"/>
                  <a:pt x="2112" y="234"/>
                </a:cubicBezTo>
                <a:moveTo>
                  <a:pt x="2250" y="170"/>
                </a:moveTo>
                <a:lnTo>
                  <a:pt x="2266" y="163"/>
                </a:lnTo>
                <a:cubicBezTo>
                  <a:pt x="2271" y="161"/>
                  <a:pt x="2276" y="161"/>
                  <a:pt x="2281" y="162"/>
                </a:cubicBezTo>
                <a:cubicBezTo>
                  <a:pt x="2286" y="164"/>
                  <a:pt x="2289" y="168"/>
                  <a:pt x="2291" y="172"/>
                </a:cubicBezTo>
                <a:cubicBezTo>
                  <a:pt x="2293" y="177"/>
                  <a:pt x="2293" y="182"/>
                  <a:pt x="2292" y="187"/>
                </a:cubicBezTo>
                <a:cubicBezTo>
                  <a:pt x="2290" y="192"/>
                  <a:pt x="2286" y="195"/>
                  <a:pt x="2282" y="197"/>
                </a:cubicBezTo>
                <a:lnTo>
                  <a:pt x="2265" y="205"/>
                </a:lnTo>
                <a:cubicBezTo>
                  <a:pt x="2260" y="207"/>
                  <a:pt x="2255" y="207"/>
                  <a:pt x="2250" y="205"/>
                </a:cubicBezTo>
                <a:cubicBezTo>
                  <a:pt x="2246" y="203"/>
                  <a:pt x="2242" y="200"/>
                  <a:pt x="2240" y="195"/>
                </a:cubicBezTo>
                <a:cubicBezTo>
                  <a:pt x="2238" y="190"/>
                  <a:pt x="2238" y="186"/>
                  <a:pt x="2240" y="181"/>
                </a:cubicBezTo>
                <a:cubicBezTo>
                  <a:pt x="2241" y="176"/>
                  <a:pt x="2245" y="172"/>
                  <a:pt x="2250" y="170"/>
                </a:cubicBezTo>
                <a:moveTo>
                  <a:pt x="2387" y="111"/>
                </a:moveTo>
                <a:lnTo>
                  <a:pt x="2404" y="104"/>
                </a:lnTo>
                <a:cubicBezTo>
                  <a:pt x="2409" y="102"/>
                  <a:pt x="2414" y="102"/>
                  <a:pt x="2419" y="104"/>
                </a:cubicBezTo>
                <a:cubicBezTo>
                  <a:pt x="2423" y="107"/>
                  <a:pt x="2427" y="110"/>
                  <a:pt x="2429" y="115"/>
                </a:cubicBezTo>
                <a:cubicBezTo>
                  <a:pt x="2431" y="120"/>
                  <a:pt x="2431" y="124"/>
                  <a:pt x="2429" y="129"/>
                </a:cubicBezTo>
                <a:cubicBezTo>
                  <a:pt x="2427" y="134"/>
                  <a:pt x="2423" y="137"/>
                  <a:pt x="2418" y="139"/>
                </a:cubicBezTo>
                <a:lnTo>
                  <a:pt x="2401" y="146"/>
                </a:lnTo>
                <a:cubicBezTo>
                  <a:pt x="2396" y="148"/>
                  <a:pt x="2391" y="148"/>
                  <a:pt x="2387" y="146"/>
                </a:cubicBezTo>
                <a:cubicBezTo>
                  <a:pt x="2382" y="144"/>
                  <a:pt x="2378" y="141"/>
                  <a:pt x="2377" y="136"/>
                </a:cubicBezTo>
                <a:cubicBezTo>
                  <a:pt x="2375" y="131"/>
                  <a:pt x="2375" y="126"/>
                  <a:pt x="2377" y="122"/>
                </a:cubicBezTo>
                <a:cubicBezTo>
                  <a:pt x="2379" y="117"/>
                  <a:pt x="2382" y="113"/>
                  <a:pt x="2387" y="111"/>
                </a:cubicBezTo>
                <a:moveTo>
                  <a:pt x="2529" y="56"/>
                </a:moveTo>
                <a:lnTo>
                  <a:pt x="2546" y="50"/>
                </a:lnTo>
                <a:cubicBezTo>
                  <a:pt x="2551" y="48"/>
                  <a:pt x="2556" y="48"/>
                  <a:pt x="2561" y="50"/>
                </a:cubicBezTo>
                <a:cubicBezTo>
                  <a:pt x="2565" y="52"/>
                  <a:pt x="2569" y="56"/>
                  <a:pt x="2571" y="61"/>
                </a:cubicBezTo>
                <a:cubicBezTo>
                  <a:pt x="2572" y="65"/>
                  <a:pt x="2572" y="70"/>
                  <a:pt x="2570" y="75"/>
                </a:cubicBezTo>
                <a:cubicBezTo>
                  <a:pt x="2568" y="80"/>
                  <a:pt x="2564" y="83"/>
                  <a:pt x="2560" y="85"/>
                </a:cubicBezTo>
                <a:lnTo>
                  <a:pt x="2542" y="91"/>
                </a:lnTo>
                <a:cubicBezTo>
                  <a:pt x="2537" y="93"/>
                  <a:pt x="2532" y="93"/>
                  <a:pt x="2527" y="91"/>
                </a:cubicBezTo>
                <a:cubicBezTo>
                  <a:pt x="2523" y="89"/>
                  <a:pt x="2519" y="85"/>
                  <a:pt x="2518" y="80"/>
                </a:cubicBezTo>
                <a:cubicBezTo>
                  <a:pt x="2516" y="76"/>
                  <a:pt x="2516" y="71"/>
                  <a:pt x="2518" y="66"/>
                </a:cubicBezTo>
                <a:cubicBezTo>
                  <a:pt x="2520" y="61"/>
                  <a:pt x="2524" y="58"/>
                  <a:pt x="2529" y="56"/>
                </a:cubicBezTo>
                <a:moveTo>
                  <a:pt x="2673" y="4"/>
                </a:moveTo>
                <a:lnTo>
                  <a:pt x="2683" y="1"/>
                </a:lnTo>
                <a:cubicBezTo>
                  <a:pt x="2688" y="-1"/>
                  <a:pt x="2693" y="0"/>
                  <a:pt x="2698" y="2"/>
                </a:cubicBezTo>
                <a:cubicBezTo>
                  <a:pt x="2702" y="4"/>
                  <a:pt x="2705" y="8"/>
                  <a:pt x="2707" y="13"/>
                </a:cubicBezTo>
                <a:cubicBezTo>
                  <a:pt x="2709" y="18"/>
                  <a:pt x="2708" y="22"/>
                  <a:pt x="2706" y="27"/>
                </a:cubicBezTo>
                <a:cubicBezTo>
                  <a:pt x="2704" y="32"/>
                  <a:pt x="2700" y="35"/>
                  <a:pt x="2695" y="37"/>
                </a:cubicBezTo>
                <a:lnTo>
                  <a:pt x="2685" y="40"/>
                </a:lnTo>
                <a:cubicBezTo>
                  <a:pt x="2680" y="42"/>
                  <a:pt x="2675" y="41"/>
                  <a:pt x="2671" y="39"/>
                </a:cubicBezTo>
                <a:cubicBezTo>
                  <a:pt x="2666" y="37"/>
                  <a:pt x="2663" y="33"/>
                  <a:pt x="2661" y="28"/>
                </a:cubicBezTo>
                <a:cubicBezTo>
                  <a:pt x="2659" y="23"/>
                  <a:pt x="2660" y="19"/>
                  <a:pt x="2662" y="14"/>
                </a:cubicBezTo>
                <a:cubicBezTo>
                  <a:pt x="2664" y="9"/>
                  <a:pt x="2668" y="6"/>
                  <a:pt x="2673" y="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1" name=""/>
          <p:cNvSpPr/>
          <p:nvPr/>
        </p:nvSpPr>
        <p:spPr>
          <a:xfrm>
            <a:off x="3431880" y="2928600"/>
            <a:ext cx="70920" cy="77400"/>
          </a:xfrm>
          <a:custGeom>
            <a:avLst/>
            <a:gdLst/>
            <a:ahLst/>
            <a:rect l="0" t="0" r="r" b="b"/>
            <a:pathLst>
              <a:path fill="none" w="197" h="215">
                <a:moveTo>
                  <a:pt x="0" y="0"/>
                </a:moveTo>
                <a:lnTo>
                  <a:pt x="197" y="53"/>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2" name=""/>
          <p:cNvSpPr/>
          <p:nvPr/>
        </p:nvSpPr>
        <p:spPr>
          <a:xfrm>
            <a:off x="3792960" y="3096000"/>
            <a:ext cx="15120" cy="590760"/>
          </a:xfrm>
          <a:custGeom>
            <a:avLst/>
            <a:gdLst/>
            <a:ahLst/>
            <a:rect l="0" t="0" r="r" b="b"/>
            <a:pathLst>
              <a:path w="42" h="1641">
                <a:moveTo>
                  <a:pt x="0" y="1620"/>
                </a:move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lnTo>
                  <a:pt x="42" y="1620"/>
                </a:lnTo>
                <a:cubicBezTo>
                  <a:pt x="42" y="1626"/>
                  <a:pt x="40" y="1631"/>
                  <a:pt x="36" y="1635"/>
                </a:cubicBezTo>
                <a:cubicBezTo>
                  <a:pt x="32" y="1639"/>
                  <a:pt x="27" y="1641"/>
                  <a:pt x="20" y="1641"/>
                </a:cubicBezTo>
                <a:cubicBezTo>
                  <a:pt x="15" y="1641"/>
                  <a:pt x="10" y="1639"/>
                  <a:pt x="6" y="1635"/>
                </a:cubicBezTo>
                <a:cubicBezTo>
                  <a:pt x="2" y="1631"/>
                  <a:pt x="0" y="1626"/>
                  <a:pt x="0" y="1620"/>
                </a:cubicBezTo>
                <a:moveTo>
                  <a:pt x="0" y="1489"/>
                </a:move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lnTo>
                  <a:pt x="42" y="1489"/>
                </a:lnTo>
                <a:cubicBezTo>
                  <a:pt x="42" y="1494"/>
                  <a:pt x="40" y="1499"/>
                  <a:pt x="36" y="1503"/>
                </a:cubicBezTo>
                <a:cubicBezTo>
                  <a:pt x="32" y="1507"/>
                  <a:pt x="27" y="1509"/>
                  <a:pt x="20" y="1509"/>
                </a:cubicBezTo>
                <a:cubicBezTo>
                  <a:pt x="15" y="1509"/>
                  <a:pt x="10" y="1507"/>
                  <a:pt x="6" y="1503"/>
                </a:cubicBezTo>
                <a:cubicBezTo>
                  <a:pt x="2" y="1499"/>
                  <a:pt x="0" y="1494"/>
                  <a:pt x="0" y="1489"/>
                </a:cubicBezTo>
                <a:moveTo>
                  <a:pt x="0" y="1357"/>
                </a:move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moveTo>
                  <a:pt x="0" y="1225"/>
                </a:move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moveTo>
                  <a:pt x="0" y="1094"/>
                </a:move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lnTo>
                  <a:pt x="42" y="1094"/>
                </a:lnTo>
                <a:cubicBezTo>
                  <a:pt x="42" y="1099"/>
                  <a:pt x="40" y="1104"/>
                  <a:pt x="36" y="1108"/>
                </a:cubicBezTo>
                <a:cubicBezTo>
                  <a:pt x="32" y="1112"/>
                  <a:pt x="27" y="1114"/>
                  <a:pt x="20" y="1114"/>
                </a:cubicBezTo>
                <a:cubicBezTo>
                  <a:pt x="15" y="1114"/>
                  <a:pt x="10" y="1112"/>
                  <a:pt x="6" y="1108"/>
                </a:cubicBezTo>
                <a:cubicBezTo>
                  <a:pt x="2" y="1104"/>
                  <a:pt x="0" y="1099"/>
                  <a:pt x="0" y="1094"/>
                </a:cubicBezTo>
                <a:moveTo>
                  <a:pt x="0" y="962"/>
                </a:moveTo>
                <a:lnTo>
                  <a:pt x="0" y="943"/>
                </a:lnTo>
                <a:cubicBezTo>
                  <a:pt x="0" y="937"/>
                  <a:pt x="2" y="933"/>
                  <a:pt x="6" y="929"/>
                </a:cubicBezTo>
                <a:cubicBezTo>
                  <a:pt x="10" y="925"/>
                  <a:pt x="15" y="922"/>
                  <a:pt x="20" y="922"/>
                </a:cubicBezTo>
                <a:cubicBezTo>
                  <a:pt x="27" y="922"/>
                  <a:pt x="32" y="925"/>
                  <a:pt x="36" y="929"/>
                </a:cubicBezTo>
                <a:cubicBezTo>
                  <a:pt x="40" y="933"/>
                  <a:pt x="42" y="937"/>
                  <a:pt x="42" y="943"/>
                </a:cubicBezTo>
                <a:lnTo>
                  <a:pt x="42" y="962"/>
                </a:lnTo>
                <a:cubicBezTo>
                  <a:pt x="42" y="968"/>
                  <a:pt x="40" y="973"/>
                  <a:pt x="36" y="977"/>
                </a:cubicBezTo>
                <a:cubicBezTo>
                  <a:pt x="32" y="981"/>
                  <a:pt x="27" y="983"/>
                  <a:pt x="20" y="983"/>
                </a:cubicBezTo>
                <a:cubicBezTo>
                  <a:pt x="15" y="983"/>
                  <a:pt x="10" y="981"/>
                  <a:pt x="6" y="977"/>
                </a:cubicBezTo>
                <a:cubicBezTo>
                  <a:pt x="2" y="973"/>
                  <a:pt x="0" y="968"/>
                  <a:pt x="0" y="962"/>
                </a:cubicBezTo>
                <a:moveTo>
                  <a:pt x="0" y="830"/>
                </a:moveTo>
                <a:lnTo>
                  <a:pt x="0" y="812"/>
                </a:lnTo>
                <a:cubicBezTo>
                  <a:pt x="0" y="806"/>
                  <a:pt x="2" y="801"/>
                  <a:pt x="6" y="797"/>
                </a:cubicBezTo>
                <a:cubicBezTo>
                  <a:pt x="10" y="793"/>
                  <a:pt x="15" y="791"/>
                  <a:pt x="20" y="791"/>
                </a:cubicBezTo>
                <a:cubicBezTo>
                  <a:pt x="27" y="791"/>
                  <a:pt x="32" y="793"/>
                  <a:pt x="36" y="797"/>
                </a:cubicBezTo>
                <a:cubicBezTo>
                  <a:pt x="40" y="801"/>
                  <a:pt x="42" y="806"/>
                  <a:pt x="42" y="812"/>
                </a:cubicBezTo>
                <a:lnTo>
                  <a:pt x="42" y="830"/>
                </a:lnTo>
                <a:cubicBezTo>
                  <a:pt x="42" y="836"/>
                  <a:pt x="40" y="841"/>
                  <a:pt x="36" y="845"/>
                </a:cubicBezTo>
                <a:cubicBezTo>
                  <a:pt x="32" y="849"/>
                  <a:pt x="27" y="851"/>
                  <a:pt x="20" y="851"/>
                </a:cubicBezTo>
                <a:cubicBezTo>
                  <a:pt x="15" y="851"/>
                  <a:pt x="10" y="849"/>
                  <a:pt x="6" y="845"/>
                </a:cubicBezTo>
                <a:cubicBezTo>
                  <a:pt x="2" y="841"/>
                  <a:pt x="0" y="836"/>
                  <a:pt x="0" y="830"/>
                </a:cubicBezTo>
                <a:moveTo>
                  <a:pt x="0" y="699"/>
                </a:moveTo>
                <a:lnTo>
                  <a:pt x="0" y="680"/>
                </a:lnTo>
                <a:cubicBezTo>
                  <a:pt x="0" y="674"/>
                  <a:pt x="2" y="669"/>
                  <a:pt x="6" y="665"/>
                </a:cubicBezTo>
                <a:cubicBezTo>
                  <a:pt x="10" y="661"/>
                  <a:pt x="15" y="659"/>
                  <a:pt x="20" y="659"/>
                </a:cubicBezTo>
                <a:cubicBezTo>
                  <a:pt x="27" y="659"/>
                  <a:pt x="32" y="661"/>
                  <a:pt x="36" y="665"/>
                </a:cubicBezTo>
                <a:cubicBezTo>
                  <a:pt x="40" y="669"/>
                  <a:pt x="42" y="674"/>
                  <a:pt x="42" y="680"/>
                </a:cubicBezTo>
                <a:lnTo>
                  <a:pt x="42" y="699"/>
                </a:lnTo>
                <a:cubicBezTo>
                  <a:pt x="42" y="704"/>
                  <a:pt x="40" y="709"/>
                  <a:pt x="36" y="713"/>
                </a:cubicBezTo>
                <a:cubicBezTo>
                  <a:pt x="32" y="717"/>
                  <a:pt x="27" y="719"/>
                  <a:pt x="20" y="719"/>
                </a:cubicBezTo>
                <a:cubicBezTo>
                  <a:pt x="15" y="719"/>
                  <a:pt x="10" y="717"/>
                  <a:pt x="6" y="713"/>
                </a:cubicBezTo>
                <a:cubicBezTo>
                  <a:pt x="2" y="709"/>
                  <a:pt x="0" y="704"/>
                  <a:pt x="0" y="699"/>
                </a:cubicBezTo>
                <a:moveTo>
                  <a:pt x="0" y="567"/>
                </a:moveTo>
                <a:lnTo>
                  <a:pt x="0" y="548"/>
                </a:lnTo>
                <a:cubicBezTo>
                  <a:pt x="0" y="542"/>
                  <a:pt x="2" y="538"/>
                  <a:pt x="6" y="534"/>
                </a:cubicBezTo>
                <a:cubicBezTo>
                  <a:pt x="10" y="529"/>
                  <a:pt x="15" y="527"/>
                  <a:pt x="20" y="527"/>
                </a:cubicBezTo>
                <a:cubicBezTo>
                  <a:pt x="27" y="527"/>
                  <a:pt x="32" y="529"/>
                  <a:pt x="36" y="534"/>
                </a:cubicBezTo>
                <a:cubicBezTo>
                  <a:pt x="40" y="538"/>
                  <a:pt x="42" y="542"/>
                  <a:pt x="42" y="548"/>
                </a:cubicBezTo>
                <a:lnTo>
                  <a:pt x="42" y="567"/>
                </a:lnTo>
                <a:cubicBezTo>
                  <a:pt x="42" y="573"/>
                  <a:pt x="40" y="578"/>
                  <a:pt x="36" y="582"/>
                </a:cubicBezTo>
                <a:cubicBezTo>
                  <a:pt x="32" y="586"/>
                  <a:pt x="27" y="588"/>
                  <a:pt x="20" y="588"/>
                </a:cubicBezTo>
                <a:cubicBezTo>
                  <a:pt x="15" y="588"/>
                  <a:pt x="10" y="586"/>
                  <a:pt x="6" y="582"/>
                </a:cubicBezTo>
                <a:cubicBezTo>
                  <a:pt x="2" y="578"/>
                  <a:pt x="0" y="573"/>
                  <a:pt x="0" y="567"/>
                </a:cubicBezTo>
                <a:moveTo>
                  <a:pt x="0" y="435"/>
                </a:moveTo>
                <a:lnTo>
                  <a:pt x="0" y="415"/>
                </a:lnTo>
                <a:cubicBezTo>
                  <a:pt x="0" y="410"/>
                  <a:pt x="2" y="405"/>
                  <a:pt x="6" y="401"/>
                </a:cubicBezTo>
                <a:cubicBezTo>
                  <a:pt x="10" y="397"/>
                  <a:pt x="15" y="395"/>
                  <a:pt x="20" y="395"/>
                </a:cubicBezTo>
                <a:cubicBezTo>
                  <a:pt x="27" y="395"/>
                  <a:pt x="32" y="397"/>
                  <a:pt x="36" y="401"/>
                </a:cubicBezTo>
                <a:cubicBezTo>
                  <a:pt x="40" y="405"/>
                  <a:pt x="42" y="410"/>
                  <a:pt x="42" y="415"/>
                </a:cubicBezTo>
                <a:lnTo>
                  <a:pt x="42" y="435"/>
                </a:lnTo>
                <a:cubicBezTo>
                  <a:pt x="42" y="441"/>
                  <a:pt x="40" y="446"/>
                  <a:pt x="36" y="450"/>
                </a:cubicBezTo>
                <a:cubicBezTo>
                  <a:pt x="32" y="454"/>
                  <a:pt x="27" y="456"/>
                  <a:pt x="20" y="456"/>
                </a:cubicBezTo>
                <a:cubicBezTo>
                  <a:pt x="15" y="456"/>
                  <a:pt x="10" y="454"/>
                  <a:pt x="6" y="450"/>
                </a:cubicBezTo>
                <a:cubicBezTo>
                  <a:pt x="2" y="446"/>
                  <a:pt x="0" y="441"/>
                  <a:pt x="0" y="435"/>
                </a:cubicBezTo>
                <a:moveTo>
                  <a:pt x="0" y="303"/>
                </a:moveTo>
                <a:lnTo>
                  <a:pt x="0" y="284"/>
                </a:lnTo>
                <a:cubicBezTo>
                  <a:pt x="0" y="278"/>
                  <a:pt x="2" y="273"/>
                  <a:pt x="6" y="269"/>
                </a:cubicBezTo>
                <a:cubicBezTo>
                  <a:pt x="10" y="265"/>
                  <a:pt x="15" y="263"/>
                  <a:pt x="20" y="263"/>
                </a:cubicBezTo>
                <a:cubicBezTo>
                  <a:pt x="27" y="263"/>
                  <a:pt x="32" y="265"/>
                  <a:pt x="36" y="269"/>
                </a:cubicBezTo>
                <a:cubicBezTo>
                  <a:pt x="40" y="273"/>
                  <a:pt x="42" y="278"/>
                  <a:pt x="42" y="284"/>
                </a:cubicBezTo>
                <a:lnTo>
                  <a:pt x="42" y="303"/>
                </a:lnTo>
                <a:cubicBezTo>
                  <a:pt x="42" y="308"/>
                  <a:pt x="40" y="313"/>
                  <a:pt x="36" y="317"/>
                </a:cubicBezTo>
                <a:cubicBezTo>
                  <a:pt x="32" y="321"/>
                  <a:pt x="27" y="323"/>
                  <a:pt x="20" y="323"/>
                </a:cubicBezTo>
                <a:cubicBezTo>
                  <a:pt x="15" y="323"/>
                  <a:pt x="10" y="321"/>
                  <a:pt x="6" y="317"/>
                </a:cubicBezTo>
                <a:cubicBezTo>
                  <a:pt x="2" y="313"/>
                  <a:pt x="0" y="308"/>
                  <a:pt x="0" y="303"/>
                </a:cubicBezTo>
                <a:moveTo>
                  <a:pt x="0" y="171"/>
                </a:moveTo>
                <a:lnTo>
                  <a:pt x="0" y="152"/>
                </a:lnTo>
                <a:cubicBezTo>
                  <a:pt x="0" y="146"/>
                  <a:pt x="2" y="142"/>
                  <a:pt x="6" y="137"/>
                </a:cubicBezTo>
                <a:cubicBezTo>
                  <a:pt x="10" y="133"/>
                  <a:pt x="15" y="131"/>
                  <a:pt x="20" y="131"/>
                </a:cubicBezTo>
                <a:cubicBezTo>
                  <a:pt x="27" y="131"/>
                  <a:pt x="32" y="133"/>
                  <a:pt x="36" y="137"/>
                </a:cubicBezTo>
                <a:cubicBezTo>
                  <a:pt x="40" y="142"/>
                  <a:pt x="42" y="146"/>
                  <a:pt x="42" y="152"/>
                </a:cubicBezTo>
                <a:lnTo>
                  <a:pt x="42" y="171"/>
                </a:lnTo>
                <a:cubicBezTo>
                  <a:pt x="42" y="177"/>
                  <a:pt x="40" y="182"/>
                  <a:pt x="36" y="186"/>
                </a:cubicBezTo>
                <a:cubicBezTo>
                  <a:pt x="32" y="190"/>
                  <a:pt x="27" y="192"/>
                  <a:pt x="20" y="192"/>
                </a:cubicBezTo>
                <a:cubicBezTo>
                  <a:pt x="15" y="192"/>
                  <a:pt x="10" y="190"/>
                  <a:pt x="6" y="186"/>
                </a:cubicBezTo>
                <a:cubicBezTo>
                  <a:pt x="2" y="182"/>
                  <a:pt x="0" y="177"/>
                  <a:pt x="0" y="171"/>
                </a:cubicBezTo>
                <a:moveTo>
                  <a:pt x="0" y="39"/>
                </a:moveTo>
                <a:lnTo>
                  <a:pt x="0" y="20"/>
                </a:lnTo>
                <a:cubicBezTo>
                  <a:pt x="0" y="15"/>
                  <a:pt x="2" y="10"/>
                  <a:pt x="6" y="6"/>
                </a:cubicBezTo>
                <a:cubicBezTo>
                  <a:pt x="10" y="2"/>
                  <a:pt x="15" y="0"/>
                  <a:pt x="20" y="0"/>
                </a:cubicBezTo>
                <a:cubicBezTo>
                  <a:pt x="27" y="0"/>
                  <a:pt x="32" y="2"/>
                  <a:pt x="36" y="6"/>
                </a:cubicBezTo>
                <a:cubicBezTo>
                  <a:pt x="40" y="10"/>
                  <a:pt x="42" y="15"/>
                  <a:pt x="42" y="20"/>
                </a:cubicBezTo>
                <a:lnTo>
                  <a:pt x="42" y="39"/>
                </a:lnTo>
                <a:cubicBezTo>
                  <a:pt x="42" y="45"/>
                  <a:pt x="40" y="50"/>
                  <a:pt x="36" y="54"/>
                </a:cubicBezTo>
                <a:cubicBezTo>
                  <a:pt x="32" y="58"/>
                  <a:pt x="27" y="60"/>
                  <a:pt x="20" y="60"/>
                </a:cubicBezTo>
                <a:cubicBezTo>
                  <a:pt x="15" y="60"/>
                  <a:pt x="10" y="58"/>
                  <a:pt x="6" y="54"/>
                </a:cubicBezTo>
                <a:cubicBezTo>
                  <a:pt x="2" y="50"/>
                  <a:pt x="0" y="45"/>
                  <a:pt x="0" y="39"/>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3" name=""/>
          <p:cNvSpPr/>
          <p:nvPr/>
        </p:nvSpPr>
        <p:spPr>
          <a:xfrm>
            <a:off x="3758760" y="3616560"/>
            <a:ext cx="83520" cy="62640"/>
          </a:xfrm>
          <a:custGeom>
            <a:avLst/>
            <a:gdLst/>
            <a:ahLst/>
            <a:rect l="0" t="0" r="r" b="b"/>
            <a:pathLst>
              <a:path fill="none" w="232" h="174">
                <a:moveTo>
                  <a:pt x="232" y="0"/>
                </a:moveTo>
                <a:lnTo>
                  <a:pt x="116" y="174"/>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4" name=""/>
          <p:cNvSpPr/>
          <p:nvPr/>
        </p:nvSpPr>
        <p:spPr>
          <a:xfrm>
            <a:off x="3758760" y="306936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5" name=""/>
          <p:cNvSpPr/>
          <p:nvPr/>
        </p:nvSpPr>
        <p:spPr>
          <a:xfrm>
            <a:off x="4320720" y="4199760"/>
            <a:ext cx="590400" cy="15120"/>
          </a:xfrm>
          <a:custGeom>
            <a:avLst/>
            <a:gdLst/>
            <a:ahLst/>
            <a:rect l="0" t="0" r="r" b="b"/>
            <a:pathLst>
              <a:path w="1640" h="42">
                <a:moveTo>
                  <a:pt x="21" y="0"/>
                </a:moveTo>
                <a:lnTo>
                  <a:pt x="40" y="0"/>
                </a:lnTo>
                <a:cubicBezTo>
                  <a:pt x="45" y="0"/>
                  <a:pt x="50" y="2"/>
                  <a:pt x="54" y="6"/>
                </a:cubicBezTo>
                <a:cubicBezTo>
                  <a:pt x="58" y="10"/>
                  <a:pt x="60" y="15"/>
                  <a:pt x="60" y="21"/>
                </a:cubicBezTo>
                <a:cubicBezTo>
                  <a:pt x="60" y="26"/>
                  <a:pt x="58" y="31"/>
                  <a:pt x="54" y="35"/>
                </a:cubicBezTo>
                <a:cubicBezTo>
                  <a:pt x="50" y="39"/>
                  <a:pt x="45" y="42"/>
                  <a:pt x="40" y="42"/>
                </a:cubicBezTo>
                <a:lnTo>
                  <a:pt x="21" y="42"/>
                </a:lnTo>
                <a:cubicBezTo>
                  <a:pt x="15" y="42"/>
                  <a:pt x="10" y="39"/>
                  <a:pt x="6" y="35"/>
                </a:cubicBezTo>
                <a:cubicBezTo>
                  <a:pt x="2" y="31"/>
                  <a:pt x="0" y="26"/>
                  <a:pt x="0" y="21"/>
                </a:cubicBezTo>
                <a:cubicBezTo>
                  <a:pt x="0" y="15"/>
                  <a:pt x="2" y="10"/>
                  <a:pt x="6" y="6"/>
                </a:cubicBezTo>
                <a:cubicBezTo>
                  <a:pt x="10" y="2"/>
                  <a:pt x="15" y="0"/>
                  <a:pt x="21" y="0"/>
                </a:cubicBezTo>
                <a:moveTo>
                  <a:pt x="152" y="0"/>
                </a:moveTo>
                <a:lnTo>
                  <a:pt x="171" y="0"/>
                </a:lnTo>
                <a:cubicBezTo>
                  <a:pt x="177" y="0"/>
                  <a:pt x="182" y="2"/>
                  <a:pt x="186" y="6"/>
                </a:cubicBezTo>
                <a:cubicBezTo>
                  <a:pt x="190" y="10"/>
                  <a:pt x="192" y="15"/>
                  <a:pt x="192" y="21"/>
                </a:cubicBezTo>
                <a:cubicBezTo>
                  <a:pt x="192" y="26"/>
                  <a:pt x="190" y="31"/>
                  <a:pt x="186" y="35"/>
                </a:cubicBezTo>
                <a:cubicBezTo>
                  <a:pt x="182" y="39"/>
                  <a:pt x="177" y="42"/>
                  <a:pt x="171" y="42"/>
                </a:cubicBezTo>
                <a:lnTo>
                  <a:pt x="152" y="42"/>
                </a:lnTo>
                <a:cubicBezTo>
                  <a:pt x="147" y="42"/>
                  <a:pt x="142" y="39"/>
                  <a:pt x="138" y="35"/>
                </a:cubicBezTo>
                <a:cubicBezTo>
                  <a:pt x="134" y="31"/>
                  <a:pt x="132" y="26"/>
                  <a:pt x="132" y="21"/>
                </a:cubicBezTo>
                <a:cubicBezTo>
                  <a:pt x="132" y="15"/>
                  <a:pt x="134" y="10"/>
                  <a:pt x="138" y="6"/>
                </a:cubicBezTo>
                <a:cubicBezTo>
                  <a:pt x="142" y="2"/>
                  <a:pt x="147" y="0"/>
                  <a:pt x="152" y="0"/>
                </a:cubicBezTo>
                <a:moveTo>
                  <a:pt x="284" y="0"/>
                </a:moveTo>
                <a:lnTo>
                  <a:pt x="304" y="0"/>
                </a:lnTo>
                <a:cubicBezTo>
                  <a:pt x="309" y="0"/>
                  <a:pt x="314" y="2"/>
                  <a:pt x="318" y="6"/>
                </a:cubicBezTo>
                <a:cubicBezTo>
                  <a:pt x="322" y="10"/>
                  <a:pt x="324" y="15"/>
                  <a:pt x="324" y="21"/>
                </a:cubicBezTo>
                <a:cubicBezTo>
                  <a:pt x="324" y="26"/>
                  <a:pt x="322" y="31"/>
                  <a:pt x="318" y="35"/>
                </a:cubicBezTo>
                <a:cubicBezTo>
                  <a:pt x="314" y="39"/>
                  <a:pt x="309" y="42"/>
                  <a:pt x="304" y="42"/>
                </a:cubicBezTo>
                <a:lnTo>
                  <a:pt x="284" y="42"/>
                </a:lnTo>
                <a:cubicBezTo>
                  <a:pt x="278" y="42"/>
                  <a:pt x="273" y="39"/>
                  <a:pt x="269" y="35"/>
                </a:cubicBezTo>
                <a:cubicBezTo>
                  <a:pt x="265" y="31"/>
                  <a:pt x="263" y="26"/>
                  <a:pt x="263" y="21"/>
                </a:cubicBezTo>
                <a:cubicBezTo>
                  <a:pt x="263" y="15"/>
                  <a:pt x="265" y="10"/>
                  <a:pt x="269" y="6"/>
                </a:cubicBezTo>
                <a:cubicBezTo>
                  <a:pt x="273" y="2"/>
                  <a:pt x="278" y="0"/>
                  <a:pt x="284" y="0"/>
                </a:cubicBezTo>
                <a:moveTo>
                  <a:pt x="416" y="0"/>
                </a:moveTo>
                <a:lnTo>
                  <a:pt x="435" y="0"/>
                </a:lnTo>
                <a:cubicBezTo>
                  <a:pt x="441" y="0"/>
                  <a:pt x="446" y="2"/>
                  <a:pt x="450" y="6"/>
                </a:cubicBezTo>
                <a:cubicBezTo>
                  <a:pt x="454" y="10"/>
                  <a:pt x="456" y="15"/>
                  <a:pt x="456" y="21"/>
                </a:cubicBezTo>
                <a:cubicBezTo>
                  <a:pt x="456" y="26"/>
                  <a:pt x="454" y="31"/>
                  <a:pt x="450" y="35"/>
                </a:cubicBezTo>
                <a:cubicBezTo>
                  <a:pt x="446" y="39"/>
                  <a:pt x="441" y="42"/>
                  <a:pt x="435" y="42"/>
                </a:cubicBezTo>
                <a:lnTo>
                  <a:pt x="416" y="42"/>
                </a:lnTo>
                <a:cubicBezTo>
                  <a:pt x="411" y="42"/>
                  <a:pt x="406" y="39"/>
                  <a:pt x="402" y="35"/>
                </a:cubicBezTo>
                <a:cubicBezTo>
                  <a:pt x="398" y="31"/>
                  <a:pt x="396" y="26"/>
                  <a:pt x="396" y="21"/>
                </a:cubicBezTo>
                <a:cubicBezTo>
                  <a:pt x="396" y="15"/>
                  <a:pt x="398" y="10"/>
                  <a:pt x="402" y="6"/>
                </a:cubicBezTo>
                <a:cubicBezTo>
                  <a:pt x="406" y="2"/>
                  <a:pt x="411" y="0"/>
                  <a:pt x="416" y="0"/>
                </a:cubicBezTo>
                <a:moveTo>
                  <a:pt x="548" y="0"/>
                </a:moveTo>
                <a:lnTo>
                  <a:pt x="567" y="0"/>
                </a:lnTo>
                <a:cubicBezTo>
                  <a:pt x="573" y="0"/>
                  <a:pt x="577" y="2"/>
                  <a:pt x="582" y="6"/>
                </a:cubicBezTo>
                <a:cubicBezTo>
                  <a:pt x="586" y="10"/>
                  <a:pt x="588" y="15"/>
                  <a:pt x="588" y="21"/>
                </a:cubicBezTo>
                <a:cubicBezTo>
                  <a:pt x="588" y="26"/>
                  <a:pt x="586" y="31"/>
                  <a:pt x="582" y="35"/>
                </a:cubicBezTo>
                <a:cubicBezTo>
                  <a:pt x="577" y="39"/>
                  <a:pt x="573" y="42"/>
                  <a:pt x="567" y="42"/>
                </a:cubicBezTo>
                <a:lnTo>
                  <a:pt x="548" y="42"/>
                </a:lnTo>
                <a:cubicBezTo>
                  <a:pt x="542" y="42"/>
                  <a:pt x="537" y="39"/>
                  <a:pt x="533" y="35"/>
                </a:cubicBezTo>
                <a:cubicBezTo>
                  <a:pt x="529" y="31"/>
                  <a:pt x="527" y="26"/>
                  <a:pt x="527" y="21"/>
                </a:cubicBezTo>
                <a:cubicBezTo>
                  <a:pt x="527" y="15"/>
                  <a:pt x="529" y="10"/>
                  <a:pt x="533" y="6"/>
                </a:cubicBezTo>
                <a:cubicBezTo>
                  <a:pt x="537" y="2"/>
                  <a:pt x="542" y="0"/>
                  <a:pt x="548" y="0"/>
                </a:cubicBezTo>
                <a:moveTo>
                  <a:pt x="680" y="0"/>
                </a:moveTo>
                <a:lnTo>
                  <a:pt x="698" y="0"/>
                </a:lnTo>
                <a:cubicBezTo>
                  <a:pt x="704" y="0"/>
                  <a:pt x="709" y="2"/>
                  <a:pt x="713" y="6"/>
                </a:cubicBezTo>
                <a:cubicBezTo>
                  <a:pt x="717" y="10"/>
                  <a:pt x="719" y="15"/>
                  <a:pt x="719" y="21"/>
                </a:cubicBezTo>
                <a:cubicBezTo>
                  <a:pt x="719" y="26"/>
                  <a:pt x="717" y="31"/>
                  <a:pt x="713" y="35"/>
                </a:cubicBezTo>
                <a:cubicBezTo>
                  <a:pt x="709" y="39"/>
                  <a:pt x="704" y="42"/>
                  <a:pt x="698" y="42"/>
                </a:cubicBezTo>
                <a:lnTo>
                  <a:pt x="680" y="42"/>
                </a:lnTo>
                <a:cubicBezTo>
                  <a:pt x="674" y="42"/>
                  <a:pt x="669" y="39"/>
                  <a:pt x="665" y="35"/>
                </a:cubicBezTo>
                <a:cubicBezTo>
                  <a:pt x="661" y="31"/>
                  <a:pt x="659" y="26"/>
                  <a:pt x="659" y="21"/>
                </a:cubicBezTo>
                <a:cubicBezTo>
                  <a:pt x="659" y="15"/>
                  <a:pt x="661" y="10"/>
                  <a:pt x="665" y="6"/>
                </a:cubicBezTo>
                <a:cubicBezTo>
                  <a:pt x="669" y="2"/>
                  <a:pt x="674" y="0"/>
                  <a:pt x="680" y="0"/>
                </a:cubicBezTo>
                <a:moveTo>
                  <a:pt x="811" y="0"/>
                </a:moveTo>
                <a:lnTo>
                  <a:pt x="830" y="0"/>
                </a:lnTo>
                <a:cubicBezTo>
                  <a:pt x="836" y="0"/>
                  <a:pt x="841" y="2"/>
                  <a:pt x="845" y="6"/>
                </a:cubicBezTo>
                <a:cubicBezTo>
                  <a:pt x="849" y="10"/>
                  <a:pt x="851" y="15"/>
                  <a:pt x="851" y="21"/>
                </a:cubicBezTo>
                <a:cubicBezTo>
                  <a:pt x="851" y="26"/>
                  <a:pt x="849" y="31"/>
                  <a:pt x="845" y="35"/>
                </a:cubicBezTo>
                <a:cubicBezTo>
                  <a:pt x="841" y="39"/>
                  <a:pt x="836" y="42"/>
                  <a:pt x="830" y="42"/>
                </a:cubicBezTo>
                <a:lnTo>
                  <a:pt x="811" y="42"/>
                </a:lnTo>
                <a:cubicBezTo>
                  <a:pt x="806" y="42"/>
                  <a:pt x="801" y="39"/>
                  <a:pt x="797" y="35"/>
                </a:cubicBezTo>
                <a:cubicBezTo>
                  <a:pt x="793" y="31"/>
                  <a:pt x="791" y="26"/>
                  <a:pt x="791" y="21"/>
                </a:cubicBezTo>
                <a:cubicBezTo>
                  <a:pt x="791" y="15"/>
                  <a:pt x="793" y="10"/>
                  <a:pt x="797" y="6"/>
                </a:cubicBezTo>
                <a:cubicBezTo>
                  <a:pt x="801" y="2"/>
                  <a:pt x="806" y="0"/>
                  <a:pt x="811" y="0"/>
                </a:cubicBezTo>
                <a:moveTo>
                  <a:pt x="943" y="0"/>
                </a:moveTo>
                <a:lnTo>
                  <a:pt x="962" y="0"/>
                </a:lnTo>
                <a:cubicBezTo>
                  <a:pt x="967" y="0"/>
                  <a:pt x="972" y="2"/>
                  <a:pt x="976" y="6"/>
                </a:cubicBezTo>
                <a:cubicBezTo>
                  <a:pt x="980" y="10"/>
                  <a:pt x="982" y="15"/>
                  <a:pt x="982" y="21"/>
                </a:cubicBezTo>
                <a:cubicBezTo>
                  <a:pt x="982" y="26"/>
                  <a:pt x="980" y="31"/>
                  <a:pt x="976" y="35"/>
                </a:cubicBezTo>
                <a:cubicBezTo>
                  <a:pt x="972" y="39"/>
                  <a:pt x="967" y="42"/>
                  <a:pt x="962" y="42"/>
                </a:cubicBezTo>
                <a:lnTo>
                  <a:pt x="943" y="42"/>
                </a:lnTo>
                <a:cubicBezTo>
                  <a:pt x="937" y="42"/>
                  <a:pt x="932" y="39"/>
                  <a:pt x="928" y="35"/>
                </a:cubicBezTo>
                <a:cubicBezTo>
                  <a:pt x="924" y="31"/>
                  <a:pt x="922" y="26"/>
                  <a:pt x="922" y="21"/>
                </a:cubicBezTo>
                <a:cubicBezTo>
                  <a:pt x="922" y="15"/>
                  <a:pt x="924" y="10"/>
                  <a:pt x="928" y="6"/>
                </a:cubicBezTo>
                <a:cubicBezTo>
                  <a:pt x="932" y="2"/>
                  <a:pt x="937" y="0"/>
                  <a:pt x="943" y="0"/>
                </a:cubicBezTo>
                <a:moveTo>
                  <a:pt x="1074" y="0"/>
                </a:moveTo>
                <a:lnTo>
                  <a:pt x="1093" y="0"/>
                </a:lnTo>
                <a:cubicBezTo>
                  <a:pt x="1099" y="0"/>
                  <a:pt x="1104" y="2"/>
                  <a:pt x="1108" y="6"/>
                </a:cubicBezTo>
                <a:cubicBezTo>
                  <a:pt x="1112" y="10"/>
                  <a:pt x="1114" y="15"/>
                  <a:pt x="1114" y="21"/>
                </a:cubicBezTo>
                <a:cubicBezTo>
                  <a:pt x="1114" y="26"/>
                  <a:pt x="1112" y="31"/>
                  <a:pt x="1108" y="35"/>
                </a:cubicBezTo>
                <a:cubicBezTo>
                  <a:pt x="1104" y="39"/>
                  <a:pt x="1099" y="42"/>
                  <a:pt x="1093" y="42"/>
                </a:cubicBezTo>
                <a:lnTo>
                  <a:pt x="1074" y="42"/>
                </a:lnTo>
                <a:cubicBezTo>
                  <a:pt x="1069" y="42"/>
                  <a:pt x="1064" y="39"/>
                  <a:pt x="1060" y="35"/>
                </a:cubicBezTo>
                <a:cubicBezTo>
                  <a:pt x="1056" y="31"/>
                  <a:pt x="1054" y="26"/>
                  <a:pt x="1054" y="21"/>
                </a:cubicBezTo>
                <a:cubicBezTo>
                  <a:pt x="1054" y="15"/>
                  <a:pt x="1056" y="10"/>
                  <a:pt x="1060" y="6"/>
                </a:cubicBezTo>
                <a:cubicBezTo>
                  <a:pt x="1064" y="2"/>
                  <a:pt x="1069" y="0"/>
                  <a:pt x="1074" y="0"/>
                </a:cubicBezTo>
                <a:moveTo>
                  <a:pt x="1206" y="0"/>
                </a:moveTo>
                <a:lnTo>
                  <a:pt x="1225" y="0"/>
                </a:lnTo>
                <a:cubicBezTo>
                  <a:pt x="1231" y="0"/>
                  <a:pt x="1235" y="2"/>
                  <a:pt x="1239" y="6"/>
                </a:cubicBezTo>
                <a:cubicBezTo>
                  <a:pt x="1244" y="10"/>
                  <a:pt x="1246" y="15"/>
                  <a:pt x="1246" y="21"/>
                </a:cubicBezTo>
                <a:cubicBezTo>
                  <a:pt x="1246" y="26"/>
                  <a:pt x="1244" y="31"/>
                  <a:pt x="1239" y="35"/>
                </a:cubicBezTo>
                <a:cubicBezTo>
                  <a:pt x="1235" y="39"/>
                  <a:pt x="1231" y="42"/>
                  <a:pt x="1225" y="42"/>
                </a:cubicBezTo>
                <a:lnTo>
                  <a:pt x="1206" y="42"/>
                </a:lnTo>
                <a:cubicBezTo>
                  <a:pt x="1200" y="42"/>
                  <a:pt x="1195" y="39"/>
                  <a:pt x="1191" y="35"/>
                </a:cubicBezTo>
                <a:cubicBezTo>
                  <a:pt x="1187" y="31"/>
                  <a:pt x="1185" y="26"/>
                  <a:pt x="1185" y="21"/>
                </a:cubicBezTo>
                <a:cubicBezTo>
                  <a:pt x="1185" y="15"/>
                  <a:pt x="1187" y="10"/>
                  <a:pt x="1191" y="6"/>
                </a:cubicBezTo>
                <a:cubicBezTo>
                  <a:pt x="1195" y="2"/>
                  <a:pt x="1200" y="0"/>
                  <a:pt x="1206" y="0"/>
                </a:cubicBezTo>
                <a:moveTo>
                  <a:pt x="1338" y="0"/>
                </a:moveTo>
                <a:lnTo>
                  <a:pt x="1356" y="0"/>
                </a:lnTo>
                <a:cubicBezTo>
                  <a:pt x="1362" y="0"/>
                  <a:pt x="1367" y="2"/>
                  <a:pt x="1371" y="6"/>
                </a:cubicBezTo>
                <a:cubicBezTo>
                  <a:pt x="1375" y="10"/>
                  <a:pt x="1377" y="15"/>
                  <a:pt x="1377" y="21"/>
                </a:cubicBezTo>
                <a:cubicBezTo>
                  <a:pt x="1377" y="26"/>
                  <a:pt x="1375" y="31"/>
                  <a:pt x="1371" y="35"/>
                </a:cubicBezTo>
                <a:cubicBezTo>
                  <a:pt x="1367" y="39"/>
                  <a:pt x="1362" y="42"/>
                  <a:pt x="1356" y="42"/>
                </a:cubicBezTo>
                <a:lnTo>
                  <a:pt x="1338" y="42"/>
                </a:lnTo>
                <a:cubicBezTo>
                  <a:pt x="1332" y="42"/>
                  <a:pt x="1327" y="39"/>
                  <a:pt x="1323" y="35"/>
                </a:cubicBezTo>
                <a:cubicBezTo>
                  <a:pt x="1319" y="31"/>
                  <a:pt x="1317" y="26"/>
                  <a:pt x="1317" y="21"/>
                </a:cubicBezTo>
                <a:cubicBezTo>
                  <a:pt x="1317" y="15"/>
                  <a:pt x="1319" y="10"/>
                  <a:pt x="1323" y="6"/>
                </a:cubicBezTo>
                <a:cubicBezTo>
                  <a:pt x="1327" y="2"/>
                  <a:pt x="1332" y="0"/>
                  <a:pt x="1338" y="0"/>
                </a:cubicBezTo>
                <a:moveTo>
                  <a:pt x="1469" y="0"/>
                </a:moveTo>
                <a:lnTo>
                  <a:pt x="1488" y="0"/>
                </a:lnTo>
                <a:cubicBezTo>
                  <a:pt x="1494" y="0"/>
                  <a:pt x="1499" y="2"/>
                  <a:pt x="1503" y="6"/>
                </a:cubicBezTo>
                <a:cubicBezTo>
                  <a:pt x="1507" y="10"/>
                  <a:pt x="1509" y="15"/>
                  <a:pt x="1509" y="21"/>
                </a:cubicBezTo>
                <a:cubicBezTo>
                  <a:pt x="1509" y="26"/>
                  <a:pt x="1507" y="31"/>
                  <a:pt x="1503" y="35"/>
                </a:cubicBezTo>
                <a:cubicBezTo>
                  <a:pt x="1499" y="39"/>
                  <a:pt x="1494" y="42"/>
                  <a:pt x="1488" y="42"/>
                </a:cubicBezTo>
                <a:lnTo>
                  <a:pt x="1469" y="42"/>
                </a:lnTo>
                <a:cubicBezTo>
                  <a:pt x="1464" y="42"/>
                  <a:pt x="1459" y="39"/>
                  <a:pt x="1455" y="35"/>
                </a:cubicBezTo>
                <a:cubicBezTo>
                  <a:pt x="1451" y="31"/>
                  <a:pt x="1449" y="26"/>
                  <a:pt x="1449" y="21"/>
                </a:cubicBezTo>
                <a:cubicBezTo>
                  <a:pt x="1449" y="15"/>
                  <a:pt x="1451" y="10"/>
                  <a:pt x="1455" y="6"/>
                </a:cubicBezTo>
                <a:cubicBezTo>
                  <a:pt x="1459" y="2"/>
                  <a:pt x="1464" y="0"/>
                  <a:pt x="1469" y="0"/>
                </a:cubicBezTo>
                <a:moveTo>
                  <a:pt x="1601" y="0"/>
                </a:moveTo>
                <a:lnTo>
                  <a:pt x="1620" y="0"/>
                </a:lnTo>
                <a:cubicBezTo>
                  <a:pt x="1625" y="0"/>
                  <a:pt x="1630" y="2"/>
                  <a:pt x="1634" y="6"/>
                </a:cubicBezTo>
                <a:cubicBezTo>
                  <a:pt x="1638" y="10"/>
                  <a:pt x="1640" y="15"/>
                  <a:pt x="1640" y="21"/>
                </a:cubicBezTo>
                <a:cubicBezTo>
                  <a:pt x="1640" y="26"/>
                  <a:pt x="1638" y="31"/>
                  <a:pt x="1634" y="35"/>
                </a:cubicBezTo>
                <a:cubicBezTo>
                  <a:pt x="1630" y="39"/>
                  <a:pt x="1625" y="42"/>
                  <a:pt x="1620" y="42"/>
                </a:cubicBezTo>
                <a:lnTo>
                  <a:pt x="1601" y="42"/>
                </a:lnTo>
                <a:cubicBezTo>
                  <a:pt x="1595" y="42"/>
                  <a:pt x="1590" y="39"/>
                  <a:pt x="1586" y="35"/>
                </a:cubicBezTo>
                <a:cubicBezTo>
                  <a:pt x="1582" y="31"/>
                  <a:pt x="1580" y="26"/>
                  <a:pt x="1580" y="21"/>
                </a:cubicBezTo>
                <a:cubicBezTo>
                  <a:pt x="1580" y="15"/>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6" name=""/>
          <p:cNvSpPr/>
          <p:nvPr/>
        </p:nvSpPr>
        <p:spPr>
          <a:xfrm>
            <a:off x="4328280" y="4165560"/>
            <a:ext cx="62640" cy="83880"/>
          </a:xfrm>
          <a:custGeom>
            <a:avLst/>
            <a:gdLst/>
            <a:ahLst/>
            <a:rect l="0" t="0" r="r" b="b"/>
            <a:pathLst>
              <a:path fill="none" w="174" h="233">
                <a:moveTo>
                  <a:pt x="174" y="233"/>
                </a:moveTo>
                <a:lnTo>
                  <a:pt x="0" y="117"/>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7" name=""/>
          <p:cNvSpPr/>
          <p:nvPr/>
        </p:nvSpPr>
        <p:spPr>
          <a:xfrm>
            <a:off x="4874760" y="4165560"/>
            <a:ext cx="63000" cy="83880"/>
          </a:xfrm>
          <a:custGeom>
            <a:avLst/>
            <a:gdLst/>
            <a:ahLst/>
            <a:rect l="0" t="0" r="r" b="b"/>
            <a:pathLst>
              <a:path fill="none" w="175" h="233">
                <a:moveTo>
                  <a:pt x="0" y="0"/>
                </a:moveTo>
                <a:lnTo>
                  <a:pt x="175" y="117"/>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8" name=""/>
          <p:cNvSpPr/>
          <p:nvPr/>
        </p:nvSpPr>
        <p:spPr>
          <a:xfrm>
            <a:off x="3792960" y="4727880"/>
            <a:ext cx="15120" cy="591120"/>
          </a:xfrm>
          <a:custGeom>
            <a:avLst/>
            <a:gdLst/>
            <a:ahLst/>
            <a:rect l="0" t="0" r="r" b="b"/>
            <a:pathLst>
              <a:path w="42" h="1642">
                <a:moveTo>
                  <a:pt x="42" y="21"/>
                </a:moveTo>
                <a:lnTo>
                  <a:pt x="42" y="40"/>
                </a:lnTo>
                <a:cubicBezTo>
                  <a:pt x="42" y="45"/>
                  <a:pt x="40" y="50"/>
                  <a:pt x="36" y="54"/>
                </a:cubicBezTo>
                <a:cubicBezTo>
                  <a:pt x="32" y="58"/>
                  <a:pt x="27" y="60"/>
                  <a:pt x="20" y="60"/>
                </a:cubicBezTo>
                <a:cubicBezTo>
                  <a:pt x="15" y="60"/>
                  <a:pt x="10" y="58"/>
                  <a:pt x="6" y="54"/>
                </a:cubicBezTo>
                <a:cubicBezTo>
                  <a:pt x="2" y="50"/>
                  <a:pt x="0" y="45"/>
                  <a:pt x="0" y="40"/>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3"/>
                </a:moveTo>
                <a:lnTo>
                  <a:pt x="42" y="171"/>
                </a:lnTo>
                <a:cubicBezTo>
                  <a:pt x="42" y="177"/>
                  <a:pt x="40" y="182"/>
                  <a:pt x="36" y="186"/>
                </a:cubicBezTo>
                <a:cubicBezTo>
                  <a:pt x="32" y="190"/>
                  <a:pt x="27" y="192"/>
                  <a:pt x="20" y="192"/>
                </a:cubicBezTo>
                <a:cubicBezTo>
                  <a:pt x="15" y="192"/>
                  <a:pt x="10" y="190"/>
                  <a:pt x="6" y="186"/>
                </a:cubicBezTo>
                <a:cubicBezTo>
                  <a:pt x="2" y="182"/>
                  <a:pt x="0" y="177"/>
                  <a:pt x="0" y="171"/>
                </a:cubicBezTo>
                <a:lnTo>
                  <a:pt x="0" y="153"/>
                </a:lnTo>
                <a:cubicBezTo>
                  <a:pt x="0" y="147"/>
                  <a:pt x="2" y="142"/>
                  <a:pt x="6" y="138"/>
                </a:cubicBezTo>
                <a:cubicBezTo>
                  <a:pt x="10" y="134"/>
                  <a:pt x="15" y="132"/>
                  <a:pt x="20" y="132"/>
                </a:cubicBezTo>
                <a:cubicBezTo>
                  <a:pt x="27" y="132"/>
                  <a:pt x="32" y="134"/>
                  <a:pt x="36" y="138"/>
                </a:cubicBezTo>
                <a:cubicBezTo>
                  <a:pt x="40" y="142"/>
                  <a:pt x="42" y="147"/>
                  <a:pt x="42" y="153"/>
                </a:cubicBezTo>
                <a:moveTo>
                  <a:pt x="42" y="284"/>
                </a:moveTo>
                <a:lnTo>
                  <a:pt x="42" y="303"/>
                </a:lnTo>
                <a:cubicBezTo>
                  <a:pt x="42" y="309"/>
                  <a:pt x="40" y="314"/>
                  <a:pt x="36" y="318"/>
                </a:cubicBezTo>
                <a:cubicBezTo>
                  <a:pt x="32" y="322"/>
                  <a:pt x="27" y="324"/>
                  <a:pt x="20" y="324"/>
                </a:cubicBezTo>
                <a:cubicBezTo>
                  <a:pt x="15" y="324"/>
                  <a:pt x="10" y="322"/>
                  <a:pt x="6" y="318"/>
                </a:cubicBezTo>
                <a:cubicBezTo>
                  <a:pt x="2" y="314"/>
                  <a:pt x="0" y="309"/>
                  <a:pt x="0" y="303"/>
                </a:cubicBezTo>
                <a:lnTo>
                  <a:pt x="0" y="284"/>
                </a:lnTo>
                <a:cubicBezTo>
                  <a:pt x="0" y="279"/>
                  <a:pt x="2" y="274"/>
                  <a:pt x="6" y="270"/>
                </a:cubicBezTo>
                <a:cubicBezTo>
                  <a:pt x="10" y="266"/>
                  <a:pt x="15" y="264"/>
                  <a:pt x="20" y="264"/>
                </a:cubicBezTo>
                <a:cubicBezTo>
                  <a:pt x="27" y="264"/>
                  <a:pt x="32" y="266"/>
                  <a:pt x="36" y="270"/>
                </a:cubicBezTo>
                <a:cubicBezTo>
                  <a:pt x="40" y="274"/>
                  <a:pt x="42" y="279"/>
                  <a:pt x="42" y="284"/>
                </a:cubicBezTo>
                <a:moveTo>
                  <a:pt x="42" y="416"/>
                </a:moveTo>
                <a:lnTo>
                  <a:pt x="42" y="435"/>
                </a:lnTo>
                <a:cubicBezTo>
                  <a:pt x="42" y="440"/>
                  <a:pt x="40" y="445"/>
                  <a:pt x="36" y="449"/>
                </a:cubicBezTo>
                <a:cubicBezTo>
                  <a:pt x="32" y="453"/>
                  <a:pt x="27" y="455"/>
                  <a:pt x="20" y="455"/>
                </a:cubicBezTo>
                <a:cubicBezTo>
                  <a:pt x="15" y="455"/>
                  <a:pt x="10" y="453"/>
                  <a:pt x="6" y="449"/>
                </a:cubicBezTo>
                <a:cubicBezTo>
                  <a:pt x="2" y="445"/>
                  <a:pt x="0" y="440"/>
                  <a:pt x="0" y="435"/>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8"/>
                </a:moveTo>
                <a:lnTo>
                  <a:pt x="42" y="566"/>
                </a:lnTo>
                <a:cubicBezTo>
                  <a:pt x="42" y="572"/>
                  <a:pt x="40" y="577"/>
                  <a:pt x="36" y="581"/>
                </a:cubicBezTo>
                <a:cubicBezTo>
                  <a:pt x="32" y="585"/>
                  <a:pt x="27" y="587"/>
                  <a:pt x="20" y="587"/>
                </a:cubicBezTo>
                <a:cubicBezTo>
                  <a:pt x="15" y="587"/>
                  <a:pt x="10" y="585"/>
                  <a:pt x="6" y="581"/>
                </a:cubicBezTo>
                <a:cubicBezTo>
                  <a:pt x="2" y="577"/>
                  <a:pt x="0" y="572"/>
                  <a:pt x="0" y="566"/>
                </a:cubicBezTo>
                <a:lnTo>
                  <a:pt x="0" y="548"/>
                </a:lnTo>
                <a:cubicBezTo>
                  <a:pt x="0" y="542"/>
                  <a:pt x="2" y="537"/>
                  <a:pt x="6" y="533"/>
                </a:cubicBezTo>
                <a:cubicBezTo>
                  <a:pt x="10" y="529"/>
                  <a:pt x="15" y="527"/>
                  <a:pt x="20" y="527"/>
                </a:cubicBezTo>
                <a:cubicBezTo>
                  <a:pt x="27" y="527"/>
                  <a:pt x="32" y="529"/>
                  <a:pt x="36" y="533"/>
                </a:cubicBezTo>
                <a:cubicBezTo>
                  <a:pt x="40" y="537"/>
                  <a:pt x="42" y="542"/>
                  <a:pt x="42" y="548"/>
                </a:cubicBezTo>
                <a:moveTo>
                  <a:pt x="42" y="679"/>
                </a:moveTo>
                <a:lnTo>
                  <a:pt x="42" y="698"/>
                </a:lnTo>
                <a:cubicBezTo>
                  <a:pt x="42" y="704"/>
                  <a:pt x="40" y="709"/>
                  <a:pt x="36" y="713"/>
                </a:cubicBezTo>
                <a:cubicBezTo>
                  <a:pt x="32" y="717"/>
                  <a:pt x="27" y="719"/>
                  <a:pt x="20" y="719"/>
                </a:cubicBezTo>
                <a:cubicBezTo>
                  <a:pt x="15" y="719"/>
                  <a:pt x="10" y="717"/>
                  <a:pt x="6" y="713"/>
                </a:cubicBezTo>
                <a:cubicBezTo>
                  <a:pt x="2" y="709"/>
                  <a:pt x="0" y="704"/>
                  <a:pt x="0" y="698"/>
                </a:cubicBezTo>
                <a:lnTo>
                  <a:pt x="0" y="679"/>
                </a:lnTo>
                <a:cubicBezTo>
                  <a:pt x="0" y="674"/>
                  <a:pt x="2" y="669"/>
                  <a:pt x="6" y="665"/>
                </a:cubicBezTo>
                <a:cubicBezTo>
                  <a:pt x="10" y="661"/>
                  <a:pt x="15" y="659"/>
                  <a:pt x="20" y="659"/>
                </a:cubicBezTo>
                <a:cubicBezTo>
                  <a:pt x="27" y="659"/>
                  <a:pt x="32" y="661"/>
                  <a:pt x="36" y="665"/>
                </a:cubicBezTo>
                <a:cubicBezTo>
                  <a:pt x="40" y="669"/>
                  <a:pt x="42" y="674"/>
                  <a:pt x="42" y="679"/>
                </a:cubicBezTo>
                <a:moveTo>
                  <a:pt x="42" y="812"/>
                </a:moveTo>
                <a:lnTo>
                  <a:pt x="42" y="831"/>
                </a:lnTo>
                <a:cubicBezTo>
                  <a:pt x="42" y="837"/>
                  <a:pt x="40" y="841"/>
                  <a:pt x="36" y="845"/>
                </a:cubicBezTo>
                <a:cubicBezTo>
                  <a:pt x="32" y="849"/>
                  <a:pt x="27" y="852"/>
                  <a:pt x="20" y="852"/>
                </a:cubicBezTo>
                <a:cubicBezTo>
                  <a:pt x="15" y="852"/>
                  <a:pt x="10" y="849"/>
                  <a:pt x="6" y="845"/>
                </a:cubicBezTo>
                <a:cubicBezTo>
                  <a:pt x="2" y="841"/>
                  <a:pt x="0" y="837"/>
                  <a:pt x="0" y="831"/>
                </a:cubicBezTo>
                <a:lnTo>
                  <a:pt x="0" y="812"/>
                </a:lnTo>
                <a:cubicBezTo>
                  <a:pt x="0" y="805"/>
                  <a:pt x="2" y="800"/>
                  <a:pt x="6" y="796"/>
                </a:cubicBezTo>
                <a:cubicBezTo>
                  <a:pt x="10" y="792"/>
                  <a:pt x="15" y="790"/>
                  <a:pt x="20" y="790"/>
                </a:cubicBezTo>
                <a:cubicBezTo>
                  <a:pt x="27" y="790"/>
                  <a:pt x="32" y="792"/>
                  <a:pt x="36" y="796"/>
                </a:cubicBezTo>
                <a:cubicBezTo>
                  <a:pt x="40" y="800"/>
                  <a:pt x="42" y="805"/>
                  <a:pt x="42" y="812"/>
                </a:cubicBezTo>
                <a:moveTo>
                  <a:pt x="42" y="944"/>
                </a:moveTo>
                <a:lnTo>
                  <a:pt x="42" y="962"/>
                </a:lnTo>
                <a:cubicBezTo>
                  <a:pt x="42" y="968"/>
                  <a:pt x="40" y="973"/>
                  <a:pt x="36" y="977"/>
                </a:cubicBezTo>
                <a:cubicBezTo>
                  <a:pt x="32" y="981"/>
                  <a:pt x="27" y="983"/>
                  <a:pt x="20" y="983"/>
                </a:cubicBezTo>
                <a:cubicBezTo>
                  <a:pt x="15" y="983"/>
                  <a:pt x="10" y="981"/>
                  <a:pt x="6" y="977"/>
                </a:cubicBezTo>
                <a:cubicBezTo>
                  <a:pt x="2" y="973"/>
                  <a:pt x="0" y="968"/>
                  <a:pt x="0" y="962"/>
                </a:cubicBezTo>
                <a:lnTo>
                  <a:pt x="0" y="944"/>
                </a:lnTo>
                <a:cubicBezTo>
                  <a:pt x="0" y="938"/>
                  <a:pt x="2" y="933"/>
                  <a:pt x="6" y="929"/>
                </a:cubicBezTo>
                <a:cubicBezTo>
                  <a:pt x="10" y="925"/>
                  <a:pt x="15" y="923"/>
                  <a:pt x="20" y="923"/>
                </a:cubicBezTo>
                <a:cubicBezTo>
                  <a:pt x="27" y="923"/>
                  <a:pt x="32" y="925"/>
                  <a:pt x="36" y="929"/>
                </a:cubicBezTo>
                <a:cubicBezTo>
                  <a:pt x="40" y="933"/>
                  <a:pt x="42" y="938"/>
                  <a:pt x="42" y="944"/>
                </a:cubicBezTo>
                <a:moveTo>
                  <a:pt x="42" y="1075"/>
                </a:move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moveTo>
                  <a:pt x="42" y="1207"/>
                </a:moveTo>
                <a:lnTo>
                  <a:pt x="42" y="1226"/>
                </a:lnTo>
                <a:cubicBezTo>
                  <a:pt x="42" y="1232"/>
                  <a:pt x="40" y="1236"/>
                  <a:pt x="36" y="1240"/>
                </a:cubicBezTo>
                <a:cubicBezTo>
                  <a:pt x="32" y="1245"/>
                  <a:pt x="27" y="1247"/>
                  <a:pt x="20" y="1247"/>
                </a:cubicBezTo>
                <a:cubicBezTo>
                  <a:pt x="15" y="1247"/>
                  <a:pt x="10" y="1245"/>
                  <a:pt x="6" y="1240"/>
                </a:cubicBezTo>
                <a:cubicBezTo>
                  <a:pt x="2" y="1236"/>
                  <a:pt x="0" y="1232"/>
                  <a:pt x="0" y="1226"/>
                </a:cubicBez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moveTo>
                  <a:pt x="42" y="1339"/>
                </a:move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moveTo>
                  <a:pt x="42" y="1470"/>
                </a:move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lnTo>
                  <a:pt x="0" y="1470"/>
                </a:lnTo>
                <a:cubicBezTo>
                  <a:pt x="0" y="1465"/>
                  <a:pt x="2" y="1460"/>
                  <a:pt x="6" y="1456"/>
                </a:cubicBezTo>
                <a:cubicBezTo>
                  <a:pt x="10" y="1452"/>
                  <a:pt x="15" y="1450"/>
                  <a:pt x="20" y="1450"/>
                </a:cubicBezTo>
                <a:cubicBezTo>
                  <a:pt x="27" y="1450"/>
                  <a:pt x="32" y="1452"/>
                  <a:pt x="36" y="1456"/>
                </a:cubicBezTo>
                <a:cubicBezTo>
                  <a:pt x="40" y="1460"/>
                  <a:pt x="42" y="1465"/>
                  <a:pt x="42" y="1470"/>
                </a:cubicBezTo>
                <a:moveTo>
                  <a:pt x="42" y="1602"/>
                </a:moveTo>
                <a:lnTo>
                  <a:pt x="42" y="1621"/>
                </a:lnTo>
                <a:cubicBezTo>
                  <a:pt x="42" y="1627"/>
                  <a:pt x="40" y="1631"/>
                  <a:pt x="36" y="1636"/>
                </a:cubicBezTo>
                <a:cubicBezTo>
                  <a:pt x="32" y="1640"/>
                  <a:pt x="27" y="1642"/>
                  <a:pt x="20" y="1642"/>
                </a:cubicBezTo>
                <a:cubicBezTo>
                  <a:pt x="15" y="1642"/>
                  <a:pt x="10" y="1640"/>
                  <a:pt x="6" y="1636"/>
                </a:cubicBezTo>
                <a:cubicBezTo>
                  <a:pt x="2" y="1631"/>
                  <a:pt x="0" y="1627"/>
                  <a:pt x="0" y="1621"/>
                </a:cubicBez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9" name=""/>
          <p:cNvSpPr/>
          <p:nvPr/>
        </p:nvSpPr>
        <p:spPr>
          <a:xfrm>
            <a:off x="3758760" y="473544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0" name=""/>
          <p:cNvSpPr/>
          <p:nvPr/>
        </p:nvSpPr>
        <p:spPr>
          <a:xfrm>
            <a:off x="3758760" y="528228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1" name=""/>
          <p:cNvSpPr/>
          <p:nvPr/>
        </p:nvSpPr>
        <p:spPr>
          <a:xfrm>
            <a:off x="2689560" y="4199760"/>
            <a:ext cx="590760" cy="15120"/>
          </a:xfrm>
          <a:custGeom>
            <a:avLst/>
            <a:gdLst/>
            <a:ahLst/>
            <a:rect l="0" t="0" r="r" b="b"/>
            <a:pathLst>
              <a:path w="1641" h="42">
                <a:moveTo>
                  <a:pt x="1620" y="42"/>
                </a:moveTo>
                <a:lnTo>
                  <a:pt x="1601" y="42"/>
                </a:lnTo>
                <a:cubicBezTo>
                  <a:pt x="1596" y="42"/>
                  <a:pt x="1591" y="39"/>
                  <a:pt x="1587" y="35"/>
                </a:cubicBezTo>
                <a:cubicBezTo>
                  <a:pt x="1583" y="31"/>
                  <a:pt x="1581" y="26"/>
                  <a:pt x="1581" y="21"/>
                </a:cubicBezTo>
                <a:cubicBezTo>
                  <a:pt x="1581" y="15"/>
                  <a:pt x="1583" y="10"/>
                  <a:pt x="1587" y="6"/>
                </a:cubicBezTo>
                <a:cubicBezTo>
                  <a:pt x="1591" y="2"/>
                  <a:pt x="1596" y="0"/>
                  <a:pt x="1601" y="0"/>
                </a:cubicBezTo>
                <a:lnTo>
                  <a:pt x="1620" y="0"/>
                </a:lnTo>
                <a:cubicBezTo>
                  <a:pt x="1626" y="0"/>
                  <a:pt x="1631" y="2"/>
                  <a:pt x="1635" y="6"/>
                </a:cubicBezTo>
                <a:cubicBezTo>
                  <a:pt x="1639" y="10"/>
                  <a:pt x="1641" y="15"/>
                  <a:pt x="1641" y="21"/>
                </a:cubicBezTo>
                <a:cubicBezTo>
                  <a:pt x="1641" y="26"/>
                  <a:pt x="1639" y="31"/>
                  <a:pt x="1635" y="35"/>
                </a:cubicBezTo>
                <a:cubicBezTo>
                  <a:pt x="1631" y="39"/>
                  <a:pt x="1626" y="42"/>
                  <a:pt x="1620" y="42"/>
                </a:cubicBezTo>
                <a:moveTo>
                  <a:pt x="1487" y="42"/>
                </a:moveTo>
                <a:lnTo>
                  <a:pt x="1469" y="42"/>
                </a:lnTo>
                <a:cubicBezTo>
                  <a:pt x="1463" y="42"/>
                  <a:pt x="1458" y="39"/>
                  <a:pt x="1454" y="35"/>
                </a:cubicBezTo>
                <a:cubicBezTo>
                  <a:pt x="1450" y="31"/>
                  <a:pt x="1448" y="26"/>
                  <a:pt x="1448" y="21"/>
                </a:cubicBezTo>
                <a:cubicBezTo>
                  <a:pt x="1448" y="15"/>
                  <a:pt x="1450" y="10"/>
                  <a:pt x="1454" y="6"/>
                </a:cubicBezTo>
                <a:cubicBezTo>
                  <a:pt x="1458" y="2"/>
                  <a:pt x="1463" y="0"/>
                  <a:pt x="1469" y="0"/>
                </a:cubicBezTo>
                <a:lnTo>
                  <a:pt x="1487" y="0"/>
                </a:lnTo>
                <a:cubicBezTo>
                  <a:pt x="1493" y="0"/>
                  <a:pt x="1498" y="2"/>
                  <a:pt x="1502" y="6"/>
                </a:cubicBezTo>
                <a:cubicBezTo>
                  <a:pt x="1506" y="10"/>
                  <a:pt x="1508" y="15"/>
                  <a:pt x="1508" y="21"/>
                </a:cubicBezTo>
                <a:cubicBezTo>
                  <a:pt x="1508" y="26"/>
                  <a:pt x="1506" y="31"/>
                  <a:pt x="1502" y="35"/>
                </a:cubicBezTo>
                <a:cubicBezTo>
                  <a:pt x="1498" y="39"/>
                  <a:pt x="1493" y="42"/>
                  <a:pt x="1487" y="42"/>
                </a:cubicBezTo>
                <a:moveTo>
                  <a:pt x="1356" y="42"/>
                </a:moveTo>
                <a:lnTo>
                  <a:pt x="1337" y="42"/>
                </a:lnTo>
                <a:cubicBezTo>
                  <a:pt x="1331" y="42"/>
                  <a:pt x="1326" y="39"/>
                  <a:pt x="1322" y="35"/>
                </a:cubicBezTo>
                <a:cubicBezTo>
                  <a:pt x="1318" y="31"/>
                  <a:pt x="1316" y="26"/>
                  <a:pt x="1316" y="21"/>
                </a:cubicBezTo>
                <a:cubicBezTo>
                  <a:pt x="1316" y="15"/>
                  <a:pt x="1318" y="10"/>
                  <a:pt x="1322" y="6"/>
                </a:cubicBezTo>
                <a:cubicBezTo>
                  <a:pt x="1326" y="2"/>
                  <a:pt x="1331" y="0"/>
                  <a:pt x="1337" y="0"/>
                </a:cubicBezTo>
                <a:lnTo>
                  <a:pt x="1356" y="0"/>
                </a:lnTo>
                <a:cubicBezTo>
                  <a:pt x="1362" y="0"/>
                  <a:pt x="1366" y="2"/>
                  <a:pt x="1370" y="6"/>
                </a:cubicBezTo>
                <a:cubicBezTo>
                  <a:pt x="1375" y="10"/>
                  <a:pt x="1377" y="15"/>
                  <a:pt x="1377" y="21"/>
                </a:cubicBezTo>
                <a:cubicBezTo>
                  <a:pt x="1377" y="26"/>
                  <a:pt x="1375" y="31"/>
                  <a:pt x="1370" y="35"/>
                </a:cubicBezTo>
                <a:cubicBezTo>
                  <a:pt x="1366" y="39"/>
                  <a:pt x="1362" y="42"/>
                  <a:pt x="1356" y="42"/>
                </a:cubicBezTo>
                <a:moveTo>
                  <a:pt x="1224" y="42"/>
                </a:moveTo>
                <a:lnTo>
                  <a:pt x="1205" y="42"/>
                </a:lnTo>
                <a:cubicBezTo>
                  <a:pt x="1200" y="42"/>
                  <a:pt x="1195" y="39"/>
                  <a:pt x="1191" y="35"/>
                </a:cubicBezTo>
                <a:cubicBezTo>
                  <a:pt x="1187" y="31"/>
                  <a:pt x="1185" y="26"/>
                  <a:pt x="1185" y="21"/>
                </a:cubicBezTo>
                <a:cubicBezTo>
                  <a:pt x="1185" y="15"/>
                  <a:pt x="1187" y="10"/>
                  <a:pt x="1191" y="6"/>
                </a:cubicBezTo>
                <a:cubicBezTo>
                  <a:pt x="1195" y="2"/>
                  <a:pt x="1200" y="0"/>
                  <a:pt x="1205" y="0"/>
                </a:cubicBezTo>
                <a:lnTo>
                  <a:pt x="1224" y="0"/>
                </a:lnTo>
                <a:cubicBezTo>
                  <a:pt x="1230" y="0"/>
                  <a:pt x="1235" y="2"/>
                  <a:pt x="1239" y="6"/>
                </a:cubicBezTo>
                <a:cubicBezTo>
                  <a:pt x="1243" y="10"/>
                  <a:pt x="1245" y="15"/>
                  <a:pt x="1245" y="21"/>
                </a:cubicBezTo>
                <a:cubicBezTo>
                  <a:pt x="1245" y="26"/>
                  <a:pt x="1243" y="31"/>
                  <a:pt x="1239" y="35"/>
                </a:cubicBezTo>
                <a:cubicBezTo>
                  <a:pt x="1235" y="39"/>
                  <a:pt x="1230" y="42"/>
                  <a:pt x="1224" y="42"/>
                </a:cubicBezTo>
                <a:moveTo>
                  <a:pt x="1093" y="42"/>
                </a:moveTo>
                <a:lnTo>
                  <a:pt x="1074" y="42"/>
                </a:lnTo>
                <a:cubicBezTo>
                  <a:pt x="1068" y="42"/>
                  <a:pt x="1063" y="39"/>
                  <a:pt x="1059" y="35"/>
                </a:cubicBezTo>
                <a:cubicBezTo>
                  <a:pt x="1055" y="31"/>
                  <a:pt x="1053" y="26"/>
                  <a:pt x="1053" y="21"/>
                </a:cubicBezTo>
                <a:cubicBezTo>
                  <a:pt x="1053" y="15"/>
                  <a:pt x="1055" y="10"/>
                  <a:pt x="1059" y="6"/>
                </a:cubicBezTo>
                <a:cubicBezTo>
                  <a:pt x="1063" y="2"/>
                  <a:pt x="1068" y="0"/>
                  <a:pt x="1074" y="0"/>
                </a:cubicBezTo>
                <a:lnTo>
                  <a:pt x="1093" y="0"/>
                </a:lnTo>
                <a:cubicBezTo>
                  <a:pt x="1098" y="0"/>
                  <a:pt x="1103" y="2"/>
                  <a:pt x="1107" y="6"/>
                </a:cubicBezTo>
                <a:cubicBezTo>
                  <a:pt x="1111" y="10"/>
                  <a:pt x="1113" y="15"/>
                  <a:pt x="1113" y="21"/>
                </a:cubicBezTo>
                <a:cubicBezTo>
                  <a:pt x="1113" y="26"/>
                  <a:pt x="1111" y="31"/>
                  <a:pt x="1107" y="35"/>
                </a:cubicBezTo>
                <a:cubicBezTo>
                  <a:pt x="1103" y="39"/>
                  <a:pt x="1098" y="42"/>
                  <a:pt x="1093" y="42"/>
                </a:cubicBezTo>
                <a:moveTo>
                  <a:pt x="961" y="42"/>
                </a:moveTo>
                <a:lnTo>
                  <a:pt x="942" y="42"/>
                </a:lnTo>
                <a:cubicBezTo>
                  <a:pt x="937" y="42"/>
                  <a:pt x="932" y="39"/>
                  <a:pt x="928" y="35"/>
                </a:cubicBezTo>
                <a:cubicBezTo>
                  <a:pt x="924" y="31"/>
                  <a:pt x="922" y="26"/>
                  <a:pt x="922" y="21"/>
                </a:cubicBezTo>
                <a:cubicBezTo>
                  <a:pt x="922" y="15"/>
                  <a:pt x="924" y="10"/>
                  <a:pt x="928" y="6"/>
                </a:cubicBezTo>
                <a:cubicBezTo>
                  <a:pt x="932" y="2"/>
                  <a:pt x="937" y="0"/>
                  <a:pt x="942" y="0"/>
                </a:cubicBezTo>
                <a:lnTo>
                  <a:pt x="961" y="0"/>
                </a:lnTo>
                <a:cubicBezTo>
                  <a:pt x="967" y="0"/>
                  <a:pt x="972" y="2"/>
                  <a:pt x="976" y="6"/>
                </a:cubicBezTo>
                <a:cubicBezTo>
                  <a:pt x="980" y="10"/>
                  <a:pt x="982" y="15"/>
                  <a:pt x="982" y="21"/>
                </a:cubicBezTo>
                <a:cubicBezTo>
                  <a:pt x="982" y="26"/>
                  <a:pt x="980" y="31"/>
                  <a:pt x="976" y="35"/>
                </a:cubicBezTo>
                <a:cubicBezTo>
                  <a:pt x="972" y="39"/>
                  <a:pt x="967" y="42"/>
                  <a:pt x="961" y="42"/>
                </a:cubicBezTo>
                <a:moveTo>
                  <a:pt x="829" y="42"/>
                </a:moveTo>
                <a:lnTo>
                  <a:pt x="811" y="42"/>
                </a:lnTo>
                <a:cubicBezTo>
                  <a:pt x="805" y="42"/>
                  <a:pt x="800" y="39"/>
                  <a:pt x="796" y="35"/>
                </a:cubicBezTo>
                <a:cubicBezTo>
                  <a:pt x="792" y="31"/>
                  <a:pt x="790" y="26"/>
                  <a:pt x="790" y="21"/>
                </a:cubicBezTo>
                <a:cubicBezTo>
                  <a:pt x="790" y="15"/>
                  <a:pt x="792" y="10"/>
                  <a:pt x="796" y="6"/>
                </a:cubicBezTo>
                <a:cubicBezTo>
                  <a:pt x="800" y="2"/>
                  <a:pt x="805" y="0"/>
                  <a:pt x="811" y="0"/>
                </a:cubicBezTo>
                <a:lnTo>
                  <a:pt x="829" y="0"/>
                </a:lnTo>
                <a:cubicBezTo>
                  <a:pt x="835" y="0"/>
                  <a:pt x="840" y="2"/>
                  <a:pt x="844" y="6"/>
                </a:cubicBezTo>
                <a:cubicBezTo>
                  <a:pt x="848" y="10"/>
                  <a:pt x="850" y="15"/>
                  <a:pt x="850" y="21"/>
                </a:cubicBezTo>
                <a:cubicBezTo>
                  <a:pt x="850" y="26"/>
                  <a:pt x="848" y="31"/>
                  <a:pt x="844" y="35"/>
                </a:cubicBezTo>
                <a:cubicBezTo>
                  <a:pt x="840" y="39"/>
                  <a:pt x="835" y="42"/>
                  <a:pt x="829" y="42"/>
                </a:cubicBezTo>
                <a:moveTo>
                  <a:pt x="698" y="42"/>
                </a:moveTo>
                <a:lnTo>
                  <a:pt x="679" y="42"/>
                </a:lnTo>
                <a:cubicBezTo>
                  <a:pt x="673" y="42"/>
                  <a:pt x="669" y="39"/>
                  <a:pt x="664" y="35"/>
                </a:cubicBezTo>
                <a:cubicBezTo>
                  <a:pt x="660" y="31"/>
                  <a:pt x="658" y="26"/>
                  <a:pt x="658" y="21"/>
                </a:cubicBezTo>
                <a:cubicBezTo>
                  <a:pt x="658" y="15"/>
                  <a:pt x="660" y="10"/>
                  <a:pt x="664" y="6"/>
                </a:cubicBezTo>
                <a:cubicBezTo>
                  <a:pt x="669" y="2"/>
                  <a:pt x="673" y="0"/>
                  <a:pt x="679" y="0"/>
                </a:cubicBezTo>
                <a:lnTo>
                  <a:pt x="698" y="0"/>
                </a:lnTo>
                <a:cubicBezTo>
                  <a:pt x="704" y="0"/>
                  <a:pt x="708" y="2"/>
                  <a:pt x="713" y="6"/>
                </a:cubicBezTo>
                <a:cubicBezTo>
                  <a:pt x="717" y="10"/>
                  <a:pt x="719" y="15"/>
                  <a:pt x="719" y="21"/>
                </a:cubicBezTo>
                <a:cubicBezTo>
                  <a:pt x="719" y="26"/>
                  <a:pt x="717" y="31"/>
                  <a:pt x="713" y="35"/>
                </a:cubicBezTo>
                <a:cubicBezTo>
                  <a:pt x="708" y="39"/>
                  <a:pt x="704" y="42"/>
                  <a:pt x="698" y="42"/>
                </a:cubicBezTo>
                <a:moveTo>
                  <a:pt x="566" y="42"/>
                </a:moveTo>
                <a:lnTo>
                  <a:pt x="547" y="42"/>
                </a:lnTo>
                <a:cubicBezTo>
                  <a:pt x="542" y="42"/>
                  <a:pt x="537" y="39"/>
                  <a:pt x="533" y="35"/>
                </a:cubicBezTo>
                <a:cubicBezTo>
                  <a:pt x="529" y="31"/>
                  <a:pt x="527" y="26"/>
                  <a:pt x="527" y="21"/>
                </a:cubicBezTo>
                <a:cubicBezTo>
                  <a:pt x="527" y="15"/>
                  <a:pt x="529" y="10"/>
                  <a:pt x="533" y="6"/>
                </a:cubicBezTo>
                <a:cubicBezTo>
                  <a:pt x="537" y="2"/>
                  <a:pt x="542" y="0"/>
                  <a:pt x="547" y="0"/>
                </a:cubicBezTo>
                <a:lnTo>
                  <a:pt x="566" y="0"/>
                </a:lnTo>
                <a:cubicBezTo>
                  <a:pt x="572" y="0"/>
                  <a:pt x="577" y="2"/>
                  <a:pt x="581" y="6"/>
                </a:cubicBezTo>
                <a:cubicBezTo>
                  <a:pt x="585" y="10"/>
                  <a:pt x="587" y="15"/>
                  <a:pt x="587" y="21"/>
                </a:cubicBezTo>
                <a:cubicBezTo>
                  <a:pt x="587" y="26"/>
                  <a:pt x="585" y="31"/>
                  <a:pt x="581" y="35"/>
                </a:cubicBezTo>
                <a:cubicBezTo>
                  <a:pt x="577" y="39"/>
                  <a:pt x="572" y="42"/>
                  <a:pt x="566" y="42"/>
                </a:cubicBezTo>
                <a:moveTo>
                  <a:pt x="435" y="42"/>
                </a:moveTo>
                <a:lnTo>
                  <a:pt x="416" y="42"/>
                </a:lnTo>
                <a:cubicBezTo>
                  <a:pt x="410" y="42"/>
                  <a:pt x="405" y="39"/>
                  <a:pt x="401" y="35"/>
                </a:cubicBezTo>
                <a:cubicBezTo>
                  <a:pt x="397" y="31"/>
                  <a:pt x="395" y="26"/>
                  <a:pt x="395" y="21"/>
                </a:cubicBezTo>
                <a:cubicBezTo>
                  <a:pt x="395" y="15"/>
                  <a:pt x="397" y="10"/>
                  <a:pt x="401" y="6"/>
                </a:cubicBezTo>
                <a:cubicBezTo>
                  <a:pt x="405" y="2"/>
                  <a:pt x="410" y="0"/>
                  <a:pt x="416" y="0"/>
                </a:cubicBezTo>
                <a:lnTo>
                  <a:pt x="435" y="0"/>
                </a:lnTo>
                <a:cubicBezTo>
                  <a:pt x="440" y="0"/>
                  <a:pt x="445" y="2"/>
                  <a:pt x="449" y="6"/>
                </a:cubicBezTo>
                <a:cubicBezTo>
                  <a:pt x="453" y="10"/>
                  <a:pt x="455" y="15"/>
                  <a:pt x="455" y="21"/>
                </a:cubicBezTo>
                <a:cubicBezTo>
                  <a:pt x="455" y="26"/>
                  <a:pt x="453" y="31"/>
                  <a:pt x="449" y="35"/>
                </a:cubicBezTo>
                <a:cubicBezTo>
                  <a:pt x="445" y="39"/>
                  <a:pt x="440" y="42"/>
                  <a:pt x="435" y="42"/>
                </a:cubicBezTo>
                <a:moveTo>
                  <a:pt x="303" y="42"/>
                </a:moveTo>
                <a:lnTo>
                  <a:pt x="284" y="42"/>
                </a:lnTo>
                <a:cubicBezTo>
                  <a:pt x="279" y="42"/>
                  <a:pt x="274" y="39"/>
                  <a:pt x="270" y="35"/>
                </a:cubicBezTo>
                <a:cubicBezTo>
                  <a:pt x="266" y="31"/>
                  <a:pt x="264" y="26"/>
                  <a:pt x="264" y="21"/>
                </a:cubicBezTo>
                <a:cubicBezTo>
                  <a:pt x="264" y="15"/>
                  <a:pt x="266" y="10"/>
                  <a:pt x="270" y="6"/>
                </a:cubicBezTo>
                <a:cubicBezTo>
                  <a:pt x="274" y="2"/>
                  <a:pt x="279" y="0"/>
                  <a:pt x="284" y="0"/>
                </a:cubicBezTo>
                <a:lnTo>
                  <a:pt x="303" y="0"/>
                </a:lnTo>
                <a:cubicBezTo>
                  <a:pt x="309" y="0"/>
                  <a:pt x="314" y="2"/>
                  <a:pt x="318" y="6"/>
                </a:cubicBezTo>
                <a:cubicBezTo>
                  <a:pt x="322" y="10"/>
                  <a:pt x="324" y="15"/>
                  <a:pt x="324" y="21"/>
                </a:cubicBezTo>
                <a:cubicBezTo>
                  <a:pt x="324" y="26"/>
                  <a:pt x="322" y="31"/>
                  <a:pt x="318" y="35"/>
                </a:cubicBezTo>
                <a:cubicBezTo>
                  <a:pt x="314" y="39"/>
                  <a:pt x="309" y="42"/>
                  <a:pt x="303" y="42"/>
                </a:cubicBezTo>
                <a:moveTo>
                  <a:pt x="172" y="42"/>
                </a:moveTo>
                <a:lnTo>
                  <a:pt x="153" y="42"/>
                </a:lnTo>
                <a:cubicBezTo>
                  <a:pt x="147" y="42"/>
                  <a:pt x="142" y="39"/>
                  <a:pt x="138" y="35"/>
                </a:cubicBezTo>
                <a:cubicBezTo>
                  <a:pt x="134" y="31"/>
                  <a:pt x="132" y="26"/>
                  <a:pt x="132" y="21"/>
                </a:cubicBezTo>
                <a:cubicBezTo>
                  <a:pt x="132" y="15"/>
                  <a:pt x="134" y="10"/>
                  <a:pt x="138" y="6"/>
                </a:cubicBezTo>
                <a:cubicBezTo>
                  <a:pt x="142" y="2"/>
                  <a:pt x="147" y="0"/>
                  <a:pt x="153" y="0"/>
                </a:cubicBezTo>
                <a:lnTo>
                  <a:pt x="172" y="0"/>
                </a:lnTo>
                <a:cubicBezTo>
                  <a:pt x="177" y="0"/>
                  <a:pt x="182" y="2"/>
                  <a:pt x="186" y="6"/>
                </a:cubicBezTo>
                <a:cubicBezTo>
                  <a:pt x="190" y="10"/>
                  <a:pt x="192" y="15"/>
                  <a:pt x="192" y="21"/>
                </a:cubicBezTo>
                <a:cubicBezTo>
                  <a:pt x="192" y="26"/>
                  <a:pt x="190" y="31"/>
                  <a:pt x="186" y="35"/>
                </a:cubicBezTo>
                <a:cubicBezTo>
                  <a:pt x="182" y="39"/>
                  <a:pt x="177" y="42"/>
                  <a:pt x="172" y="42"/>
                </a:cubicBezTo>
                <a:moveTo>
                  <a:pt x="40" y="42"/>
                </a:moveTo>
                <a:lnTo>
                  <a:pt x="21" y="42"/>
                </a:lnTo>
                <a:cubicBezTo>
                  <a:pt x="15" y="42"/>
                  <a:pt x="11" y="39"/>
                  <a:pt x="6" y="35"/>
                </a:cubicBezTo>
                <a:cubicBezTo>
                  <a:pt x="2" y="31"/>
                  <a:pt x="0" y="26"/>
                  <a:pt x="0" y="21"/>
                </a:cubicBezTo>
                <a:cubicBezTo>
                  <a:pt x="0" y="15"/>
                  <a:pt x="2" y="10"/>
                  <a:pt x="6" y="6"/>
                </a:cubicBezTo>
                <a:cubicBezTo>
                  <a:pt x="11" y="2"/>
                  <a:pt x="15" y="0"/>
                  <a:pt x="21" y="0"/>
                </a:cubicBezTo>
                <a:lnTo>
                  <a:pt x="40" y="0"/>
                </a:lnTo>
                <a:cubicBezTo>
                  <a:pt x="46" y="0"/>
                  <a:pt x="50" y="2"/>
                  <a:pt x="55" y="6"/>
                </a:cubicBezTo>
                <a:cubicBezTo>
                  <a:pt x="59" y="10"/>
                  <a:pt x="61" y="15"/>
                  <a:pt x="61" y="21"/>
                </a:cubicBezTo>
                <a:cubicBezTo>
                  <a:pt x="61" y="26"/>
                  <a:pt x="59" y="31"/>
                  <a:pt x="55" y="35"/>
                </a:cubicBezTo>
                <a:cubicBezTo>
                  <a:pt x="50" y="39"/>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2" name=""/>
          <p:cNvSpPr/>
          <p:nvPr/>
        </p:nvSpPr>
        <p:spPr>
          <a:xfrm>
            <a:off x="3209760" y="4165560"/>
            <a:ext cx="63000" cy="83880"/>
          </a:xfrm>
          <a:custGeom>
            <a:avLst/>
            <a:gdLst/>
            <a:ahLst/>
            <a:rect l="0" t="0" r="r" b="b"/>
            <a:pathLst>
              <a:path fill="none" w="175" h="233">
                <a:moveTo>
                  <a:pt x="0" y="0"/>
                </a:moveTo>
                <a:lnTo>
                  <a:pt x="175" y="117"/>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3" name=""/>
          <p:cNvSpPr/>
          <p:nvPr/>
        </p:nvSpPr>
        <p:spPr>
          <a:xfrm>
            <a:off x="2663280" y="4165560"/>
            <a:ext cx="63000" cy="83880"/>
          </a:xfrm>
          <a:custGeom>
            <a:avLst/>
            <a:gdLst/>
            <a:ahLst/>
            <a:rect l="0" t="0" r="r" b="b"/>
            <a:pathLst>
              <a:path fill="none" w="175" h="233">
                <a:moveTo>
                  <a:pt x="175" y="233"/>
                </a:moveTo>
                <a:lnTo>
                  <a:pt x="0" y="117"/>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4" name=""/>
          <p:cNvSpPr/>
          <p:nvPr/>
        </p:nvSpPr>
        <p:spPr>
          <a:xfrm>
            <a:off x="3272400" y="3678840"/>
            <a:ext cx="1056240" cy="1056960"/>
          </a:xfrm>
          <a:custGeom>
            <a:avLst/>
            <a:gdLst/>
            <a:ahLst/>
            <a:rect l="0" t="0" r="r" b="b"/>
            <a:pathLst>
              <a:path w="2934" h="2936">
                <a:moveTo>
                  <a:pt x="2934" y="1469"/>
                </a:moveTo>
                <a:cubicBezTo>
                  <a:pt x="2934" y="1517"/>
                  <a:pt x="2931" y="1565"/>
                  <a:pt x="2927" y="1612"/>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399"/>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399"/>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2"/>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3"/>
                  <a:pt x="247" y="653"/>
                </a:cubicBezTo>
                <a:cubicBezTo>
                  <a:pt x="274" y="614"/>
                  <a:pt x="302" y="575"/>
                  <a:pt x="333" y="538"/>
                </a:cubicBezTo>
                <a:cubicBezTo>
                  <a:pt x="363" y="501"/>
                  <a:pt x="396" y="465"/>
                  <a:pt x="430" y="431"/>
                </a:cubicBezTo>
                <a:cubicBezTo>
                  <a:pt x="463" y="397"/>
                  <a:pt x="499" y="365"/>
                  <a:pt x="536" y="334"/>
                </a:cubicBezTo>
                <a:cubicBezTo>
                  <a:pt x="573" y="304"/>
                  <a:pt x="612" y="275"/>
                  <a:pt x="652" y="249"/>
                </a:cubicBezTo>
                <a:cubicBezTo>
                  <a:pt x="692" y="222"/>
                  <a:pt x="733" y="197"/>
                  <a:pt x="775" y="175"/>
                </a:cubicBezTo>
                <a:cubicBezTo>
                  <a:pt x="818" y="152"/>
                  <a:pt x="861" y="131"/>
                  <a:pt x="905" y="113"/>
                </a:cubicBezTo>
                <a:cubicBezTo>
                  <a:pt x="950" y="95"/>
                  <a:pt x="995" y="79"/>
                  <a:pt x="1041" y="65"/>
                </a:cubicBezTo>
                <a:cubicBezTo>
                  <a:pt x="1087" y="50"/>
                  <a:pt x="1133" y="38"/>
                  <a:pt x="1181" y="29"/>
                </a:cubicBezTo>
                <a:cubicBezTo>
                  <a:pt x="1228" y="19"/>
                  <a:pt x="1276" y="12"/>
                  <a:pt x="1324" y="7"/>
                </a:cubicBezTo>
                <a:cubicBezTo>
                  <a:pt x="1371" y="3"/>
                  <a:pt x="1419" y="0"/>
                  <a:pt x="1467" y="0"/>
                </a:cubicBezTo>
                <a:cubicBezTo>
                  <a:pt x="1515" y="0"/>
                  <a:pt x="1563" y="3"/>
                  <a:pt x="1611" y="7"/>
                </a:cubicBezTo>
                <a:cubicBezTo>
                  <a:pt x="1659" y="12"/>
                  <a:pt x="1706" y="19"/>
                  <a:pt x="1753" y="29"/>
                </a:cubicBezTo>
                <a:cubicBezTo>
                  <a:pt x="1801" y="38"/>
                  <a:pt x="1847" y="50"/>
                  <a:pt x="1893" y="65"/>
                </a:cubicBezTo>
                <a:cubicBezTo>
                  <a:pt x="1939" y="79"/>
                  <a:pt x="1984" y="95"/>
                  <a:pt x="2029" y="113"/>
                </a:cubicBezTo>
                <a:cubicBezTo>
                  <a:pt x="2073" y="131"/>
                  <a:pt x="2116" y="152"/>
                  <a:pt x="2159" y="175"/>
                </a:cubicBezTo>
                <a:cubicBezTo>
                  <a:pt x="2201" y="197"/>
                  <a:pt x="2242" y="222"/>
                  <a:pt x="2282" y="249"/>
                </a:cubicBezTo>
                <a:cubicBezTo>
                  <a:pt x="2322" y="275"/>
                  <a:pt x="2360" y="304"/>
                  <a:pt x="2398" y="334"/>
                </a:cubicBezTo>
                <a:cubicBezTo>
                  <a:pt x="2435" y="365"/>
                  <a:pt x="2470" y="397"/>
                  <a:pt x="2504" y="431"/>
                </a:cubicBezTo>
                <a:cubicBezTo>
                  <a:pt x="2538" y="465"/>
                  <a:pt x="2570" y="501"/>
                  <a:pt x="2601" y="538"/>
                </a:cubicBezTo>
                <a:cubicBezTo>
                  <a:pt x="2631" y="575"/>
                  <a:pt x="2660" y="614"/>
                  <a:pt x="2687" y="653"/>
                </a:cubicBezTo>
                <a:cubicBezTo>
                  <a:pt x="2713" y="693"/>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35" name=""/>
          <p:cNvSpPr/>
          <p:nvPr/>
        </p:nvSpPr>
        <p:spPr>
          <a:xfrm>
            <a:off x="3272400" y="3678840"/>
            <a:ext cx="1056240" cy="1056960"/>
          </a:xfrm>
          <a:custGeom>
            <a:avLst/>
            <a:gdLst/>
            <a:ahLst/>
            <a:rect l="0" t="0" r="r" b="b"/>
            <a:pathLst>
              <a:path w="2934" h="2936">
                <a:moveTo>
                  <a:pt x="2934" y="1469"/>
                </a:moveTo>
                <a:cubicBezTo>
                  <a:pt x="2934" y="1517"/>
                  <a:pt x="2931" y="1565"/>
                  <a:pt x="2927" y="1612"/>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399"/>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399"/>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2"/>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3"/>
                  <a:pt x="247" y="653"/>
                </a:cubicBezTo>
                <a:cubicBezTo>
                  <a:pt x="274" y="614"/>
                  <a:pt x="302" y="575"/>
                  <a:pt x="333" y="538"/>
                </a:cubicBezTo>
                <a:cubicBezTo>
                  <a:pt x="363" y="501"/>
                  <a:pt x="396" y="465"/>
                  <a:pt x="430" y="431"/>
                </a:cubicBezTo>
                <a:cubicBezTo>
                  <a:pt x="463" y="397"/>
                  <a:pt x="499" y="365"/>
                  <a:pt x="536" y="334"/>
                </a:cubicBezTo>
                <a:cubicBezTo>
                  <a:pt x="573" y="304"/>
                  <a:pt x="612" y="275"/>
                  <a:pt x="652" y="249"/>
                </a:cubicBezTo>
                <a:cubicBezTo>
                  <a:pt x="692" y="222"/>
                  <a:pt x="733" y="197"/>
                  <a:pt x="775" y="175"/>
                </a:cubicBezTo>
                <a:cubicBezTo>
                  <a:pt x="818" y="152"/>
                  <a:pt x="861" y="131"/>
                  <a:pt x="905" y="113"/>
                </a:cubicBezTo>
                <a:cubicBezTo>
                  <a:pt x="950" y="95"/>
                  <a:pt x="995" y="79"/>
                  <a:pt x="1041" y="65"/>
                </a:cubicBezTo>
                <a:cubicBezTo>
                  <a:pt x="1087" y="50"/>
                  <a:pt x="1133" y="38"/>
                  <a:pt x="1181" y="29"/>
                </a:cubicBezTo>
                <a:cubicBezTo>
                  <a:pt x="1228" y="19"/>
                  <a:pt x="1276" y="12"/>
                  <a:pt x="1324" y="7"/>
                </a:cubicBezTo>
                <a:cubicBezTo>
                  <a:pt x="1371" y="3"/>
                  <a:pt x="1419" y="0"/>
                  <a:pt x="1467" y="0"/>
                </a:cubicBezTo>
                <a:cubicBezTo>
                  <a:pt x="1515" y="0"/>
                  <a:pt x="1563" y="3"/>
                  <a:pt x="1611" y="7"/>
                </a:cubicBezTo>
                <a:cubicBezTo>
                  <a:pt x="1659" y="12"/>
                  <a:pt x="1706" y="19"/>
                  <a:pt x="1753" y="29"/>
                </a:cubicBezTo>
                <a:cubicBezTo>
                  <a:pt x="1801" y="38"/>
                  <a:pt x="1847" y="50"/>
                  <a:pt x="1893" y="65"/>
                </a:cubicBezTo>
                <a:cubicBezTo>
                  <a:pt x="1939" y="79"/>
                  <a:pt x="1984" y="95"/>
                  <a:pt x="2029" y="113"/>
                </a:cubicBezTo>
                <a:cubicBezTo>
                  <a:pt x="2073" y="131"/>
                  <a:pt x="2116" y="152"/>
                  <a:pt x="2159" y="175"/>
                </a:cubicBezTo>
                <a:cubicBezTo>
                  <a:pt x="2201" y="197"/>
                  <a:pt x="2242" y="222"/>
                  <a:pt x="2282" y="249"/>
                </a:cubicBezTo>
                <a:cubicBezTo>
                  <a:pt x="2322" y="275"/>
                  <a:pt x="2360" y="304"/>
                  <a:pt x="2398" y="334"/>
                </a:cubicBezTo>
                <a:cubicBezTo>
                  <a:pt x="2435" y="365"/>
                  <a:pt x="2470" y="397"/>
                  <a:pt x="2504" y="431"/>
                </a:cubicBezTo>
                <a:cubicBezTo>
                  <a:pt x="2538" y="465"/>
                  <a:pt x="2570" y="501"/>
                  <a:pt x="2601" y="538"/>
                </a:cubicBezTo>
                <a:cubicBezTo>
                  <a:pt x="2631" y="575"/>
                  <a:pt x="2660" y="614"/>
                  <a:pt x="2687" y="653"/>
                </a:cubicBezTo>
                <a:cubicBezTo>
                  <a:pt x="2713" y="693"/>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5336" name=""/>
          <p:cNvSpPr/>
          <p:nvPr/>
        </p:nvSpPr>
        <p:spPr>
          <a:xfrm>
            <a:off x="3566880" y="3857760"/>
            <a:ext cx="467280" cy="249480"/>
          </a:xfrm>
          <a:custGeom>
            <a:avLst/>
            <a:gdLst/>
            <a:ahLst/>
            <a:rect l="0" t="0" r="r" b="b"/>
            <a:pathLst>
              <a:path w="1298" h="693">
                <a:moveTo>
                  <a:pt x="86" y="0"/>
                </a:moveTo>
                <a:lnTo>
                  <a:pt x="1211" y="0"/>
                </a:lnTo>
                <a:cubicBezTo>
                  <a:pt x="1223" y="0"/>
                  <a:pt x="1234" y="2"/>
                  <a:pt x="1245" y="7"/>
                </a:cubicBezTo>
                <a:cubicBezTo>
                  <a:pt x="1255" y="12"/>
                  <a:pt x="1265" y="18"/>
                  <a:pt x="1273" y="26"/>
                </a:cubicBezTo>
                <a:cubicBezTo>
                  <a:pt x="1281" y="34"/>
                  <a:pt x="1287" y="44"/>
                  <a:pt x="1291" y="54"/>
                </a:cubicBezTo>
                <a:cubicBezTo>
                  <a:pt x="1296" y="65"/>
                  <a:pt x="1298" y="76"/>
                  <a:pt x="1298" y="88"/>
                </a:cubicBezTo>
                <a:lnTo>
                  <a:pt x="1298" y="607"/>
                </a:lnTo>
                <a:cubicBezTo>
                  <a:pt x="1298" y="618"/>
                  <a:pt x="1296" y="629"/>
                  <a:pt x="1291" y="640"/>
                </a:cubicBezTo>
                <a:cubicBezTo>
                  <a:pt x="1287" y="650"/>
                  <a:pt x="1281" y="660"/>
                  <a:pt x="1273" y="668"/>
                </a:cubicBezTo>
                <a:cubicBezTo>
                  <a:pt x="1265" y="676"/>
                  <a:pt x="1255" y="682"/>
                  <a:pt x="1245" y="687"/>
                </a:cubicBezTo>
                <a:cubicBezTo>
                  <a:pt x="1234" y="691"/>
                  <a:pt x="1223" y="693"/>
                  <a:pt x="1211" y="693"/>
                </a:cubicBezTo>
                <a:lnTo>
                  <a:pt x="86" y="693"/>
                </a:lnTo>
                <a:cubicBezTo>
                  <a:pt x="75" y="693"/>
                  <a:pt x="64" y="691"/>
                  <a:pt x="53" y="687"/>
                </a:cubicBezTo>
                <a:cubicBezTo>
                  <a:pt x="43" y="682"/>
                  <a:pt x="33" y="676"/>
                  <a:pt x="25" y="668"/>
                </a:cubicBezTo>
                <a:cubicBezTo>
                  <a:pt x="17" y="660"/>
                  <a:pt x="11" y="650"/>
                  <a:pt x="6" y="640"/>
                </a:cubicBezTo>
                <a:cubicBezTo>
                  <a:pt x="2" y="629"/>
                  <a:pt x="0" y="618"/>
                  <a:pt x="0" y="607"/>
                </a:cubicBezTo>
                <a:lnTo>
                  <a:pt x="0" y="88"/>
                </a:lnTo>
                <a:cubicBezTo>
                  <a:pt x="0" y="76"/>
                  <a:pt x="2" y="65"/>
                  <a:pt x="6" y="54"/>
                </a:cubicBezTo>
                <a:cubicBezTo>
                  <a:pt x="11" y="44"/>
                  <a:pt x="17" y="34"/>
                  <a:pt x="25" y="26"/>
                </a:cubicBezTo>
                <a:cubicBezTo>
                  <a:pt x="33" y="18"/>
                  <a:pt x="43" y="12"/>
                  <a:pt x="53" y="7"/>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7" name=""/>
          <p:cNvSpPr/>
          <p:nvPr/>
        </p:nvSpPr>
        <p:spPr>
          <a:xfrm>
            <a:off x="3566880" y="3764160"/>
            <a:ext cx="257040" cy="78480"/>
          </a:xfrm>
          <a:custGeom>
            <a:avLst/>
            <a:gdLst/>
            <a:ahLst/>
            <a:rect l="0" t="0" r="r" b="b"/>
            <a:pathLst>
              <a:path w="714" h="218">
                <a:moveTo>
                  <a:pt x="0" y="45"/>
                </a:moveTo>
                <a:cubicBezTo>
                  <a:pt x="0" y="15"/>
                  <a:pt x="14" y="0"/>
                  <a:pt x="43" y="0"/>
                </a:cubicBezTo>
                <a:lnTo>
                  <a:pt x="520" y="0"/>
                </a:lnTo>
                <a:cubicBezTo>
                  <a:pt x="563" y="0"/>
                  <a:pt x="599" y="23"/>
                  <a:pt x="628" y="66"/>
                </a:cubicBezTo>
                <a:lnTo>
                  <a:pt x="714" y="218"/>
                </a:lnTo>
                <a:lnTo>
                  <a:pt x="0" y="218"/>
                </a:lnTo>
                <a:lnTo>
                  <a:pt x="0" y="45"/>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8" name=""/>
          <p:cNvSpPr/>
          <p:nvPr/>
        </p:nvSpPr>
        <p:spPr>
          <a:xfrm>
            <a:off x="3613680" y="3904560"/>
            <a:ext cx="373680" cy="155880"/>
          </a:xfrm>
          <a:custGeom>
            <a:avLst/>
            <a:gdLst/>
            <a:ahLst/>
            <a:rect l="0" t="0" r="r" b="b"/>
            <a:pathLst>
              <a:path w="1038" h="433">
                <a:moveTo>
                  <a:pt x="43" y="0"/>
                </a:moveTo>
                <a:lnTo>
                  <a:pt x="995" y="0"/>
                </a:lnTo>
                <a:cubicBezTo>
                  <a:pt x="1001" y="0"/>
                  <a:pt x="1006" y="1"/>
                  <a:pt x="1012" y="3"/>
                </a:cubicBezTo>
                <a:cubicBezTo>
                  <a:pt x="1017" y="5"/>
                  <a:pt x="1022" y="8"/>
                  <a:pt x="1026" y="12"/>
                </a:cubicBezTo>
                <a:cubicBezTo>
                  <a:pt x="1030" y="17"/>
                  <a:pt x="1033" y="21"/>
                  <a:pt x="1035" y="27"/>
                </a:cubicBezTo>
                <a:cubicBezTo>
                  <a:pt x="1037" y="32"/>
                  <a:pt x="1038" y="37"/>
                  <a:pt x="1038" y="43"/>
                </a:cubicBezTo>
                <a:lnTo>
                  <a:pt x="1038" y="390"/>
                </a:lnTo>
                <a:cubicBezTo>
                  <a:pt x="1038" y="396"/>
                  <a:pt x="1037" y="401"/>
                  <a:pt x="1035" y="407"/>
                </a:cubicBezTo>
                <a:cubicBezTo>
                  <a:pt x="1033" y="412"/>
                  <a:pt x="1030" y="417"/>
                  <a:pt x="1026" y="421"/>
                </a:cubicBezTo>
                <a:cubicBezTo>
                  <a:pt x="1022" y="425"/>
                  <a:pt x="1017" y="428"/>
                  <a:pt x="1012" y="430"/>
                </a:cubicBezTo>
                <a:cubicBezTo>
                  <a:pt x="1006" y="432"/>
                  <a:pt x="1001" y="433"/>
                  <a:pt x="995" y="433"/>
                </a:cubicBezTo>
                <a:lnTo>
                  <a:pt x="43" y="433"/>
                </a:lnTo>
                <a:cubicBezTo>
                  <a:pt x="37" y="433"/>
                  <a:pt x="32" y="432"/>
                  <a:pt x="26" y="430"/>
                </a:cubicBezTo>
                <a:cubicBezTo>
                  <a:pt x="21" y="428"/>
                  <a:pt x="16" y="425"/>
                  <a:pt x="12" y="421"/>
                </a:cubicBezTo>
                <a:cubicBezTo>
                  <a:pt x="8" y="417"/>
                  <a:pt x="5" y="412"/>
                  <a:pt x="3" y="407"/>
                </a:cubicBezTo>
                <a:cubicBezTo>
                  <a:pt x="1" y="401"/>
                  <a:pt x="0" y="396"/>
                  <a:pt x="0" y="390"/>
                </a:cubicBezTo>
                <a:lnTo>
                  <a:pt x="0" y="43"/>
                </a:lnTo>
                <a:cubicBezTo>
                  <a:pt x="0" y="37"/>
                  <a:pt x="1" y="32"/>
                  <a:pt x="3" y="27"/>
                </a:cubicBezTo>
                <a:cubicBezTo>
                  <a:pt x="5" y="21"/>
                  <a:pt x="8" y="17"/>
                  <a:pt x="12" y="12"/>
                </a:cubicBezTo>
                <a:cubicBezTo>
                  <a:pt x="16" y="8"/>
                  <a:pt x="21" y="5"/>
                  <a:pt x="26" y="3"/>
                </a:cubicBezTo>
                <a:cubicBezTo>
                  <a:pt x="32" y="1"/>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39" name=""/>
          <p:cNvSpPr txBox="1"/>
          <p:nvPr/>
        </p:nvSpPr>
        <p:spPr>
          <a:xfrm>
            <a:off x="3376080" y="412308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5340" name=""/>
          <p:cNvSpPr txBox="1"/>
          <p:nvPr/>
        </p:nvSpPr>
        <p:spPr>
          <a:xfrm>
            <a:off x="3349440" y="433296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5341" name=""/>
          <p:cNvSpPr txBox="1"/>
          <p:nvPr/>
        </p:nvSpPr>
        <p:spPr>
          <a:xfrm>
            <a:off x="3528000" y="445500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5342" name=""/>
          <p:cNvSpPr txBox="1"/>
          <p:nvPr/>
        </p:nvSpPr>
        <p:spPr>
          <a:xfrm>
            <a:off x="3022200" y="176544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5343" name=""/>
          <p:cNvSpPr/>
          <p:nvPr/>
        </p:nvSpPr>
        <p:spPr>
          <a:xfrm>
            <a:off x="3380760" y="222984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6"/>
                  <a:pt x="2067" y="1906"/>
                </a:cubicBezTo>
                <a:cubicBezTo>
                  <a:pt x="2043" y="1935"/>
                  <a:pt x="2018" y="1964"/>
                  <a:pt x="1991" y="1992"/>
                </a:cubicBezTo>
                <a:cubicBezTo>
                  <a:pt x="1964" y="2019"/>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8"/>
                  <a:pt x="1319" y="2324"/>
                  <a:pt x="1281" y="2328"/>
                </a:cubicBezTo>
                <a:cubicBezTo>
                  <a:pt x="1243" y="2332"/>
                  <a:pt x="1205" y="2333"/>
                  <a:pt x="1166" y="2333"/>
                </a:cubicBezTo>
                <a:cubicBezTo>
                  <a:pt x="1128" y="2333"/>
                  <a:pt x="1089" y="2332"/>
                  <a:pt x="1051" y="2328"/>
                </a:cubicBezTo>
                <a:cubicBezTo>
                  <a:pt x="1013" y="2324"/>
                  <a:pt x="975" y="2318"/>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9"/>
                  <a:pt x="341" y="1992"/>
                </a:cubicBezTo>
                <a:cubicBezTo>
                  <a:pt x="314" y="1964"/>
                  <a:pt x="289" y="1935"/>
                  <a:pt x="264" y="1906"/>
                </a:cubicBezTo>
                <a:cubicBezTo>
                  <a:pt x="240" y="1876"/>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4"/>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7"/>
                </a:cubicBezTo>
                <a:cubicBezTo>
                  <a:pt x="650" y="119"/>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19"/>
                  <a:pt x="1716" y="137"/>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4"/>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44" name=""/>
          <p:cNvSpPr/>
          <p:nvPr/>
        </p:nvSpPr>
        <p:spPr>
          <a:xfrm>
            <a:off x="3380760" y="222984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6"/>
                  <a:pt x="2067" y="1906"/>
                </a:cubicBezTo>
                <a:cubicBezTo>
                  <a:pt x="2043" y="1935"/>
                  <a:pt x="2018" y="1964"/>
                  <a:pt x="1991" y="1992"/>
                </a:cubicBezTo>
                <a:cubicBezTo>
                  <a:pt x="1964" y="2019"/>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8"/>
                  <a:pt x="1319" y="2324"/>
                  <a:pt x="1281" y="2328"/>
                </a:cubicBezTo>
                <a:cubicBezTo>
                  <a:pt x="1243" y="2332"/>
                  <a:pt x="1205" y="2333"/>
                  <a:pt x="1166" y="2333"/>
                </a:cubicBezTo>
                <a:cubicBezTo>
                  <a:pt x="1128" y="2333"/>
                  <a:pt x="1089" y="2332"/>
                  <a:pt x="1051" y="2328"/>
                </a:cubicBezTo>
                <a:cubicBezTo>
                  <a:pt x="1013" y="2324"/>
                  <a:pt x="975" y="2318"/>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9"/>
                  <a:pt x="341" y="1992"/>
                </a:cubicBezTo>
                <a:cubicBezTo>
                  <a:pt x="314" y="1964"/>
                  <a:pt x="289" y="1935"/>
                  <a:pt x="264" y="1906"/>
                </a:cubicBezTo>
                <a:cubicBezTo>
                  <a:pt x="240" y="1876"/>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4"/>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7"/>
                </a:cubicBezTo>
                <a:cubicBezTo>
                  <a:pt x="650" y="119"/>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19"/>
                  <a:pt x="1716" y="137"/>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4"/>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45" name=""/>
          <p:cNvSpPr/>
          <p:nvPr/>
        </p:nvSpPr>
        <p:spPr>
          <a:xfrm>
            <a:off x="3617640" y="2541240"/>
            <a:ext cx="365760" cy="223920"/>
          </a:xfrm>
          <a:custGeom>
            <a:avLst/>
            <a:gdLst/>
            <a:ahLst/>
            <a:rect l="0" t="0" r="r" b="b"/>
            <a:pathLst>
              <a:path w="1016" h="622">
                <a:moveTo>
                  <a:pt x="56" y="0"/>
                </a:moveTo>
                <a:cubicBezTo>
                  <a:pt x="19" y="0"/>
                  <a:pt x="0" y="19"/>
                  <a:pt x="0" y="57"/>
                </a:cubicBezTo>
                <a:lnTo>
                  <a:pt x="0" y="359"/>
                </a:lnTo>
                <a:cubicBezTo>
                  <a:pt x="0" y="409"/>
                  <a:pt x="19" y="434"/>
                  <a:pt x="56" y="434"/>
                </a:cubicBezTo>
                <a:lnTo>
                  <a:pt x="301" y="434"/>
                </a:lnTo>
                <a:lnTo>
                  <a:pt x="432" y="622"/>
                </a:lnTo>
                <a:lnTo>
                  <a:pt x="507" y="434"/>
                </a:lnTo>
                <a:lnTo>
                  <a:pt x="960" y="434"/>
                </a:lnTo>
                <a:cubicBezTo>
                  <a:pt x="997" y="434"/>
                  <a:pt x="1016" y="409"/>
                  <a:pt x="1016" y="359"/>
                </a:cubicBezTo>
                <a:lnTo>
                  <a:pt x="1016" y="57"/>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6" name=""/>
          <p:cNvSpPr/>
          <p:nvPr/>
        </p:nvSpPr>
        <p:spPr>
          <a:xfrm>
            <a:off x="3678480" y="2602080"/>
            <a:ext cx="34200" cy="68400"/>
          </a:xfrm>
          <a:custGeom>
            <a:avLst/>
            <a:gdLst/>
            <a:ahLst/>
            <a:rect l="0" t="0" r="r" b="b"/>
            <a:pathLst>
              <a:path fill="none" w="95" h="190">
                <a:moveTo>
                  <a:pt x="95" y="0"/>
                </a:moveTo>
                <a:lnTo>
                  <a:pt x="0" y="95"/>
                </a:lnTo>
                <a:lnTo>
                  <a:pt x="95"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5347" name=""/>
          <p:cNvSpPr/>
          <p:nvPr/>
        </p:nvSpPr>
        <p:spPr>
          <a:xfrm flipH="1">
            <a:off x="3786840" y="258192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48" name=""/>
          <p:cNvSpPr/>
          <p:nvPr/>
        </p:nvSpPr>
        <p:spPr>
          <a:xfrm>
            <a:off x="3861360" y="2602080"/>
            <a:ext cx="34200" cy="68400"/>
          </a:xfrm>
          <a:custGeom>
            <a:avLst/>
            <a:gdLst/>
            <a:ahLst/>
            <a:rect l="0" t="0" r="r" b="b"/>
            <a:pathLst>
              <a:path fill="none" w="95" h="190">
                <a:moveTo>
                  <a:pt x="0" y="0"/>
                </a:moveTo>
                <a:lnTo>
                  <a:pt x="95" y="95"/>
                </a:lnTo>
                <a:lnTo>
                  <a:pt x="0"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5349" name=""/>
          <p:cNvSpPr/>
          <p:nvPr/>
        </p:nvSpPr>
        <p:spPr>
          <a:xfrm>
            <a:off x="3989880" y="2243160"/>
            <a:ext cx="216720" cy="217080"/>
          </a:xfrm>
          <a:custGeom>
            <a:avLst/>
            <a:gdLst/>
            <a:ahLst/>
            <a:rect l="0" t="0" r="r" b="b"/>
            <a:pathLst>
              <a:path w="602" h="603">
                <a:moveTo>
                  <a:pt x="602" y="302"/>
                </a:moveTo>
                <a:cubicBezTo>
                  <a:pt x="602" y="322"/>
                  <a:pt x="600" y="342"/>
                  <a:pt x="597" y="361"/>
                </a:cubicBezTo>
                <a:cubicBezTo>
                  <a:pt x="593" y="380"/>
                  <a:pt x="587" y="399"/>
                  <a:pt x="579" y="418"/>
                </a:cubicBezTo>
                <a:cubicBezTo>
                  <a:pt x="572" y="436"/>
                  <a:pt x="563" y="453"/>
                  <a:pt x="552" y="470"/>
                </a:cubicBezTo>
                <a:cubicBezTo>
                  <a:pt x="541" y="486"/>
                  <a:pt x="528" y="501"/>
                  <a:pt x="514" y="515"/>
                </a:cubicBezTo>
                <a:cubicBezTo>
                  <a:pt x="500" y="529"/>
                  <a:pt x="485" y="542"/>
                  <a:pt x="469" y="553"/>
                </a:cubicBezTo>
                <a:cubicBezTo>
                  <a:pt x="452" y="564"/>
                  <a:pt x="435" y="573"/>
                  <a:pt x="417" y="580"/>
                </a:cubicBezTo>
                <a:cubicBezTo>
                  <a:pt x="398" y="588"/>
                  <a:pt x="380" y="594"/>
                  <a:pt x="360" y="598"/>
                </a:cubicBezTo>
                <a:cubicBezTo>
                  <a:pt x="341" y="601"/>
                  <a:pt x="321" y="603"/>
                  <a:pt x="302" y="603"/>
                </a:cubicBezTo>
                <a:cubicBezTo>
                  <a:pt x="282" y="603"/>
                  <a:pt x="262" y="601"/>
                  <a:pt x="243" y="598"/>
                </a:cubicBezTo>
                <a:cubicBezTo>
                  <a:pt x="223" y="594"/>
                  <a:pt x="205" y="588"/>
                  <a:pt x="186" y="580"/>
                </a:cubicBezTo>
                <a:cubicBezTo>
                  <a:pt x="168" y="573"/>
                  <a:pt x="151" y="564"/>
                  <a:pt x="134" y="553"/>
                </a:cubicBezTo>
                <a:cubicBezTo>
                  <a:pt x="118" y="542"/>
                  <a:pt x="103" y="529"/>
                  <a:pt x="89" y="515"/>
                </a:cubicBezTo>
                <a:cubicBezTo>
                  <a:pt x="75" y="501"/>
                  <a:pt x="62" y="486"/>
                  <a:pt x="51" y="470"/>
                </a:cubicBezTo>
                <a:cubicBezTo>
                  <a:pt x="40" y="453"/>
                  <a:pt x="30" y="436"/>
                  <a:pt x="23" y="418"/>
                </a:cubicBezTo>
                <a:cubicBezTo>
                  <a:pt x="15" y="399"/>
                  <a:pt x="9" y="380"/>
                  <a:pt x="6" y="361"/>
                </a:cubicBezTo>
                <a:cubicBezTo>
                  <a:pt x="2" y="342"/>
                  <a:pt x="0" y="322"/>
                  <a:pt x="0" y="302"/>
                </a:cubicBezTo>
                <a:cubicBezTo>
                  <a:pt x="0" y="283"/>
                  <a:pt x="2" y="263"/>
                  <a:pt x="6" y="244"/>
                </a:cubicBezTo>
                <a:cubicBezTo>
                  <a:pt x="9" y="224"/>
                  <a:pt x="15" y="205"/>
                  <a:pt x="23" y="187"/>
                </a:cubicBezTo>
                <a:cubicBezTo>
                  <a:pt x="30" y="169"/>
                  <a:pt x="40" y="152"/>
                  <a:pt x="51" y="135"/>
                </a:cubicBezTo>
                <a:cubicBezTo>
                  <a:pt x="62" y="119"/>
                  <a:pt x="75" y="104"/>
                  <a:pt x="89" y="90"/>
                </a:cubicBezTo>
                <a:cubicBezTo>
                  <a:pt x="103" y="75"/>
                  <a:pt x="118" y="62"/>
                  <a:pt x="134" y="51"/>
                </a:cubicBezTo>
                <a:cubicBezTo>
                  <a:pt x="151" y="40"/>
                  <a:pt x="168" y="31"/>
                  <a:pt x="186" y="23"/>
                </a:cubicBezTo>
                <a:cubicBezTo>
                  <a:pt x="205" y="16"/>
                  <a:pt x="223" y="10"/>
                  <a:pt x="243" y="6"/>
                </a:cubicBezTo>
                <a:cubicBezTo>
                  <a:pt x="262" y="2"/>
                  <a:pt x="282" y="0"/>
                  <a:pt x="302" y="0"/>
                </a:cubicBezTo>
                <a:cubicBezTo>
                  <a:pt x="321" y="0"/>
                  <a:pt x="341" y="2"/>
                  <a:pt x="360" y="6"/>
                </a:cubicBezTo>
                <a:cubicBezTo>
                  <a:pt x="380" y="10"/>
                  <a:pt x="398" y="16"/>
                  <a:pt x="417" y="23"/>
                </a:cubicBezTo>
                <a:cubicBezTo>
                  <a:pt x="435" y="31"/>
                  <a:pt x="452" y="40"/>
                  <a:pt x="469" y="51"/>
                </a:cubicBezTo>
                <a:cubicBezTo>
                  <a:pt x="485" y="62"/>
                  <a:pt x="500" y="75"/>
                  <a:pt x="514" y="90"/>
                </a:cubicBezTo>
                <a:cubicBezTo>
                  <a:pt x="528" y="104"/>
                  <a:pt x="541" y="119"/>
                  <a:pt x="552" y="135"/>
                </a:cubicBezTo>
                <a:cubicBezTo>
                  <a:pt x="563" y="152"/>
                  <a:pt x="572" y="169"/>
                  <a:pt x="579" y="187"/>
                </a:cubicBezTo>
                <a:cubicBezTo>
                  <a:pt x="587" y="205"/>
                  <a:pt x="593" y="224"/>
                  <a:pt x="597" y="244"/>
                </a:cubicBezTo>
                <a:cubicBezTo>
                  <a:pt x="600" y="263"/>
                  <a:pt x="602" y="283"/>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0" name=""/>
          <p:cNvSpPr txBox="1"/>
          <p:nvPr/>
        </p:nvSpPr>
        <p:spPr>
          <a:xfrm>
            <a:off x="3283200" y="1985040"/>
            <a:ext cx="1029600" cy="11484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5351" name=""/>
          <p:cNvSpPr/>
          <p:nvPr/>
        </p:nvSpPr>
        <p:spPr>
          <a:xfrm>
            <a:off x="4937400" y="3787200"/>
            <a:ext cx="839520" cy="840240"/>
          </a:xfrm>
          <a:custGeom>
            <a:avLst/>
            <a:gdLst/>
            <a:ahLst/>
            <a:rect l="0" t="0" r="r" b="b"/>
            <a:pathLst>
              <a:path w="2332" h="2334">
                <a:moveTo>
                  <a:pt x="2332" y="1167"/>
                </a:moveTo>
                <a:cubicBezTo>
                  <a:pt x="2332" y="1205"/>
                  <a:pt x="2330" y="1243"/>
                  <a:pt x="2326" y="1281"/>
                </a:cubicBezTo>
                <a:cubicBezTo>
                  <a:pt x="2322" y="1319"/>
                  <a:pt x="2317" y="1357"/>
                  <a:pt x="2309" y="1394"/>
                </a:cubicBezTo>
                <a:cubicBezTo>
                  <a:pt x="2302" y="1432"/>
                  <a:pt x="2293" y="1469"/>
                  <a:pt x="2282" y="1505"/>
                </a:cubicBezTo>
                <a:cubicBezTo>
                  <a:pt x="2270" y="1542"/>
                  <a:pt x="2258" y="1578"/>
                  <a:pt x="2243" y="1613"/>
                </a:cubicBezTo>
                <a:cubicBezTo>
                  <a:pt x="2228" y="1648"/>
                  <a:pt x="2212" y="1683"/>
                  <a:pt x="2194" y="1716"/>
                </a:cubicBezTo>
                <a:cubicBezTo>
                  <a:pt x="2176" y="1750"/>
                  <a:pt x="2156" y="1783"/>
                  <a:pt x="2135" y="1815"/>
                </a:cubicBezTo>
                <a:cubicBezTo>
                  <a:pt x="2114" y="1846"/>
                  <a:pt x="2091" y="1877"/>
                  <a:pt x="2067" y="1907"/>
                </a:cubicBezTo>
                <a:cubicBezTo>
                  <a:pt x="2043" y="1936"/>
                  <a:pt x="2017" y="1964"/>
                  <a:pt x="1990" y="1991"/>
                </a:cubicBezTo>
                <a:cubicBezTo>
                  <a:pt x="1963" y="2018"/>
                  <a:pt x="1935" y="2044"/>
                  <a:pt x="1906" y="2068"/>
                </a:cubicBezTo>
                <a:cubicBezTo>
                  <a:pt x="1876" y="2092"/>
                  <a:pt x="1845" y="2115"/>
                  <a:pt x="1814" y="2136"/>
                </a:cubicBezTo>
                <a:cubicBezTo>
                  <a:pt x="1782" y="2158"/>
                  <a:pt x="1749" y="2177"/>
                  <a:pt x="1716" y="2195"/>
                </a:cubicBezTo>
                <a:cubicBezTo>
                  <a:pt x="1682" y="2213"/>
                  <a:pt x="1647" y="2230"/>
                  <a:pt x="1612" y="2244"/>
                </a:cubicBezTo>
                <a:cubicBezTo>
                  <a:pt x="1577" y="2259"/>
                  <a:pt x="1541" y="2272"/>
                  <a:pt x="1505" y="2283"/>
                </a:cubicBezTo>
                <a:cubicBezTo>
                  <a:pt x="1468" y="2294"/>
                  <a:pt x="1430" y="2303"/>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3"/>
                  <a:pt x="863" y="2294"/>
                  <a:pt x="827" y="2283"/>
                </a:cubicBezTo>
                <a:cubicBezTo>
                  <a:pt x="790" y="2272"/>
                  <a:pt x="754" y="2259"/>
                  <a:pt x="719" y="2244"/>
                </a:cubicBezTo>
                <a:cubicBezTo>
                  <a:pt x="684" y="2230"/>
                  <a:pt x="649" y="2213"/>
                  <a:pt x="616" y="2195"/>
                </a:cubicBezTo>
                <a:cubicBezTo>
                  <a:pt x="582" y="2177"/>
                  <a:pt x="549" y="2158"/>
                  <a:pt x="518" y="2136"/>
                </a:cubicBezTo>
                <a:cubicBezTo>
                  <a:pt x="486" y="2115"/>
                  <a:pt x="455" y="2092"/>
                  <a:pt x="426" y="2068"/>
                </a:cubicBezTo>
                <a:cubicBezTo>
                  <a:pt x="396" y="2044"/>
                  <a:pt x="368" y="2018"/>
                  <a:pt x="341" y="1991"/>
                </a:cubicBezTo>
                <a:cubicBezTo>
                  <a:pt x="314" y="1964"/>
                  <a:pt x="288" y="1936"/>
                  <a:pt x="264" y="1907"/>
                </a:cubicBezTo>
                <a:cubicBezTo>
                  <a:pt x="240" y="1877"/>
                  <a:pt x="217" y="1846"/>
                  <a:pt x="196" y="1815"/>
                </a:cubicBezTo>
                <a:cubicBezTo>
                  <a:pt x="175" y="1783"/>
                  <a:pt x="155" y="1750"/>
                  <a:pt x="137" y="1716"/>
                </a:cubicBezTo>
                <a:cubicBezTo>
                  <a:pt x="119" y="1683"/>
                  <a:pt x="103" y="1648"/>
                  <a:pt x="88" y="1613"/>
                </a:cubicBezTo>
                <a:cubicBezTo>
                  <a:pt x="74" y="1578"/>
                  <a:pt x="61" y="1542"/>
                  <a:pt x="50" y="1505"/>
                </a:cubicBezTo>
                <a:cubicBezTo>
                  <a:pt x="39" y="1469"/>
                  <a:pt x="29" y="1432"/>
                  <a:pt x="22" y="1394"/>
                </a:cubicBezTo>
                <a:cubicBezTo>
                  <a:pt x="15" y="1357"/>
                  <a:pt x="9" y="1319"/>
                  <a:pt x="5" y="1281"/>
                </a:cubicBezTo>
                <a:cubicBezTo>
                  <a:pt x="1" y="1243"/>
                  <a:pt x="0" y="1205"/>
                  <a:pt x="0" y="1167"/>
                </a:cubicBezTo>
                <a:cubicBezTo>
                  <a:pt x="0" y="1128"/>
                  <a:pt x="1" y="1090"/>
                  <a:pt x="5" y="1052"/>
                </a:cubicBezTo>
                <a:cubicBezTo>
                  <a:pt x="9" y="1014"/>
                  <a:pt x="15" y="977"/>
                  <a:pt x="22" y="939"/>
                </a:cubicBezTo>
                <a:cubicBezTo>
                  <a:pt x="29" y="902"/>
                  <a:pt x="39" y="865"/>
                  <a:pt x="50" y="828"/>
                </a:cubicBezTo>
                <a:cubicBezTo>
                  <a:pt x="61" y="792"/>
                  <a:pt x="74" y="756"/>
                  <a:pt x="88" y="720"/>
                </a:cubicBezTo>
                <a:cubicBezTo>
                  <a:pt x="103" y="685"/>
                  <a:pt x="119" y="651"/>
                  <a:pt x="137" y="617"/>
                </a:cubicBezTo>
                <a:cubicBezTo>
                  <a:pt x="155" y="583"/>
                  <a:pt x="175" y="550"/>
                  <a:pt x="196" y="519"/>
                </a:cubicBezTo>
                <a:cubicBezTo>
                  <a:pt x="217" y="487"/>
                  <a:pt x="240" y="456"/>
                  <a:pt x="264" y="427"/>
                </a:cubicBezTo>
                <a:cubicBezTo>
                  <a:pt x="288" y="397"/>
                  <a:pt x="314" y="369"/>
                  <a:pt x="341" y="342"/>
                </a:cubicBezTo>
                <a:cubicBezTo>
                  <a:pt x="368" y="315"/>
                  <a:pt x="396" y="289"/>
                  <a:pt x="426" y="265"/>
                </a:cubicBezTo>
                <a:cubicBezTo>
                  <a:pt x="455" y="241"/>
                  <a:pt x="486" y="218"/>
                  <a:pt x="518" y="197"/>
                </a:cubicBezTo>
                <a:cubicBezTo>
                  <a:pt x="549" y="176"/>
                  <a:pt x="582" y="156"/>
                  <a:pt x="616" y="138"/>
                </a:cubicBezTo>
                <a:cubicBezTo>
                  <a:pt x="649" y="120"/>
                  <a:pt x="684" y="104"/>
                  <a:pt x="719" y="89"/>
                </a:cubicBezTo>
                <a:cubicBezTo>
                  <a:pt x="754" y="75"/>
                  <a:pt x="790" y="62"/>
                  <a:pt x="827" y="51"/>
                </a:cubicBezTo>
                <a:cubicBezTo>
                  <a:pt x="863" y="39"/>
                  <a:pt x="900" y="30"/>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0"/>
                  <a:pt x="1468" y="39"/>
                  <a:pt x="1505" y="51"/>
                </a:cubicBezTo>
                <a:cubicBezTo>
                  <a:pt x="1541" y="62"/>
                  <a:pt x="1577" y="75"/>
                  <a:pt x="1612" y="89"/>
                </a:cubicBezTo>
                <a:cubicBezTo>
                  <a:pt x="1647" y="104"/>
                  <a:pt x="1682" y="120"/>
                  <a:pt x="1716" y="138"/>
                </a:cubicBezTo>
                <a:cubicBezTo>
                  <a:pt x="1749" y="156"/>
                  <a:pt x="1782" y="176"/>
                  <a:pt x="1814" y="197"/>
                </a:cubicBezTo>
                <a:cubicBezTo>
                  <a:pt x="1845" y="218"/>
                  <a:pt x="1876" y="241"/>
                  <a:pt x="1906" y="265"/>
                </a:cubicBezTo>
                <a:cubicBezTo>
                  <a:pt x="1935" y="289"/>
                  <a:pt x="1963" y="315"/>
                  <a:pt x="1990" y="342"/>
                </a:cubicBezTo>
                <a:cubicBezTo>
                  <a:pt x="2017" y="369"/>
                  <a:pt x="2043" y="397"/>
                  <a:pt x="2067" y="427"/>
                </a:cubicBezTo>
                <a:cubicBezTo>
                  <a:pt x="2091" y="456"/>
                  <a:pt x="2114" y="487"/>
                  <a:pt x="2135" y="519"/>
                </a:cubicBezTo>
                <a:cubicBezTo>
                  <a:pt x="2156" y="550"/>
                  <a:pt x="2176" y="583"/>
                  <a:pt x="2194" y="617"/>
                </a:cubicBezTo>
                <a:cubicBezTo>
                  <a:pt x="2212" y="651"/>
                  <a:pt x="2228" y="685"/>
                  <a:pt x="2243" y="720"/>
                </a:cubicBezTo>
                <a:cubicBezTo>
                  <a:pt x="2258" y="756"/>
                  <a:pt x="2270" y="792"/>
                  <a:pt x="2282" y="828"/>
                </a:cubicBezTo>
                <a:cubicBezTo>
                  <a:pt x="2293" y="865"/>
                  <a:pt x="2302" y="902"/>
                  <a:pt x="2309" y="939"/>
                </a:cubicBezTo>
                <a:cubicBezTo>
                  <a:pt x="2317" y="977"/>
                  <a:pt x="2322" y="1014"/>
                  <a:pt x="2326" y="1052"/>
                </a:cubicBezTo>
                <a:cubicBezTo>
                  <a:pt x="2330" y="1090"/>
                  <a:pt x="2332" y="1128"/>
                  <a:pt x="2332" y="1167"/>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52" name=""/>
          <p:cNvSpPr/>
          <p:nvPr/>
        </p:nvSpPr>
        <p:spPr>
          <a:xfrm>
            <a:off x="4937400" y="3787200"/>
            <a:ext cx="839520" cy="840240"/>
          </a:xfrm>
          <a:custGeom>
            <a:avLst/>
            <a:gdLst/>
            <a:ahLst/>
            <a:rect l="0" t="0" r="r" b="b"/>
            <a:pathLst>
              <a:path w="2332" h="2334">
                <a:moveTo>
                  <a:pt x="2332" y="1167"/>
                </a:moveTo>
                <a:cubicBezTo>
                  <a:pt x="2332" y="1205"/>
                  <a:pt x="2330" y="1243"/>
                  <a:pt x="2326" y="1281"/>
                </a:cubicBezTo>
                <a:cubicBezTo>
                  <a:pt x="2322" y="1319"/>
                  <a:pt x="2317" y="1357"/>
                  <a:pt x="2309" y="1394"/>
                </a:cubicBezTo>
                <a:cubicBezTo>
                  <a:pt x="2302" y="1432"/>
                  <a:pt x="2293" y="1469"/>
                  <a:pt x="2282" y="1505"/>
                </a:cubicBezTo>
                <a:cubicBezTo>
                  <a:pt x="2270" y="1542"/>
                  <a:pt x="2258" y="1578"/>
                  <a:pt x="2243" y="1613"/>
                </a:cubicBezTo>
                <a:cubicBezTo>
                  <a:pt x="2228" y="1648"/>
                  <a:pt x="2212" y="1683"/>
                  <a:pt x="2194" y="1716"/>
                </a:cubicBezTo>
                <a:cubicBezTo>
                  <a:pt x="2176" y="1750"/>
                  <a:pt x="2156" y="1783"/>
                  <a:pt x="2135" y="1815"/>
                </a:cubicBezTo>
                <a:cubicBezTo>
                  <a:pt x="2114" y="1846"/>
                  <a:pt x="2091" y="1877"/>
                  <a:pt x="2067" y="1907"/>
                </a:cubicBezTo>
                <a:cubicBezTo>
                  <a:pt x="2043" y="1936"/>
                  <a:pt x="2017" y="1964"/>
                  <a:pt x="1990" y="1991"/>
                </a:cubicBezTo>
                <a:cubicBezTo>
                  <a:pt x="1963" y="2018"/>
                  <a:pt x="1935" y="2044"/>
                  <a:pt x="1906" y="2068"/>
                </a:cubicBezTo>
                <a:cubicBezTo>
                  <a:pt x="1876" y="2092"/>
                  <a:pt x="1845" y="2115"/>
                  <a:pt x="1814" y="2136"/>
                </a:cubicBezTo>
                <a:cubicBezTo>
                  <a:pt x="1782" y="2158"/>
                  <a:pt x="1749" y="2177"/>
                  <a:pt x="1716" y="2195"/>
                </a:cubicBezTo>
                <a:cubicBezTo>
                  <a:pt x="1682" y="2213"/>
                  <a:pt x="1647" y="2230"/>
                  <a:pt x="1612" y="2244"/>
                </a:cubicBezTo>
                <a:cubicBezTo>
                  <a:pt x="1577" y="2259"/>
                  <a:pt x="1541" y="2272"/>
                  <a:pt x="1505" y="2283"/>
                </a:cubicBezTo>
                <a:cubicBezTo>
                  <a:pt x="1468" y="2294"/>
                  <a:pt x="1430" y="2303"/>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3"/>
                  <a:pt x="863" y="2294"/>
                  <a:pt x="827" y="2283"/>
                </a:cubicBezTo>
                <a:cubicBezTo>
                  <a:pt x="790" y="2272"/>
                  <a:pt x="754" y="2259"/>
                  <a:pt x="719" y="2244"/>
                </a:cubicBezTo>
                <a:cubicBezTo>
                  <a:pt x="684" y="2230"/>
                  <a:pt x="649" y="2213"/>
                  <a:pt x="616" y="2195"/>
                </a:cubicBezTo>
                <a:cubicBezTo>
                  <a:pt x="582" y="2177"/>
                  <a:pt x="549" y="2158"/>
                  <a:pt x="518" y="2136"/>
                </a:cubicBezTo>
                <a:cubicBezTo>
                  <a:pt x="486" y="2115"/>
                  <a:pt x="455" y="2092"/>
                  <a:pt x="426" y="2068"/>
                </a:cubicBezTo>
                <a:cubicBezTo>
                  <a:pt x="396" y="2044"/>
                  <a:pt x="368" y="2018"/>
                  <a:pt x="341" y="1991"/>
                </a:cubicBezTo>
                <a:cubicBezTo>
                  <a:pt x="314" y="1964"/>
                  <a:pt x="288" y="1936"/>
                  <a:pt x="264" y="1907"/>
                </a:cubicBezTo>
                <a:cubicBezTo>
                  <a:pt x="240" y="1877"/>
                  <a:pt x="217" y="1846"/>
                  <a:pt x="196" y="1815"/>
                </a:cubicBezTo>
                <a:cubicBezTo>
                  <a:pt x="175" y="1783"/>
                  <a:pt x="155" y="1750"/>
                  <a:pt x="137" y="1716"/>
                </a:cubicBezTo>
                <a:cubicBezTo>
                  <a:pt x="119" y="1683"/>
                  <a:pt x="103" y="1648"/>
                  <a:pt x="88" y="1613"/>
                </a:cubicBezTo>
                <a:cubicBezTo>
                  <a:pt x="74" y="1578"/>
                  <a:pt x="61" y="1542"/>
                  <a:pt x="50" y="1505"/>
                </a:cubicBezTo>
                <a:cubicBezTo>
                  <a:pt x="39" y="1469"/>
                  <a:pt x="29" y="1432"/>
                  <a:pt x="22" y="1394"/>
                </a:cubicBezTo>
                <a:cubicBezTo>
                  <a:pt x="15" y="1357"/>
                  <a:pt x="9" y="1319"/>
                  <a:pt x="5" y="1281"/>
                </a:cubicBezTo>
                <a:cubicBezTo>
                  <a:pt x="1" y="1243"/>
                  <a:pt x="0" y="1205"/>
                  <a:pt x="0" y="1167"/>
                </a:cubicBezTo>
                <a:cubicBezTo>
                  <a:pt x="0" y="1128"/>
                  <a:pt x="1" y="1090"/>
                  <a:pt x="5" y="1052"/>
                </a:cubicBezTo>
                <a:cubicBezTo>
                  <a:pt x="9" y="1014"/>
                  <a:pt x="15" y="977"/>
                  <a:pt x="22" y="939"/>
                </a:cubicBezTo>
                <a:cubicBezTo>
                  <a:pt x="29" y="902"/>
                  <a:pt x="39" y="865"/>
                  <a:pt x="50" y="828"/>
                </a:cubicBezTo>
                <a:cubicBezTo>
                  <a:pt x="61" y="792"/>
                  <a:pt x="74" y="756"/>
                  <a:pt x="88" y="720"/>
                </a:cubicBezTo>
                <a:cubicBezTo>
                  <a:pt x="103" y="685"/>
                  <a:pt x="119" y="651"/>
                  <a:pt x="137" y="617"/>
                </a:cubicBezTo>
                <a:cubicBezTo>
                  <a:pt x="155" y="583"/>
                  <a:pt x="175" y="550"/>
                  <a:pt x="196" y="519"/>
                </a:cubicBezTo>
                <a:cubicBezTo>
                  <a:pt x="217" y="487"/>
                  <a:pt x="240" y="456"/>
                  <a:pt x="264" y="427"/>
                </a:cubicBezTo>
                <a:cubicBezTo>
                  <a:pt x="288" y="397"/>
                  <a:pt x="314" y="369"/>
                  <a:pt x="341" y="342"/>
                </a:cubicBezTo>
                <a:cubicBezTo>
                  <a:pt x="368" y="315"/>
                  <a:pt x="396" y="289"/>
                  <a:pt x="426" y="265"/>
                </a:cubicBezTo>
                <a:cubicBezTo>
                  <a:pt x="455" y="241"/>
                  <a:pt x="486" y="218"/>
                  <a:pt x="518" y="197"/>
                </a:cubicBezTo>
                <a:cubicBezTo>
                  <a:pt x="549" y="176"/>
                  <a:pt x="582" y="156"/>
                  <a:pt x="616" y="138"/>
                </a:cubicBezTo>
                <a:cubicBezTo>
                  <a:pt x="649" y="120"/>
                  <a:pt x="684" y="104"/>
                  <a:pt x="719" y="89"/>
                </a:cubicBezTo>
                <a:cubicBezTo>
                  <a:pt x="754" y="75"/>
                  <a:pt x="790" y="62"/>
                  <a:pt x="827" y="51"/>
                </a:cubicBezTo>
                <a:cubicBezTo>
                  <a:pt x="863" y="39"/>
                  <a:pt x="900" y="30"/>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0"/>
                  <a:pt x="1468" y="39"/>
                  <a:pt x="1505" y="51"/>
                </a:cubicBezTo>
                <a:cubicBezTo>
                  <a:pt x="1541" y="62"/>
                  <a:pt x="1577" y="75"/>
                  <a:pt x="1612" y="89"/>
                </a:cubicBezTo>
                <a:cubicBezTo>
                  <a:pt x="1647" y="104"/>
                  <a:pt x="1682" y="120"/>
                  <a:pt x="1716" y="138"/>
                </a:cubicBezTo>
                <a:cubicBezTo>
                  <a:pt x="1749" y="156"/>
                  <a:pt x="1782" y="176"/>
                  <a:pt x="1814" y="197"/>
                </a:cubicBezTo>
                <a:cubicBezTo>
                  <a:pt x="1845" y="218"/>
                  <a:pt x="1876" y="241"/>
                  <a:pt x="1906" y="265"/>
                </a:cubicBezTo>
                <a:cubicBezTo>
                  <a:pt x="1935" y="289"/>
                  <a:pt x="1963" y="315"/>
                  <a:pt x="1990" y="342"/>
                </a:cubicBezTo>
                <a:cubicBezTo>
                  <a:pt x="2017" y="369"/>
                  <a:pt x="2043" y="397"/>
                  <a:pt x="2067" y="427"/>
                </a:cubicBezTo>
                <a:cubicBezTo>
                  <a:pt x="2091" y="456"/>
                  <a:pt x="2114" y="487"/>
                  <a:pt x="2135" y="519"/>
                </a:cubicBezTo>
                <a:cubicBezTo>
                  <a:pt x="2156" y="550"/>
                  <a:pt x="2176" y="583"/>
                  <a:pt x="2194" y="617"/>
                </a:cubicBezTo>
                <a:cubicBezTo>
                  <a:pt x="2212" y="651"/>
                  <a:pt x="2228" y="685"/>
                  <a:pt x="2243" y="720"/>
                </a:cubicBezTo>
                <a:cubicBezTo>
                  <a:pt x="2258" y="756"/>
                  <a:pt x="2270" y="792"/>
                  <a:pt x="2282" y="828"/>
                </a:cubicBezTo>
                <a:cubicBezTo>
                  <a:pt x="2293" y="865"/>
                  <a:pt x="2302" y="902"/>
                  <a:pt x="2309" y="939"/>
                </a:cubicBezTo>
                <a:cubicBezTo>
                  <a:pt x="2317" y="977"/>
                  <a:pt x="2322" y="1014"/>
                  <a:pt x="2326" y="1052"/>
                </a:cubicBezTo>
                <a:cubicBezTo>
                  <a:pt x="2330" y="1090"/>
                  <a:pt x="2332" y="1128"/>
                  <a:pt x="2332" y="1167"/>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53" name=""/>
          <p:cNvSpPr/>
          <p:nvPr/>
        </p:nvSpPr>
        <p:spPr>
          <a:xfrm>
            <a:off x="5248440" y="4058280"/>
            <a:ext cx="217080" cy="284760"/>
          </a:xfrm>
          <a:custGeom>
            <a:avLst/>
            <a:gdLst/>
            <a:ahLst/>
            <a:rect l="0" t="0" r="r" b="b"/>
            <a:pathLst>
              <a:path w="603" h="791">
                <a:moveTo>
                  <a:pt x="57" y="0"/>
                </a:moveTo>
                <a:lnTo>
                  <a:pt x="547" y="0"/>
                </a:lnTo>
                <a:cubicBezTo>
                  <a:pt x="554" y="0"/>
                  <a:pt x="561" y="1"/>
                  <a:pt x="568" y="4"/>
                </a:cubicBezTo>
                <a:cubicBezTo>
                  <a:pt x="575" y="7"/>
                  <a:pt x="581" y="11"/>
                  <a:pt x="586" y="16"/>
                </a:cubicBezTo>
                <a:cubicBezTo>
                  <a:pt x="592" y="22"/>
                  <a:pt x="596" y="28"/>
                  <a:pt x="599" y="35"/>
                </a:cubicBezTo>
                <a:cubicBezTo>
                  <a:pt x="602" y="42"/>
                  <a:pt x="603" y="49"/>
                  <a:pt x="603" y="56"/>
                </a:cubicBezTo>
                <a:lnTo>
                  <a:pt x="603" y="734"/>
                </a:lnTo>
                <a:cubicBezTo>
                  <a:pt x="603" y="742"/>
                  <a:pt x="602" y="749"/>
                  <a:pt x="599" y="756"/>
                </a:cubicBezTo>
                <a:cubicBezTo>
                  <a:pt x="596" y="763"/>
                  <a:pt x="592" y="769"/>
                  <a:pt x="586" y="774"/>
                </a:cubicBezTo>
                <a:cubicBezTo>
                  <a:pt x="581" y="780"/>
                  <a:pt x="575" y="784"/>
                  <a:pt x="568" y="787"/>
                </a:cubicBezTo>
                <a:cubicBezTo>
                  <a:pt x="561" y="789"/>
                  <a:pt x="554" y="791"/>
                  <a:pt x="547" y="791"/>
                </a:cubicBezTo>
                <a:lnTo>
                  <a:pt x="57" y="791"/>
                </a:lnTo>
                <a:cubicBezTo>
                  <a:pt x="49" y="791"/>
                  <a:pt x="42" y="789"/>
                  <a:pt x="35" y="787"/>
                </a:cubicBezTo>
                <a:cubicBezTo>
                  <a:pt x="28" y="784"/>
                  <a:pt x="22" y="780"/>
                  <a:pt x="17" y="774"/>
                </a:cubicBezTo>
                <a:cubicBezTo>
                  <a:pt x="12" y="769"/>
                  <a:pt x="8" y="763"/>
                  <a:pt x="5" y="756"/>
                </a:cubicBezTo>
                <a:cubicBezTo>
                  <a:pt x="2" y="749"/>
                  <a:pt x="0" y="742"/>
                  <a:pt x="0" y="734"/>
                </a:cubicBezTo>
                <a:lnTo>
                  <a:pt x="0" y="56"/>
                </a:lnTo>
                <a:cubicBezTo>
                  <a:pt x="0" y="49"/>
                  <a:pt x="2" y="42"/>
                  <a:pt x="5" y="35"/>
                </a:cubicBezTo>
                <a:cubicBezTo>
                  <a:pt x="8" y="28"/>
                  <a:pt x="12" y="22"/>
                  <a:pt x="17" y="16"/>
                </a:cubicBezTo>
                <a:cubicBezTo>
                  <a:pt x="22" y="11"/>
                  <a:pt x="28" y="7"/>
                  <a:pt x="35" y="4"/>
                </a:cubicBezTo>
                <a:cubicBezTo>
                  <a:pt x="42" y="1"/>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4" name=""/>
          <p:cNvSpPr/>
          <p:nvPr/>
        </p:nvSpPr>
        <p:spPr>
          <a:xfrm>
            <a:off x="5295960" y="41328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5" name=""/>
          <p:cNvSpPr/>
          <p:nvPr/>
        </p:nvSpPr>
        <p:spPr>
          <a:xfrm>
            <a:off x="5295960" y="41868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6" name=""/>
          <p:cNvSpPr/>
          <p:nvPr/>
        </p:nvSpPr>
        <p:spPr>
          <a:xfrm>
            <a:off x="5295960" y="424116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7" name=""/>
          <p:cNvSpPr/>
          <p:nvPr/>
        </p:nvSpPr>
        <p:spPr>
          <a:xfrm flipV="1">
            <a:off x="5383800" y="422064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5358" name=""/>
          <p:cNvSpPr/>
          <p:nvPr/>
        </p:nvSpPr>
        <p:spPr>
          <a:xfrm>
            <a:off x="5465160" y="4159800"/>
            <a:ext cx="61200" cy="61200"/>
          </a:xfrm>
          <a:custGeom>
            <a:avLst/>
            <a:gdLst/>
            <a:ahLst/>
            <a:rect l="0" t="0" r="r" b="b"/>
            <a:pathLst>
              <a:path w="170" h="170">
                <a:moveTo>
                  <a:pt x="75" y="170"/>
                </a:moveTo>
                <a:lnTo>
                  <a:pt x="170" y="76"/>
                </a:lnTo>
                <a:lnTo>
                  <a:pt x="94" y="0"/>
                </a:lnTo>
                <a:lnTo>
                  <a:pt x="0" y="95"/>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9" name=""/>
          <p:cNvSpPr/>
          <p:nvPr/>
        </p:nvSpPr>
        <p:spPr>
          <a:xfrm>
            <a:off x="5546520" y="3800880"/>
            <a:ext cx="216720" cy="217080"/>
          </a:xfrm>
          <a:custGeom>
            <a:avLst/>
            <a:gdLst/>
            <a:ahLst/>
            <a:rect l="0" t="0" r="r" b="b"/>
            <a:pathLst>
              <a:path w="602" h="603">
                <a:moveTo>
                  <a:pt x="602" y="301"/>
                </a:moveTo>
                <a:cubicBezTo>
                  <a:pt x="602" y="321"/>
                  <a:pt x="600" y="340"/>
                  <a:pt x="596" y="360"/>
                </a:cubicBezTo>
                <a:cubicBezTo>
                  <a:pt x="592" y="379"/>
                  <a:pt x="587" y="398"/>
                  <a:pt x="579" y="416"/>
                </a:cubicBezTo>
                <a:cubicBezTo>
                  <a:pt x="572" y="434"/>
                  <a:pt x="562" y="452"/>
                  <a:pt x="551" y="468"/>
                </a:cubicBezTo>
                <a:cubicBezTo>
                  <a:pt x="540" y="485"/>
                  <a:pt x="528" y="500"/>
                  <a:pt x="513" y="514"/>
                </a:cubicBezTo>
                <a:cubicBezTo>
                  <a:pt x="499" y="528"/>
                  <a:pt x="484" y="540"/>
                  <a:pt x="467" y="551"/>
                </a:cubicBezTo>
                <a:cubicBezTo>
                  <a:pt x="451" y="563"/>
                  <a:pt x="434" y="572"/>
                  <a:pt x="415" y="580"/>
                </a:cubicBezTo>
                <a:cubicBezTo>
                  <a:pt x="397" y="588"/>
                  <a:pt x="378" y="593"/>
                  <a:pt x="359" y="597"/>
                </a:cubicBezTo>
                <a:cubicBezTo>
                  <a:pt x="340" y="601"/>
                  <a:pt x="320" y="603"/>
                  <a:pt x="300" y="603"/>
                </a:cubicBezTo>
                <a:cubicBezTo>
                  <a:pt x="281" y="603"/>
                  <a:pt x="261" y="601"/>
                  <a:pt x="242" y="597"/>
                </a:cubicBezTo>
                <a:cubicBezTo>
                  <a:pt x="222" y="593"/>
                  <a:pt x="203" y="588"/>
                  <a:pt x="185" y="580"/>
                </a:cubicBezTo>
                <a:cubicBezTo>
                  <a:pt x="167" y="572"/>
                  <a:pt x="150" y="563"/>
                  <a:pt x="133" y="551"/>
                </a:cubicBezTo>
                <a:cubicBezTo>
                  <a:pt x="117" y="540"/>
                  <a:pt x="102" y="528"/>
                  <a:pt x="88" y="514"/>
                </a:cubicBezTo>
                <a:cubicBezTo>
                  <a:pt x="74" y="500"/>
                  <a:pt x="61" y="485"/>
                  <a:pt x="50" y="468"/>
                </a:cubicBezTo>
                <a:cubicBezTo>
                  <a:pt x="39" y="452"/>
                  <a:pt x="30" y="434"/>
                  <a:pt x="22" y="416"/>
                </a:cubicBezTo>
                <a:cubicBezTo>
                  <a:pt x="15" y="398"/>
                  <a:pt x="9" y="379"/>
                  <a:pt x="5" y="360"/>
                </a:cubicBezTo>
                <a:cubicBezTo>
                  <a:pt x="1" y="340"/>
                  <a:pt x="0" y="321"/>
                  <a:pt x="0" y="301"/>
                </a:cubicBezTo>
                <a:cubicBezTo>
                  <a:pt x="0" y="281"/>
                  <a:pt x="1" y="262"/>
                  <a:pt x="5" y="242"/>
                </a:cubicBezTo>
                <a:cubicBezTo>
                  <a:pt x="9" y="223"/>
                  <a:pt x="15" y="204"/>
                  <a:pt x="22" y="186"/>
                </a:cubicBezTo>
                <a:cubicBezTo>
                  <a:pt x="30" y="168"/>
                  <a:pt x="39" y="150"/>
                  <a:pt x="50" y="134"/>
                </a:cubicBezTo>
                <a:cubicBezTo>
                  <a:pt x="61" y="117"/>
                  <a:pt x="74" y="102"/>
                  <a:pt x="88" y="88"/>
                </a:cubicBezTo>
                <a:cubicBezTo>
                  <a:pt x="102" y="74"/>
                  <a:pt x="117" y="62"/>
                  <a:pt x="133" y="51"/>
                </a:cubicBezTo>
                <a:cubicBezTo>
                  <a:pt x="150" y="40"/>
                  <a:pt x="167" y="30"/>
                  <a:pt x="185" y="23"/>
                </a:cubicBezTo>
                <a:cubicBezTo>
                  <a:pt x="203" y="15"/>
                  <a:pt x="222" y="10"/>
                  <a:pt x="242" y="6"/>
                </a:cubicBezTo>
                <a:cubicBezTo>
                  <a:pt x="261" y="2"/>
                  <a:pt x="281" y="0"/>
                  <a:pt x="300" y="0"/>
                </a:cubicBezTo>
                <a:cubicBezTo>
                  <a:pt x="320" y="0"/>
                  <a:pt x="340" y="2"/>
                  <a:pt x="359" y="6"/>
                </a:cubicBezTo>
                <a:cubicBezTo>
                  <a:pt x="378" y="10"/>
                  <a:pt x="397" y="15"/>
                  <a:pt x="415" y="23"/>
                </a:cubicBezTo>
                <a:cubicBezTo>
                  <a:pt x="434" y="30"/>
                  <a:pt x="451" y="40"/>
                  <a:pt x="467" y="51"/>
                </a:cubicBezTo>
                <a:cubicBezTo>
                  <a:pt x="484" y="62"/>
                  <a:pt x="499" y="74"/>
                  <a:pt x="513" y="88"/>
                </a:cubicBezTo>
                <a:cubicBezTo>
                  <a:pt x="528" y="102"/>
                  <a:pt x="540" y="117"/>
                  <a:pt x="551" y="134"/>
                </a:cubicBezTo>
                <a:cubicBezTo>
                  <a:pt x="562" y="150"/>
                  <a:pt x="572" y="168"/>
                  <a:pt x="579" y="186"/>
                </a:cubicBezTo>
                <a:cubicBezTo>
                  <a:pt x="587" y="204"/>
                  <a:pt x="592" y="223"/>
                  <a:pt x="596" y="242"/>
                </a:cubicBezTo>
                <a:cubicBezTo>
                  <a:pt x="600" y="262"/>
                  <a:pt x="602" y="281"/>
                  <a:pt x="602" y="301"/>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0" name=""/>
          <p:cNvSpPr txBox="1"/>
          <p:nvPr/>
        </p:nvSpPr>
        <p:spPr>
          <a:xfrm>
            <a:off x="4057200" y="226944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5361" name=""/>
          <p:cNvSpPr txBox="1"/>
          <p:nvPr/>
        </p:nvSpPr>
        <p:spPr>
          <a:xfrm>
            <a:off x="5613840" y="38268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5362" name=""/>
          <p:cNvSpPr txBox="1"/>
          <p:nvPr/>
        </p:nvSpPr>
        <p:spPr>
          <a:xfrm>
            <a:off x="4738320" y="465048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5363" name=""/>
          <p:cNvSpPr/>
          <p:nvPr/>
        </p:nvSpPr>
        <p:spPr>
          <a:xfrm>
            <a:off x="3380760" y="5344920"/>
            <a:ext cx="839520" cy="840240"/>
          </a:xfrm>
          <a:custGeom>
            <a:avLst/>
            <a:gdLst/>
            <a:ahLst/>
            <a:rect l="0" t="0" r="r" b="b"/>
            <a:pathLst>
              <a:path w="2332" h="2334">
                <a:moveTo>
                  <a:pt x="2332" y="1167"/>
                </a:moveTo>
                <a:cubicBezTo>
                  <a:pt x="2332" y="1205"/>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3"/>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5"/>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7"/>
                </a:cubicBezTo>
                <a:cubicBezTo>
                  <a:pt x="155" y="584"/>
                  <a:pt x="175" y="551"/>
                  <a:pt x="196" y="519"/>
                </a:cubicBezTo>
                <a:cubicBezTo>
                  <a:pt x="217" y="488"/>
                  <a:pt x="240" y="457"/>
                  <a:pt x="264" y="427"/>
                </a:cubicBezTo>
                <a:cubicBezTo>
                  <a:pt x="289" y="398"/>
                  <a:pt x="314" y="370"/>
                  <a:pt x="341" y="343"/>
                </a:cubicBezTo>
                <a:cubicBezTo>
                  <a:pt x="368" y="316"/>
                  <a:pt x="396" y="289"/>
                  <a:pt x="426" y="265"/>
                </a:cubicBezTo>
                <a:cubicBezTo>
                  <a:pt x="455" y="240"/>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0"/>
                  <a:pt x="1906" y="265"/>
                </a:cubicBezTo>
                <a:cubicBezTo>
                  <a:pt x="1935" y="289"/>
                  <a:pt x="1964" y="316"/>
                  <a:pt x="1991" y="343"/>
                </a:cubicBezTo>
                <a:cubicBezTo>
                  <a:pt x="2018" y="370"/>
                  <a:pt x="2043" y="398"/>
                  <a:pt x="2067" y="427"/>
                </a:cubicBezTo>
                <a:cubicBezTo>
                  <a:pt x="2092" y="457"/>
                  <a:pt x="2114" y="488"/>
                  <a:pt x="2135"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64" name=""/>
          <p:cNvSpPr/>
          <p:nvPr/>
        </p:nvSpPr>
        <p:spPr>
          <a:xfrm>
            <a:off x="3380760" y="5344920"/>
            <a:ext cx="839520" cy="840240"/>
          </a:xfrm>
          <a:custGeom>
            <a:avLst/>
            <a:gdLst/>
            <a:ahLst/>
            <a:rect l="0" t="0" r="r" b="b"/>
            <a:pathLst>
              <a:path w="2332" h="2334">
                <a:moveTo>
                  <a:pt x="2332" y="1167"/>
                </a:moveTo>
                <a:cubicBezTo>
                  <a:pt x="2332" y="1205"/>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3"/>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5"/>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7"/>
                </a:cubicBezTo>
                <a:cubicBezTo>
                  <a:pt x="155" y="584"/>
                  <a:pt x="175" y="551"/>
                  <a:pt x="196" y="519"/>
                </a:cubicBezTo>
                <a:cubicBezTo>
                  <a:pt x="217" y="488"/>
                  <a:pt x="240" y="457"/>
                  <a:pt x="264" y="427"/>
                </a:cubicBezTo>
                <a:cubicBezTo>
                  <a:pt x="289" y="398"/>
                  <a:pt x="314" y="370"/>
                  <a:pt x="341" y="343"/>
                </a:cubicBezTo>
                <a:cubicBezTo>
                  <a:pt x="368" y="316"/>
                  <a:pt x="396" y="289"/>
                  <a:pt x="426" y="265"/>
                </a:cubicBezTo>
                <a:cubicBezTo>
                  <a:pt x="455" y="240"/>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0"/>
                  <a:pt x="1906" y="265"/>
                </a:cubicBezTo>
                <a:cubicBezTo>
                  <a:pt x="1935" y="289"/>
                  <a:pt x="1964" y="316"/>
                  <a:pt x="1991" y="343"/>
                </a:cubicBezTo>
                <a:cubicBezTo>
                  <a:pt x="2018" y="370"/>
                  <a:pt x="2043" y="398"/>
                  <a:pt x="2067" y="427"/>
                </a:cubicBezTo>
                <a:cubicBezTo>
                  <a:pt x="2092" y="457"/>
                  <a:pt x="2114" y="488"/>
                  <a:pt x="2135"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65" name=""/>
          <p:cNvSpPr/>
          <p:nvPr/>
        </p:nvSpPr>
        <p:spPr>
          <a:xfrm>
            <a:off x="3622320" y="5636880"/>
            <a:ext cx="396000" cy="202680"/>
          </a:xfrm>
          <a:custGeom>
            <a:avLst/>
            <a:gdLst/>
            <a:ahLst/>
            <a:rect l="0" t="0" r="r" b="b"/>
            <a:pathLst>
              <a:path w="1100" h="563">
                <a:moveTo>
                  <a:pt x="24" y="488"/>
                </a:moveTo>
                <a:cubicBezTo>
                  <a:pt x="-38" y="337"/>
                  <a:pt x="18" y="249"/>
                  <a:pt x="194" y="224"/>
                </a:cubicBezTo>
                <a:cubicBezTo>
                  <a:pt x="231" y="86"/>
                  <a:pt x="344" y="29"/>
                  <a:pt x="533" y="54"/>
                </a:cubicBezTo>
                <a:cubicBezTo>
                  <a:pt x="671" y="-34"/>
                  <a:pt x="790" y="-15"/>
                  <a:pt x="890" y="111"/>
                </a:cubicBezTo>
                <a:cubicBezTo>
                  <a:pt x="1028" y="111"/>
                  <a:pt x="1084" y="192"/>
                  <a:pt x="1059" y="356"/>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6" name=""/>
          <p:cNvSpPr/>
          <p:nvPr/>
        </p:nvSpPr>
        <p:spPr>
          <a:xfrm>
            <a:off x="3766320" y="5737680"/>
            <a:ext cx="68040" cy="88560"/>
          </a:xfrm>
          <a:custGeom>
            <a:avLst/>
            <a:gdLst/>
            <a:ahLst/>
            <a:rect l="0" t="0" r="r" b="b"/>
            <a:pathLst>
              <a:path fill="none" w="189" h="246">
                <a:moveTo>
                  <a:pt x="94" y="0"/>
                </a:moveTo>
                <a:lnTo>
                  <a:pt x="94" y="246"/>
                </a:lnTo>
                <a:moveTo>
                  <a:pt x="0" y="114"/>
                </a:moveTo>
                <a:lnTo>
                  <a:pt x="94" y="0"/>
                </a:lnTo>
                <a:lnTo>
                  <a:pt x="189" y="114"/>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5367" name=""/>
          <p:cNvSpPr/>
          <p:nvPr/>
        </p:nvSpPr>
        <p:spPr>
          <a:xfrm>
            <a:off x="3989880" y="5954400"/>
            <a:ext cx="216720" cy="217080"/>
          </a:xfrm>
          <a:custGeom>
            <a:avLst/>
            <a:gdLst/>
            <a:ahLst/>
            <a:rect l="0" t="0" r="r" b="b"/>
            <a:pathLst>
              <a:path w="602" h="603">
                <a:moveTo>
                  <a:pt x="602" y="301"/>
                </a:moveTo>
                <a:cubicBezTo>
                  <a:pt x="602" y="321"/>
                  <a:pt x="600" y="340"/>
                  <a:pt x="597" y="360"/>
                </a:cubicBezTo>
                <a:cubicBezTo>
                  <a:pt x="593" y="379"/>
                  <a:pt x="587" y="398"/>
                  <a:pt x="579" y="416"/>
                </a:cubicBezTo>
                <a:cubicBezTo>
                  <a:pt x="572" y="434"/>
                  <a:pt x="563" y="452"/>
                  <a:pt x="552" y="468"/>
                </a:cubicBezTo>
                <a:cubicBezTo>
                  <a:pt x="541" y="485"/>
                  <a:pt x="528" y="500"/>
                  <a:pt x="514" y="514"/>
                </a:cubicBezTo>
                <a:cubicBezTo>
                  <a:pt x="500" y="528"/>
                  <a:pt x="485" y="540"/>
                  <a:pt x="469" y="551"/>
                </a:cubicBezTo>
                <a:cubicBezTo>
                  <a:pt x="452" y="562"/>
                  <a:pt x="435" y="571"/>
                  <a:pt x="417" y="579"/>
                </a:cubicBezTo>
                <a:cubicBezTo>
                  <a:pt x="398" y="587"/>
                  <a:pt x="380" y="593"/>
                  <a:pt x="360" y="597"/>
                </a:cubicBezTo>
                <a:cubicBezTo>
                  <a:pt x="341" y="601"/>
                  <a:pt x="321" y="603"/>
                  <a:pt x="302" y="603"/>
                </a:cubicBezTo>
                <a:cubicBezTo>
                  <a:pt x="282" y="603"/>
                  <a:pt x="262" y="601"/>
                  <a:pt x="243" y="597"/>
                </a:cubicBezTo>
                <a:cubicBezTo>
                  <a:pt x="223" y="593"/>
                  <a:pt x="205" y="587"/>
                  <a:pt x="186" y="579"/>
                </a:cubicBezTo>
                <a:cubicBezTo>
                  <a:pt x="168" y="571"/>
                  <a:pt x="151" y="562"/>
                  <a:pt x="134" y="551"/>
                </a:cubicBezTo>
                <a:cubicBezTo>
                  <a:pt x="118" y="540"/>
                  <a:pt x="103" y="528"/>
                  <a:pt x="89" y="514"/>
                </a:cubicBezTo>
                <a:cubicBezTo>
                  <a:pt x="75" y="500"/>
                  <a:pt x="62" y="485"/>
                  <a:pt x="51" y="468"/>
                </a:cubicBezTo>
                <a:cubicBezTo>
                  <a:pt x="40" y="452"/>
                  <a:pt x="30" y="434"/>
                  <a:pt x="23" y="416"/>
                </a:cubicBezTo>
                <a:cubicBezTo>
                  <a:pt x="15" y="398"/>
                  <a:pt x="9" y="379"/>
                  <a:pt x="6" y="360"/>
                </a:cubicBezTo>
                <a:cubicBezTo>
                  <a:pt x="2" y="340"/>
                  <a:pt x="0" y="321"/>
                  <a:pt x="0" y="301"/>
                </a:cubicBezTo>
                <a:cubicBezTo>
                  <a:pt x="0" y="281"/>
                  <a:pt x="2" y="262"/>
                  <a:pt x="6" y="242"/>
                </a:cubicBezTo>
                <a:cubicBezTo>
                  <a:pt x="9" y="223"/>
                  <a:pt x="15" y="204"/>
                  <a:pt x="23" y="186"/>
                </a:cubicBezTo>
                <a:cubicBezTo>
                  <a:pt x="30" y="167"/>
                  <a:pt x="40" y="150"/>
                  <a:pt x="51" y="134"/>
                </a:cubicBezTo>
                <a:cubicBezTo>
                  <a:pt x="62" y="117"/>
                  <a:pt x="75" y="102"/>
                  <a:pt x="89" y="88"/>
                </a:cubicBezTo>
                <a:cubicBezTo>
                  <a:pt x="103" y="74"/>
                  <a:pt x="118" y="62"/>
                  <a:pt x="134" y="51"/>
                </a:cubicBezTo>
                <a:cubicBezTo>
                  <a:pt x="151" y="40"/>
                  <a:pt x="168" y="30"/>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0"/>
                  <a:pt x="452" y="40"/>
                  <a:pt x="469" y="51"/>
                </a:cubicBezTo>
                <a:cubicBezTo>
                  <a:pt x="485" y="62"/>
                  <a:pt x="500" y="74"/>
                  <a:pt x="514" y="88"/>
                </a:cubicBezTo>
                <a:cubicBezTo>
                  <a:pt x="528" y="102"/>
                  <a:pt x="541" y="117"/>
                  <a:pt x="552" y="134"/>
                </a:cubicBezTo>
                <a:cubicBezTo>
                  <a:pt x="563" y="150"/>
                  <a:pt x="572" y="167"/>
                  <a:pt x="579" y="186"/>
                </a:cubicBezTo>
                <a:cubicBezTo>
                  <a:pt x="587" y="204"/>
                  <a:pt x="593" y="223"/>
                  <a:pt x="597" y="242"/>
                </a:cubicBezTo>
                <a:cubicBezTo>
                  <a:pt x="600" y="262"/>
                  <a:pt x="602" y="281"/>
                  <a:pt x="602" y="301"/>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8" name=""/>
          <p:cNvSpPr txBox="1"/>
          <p:nvPr/>
        </p:nvSpPr>
        <p:spPr>
          <a:xfrm>
            <a:off x="4724640" y="486972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5369" name=""/>
          <p:cNvSpPr/>
          <p:nvPr/>
        </p:nvSpPr>
        <p:spPr>
          <a:xfrm>
            <a:off x="3373920" y="5934240"/>
            <a:ext cx="257400" cy="257400"/>
          </a:xfrm>
          <a:custGeom>
            <a:avLst/>
            <a:gdLst/>
            <a:ahLst/>
            <a:rect l="0" t="0" r="r" b="b"/>
            <a:pathLst>
              <a:path w="715" h="715">
                <a:moveTo>
                  <a:pt x="715" y="358"/>
                </a:moveTo>
                <a:cubicBezTo>
                  <a:pt x="715" y="381"/>
                  <a:pt x="713" y="405"/>
                  <a:pt x="709" y="428"/>
                </a:cubicBezTo>
                <a:cubicBezTo>
                  <a:pt x="704" y="451"/>
                  <a:pt x="697" y="473"/>
                  <a:pt x="688" y="495"/>
                </a:cubicBezTo>
                <a:cubicBezTo>
                  <a:pt x="679" y="516"/>
                  <a:pt x="668" y="537"/>
                  <a:pt x="655" y="557"/>
                </a:cubicBezTo>
                <a:cubicBezTo>
                  <a:pt x="642" y="576"/>
                  <a:pt x="627" y="594"/>
                  <a:pt x="611" y="611"/>
                </a:cubicBezTo>
                <a:cubicBezTo>
                  <a:pt x="594" y="627"/>
                  <a:pt x="576" y="642"/>
                  <a:pt x="557" y="655"/>
                </a:cubicBezTo>
                <a:cubicBezTo>
                  <a:pt x="537" y="668"/>
                  <a:pt x="517" y="679"/>
                  <a:pt x="495" y="688"/>
                </a:cubicBezTo>
                <a:cubicBezTo>
                  <a:pt x="473" y="697"/>
                  <a:pt x="451" y="704"/>
                  <a:pt x="428" y="708"/>
                </a:cubicBezTo>
                <a:cubicBezTo>
                  <a:pt x="405" y="713"/>
                  <a:pt x="382" y="715"/>
                  <a:pt x="358" y="715"/>
                </a:cubicBezTo>
                <a:cubicBezTo>
                  <a:pt x="335" y="715"/>
                  <a:pt x="312" y="713"/>
                  <a:pt x="289" y="708"/>
                </a:cubicBezTo>
                <a:cubicBezTo>
                  <a:pt x="265" y="704"/>
                  <a:pt x="242" y="697"/>
                  <a:pt x="221" y="688"/>
                </a:cubicBezTo>
                <a:cubicBezTo>
                  <a:pt x="199" y="679"/>
                  <a:pt x="178" y="668"/>
                  <a:pt x="159" y="655"/>
                </a:cubicBezTo>
                <a:cubicBezTo>
                  <a:pt x="139" y="642"/>
                  <a:pt x="121" y="627"/>
                  <a:pt x="105" y="611"/>
                </a:cubicBezTo>
                <a:cubicBezTo>
                  <a:pt x="88" y="594"/>
                  <a:pt x="73" y="576"/>
                  <a:pt x="60" y="557"/>
                </a:cubicBezTo>
                <a:cubicBezTo>
                  <a:pt x="47" y="537"/>
                  <a:pt x="36" y="516"/>
                  <a:pt x="27" y="495"/>
                </a:cubicBezTo>
                <a:cubicBezTo>
                  <a:pt x="18" y="473"/>
                  <a:pt x="11" y="451"/>
                  <a:pt x="7" y="428"/>
                </a:cubicBezTo>
                <a:cubicBezTo>
                  <a:pt x="2" y="405"/>
                  <a:pt x="0" y="381"/>
                  <a:pt x="0" y="358"/>
                </a:cubicBezTo>
                <a:cubicBezTo>
                  <a:pt x="0" y="334"/>
                  <a:pt x="2" y="311"/>
                  <a:pt x="7" y="287"/>
                </a:cubicBezTo>
                <a:cubicBezTo>
                  <a:pt x="11" y="264"/>
                  <a:pt x="18" y="242"/>
                  <a:pt x="27" y="220"/>
                </a:cubicBezTo>
                <a:cubicBezTo>
                  <a:pt x="36" y="198"/>
                  <a:pt x="47" y="178"/>
                  <a:pt x="60" y="158"/>
                </a:cubicBezTo>
                <a:cubicBezTo>
                  <a:pt x="73" y="139"/>
                  <a:pt x="88" y="121"/>
                  <a:pt x="105" y="104"/>
                </a:cubicBezTo>
                <a:cubicBezTo>
                  <a:pt x="121" y="88"/>
                  <a:pt x="139" y="73"/>
                  <a:pt x="159" y="60"/>
                </a:cubicBezTo>
                <a:cubicBezTo>
                  <a:pt x="178" y="47"/>
                  <a:pt x="199" y="36"/>
                  <a:pt x="221" y="27"/>
                </a:cubicBezTo>
                <a:cubicBezTo>
                  <a:pt x="242" y="18"/>
                  <a:pt x="265" y="11"/>
                  <a:pt x="289" y="6"/>
                </a:cubicBezTo>
                <a:cubicBezTo>
                  <a:pt x="312" y="2"/>
                  <a:pt x="335" y="0"/>
                  <a:pt x="358" y="0"/>
                </a:cubicBezTo>
                <a:cubicBezTo>
                  <a:pt x="382" y="0"/>
                  <a:pt x="405" y="2"/>
                  <a:pt x="428" y="6"/>
                </a:cubicBezTo>
                <a:cubicBezTo>
                  <a:pt x="451" y="11"/>
                  <a:pt x="473" y="18"/>
                  <a:pt x="495" y="27"/>
                </a:cubicBezTo>
                <a:cubicBezTo>
                  <a:pt x="517" y="36"/>
                  <a:pt x="537" y="47"/>
                  <a:pt x="557" y="60"/>
                </a:cubicBezTo>
                <a:cubicBezTo>
                  <a:pt x="576" y="73"/>
                  <a:pt x="594" y="88"/>
                  <a:pt x="611" y="104"/>
                </a:cubicBezTo>
                <a:cubicBezTo>
                  <a:pt x="627" y="121"/>
                  <a:pt x="642" y="139"/>
                  <a:pt x="655" y="158"/>
                </a:cubicBezTo>
                <a:cubicBezTo>
                  <a:pt x="668" y="178"/>
                  <a:pt x="679" y="198"/>
                  <a:pt x="688" y="220"/>
                </a:cubicBezTo>
                <a:cubicBezTo>
                  <a:pt x="697" y="242"/>
                  <a:pt x="704" y="264"/>
                  <a:pt x="709" y="287"/>
                </a:cubicBezTo>
                <a:cubicBezTo>
                  <a:pt x="713" y="311"/>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0" name=""/>
          <p:cNvSpPr/>
          <p:nvPr/>
        </p:nvSpPr>
        <p:spPr>
          <a:xfrm>
            <a:off x="3453120" y="5972760"/>
            <a:ext cx="58680" cy="58680"/>
          </a:xfrm>
          <a:custGeom>
            <a:avLst/>
            <a:gdLst/>
            <a:ahLst/>
            <a:rect l="0" t="0" r="r" b="b"/>
            <a:pathLst>
              <a:path w="163" h="163">
                <a:moveTo>
                  <a:pt x="163" y="82"/>
                </a:moveTo>
                <a:cubicBezTo>
                  <a:pt x="163" y="92"/>
                  <a:pt x="161" y="103"/>
                  <a:pt x="156" y="113"/>
                </a:cubicBezTo>
                <a:cubicBezTo>
                  <a:pt x="152" y="123"/>
                  <a:pt x="146" y="131"/>
                  <a:pt x="138" y="139"/>
                </a:cubicBezTo>
                <a:cubicBezTo>
                  <a:pt x="130" y="146"/>
                  <a:pt x="122" y="152"/>
                  <a:pt x="112" y="156"/>
                </a:cubicBezTo>
                <a:cubicBezTo>
                  <a:pt x="102" y="160"/>
                  <a:pt x="92" y="163"/>
                  <a:pt x="81" y="163"/>
                </a:cubicBezTo>
                <a:cubicBezTo>
                  <a:pt x="70" y="163"/>
                  <a:pt x="60" y="160"/>
                  <a:pt x="50" y="156"/>
                </a:cubicBezTo>
                <a:cubicBezTo>
                  <a:pt x="40" y="152"/>
                  <a:pt x="31" y="146"/>
                  <a:pt x="24" y="139"/>
                </a:cubicBezTo>
                <a:cubicBezTo>
                  <a:pt x="16" y="131"/>
                  <a:pt x="10" y="123"/>
                  <a:pt x="6" y="113"/>
                </a:cubicBezTo>
                <a:cubicBezTo>
                  <a:pt x="2" y="103"/>
                  <a:pt x="0" y="92"/>
                  <a:pt x="0" y="82"/>
                </a:cubicBezTo>
                <a:cubicBezTo>
                  <a:pt x="0" y="70"/>
                  <a:pt x="2" y="60"/>
                  <a:pt x="6" y="50"/>
                </a:cubicBezTo>
                <a:cubicBezTo>
                  <a:pt x="10" y="40"/>
                  <a:pt x="16" y="31"/>
                  <a:pt x="24" y="23"/>
                </a:cubicBezTo>
                <a:cubicBezTo>
                  <a:pt x="31" y="16"/>
                  <a:pt x="40" y="10"/>
                  <a:pt x="50" y="6"/>
                </a:cubicBezTo>
                <a:cubicBezTo>
                  <a:pt x="60" y="2"/>
                  <a:pt x="70" y="0"/>
                  <a:pt x="81" y="0"/>
                </a:cubicBezTo>
                <a:cubicBezTo>
                  <a:pt x="92" y="0"/>
                  <a:pt x="102" y="2"/>
                  <a:pt x="112" y="6"/>
                </a:cubicBezTo>
                <a:cubicBezTo>
                  <a:pt x="122" y="10"/>
                  <a:pt x="130" y="16"/>
                  <a:pt x="138" y="23"/>
                </a:cubicBezTo>
                <a:cubicBezTo>
                  <a:pt x="146" y="31"/>
                  <a:pt x="152" y="40"/>
                  <a:pt x="156" y="50"/>
                </a:cubicBezTo>
                <a:cubicBezTo>
                  <a:pt x="161" y="60"/>
                  <a:pt x="163" y="70"/>
                  <a:pt x="163" y="8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1" name=""/>
          <p:cNvSpPr/>
          <p:nvPr/>
        </p:nvSpPr>
        <p:spPr>
          <a:xfrm>
            <a:off x="3434760" y="6042600"/>
            <a:ext cx="95040" cy="101880"/>
          </a:xfrm>
          <a:custGeom>
            <a:avLst/>
            <a:gdLst/>
            <a:ahLst/>
            <a:rect l="0" t="0" r="r" b="b"/>
            <a:pathLst>
              <a:path w="264" h="283">
                <a:moveTo>
                  <a:pt x="0" y="283"/>
                </a:moveTo>
                <a:cubicBezTo>
                  <a:pt x="0" y="94"/>
                  <a:pt x="44" y="0"/>
                  <a:pt x="133" y="0"/>
                </a:cubicBezTo>
                <a:cubicBezTo>
                  <a:pt x="221" y="0"/>
                  <a:pt x="264" y="94"/>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2" name=""/>
          <p:cNvSpPr/>
          <p:nvPr/>
        </p:nvSpPr>
        <p:spPr>
          <a:xfrm>
            <a:off x="3509280" y="6008400"/>
            <a:ext cx="44280" cy="74880"/>
          </a:xfrm>
          <a:custGeom>
            <a:avLst/>
            <a:gdLst/>
            <a:ahLst/>
            <a:rect l="0" t="0" r="r" b="b"/>
            <a:pathLst>
              <a:path w="123" h="208">
                <a:moveTo>
                  <a:pt x="24" y="0"/>
                </a:moveTo>
                <a:lnTo>
                  <a:pt x="99" y="0"/>
                </a:lnTo>
                <a:cubicBezTo>
                  <a:pt x="106" y="0"/>
                  <a:pt x="111" y="3"/>
                  <a:pt x="116" y="8"/>
                </a:cubicBezTo>
                <a:cubicBezTo>
                  <a:pt x="121" y="12"/>
                  <a:pt x="123" y="18"/>
                  <a:pt x="123" y="25"/>
                </a:cubicBezTo>
                <a:lnTo>
                  <a:pt x="123" y="184"/>
                </a:lnTo>
                <a:cubicBezTo>
                  <a:pt x="123" y="191"/>
                  <a:pt x="121" y="196"/>
                  <a:pt x="116" y="201"/>
                </a:cubicBezTo>
                <a:cubicBezTo>
                  <a:pt x="111" y="206"/>
                  <a:pt x="106" y="208"/>
                  <a:pt x="99" y="208"/>
                </a:cubicBezTo>
                <a:lnTo>
                  <a:pt x="24" y="208"/>
                </a:lnTo>
                <a:cubicBezTo>
                  <a:pt x="18" y="208"/>
                  <a:pt x="12" y="206"/>
                  <a:pt x="7" y="201"/>
                </a:cubicBezTo>
                <a:cubicBezTo>
                  <a:pt x="2" y="196"/>
                  <a:pt x="0" y="191"/>
                  <a:pt x="0" y="184"/>
                </a:cubicBezTo>
                <a:lnTo>
                  <a:pt x="0" y="25"/>
                </a:lnTo>
                <a:cubicBezTo>
                  <a:pt x="0" y="18"/>
                  <a:pt x="2" y="12"/>
                  <a:pt x="7" y="8"/>
                </a:cubicBezTo>
                <a:cubicBezTo>
                  <a:pt x="12" y="3"/>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3" name=""/>
          <p:cNvSpPr/>
          <p:nvPr/>
        </p:nvSpPr>
        <p:spPr>
          <a:xfrm>
            <a:off x="3517920" y="6019920"/>
            <a:ext cx="27000" cy="47880"/>
          </a:xfrm>
          <a:custGeom>
            <a:avLst/>
            <a:gdLst/>
            <a:ahLst/>
            <a:rect l="0" t="0" r="r" b="b"/>
            <a:pathLst>
              <a:path w="75" h="133">
                <a:moveTo>
                  <a:pt x="12" y="0"/>
                </a:moveTo>
                <a:lnTo>
                  <a:pt x="63" y="0"/>
                </a:lnTo>
                <a:cubicBezTo>
                  <a:pt x="67" y="0"/>
                  <a:pt x="69" y="2"/>
                  <a:pt x="71" y="4"/>
                </a:cubicBezTo>
                <a:cubicBezTo>
                  <a:pt x="74" y="6"/>
                  <a:pt x="75" y="9"/>
                  <a:pt x="75" y="12"/>
                </a:cubicBezTo>
                <a:lnTo>
                  <a:pt x="75" y="122"/>
                </a:lnTo>
                <a:cubicBezTo>
                  <a:pt x="75" y="125"/>
                  <a:pt x="74" y="128"/>
                  <a:pt x="71" y="130"/>
                </a:cubicBezTo>
                <a:cubicBezTo>
                  <a:pt x="69" y="132"/>
                  <a:pt x="67" y="133"/>
                  <a:pt x="63" y="133"/>
                </a:cubicBezTo>
                <a:lnTo>
                  <a:pt x="12" y="133"/>
                </a:lnTo>
                <a:cubicBezTo>
                  <a:pt x="9" y="133"/>
                  <a:pt x="6" y="132"/>
                  <a:pt x="4" y="130"/>
                </a:cubicBezTo>
                <a:cubicBezTo>
                  <a:pt x="2" y="128"/>
                  <a:pt x="0" y="125"/>
                  <a:pt x="0" y="122"/>
                </a:cubicBezTo>
                <a:lnTo>
                  <a:pt x="0" y="12"/>
                </a:lnTo>
                <a:cubicBezTo>
                  <a:pt x="0" y="9"/>
                  <a:pt x="2" y="6"/>
                  <a:pt x="4" y="4"/>
                </a:cubicBezTo>
                <a:cubicBezTo>
                  <a:pt x="6" y="2"/>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4" name=""/>
          <p:cNvSpPr/>
          <p:nvPr/>
        </p:nvSpPr>
        <p:spPr>
          <a:xfrm>
            <a:off x="3143880" y="592056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5" name=""/>
          <p:cNvSpPr/>
          <p:nvPr/>
        </p:nvSpPr>
        <p:spPr>
          <a:xfrm>
            <a:off x="3143880" y="592056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5376" name=""/>
          <p:cNvSpPr/>
          <p:nvPr/>
        </p:nvSpPr>
        <p:spPr>
          <a:xfrm>
            <a:off x="2365560" y="559548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7"/>
                  <a:pt x="2633" y="264"/>
                </a:cubicBezTo>
                <a:lnTo>
                  <a:pt x="2633" y="641"/>
                </a:lnTo>
                <a:cubicBezTo>
                  <a:pt x="2633" y="658"/>
                  <a:pt x="2631" y="675"/>
                  <a:pt x="2628" y="692"/>
                </a:cubicBezTo>
                <a:cubicBezTo>
                  <a:pt x="2624" y="709"/>
                  <a:pt x="2619" y="725"/>
                  <a:pt x="2613" y="741"/>
                </a:cubicBezTo>
                <a:cubicBezTo>
                  <a:pt x="2606" y="757"/>
                  <a:pt x="2598" y="772"/>
                  <a:pt x="2588" y="787"/>
                </a:cubicBezTo>
                <a:cubicBezTo>
                  <a:pt x="2579" y="801"/>
                  <a:pt x="2568" y="815"/>
                  <a:pt x="2556" y="827"/>
                </a:cubicBezTo>
                <a:cubicBezTo>
                  <a:pt x="2544" y="839"/>
                  <a:pt x="2530" y="850"/>
                  <a:pt x="2516" y="860"/>
                </a:cubicBezTo>
                <a:cubicBezTo>
                  <a:pt x="2501" y="869"/>
                  <a:pt x="2486" y="877"/>
                  <a:pt x="2470" y="884"/>
                </a:cubicBezTo>
                <a:cubicBezTo>
                  <a:pt x="2454" y="890"/>
                  <a:pt x="2438" y="895"/>
                  <a:pt x="2421" y="899"/>
                </a:cubicBezTo>
                <a:cubicBezTo>
                  <a:pt x="2404" y="902"/>
                  <a:pt x="2387" y="904"/>
                  <a:pt x="2370" y="904"/>
                </a:cubicBezTo>
                <a:lnTo>
                  <a:pt x="264" y="904"/>
                </a:lnTo>
                <a:cubicBezTo>
                  <a:pt x="247" y="904"/>
                  <a:pt x="230" y="902"/>
                  <a:pt x="213" y="899"/>
                </a:cubicBezTo>
                <a:cubicBezTo>
                  <a:pt x="196" y="895"/>
                  <a:pt x="179" y="890"/>
                  <a:pt x="163" y="884"/>
                </a:cubicBezTo>
                <a:cubicBezTo>
                  <a:pt x="147" y="877"/>
                  <a:pt x="132" y="869"/>
                  <a:pt x="118" y="860"/>
                </a:cubicBezTo>
                <a:cubicBezTo>
                  <a:pt x="104" y="850"/>
                  <a:pt x="90" y="839"/>
                  <a:pt x="78" y="827"/>
                </a:cubicBezTo>
                <a:cubicBezTo>
                  <a:pt x="66" y="815"/>
                  <a:pt x="55" y="801"/>
                  <a:pt x="45" y="787"/>
                </a:cubicBezTo>
                <a:cubicBezTo>
                  <a:pt x="36" y="772"/>
                  <a:pt x="28" y="757"/>
                  <a:pt x="21" y="741"/>
                </a:cubicBezTo>
                <a:cubicBezTo>
                  <a:pt x="14" y="725"/>
                  <a:pt x="9" y="709"/>
                  <a:pt x="5" y="692"/>
                </a:cubicBezTo>
                <a:cubicBezTo>
                  <a:pt x="2" y="675"/>
                  <a:pt x="0" y="658"/>
                  <a:pt x="0" y="641"/>
                </a:cubicBezTo>
                <a:lnTo>
                  <a:pt x="0" y="264"/>
                </a:lnTo>
                <a:cubicBezTo>
                  <a:pt x="0" y="247"/>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7" name=""/>
          <p:cNvSpPr/>
          <p:nvPr/>
        </p:nvSpPr>
        <p:spPr>
          <a:xfrm>
            <a:off x="2365560" y="559548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7"/>
                  <a:pt x="2633" y="264"/>
                </a:cubicBezTo>
                <a:lnTo>
                  <a:pt x="2633" y="641"/>
                </a:lnTo>
                <a:cubicBezTo>
                  <a:pt x="2633" y="658"/>
                  <a:pt x="2631" y="675"/>
                  <a:pt x="2628" y="692"/>
                </a:cubicBezTo>
                <a:cubicBezTo>
                  <a:pt x="2624" y="709"/>
                  <a:pt x="2619" y="725"/>
                  <a:pt x="2613" y="741"/>
                </a:cubicBezTo>
                <a:cubicBezTo>
                  <a:pt x="2606" y="757"/>
                  <a:pt x="2598" y="772"/>
                  <a:pt x="2588" y="787"/>
                </a:cubicBezTo>
                <a:cubicBezTo>
                  <a:pt x="2579" y="801"/>
                  <a:pt x="2568" y="815"/>
                  <a:pt x="2556" y="827"/>
                </a:cubicBezTo>
                <a:cubicBezTo>
                  <a:pt x="2544" y="839"/>
                  <a:pt x="2530" y="850"/>
                  <a:pt x="2516" y="860"/>
                </a:cubicBezTo>
                <a:cubicBezTo>
                  <a:pt x="2501" y="869"/>
                  <a:pt x="2486" y="877"/>
                  <a:pt x="2470" y="884"/>
                </a:cubicBezTo>
                <a:cubicBezTo>
                  <a:pt x="2454" y="890"/>
                  <a:pt x="2438" y="895"/>
                  <a:pt x="2421" y="899"/>
                </a:cubicBezTo>
                <a:cubicBezTo>
                  <a:pt x="2404" y="902"/>
                  <a:pt x="2387" y="904"/>
                  <a:pt x="2370" y="904"/>
                </a:cubicBezTo>
                <a:lnTo>
                  <a:pt x="264" y="904"/>
                </a:lnTo>
                <a:cubicBezTo>
                  <a:pt x="247" y="904"/>
                  <a:pt x="230" y="902"/>
                  <a:pt x="213" y="899"/>
                </a:cubicBezTo>
                <a:cubicBezTo>
                  <a:pt x="196" y="895"/>
                  <a:pt x="179" y="890"/>
                  <a:pt x="163" y="884"/>
                </a:cubicBezTo>
                <a:cubicBezTo>
                  <a:pt x="147" y="877"/>
                  <a:pt x="132" y="869"/>
                  <a:pt x="118" y="860"/>
                </a:cubicBezTo>
                <a:cubicBezTo>
                  <a:pt x="104" y="850"/>
                  <a:pt x="90" y="839"/>
                  <a:pt x="78" y="827"/>
                </a:cubicBezTo>
                <a:cubicBezTo>
                  <a:pt x="66" y="815"/>
                  <a:pt x="55" y="801"/>
                  <a:pt x="45" y="787"/>
                </a:cubicBezTo>
                <a:cubicBezTo>
                  <a:pt x="36" y="772"/>
                  <a:pt x="28" y="757"/>
                  <a:pt x="21" y="741"/>
                </a:cubicBezTo>
                <a:cubicBezTo>
                  <a:pt x="14" y="725"/>
                  <a:pt x="9" y="709"/>
                  <a:pt x="5" y="692"/>
                </a:cubicBezTo>
                <a:cubicBezTo>
                  <a:pt x="2" y="675"/>
                  <a:pt x="0" y="658"/>
                  <a:pt x="0" y="641"/>
                </a:cubicBezTo>
                <a:lnTo>
                  <a:pt x="0" y="264"/>
                </a:lnTo>
                <a:cubicBezTo>
                  <a:pt x="0" y="247"/>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5378" name=""/>
          <p:cNvSpPr txBox="1"/>
          <p:nvPr/>
        </p:nvSpPr>
        <p:spPr>
          <a:xfrm>
            <a:off x="4057200" y="598068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5379" name=""/>
          <p:cNvSpPr txBox="1"/>
          <p:nvPr/>
        </p:nvSpPr>
        <p:spPr>
          <a:xfrm>
            <a:off x="2511000" y="564336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5380" name=""/>
          <p:cNvSpPr txBox="1"/>
          <p:nvPr/>
        </p:nvSpPr>
        <p:spPr>
          <a:xfrm>
            <a:off x="2651400" y="576504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5381" name=""/>
          <p:cNvSpPr txBox="1"/>
          <p:nvPr/>
        </p:nvSpPr>
        <p:spPr>
          <a:xfrm>
            <a:off x="2797200" y="619452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5382" name=""/>
          <p:cNvSpPr txBox="1"/>
          <p:nvPr/>
        </p:nvSpPr>
        <p:spPr>
          <a:xfrm>
            <a:off x="3291840" y="641376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5383" name=""/>
          <p:cNvSpPr/>
          <p:nvPr/>
        </p:nvSpPr>
        <p:spPr>
          <a:xfrm>
            <a:off x="1824120" y="3787200"/>
            <a:ext cx="839520" cy="840240"/>
          </a:xfrm>
          <a:custGeom>
            <a:avLst/>
            <a:gdLst/>
            <a:ahLst/>
            <a:rect l="0" t="0" r="r" b="b"/>
            <a:pathLst>
              <a:path w="2332" h="2334">
                <a:moveTo>
                  <a:pt x="2332" y="1167"/>
                </a:moveTo>
                <a:cubicBezTo>
                  <a:pt x="2332" y="1205"/>
                  <a:pt x="2330" y="1243"/>
                  <a:pt x="2327"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6" y="1815"/>
                </a:cubicBezTo>
                <a:cubicBezTo>
                  <a:pt x="2114" y="1846"/>
                  <a:pt x="2092" y="1877"/>
                  <a:pt x="2068" y="1907"/>
                </a:cubicBezTo>
                <a:cubicBezTo>
                  <a:pt x="2043" y="1936"/>
                  <a:pt x="2018" y="1964"/>
                  <a:pt x="1991" y="1991"/>
                </a:cubicBezTo>
                <a:cubicBezTo>
                  <a:pt x="1964" y="2018"/>
                  <a:pt x="1935" y="2044"/>
                  <a:pt x="1906" y="2068"/>
                </a:cubicBezTo>
                <a:cubicBezTo>
                  <a:pt x="1876" y="2092"/>
                  <a:pt x="1846" y="2115"/>
                  <a:pt x="1814" y="2136"/>
                </a:cubicBezTo>
                <a:cubicBezTo>
                  <a:pt x="1782" y="2158"/>
                  <a:pt x="1750" y="2177"/>
                  <a:pt x="1716" y="2195"/>
                </a:cubicBezTo>
                <a:cubicBezTo>
                  <a:pt x="1682" y="2213"/>
                  <a:pt x="1648" y="2230"/>
                  <a:pt x="1613" y="2244"/>
                </a:cubicBezTo>
                <a:cubicBezTo>
                  <a:pt x="1577" y="2259"/>
                  <a:pt x="1541" y="2272"/>
                  <a:pt x="1505" y="2283"/>
                </a:cubicBezTo>
                <a:cubicBezTo>
                  <a:pt x="1468" y="2294"/>
                  <a:pt x="1431" y="2303"/>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3"/>
                  <a:pt x="865" y="2294"/>
                  <a:pt x="828" y="2283"/>
                </a:cubicBezTo>
                <a:cubicBezTo>
                  <a:pt x="792" y="2272"/>
                  <a:pt x="755" y="2259"/>
                  <a:pt x="720" y="2244"/>
                </a:cubicBezTo>
                <a:cubicBezTo>
                  <a:pt x="684" y="2230"/>
                  <a:pt x="650" y="2213"/>
                  <a:pt x="616" y="2195"/>
                </a:cubicBezTo>
                <a:cubicBezTo>
                  <a:pt x="582" y="2177"/>
                  <a:pt x="550" y="2158"/>
                  <a:pt x="518" y="2136"/>
                </a:cubicBezTo>
                <a:cubicBezTo>
                  <a:pt x="486" y="2115"/>
                  <a:pt x="456" y="2092"/>
                  <a:pt x="426" y="2068"/>
                </a:cubicBezTo>
                <a:cubicBezTo>
                  <a:pt x="397" y="2044"/>
                  <a:pt x="368" y="2018"/>
                  <a:pt x="341" y="1991"/>
                </a:cubicBezTo>
                <a:cubicBezTo>
                  <a:pt x="314" y="1964"/>
                  <a:pt x="289" y="1936"/>
                  <a:pt x="265" y="1907"/>
                </a:cubicBezTo>
                <a:cubicBezTo>
                  <a:pt x="240" y="1877"/>
                  <a:pt x="218" y="1846"/>
                  <a:pt x="196" y="1815"/>
                </a:cubicBezTo>
                <a:cubicBezTo>
                  <a:pt x="175" y="1783"/>
                  <a:pt x="156" y="1750"/>
                  <a:pt x="138" y="1716"/>
                </a:cubicBezTo>
                <a:cubicBezTo>
                  <a:pt x="120" y="1683"/>
                  <a:pt x="103" y="1648"/>
                  <a:pt x="89" y="1613"/>
                </a:cubicBezTo>
                <a:cubicBezTo>
                  <a:pt x="74" y="1578"/>
                  <a:pt x="61" y="1542"/>
                  <a:pt x="50" y="1505"/>
                </a:cubicBezTo>
                <a:cubicBezTo>
                  <a:pt x="39" y="1469"/>
                  <a:pt x="30" y="1432"/>
                  <a:pt x="22" y="1394"/>
                </a:cubicBezTo>
                <a:cubicBezTo>
                  <a:pt x="15" y="1357"/>
                  <a:pt x="9" y="1319"/>
                  <a:pt x="6" y="1281"/>
                </a:cubicBezTo>
                <a:cubicBezTo>
                  <a:pt x="2" y="1243"/>
                  <a:pt x="0" y="1205"/>
                  <a:pt x="0" y="1167"/>
                </a:cubicBezTo>
                <a:cubicBezTo>
                  <a:pt x="0" y="1128"/>
                  <a:pt x="2" y="1090"/>
                  <a:pt x="6" y="1052"/>
                </a:cubicBezTo>
                <a:cubicBezTo>
                  <a:pt x="9" y="1014"/>
                  <a:pt x="15" y="977"/>
                  <a:pt x="22" y="939"/>
                </a:cubicBezTo>
                <a:cubicBezTo>
                  <a:pt x="30" y="902"/>
                  <a:pt x="39" y="865"/>
                  <a:pt x="50" y="828"/>
                </a:cubicBezTo>
                <a:cubicBezTo>
                  <a:pt x="61" y="792"/>
                  <a:pt x="74" y="756"/>
                  <a:pt x="89" y="720"/>
                </a:cubicBezTo>
                <a:cubicBezTo>
                  <a:pt x="103" y="685"/>
                  <a:pt x="120" y="651"/>
                  <a:pt x="138" y="617"/>
                </a:cubicBezTo>
                <a:cubicBezTo>
                  <a:pt x="156" y="583"/>
                  <a:pt x="175" y="550"/>
                  <a:pt x="196" y="519"/>
                </a:cubicBezTo>
                <a:cubicBezTo>
                  <a:pt x="218" y="487"/>
                  <a:pt x="240" y="456"/>
                  <a:pt x="265" y="427"/>
                </a:cubicBezTo>
                <a:cubicBezTo>
                  <a:pt x="289" y="397"/>
                  <a:pt x="314" y="369"/>
                  <a:pt x="341" y="342"/>
                </a:cubicBezTo>
                <a:cubicBezTo>
                  <a:pt x="368" y="315"/>
                  <a:pt x="397" y="289"/>
                  <a:pt x="426" y="265"/>
                </a:cubicBezTo>
                <a:cubicBezTo>
                  <a:pt x="456" y="241"/>
                  <a:pt x="486" y="218"/>
                  <a:pt x="518" y="197"/>
                </a:cubicBezTo>
                <a:cubicBezTo>
                  <a:pt x="550" y="176"/>
                  <a:pt x="582" y="156"/>
                  <a:pt x="616" y="138"/>
                </a:cubicBezTo>
                <a:cubicBezTo>
                  <a:pt x="650" y="120"/>
                  <a:pt x="684" y="104"/>
                  <a:pt x="720" y="89"/>
                </a:cubicBezTo>
                <a:cubicBezTo>
                  <a:pt x="755" y="75"/>
                  <a:pt x="792" y="62"/>
                  <a:pt x="828" y="51"/>
                </a:cubicBezTo>
                <a:cubicBezTo>
                  <a:pt x="865" y="39"/>
                  <a:pt x="902" y="30"/>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0"/>
                  <a:pt x="1468" y="39"/>
                  <a:pt x="1505" y="51"/>
                </a:cubicBezTo>
                <a:cubicBezTo>
                  <a:pt x="1541" y="62"/>
                  <a:pt x="1577" y="75"/>
                  <a:pt x="1613" y="89"/>
                </a:cubicBezTo>
                <a:cubicBezTo>
                  <a:pt x="1648" y="104"/>
                  <a:pt x="1682" y="120"/>
                  <a:pt x="1716" y="138"/>
                </a:cubicBezTo>
                <a:cubicBezTo>
                  <a:pt x="1750" y="156"/>
                  <a:pt x="1782" y="176"/>
                  <a:pt x="1814" y="197"/>
                </a:cubicBezTo>
                <a:cubicBezTo>
                  <a:pt x="1846" y="218"/>
                  <a:pt x="1876" y="241"/>
                  <a:pt x="1906" y="265"/>
                </a:cubicBezTo>
                <a:cubicBezTo>
                  <a:pt x="1935" y="289"/>
                  <a:pt x="1964" y="315"/>
                  <a:pt x="1991" y="342"/>
                </a:cubicBezTo>
                <a:cubicBezTo>
                  <a:pt x="2018" y="369"/>
                  <a:pt x="2043" y="397"/>
                  <a:pt x="2068" y="427"/>
                </a:cubicBezTo>
                <a:cubicBezTo>
                  <a:pt x="2092" y="456"/>
                  <a:pt x="2114" y="487"/>
                  <a:pt x="2136" y="519"/>
                </a:cubicBezTo>
                <a:cubicBezTo>
                  <a:pt x="2157" y="550"/>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7" y="1052"/>
                </a:cubicBezTo>
                <a:cubicBezTo>
                  <a:pt x="2330" y="1090"/>
                  <a:pt x="2332" y="1128"/>
                  <a:pt x="2332" y="1167"/>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84" name=""/>
          <p:cNvSpPr/>
          <p:nvPr/>
        </p:nvSpPr>
        <p:spPr>
          <a:xfrm>
            <a:off x="1824120" y="3787200"/>
            <a:ext cx="839520" cy="840240"/>
          </a:xfrm>
          <a:custGeom>
            <a:avLst/>
            <a:gdLst/>
            <a:ahLst/>
            <a:rect l="0" t="0" r="r" b="b"/>
            <a:pathLst>
              <a:path w="2332" h="2334">
                <a:moveTo>
                  <a:pt x="2332" y="1167"/>
                </a:moveTo>
                <a:cubicBezTo>
                  <a:pt x="2332" y="1205"/>
                  <a:pt x="2330" y="1243"/>
                  <a:pt x="2327"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6" y="1815"/>
                </a:cubicBezTo>
                <a:cubicBezTo>
                  <a:pt x="2114" y="1846"/>
                  <a:pt x="2092" y="1877"/>
                  <a:pt x="2068" y="1907"/>
                </a:cubicBezTo>
                <a:cubicBezTo>
                  <a:pt x="2043" y="1936"/>
                  <a:pt x="2018" y="1964"/>
                  <a:pt x="1991" y="1991"/>
                </a:cubicBezTo>
                <a:cubicBezTo>
                  <a:pt x="1964" y="2018"/>
                  <a:pt x="1935" y="2044"/>
                  <a:pt x="1906" y="2068"/>
                </a:cubicBezTo>
                <a:cubicBezTo>
                  <a:pt x="1876" y="2092"/>
                  <a:pt x="1846" y="2115"/>
                  <a:pt x="1814" y="2136"/>
                </a:cubicBezTo>
                <a:cubicBezTo>
                  <a:pt x="1782" y="2158"/>
                  <a:pt x="1750" y="2177"/>
                  <a:pt x="1716" y="2195"/>
                </a:cubicBezTo>
                <a:cubicBezTo>
                  <a:pt x="1682" y="2213"/>
                  <a:pt x="1648" y="2230"/>
                  <a:pt x="1613" y="2244"/>
                </a:cubicBezTo>
                <a:cubicBezTo>
                  <a:pt x="1577" y="2259"/>
                  <a:pt x="1541" y="2272"/>
                  <a:pt x="1505" y="2283"/>
                </a:cubicBezTo>
                <a:cubicBezTo>
                  <a:pt x="1468" y="2294"/>
                  <a:pt x="1431" y="2303"/>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3"/>
                  <a:pt x="865" y="2294"/>
                  <a:pt x="828" y="2283"/>
                </a:cubicBezTo>
                <a:cubicBezTo>
                  <a:pt x="792" y="2272"/>
                  <a:pt x="755" y="2259"/>
                  <a:pt x="720" y="2244"/>
                </a:cubicBezTo>
                <a:cubicBezTo>
                  <a:pt x="684" y="2230"/>
                  <a:pt x="650" y="2213"/>
                  <a:pt x="616" y="2195"/>
                </a:cubicBezTo>
                <a:cubicBezTo>
                  <a:pt x="582" y="2177"/>
                  <a:pt x="550" y="2158"/>
                  <a:pt x="518" y="2136"/>
                </a:cubicBezTo>
                <a:cubicBezTo>
                  <a:pt x="486" y="2115"/>
                  <a:pt x="456" y="2092"/>
                  <a:pt x="426" y="2068"/>
                </a:cubicBezTo>
                <a:cubicBezTo>
                  <a:pt x="397" y="2044"/>
                  <a:pt x="368" y="2018"/>
                  <a:pt x="341" y="1991"/>
                </a:cubicBezTo>
                <a:cubicBezTo>
                  <a:pt x="314" y="1964"/>
                  <a:pt x="289" y="1936"/>
                  <a:pt x="265" y="1907"/>
                </a:cubicBezTo>
                <a:cubicBezTo>
                  <a:pt x="240" y="1877"/>
                  <a:pt x="218" y="1846"/>
                  <a:pt x="196" y="1815"/>
                </a:cubicBezTo>
                <a:cubicBezTo>
                  <a:pt x="175" y="1783"/>
                  <a:pt x="156" y="1750"/>
                  <a:pt x="138" y="1716"/>
                </a:cubicBezTo>
                <a:cubicBezTo>
                  <a:pt x="120" y="1683"/>
                  <a:pt x="103" y="1648"/>
                  <a:pt x="89" y="1613"/>
                </a:cubicBezTo>
                <a:cubicBezTo>
                  <a:pt x="74" y="1578"/>
                  <a:pt x="61" y="1542"/>
                  <a:pt x="50" y="1505"/>
                </a:cubicBezTo>
                <a:cubicBezTo>
                  <a:pt x="39" y="1469"/>
                  <a:pt x="30" y="1432"/>
                  <a:pt x="22" y="1394"/>
                </a:cubicBezTo>
                <a:cubicBezTo>
                  <a:pt x="15" y="1357"/>
                  <a:pt x="9" y="1319"/>
                  <a:pt x="6" y="1281"/>
                </a:cubicBezTo>
                <a:cubicBezTo>
                  <a:pt x="2" y="1243"/>
                  <a:pt x="0" y="1205"/>
                  <a:pt x="0" y="1167"/>
                </a:cubicBezTo>
                <a:cubicBezTo>
                  <a:pt x="0" y="1128"/>
                  <a:pt x="2" y="1090"/>
                  <a:pt x="6" y="1052"/>
                </a:cubicBezTo>
                <a:cubicBezTo>
                  <a:pt x="9" y="1014"/>
                  <a:pt x="15" y="977"/>
                  <a:pt x="22" y="939"/>
                </a:cubicBezTo>
                <a:cubicBezTo>
                  <a:pt x="30" y="902"/>
                  <a:pt x="39" y="865"/>
                  <a:pt x="50" y="828"/>
                </a:cubicBezTo>
                <a:cubicBezTo>
                  <a:pt x="61" y="792"/>
                  <a:pt x="74" y="756"/>
                  <a:pt x="89" y="720"/>
                </a:cubicBezTo>
                <a:cubicBezTo>
                  <a:pt x="103" y="685"/>
                  <a:pt x="120" y="651"/>
                  <a:pt x="138" y="617"/>
                </a:cubicBezTo>
                <a:cubicBezTo>
                  <a:pt x="156" y="583"/>
                  <a:pt x="175" y="550"/>
                  <a:pt x="196" y="519"/>
                </a:cubicBezTo>
                <a:cubicBezTo>
                  <a:pt x="218" y="487"/>
                  <a:pt x="240" y="456"/>
                  <a:pt x="265" y="427"/>
                </a:cubicBezTo>
                <a:cubicBezTo>
                  <a:pt x="289" y="397"/>
                  <a:pt x="314" y="369"/>
                  <a:pt x="341" y="342"/>
                </a:cubicBezTo>
                <a:cubicBezTo>
                  <a:pt x="368" y="315"/>
                  <a:pt x="397" y="289"/>
                  <a:pt x="426" y="265"/>
                </a:cubicBezTo>
                <a:cubicBezTo>
                  <a:pt x="456" y="241"/>
                  <a:pt x="486" y="218"/>
                  <a:pt x="518" y="197"/>
                </a:cubicBezTo>
                <a:cubicBezTo>
                  <a:pt x="550" y="176"/>
                  <a:pt x="582" y="156"/>
                  <a:pt x="616" y="138"/>
                </a:cubicBezTo>
                <a:cubicBezTo>
                  <a:pt x="650" y="120"/>
                  <a:pt x="684" y="104"/>
                  <a:pt x="720" y="89"/>
                </a:cubicBezTo>
                <a:cubicBezTo>
                  <a:pt x="755" y="75"/>
                  <a:pt x="792" y="62"/>
                  <a:pt x="828" y="51"/>
                </a:cubicBezTo>
                <a:cubicBezTo>
                  <a:pt x="865" y="39"/>
                  <a:pt x="902" y="30"/>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0"/>
                  <a:pt x="1468" y="39"/>
                  <a:pt x="1505" y="51"/>
                </a:cubicBezTo>
                <a:cubicBezTo>
                  <a:pt x="1541" y="62"/>
                  <a:pt x="1577" y="75"/>
                  <a:pt x="1613" y="89"/>
                </a:cubicBezTo>
                <a:cubicBezTo>
                  <a:pt x="1648" y="104"/>
                  <a:pt x="1682" y="120"/>
                  <a:pt x="1716" y="138"/>
                </a:cubicBezTo>
                <a:cubicBezTo>
                  <a:pt x="1750" y="156"/>
                  <a:pt x="1782" y="176"/>
                  <a:pt x="1814" y="197"/>
                </a:cubicBezTo>
                <a:cubicBezTo>
                  <a:pt x="1846" y="218"/>
                  <a:pt x="1876" y="241"/>
                  <a:pt x="1906" y="265"/>
                </a:cubicBezTo>
                <a:cubicBezTo>
                  <a:pt x="1935" y="289"/>
                  <a:pt x="1964" y="315"/>
                  <a:pt x="1991" y="342"/>
                </a:cubicBezTo>
                <a:cubicBezTo>
                  <a:pt x="2018" y="369"/>
                  <a:pt x="2043" y="397"/>
                  <a:pt x="2068" y="427"/>
                </a:cubicBezTo>
                <a:cubicBezTo>
                  <a:pt x="2092" y="456"/>
                  <a:pt x="2114" y="487"/>
                  <a:pt x="2136" y="519"/>
                </a:cubicBezTo>
                <a:cubicBezTo>
                  <a:pt x="2157" y="550"/>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7" y="1052"/>
                </a:cubicBezTo>
                <a:cubicBezTo>
                  <a:pt x="2330" y="1090"/>
                  <a:pt x="2332" y="1128"/>
                  <a:pt x="2332" y="1167"/>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85" name=""/>
          <p:cNvSpPr/>
          <p:nvPr/>
        </p:nvSpPr>
        <p:spPr>
          <a:xfrm>
            <a:off x="2148840" y="4061520"/>
            <a:ext cx="217080" cy="58320"/>
          </a:xfrm>
          <a:custGeom>
            <a:avLst/>
            <a:gdLst/>
            <a:ahLst/>
            <a:rect l="0" t="0" r="r" b="b"/>
            <a:pathLst>
              <a:path fill="none" w="603" h="162">
                <a:moveTo>
                  <a:pt x="0" y="67"/>
                </a:moveTo>
                <a:cubicBezTo>
                  <a:pt x="176" y="-47"/>
                  <a:pt x="377" y="-15"/>
                  <a:pt x="603" y="162"/>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5386" name=""/>
          <p:cNvSpPr/>
          <p:nvPr/>
        </p:nvSpPr>
        <p:spPr>
          <a:xfrm>
            <a:off x="2256480" y="4015440"/>
            <a:ext cx="109440" cy="104040"/>
          </a:xfrm>
          <a:custGeom>
            <a:avLst/>
            <a:gdLst/>
            <a:ahLst/>
            <a:rect l="0" t="0" r="r" b="b"/>
            <a:pathLst>
              <a:path fill="none" w="304" h="289">
                <a:moveTo>
                  <a:pt x="207" y="0"/>
                </a:moveTo>
                <a:lnTo>
                  <a:pt x="304" y="289"/>
                </a:lnTo>
                <a:lnTo>
                  <a:pt x="0" y="267"/>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5387" name=""/>
          <p:cNvSpPr/>
          <p:nvPr/>
        </p:nvSpPr>
        <p:spPr>
          <a:xfrm>
            <a:off x="2162520" y="4234320"/>
            <a:ext cx="203400" cy="100080"/>
          </a:xfrm>
          <a:custGeom>
            <a:avLst/>
            <a:gdLst/>
            <a:ahLst/>
            <a:rect l="0" t="0" r="r" b="b"/>
            <a:pathLst>
              <a:path fill="none" w="565" h="278">
                <a:moveTo>
                  <a:pt x="565" y="0"/>
                </a:moveTo>
                <a:cubicBezTo>
                  <a:pt x="451" y="227"/>
                  <a:pt x="263" y="315"/>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5388" name=""/>
          <p:cNvSpPr/>
          <p:nvPr/>
        </p:nvSpPr>
        <p:spPr>
          <a:xfrm>
            <a:off x="2162520" y="428652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5389" name=""/>
          <p:cNvSpPr/>
          <p:nvPr/>
        </p:nvSpPr>
        <p:spPr>
          <a:xfrm>
            <a:off x="2433240" y="3800880"/>
            <a:ext cx="217080" cy="217080"/>
          </a:xfrm>
          <a:custGeom>
            <a:avLst/>
            <a:gdLst/>
            <a:ahLst/>
            <a:rect l="0" t="0" r="r" b="b"/>
            <a:pathLst>
              <a:path w="603" h="603">
                <a:moveTo>
                  <a:pt x="603" y="301"/>
                </a:moveTo>
                <a:cubicBezTo>
                  <a:pt x="603" y="321"/>
                  <a:pt x="601" y="340"/>
                  <a:pt x="597" y="360"/>
                </a:cubicBezTo>
                <a:cubicBezTo>
                  <a:pt x="593" y="379"/>
                  <a:pt x="587" y="398"/>
                  <a:pt x="580" y="416"/>
                </a:cubicBezTo>
                <a:cubicBezTo>
                  <a:pt x="572" y="434"/>
                  <a:pt x="563" y="452"/>
                  <a:pt x="552" y="468"/>
                </a:cubicBezTo>
                <a:cubicBezTo>
                  <a:pt x="541" y="485"/>
                  <a:pt x="528" y="500"/>
                  <a:pt x="514" y="514"/>
                </a:cubicBezTo>
                <a:cubicBezTo>
                  <a:pt x="500" y="528"/>
                  <a:pt x="485" y="540"/>
                  <a:pt x="469" y="551"/>
                </a:cubicBezTo>
                <a:cubicBezTo>
                  <a:pt x="452" y="563"/>
                  <a:pt x="435" y="572"/>
                  <a:pt x="417" y="580"/>
                </a:cubicBezTo>
                <a:cubicBezTo>
                  <a:pt x="399" y="588"/>
                  <a:pt x="380" y="593"/>
                  <a:pt x="360" y="597"/>
                </a:cubicBezTo>
                <a:cubicBezTo>
                  <a:pt x="341" y="601"/>
                  <a:pt x="321" y="603"/>
                  <a:pt x="302" y="603"/>
                </a:cubicBezTo>
                <a:cubicBezTo>
                  <a:pt x="282" y="603"/>
                  <a:pt x="262" y="601"/>
                  <a:pt x="243" y="597"/>
                </a:cubicBezTo>
                <a:cubicBezTo>
                  <a:pt x="224" y="593"/>
                  <a:pt x="205" y="588"/>
                  <a:pt x="187" y="580"/>
                </a:cubicBezTo>
                <a:cubicBezTo>
                  <a:pt x="168" y="572"/>
                  <a:pt x="150" y="563"/>
                  <a:pt x="134" y="551"/>
                </a:cubicBezTo>
                <a:cubicBezTo>
                  <a:pt x="117" y="540"/>
                  <a:pt x="102" y="528"/>
                  <a:pt x="88" y="514"/>
                </a:cubicBezTo>
                <a:cubicBezTo>
                  <a:pt x="74" y="500"/>
                  <a:pt x="62" y="485"/>
                  <a:pt x="51" y="468"/>
                </a:cubicBezTo>
                <a:cubicBezTo>
                  <a:pt x="40" y="452"/>
                  <a:pt x="30" y="434"/>
                  <a:pt x="23" y="416"/>
                </a:cubicBezTo>
                <a:cubicBezTo>
                  <a:pt x="15" y="398"/>
                  <a:pt x="10" y="379"/>
                  <a:pt x="6" y="360"/>
                </a:cubicBezTo>
                <a:cubicBezTo>
                  <a:pt x="2" y="340"/>
                  <a:pt x="0" y="321"/>
                  <a:pt x="0" y="301"/>
                </a:cubicBezTo>
                <a:cubicBezTo>
                  <a:pt x="0" y="281"/>
                  <a:pt x="2" y="262"/>
                  <a:pt x="6" y="242"/>
                </a:cubicBezTo>
                <a:cubicBezTo>
                  <a:pt x="10" y="223"/>
                  <a:pt x="15" y="204"/>
                  <a:pt x="23" y="186"/>
                </a:cubicBezTo>
                <a:cubicBezTo>
                  <a:pt x="30" y="168"/>
                  <a:pt x="40" y="150"/>
                  <a:pt x="51" y="134"/>
                </a:cubicBezTo>
                <a:cubicBezTo>
                  <a:pt x="62" y="117"/>
                  <a:pt x="74" y="102"/>
                  <a:pt x="88" y="88"/>
                </a:cubicBezTo>
                <a:cubicBezTo>
                  <a:pt x="102" y="74"/>
                  <a:pt x="117" y="62"/>
                  <a:pt x="134" y="51"/>
                </a:cubicBezTo>
                <a:cubicBezTo>
                  <a:pt x="150" y="40"/>
                  <a:pt x="168" y="30"/>
                  <a:pt x="187" y="23"/>
                </a:cubicBezTo>
                <a:cubicBezTo>
                  <a:pt x="205" y="15"/>
                  <a:pt x="224" y="10"/>
                  <a:pt x="243" y="6"/>
                </a:cubicBezTo>
                <a:cubicBezTo>
                  <a:pt x="262" y="2"/>
                  <a:pt x="282" y="0"/>
                  <a:pt x="302" y="0"/>
                </a:cubicBezTo>
                <a:cubicBezTo>
                  <a:pt x="321" y="0"/>
                  <a:pt x="341" y="2"/>
                  <a:pt x="360" y="6"/>
                </a:cubicBezTo>
                <a:cubicBezTo>
                  <a:pt x="380" y="10"/>
                  <a:pt x="399" y="15"/>
                  <a:pt x="417" y="23"/>
                </a:cubicBezTo>
                <a:cubicBezTo>
                  <a:pt x="435" y="30"/>
                  <a:pt x="452" y="40"/>
                  <a:pt x="469" y="51"/>
                </a:cubicBezTo>
                <a:cubicBezTo>
                  <a:pt x="485" y="62"/>
                  <a:pt x="500" y="74"/>
                  <a:pt x="514" y="88"/>
                </a:cubicBezTo>
                <a:cubicBezTo>
                  <a:pt x="528" y="102"/>
                  <a:pt x="541" y="117"/>
                  <a:pt x="552" y="134"/>
                </a:cubicBezTo>
                <a:cubicBezTo>
                  <a:pt x="563" y="150"/>
                  <a:pt x="572" y="168"/>
                  <a:pt x="580" y="186"/>
                </a:cubicBezTo>
                <a:cubicBezTo>
                  <a:pt x="587" y="204"/>
                  <a:pt x="593" y="223"/>
                  <a:pt x="597" y="242"/>
                </a:cubicBezTo>
                <a:cubicBezTo>
                  <a:pt x="601" y="262"/>
                  <a:pt x="603" y="281"/>
                  <a:pt x="603" y="301"/>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0" name=""/>
          <p:cNvSpPr txBox="1"/>
          <p:nvPr/>
        </p:nvSpPr>
        <p:spPr>
          <a:xfrm>
            <a:off x="3455640" y="6549480"/>
            <a:ext cx="686520" cy="11484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5391" name=""/>
          <p:cNvSpPr txBox="1"/>
          <p:nvPr/>
        </p:nvSpPr>
        <p:spPr>
          <a:xfrm>
            <a:off x="2500560" y="38268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5392" name=""/>
          <p:cNvSpPr txBox="1"/>
          <p:nvPr/>
        </p:nvSpPr>
        <p:spPr>
          <a:xfrm>
            <a:off x="1776960" y="465048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5393" name=""/>
          <p:cNvSpPr txBox="1"/>
          <p:nvPr/>
        </p:nvSpPr>
        <p:spPr>
          <a:xfrm>
            <a:off x="1934640" y="483336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5394" name=""/>
          <p:cNvSpPr/>
          <p:nvPr/>
        </p:nvSpPr>
        <p:spPr>
          <a:xfrm>
            <a:off x="7333920" y="5067000"/>
            <a:ext cx="135720" cy="1553040"/>
          </a:xfrm>
          <a:custGeom>
            <a:avLst/>
            <a:gdLst/>
            <a:ahLst/>
            <a:rect l="0" t="0" r="r" b="b"/>
            <a:pathLst>
              <a:path w="377" h="4314">
                <a:moveTo>
                  <a:pt x="0" y="0"/>
                </a:moveTo>
                <a:lnTo>
                  <a:pt x="377" y="0"/>
                </a:lnTo>
                <a:lnTo>
                  <a:pt x="377" y="4314"/>
                </a:lnTo>
                <a:lnTo>
                  <a:pt x="0" y="431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5" name=""/>
          <p:cNvSpPr/>
          <p:nvPr/>
        </p:nvSpPr>
        <p:spPr>
          <a:xfrm>
            <a:off x="74692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6" name=""/>
          <p:cNvSpPr/>
          <p:nvPr/>
        </p:nvSpPr>
        <p:spPr>
          <a:xfrm>
            <a:off x="76042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7" name=""/>
          <p:cNvSpPr/>
          <p:nvPr/>
        </p:nvSpPr>
        <p:spPr>
          <a:xfrm>
            <a:off x="77396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8" name=""/>
          <p:cNvSpPr/>
          <p:nvPr/>
        </p:nvSpPr>
        <p:spPr>
          <a:xfrm>
            <a:off x="78746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9" name=""/>
          <p:cNvSpPr/>
          <p:nvPr/>
        </p:nvSpPr>
        <p:spPr>
          <a:xfrm>
            <a:off x="800964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0" name=""/>
          <p:cNvSpPr/>
          <p:nvPr/>
        </p:nvSpPr>
        <p:spPr>
          <a:xfrm>
            <a:off x="81450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1" name=""/>
          <p:cNvSpPr/>
          <p:nvPr/>
        </p:nvSpPr>
        <p:spPr>
          <a:xfrm>
            <a:off x="82800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2" name=""/>
          <p:cNvSpPr/>
          <p:nvPr/>
        </p:nvSpPr>
        <p:spPr>
          <a:xfrm>
            <a:off x="8415000" y="5067000"/>
            <a:ext cx="270720" cy="1553040"/>
          </a:xfrm>
          <a:custGeom>
            <a:avLst/>
            <a:gdLst/>
            <a:ahLst/>
            <a:rect l="0" t="0" r="r" b="b"/>
            <a:pathLst>
              <a:path w="752" h="4314">
                <a:moveTo>
                  <a:pt x="752" y="0"/>
                </a:moveTo>
                <a:lnTo>
                  <a:pt x="752" y="4314"/>
                </a:lnTo>
                <a:lnTo>
                  <a:pt x="0" y="4314"/>
                </a:lnTo>
                <a:lnTo>
                  <a:pt x="0" y="0"/>
                </a:lnTo>
                <a:lnTo>
                  <a:pt x="752"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3" name=""/>
          <p:cNvSpPr/>
          <p:nvPr/>
        </p:nvSpPr>
        <p:spPr>
          <a:xfrm>
            <a:off x="868536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4" name=""/>
          <p:cNvSpPr/>
          <p:nvPr/>
        </p:nvSpPr>
        <p:spPr>
          <a:xfrm>
            <a:off x="88207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5" name=""/>
          <p:cNvSpPr/>
          <p:nvPr/>
        </p:nvSpPr>
        <p:spPr>
          <a:xfrm>
            <a:off x="89557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6" name=""/>
          <p:cNvSpPr/>
          <p:nvPr/>
        </p:nvSpPr>
        <p:spPr>
          <a:xfrm>
            <a:off x="909072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7" name=""/>
          <p:cNvSpPr/>
          <p:nvPr/>
        </p:nvSpPr>
        <p:spPr>
          <a:xfrm>
            <a:off x="92260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8" name=""/>
          <p:cNvSpPr/>
          <p:nvPr/>
        </p:nvSpPr>
        <p:spPr>
          <a:xfrm>
            <a:off x="93610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9" name=""/>
          <p:cNvSpPr/>
          <p:nvPr/>
        </p:nvSpPr>
        <p:spPr>
          <a:xfrm>
            <a:off x="94960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0" name=""/>
          <p:cNvSpPr/>
          <p:nvPr/>
        </p:nvSpPr>
        <p:spPr>
          <a:xfrm>
            <a:off x="96314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1" name=""/>
          <p:cNvSpPr/>
          <p:nvPr/>
        </p:nvSpPr>
        <p:spPr>
          <a:xfrm>
            <a:off x="976644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2" name=""/>
          <p:cNvSpPr/>
          <p:nvPr/>
        </p:nvSpPr>
        <p:spPr>
          <a:xfrm>
            <a:off x="99018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3" name=""/>
          <p:cNvSpPr/>
          <p:nvPr/>
        </p:nvSpPr>
        <p:spPr>
          <a:xfrm>
            <a:off x="10036800" y="5067000"/>
            <a:ext cx="270720" cy="1553040"/>
          </a:xfrm>
          <a:custGeom>
            <a:avLst/>
            <a:gdLst/>
            <a:ahLst/>
            <a:rect l="0" t="0" r="r" b="b"/>
            <a:pathLst>
              <a:path w="752" h="4314">
                <a:moveTo>
                  <a:pt x="752" y="0"/>
                </a:moveTo>
                <a:lnTo>
                  <a:pt x="752" y="4314"/>
                </a:lnTo>
                <a:lnTo>
                  <a:pt x="0" y="4314"/>
                </a:lnTo>
                <a:lnTo>
                  <a:pt x="0" y="0"/>
                </a:lnTo>
                <a:lnTo>
                  <a:pt x="752"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4" name=""/>
          <p:cNvSpPr/>
          <p:nvPr/>
        </p:nvSpPr>
        <p:spPr>
          <a:xfrm>
            <a:off x="1030716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5" name=""/>
          <p:cNvSpPr/>
          <p:nvPr/>
        </p:nvSpPr>
        <p:spPr>
          <a:xfrm>
            <a:off x="1044216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6" name=""/>
          <p:cNvSpPr/>
          <p:nvPr/>
        </p:nvSpPr>
        <p:spPr>
          <a:xfrm>
            <a:off x="1057716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7" name=""/>
          <p:cNvSpPr/>
          <p:nvPr/>
        </p:nvSpPr>
        <p:spPr>
          <a:xfrm>
            <a:off x="107125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8" name=""/>
          <p:cNvSpPr/>
          <p:nvPr/>
        </p:nvSpPr>
        <p:spPr>
          <a:xfrm>
            <a:off x="1084752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9" name=""/>
          <p:cNvSpPr/>
          <p:nvPr/>
        </p:nvSpPr>
        <p:spPr>
          <a:xfrm>
            <a:off x="109828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0" name=""/>
          <p:cNvSpPr/>
          <p:nvPr/>
        </p:nvSpPr>
        <p:spPr>
          <a:xfrm>
            <a:off x="111178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1" name=""/>
          <p:cNvSpPr/>
          <p:nvPr/>
        </p:nvSpPr>
        <p:spPr>
          <a:xfrm>
            <a:off x="112528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2" name=""/>
          <p:cNvSpPr/>
          <p:nvPr/>
        </p:nvSpPr>
        <p:spPr>
          <a:xfrm>
            <a:off x="11388240" y="5067000"/>
            <a:ext cx="270360" cy="1553040"/>
          </a:xfrm>
          <a:custGeom>
            <a:avLst/>
            <a:gdLst/>
            <a:ahLst/>
            <a:rect l="0" t="0" r="r" b="b"/>
            <a:pathLst>
              <a:path w="751" h="4314">
                <a:moveTo>
                  <a:pt x="646" y="0"/>
                </a:moveTo>
                <a:cubicBezTo>
                  <a:pt x="675" y="0"/>
                  <a:pt x="700" y="11"/>
                  <a:pt x="720" y="31"/>
                </a:cubicBezTo>
                <a:cubicBezTo>
                  <a:pt x="741" y="52"/>
                  <a:pt x="751" y="77"/>
                  <a:pt x="751" y="106"/>
                </a:cubicBezTo>
                <a:lnTo>
                  <a:pt x="751" y="4208"/>
                </a:lnTo>
                <a:cubicBezTo>
                  <a:pt x="751" y="4237"/>
                  <a:pt x="741" y="4262"/>
                  <a:pt x="720" y="4283"/>
                </a:cubicBezTo>
                <a:cubicBezTo>
                  <a:pt x="700" y="4304"/>
                  <a:pt x="675" y="4314"/>
                  <a:pt x="646" y="4314"/>
                </a:cubicBezTo>
                <a:lnTo>
                  <a:pt x="0" y="4314"/>
                </a:lnTo>
                <a:lnTo>
                  <a:pt x="0" y="0"/>
                </a:lnTo>
                <a:lnTo>
                  <a:pt x="646"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3" name=""/>
          <p:cNvSpPr/>
          <p:nvPr/>
        </p:nvSpPr>
        <p:spPr>
          <a:xfrm>
            <a:off x="7296120" y="506700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4" name=""/>
          <p:cNvSpPr/>
          <p:nvPr/>
        </p:nvSpPr>
        <p:spPr>
          <a:xfrm>
            <a:off x="7381800" y="144756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60"/>
                  <a:pt x="6" y="50"/>
                </a:cubicBezTo>
                <a:cubicBezTo>
                  <a:pt x="10" y="40"/>
                  <a:pt x="16" y="32"/>
                  <a:pt x="23" y="24"/>
                </a:cubicBezTo>
                <a:cubicBezTo>
                  <a:pt x="30" y="17"/>
                  <a:pt x="39" y="11"/>
                  <a:pt x="49" y="6"/>
                </a:cubicBezTo>
                <a:cubicBezTo>
                  <a:pt x="58" y="2"/>
                  <a:pt x="69" y="0"/>
                  <a:pt x="79" y="0"/>
                </a:cubicBezTo>
                <a:cubicBezTo>
                  <a:pt x="90" y="0"/>
                  <a:pt x="100" y="2"/>
                  <a:pt x="109" y="6"/>
                </a:cubicBezTo>
                <a:cubicBezTo>
                  <a:pt x="120" y="11"/>
                  <a:pt x="129" y="17"/>
                  <a:pt x="136" y="24"/>
                </a:cubicBezTo>
                <a:cubicBezTo>
                  <a:pt x="144" y="32"/>
                  <a:pt x="149" y="40"/>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5" name=""/>
          <p:cNvSpPr txBox="1"/>
          <p:nvPr/>
        </p:nvSpPr>
        <p:spPr>
          <a:xfrm>
            <a:off x="1617840" y="5052600"/>
            <a:ext cx="1258200" cy="11484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5426" name=""/>
          <p:cNvSpPr txBox="1"/>
          <p:nvPr/>
        </p:nvSpPr>
        <p:spPr>
          <a:xfrm>
            <a:off x="7566480" y="13611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5427" name=""/>
          <p:cNvSpPr/>
          <p:nvPr/>
        </p:nvSpPr>
        <p:spPr>
          <a:xfrm>
            <a:off x="7381800" y="2180880"/>
            <a:ext cx="57240" cy="57600"/>
          </a:xfrm>
          <a:custGeom>
            <a:avLst/>
            <a:gdLst/>
            <a:ahLst/>
            <a:rect l="0" t="0" r="r" b="b"/>
            <a:pathLst>
              <a:path w="159" h="160">
                <a:moveTo>
                  <a:pt x="159" y="81"/>
                </a:moveTo>
                <a:cubicBezTo>
                  <a:pt x="159" y="91"/>
                  <a:pt x="157" y="101"/>
                  <a:pt x="153" y="111"/>
                </a:cubicBezTo>
                <a:cubicBezTo>
                  <a:pt x="149" y="121"/>
                  <a:pt x="144" y="130"/>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30"/>
                  <a:pt x="10" y="121"/>
                  <a:pt x="6" y="111"/>
                </a:cubicBezTo>
                <a:cubicBezTo>
                  <a:pt x="2" y="101"/>
                  <a:pt x="0" y="91"/>
                  <a:pt x="0" y="81"/>
                </a:cubicBezTo>
                <a:cubicBezTo>
                  <a:pt x="0" y="70"/>
                  <a:pt x="2" y="60"/>
                  <a:pt x="6" y="50"/>
                </a:cubicBezTo>
                <a:cubicBezTo>
                  <a:pt x="10" y="41"/>
                  <a:pt x="16" y="32"/>
                  <a:pt x="23" y="24"/>
                </a:cubicBezTo>
                <a:cubicBezTo>
                  <a:pt x="30" y="16"/>
                  <a:pt x="39" y="11"/>
                  <a:pt x="49" y="6"/>
                </a:cubicBezTo>
                <a:cubicBezTo>
                  <a:pt x="58" y="2"/>
                  <a:pt x="69" y="0"/>
                  <a:pt x="79" y="0"/>
                </a:cubicBezTo>
                <a:cubicBezTo>
                  <a:pt x="90" y="0"/>
                  <a:pt x="100" y="2"/>
                  <a:pt x="109" y="6"/>
                </a:cubicBezTo>
                <a:cubicBezTo>
                  <a:pt x="120" y="11"/>
                  <a:pt x="129" y="16"/>
                  <a:pt x="136" y="24"/>
                </a:cubicBezTo>
                <a:cubicBezTo>
                  <a:pt x="144" y="32"/>
                  <a:pt x="149" y="41"/>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8" name=""/>
          <p:cNvSpPr txBox="1"/>
          <p:nvPr/>
        </p:nvSpPr>
        <p:spPr>
          <a:xfrm>
            <a:off x="7566480" y="1703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5429" name=""/>
          <p:cNvSpPr txBox="1"/>
          <p:nvPr/>
        </p:nvSpPr>
        <p:spPr>
          <a:xfrm>
            <a:off x="756648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5430" name=""/>
          <p:cNvSpPr txBox="1"/>
          <p:nvPr/>
        </p:nvSpPr>
        <p:spPr>
          <a:xfrm>
            <a:off x="8127360" y="2094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5431" name=""/>
          <p:cNvSpPr txBox="1"/>
          <p:nvPr/>
        </p:nvSpPr>
        <p:spPr>
          <a:xfrm>
            <a:off x="7566480" y="24375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5432" name=""/>
          <p:cNvSpPr txBox="1"/>
          <p:nvPr/>
        </p:nvSpPr>
        <p:spPr>
          <a:xfrm>
            <a:off x="7756920" y="24285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5433" name=""/>
          <p:cNvSpPr/>
          <p:nvPr/>
        </p:nvSpPr>
        <p:spPr>
          <a:xfrm>
            <a:off x="7381800" y="2914560"/>
            <a:ext cx="57240" cy="57240"/>
          </a:xfrm>
          <a:custGeom>
            <a:avLst/>
            <a:gdLst/>
            <a:ahLst/>
            <a:rect l="0" t="0" r="r" b="b"/>
            <a:pathLst>
              <a:path w="159" h="159">
                <a:moveTo>
                  <a:pt x="159" y="80"/>
                </a:moveTo>
                <a:cubicBezTo>
                  <a:pt x="159" y="91"/>
                  <a:pt x="157" y="101"/>
                  <a:pt x="153" y="110"/>
                </a:cubicBezTo>
                <a:cubicBezTo>
                  <a:pt x="149" y="120"/>
                  <a:pt x="144" y="129"/>
                  <a:pt x="136" y="136"/>
                </a:cubicBezTo>
                <a:cubicBezTo>
                  <a:pt x="129" y="144"/>
                  <a:pt x="120" y="149"/>
                  <a:pt x="109" y="153"/>
                </a:cubicBezTo>
                <a:cubicBezTo>
                  <a:pt x="100" y="157"/>
                  <a:pt x="90" y="159"/>
                  <a:pt x="79" y="159"/>
                </a:cubicBezTo>
                <a:cubicBezTo>
                  <a:pt x="69" y="159"/>
                  <a:pt x="58" y="157"/>
                  <a:pt x="49" y="153"/>
                </a:cubicBezTo>
                <a:cubicBezTo>
                  <a:pt x="39" y="149"/>
                  <a:pt x="30" y="144"/>
                  <a:pt x="23" y="136"/>
                </a:cubicBezTo>
                <a:cubicBezTo>
                  <a:pt x="16" y="129"/>
                  <a:pt x="10" y="120"/>
                  <a:pt x="6" y="110"/>
                </a:cubicBezTo>
                <a:cubicBezTo>
                  <a:pt x="2" y="101"/>
                  <a:pt x="0" y="91"/>
                  <a:pt x="0" y="80"/>
                </a:cubicBezTo>
                <a:cubicBezTo>
                  <a:pt x="0" y="70"/>
                  <a:pt x="2" y="59"/>
                  <a:pt x="6" y="50"/>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50"/>
                </a:cubicBezTo>
                <a:cubicBezTo>
                  <a:pt x="157" y="59"/>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4" name=""/>
          <p:cNvSpPr txBox="1"/>
          <p:nvPr/>
        </p:nvSpPr>
        <p:spPr>
          <a:xfrm>
            <a:off x="835704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5435" name=""/>
          <p:cNvSpPr txBox="1"/>
          <p:nvPr/>
        </p:nvSpPr>
        <p:spPr>
          <a:xfrm>
            <a:off x="756648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5436" name=""/>
          <p:cNvSpPr txBox="1"/>
          <p:nvPr/>
        </p:nvSpPr>
        <p:spPr>
          <a:xfrm>
            <a:off x="794772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437" name=""/>
          <p:cNvSpPr txBox="1"/>
          <p:nvPr/>
        </p:nvSpPr>
        <p:spPr>
          <a:xfrm>
            <a:off x="8120520" y="282780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5438" name=""/>
          <p:cNvSpPr/>
          <p:nvPr/>
        </p:nvSpPr>
        <p:spPr>
          <a:xfrm>
            <a:off x="7381800" y="3647880"/>
            <a:ext cx="57240" cy="57600"/>
          </a:xfrm>
          <a:custGeom>
            <a:avLst/>
            <a:gdLst/>
            <a:ahLst/>
            <a:rect l="0" t="0" r="r" b="b"/>
            <a:pathLst>
              <a:path w="159" h="160">
                <a:moveTo>
                  <a:pt x="159" y="80"/>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0"/>
                </a:cubicBezTo>
                <a:cubicBezTo>
                  <a:pt x="0" y="70"/>
                  <a:pt x="2" y="60"/>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60"/>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9" name=""/>
          <p:cNvSpPr txBox="1"/>
          <p:nvPr/>
        </p:nvSpPr>
        <p:spPr>
          <a:xfrm>
            <a:off x="7566480" y="31708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5440" name=""/>
          <p:cNvSpPr txBox="1"/>
          <p:nvPr/>
        </p:nvSpPr>
        <p:spPr>
          <a:xfrm>
            <a:off x="7566480" y="356148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5441" name=""/>
          <p:cNvSpPr/>
          <p:nvPr/>
        </p:nvSpPr>
        <p:spPr>
          <a:xfrm>
            <a:off x="7381800" y="438120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2" name=""/>
          <p:cNvSpPr txBox="1"/>
          <p:nvPr/>
        </p:nvSpPr>
        <p:spPr>
          <a:xfrm>
            <a:off x="7566480" y="390420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5443" name=""/>
          <p:cNvSpPr txBox="1"/>
          <p:nvPr/>
        </p:nvSpPr>
        <p:spPr>
          <a:xfrm>
            <a:off x="7566480" y="4285800"/>
            <a:ext cx="604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5444" name=""/>
          <p:cNvSpPr txBox="1"/>
          <p:nvPr/>
        </p:nvSpPr>
        <p:spPr>
          <a:xfrm>
            <a:off x="8169840" y="42948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5445" name=""/>
          <p:cNvSpPr txBox="1"/>
          <p:nvPr/>
        </p:nvSpPr>
        <p:spPr>
          <a:xfrm>
            <a:off x="8741520" y="4285800"/>
            <a:ext cx="420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5446" name=""/>
          <p:cNvSpPr txBox="1"/>
          <p:nvPr/>
        </p:nvSpPr>
        <p:spPr>
          <a:xfrm>
            <a:off x="9161280" y="429480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5447" name=""/>
          <p:cNvSpPr txBox="1"/>
          <p:nvPr/>
        </p:nvSpPr>
        <p:spPr>
          <a:xfrm>
            <a:off x="7566480" y="463788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5448" name=""/>
          <p:cNvSpPr txBox="1"/>
          <p:nvPr/>
        </p:nvSpPr>
        <p:spPr>
          <a:xfrm>
            <a:off x="7490520" y="519876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5449" name=""/>
          <p:cNvSpPr txBox="1"/>
          <p:nvPr/>
        </p:nvSpPr>
        <p:spPr>
          <a:xfrm>
            <a:off x="7490520" y="5474880"/>
            <a:ext cx="32652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5450" name=""/>
          <p:cNvSpPr txBox="1"/>
          <p:nvPr/>
        </p:nvSpPr>
        <p:spPr>
          <a:xfrm>
            <a:off x="7490520" y="574164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5451" name=""/>
          <p:cNvSpPr txBox="1"/>
          <p:nvPr/>
        </p:nvSpPr>
        <p:spPr>
          <a:xfrm>
            <a:off x="7490520" y="601812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5452" name=""/>
          <p:cNvSpPr txBox="1"/>
          <p:nvPr/>
        </p:nvSpPr>
        <p:spPr>
          <a:xfrm>
            <a:off x="8576280" y="60094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5453" name=""/>
          <p:cNvSpPr txBox="1"/>
          <p:nvPr/>
        </p:nvSpPr>
        <p:spPr>
          <a:xfrm>
            <a:off x="8740440" y="601812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5454" name=""/>
          <p:cNvSpPr txBox="1"/>
          <p:nvPr/>
        </p:nvSpPr>
        <p:spPr>
          <a:xfrm>
            <a:off x="7490520" y="6284520"/>
            <a:ext cx="1821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5455" name=""/>
          <p:cNvSpPr txBox="1"/>
          <p:nvPr/>
        </p:nvSpPr>
        <p:spPr>
          <a:xfrm>
            <a:off x="533520" y="476280"/>
            <a:ext cx="41191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 X GitHub </a:t>
            </a:r>
            <a:endParaRPr lang="en-US" sz="3150" b="0" u="none" strike="noStrike">
              <a:solidFill>
                <a:srgbClr val="000000"/>
              </a:solidFill>
              <a:effectLst/>
              <a:uFillTx/>
              <a:latin typeface="游明朝体"/>
            </a:endParaRPr>
          </a:p>
        </p:txBody>
      </p:sp>
      <p:sp>
        <p:nvSpPr>
          <p:cNvPr id="5456"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7"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8"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9"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0"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1"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2"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3"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4"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5"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6"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7"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8"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9"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0"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1"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2"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3"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4"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5"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6"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7"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8"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9"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0"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1"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2"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3"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4"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5"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6"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7"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8"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9"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0"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1"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2"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3"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4"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5"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6"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7"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8"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9"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0"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1"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2"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3"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4"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5"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6"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7"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8"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9"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0"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1"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2"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3"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4"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5"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6"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7"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8"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9"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0"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1"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2"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3"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4"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5"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6"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7"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8"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9"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0"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1"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2"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3"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4"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5"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6"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7"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8"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9"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0"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1"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2"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3"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4"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5"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6"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7"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8"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9"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0"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1"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2"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3"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4"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5"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6"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7"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8"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9"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0"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1"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2"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3"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4"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5"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6"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7"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8"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9"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0"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1"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2"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3"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4"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5"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6"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7"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8"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9"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0"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1"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2"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3"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4"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5"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6"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7"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8"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9"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0"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1"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2"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3"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4"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5"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6"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7"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8"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9"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0"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1"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2"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3"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4"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5"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6"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7"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8"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9"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0"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1"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2"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3"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4"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5"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6"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7"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8"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9"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0"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1"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2"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3"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4"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5"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6"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7"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8"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9"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0"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1"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2"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3"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4"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5"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6"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7"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8"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9"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0"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1"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2"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3"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4"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5"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6"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7"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8" name=""/>
          <p:cNvSpPr txBox="1"/>
          <p:nvPr/>
        </p:nvSpPr>
        <p:spPr>
          <a:xfrm>
            <a:off x="4659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私の開発スタイル</a:t>
            </a:r>
            <a:endParaRPr lang="en-US" sz="3150" b="0" u="none" strike="noStrike">
              <a:solidFill>
                <a:srgbClr val="000000"/>
              </a:solidFill>
              <a:effectLst/>
              <a:uFillTx/>
              <a:latin typeface="游明朝体"/>
            </a:endParaRPr>
          </a:p>
        </p:txBody>
      </p:sp>
      <p:sp>
        <p:nvSpPr>
          <p:cNvPr id="564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v2_slide22-22.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