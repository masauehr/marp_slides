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5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image" Target="../media/image53.png"/><Relationship Id="rId10" Type="http://schemas.openxmlformats.org/officeDocument/2006/relationships/image" Target="../media/image54.png"/><Relationship Id="rId11" Type="http://schemas.openxmlformats.org/officeDocument/2006/relationships/image" Target="../media/image55.png"/><Relationship Id="rId1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57.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mc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19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 name=""/>
          <p:cNvSpPr txBox="1"/>
          <p:nvPr/>
        </p:nvSpPr>
        <p:spPr>
          <a:xfrm>
            <a:off x="533520" y="19029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02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txBox="1"/>
          <p:nvPr/>
        </p:nvSpPr>
        <p:spPr>
          <a:xfrm>
            <a:off x="533520" y="20840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EB6834"/>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38160"/>
          </a:xfrm>
          <a:custGeom>
            <a:avLst/>
            <a:gdLst/>
            <a:ahLst/>
            <a:rect l="0" t="0" r="r" b="b"/>
            <a:pathLst>
              <a:path w="30904" h="106">
                <a:moveTo>
                  <a:pt x="0" y="0"/>
                </a:moveTo>
                <a:lnTo>
                  <a:pt x="30904" y="0"/>
                </a:lnTo>
                <a:lnTo>
                  <a:pt x="30904" y="106"/>
                </a:lnTo>
                <a:lnTo>
                  <a:pt x="0" y="106"/>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552240" y="480996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4"/>
                </a:lnTo>
                <a:cubicBezTo>
                  <a:pt x="30851" y="1178"/>
                  <a:pt x="30849" y="1192"/>
                  <a:pt x="30843" y="1205"/>
                </a:cubicBezTo>
                <a:cubicBezTo>
                  <a:pt x="30838" y="1218"/>
                  <a:pt x="30830" y="1229"/>
                  <a:pt x="30820" y="1240"/>
                </a:cubicBezTo>
                <a:cubicBezTo>
                  <a:pt x="30811" y="1250"/>
                  <a:pt x="30799" y="1258"/>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9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621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757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667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75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66720"/>
            <a:ext cx="83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757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66720"/>
            <a:ext cx="39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527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7572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5696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6596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5696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429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6596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4756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5656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47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565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4756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3356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56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4716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47160"/>
            <a:ext cx="6096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3816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66880"/>
            <a:ext cx="57600" cy="57600"/>
          </a:xfrm>
          <a:custGeom>
            <a:avLst/>
            <a:gdLst/>
            <a:ahLst/>
            <a:rect l="0" t="0" r="r" b="b"/>
            <a:pathLst>
              <a:path w="160" h="160">
                <a:moveTo>
                  <a:pt x="160" y="80"/>
                </a:moveTo>
                <a:cubicBezTo>
                  <a:pt x="160" y="90"/>
                  <a:pt x="158" y="100"/>
                  <a:pt x="154" y="110"/>
                </a:cubicBezTo>
                <a:cubicBezTo>
                  <a:pt x="150" y="120"/>
                  <a:pt x="144" y="129"/>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9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804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71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8048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7148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804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71480"/>
            <a:ext cx="526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804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41720"/>
            <a:ext cx="3990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33080"/>
            <a:ext cx="36036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41720"/>
            <a:ext cx="3627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7620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4172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2"/>
                </a:lnTo>
                <a:lnTo>
                  <a:pt x="0" y="982"/>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3"/>
                </a:lnTo>
                <a:lnTo>
                  <a:pt x="0" y="3163"/>
                </a:lnTo>
                <a:lnTo>
                  <a:pt x="0" y="3054"/>
                </a:lnTo>
                <a:lnTo>
                  <a:pt x="37" y="3054"/>
                </a:lnTo>
                <a:moveTo>
                  <a:pt x="37" y="3273"/>
                </a:moveTo>
                <a:lnTo>
                  <a:pt x="37" y="3383"/>
                </a:lnTo>
                <a:lnTo>
                  <a:pt x="0" y="3383"/>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2"/>
                </a:lnTo>
                <a:lnTo>
                  <a:pt x="0" y="7092"/>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2"/>
                </a:lnTo>
                <a:lnTo>
                  <a:pt x="0" y="9492"/>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2"/>
                </a:lnTo>
                <a:lnTo>
                  <a:pt x="0" y="11892"/>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6" y="158"/>
                  <a:pt x="13098" y="170"/>
                  <a:pt x="13098" y="182"/>
                </a:cubicBezTo>
                <a:lnTo>
                  <a:pt x="13098" y="983"/>
                </a:lnTo>
                <a:cubicBezTo>
                  <a:pt x="13098" y="995"/>
                  <a:pt x="13096"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4"/>
                  <a:pt x="30"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0" y="81"/>
                </a:cubicBezTo>
                <a:cubicBezTo>
                  <a:pt x="37" y="71"/>
                  <a:pt x="45" y="62"/>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エージェント）</a:t>
            </a:r>
            <a:endParaRPr lang="en-US" sz="3000" b="0" u="none" strike="noStrike">
              <a:solidFill>
                <a:srgbClr val="000000"/>
              </a:solidFill>
              <a:effectLst/>
              <a:uFillTx/>
              <a:latin typeface="游明朝体"/>
            </a:endParaRPr>
          </a:p>
        </p:txBody>
      </p:sp>
      <p:sp>
        <p:nvSpPr>
          <p:cNvPr id="327"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200916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20"/>
                  <a:pt x="11916" y="25"/>
                  <a:pt x="11926" y="32"/>
                </a:cubicBezTo>
                <a:cubicBezTo>
                  <a:pt x="11936" y="39"/>
                  <a:pt x="11945" y="46"/>
                  <a:pt x="11954" y="55"/>
                </a:cubicBezTo>
                <a:cubicBezTo>
                  <a:pt x="11962" y="63"/>
                  <a:pt x="11970" y="72"/>
                  <a:pt x="11976" y="82"/>
                </a:cubicBezTo>
                <a:cubicBezTo>
                  <a:pt x="11983" y="92"/>
                  <a:pt x="11989" y="102"/>
                  <a:pt x="11993" y="113"/>
                </a:cubicBezTo>
                <a:cubicBezTo>
                  <a:pt x="11998" y="125"/>
                  <a:pt x="12001" y="136"/>
                  <a:pt x="12003" y="148"/>
                </a:cubicBezTo>
                <a:cubicBezTo>
                  <a:pt x="12006" y="159"/>
                  <a:pt x="12007" y="171"/>
                  <a:pt x="12007" y="183"/>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3"/>
                </a:lnTo>
                <a:cubicBezTo>
                  <a:pt x="0" y="171"/>
                  <a:pt x="2" y="159"/>
                  <a:pt x="4" y="148"/>
                </a:cubicBezTo>
                <a:cubicBezTo>
                  <a:pt x="6" y="136"/>
                  <a:pt x="10" y="125"/>
                  <a:pt x="14" y="113"/>
                </a:cubicBezTo>
                <a:cubicBezTo>
                  <a:pt x="19" y="102"/>
                  <a:pt x="24" y="92"/>
                  <a:pt x="31" y="82"/>
                </a:cubicBezTo>
                <a:cubicBezTo>
                  <a:pt x="38" y="72"/>
                  <a:pt x="45" y="63"/>
                  <a:pt x="54" y="55"/>
                </a:cubicBezTo>
                <a:cubicBezTo>
                  <a:pt x="62" y="46"/>
                  <a:pt x="71" y="39"/>
                  <a:pt x="81" y="32"/>
                </a:cubicBezTo>
                <a:cubicBezTo>
                  <a:pt x="91" y="25"/>
                  <a:pt x="102" y="20"/>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8356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2796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851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97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80764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7"/>
                </a:cubicBezTo>
                <a:cubicBezTo>
                  <a:pt x="786" y="829"/>
                  <a:pt x="763" y="848"/>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8"/>
                  <a:pt x="162" y="829"/>
                  <a:pt x="140" y="807"/>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407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3516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2644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8364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5082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60648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0"/>
                  <a:pt x="11976" y="80"/>
                </a:cubicBezTo>
                <a:cubicBezTo>
                  <a:pt x="11983" y="90"/>
                  <a:pt x="11989" y="101"/>
                  <a:pt x="11993" y="112"/>
                </a:cubicBezTo>
                <a:cubicBezTo>
                  <a:pt x="11998" y="123"/>
                  <a:pt x="12001" y="134"/>
                  <a:pt x="12003" y="146"/>
                </a:cubicBezTo>
                <a:cubicBezTo>
                  <a:pt x="12006" y="158"/>
                  <a:pt x="12007" y="169"/>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69"/>
                  <a:pt x="2" y="158"/>
                  <a:pt x="4" y="146"/>
                </a:cubicBezTo>
                <a:cubicBezTo>
                  <a:pt x="6" y="134"/>
                  <a:pt x="10" y="123"/>
                  <a:pt x="14" y="112"/>
                </a:cubicBezTo>
                <a:cubicBezTo>
                  <a:pt x="19" y="101"/>
                  <a:pt x="24" y="90"/>
                  <a:pt x="31" y="80"/>
                </a:cubicBezTo>
                <a:cubicBezTo>
                  <a:pt x="38" y="70"/>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2" y="236"/>
                  <a:pt x="80" y="210"/>
                </a:cubicBezTo>
                <a:cubicBezTo>
                  <a:pt x="97" y="184"/>
                  <a:pt x="118" y="160"/>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392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2176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2492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824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3066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40496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0"/>
                  <a:pt x="11989" y="101"/>
                  <a:pt x="11993" y="112"/>
                </a:cubicBezTo>
                <a:cubicBezTo>
                  <a:pt x="11998" y="123"/>
                  <a:pt x="12001" y="134"/>
                  <a:pt x="12003" y="146"/>
                </a:cubicBezTo>
                <a:cubicBezTo>
                  <a:pt x="12006" y="158"/>
                  <a:pt x="12007" y="170"/>
                  <a:pt x="12007" y="182"/>
                </a:cubicBezTo>
                <a:lnTo>
                  <a:pt x="12007" y="1419"/>
                </a:lnTo>
                <a:cubicBezTo>
                  <a:pt x="12007" y="1431"/>
                  <a:pt x="12006" y="1443"/>
                  <a:pt x="12003" y="1454"/>
                </a:cubicBezTo>
                <a:cubicBezTo>
                  <a:pt x="12001" y="1466"/>
                  <a:pt x="11998" y="1477"/>
                  <a:pt x="11993" y="1488"/>
                </a:cubicBezTo>
                <a:cubicBezTo>
                  <a:pt x="11989" y="1500"/>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600"/>
                  <a:pt x="11837" y="1601"/>
                  <a:pt x="11825" y="1601"/>
                </a:cubicBezTo>
                <a:lnTo>
                  <a:pt x="182" y="1601"/>
                </a:lnTo>
                <a:cubicBezTo>
                  <a:pt x="170" y="1601"/>
                  <a:pt x="159" y="1600"/>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500"/>
                  <a:pt x="14" y="1488"/>
                </a:cubicBezTo>
                <a:cubicBezTo>
                  <a:pt x="10" y="1477"/>
                  <a:pt x="6" y="1466"/>
                  <a:pt x="4" y="1454"/>
                </a:cubicBezTo>
                <a:cubicBezTo>
                  <a:pt x="2" y="1443"/>
                  <a:pt x="0" y="1431"/>
                  <a:pt x="0" y="1419"/>
                </a:cubicBezTo>
                <a:lnTo>
                  <a:pt x="0" y="182"/>
                </a:lnTo>
                <a:cubicBezTo>
                  <a:pt x="0" y="170"/>
                  <a:pt x="2" y="158"/>
                  <a:pt x="4" y="146"/>
                </a:cubicBezTo>
                <a:cubicBezTo>
                  <a:pt x="6" y="134"/>
                  <a:pt x="10" y="123"/>
                  <a:pt x="14" y="112"/>
                </a:cubicBezTo>
                <a:cubicBezTo>
                  <a:pt x="19" y="101"/>
                  <a:pt x="24" y="90"/>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2" y="237"/>
                  <a:pt x="80" y="211"/>
                </a:cubicBezTo>
                <a:cubicBezTo>
                  <a:pt x="97" y="184"/>
                  <a:pt x="118" y="160"/>
                  <a:pt x="140" y="138"/>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8"/>
                </a:cubicBezTo>
                <a:cubicBezTo>
                  <a:pt x="830" y="160"/>
                  <a:pt x="850" y="184"/>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380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202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2340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9716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99240"/>
            <a:ext cx="196920" cy="196560"/>
          </a:xfrm>
          <a:custGeom>
            <a:avLst/>
            <a:gdLst/>
            <a:ahLst/>
            <a:rect l="0" t="0" r="r" b="b"/>
            <a:pathLst>
              <a:path w="547" h="546">
                <a:moveTo>
                  <a:pt x="547" y="546"/>
                </a:moveTo>
                <a:lnTo>
                  <a:pt x="0" y="273"/>
                </a:lnTo>
                <a:lnTo>
                  <a:pt x="547" y="0"/>
                </a:lnTo>
                <a:lnTo>
                  <a:pt x="547" y="546"/>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3652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20344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274"/>
                </a:lnTo>
                <a:cubicBezTo>
                  <a:pt x="12007" y="1286"/>
                  <a:pt x="12006" y="1297"/>
                  <a:pt x="12003" y="1309"/>
                </a:cubicBezTo>
                <a:cubicBezTo>
                  <a:pt x="12001" y="1321"/>
                  <a:pt x="11998" y="1332"/>
                  <a:pt x="11993" y="1343"/>
                </a:cubicBezTo>
                <a:cubicBezTo>
                  <a:pt x="11989" y="1354"/>
                  <a:pt x="11983" y="1365"/>
                  <a:pt x="11976" y="1375"/>
                </a:cubicBezTo>
                <a:cubicBezTo>
                  <a:pt x="11970" y="1385"/>
                  <a:pt x="11962" y="1394"/>
                  <a:pt x="11954" y="1402"/>
                </a:cubicBezTo>
                <a:cubicBezTo>
                  <a:pt x="11945" y="1411"/>
                  <a:pt x="11936" y="1418"/>
                  <a:pt x="11926" y="1425"/>
                </a:cubicBezTo>
                <a:cubicBezTo>
                  <a:pt x="11916" y="1431"/>
                  <a:pt x="11906" y="1437"/>
                  <a:pt x="11895" y="1442"/>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2"/>
                </a:cubicBezTo>
                <a:cubicBezTo>
                  <a:pt x="102" y="1437"/>
                  <a:pt x="91" y="1431"/>
                  <a:pt x="81" y="1425"/>
                </a:cubicBezTo>
                <a:cubicBezTo>
                  <a:pt x="71" y="1418"/>
                  <a:pt x="62" y="1411"/>
                  <a:pt x="54" y="1402"/>
                </a:cubicBezTo>
                <a:cubicBezTo>
                  <a:pt x="45" y="1394"/>
                  <a:pt x="38" y="1385"/>
                  <a:pt x="31" y="1375"/>
                </a:cubicBezTo>
                <a:cubicBezTo>
                  <a:pt x="24" y="1365"/>
                  <a:pt x="19" y="1354"/>
                  <a:pt x="14" y="1343"/>
                </a:cubicBezTo>
                <a:cubicBezTo>
                  <a:pt x="10" y="1332"/>
                  <a:pt x="6" y="1321"/>
                  <a:pt x="4" y="1309"/>
                </a:cubicBezTo>
                <a:cubicBezTo>
                  <a:pt x="2" y="1297"/>
                  <a:pt x="0" y="1286"/>
                  <a:pt x="0" y="1274"/>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9696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4"/>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6"/>
                </a:moveTo>
                <a:lnTo>
                  <a:pt x="0" y="1087"/>
                </a:lnTo>
                <a:lnTo>
                  <a:pt x="37" y="1087"/>
                </a:lnTo>
                <a:lnTo>
                  <a:pt x="37" y="1196"/>
                </a:lnTo>
                <a:lnTo>
                  <a:pt x="0" y="1196"/>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9"/>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8192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3340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8096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2"/>
                  <a:pt x="13060" y="71"/>
                  <a:pt x="13067" y="81"/>
                </a:cubicBezTo>
                <a:cubicBezTo>
                  <a:pt x="13074" y="91"/>
                  <a:pt x="13079" y="101"/>
                  <a:pt x="13084" y="112"/>
                </a:cubicBezTo>
                <a:cubicBezTo>
                  <a:pt x="13088" y="123"/>
                  <a:pt x="13092" y="134"/>
                  <a:pt x="13094" y="146"/>
                </a:cubicBezTo>
                <a:cubicBezTo>
                  <a:pt x="13097" y="158"/>
                  <a:pt x="13098" y="170"/>
                  <a:pt x="13098" y="182"/>
                </a:cubicBezTo>
                <a:lnTo>
                  <a:pt x="13098" y="983"/>
                </a:lnTo>
                <a:cubicBezTo>
                  <a:pt x="13098" y="995"/>
                  <a:pt x="13097" y="1006"/>
                  <a:pt x="13094" y="1018"/>
                </a:cubicBezTo>
                <a:cubicBezTo>
                  <a:pt x="13092" y="1030"/>
                  <a:pt x="13088" y="1041"/>
                  <a:pt x="13084" y="1052"/>
                </a:cubicBezTo>
                <a:cubicBezTo>
                  <a:pt x="13079" y="1063"/>
                  <a:pt x="13074" y="1074"/>
                  <a:pt x="13067" y="1084"/>
                </a:cubicBezTo>
                <a:cubicBezTo>
                  <a:pt x="13060" y="1094"/>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4"/>
                  <a:pt x="31" y="1084"/>
                </a:cubicBezTo>
                <a:cubicBezTo>
                  <a:pt x="24" y="1074"/>
                  <a:pt x="18" y="1063"/>
                  <a:pt x="14" y="1052"/>
                </a:cubicBezTo>
                <a:cubicBezTo>
                  <a:pt x="9" y="1041"/>
                  <a:pt x="6" y="1030"/>
                  <a:pt x="3" y="1018"/>
                </a:cubicBezTo>
                <a:cubicBezTo>
                  <a:pt x="1" y="1006"/>
                  <a:pt x="0" y="995"/>
                  <a:pt x="0" y="983"/>
                </a:cubicBezTo>
                <a:lnTo>
                  <a:pt x="0" y="182"/>
                </a:lnTo>
                <a:cubicBezTo>
                  <a:pt x="0" y="170"/>
                  <a:pt x="1" y="158"/>
                  <a:pt x="3" y="146"/>
                </a:cubicBezTo>
                <a:cubicBezTo>
                  <a:pt x="6" y="134"/>
                  <a:pt x="9" y="123"/>
                  <a:pt x="14" y="112"/>
                </a:cubicBezTo>
                <a:cubicBezTo>
                  <a:pt x="18" y="101"/>
                  <a:pt x="24" y="91"/>
                  <a:pt x="31" y="81"/>
                </a:cubicBezTo>
                <a:cubicBezTo>
                  <a:pt x="37" y="71"/>
                  <a:pt x="45" y="62"/>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2132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200916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20"/>
                  <a:pt x="11915" y="25"/>
                  <a:pt x="11925" y="32"/>
                </a:cubicBezTo>
                <a:cubicBezTo>
                  <a:pt x="11935" y="39"/>
                  <a:pt x="11944" y="46"/>
                  <a:pt x="11953" y="55"/>
                </a:cubicBezTo>
                <a:cubicBezTo>
                  <a:pt x="11961" y="63"/>
                  <a:pt x="11969" y="72"/>
                  <a:pt x="11975" y="82"/>
                </a:cubicBezTo>
                <a:cubicBezTo>
                  <a:pt x="11982" y="92"/>
                  <a:pt x="11988" y="102"/>
                  <a:pt x="11992" y="113"/>
                </a:cubicBezTo>
                <a:cubicBezTo>
                  <a:pt x="11997" y="125"/>
                  <a:pt x="12000" y="136"/>
                  <a:pt x="12003" y="148"/>
                </a:cubicBezTo>
                <a:cubicBezTo>
                  <a:pt x="12005" y="159"/>
                  <a:pt x="12006" y="171"/>
                  <a:pt x="12006" y="183"/>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3"/>
                </a:lnTo>
                <a:cubicBezTo>
                  <a:pt x="0" y="171"/>
                  <a:pt x="1" y="159"/>
                  <a:pt x="3" y="148"/>
                </a:cubicBezTo>
                <a:cubicBezTo>
                  <a:pt x="5" y="136"/>
                  <a:pt x="9" y="125"/>
                  <a:pt x="13" y="113"/>
                </a:cubicBezTo>
                <a:cubicBezTo>
                  <a:pt x="18" y="102"/>
                  <a:pt x="24" y="92"/>
                  <a:pt x="30" y="82"/>
                </a:cubicBezTo>
                <a:cubicBezTo>
                  <a:pt x="37" y="72"/>
                  <a:pt x="44" y="63"/>
                  <a:pt x="53" y="55"/>
                </a:cubicBezTo>
                <a:cubicBezTo>
                  <a:pt x="61" y="46"/>
                  <a:pt x="70" y="39"/>
                  <a:pt x="80" y="32"/>
                </a:cubicBezTo>
                <a:cubicBezTo>
                  <a:pt x="90" y="25"/>
                  <a:pt x="101" y="20"/>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2724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8356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248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2796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851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97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80764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2572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7"/>
                </a:cubicBezTo>
                <a:cubicBezTo>
                  <a:pt x="787" y="829"/>
                  <a:pt x="763" y="848"/>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8"/>
                  <a:pt x="161" y="829"/>
                  <a:pt x="139" y="807"/>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4072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463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2644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8364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5082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60648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0"/>
                  <a:pt x="11975" y="80"/>
                </a:cubicBezTo>
                <a:cubicBezTo>
                  <a:pt x="11982" y="90"/>
                  <a:pt x="11988" y="101"/>
                  <a:pt x="11992" y="112"/>
                </a:cubicBezTo>
                <a:cubicBezTo>
                  <a:pt x="11997" y="123"/>
                  <a:pt x="12000" y="134"/>
                  <a:pt x="12003" y="146"/>
                </a:cubicBezTo>
                <a:cubicBezTo>
                  <a:pt x="12005" y="158"/>
                  <a:pt x="12006" y="169"/>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69"/>
                  <a:pt x="1" y="158"/>
                  <a:pt x="3" y="146"/>
                </a:cubicBezTo>
                <a:cubicBezTo>
                  <a:pt x="5" y="134"/>
                  <a:pt x="9" y="123"/>
                  <a:pt x="13" y="112"/>
                </a:cubicBezTo>
                <a:cubicBezTo>
                  <a:pt x="18" y="101"/>
                  <a:pt x="24" y="90"/>
                  <a:pt x="30" y="80"/>
                </a:cubicBezTo>
                <a:cubicBezTo>
                  <a:pt x="37" y="70"/>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24200"/>
            <a:ext cx="340920" cy="340560"/>
          </a:xfrm>
          <a:custGeom>
            <a:avLst/>
            <a:gdLst/>
            <a:ahLst/>
            <a:rect l="0" t="0" r="r" b="b"/>
            <a:pathLst>
              <a:path w="947" h="946">
                <a:moveTo>
                  <a:pt x="947" y="473"/>
                </a:moveTo>
                <a:cubicBezTo>
                  <a:pt x="947" y="504"/>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4"/>
                  <a:pt x="0" y="473"/>
                </a:cubicBezTo>
                <a:cubicBezTo>
                  <a:pt x="0" y="442"/>
                  <a:pt x="3" y="411"/>
                  <a:pt x="9" y="380"/>
                </a:cubicBezTo>
                <a:cubicBezTo>
                  <a:pt x="15" y="350"/>
                  <a:pt x="24" y="320"/>
                  <a:pt x="36" y="292"/>
                </a:cubicBezTo>
                <a:cubicBezTo>
                  <a:pt x="48" y="263"/>
                  <a:pt x="63" y="236"/>
                  <a:pt x="80" y="210"/>
                </a:cubicBezTo>
                <a:cubicBezTo>
                  <a:pt x="97" y="184"/>
                  <a:pt x="117" y="160"/>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3920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448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2492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824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3066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40496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0"/>
                  <a:pt x="11988" y="101"/>
                  <a:pt x="11992" y="112"/>
                </a:cubicBezTo>
                <a:cubicBezTo>
                  <a:pt x="11997" y="123"/>
                  <a:pt x="12000" y="134"/>
                  <a:pt x="12003" y="146"/>
                </a:cubicBezTo>
                <a:cubicBezTo>
                  <a:pt x="12005" y="158"/>
                  <a:pt x="12006" y="170"/>
                  <a:pt x="12006" y="182"/>
                </a:cubicBezTo>
                <a:lnTo>
                  <a:pt x="12006" y="1419"/>
                </a:lnTo>
                <a:cubicBezTo>
                  <a:pt x="12006" y="1431"/>
                  <a:pt x="12005" y="1443"/>
                  <a:pt x="12003" y="1454"/>
                </a:cubicBezTo>
                <a:cubicBezTo>
                  <a:pt x="12000" y="1466"/>
                  <a:pt x="11997" y="1477"/>
                  <a:pt x="11992" y="1488"/>
                </a:cubicBezTo>
                <a:cubicBezTo>
                  <a:pt x="11988" y="1500"/>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600"/>
                  <a:pt x="11836" y="1601"/>
                  <a:pt x="11824" y="1601"/>
                </a:cubicBezTo>
                <a:lnTo>
                  <a:pt x="181" y="1601"/>
                </a:lnTo>
                <a:cubicBezTo>
                  <a:pt x="170" y="1601"/>
                  <a:pt x="158" y="1600"/>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500"/>
                  <a:pt x="13" y="1488"/>
                </a:cubicBezTo>
                <a:cubicBezTo>
                  <a:pt x="9" y="1477"/>
                  <a:pt x="5" y="1466"/>
                  <a:pt x="3" y="1454"/>
                </a:cubicBezTo>
                <a:cubicBezTo>
                  <a:pt x="1" y="1443"/>
                  <a:pt x="0" y="1431"/>
                  <a:pt x="0" y="1419"/>
                </a:cubicBezTo>
                <a:lnTo>
                  <a:pt x="0" y="182"/>
                </a:lnTo>
                <a:cubicBezTo>
                  <a:pt x="0" y="170"/>
                  <a:pt x="1" y="158"/>
                  <a:pt x="3" y="146"/>
                </a:cubicBezTo>
                <a:cubicBezTo>
                  <a:pt x="5" y="134"/>
                  <a:pt x="9" y="123"/>
                  <a:pt x="13" y="112"/>
                </a:cubicBezTo>
                <a:cubicBezTo>
                  <a:pt x="18" y="101"/>
                  <a:pt x="24" y="90"/>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22680"/>
            <a:ext cx="340920" cy="340560"/>
          </a:xfrm>
          <a:custGeom>
            <a:avLst/>
            <a:gdLst/>
            <a:ahLst/>
            <a:rect l="0" t="0" r="r" b="b"/>
            <a:pathLst>
              <a:path w="947" h="946">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1"/>
                </a:cubicBezTo>
                <a:cubicBezTo>
                  <a:pt x="15" y="351"/>
                  <a:pt x="24" y="321"/>
                  <a:pt x="36" y="293"/>
                </a:cubicBezTo>
                <a:cubicBezTo>
                  <a:pt x="48" y="264"/>
                  <a:pt x="63" y="237"/>
                  <a:pt x="80" y="211"/>
                </a:cubicBezTo>
                <a:cubicBezTo>
                  <a:pt x="97" y="184"/>
                  <a:pt x="117" y="160"/>
                  <a:pt x="139" y="138"/>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8"/>
                </a:cubicBezTo>
                <a:cubicBezTo>
                  <a:pt x="830" y="160"/>
                  <a:pt x="850" y="184"/>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3804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436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2340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9716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99240"/>
            <a:ext cx="196560" cy="196560"/>
          </a:xfrm>
          <a:custGeom>
            <a:avLst/>
            <a:gdLst/>
            <a:ahLst/>
            <a:rect l="0" t="0" r="r" b="b"/>
            <a:pathLst>
              <a:path w="546" h="546">
                <a:moveTo>
                  <a:pt x="0" y="0"/>
                </a:moveTo>
                <a:lnTo>
                  <a:pt x="546" y="273"/>
                </a:lnTo>
                <a:lnTo>
                  <a:pt x="0" y="546"/>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365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20344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274"/>
                </a:lnTo>
                <a:cubicBezTo>
                  <a:pt x="12006" y="1286"/>
                  <a:pt x="12005" y="1297"/>
                  <a:pt x="12003" y="1309"/>
                </a:cubicBezTo>
                <a:cubicBezTo>
                  <a:pt x="12000" y="1321"/>
                  <a:pt x="11997" y="1332"/>
                  <a:pt x="11992" y="1343"/>
                </a:cubicBezTo>
                <a:cubicBezTo>
                  <a:pt x="11988" y="1354"/>
                  <a:pt x="11982" y="1365"/>
                  <a:pt x="11975" y="1375"/>
                </a:cubicBezTo>
                <a:cubicBezTo>
                  <a:pt x="11969" y="1385"/>
                  <a:pt x="11961" y="1394"/>
                  <a:pt x="11953" y="1402"/>
                </a:cubicBezTo>
                <a:cubicBezTo>
                  <a:pt x="11944" y="1411"/>
                  <a:pt x="11935" y="1418"/>
                  <a:pt x="11925" y="1425"/>
                </a:cubicBezTo>
                <a:cubicBezTo>
                  <a:pt x="11915" y="1431"/>
                  <a:pt x="11905" y="1437"/>
                  <a:pt x="11894" y="1442"/>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2"/>
                </a:cubicBezTo>
                <a:cubicBezTo>
                  <a:pt x="101" y="1437"/>
                  <a:pt x="90" y="1431"/>
                  <a:pt x="80" y="1425"/>
                </a:cubicBezTo>
                <a:cubicBezTo>
                  <a:pt x="70" y="1418"/>
                  <a:pt x="61" y="1411"/>
                  <a:pt x="53" y="1402"/>
                </a:cubicBezTo>
                <a:cubicBezTo>
                  <a:pt x="44" y="1394"/>
                  <a:pt x="37" y="1385"/>
                  <a:pt x="30" y="1375"/>
                </a:cubicBezTo>
                <a:cubicBezTo>
                  <a:pt x="24" y="1365"/>
                  <a:pt x="18" y="1354"/>
                  <a:pt x="13" y="1343"/>
                </a:cubicBezTo>
                <a:cubicBezTo>
                  <a:pt x="9" y="1332"/>
                  <a:pt x="5" y="1321"/>
                  <a:pt x="3" y="1309"/>
                </a:cubicBezTo>
                <a:cubicBezTo>
                  <a:pt x="1" y="1297"/>
                  <a:pt x="0" y="1286"/>
                  <a:pt x="0" y="1274"/>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8516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3340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2132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552240" y="5143320"/>
            <a:ext cx="11106360" cy="1276560"/>
          </a:xfrm>
          <a:custGeom>
            <a:avLst/>
            <a:gdLst/>
            <a:ahLst/>
            <a:rect l="0" t="0" r="r" b="b"/>
            <a:pathLst>
              <a:path w="30851" h="3546">
                <a:moveTo>
                  <a:pt x="0" y="3546"/>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3441"/>
                </a:lnTo>
                <a:cubicBezTo>
                  <a:pt x="30851" y="3455"/>
                  <a:pt x="30849" y="3468"/>
                  <a:pt x="30843" y="3481"/>
                </a:cubicBezTo>
                <a:cubicBezTo>
                  <a:pt x="30838" y="3494"/>
                  <a:pt x="30830" y="3505"/>
                  <a:pt x="30820" y="3515"/>
                </a:cubicBezTo>
                <a:cubicBezTo>
                  <a:pt x="30811" y="3525"/>
                  <a:pt x="30799" y="3533"/>
                  <a:pt x="30786" y="3538"/>
                </a:cubicBezTo>
                <a:cubicBezTo>
                  <a:pt x="30773" y="3544"/>
                  <a:pt x="30760" y="3546"/>
                  <a:pt x="30746"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43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76200"/>
            <a:ext cx="3999960" cy="2437920"/>
          </a:xfrm>
          <a:prstGeom prst="rect">
            <a:avLst/>
          </a:prstGeom>
          <a:noFill/>
          <a:ln w="0">
            <a:noFill/>
          </a:ln>
        </p:spPr>
      </p:pic>
      <p:sp>
        <p:nvSpPr>
          <p:cNvPr id="412" name=""/>
          <p:cNvSpPr/>
          <p:nvPr/>
        </p:nvSpPr>
        <p:spPr>
          <a:xfrm>
            <a:off x="629568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59"/>
                  <a:pt x="6" y="49"/>
                </a:cubicBezTo>
                <a:cubicBezTo>
                  <a:pt x="11" y="40"/>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420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33080"/>
            <a:ext cx="108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76160"/>
            <a:ext cx="692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8480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27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184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40948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69"/>
                  <a:pt x="2" y="59"/>
                  <a:pt x="6" y="49"/>
                </a:cubicBezTo>
                <a:cubicBezTo>
                  <a:pt x="11" y="40"/>
                  <a:pt x="16" y="31"/>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51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5180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428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518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94880"/>
            <a:ext cx="2286720" cy="21204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めさせてマニュアル化 </a:t>
            </a: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85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9488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286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376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28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192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28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19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2820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19200"/>
            <a:ext cx="7099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282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19200"/>
            <a:ext cx="473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70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75080"/>
            <a:ext cx="10700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5120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809320"/>
            <a:ext cx="10656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17960"/>
            <a:ext cx="7073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809320"/>
            <a:ext cx="2023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1796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80932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17960"/>
            <a:ext cx="10890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9408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552240" y="4638600"/>
            <a:ext cx="11106360" cy="457560"/>
          </a:xfrm>
          <a:custGeom>
            <a:avLst/>
            <a:gdLst/>
            <a:ahLst/>
            <a:rect l="0" t="0" r="r" b="b"/>
            <a:pathLst>
              <a:path w="30851" h="1271">
                <a:moveTo>
                  <a:pt x="0" y="1271"/>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2"/>
                  <a:pt x="30843" y="1205"/>
                </a:cubicBezTo>
                <a:cubicBezTo>
                  <a:pt x="30838" y="1218"/>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386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33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38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4708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38080"/>
            <a:ext cx="653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240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47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376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376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286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376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286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14680"/>
            <a:ext cx="57600" cy="57240"/>
          </a:xfrm>
          <a:custGeom>
            <a:avLst/>
            <a:gdLst/>
            <a:ahLst/>
            <a:rect l="0" t="0" r="r" b="b"/>
            <a:pathLst>
              <a:path w="160" h="159">
                <a:moveTo>
                  <a:pt x="160" y="79"/>
                </a:moveTo>
                <a:cubicBezTo>
                  <a:pt x="160" y="90"/>
                  <a:pt x="158" y="100"/>
                  <a:pt x="154" y="109"/>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376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279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18920"/>
            <a:ext cx="515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279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18920"/>
            <a:ext cx="667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904920"/>
            <a:ext cx="57600" cy="57600"/>
          </a:xfrm>
          <a:custGeom>
            <a:avLst/>
            <a:gdLst/>
            <a:ahLst/>
            <a:rect l="0" t="0" r="r" b="b"/>
            <a:pathLst>
              <a:path w="160" h="160">
                <a:moveTo>
                  <a:pt x="160" y="80"/>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2792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1852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9520"/>
            <a:ext cx="819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185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952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185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952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18520"/>
            <a:ext cx="2858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9520"/>
            <a:ext cx="1764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955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8"/>
                  <a:pt x="90" y="160"/>
                  <a:pt x="80" y="160"/>
                </a:cubicBezTo>
                <a:cubicBezTo>
                  <a:pt x="69" y="160"/>
                  <a:pt x="59" y="158"/>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185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20912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20012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20912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70000"/>
            <a:ext cx="3083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61720"/>
            <a:ext cx="11160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70000"/>
            <a:ext cx="32652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txBox="1"/>
          <p:nvPr/>
        </p:nvSpPr>
        <p:spPr>
          <a:xfrm>
            <a:off x="533520" y="316980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552240" y="5810040"/>
            <a:ext cx="11106360" cy="733680"/>
          </a:xfrm>
          <a:custGeom>
            <a:avLst/>
            <a:gdLst/>
            <a:ahLst/>
            <a:rect l="0" t="0" r="r" b="b"/>
            <a:pathLst>
              <a:path w="30851" h="2038">
                <a:moveTo>
                  <a:pt x="0" y="2038"/>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1933"/>
                </a:lnTo>
                <a:cubicBezTo>
                  <a:pt x="30851" y="1947"/>
                  <a:pt x="30849" y="1960"/>
                  <a:pt x="30843" y="1973"/>
                </a:cubicBezTo>
                <a:cubicBezTo>
                  <a:pt x="30838" y="1986"/>
                  <a:pt x="30830" y="1997"/>
                  <a:pt x="30820" y="2007"/>
                </a:cubicBezTo>
                <a:cubicBezTo>
                  <a:pt x="30811" y="2017"/>
                  <a:pt x="30799" y="2025"/>
                  <a:pt x="30786" y="2030"/>
                </a:cubicBezTo>
                <a:cubicBezTo>
                  <a:pt x="30773" y="2036"/>
                  <a:pt x="30760" y="2038"/>
                  <a:pt x="30746" y="2038"/>
                </a:cubicBezTo>
                <a:lnTo>
                  <a:pt x="0" y="2038"/>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1004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304640"/>
            <a:ext cx="43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136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304640"/>
            <a:ext cx="70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1364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304640"/>
            <a:ext cx="378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136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304640"/>
            <a:ext cx="1316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136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304640"/>
            <a:ext cx="932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1364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99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75960"/>
            <a:ext cx="86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8496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7596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84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75960"/>
            <a:ext cx="332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86000"/>
            <a:ext cx="10953360" cy="3295440"/>
          </a:xfrm>
          <a:prstGeom prst="rect">
            <a:avLst/>
          </a:prstGeom>
          <a:noFill/>
          <a:ln w="0">
            <a:noFill/>
          </a:ln>
        </p:spPr>
      </p:pic>
      <p:sp>
        <p:nvSpPr>
          <p:cNvPr id="540" name=""/>
          <p:cNvSpPr txBox="1"/>
          <p:nvPr/>
        </p:nvSpPr>
        <p:spPr>
          <a:xfrm>
            <a:off x="322020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33160"/>
            <a:ext cx="4644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4180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331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41800"/>
            <a:ext cx="56228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1792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2096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17920"/>
            <a:ext cx="5078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209640"/>
            <a:ext cx="574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17920"/>
            <a:ext cx="1632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42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330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420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33080"/>
            <a:ext cx="117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8480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504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278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4094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1848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612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522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382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61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42800"/>
            <a:ext cx="445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42800"/>
            <a:ext cx="364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51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42800"/>
            <a:ext cx="723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51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948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85880"/>
            <a:ext cx="744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948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85880"/>
            <a:ext cx="360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948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1460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376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282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19200"/>
            <a:ext cx="27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282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7092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61520"/>
            <a:ext cx="4382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304600"/>
            <a:ext cx="2667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711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62160"/>
            <a:ext cx="4199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4800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42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76200"/>
            <a:ext cx="2790360" cy="4571640"/>
          </a:xfrm>
          <a:prstGeom prst="rect">
            <a:avLst/>
          </a:prstGeom>
          <a:noFill/>
          <a:ln w="0">
            <a:noFill/>
          </a:ln>
        </p:spPr>
      </p:pic>
      <p:pic>
        <p:nvPicPr>
          <p:cNvPr id="596" name=""/>
          <p:cNvPicPr/>
          <p:nvPr/>
        </p:nvPicPr>
        <p:blipFill>
          <a:blip r:embed="rId2"/>
          <a:stretch/>
        </p:blipFill>
        <p:spPr>
          <a:xfrm>
            <a:off x="9001080" y="1276200"/>
            <a:ext cx="1999800" cy="4571640"/>
          </a:xfrm>
          <a:prstGeom prst="rect">
            <a:avLst/>
          </a:prstGeom>
          <a:noFill/>
          <a:ln w="0">
            <a:noFill/>
          </a:ln>
        </p:spPr>
      </p:pic>
      <p:sp>
        <p:nvSpPr>
          <p:cNvPr id="597" name=""/>
          <p:cNvSpPr txBox="1"/>
          <p:nvPr/>
        </p:nvSpPr>
        <p:spPr>
          <a:xfrm>
            <a:off x="914400" y="6333840"/>
            <a:ext cx="3818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533160" y="5895720"/>
            <a:ext cx="11125440" cy="914760"/>
          </a:xfrm>
          <a:custGeom>
            <a:avLst/>
            <a:gdLst/>
            <a:ahLst/>
            <a:rect l="0" t="0" r="r" b="b"/>
            <a:pathLst>
              <a:path w="30904" h="2541">
                <a:moveTo>
                  <a:pt x="0" y="2382"/>
                </a:moveTo>
                <a:lnTo>
                  <a:pt x="0" y="160"/>
                </a:lnTo>
                <a:cubicBezTo>
                  <a:pt x="0" y="150"/>
                  <a:pt x="1" y="139"/>
                  <a:pt x="3" y="129"/>
                </a:cubicBezTo>
                <a:cubicBezTo>
                  <a:pt x="5" y="118"/>
                  <a:pt x="8" y="108"/>
                  <a:pt x="12" y="98"/>
                </a:cubicBezTo>
                <a:cubicBezTo>
                  <a:pt x="16" y="89"/>
                  <a:pt x="21" y="79"/>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79"/>
                  <a:pt x="30888" y="89"/>
                  <a:pt x="30892" y="98"/>
                </a:cubicBezTo>
                <a:cubicBezTo>
                  <a:pt x="30896" y="108"/>
                  <a:pt x="30899" y="118"/>
                  <a:pt x="30901" y="129"/>
                </a:cubicBezTo>
                <a:cubicBezTo>
                  <a:pt x="30903" y="139"/>
                  <a:pt x="30904" y="150"/>
                  <a:pt x="30904" y="160"/>
                </a:cubicBezTo>
                <a:lnTo>
                  <a:pt x="30904" y="2382"/>
                </a:lnTo>
                <a:cubicBezTo>
                  <a:pt x="30904" y="2393"/>
                  <a:pt x="30903" y="2403"/>
                  <a:pt x="30901" y="2413"/>
                </a:cubicBezTo>
                <a:cubicBezTo>
                  <a:pt x="30899" y="2424"/>
                  <a:pt x="30896" y="2434"/>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4"/>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サーバー（</a:t>
            </a:r>
            <a:endParaRPr lang="en-US" sz="3000" b="0" u="none" strike="noStrike">
              <a:solidFill>
                <a:srgbClr val="000000"/>
              </a:solidFill>
              <a:effectLst/>
              <a:uFillTx/>
              <a:latin typeface="游明朝体"/>
            </a:endParaRPr>
          </a:p>
        </p:txBody>
      </p:sp>
      <p:sp>
        <p:nvSpPr>
          <p:cNvPr id="607" name=""/>
          <p:cNvSpPr txBox="1"/>
          <p:nvPr/>
        </p:nvSpPr>
        <p:spPr>
          <a:xfrm>
            <a:off x="646308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62120"/>
            <a:ext cx="5429520" cy="1010160"/>
          </a:xfrm>
          <a:custGeom>
            <a:avLst/>
            <a:gdLst/>
            <a:ahLst/>
            <a:rect l="0" t="0" r="r" b="b"/>
            <a:pathLst>
              <a:path w="15082" h="2806">
                <a:moveTo>
                  <a:pt x="0" y="2806"/>
                </a:moveTo>
                <a:lnTo>
                  <a:pt x="0" y="0"/>
                </a:lnTo>
                <a:lnTo>
                  <a:pt x="14976" y="0"/>
                </a:lnTo>
                <a:cubicBezTo>
                  <a:pt x="14991" y="0"/>
                  <a:pt x="15004" y="3"/>
                  <a:pt x="15017" y="8"/>
                </a:cubicBezTo>
                <a:cubicBezTo>
                  <a:pt x="15030" y="14"/>
                  <a:pt x="15041" y="21"/>
                  <a:pt x="15051" y="31"/>
                </a:cubicBezTo>
                <a:cubicBezTo>
                  <a:pt x="15061" y="41"/>
                  <a:pt x="15069" y="53"/>
                  <a:pt x="15074" y="66"/>
                </a:cubicBezTo>
                <a:cubicBezTo>
                  <a:pt x="15080" y="79"/>
                  <a:pt x="15082" y="92"/>
                  <a:pt x="15082" y="106"/>
                </a:cubicBezTo>
                <a:lnTo>
                  <a:pt x="15082" y="2700"/>
                </a:lnTo>
                <a:cubicBezTo>
                  <a:pt x="15082" y="2714"/>
                  <a:pt x="15080" y="2728"/>
                  <a:pt x="15074" y="2741"/>
                </a:cubicBezTo>
                <a:cubicBezTo>
                  <a:pt x="15069" y="2754"/>
                  <a:pt x="15061" y="2765"/>
                  <a:pt x="15051" y="2775"/>
                </a:cubicBezTo>
                <a:cubicBezTo>
                  <a:pt x="15041" y="2785"/>
                  <a:pt x="15030" y="2793"/>
                  <a:pt x="15017" y="2798"/>
                </a:cubicBezTo>
                <a:cubicBezTo>
                  <a:pt x="15004" y="2803"/>
                  <a:pt x="14991" y="2806"/>
                  <a:pt x="14976" y="2806"/>
                </a:cubicBezTo>
                <a:lnTo>
                  <a:pt x="0" y="280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6212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84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612" name=""/>
          <p:cNvSpPr txBox="1"/>
          <p:nvPr/>
        </p:nvSpPr>
        <p:spPr>
          <a:xfrm>
            <a:off x="799920" y="1342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33080"/>
            <a:ext cx="13028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4208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76160"/>
            <a:ext cx="29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848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761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84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76160"/>
            <a:ext cx="427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8480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754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184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409480"/>
            <a:ext cx="2124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1848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800080"/>
            <a:ext cx="9072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800080"/>
            <a:ext cx="143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800080"/>
            <a:ext cx="61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80908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42800"/>
            <a:ext cx="12463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5180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42800"/>
            <a:ext cx="5900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9488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52440"/>
            <a:ext cx="40132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93880"/>
            <a:ext cx="5446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85600"/>
            <a:ext cx="2491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93880"/>
            <a:ext cx="41720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70000"/>
            <a:ext cx="27212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6172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70000"/>
            <a:ext cx="21769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19240"/>
            <a:ext cx="5429520" cy="1276560"/>
          </a:xfrm>
          <a:custGeom>
            <a:avLst/>
            <a:gdLst/>
            <a:ahLst/>
            <a:rect l="0" t="0" r="r" b="b"/>
            <a:pathLst>
              <a:path w="15082" h="3546">
                <a:moveTo>
                  <a:pt x="0" y="3546"/>
                </a:moveTo>
                <a:lnTo>
                  <a:pt x="0" y="0"/>
                </a:lnTo>
                <a:lnTo>
                  <a:pt x="14977" y="0"/>
                </a:lnTo>
                <a:cubicBezTo>
                  <a:pt x="14991" y="0"/>
                  <a:pt x="15004" y="2"/>
                  <a:pt x="15017" y="8"/>
                </a:cubicBezTo>
                <a:cubicBezTo>
                  <a:pt x="15030" y="13"/>
                  <a:pt x="15042" y="21"/>
                  <a:pt x="15051" y="31"/>
                </a:cubicBezTo>
                <a:cubicBezTo>
                  <a:pt x="15061" y="41"/>
                  <a:pt x="15069" y="52"/>
                  <a:pt x="15074" y="65"/>
                </a:cubicBezTo>
                <a:cubicBezTo>
                  <a:pt x="15080" y="78"/>
                  <a:pt x="15082" y="91"/>
                  <a:pt x="15082" y="105"/>
                </a:cubicBezTo>
                <a:lnTo>
                  <a:pt x="15082" y="3440"/>
                </a:lnTo>
                <a:cubicBezTo>
                  <a:pt x="15082" y="3454"/>
                  <a:pt x="15080" y="3468"/>
                  <a:pt x="15074" y="3481"/>
                </a:cubicBezTo>
                <a:cubicBezTo>
                  <a:pt x="15069" y="3494"/>
                  <a:pt x="15061" y="3505"/>
                  <a:pt x="15051" y="3515"/>
                </a:cubicBezTo>
                <a:cubicBezTo>
                  <a:pt x="15042" y="3525"/>
                  <a:pt x="15030" y="3533"/>
                  <a:pt x="15017" y="3538"/>
                </a:cubicBezTo>
                <a:cubicBezTo>
                  <a:pt x="15004" y="3543"/>
                  <a:pt x="14991" y="3546"/>
                  <a:pt x="14977" y="3546"/>
                </a:cubicBezTo>
                <a:lnTo>
                  <a:pt x="0" y="3546"/>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1924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36760"/>
            <a:ext cx="9075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1400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2300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1820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5064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27120"/>
            <a:ext cx="29023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93880"/>
            <a:ext cx="25398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70000"/>
            <a:ext cx="344664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5628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6384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5628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6384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5628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6384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562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6384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5628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6384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30180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9424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30180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533520" y="316980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5216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6980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0" name=""/>
          <p:cNvSpPr/>
          <p:nvPr/>
        </p:nvSpPr>
        <p:spPr>
          <a:xfrm>
            <a:off x="552240" y="620064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1"/>
                </a:lnTo>
                <a:cubicBezTo>
                  <a:pt x="30851" y="1206"/>
                  <a:pt x="30849" y="1219"/>
                  <a:pt x="30843" y="1232"/>
                </a:cubicBezTo>
                <a:cubicBezTo>
                  <a:pt x="30838" y="1245"/>
                  <a:pt x="30830" y="1256"/>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20064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3308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42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8480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278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47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706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612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522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612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1042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470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38000"/>
            <a:ext cx="785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337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4700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4732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383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4732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940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28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7"/>
                  <a:pt x="40" y="11"/>
                  <a:pt x="49" y="7"/>
                </a:cubicBezTo>
                <a:cubicBezTo>
                  <a:pt x="59" y="3"/>
                  <a:pt x="69" y="0"/>
                  <a:pt x="80" y="0"/>
                </a:cubicBezTo>
                <a:cubicBezTo>
                  <a:pt x="90" y="0"/>
                  <a:pt x="101" y="3"/>
                  <a:pt x="111" y="7"/>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5184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4244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8552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76200"/>
            <a:ext cx="3400200" cy="3333240"/>
          </a:xfrm>
          <a:prstGeom prst="rect">
            <a:avLst/>
          </a:prstGeom>
          <a:noFill/>
          <a:ln w="0">
            <a:noFill/>
          </a:ln>
        </p:spPr>
      </p:pic>
      <p:pic>
        <p:nvPicPr>
          <p:cNvPr id="707" name=""/>
          <p:cNvPicPr/>
          <p:nvPr/>
        </p:nvPicPr>
        <p:blipFill>
          <a:blip r:embed="rId2"/>
          <a:stretch/>
        </p:blipFill>
        <p:spPr>
          <a:xfrm>
            <a:off x="8429760" y="1276200"/>
            <a:ext cx="3400200" cy="3333240"/>
          </a:xfrm>
          <a:prstGeom prst="rect">
            <a:avLst/>
          </a:prstGeom>
          <a:noFill/>
          <a:ln w="0">
            <a:noFill/>
          </a:ln>
        </p:spPr>
      </p:pic>
      <p:sp>
        <p:nvSpPr>
          <p:cNvPr id="708" name=""/>
          <p:cNvSpPr txBox="1"/>
          <p:nvPr/>
        </p:nvSpPr>
        <p:spPr>
          <a:xfrm>
            <a:off x="799920" y="562824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6416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7028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7028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6416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7028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6416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7028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7044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6432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7044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32400"/>
            <a:ext cx="67107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23760"/>
            <a:ext cx="104544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32400"/>
            <a:ext cx="7261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552240" y="5514840"/>
            <a:ext cx="11106360" cy="457560"/>
          </a:xfrm>
          <a:custGeom>
            <a:avLst/>
            <a:gdLst/>
            <a:ahLst/>
            <a:rect l="0" t="0" r="r" b="b"/>
            <a:pathLst>
              <a:path w="30851" h="1271">
                <a:moveTo>
                  <a:pt x="0" y="1271"/>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65"/>
                </a:lnTo>
                <a:cubicBezTo>
                  <a:pt x="30851" y="1179"/>
                  <a:pt x="30849" y="1193"/>
                  <a:pt x="30843" y="1206"/>
                </a:cubicBezTo>
                <a:cubicBezTo>
                  <a:pt x="30838" y="1219"/>
                  <a:pt x="30830" y="1230"/>
                  <a:pt x="30820" y="1240"/>
                </a:cubicBezTo>
                <a:cubicBezTo>
                  <a:pt x="30811" y="1250"/>
                  <a:pt x="30799" y="1257"/>
                  <a:pt x="30786" y="1263"/>
                </a:cubicBezTo>
                <a:cubicBezTo>
                  <a:pt x="30773" y="1268"/>
                  <a:pt x="30760" y="1271"/>
                  <a:pt x="30746" y="1271"/>
                </a:cubicBezTo>
                <a:lnTo>
                  <a:pt x="0" y="1271"/>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1484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で解決</a:t>
            </a:r>
            <a:endParaRPr lang="en-US" sz="3000" b="0" u="none" strike="noStrike">
              <a:solidFill>
                <a:srgbClr val="000000"/>
              </a:solidFill>
              <a:effectLst/>
              <a:uFillTx/>
              <a:latin typeface="游明朝体"/>
            </a:endParaRPr>
          </a:p>
        </p:txBody>
      </p:sp>
      <p:sp>
        <p:nvSpPr>
          <p:cNvPr id="733" name=""/>
          <p:cNvSpPr txBox="1"/>
          <p:nvPr/>
        </p:nvSpPr>
        <p:spPr>
          <a:xfrm>
            <a:off x="533520" y="17420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27880"/>
            <a:ext cx="4763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42880"/>
            <a:ext cx="2429280" cy="200520"/>
          </a:xfrm>
          <a:custGeom>
            <a:avLst/>
            <a:gdLst/>
            <a:ahLst/>
            <a:rect l="0" t="0" r="r" b="b"/>
            <a:pathLst>
              <a:path w="6748" h="557">
                <a:moveTo>
                  <a:pt x="0" y="477"/>
                </a:moveTo>
                <a:lnTo>
                  <a:pt x="0" y="80"/>
                </a:lnTo>
                <a:cubicBezTo>
                  <a:pt x="0" y="69"/>
                  <a:pt x="2" y="59"/>
                  <a:pt x="6" y="49"/>
                </a:cubicBezTo>
                <a:cubicBezTo>
                  <a:pt x="10" y="40"/>
                  <a:pt x="16" y="31"/>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1"/>
                  <a:pt x="6738" y="40"/>
                  <a:pt x="6742" y="49"/>
                </a:cubicBezTo>
                <a:cubicBezTo>
                  <a:pt x="6746" y="59"/>
                  <a:pt x="6748" y="69"/>
                  <a:pt x="6748" y="80"/>
                </a:cubicBezTo>
                <a:lnTo>
                  <a:pt x="6748" y="477"/>
                </a:lnTo>
                <a:cubicBezTo>
                  <a:pt x="6748" y="488"/>
                  <a:pt x="6746" y="498"/>
                  <a:pt x="6742" y="508"/>
                </a:cubicBezTo>
                <a:cubicBezTo>
                  <a:pt x="6738" y="518"/>
                  <a:pt x="6732" y="526"/>
                  <a:pt x="6725" y="534"/>
                </a:cubicBezTo>
                <a:cubicBezTo>
                  <a:pt x="6718" y="541"/>
                  <a:pt x="6709" y="547"/>
                  <a:pt x="6699" y="551"/>
                </a:cubicBezTo>
                <a:cubicBezTo>
                  <a:pt x="6689" y="555"/>
                  <a:pt x="6679" y="557"/>
                  <a:pt x="6669" y="557"/>
                </a:cubicBezTo>
                <a:lnTo>
                  <a:pt x="80" y="557"/>
                </a:lnTo>
                <a:cubicBezTo>
                  <a:pt x="69" y="557"/>
                  <a:pt x="59" y="555"/>
                  <a:pt x="49" y="551"/>
                </a:cubicBezTo>
                <a:cubicBezTo>
                  <a:pt x="40" y="547"/>
                  <a:pt x="31" y="541"/>
                  <a:pt x="24" y="534"/>
                </a:cubicBezTo>
                <a:cubicBezTo>
                  <a:pt x="16" y="526"/>
                  <a:pt x="10" y="518"/>
                  <a:pt x="6" y="508"/>
                </a:cubicBezTo>
                <a:cubicBezTo>
                  <a:pt x="2" y="498"/>
                  <a:pt x="0" y="488"/>
                  <a:pt x="0" y="477"/>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137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5116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137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704960"/>
            <a:ext cx="4952520" cy="280944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46600"/>
            <a:ext cx="79804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542880" y="3981240"/>
            <a:ext cx="1648080" cy="381240"/>
          </a:xfrm>
          <a:custGeom>
            <a:avLst/>
            <a:gdLst/>
            <a:ahLst/>
            <a:rect l="0" t="0" r="r" b="b"/>
            <a:pathLst>
              <a:path w="4578" h="1059">
                <a:moveTo>
                  <a:pt x="20" y="20"/>
                </a:moveTo>
                <a:cubicBezTo>
                  <a:pt x="27" y="13"/>
                  <a:pt x="35" y="6"/>
                  <a:pt x="44" y="0"/>
                </a:cubicBezTo>
                <a:lnTo>
                  <a:pt x="4578" y="0"/>
                </a:lnTo>
                <a:lnTo>
                  <a:pt x="4578" y="1059"/>
                </a:lnTo>
                <a:lnTo>
                  <a:pt x="0" y="1059"/>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812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812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763" name=""/>
          <p:cNvPicPr/>
          <p:nvPr/>
        </p:nvPicPr>
        <p:blipFill>
          <a:blip r:embed="rId1"/>
          <a:stretch/>
        </p:blipFill>
        <p:spPr>
          <a:xfrm>
            <a:off x="533520" y="3962520"/>
            <a:ext cx="5447880" cy="1549080"/>
          </a:xfrm>
          <a:prstGeom prst="rect">
            <a:avLst/>
          </a:prstGeom>
          <a:noFill/>
          <a:ln w="0">
            <a:noFill/>
          </a:ln>
        </p:spPr>
      </p:pic>
      <p:pic>
        <p:nvPicPr>
          <p:cNvPr id="764" name=""/>
          <p:cNvPicPr/>
          <p:nvPr/>
        </p:nvPicPr>
        <p:blipFill>
          <a:blip r:embed="rId2"/>
          <a:stretch/>
        </p:blipFill>
        <p:spPr>
          <a:xfrm>
            <a:off x="533520" y="5511960"/>
            <a:ext cx="5447880" cy="0"/>
          </a:xfrm>
          <a:prstGeom prst="rect">
            <a:avLst/>
          </a:prstGeom>
          <a:noFill/>
          <a:ln w="0">
            <a:noFill/>
          </a:ln>
        </p:spPr>
      </p:pic>
      <p:pic>
        <p:nvPicPr>
          <p:cNvPr id="765" name=""/>
          <p:cNvPicPr/>
          <p:nvPr/>
        </p:nvPicPr>
        <p:blipFill>
          <a:blip r:embed="rId3"/>
          <a:stretch/>
        </p:blipFill>
        <p:spPr>
          <a:xfrm>
            <a:off x="533520" y="3962520"/>
            <a:ext cx="5447880" cy="1549080"/>
          </a:xfrm>
          <a:prstGeom prst="rect">
            <a:avLst/>
          </a:prstGeom>
          <a:noFill/>
          <a:ln w="0">
            <a:noFill/>
          </a:ln>
        </p:spPr>
      </p:pic>
      <p:pic>
        <p:nvPicPr>
          <p:cNvPr id="766" name=""/>
          <p:cNvPicPr/>
          <p:nvPr/>
        </p:nvPicPr>
        <p:blipFill>
          <a:blip r:embed="rId4"/>
          <a:stretch/>
        </p:blipFill>
        <p:spPr>
          <a:xfrm>
            <a:off x="533520" y="5511960"/>
            <a:ext cx="5447880" cy="0"/>
          </a:xfrm>
          <a:prstGeom prst="rect">
            <a:avLst/>
          </a:prstGeom>
          <a:noFill/>
          <a:ln w="0">
            <a:noFill/>
          </a:ln>
        </p:spPr>
      </p:pic>
      <p:pic>
        <p:nvPicPr>
          <p:cNvPr id="767" name=""/>
          <p:cNvPicPr/>
          <p:nvPr/>
        </p:nvPicPr>
        <p:blipFill>
          <a:blip r:embed="rId5"/>
          <a:stretch/>
        </p:blipFill>
        <p:spPr>
          <a:xfrm>
            <a:off x="533520" y="3962520"/>
            <a:ext cx="5447880" cy="1549080"/>
          </a:xfrm>
          <a:prstGeom prst="rect">
            <a:avLst/>
          </a:prstGeom>
          <a:noFill/>
          <a:ln w="0">
            <a:noFill/>
          </a:ln>
        </p:spPr>
      </p:pic>
      <p:pic>
        <p:nvPicPr>
          <p:cNvPr id="768" name=""/>
          <p:cNvPicPr/>
          <p:nvPr/>
        </p:nvPicPr>
        <p:blipFill>
          <a:blip r:embed="rId6"/>
          <a:stretch/>
        </p:blipFill>
        <p:spPr>
          <a:xfrm>
            <a:off x="533520" y="5511960"/>
            <a:ext cx="5447880" cy="0"/>
          </a:xfrm>
          <a:prstGeom prst="rect">
            <a:avLst/>
          </a:prstGeom>
          <a:noFill/>
          <a:ln w="0">
            <a:noFill/>
          </a:ln>
        </p:spPr>
      </p:pic>
      <p:sp>
        <p:nvSpPr>
          <p:cNvPr id="769" name=""/>
          <p:cNvSpPr/>
          <p:nvPr/>
        </p:nvSpPr>
        <p:spPr>
          <a:xfrm>
            <a:off x="542880" y="436212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6212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6212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433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433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433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24240"/>
            <a:ext cx="1648080" cy="381240"/>
          </a:xfrm>
          <a:custGeom>
            <a:avLst/>
            <a:gdLst/>
            <a:ahLst/>
            <a:rect l="0" t="0" r="r" b="b"/>
            <a:pathLst>
              <a:path w="4578" h="1059">
                <a:moveTo>
                  <a:pt x="132" y="1059"/>
                </a:moveTo>
                <a:cubicBezTo>
                  <a:pt x="111" y="1059"/>
                  <a:pt x="91" y="1055"/>
                  <a:pt x="71" y="1047"/>
                </a:cubicBezTo>
                <a:cubicBezTo>
                  <a:pt x="52" y="1039"/>
                  <a:pt x="35" y="1028"/>
                  <a:pt x="20" y="1013"/>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2424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2424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33160" y="399744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558720" y="397188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218088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2190600" y="3971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334296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3352680" y="3971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4733640" y="397188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533160" y="43527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2190600" y="43527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3352680" y="43527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8088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4296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4733640" y="43621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5331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533160" y="47336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218088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2190600" y="47336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334296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3352680" y="47336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4733640" y="47433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533160" y="51242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533160" y="51148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218088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2190600" y="51148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334296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3352680" y="51148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4733640" y="51242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558720" y="5495760"/>
            <a:ext cx="1632240" cy="9720"/>
          </a:xfrm>
          <a:custGeom>
            <a:avLst/>
            <a:gdLst/>
            <a:ahLst/>
            <a:rect l="0" t="0" r="r" b="b"/>
            <a:pathLst>
              <a:path w="4534" h="27">
                <a:moveTo>
                  <a:pt x="88" y="27"/>
                </a:moveTo>
                <a:cubicBezTo>
                  <a:pt x="67" y="27"/>
                  <a:pt x="47" y="23"/>
                  <a:pt x="27" y="15"/>
                </a:cubicBezTo>
                <a:cubicBezTo>
                  <a:pt x="18" y="11"/>
                  <a:pt x="9" y="6"/>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2190600" y="549576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3352680" y="549576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618840" y="1428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59"/>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農業気象データによる太陽光発電量予測</a:t>
            </a:r>
            <a:endParaRPr lang="en-US" sz="3000" b="0" u="none" strike="noStrike">
              <a:solidFill>
                <a:srgbClr val="000000"/>
              </a:solidFill>
              <a:effectLst/>
              <a:uFillTx/>
              <a:latin typeface="游明朝体"/>
            </a:endParaRPr>
          </a:p>
        </p:txBody>
      </p:sp>
      <p:sp>
        <p:nvSpPr>
          <p:cNvPr id="814" name=""/>
          <p:cNvSpPr txBox="1"/>
          <p:nvPr/>
        </p:nvSpPr>
        <p:spPr>
          <a:xfrm>
            <a:off x="799920" y="13420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5" name=""/>
          <p:cNvSpPr txBox="1"/>
          <p:nvPr/>
        </p:nvSpPr>
        <p:spPr>
          <a:xfrm>
            <a:off x="4589280" y="133308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6" name=""/>
          <p:cNvSpPr txBox="1"/>
          <p:nvPr/>
        </p:nvSpPr>
        <p:spPr>
          <a:xfrm>
            <a:off x="540396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17" name=""/>
          <p:cNvSpPr txBox="1"/>
          <p:nvPr/>
        </p:nvSpPr>
        <p:spPr>
          <a:xfrm>
            <a:off x="5594760" y="1333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18" name=""/>
          <p:cNvSpPr txBox="1"/>
          <p:nvPr/>
        </p:nvSpPr>
        <p:spPr>
          <a:xfrm>
            <a:off x="5700600" y="13420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19" name=""/>
          <p:cNvSpPr/>
          <p:nvPr/>
        </p:nvSpPr>
        <p:spPr>
          <a:xfrm>
            <a:off x="618840" y="21621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txBox="1"/>
          <p:nvPr/>
        </p:nvSpPr>
        <p:spPr>
          <a:xfrm>
            <a:off x="799920" y="16848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1" name=""/>
          <p:cNvSpPr txBox="1"/>
          <p:nvPr/>
        </p:nvSpPr>
        <p:spPr>
          <a:xfrm>
            <a:off x="79992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2" name=""/>
          <p:cNvSpPr txBox="1"/>
          <p:nvPr/>
        </p:nvSpPr>
        <p:spPr>
          <a:xfrm>
            <a:off x="1360800" y="2075400"/>
            <a:ext cx="4572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3" name=""/>
          <p:cNvSpPr/>
          <p:nvPr/>
        </p:nvSpPr>
        <p:spPr>
          <a:xfrm>
            <a:off x="618840" y="2895480"/>
            <a:ext cx="57600" cy="57600"/>
          </a:xfrm>
          <a:custGeom>
            <a:avLst/>
            <a:gdLst/>
            <a:ahLst/>
            <a:rect l="0" t="0" r="r" b="b"/>
            <a:pathLst>
              <a:path w="160" h="160">
                <a:moveTo>
                  <a:pt x="160" y="79"/>
                </a:moveTo>
                <a:cubicBezTo>
                  <a:pt x="160" y="90"/>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txBox="1"/>
          <p:nvPr/>
        </p:nvSpPr>
        <p:spPr>
          <a:xfrm>
            <a:off x="799920" y="241848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5" name=""/>
          <p:cNvSpPr txBox="1"/>
          <p:nvPr/>
        </p:nvSpPr>
        <p:spPr>
          <a:xfrm>
            <a:off x="799920" y="280908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6" name=""/>
          <p:cNvSpPr txBox="1"/>
          <p:nvPr/>
        </p:nvSpPr>
        <p:spPr>
          <a:xfrm>
            <a:off x="156204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7" name=""/>
          <p:cNvSpPr txBox="1"/>
          <p:nvPr/>
        </p:nvSpPr>
        <p:spPr>
          <a:xfrm>
            <a:off x="1667880" y="2809080"/>
            <a:ext cx="4191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28" name=""/>
          <p:cNvSpPr txBox="1"/>
          <p:nvPr/>
        </p:nvSpPr>
        <p:spPr>
          <a:xfrm>
            <a:off x="585900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29" name=""/>
          <p:cNvSpPr/>
          <p:nvPr/>
        </p:nvSpPr>
        <p:spPr>
          <a:xfrm>
            <a:off x="618840" y="36288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txBox="1"/>
          <p:nvPr/>
        </p:nvSpPr>
        <p:spPr>
          <a:xfrm>
            <a:off x="799920" y="3151800"/>
            <a:ext cx="953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1" name=""/>
          <p:cNvSpPr txBox="1"/>
          <p:nvPr/>
        </p:nvSpPr>
        <p:spPr>
          <a:xfrm>
            <a:off x="799920" y="35424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2" name=""/>
          <p:cNvSpPr txBox="1"/>
          <p:nvPr/>
        </p:nvSpPr>
        <p:spPr>
          <a:xfrm>
            <a:off x="1181160" y="3533400"/>
            <a:ext cx="371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3" name=""/>
          <p:cNvSpPr txBox="1"/>
          <p:nvPr/>
        </p:nvSpPr>
        <p:spPr>
          <a:xfrm>
            <a:off x="1551960" y="354240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4" name=""/>
          <p:cNvSpPr txBox="1"/>
          <p:nvPr/>
        </p:nvSpPr>
        <p:spPr>
          <a:xfrm>
            <a:off x="3456720" y="3533400"/>
            <a:ext cx="6570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5" name=""/>
          <p:cNvSpPr txBox="1"/>
          <p:nvPr/>
        </p:nvSpPr>
        <p:spPr>
          <a:xfrm>
            <a:off x="4113000" y="3542400"/>
            <a:ext cx="1143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6" name=""/>
          <p:cNvSpPr txBox="1"/>
          <p:nvPr/>
        </p:nvSpPr>
        <p:spPr>
          <a:xfrm>
            <a:off x="666720" y="40737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37" name=""/>
          <p:cNvSpPr txBox="1"/>
          <p:nvPr/>
        </p:nvSpPr>
        <p:spPr>
          <a:xfrm>
            <a:off x="2317680" y="406584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38" name=""/>
          <p:cNvSpPr txBox="1"/>
          <p:nvPr/>
        </p:nvSpPr>
        <p:spPr>
          <a:xfrm>
            <a:off x="250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39" name=""/>
          <p:cNvSpPr txBox="1"/>
          <p:nvPr/>
        </p:nvSpPr>
        <p:spPr>
          <a:xfrm>
            <a:off x="2680200" y="406584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0" name=""/>
          <p:cNvSpPr txBox="1"/>
          <p:nvPr/>
        </p:nvSpPr>
        <p:spPr>
          <a:xfrm>
            <a:off x="304884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1" name=""/>
          <p:cNvSpPr txBox="1"/>
          <p:nvPr/>
        </p:nvSpPr>
        <p:spPr>
          <a:xfrm>
            <a:off x="3477240" y="406584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2" name=""/>
          <p:cNvSpPr txBox="1"/>
          <p:nvPr/>
        </p:nvSpPr>
        <p:spPr>
          <a:xfrm>
            <a:off x="4385520" y="407376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3" name=""/>
          <p:cNvSpPr txBox="1"/>
          <p:nvPr/>
        </p:nvSpPr>
        <p:spPr>
          <a:xfrm>
            <a:off x="4556880" y="406584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4" name=""/>
          <p:cNvSpPr txBox="1"/>
          <p:nvPr/>
        </p:nvSpPr>
        <p:spPr>
          <a:xfrm>
            <a:off x="666720" y="444672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5" name=""/>
          <p:cNvSpPr txBox="1"/>
          <p:nvPr/>
        </p:nvSpPr>
        <p:spPr>
          <a:xfrm>
            <a:off x="2317680" y="444672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6" name=""/>
          <p:cNvSpPr txBox="1"/>
          <p:nvPr/>
        </p:nvSpPr>
        <p:spPr>
          <a:xfrm>
            <a:off x="3477240" y="444672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47" name=""/>
          <p:cNvSpPr txBox="1"/>
          <p:nvPr/>
        </p:nvSpPr>
        <p:spPr>
          <a:xfrm>
            <a:off x="666720" y="4827960"/>
            <a:ext cx="13885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48" name=""/>
          <p:cNvSpPr txBox="1"/>
          <p:nvPr/>
        </p:nvSpPr>
        <p:spPr>
          <a:xfrm>
            <a:off x="2317680" y="482796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49" name=""/>
          <p:cNvSpPr txBox="1"/>
          <p:nvPr/>
        </p:nvSpPr>
        <p:spPr>
          <a:xfrm>
            <a:off x="3477240" y="48279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0" name=""/>
          <p:cNvSpPr txBox="1"/>
          <p:nvPr/>
        </p:nvSpPr>
        <p:spPr>
          <a:xfrm>
            <a:off x="666720" y="5208840"/>
            <a:ext cx="4939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1" name=""/>
          <p:cNvSpPr txBox="1"/>
          <p:nvPr/>
        </p:nvSpPr>
        <p:spPr>
          <a:xfrm>
            <a:off x="1162080" y="52167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2" name=""/>
          <p:cNvSpPr txBox="1"/>
          <p:nvPr/>
        </p:nvSpPr>
        <p:spPr>
          <a:xfrm>
            <a:off x="2317680" y="5208840"/>
            <a:ext cx="427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3" name=""/>
          <p:cNvSpPr txBox="1"/>
          <p:nvPr/>
        </p:nvSpPr>
        <p:spPr>
          <a:xfrm>
            <a:off x="3477240" y="52088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4" name=""/>
          <p:cNvSpPr txBox="1"/>
          <p:nvPr/>
        </p:nvSpPr>
        <p:spPr>
          <a:xfrm>
            <a:off x="533520" y="568548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855" name=""/>
          <p:cNvSpPr txBox="1"/>
          <p:nvPr/>
        </p:nvSpPr>
        <p:spPr>
          <a:xfrm>
            <a:off x="723960" y="567648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6" name=""/>
          <p:cNvSpPr txBox="1"/>
          <p:nvPr/>
        </p:nvSpPr>
        <p:spPr>
          <a:xfrm>
            <a:off x="776880" y="568548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57" name=""/>
          <p:cNvSpPr txBox="1"/>
          <p:nvPr/>
        </p:nvSpPr>
        <p:spPr>
          <a:xfrm>
            <a:off x="4386960" y="567648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58" name=""/>
          <p:cNvPicPr/>
          <p:nvPr/>
        </p:nvPicPr>
        <p:blipFill>
          <a:blip r:embed="rId7"/>
          <a:stretch/>
        </p:blipFill>
        <p:spPr>
          <a:xfrm>
            <a:off x="7496280" y="609480"/>
            <a:ext cx="2876040" cy="2856960"/>
          </a:xfrm>
          <a:prstGeom prst="rect">
            <a:avLst/>
          </a:prstGeom>
          <a:noFill/>
          <a:ln w="0">
            <a:noFill/>
          </a:ln>
        </p:spPr>
      </p:pic>
      <p:pic>
        <p:nvPicPr>
          <p:cNvPr id="859" name=""/>
          <p:cNvPicPr/>
          <p:nvPr/>
        </p:nvPicPr>
        <p:blipFill>
          <a:blip r:embed="rId8"/>
          <a:stretch/>
        </p:blipFill>
        <p:spPr>
          <a:xfrm>
            <a:off x="6486480" y="3543120"/>
            <a:ext cx="4895640" cy="2857320"/>
          </a:xfrm>
          <a:prstGeom prst="rect">
            <a:avLst/>
          </a:prstGeom>
          <a:noFill/>
          <a:ln w="0">
            <a:noFill/>
          </a:ln>
        </p:spPr>
      </p:pic>
      <p:sp>
        <p:nvSpPr>
          <p:cNvPr id="860" name=""/>
          <p:cNvSpPr txBox="1"/>
          <p:nvPr/>
        </p:nvSpPr>
        <p:spPr>
          <a:xfrm>
            <a:off x="533520" y="59806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552240" y="6057720"/>
            <a:ext cx="11106360" cy="466920"/>
          </a:xfrm>
          <a:custGeom>
            <a:avLst/>
            <a:gdLst/>
            <a:ahLst/>
            <a:rect l="0" t="0" r="r" b="b"/>
            <a:pathLst>
              <a:path w="30851" h="1297">
                <a:moveTo>
                  <a:pt x="0" y="1297"/>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192"/>
                </a:lnTo>
                <a:cubicBezTo>
                  <a:pt x="30851" y="1206"/>
                  <a:pt x="30849" y="1219"/>
                  <a:pt x="30843" y="1232"/>
                </a:cubicBezTo>
                <a:cubicBezTo>
                  <a:pt x="30838" y="1245"/>
                  <a:pt x="30830" y="1257"/>
                  <a:pt x="30820" y="1266"/>
                </a:cubicBezTo>
                <a:cubicBezTo>
                  <a:pt x="30811" y="1276"/>
                  <a:pt x="30799" y="1284"/>
                  <a:pt x="30786" y="1289"/>
                </a:cubicBezTo>
                <a:cubicBezTo>
                  <a:pt x="30773" y="1295"/>
                  <a:pt x="30760" y="1297"/>
                  <a:pt x="30746"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533160" y="6057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69"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⾃宅太陽光発電量</a:t>
            </a:r>
            <a:endParaRPr lang="en-US" sz="3000" b="0" u="none" strike="noStrike">
              <a:solidFill>
                <a:srgbClr val="000000"/>
              </a:solidFill>
              <a:effectLst/>
              <a:uFillTx/>
              <a:latin typeface="游明朝体"/>
            </a:endParaRPr>
          </a:p>
        </p:txBody>
      </p:sp>
      <p:sp>
        <p:nvSpPr>
          <p:cNvPr id="870"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1" name=""/>
          <p:cNvSpPr/>
          <p:nvPr/>
        </p:nvSpPr>
        <p:spPr>
          <a:xfrm>
            <a:off x="542880" y="2761920"/>
            <a:ext cx="952560" cy="381600"/>
          </a:xfrm>
          <a:custGeom>
            <a:avLst/>
            <a:gdLst/>
            <a:ahLst/>
            <a:rect l="0" t="0" r="r" b="b"/>
            <a:pathLst>
              <a:path w="2646" h="1060">
                <a:moveTo>
                  <a:pt x="20" y="47"/>
                </a:moveTo>
                <a:cubicBezTo>
                  <a:pt x="35" y="32"/>
                  <a:pt x="52" y="21"/>
                  <a:pt x="71" y="12"/>
                </a:cubicBezTo>
                <a:cubicBezTo>
                  <a:pt x="91" y="4"/>
                  <a:pt x="111" y="0"/>
                  <a:pt x="132" y="0"/>
                </a:cubicBezTo>
                <a:lnTo>
                  <a:pt x="2646" y="0"/>
                </a:lnTo>
                <a:lnTo>
                  <a:pt x="2646" y="1060"/>
                </a:lnTo>
                <a:lnTo>
                  <a:pt x="0" y="1060"/>
                </a:lnTo>
                <a:lnTo>
                  <a:pt x="0" y="71"/>
                </a:lnTo>
                <a:cubicBezTo>
                  <a:pt x="5" y="63"/>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2" name=""/>
          <p:cNvSpPr/>
          <p:nvPr/>
        </p:nvSpPr>
        <p:spPr>
          <a:xfrm>
            <a:off x="1495080" y="2761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3" name=""/>
          <p:cNvSpPr/>
          <p:nvPr/>
        </p:nvSpPr>
        <p:spPr>
          <a:xfrm>
            <a:off x="2114280" y="2761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4" name=""/>
          <p:cNvSpPr/>
          <p:nvPr/>
        </p:nvSpPr>
        <p:spPr>
          <a:xfrm>
            <a:off x="2885760" y="2761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3495600" y="2761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40957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4686120" y="2761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878" name=""/>
          <p:cNvPicPr/>
          <p:nvPr/>
        </p:nvPicPr>
        <p:blipFill>
          <a:blip r:embed="rId1"/>
          <a:stretch/>
        </p:blipFill>
        <p:spPr>
          <a:xfrm>
            <a:off x="533520" y="2755800"/>
            <a:ext cx="5447880" cy="2311200"/>
          </a:xfrm>
          <a:prstGeom prst="rect">
            <a:avLst/>
          </a:prstGeom>
          <a:noFill/>
          <a:ln w="0">
            <a:noFill/>
          </a:ln>
        </p:spPr>
      </p:pic>
      <p:pic>
        <p:nvPicPr>
          <p:cNvPr id="879" name=""/>
          <p:cNvPicPr/>
          <p:nvPr/>
        </p:nvPicPr>
        <p:blipFill>
          <a:blip r:embed="rId2"/>
          <a:stretch/>
        </p:blipFill>
        <p:spPr>
          <a:xfrm>
            <a:off x="533520" y="2755800"/>
            <a:ext cx="5447880" cy="2311200"/>
          </a:xfrm>
          <a:prstGeom prst="rect">
            <a:avLst/>
          </a:prstGeom>
          <a:noFill/>
          <a:ln w="0">
            <a:noFill/>
          </a:ln>
        </p:spPr>
      </p:pic>
      <p:pic>
        <p:nvPicPr>
          <p:cNvPr id="880" name=""/>
          <p:cNvPicPr/>
          <p:nvPr/>
        </p:nvPicPr>
        <p:blipFill>
          <a:blip r:embed="rId3"/>
          <a:stretch/>
        </p:blipFill>
        <p:spPr>
          <a:xfrm>
            <a:off x="533520" y="2755800"/>
            <a:ext cx="5447880" cy="2311200"/>
          </a:xfrm>
          <a:prstGeom prst="rect">
            <a:avLst/>
          </a:prstGeom>
          <a:noFill/>
          <a:ln w="0">
            <a:noFill/>
          </a:ln>
        </p:spPr>
      </p:pic>
      <p:pic>
        <p:nvPicPr>
          <p:cNvPr id="881" name=""/>
          <p:cNvPicPr/>
          <p:nvPr/>
        </p:nvPicPr>
        <p:blipFill>
          <a:blip r:embed="rId4"/>
          <a:stretch/>
        </p:blipFill>
        <p:spPr>
          <a:xfrm>
            <a:off x="533520" y="2755800"/>
            <a:ext cx="5447880" cy="2311200"/>
          </a:xfrm>
          <a:prstGeom prst="rect">
            <a:avLst/>
          </a:prstGeom>
          <a:noFill/>
          <a:ln w="0">
            <a:noFill/>
          </a:ln>
        </p:spPr>
      </p:pic>
      <p:pic>
        <p:nvPicPr>
          <p:cNvPr id="882" name=""/>
          <p:cNvPicPr/>
          <p:nvPr/>
        </p:nvPicPr>
        <p:blipFill>
          <a:blip r:embed="rId5"/>
          <a:stretch/>
        </p:blipFill>
        <p:spPr>
          <a:xfrm>
            <a:off x="533520" y="2755800"/>
            <a:ext cx="5447880" cy="2311200"/>
          </a:xfrm>
          <a:prstGeom prst="rect">
            <a:avLst/>
          </a:prstGeom>
          <a:noFill/>
          <a:ln w="0">
            <a:noFill/>
          </a:ln>
        </p:spPr>
      </p:pic>
      <p:pic>
        <p:nvPicPr>
          <p:cNvPr id="883" name=""/>
          <p:cNvPicPr/>
          <p:nvPr/>
        </p:nvPicPr>
        <p:blipFill>
          <a:blip r:embed="rId6"/>
          <a:stretch/>
        </p:blipFill>
        <p:spPr>
          <a:xfrm>
            <a:off x="533520" y="2755800"/>
            <a:ext cx="5447880" cy="2311200"/>
          </a:xfrm>
          <a:prstGeom prst="rect">
            <a:avLst/>
          </a:prstGeom>
          <a:noFill/>
          <a:ln w="0">
            <a:noFill/>
          </a:ln>
        </p:spPr>
      </p:pic>
      <p:pic>
        <p:nvPicPr>
          <p:cNvPr id="884" name=""/>
          <p:cNvPicPr/>
          <p:nvPr/>
        </p:nvPicPr>
        <p:blipFill>
          <a:blip r:embed="rId7"/>
          <a:stretch/>
        </p:blipFill>
        <p:spPr>
          <a:xfrm>
            <a:off x="533520" y="2755800"/>
            <a:ext cx="5447880" cy="2311200"/>
          </a:xfrm>
          <a:prstGeom prst="rect">
            <a:avLst/>
          </a:prstGeom>
          <a:noFill/>
          <a:ln w="0">
            <a:noFill/>
          </a:ln>
        </p:spPr>
      </p:pic>
      <p:sp>
        <p:nvSpPr>
          <p:cNvPr id="885" name=""/>
          <p:cNvSpPr/>
          <p:nvPr/>
        </p:nvSpPr>
        <p:spPr>
          <a:xfrm>
            <a:off x="542880" y="3143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6" name=""/>
          <p:cNvSpPr/>
          <p:nvPr/>
        </p:nvSpPr>
        <p:spPr>
          <a:xfrm>
            <a:off x="1495080" y="3143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7" name=""/>
          <p:cNvSpPr/>
          <p:nvPr/>
        </p:nvSpPr>
        <p:spPr>
          <a:xfrm>
            <a:off x="2114280" y="3143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8" name=""/>
          <p:cNvSpPr/>
          <p:nvPr/>
        </p:nvSpPr>
        <p:spPr>
          <a:xfrm>
            <a:off x="2885760" y="3143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3495600" y="3143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40957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4686120" y="3143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542880" y="352404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1495080" y="3524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2114280" y="3524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2885760" y="3524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3495600" y="3524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40957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4686120" y="3524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542880" y="390492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1495080" y="390492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2114280" y="390492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2885760" y="390492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3495600" y="390492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40957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4686120" y="390492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542880" y="42861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1495080" y="42861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2114280" y="42861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2885760" y="42861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3495600" y="42861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40957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4686120" y="42861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542880" y="4667040"/>
            <a:ext cx="952560" cy="381240"/>
          </a:xfrm>
          <a:custGeom>
            <a:avLst/>
            <a:gdLst/>
            <a:ahLst/>
            <a:rect l="0" t="0" r="r" b="b"/>
            <a:pathLst>
              <a:path w="2646" h="1059">
                <a:moveTo>
                  <a:pt x="20" y="1039"/>
                </a:moveTo>
                <a:cubicBezTo>
                  <a:pt x="12" y="1032"/>
                  <a:pt x="5" y="1024"/>
                  <a:pt x="0" y="1015"/>
                </a:cubicBezTo>
                <a:lnTo>
                  <a:pt x="0" y="0"/>
                </a:lnTo>
                <a:lnTo>
                  <a:pt x="2646" y="0"/>
                </a:lnTo>
                <a:lnTo>
                  <a:pt x="2646" y="1059"/>
                </a:lnTo>
                <a:lnTo>
                  <a:pt x="44" y="1059"/>
                </a:lnTo>
                <a:cubicBezTo>
                  <a:pt x="35" y="1054"/>
                  <a:pt x="27" y="1047"/>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1495080" y="466704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2114280" y="466704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2885760" y="466704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3495600" y="466704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40957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4686120" y="466704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533160" y="278748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558720" y="276192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148572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1495080" y="2761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21142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24000" y="2761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289548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348588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3495600" y="2761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4086000" y="276192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40957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46767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4686120" y="2761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5267160" y="276192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533160" y="3143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1495080" y="3143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2124000" y="3143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289548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3495600" y="3143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40957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4686120" y="3143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5331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148572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21142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288576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348588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4086000" y="3152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46767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5267160" y="3152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5331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533160" y="3524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148572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1495080" y="3524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21142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2124000" y="3524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288576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289548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348588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3495600" y="3524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4086000" y="3533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40957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46767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4686120" y="3524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5267160" y="35337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5331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90492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1495080" y="390492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1142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2124000" y="390492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288576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289548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348588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3495600" y="390492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4086000" y="39146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40957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46767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4686120" y="390492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5267160" y="39146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5331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533160" y="42861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148572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1495080" y="42861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21142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2124000" y="42861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288576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289548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348588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3495600" y="42861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4086000" y="42955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40957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46767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4686120" y="42861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5267160" y="42955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533160" y="4676760"/>
            <a:ext cx="10080" cy="355680"/>
          </a:xfrm>
          <a:custGeom>
            <a:avLst/>
            <a:gdLst/>
            <a:ahLst/>
            <a:rect l="0" t="0" r="r" b="b"/>
            <a:pathLst>
              <a:path w="28" h="988">
                <a:moveTo>
                  <a:pt x="12" y="961"/>
                </a:moveTo>
                <a:cubicBezTo>
                  <a:pt x="4" y="941"/>
                  <a:pt x="0" y="921"/>
                  <a:pt x="0" y="900"/>
                </a:cubicBezTo>
                <a:lnTo>
                  <a:pt x="0" y="0"/>
                </a:lnTo>
                <a:lnTo>
                  <a:pt x="28" y="0"/>
                </a:lnTo>
                <a:lnTo>
                  <a:pt x="28" y="988"/>
                </a:lnTo>
                <a:cubicBezTo>
                  <a:pt x="22" y="979"/>
                  <a:pt x="17" y="970"/>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533160" y="46670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148572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1495080" y="46670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21142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2124000" y="46670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288576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289548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348588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3495600" y="46670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4086000" y="4676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40957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46767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4686120" y="46670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5267160" y="4676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558720" y="504792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1495080" y="504792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2124000" y="504792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289548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3495600" y="504792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86120" y="504792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機械学習予測</a:t>
            </a:r>
            <a:endParaRPr lang="en-US" sz="3000" b="0" u="none" strike="noStrike">
              <a:solidFill>
                <a:srgbClr val="000000"/>
              </a:solidFill>
              <a:effectLst/>
              <a:uFillTx/>
              <a:latin typeface="游明朝体"/>
            </a:endParaRPr>
          </a:p>
        </p:txBody>
      </p:sp>
      <p:sp>
        <p:nvSpPr>
          <p:cNvPr id="1032" name=""/>
          <p:cNvSpPr txBox="1"/>
          <p:nvPr/>
        </p:nvSpPr>
        <p:spPr>
          <a:xfrm>
            <a:off x="533520" y="131364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33" name=""/>
          <p:cNvSpPr txBox="1"/>
          <p:nvPr/>
        </p:nvSpPr>
        <p:spPr>
          <a:xfrm>
            <a:off x="4322520" y="1304640"/>
            <a:ext cx="8157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34" name=""/>
          <p:cNvSpPr txBox="1"/>
          <p:nvPr/>
        </p:nvSpPr>
        <p:spPr>
          <a:xfrm>
            <a:off x="5137560" y="13136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35" name=""/>
          <p:cNvSpPr txBox="1"/>
          <p:nvPr/>
        </p:nvSpPr>
        <p:spPr>
          <a:xfrm>
            <a:off x="533520" y="1590120"/>
            <a:ext cx="3992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6" name=""/>
          <p:cNvSpPr txBox="1"/>
          <p:nvPr/>
        </p:nvSpPr>
        <p:spPr>
          <a:xfrm>
            <a:off x="932040" y="1599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37" name=""/>
          <p:cNvSpPr txBox="1"/>
          <p:nvPr/>
        </p:nvSpPr>
        <p:spPr>
          <a:xfrm>
            <a:off x="1122480" y="1590120"/>
            <a:ext cx="462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38" name=""/>
          <p:cNvSpPr txBox="1"/>
          <p:nvPr/>
        </p:nvSpPr>
        <p:spPr>
          <a:xfrm>
            <a:off x="1584360" y="159912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39" name=""/>
          <p:cNvSpPr txBox="1"/>
          <p:nvPr/>
        </p:nvSpPr>
        <p:spPr>
          <a:xfrm>
            <a:off x="2346480" y="1590120"/>
            <a:ext cx="38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40" name=""/>
          <p:cNvSpPr txBox="1"/>
          <p:nvPr/>
        </p:nvSpPr>
        <p:spPr>
          <a:xfrm>
            <a:off x="2727360" y="159912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41" name=""/>
          <p:cNvSpPr txBox="1"/>
          <p:nvPr/>
        </p:nvSpPr>
        <p:spPr>
          <a:xfrm>
            <a:off x="53352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42" name=""/>
          <p:cNvSpPr txBox="1"/>
          <p:nvPr/>
        </p:nvSpPr>
        <p:spPr>
          <a:xfrm>
            <a:off x="914400" y="1875960"/>
            <a:ext cx="381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43" name=""/>
          <p:cNvSpPr txBox="1"/>
          <p:nvPr/>
        </p:nvSpPr>
        <p:spPr>
          <a:xfrm>
            <a:off x="1295640" y="188496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44" name=""/>
          <p:cNvSpPr txBox="1"/>
          <p:nvPr/>
        </p:nvSpPr>
        <p:spPr>
          <a:xfrm>
            <a:off x="1676520" y="1875960"/>
            <a:ext cx="131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45" name=""/>
          <p:cNvSpPr txBox="1"/>
          <p:nvPr/>
        </p:nvSpPr>
        <p:spPr>
          <a:xfrm>
            <a:off x="2989440" y="188496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46" name=""/>
          <p:cNvSpPr txBox="1"/>
          <p:nvPr/>
        </p:nvSpPr>
        <p:spPr>
          <a:xfrm>
            <a:off x="533520" y="237276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1047" name=""/>
          <p:cNvSpPr txBox="1"/>
          <p:nvPr/>
        </p:nvSpPr>
        <p:spPr>
          <a:xfrm>
            <a:off x="952560" y="236268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48" name=""/>
          <p:cNvSpPr txBox="1"/>
          <p:nvPr/>
        </p:nvSpPr>
        <p:spPr>
          <a:xfrm>
            <a:off x="1068840" y="237276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1049" name=""/>
          <p:cNvSpPr txBox="1"/>
          <p:nvPr/>
        </p:nvSpPr>
        <p:spPr>
          <a:xfrm>
            <a:off x="3793320" y="236268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50" name=""/>
          <p:cNvSpPr txBox="1"/>
          <p:nvPr/>
        </p:nvSpPr>
        <p:spPr>
          <a:xfrm>
            <a:off x="5012280" y="237276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1051" name=""/>
          <p:cNvSpPr txBox="1"/>
          <p:nvPr/>
        </p:nvSpPr>
        <p:spPr>
          <a:xfrm>
            <a:off x="66672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52" name=""/>
          <p:cNvSpPr txBox="1"/>
          <p:nvPr/>
        </p:nvSpPr>
        <p:spPr>
          <a:xfrm>
            <a:off x="1622520" y="285624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53" name=""/>
          <p:cNvSpPr txBox="1"/>
          <p:nvPr/>
        </p:nvSpPr>
        <p:spPr>
          <a:xfrm>
            <a:off x="2244960" y="286416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54" name=""/>
          <p:cNvSpPr txBox="1"/>
          <p:nvPr/>
        </p:nvSpPr>
        <p:spPr>
          <a:xfrm>
            <a:off x="3016440" y="285624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55" name=""/>
          <p:cNvSpPr txBox="1"/>
          <p:nvPr/>
        </p:nvSpPr>
        <p:spPr>
          <a:xfrm>
            <a:off x="3623400" y="28641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56" name=""/>
          <p:cNvSpPr txBox="1"/>
          <p:nvPr/>
        </p:nvSpPr>
        <p:spPr>
          <a:xfrm>
            <a:off x="4223520" y="285624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57" name=""/>
          <p:cNvSpPr txBox="1"/>
          <p:nvPr/>
        </p:nvSpPr>
        <p:spPr>
          <a:xfrm>
            <a:off x="4814280" y="285624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58" name=""/>
          <p:cNvSpPr txBox="1"/>
          <p:nvPr/>
        </p:nvSpPr>
        <p:spPr>
          <a:xfrm>
            <a:off x="666720" y="3237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59" name=""/>
          <p:cNvSpPr txBox="1"/>
          <p:nvPr/>
        </p:nvSpPr>
        <p:spPr>
          <a:xfrm>
            <a:off x="1149480" y="32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0" name=""/>
          <p:cNvSpPr txBox="1"/>
          <p:nvPr/>
        </p:nvSpPr>
        <p:spPr>
          <a:xfrm>
            <a:off x="1320840" y="3237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61" name=""/>
          <p:cNvSpPr txBox="1"/>
          <p:nvPr/>
        </p:nvSpPr>
        <p:spPr>
          <a:xfrm>
            <a:off x="1622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62" name=""/>
          <p:cNvSpPr txBox="1"/>
          <p:nvPr/>
        </p:nvSpPr>
        <p:spPr>
          <a:xfrm>
            <a:off x="224496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63" name=""/>
          <p:cNvSpPr txBox="1"/>
          <p:nvPr/>
        </p:nvSpPr>
        <p:spPr>
          <a:xfrm>
            <a:off x="3016440" y="3237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64" name=""/>
          <p:cNvSpPr txBox="1"/>
          <p:nvPr/>
        </p:nvSpPr>
        <p:spPr>
          <a:xfrm>
            <a:off x="3623400" y="3245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65" name=""/>
          <p:cNvSpPr txBox="1"/>
          <p:nvPr/>
        </p:nvSpPr>
        <p:spPr>
          <a:xfrm>
            <a:off x="422352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66" name=""/>
          <p:cNvSpPr txBox="1"/>
          <p:nvPr/>
        </p:nvSpPr>
        <p:spPr>
          <a:xfrm>
            <a:off x="4814280" y="3237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67" name=""/>
          <p:cNvSpPr txBox="1"/>
          <p:nvPr/>
        </p:nvSpPr>
        <p:spPr>
          <a:xfrm>
            <a:off x="666720" y="3618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68" name=""/>
          <p:cNvSpPr txBox="1"/>
          <p:nvPr/>
        </p:nvSpPr>
        <p:spPr>
          <a:xfrm>
            <a:off x="1149480" y="3626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69" name=""/>
          <p:cNvSpPr txBox="1"/>
          <p:nvPr/>
        </p:nvSpPr>
        <p:spPr>
          <a:xfrm>
            <a:off x="1320840" y="3618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0" name=""/>
          <p:cNvSpPr txBox="1"/>
          <p:nvPr/>
        </p:nvSpPr>
        <p:spPr>
          <a:xfrm>
            <a:off x="1622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71" name=""/>
          <p:cNvSpPr txBox="1"/>
          <p:nvPr/>
        </p:nvSpPr>
        <p:spPr>
          <a:xfrm>
            <a:off x="224496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72" name=""/>
          <p:cNvSpPr txBox="1"/>
          <p:nvPr/>
        </p:nvSpPr>
        <p:spPr>
          <a:xfrm>
            <a:off x="3016440" y="3618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73" name=""/>
          <p:cNvSpPr txBox="1"/>
          <p:nvPr/>
        </p:nvSpPr>
        <p:spPr>
          <a:xfrm>
            <a:off x="3623400" y="3626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74" name=""/>
          <p:cNvSpPr txBox="1"/>
          <p:nvPr/>
        </p:nvSpPr>
        <p:spPr>
          <a:xfrm>
            <a:off x="422352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75" name=""/>
          <p:cNvSpPr txBox="1"/>
          <p:nvPr/>
        </p:nvSpPr>
        <p:spPr>
          <a:xfrm>
            <a:off x="4814280" y="3618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076" name=""/>
          <p:cNvSpPr txBox="1"/>
          <p:nvPr/>
        </p:nvSpPr>
        <p:spPr>
          <a:xfrm>
            <a:off x="666720" y="399924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077" name=""/>
          <p:cNvSpPr txBox="1"/>
          <p:nvPr/>
        </p:nvSpPr>
        <p:spPr>
          <a:xfrm>
            <a:off x="1149480" y="40071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78" name=""/>
          <p:cNvSpPr txBox="1"/>
          <p:nvPr/>
        </p:nvSpPr>
        <p:spPr>
          <a:xfrm>
            <a:off x="1320840" y="399924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79" name=""/>
          <p:cNvSpPr txBox="1"/>
          <p:nvPr/>
        </p:nvSpPr>
        <p:spPr>
          <a:xfrm>
            <a:off x="1622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080" name=""/>
          <p:cNvSpPr txBox="1"/>
          <p:nvPr/>
        </p:nvSpPr>
        <p:spPr>
          <a:xfrm>
            <a:off x="224496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081" name=""/>
          <p:cNvSpPr txBox="1"/>
          <p:nvPr/>
        </p:nvSpPr>
        <p:spPr>
          <a:xfrm>
            <a:off x="3016440" y="399924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82" name=""/>
          <p:cNvSpPr txBox="1"/>
          <p:nvPr/>
        </p:nvSpPr>
        <p:spPr>
          <a:xfrm>
            <a:off x="3623400" y="400716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3" name=""/>
          <p:cNvSpPr txBox="1"/>
          <p:nvPr/>
        </p:nvSpPr>
        <p:spPr>
          <a:xfrm>
            <a:off x="422352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084" name=""/>
          <p:cNvSpPr txBox="1"/>
          <p:nvPr/>
        </p:nvSpPr>
        <p:spPr>
          <a:xfrm>
            <a:off x="4814280" y="39992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085" name=""/>
          <p:cNvSpPr txBox="1"/>
          <p:nvPr/>
        </p:nvSpPr>
        <p:spPr>
          <a:xfrm>
            <a:off x="666720" y="438012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086" name=""/>
          <p:cNvSpPr txBox="1"/>
          <p:nvPr/>
        </p:nvSpPr>
        <p:spPr>
          <a:xfrm>
            <a:off x="1149480" y="4388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7" name=""/>
          <p:cNvSpPr txBox="1"/>
          <p:nvPr/>
        </p:nvSpPr>
        <p:spPr>
          <a:xfrm>
            <a:off x="1320840" y="43801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8" name=""/>
          <p:cNvSpPr txBox="1"/>
          <p:nvPr/>
        </p:nvSpPr>
        <p:spPr>
          <a:xfrm>
            <a:off x="1622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089" name=""/>
          <p:cNvSpPr txBox="1"/>
          <p:nvPr/>
        </p:nvSpPr>
        <p:spPr>
          <a:xfrm>
            <a:off x="224496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090" name=""/>
          <p:cNvSpPr txBox="1"/>
          <p:nvPr/>
        </p:nvSpPr>
        <p:spPr>
          <a:xfrm>
            <a:off x="3016440" y="438012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091" name=""/>
          <p:cNvSpPr txBox="1"/>
          <p:nvPr/>
        </p:nvSpPr>
        <p:spPr>
          <a:xfrm>
            <a:off x="3623400" y="4388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2" name=""/>
          <p:cNvSpPr txBox="1"/>
          <p:nvPr/>
        </p:nvSpPr>
        <p:spPr>
          <a:xfrm>
            <a:off x="422352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093" name=""/>
          <p:cNvSpPr txBox="1"/>
          <p:nvPr/>
        </p:nvSpPr>
        <p:spPr>
          <a:xfrm>
            <a:off x="4814280" y="438012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094" name=""/>
          <p:cNvSpPr txBox="1"/>
          <p:nvPr/>
        </p:nvSpPr>
        <p:spPr>
          <a:xfrm>
            <a:off x="666720" y="4761360"/>
            <a:ext cx="4813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095" name=""/>
          <p:cNvSpPr txBox="1"/>
          <p:nvPr/>
        </p:nvSpPr>
        <p:spPr>
          <a:xfrm>
            <a:off x="1149480" y="4769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6" name=""/>
          <p:cNvSpPr txBox="1"/>
          <p:nvPr/>
        </p:nvSpPr>
        <p:spPr>
          <a:xfrm>
            <a:off x="1320840" y="47613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7" name=""/>
          <p:cNvSpPr txBox="1"/>
          <p:nvPr/>
        </p:nvSpPr>
        <p:spPr>
          <a:xfrm>
            <a:off x="1622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098" name=""/>
          <p:cNvSpPr txBox="1"/>
          <p:nvPr/>
        </p:nvSpPr>
        <p:spPr>
          <a:xfrm>
            <a:off x="224496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099" name=""/>
          <p:cNvSpPr txBox="1"/>
          <p:nvPr/>
        </p:nvSpPr>
        <p:spPr>
          <a:xfrm>
            <a:off x="3016440" y="4761360"/>
            <a:ext cx="237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0" name=""/>
          <p:cNvSpPr txBox="1"/>
          <p:nvPr/>
        </p:nvSpPr>
        <p:spPr>
          <a:xfrm>
            <a:off x="3623400" y="4769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1" name=""/>
          <p:cNvSpPr txBox="1"/>
          <p:nvPr/>
        </p:nvSpPr>
        <p:spPr>
          <a:xfrm>
            <a:off x="422352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2" name=""/>
          <p:cNvSpPr txBox="1"/>
          <p:nvPr/>
        </p:nvSpPr>
        <p:spPr>
          <a:xfrm>
            <a:off x="4814280" y="476136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03" name=""/>
          <p:cNvSpPr txBox="1"/>
          <p:nvPr/>
        </p:nvSpPr>
        <p:spPr>
          <a:xfrm>
            <a:off x="533520" y="52282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04" name=""/>
          <p:cNvSpPr txBox="1"/>
          <p:nvPr/>
        </p:nvSpPr>
        <p:spPr>
          <a:xfrm>
            <a:off x="914400" y="5219280"/>
            <a:ext cx="11581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05" name=""/>
          <p:cNvSpPr txBox="1"/>
          <p:nvPr/>
        </p:nvSpPr>
        <p:spPr>
          <a:xfrm>
            <a:off x="207180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6" name=""/>
          <p:cNvSpPr txBox="1"/>
          <p:nvPr/>
        </p:nvSpPr>
        <p:spPr>
          <a:xfrm>
            <a:off x="2262240" y="5219280"/>
            <a:ext cx="586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07" name=""/>
          <p:cNvSpPr txBox="1"/>
          <p:nvPr/>
        </p:nvSpPr>
        <p:spPr>
          <a:xfrm>
            <a:off x="2847960" y="52282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08" name=""/>
          <p:cNvSpPr txBox="1"/>
          <p:nvPr/>
        </p:nvSpPr>
        <p:spPr>
          <a:xfrm>
            <a:off x="3038400" y="5219280"/>
            <a:ext cx="1059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09" name=""/>
          <p:cNvSpPr txBox="1"/>
          <p:nvPr/>
        </p:nvSpPr>
        <p:spPr>
          <a:xfrm>
            <a:off x="4096800" y="5228280"/>
            <a:ext cx="762840" cy="19116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10" name=""/>
          <p:cNvSpPr txBox="1"/>
          <p:nvPr/>
        </p:nvSpPr>
        <p:spPr>
          <a:xfrm>
            <a:off x="4847400" y="5219280"/>
            <a:ext cx="8301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11" name=""/>
          <p:cNvSpPr txBox="1"/>
          <p:nvPr/>
        </p:nvSpPr>
        <p:spPr>
          <a:xfrm>
            <a:off x="533520" y="5505120"/>
            <a:ext cx="794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12" name=""/>
          <p:cNvSpPr txBox="1"/>
          <p:nvPr/>
        </p:nvSpPr>
        <p:spPr>
          <a:xfrm>
            <a:off x="1323720" y="551412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13" name=""/>
          <p:cNvSpPr txBox="1"/>
          <p:nvPr/>
        </p:nvSpPr>
        <p:spPr>
          <a:xfrm>
            <a:off x="1514160" y="5505120"/>
            <a:ext cx="1695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14" name=""/>
          <p:cNvSpPr txBox="1"/>
          <p:nvPr/>
        </p:nvSpPr>
        <p:spPr>
          <a:xfrm>
            <a:off x="3209400" y="551412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15" name=""/>
          <p:cNvPicPr/>
          <p:nvPr/>
        </p:nvPicPr>
        <p:blipFill>
          <a:blip r:embed="rId8"/>
          <a:stretch/>
        </p:blipFill>
        <p:spPr>
          <a:xfrm>
            <a:off x="6210360" y="1714320"/>
            <a:ext cx="5447880" cy="3362040"/>
          </a:xfrm>
          <a:prstGeom prst="rect">
            <a:avLst/>
          </a:prstGeom>
          <a:noFill/>
          <a:ln w="0">
            <a:noFill/>
          </a:ln>
        </p:spPr>
      </p:pic>
      <p:sp>
        <p:nvSpPr>
          <p:cNvPr id="1116" name=""/>
          <p:cNvSpPr txBox="1"/>
          <p:nvPr/>
        </p:nvSpPr>
        <p:spPr>
          <a:xfrm>
            <a:off x="8096400" y="134784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17" name=""/>
          <p:cNvSpPr txBox="1"/>
          <p:nvPr/>
        </p:nvSpPr>
        <p:spPr>
          <a:xfrm>
            <a:off x="723960" y="6189480"/>
            <a:ext cx="5259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1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22" name=""/>
          <p:cNvSpPr/>
          <p:nvPr/>
        </p:nvSpPr>
        <p:spPr>
          <a:xfrm>
            <a:off x="533160" y="13712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618840" y="179064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1"/>
                  <a:pt x="49" y="7"/>
                </a:cubicBezTo>
                <a:cubicBezTo>
                  <a:pt x="59" y="2"/>
                  <a:pt x="69" y="0"/>
                  <a:pt x="80" y="0"/>
                </a:cubicBezTo>
                <a:cubicBezTo>
                  <a:pt x="90" y="0"/>
                  <a:pt x="101" y="2"/>
                  <a:pt x="111" y="7"/>
                </a:cubicBezTo>
                <a:cubicBezTo>
                  <a:pt x="121" y="11"/>
                  <a:pt x="129" y="16"/>
                  <a:pt x="137" y="24"/>
                </a:cubicBezTo>
                <a:cubicBezTo>
                  <a:pt x="144" y="31"/>
                  <a:pt x="150" y="40"/>
                  <a:pt x="154" y="50"/>
                </a:cubicBezTo>
                <a:cubicBezTo>
                  <a:pt x="158" y="59"/>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運⽤を通じた説明変数の⾒直し</a:t>
            </a:r>
            <a:endParaRPr lang="en-US" sz="3000" b="0" u="none" strike="noStrike">
              <a:solidFill>
                <a:srgbClr val="000000"/>
              </a:solidFill>
              <a:effectLst/>
              <a:uFillTx/>
              <a:latin typeface="游明朝体"/>
            </a:endParaRPr>
          </a:p>
        </p:txBody>
      </p:sp>
      <p:sp>
        <p:nvSpPr>
          <p:cNvPr id="1125" name=""/>
          <p:cNvSpPr txBox="1"/>
          <p:nvPr/>
        </p:nvSpPr>
        <p:spPr>
          <a:xfrm>
            <a:off x="799920" y="170388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26" name=""/>
          <p:cNvSpPr txBox="1"/>
          <p:nvPr/>
        </p:nvSpPr>
        <p:spPr>
          <a:xfrm>
            <a:off x="4402440" y="16952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27" name=""/>
          <p:cNvSpPr txBox="1"/>
          <p:nvPr/>
        </p:nvSpPr>
        <p:spPr>
          <a:xfrm>
            <a:off x="4575240" y="17038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28"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txBox="1"/>
          <p:nvPr/>
        </p:nvSpPr>
        <p:spPr>
          <a:xfrm>
            <a:off x="799920" y="2046960"/>
            <a:ext cx="2286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30" name=""/>
          <p:cNvSpPr txBox="1"/>
          <p:nvPr/>
        </p:nvSpPr>
        <p:spPr>
          <a:xfrm>
            <a:off x="799920" y="24375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31" name=""/>
          <p:cNvSpPr txBox="1"/>
          <p:nvPr/>
        </p:nvSpPr>
        <p:spPr>
          <a:xfrm>
            <a:off x="2133720" y="242856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32" name=""/>
          <p:cNvSpPr txBox="1"/>
          <p:nvPr/>
        </p:nvSpPr>
        <p:spPr>
          <a:xfrm>
            <a:off x="2239560" y="2437560"/>
            <a:ext cx="2477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33"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txBox="1"/>
          <p:nvPr/>
        </p:nvSpPr>
        <p:spPr>
          <a:xfrm>
            <a:off x="799920" y="27802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35" name=""/>
          <p:cNvSpPr txBox="1"/>
          <p:nvPr/>
        </p:nvSpPr>
        <p:spPr>
          <a:xfrm>
            <a:off x="799920" y="31618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36" name=""/>
          <p:cNvSpPr txBox="1"/>
          <p:nvPr/>
        </p:nvSpPr>
        <p:spPr>
          <a:xfrm>
            <a:off x="906120" y="3170880"/>
            <a:ext cx="3810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37" name=""/>
          <p:cNvSpPr/>
          <p:nvPr/>
        </p:nvSpPr>
        <p:spPr>
          <a:xfrm>
            <a:off x="618840" y="39909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9"/>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9"/>
                  <a:pt x="160" y="69"/>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txBox="1"/>
          <p:nvPr/>
        </p:nvSpPr>
        <p:spPr>
          <a:xfrm>
            <a:off x="799920" y="35136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39" name=""/>
          <p:cNvSpPr/>
          <p:nvPr/>
        </p:nvSpPr>
        <p:spPr>
          <a:xfrm>
            <a:off x="5124240" y="2266920"/>
            <a:ext cx="810000" cy="638280"/>
          </a:xfrm>
          <a:custGeom>
            <a:avLst/>
            <a:gdLst/>
            <a:ahLst/>
            <a:rect l="0" t="0" r="r" b="b"/>
            <a:pathLst>
              <a:path w="2250" h="1773">
                <a:moveTo>
                  <a:pt x="12" y="98"/>
                </a:moveTo>
                <a:cubicBezTo>
                  <a:pt x="20" y="78"/>
                  <a:pt x="32" y="61"/>
                  <a:pt x="47" y="46"/>
                </a:cubicBezTo>
                <a:cubicBezTo>
                  <a:pt x="61" y="31"/>
                  <a:pt x="79" y="20"/>
                  <a:pt x="98" y="12"/>
                </a:cubicBezTo>
                <a:cubicBezTo>
                  <a:pt x="118" y="4"/>
                  <a:pt x="138" y="0"/>
                  <a:pt x="159" y="0"/>
                </a:cubicBezTo>
                <a:lnTo>
                  <a:pt x="2250" y="0"/>
                </a:lnTo>
                <a:lnTo>
                  <a:pt x="2250" y="1773"/>
                </a:lnTo>
                <a:lnTo>
                  <a:pt x="0" y="1773"/>
                </a:lnTo>
                <a:lnTo>
                  <a:pt x="0" y="158"/>
                </a:lnTo>
                <a:cubicBezTo>
                  <a:pt x="0" y="137"/>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0"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1"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2" name=""/>
          <p:cNvSpPr/>
          <p:nvPr/>
        </p:nvSpPr>
        <p:spPr>
          <a:xfrm>
            <a:off x="10848960" y="2266920"/>
            <a:ext cx="809640" cy="638280"/>
          </a:xfrm>
          <a:custGeom>
            <a:avLst/>
            <a:gdLst/>
            <a:ahLst/>
            <a:rect l="0" t="0" r="r" b="b"/>
            <a:pathLst>
              <a:path w="2249" h="1773">
                <a:moveTo>
                  <a:pt x="2151" y="12"/>
                </a:moveTo>
                <a:cubicBezTo>
                  <a:pt x="2171" y="20"/>
                  <a:pt x="2188" y="31"/>
                  <a:pt x="2203" y="46"/>
                </a:cubicBezTo>
                <a:cubicBezTo>
                  <a:pt x="2218" y="61"/>
                  <a:pt x="2229" y="78"/>
                  <a:pt x="2237" y="98"/>
                </a:cubicBezTo>
                <a:cubicBezTo>
                  <a:pt x="2245" y="117"/>
                  <a:pt x="2249" y="137"/>
                  <a:pt x="2249" y="158"/>
                </a:cubicBezTo>
                <a:lnTo>
                  <a:pt x="2249" y="1773"/>
                </a:lnTo>
                <a:lnTo>
                  <a:pt x="0" y="1773"/>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143" name=""/>
          <p:cNvPicPr/>
          <p:nvPr/>
        </p:nvPicPr>
        <p:blipFill>
          <a:blip r:embed="rId1"/>
          <a:stretch/>
        </p:blipFill>
        <p:spPr>
          <a:xfrm>
            <a:off x="5118120" y="2260440"/>
            <a:ext cx="6540120" cy="3212640"/>
          </a:xfrm>
          <a:prstGeom prst="rect">
            <a:avLst/>
          </a:prstGeom>
          <a:noFill/>
          <a:ln w="0">
            <a:noFill/>
          </a:ln>
        </p:spPr>
      </p:pic>
      <p:pic>
        <p:nvPicPr>
          <p:cNvPr id="1144" name=""/>
          <p:cNvPicPr/>
          <p:nvPr/>
        </p:nvPicPr>
        <p:blipFill>
          <a:blip r:embed="rId2"/>
          <a:stretch/>
        </p:blipFill>
        <p:spPr>
          <a:xfrm>
            <a:off x="5118120" y="2260440"/>
            <a:ext cx="0" cy="3212640"/>
          </a:xfrm>
          <a:prstGeom prst="rect">
            <a:avLst/>
          </a:prstGeom>
          <a:noFill/>
          <a:ln w="0">
            <a:noFill/>
          </a:ln>
        </p:spPr>
      </p:pic>
      <p:pic>
        <p:nvPicPr>
          <p:cNvPr id="1145" name=""/>
          <p:cNvPicPr/>
          <p:nvPr/>
        </p:nvPicPr>
        <p:blipFill>
          <a:blip r:embed="rId3"/>
          <a:stretch/>
        </p:blipFill>
        <p:spPr>
          <a:xfrm>
            <a:off x="5118120" y="5473800"/>
            <a:ext cx="6540120" cy="0"/>
          </a:xfrm>
          <a:prstGeom prst="rect">
            <a:avLst/>
          </a:prstGeom>
          <a:noFill/>
          <a:ln w="0">
            <a:noFill/>
          </a:ln>
        </p:spPr>
      </p:pic>
      <p:pic>
        <p:nvPicPr>
          <p:cNvPr id="1146" name=""/>
          <p:cNvPicPr/>
          <p:nvPr/>
        </p:nvPicPr>
        <p:blipFill>
          <a:blip r:embed="rId4"/>
          <a:stretch/>
        </p:blipFill>
        <p:spPr>
          <a:xfrm>
            <a:off x="5118120" y="2260440"/>
            <a:ext cx="6540120" cy="3212640"/>
          </a:xfrm>
          <a:prstGeom prst="rect">
            <a:avLst/>
          </a:prstGeom>
          <a:noFill/>
          <a:ln w="0">
            <a:noFill/>
          </a:ln>
        </p:spPr>
      </p:pic>
      <p:pic>
        <p:nvPicPr>
          <p:cNvPr id="1147" name=""/>
          <p:cNvPicPr/>
          <p:nvPr/>
        </p:nvPicPr>
        <p:blipFill>
          <a:blip r:embed="rId5"/>
          <a:stretch/>
        </p:blipFill>
        <p:spPr>
          <a:xfrm>
            <a:off x="5118120" y="2260440"/>
            <a:ext cx="0" cy="3212640"/>
          </a:xfrm>
          <a:prstGeom prst="rect">
            <a:avLst/>
          </a:prstGeom>
          <a:noFill/>
          <a:ln w="0">
            <a:noFill/>
          </a:ln>
        </p:spPr>
      </p:pic>
      <p:pic>
        <p:nvPicPr>
          <p:cNvPr id="1148" name=""/>
          <p:cNvPicPr/>
          <p:nvPr/>
        </p:nvPicPr>
        <p:blipFill>
          <a:blip r:embed="rId6"/>
          <a:stretch/>
        </p:blipFill>
        <p:spPr>
          <a:xfrm>
            <a:off x="5118120" y="5473800"/>
            <a:ext cx="6540120" cy="0"/>
          </a:xfrm>
          <a:prstGeom prst="rect">
            <a:avLst/>
          </a:prstGeom>
          <a:noFill/>
          <a:ln w="0">
            <a:noFill/>
          </a:ln>
        </p:spPr>
      </p:pic>
      <p:pic>
        <p:nvPicPr>
          <p:cNvPr id="1149" name=""/>
          <p:cNvPicPr/>
          <p:nvPr/>
        </p:nvPicPr>
        <p:blipFill>
          <a:blip r:embed="rId7"/>
          <a:stretch/>
        </p:blipFill>
        <p:spPr>
          <a:xfrm>
            <a:off x="5118120" y="2260440"/>
            <a:ext cx="6540120" cy="3212640"/>
          </a:xfrm>
          <a:prstGeom prst="rect">
            <a:avLst/>
          </a:prstGeom>
          <a:noFill/>
          <a:ln w="0">
            <a:noFill/>
          </a:ln>
        </p:spPr>
      </p:pic>
      <p:pic>
        <p:nvPicPr>
          <p:cNvPr id="1150" name=""/>
          <p:cNvPicPr/>
          <p:nvPr/>
        </p:nvPicPr>
        <p:blipFill>
          <a:blip r:embed="rId8"/>
          <a:stretch/>
        </p:blipFill>
        <p:spPr>
          <a:xfrm>
            <a:off x="5118120" y="2260440"/>
            <a:ext cx="0" cy="3212640"/>
          </a:xfrm>
          <a:prstGeom prst="rect">
            <a:avLst/>
          </a:prstGeom>
          <a:noFill/>
          <a:ln w="0">
            <a:noFill/>
          </a:ln>
        </p:spPr>
      </p:pic>
      <p:pic>
        <p:nvPicPr>
          <p:cNvPr id="1151" name=""/>
          <p:cNvPicPr/>
          <p:nvPr/>
        </p:nvPicPr>
        <p:blipFill>
          <a:blip r:embed="rId9"/>
          <a:stretch/>
        </p:blipFill>
        <p:spPr>
          <a:xfrm>
            <a:off x="5118120" y="5473800"/>
            <a:ext cx="6540120" cy="0"/>
          </a:xfrm>
          <a:prstGeom prst="rect">
            <a:avLst/>
          </a:prstGeom>
          <a:noFill/>
          <a:ln w="0">
            <a:noFill/>
          </a:ln>
        </p:spPr>
      </p:pic>
      <p:pic>
        <p:nvPicPr>
          <p:cNvPr id="1152" name=""/>
          <p:cNvPicPr/>
          <p:nvPr/>
        </p:nvPicPr>
        <p:blipFill>
          <a:blip r:embed="rId10"/>
          <a:stretch/>
        </p:blipFill>
        <p:spPr>
          <a:xfrm>
            <a:off x="5118120" y="2260440"/>
            <a:ext cx="6540120" cy="3212640"/>
          </a:xfrm>
          <a:prstGeom prst="rect">
            <a:avLst/>
          </a:prstGeom>
          <a:noFill/>
          <a:ln w="0">
            <a:noFill/>
          </a:ln>
        </p:spPr>
      </p:pic>
      <p:pic>
        <p:nvPicPr>
          <p:cNvPr id="1153" name=""/>
          <p:cNvPicPr/>
          <p:nvPr/>
        </p:nvPicPr>
        <p:blipFill>
          <a:blip r:embed="rId11"/>
          <a:stretch/>
        </p:blipFill>
        <p:spPr>
          <a:xfrm>
            <a:off x="5118120" y="2260440"/>
            <a:ext cx="0" cy="3212640"/>
          </a:xfrm>
          <a:prstGeom prst="rect">
            <a:avLst/>
          </a:prstGeom>
          <a:noFill/>
          <a:ln w="0">
            <a:noFill/>
          </a:ln>
        </p:spPr>
      </p:pic>
      <p:pic>
        <p:nvPicPr>
          <p:cNvPr id="1154" name=""/>
          <p:cNvPicPr/>
          <p:nvPr/>
        </p:nvPicPr>
        <p:blipFill>
          <a:blip r:embed="rId12"/>
          <a:stretch/>
        </p:blipFill>
        <p:spPr>
          <a:xfrm>
            <a:off x="5118120" y="5473800"/>
            <a:ext cx="6540120" cy="0"/>
          </a:xfrm>
          <a:prstGeom prst="rect">
            <a:avLst/>
          </a:prstGeom>
          <a:noFill/>
          <a:ln w="0">
            <a:noFill/>
          </a:ln>
        </p:spPr>
      </p:pic>
      <p:sp>
        <p:nvSpPr>
          <p:cNvPr id="115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5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4819320"/>
            <a:ext cx="810000" cy="638640"/>
          </a:xfrm>
          <a:custGeom>
            <a:avLst/>
            <a:gdLst/>
            <a:ahLst/>
            <a:rect l="0" t="0" r="r" b="b"/>
            <a:pathLst>
              <a:path w="2250" h="1774">
                <a:moveTo>
                  <a:pt x="47" y="1754"/>
                </a:moveTo>
                <a:cubicBezTo>
                  <a:pt x="32" y="1739"/>
                  <a:pt x="20" y="1722"/>
                  <a:pt x="12" y="1703"/>
                </a:cubicBezTo>
                <a:cubicBezTo>
                  <a:pt x="4" y="1683"/>
                  <a:pt x="0" y="1662"/>
                  <a:pt x="0" y="1641"/>
                </a:cubicBezTo>
                <a:lnTo>
                  <a:pt x="0" y="0"/>
                </a:lnTo>
                <a:lnTo>
                  <a:pt x="2250" y="0"/>
                </a:lnTo>
                <a:lnTo>
                  <a:pt x="2250" y="1774"/>
                </a:lnTo>
                <a:lnTo>
                  <a:pt x="71" y="1774"/>
                </a:lnTo>
                <a:cubicBezTo>
                  <a:pt x="62" y="1768"/>
                  <a:pt x="54" y="1762"/>
                  <a:pt x="47" y="1754"/>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48193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48193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4819320"/>
            <a:ext cx="809640" cy="638640"/>
          </a:xfrm>
          <a:custGeom>
            <a:avLst/>
            <a:gdLst/>
            <a:ahLst/>
            <a:rect l="0" t="0" r="r" b="b"/>
            <a:pathLst>
              <a:path w="2249" h="1774">
                <a:moveTo>
                  <a:pt x="2249" y="1641"/>
                </a:moveTo>
                <a:cubicBezTo>
                  <a:pt x="2249" y="1662"/>
                  <a:pt x="2245" y="1683"/>
                  <a:pt x="2237" y="1703"/>
                </a:cubicBezTo>
                <a:cubicBezTo>
                  <a:pt x="2229" y="1722"/>
                  <a:pt x="2218" y="1739"/>
                  <a:pt x="2203" y="1754"/>
                </a:cubicBezTo>
                <a:cubicBezTo>
                  <a:pt x="2195" y="1762"/>
                  <a:pt x="2187" y="1768"/>
                  <a:pt x="2179" y="1774"/>
                </a:cubicBezTo>
                <a:lnTo>
                  <a:pt x="0" y="1774"/>
                </a:lnTo>
                <a:lnTo>
                  <a:pt x="0" y="0"/>
                </a:lnTo>
                <a:lnTo>
                  <a:pt x="2249" y="0"/>
                </a:lnTo>
                <a:lnTo>
                  <a:pt x="2249" y="1641"/>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2292480"/>
            <a:ext cx="10440" cy="622440"/>
          </a:xfrm>
          <a:custGeom>
            <a:avLst/>
            <a:gdLst/>
            <a:ahLst/>
            <a:rect l="0" t="0" r="r" b="b"/>
            <a:pathLst>
              <a:path w="29" h="1729">
                <a:moveTo>
                  <a:pt x="13" y="27"/>
                </a:moveTo>
                <a:cubicBezTo>
                  <a:pt x="17" y="17"/>
                  <a:pt x="22" y="8"/>
                  <a:pt x="29" y="0"/>
                </a:cubicBezTo>
                <a:lnTo>
                  <a:pt x="29" y="1729"/>
                </a:lnTo>
                <a:lnTo>
                  <a:pt x="0" y="1729"/>
                </a:lnTo>
                <a:lnTo>
                  <a:pt x="0" y="87"/>
                </a:lnTo>
                <a:cubicBezTo>
                  <a:pt x="0" y="66"/>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149800" y="226692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5924520" y="226692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5933880" y="22669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712440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7134120" y="22669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10839240" y="226692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2266920"/>
            <a:ext cx="784440" cy="9720"/>
          </a:xfrm>
          <a:custGeom>
            <a:avLst/>
            <a:gdLst/>
            <a:ahLst/>
            <a:rect l="0" t="0" r="r" b="b"/>
            <a:pathLst>
              <a:path w="2179" h="27">
                <a:moveTo>
                  <a:pt x="2151" y="13"/>
                </a:moveTo>
                <a:cubicBezTo>
                  <a:pt x="2161" y="17"/>
                  <a:pt x="2170" y="21"/>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11648880" y="2292480"/>
            <a:ext cx="9720" cy="622440"/>
          </a:xfrm>
          <a:custGeom>
            <a:avLst/>
            <a:gdLst/>
            <a:ahLst/>
            <a:rect l="0" t="0" r="r" b="b"/>
            <a:pathLst>
              <a:path w="27" h="1729">
                <a:moveTo>
                  <a:pt x="14" y="27"/>
                </a:moveTo>
                <a:cubicBezTo>
                  <a:pt x="22" y="46"/>
                  <a:pt x="27" y="66"/>
                  <a:pt x="27" y="87"/>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124240" y="290484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5933880" y="290484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34120" y="290484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10848960" y="290484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124240" y="291456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5924520" y="291456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712440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10839240" y="291456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11648880" y="291456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5124240" y="355248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5124240" y="354312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924520" y="355248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354312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2440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7134120" y="354312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10839240" y="355248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10848960" y="354312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11648880" y="355248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124240" y="419076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5124240" y="418140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5924520" y="419076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5933880" y="418140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712440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7134120" y="418140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10839240" y="419076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10848960" y="418140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11648880" y="419076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5124240" y="4829040"/>
            <a:ext cx="10440" cy="613080"/>
          </a:xfrm>
          <a:custGeom>
            <a:avLst/>
            <a:gdLst/>
            <a:ahLst/>
            <a:rect l="0" t="0" r="r" b="b"/>
            <a:pathLst>
              <a:path w="29" h="1703">
                <a:moveTo>
                  <a:pt x="13" y="1676"/>
                </a:moveTo>
                <a:cubicBezTo>
                  <a:pt x="5" y="1656"/>
                  <a:pt x="0" y="1636"/>
                  <a:pt x="0" y="1615"/>
                </a:cubicBezTo>
                <a:lnTo>
                  <a:pt x="0" y="0"/>
                </a:lnTo>
                <a:lnTo>
                  <a:pt x="29" y="0"/>
                </a:lnTo>
                <a:lnTo>
                  <a:pt x="29" y="1703"/>
                </a:lnTo>
                <a:cubicBezTo>
                  <a:pt x="22" y="1694"/>
                  <a:pt x="17" y="1685"/>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481932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482904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5933880" y="481932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712440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7134120" y="481932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10839240" y="482904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10848960" y="481932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11648880" y="4829040"/>
            <a:ext cx="9720" cy="613080"/>
          </a:xfrm>
          <a:custGeom>
            <a:avLst/>
            <a:gdLst/>
            <a:ahLst/>
            <a:rect l="0" t="0" r="r" b="b"/>
            <a:pathLst>
              <a:path w="27" h="1703">
                <a:moveTo>
                  <a:pt x="27" y="1615"/>
                </a:moveTo>
                <a:cubicBezTo>
                  <a:pt x="27" y="1636"/>
                  <a:pt x="22" y="1656"/>
                  <a:pt x="14" y="1676"/>
                </a:cubicBezTo>
                <a:cubicBezTo>
                  <a:pt x="10" y="1685"/>
                  <a:pt x="6" y="1694"/>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149800" y="5457600"/>
            <a:ext cx="784440" cy="10080"/>
          </a:xfrm>
          <a:custGeom>
            <a:avLst/>
            <a:gdLst/>
            <a:ahLst/>
            <a:rect l="0" t="0" r="r" b="b"/>
            <a:pathLst>
              <a:path w="2179" h="28">
                <a:moveTo>
                  <a:pt x="88" y="28"/>
                </a:moveTo>
                <a:cubicBezTo>
                  <a:pt x="67" y="28"/>
                  <a:pt x="47" y="24"/>
                  <a:pt x="27" y="15"/>
                </a:cubicBezTo>
                <a:cubicBezTo>
                  <a:pt x="18" y="12"/>
                  <a:pt x="8" y="6"/>
                  <a:pt x="0" y="0"/>
                </a:cubicBezTo>
                <a:lnTo>
                  <a:pt x="2179" y="0"/>
                </a:lnTo>
                <a:lnTo>
                  <a:pt x="2179"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5933880" y="5457600"/>
            <a:ext cx="1200600" cy="10080"/>
          </a:xfrm>
          <a:custGeom>
            <a:avLst/>
            <a:gdLst/>
            <a:ahLst/>
            <a:rect l="0" t="0" r="r" b="b"/>
            <a:pathLst>
              <a:path w="3335" h="28">
                <a:moveTo>
                  <a:pt x="0" y="28"/>
                </a:moveTo>
                <a:lnTo>
                  <a:pt x="0" y="0"/>
                </a:lnTo>
                <a:lnTo>
                  <a:pt x="3335" y="0"/>
                </a:lnTo>
                <a:lnTo>
                  <a:pt x="333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5457600"/>
            <a:ext cx="3715200" cy="10080"/>
          </a:xfrm>
          <a:custGeom>
            <a:avLst/>
            <a:gdLst/>
            <a:ahLst/>
            <a:rect l="0" t="0" r="r" b="b"/>
            <a:pathLst>
              <a:path w="10320" h="28">
                <a:moveTo>
                  <a:pt x="0" y="28"/>
                </a:moveTo>
                <a:lnTo>
                  <a:pt x="0" y="0"/>
                </a:lnTo>
                <a:lnTo>
                  <a:pt x="10320" y="0"/>
                </a:lnTo>
                <a:lnTo>
                  <a:pt x="1032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48960" y="5457600"/>
            <a:ext cx="784440" cy="10080"/>
          </a:xfrm>
          <a:custGeom>
            <a:avLst/>
            <a:gdLst/>
            <a:ahLst/>
            <a:rect l="0" t="0" r="r" b="b"/>
            <a:pathLst>
              <a:path w="2179" h="28">
                <a:moveTo>
                  <a:pt x="2151" y="15"/>
                </a:moveTo>
                <a:cubicBezTo>
                  <a:pt x="2132" y="24"/>
                  <a:pt x="2112" y="28"/>
                  <a:pt x="2091" y="28"/>
                </a:cubicBezTo>
                <a:lnTo>
                  <a:pt x="0" y="28"/>
                </a:lnTo>
                <a:lnTo>
                  <a:pt x="0" y="0"/>
                </a:lnTo>
                <a:lnTo>
                  <a:pt x="2179" y="0"/>
                </a:lnTo>
                <a:cubicBezTo>
                  <a:pt x="2170" y="6"/>
                  <a:pt x="2161" y="12"/>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txBox="1"/>
          <p:nvPr/>
        </p:nvSpPr>
        <p:spPr>
          <a:xfrm>
            <a:off x="799920" y="390420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29" name=""/>
          <p:cNvSpPr txBox="1"/>
          <p:nvPr/>
        </p:nvSpPr>
        <p:spPr>
          <a:xfrm>
            <a:off x="5120640" y="187740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1230" name=""/>
          <p:cNvSpPr txBox="1"/>
          <p:nvPr/>
        </p:nvSpPr>
        <p:spPr>
          <a:xfrm>
            <a:off x="5253840" y="2368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31" name=""/>
          <p:cNvSpPr txBox="1"/>
          <p:nvPr/>
        </p:nvSpPr>
        <p:spPr>
          <a:xfrm>
            <a:off x="5253840" y="26262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32"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33"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34" name=""/>
          <p:cNvSpPr txBox="1"/>
          <p:nvPr/>
        </p:nvSpPr>
        <p:spPr>
          <a:xfrm>
            <a:off x="10973520" y="236088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35" name=""/>
          <p:cNvSpPr txBox="1"/>
          <p:nvPr/>
        </p:nvSpPr>
        <p:spPr>
          <a:xfrm>
            <a:off x="10973520" y="261792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36"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37" name=""/>
          <p:cNvSpPr txBox="1"/>
          <p:nvPr/>
        </p:nvSpPr>
        <p:spPr>
          <a:xfrm>
            <a:off x="60580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38" name=""/>
          <p:cNvSpPr txBox="1"/>
          <p:nvPr/>
        </p:nvSpPr>
        <p:spPr>
          <a:xfrm>
            <a:off x="6229440" y="299916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39" name=""/>
          <p:cNvSpPr txBox="1"/>
          <p:nvPr/>
        </p:nvSpPr>
        <p:spPr>
          <a:xfrm>
            <a:off x="6058080" y="325620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40" name=""/>
          <p:cNvSpPr txBox="1"/>
          <p:nvPr/>
        </p:nvSpPr>
        <p:spPr>
          <a:xfrm>
            <a:off x="7261920" y="299916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41" name=""/>
          <p:cNvSpPr txBox="1"/>
          <p:nvPr/>
        </p:nvSpPr>
        <p:spPr>
          <a:xfrm>
            <a:off x="7356960" y="300708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42" name=""/>
          <p:cNvSpPr txBox="1"/>
          <p:nvPr/>
        </p:nvSpPr>
        <p:spPr>
          <a:xfrm>
            <a:off x="7871400" y="299916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43" name=""/>
          <p:cNvSpPr txBox="1"/>
          <p:nvPr/>
        </p:nvSpPr>
        <p:spPr>
          <a:xfrm>
            <a:off x="822996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4" name=""/>
          <p:cNvSpPr txBox="1"/>
          <p:nvPr/>
        </p:nvSpPr>
        <p:spPr>
          <a:xfrm>
            <a:off x="8401680" y="2999160"/>
            <a:ext cx="7689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45" name=""/>
          <p:cNvSpPr txBox="1"/>
          <p:nvPr/>
        </p:nvSpPr>
        <p:spPr>
          <a:xfrm>
            <a:off x="9173160" y="30070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6" name=""/>
          <p:cNvSpPr txBox="1"/>
          <p:nvPr/>
        </p:nvSpPr>
        <p:spPr>
          <a:xfrm>
            <a:off x="9516240" y="2999160"/>
            <a:ext cx="550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47" name=""/>
          <p:cNvSpPr txBox="1"/>
          <p:nvPr/>
        </p:nvSpPr>
        <p:spPr>
          <a:xfrm>
            <a:off x="10068480" y="30070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48" name=""/>
          <p:cNvSpPr txBox="1"/>
          <p:nvPr/>
        </p:nvSpPr>
        <p:spPr>
          <a:xfrm>
            <a:off x="7261920" y="3256200"/>
            <a:ext cx="117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49" name=""/>
          <p:cNvSpPr txBox="1"/>
          <p:nvPr/>
        </p:nvSpPr>
        <p:spPr>
          <a:xfrm>
            <a:off x="8442720" y="32644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0" name=""/>
          <p:cNvSpPr txBox="1"/>
          <p:nvPr/>
        </p:nvSpPr>
        <p:spPr>
          <a:xfrm>
            <a:off x="8614440" y="3256200"/>
            <a:ext cx="1189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51" name=""/>
          <p:cNvSpPr txBox="1"/>
          <p:nvPr/>
        </p:nvSpPr>
        <p:spPr>
          <a:xfrm>
            <a:off x="9808200" y="32644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52"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53"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54" name=""/>
          <p:cNvSpPr txBox="1"/>
          <p:nvPr/>
        </p:nvSpPr>
        <p:spPr>
          <a:xfrm>
            <a:off x="6058080" y="363708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55" name=""/>
          <p:cNvSpPr txBox="1"/>
          <p:nvPr/>
        </p:nvSpPr>
        <p:spPr>
          <a:xfrm>
            <a:off x="6058080" y="38944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56" name=""/>
          <p:cNvSpPr txBox="1"/>
          <p:nvPr/>
        </p:nvSpPr>
        <p:spPr>
          <a:xfrm>
            <a:off x="6248880" y="3902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57" name=""/>
          <p:cNvSpPr txBox="1"/>
          <p:nvPr/>
        </p:nvSpPr>
        <p:spPr>
          <a:xfrm>
            <a:off x="6420240" y="3894480"/>
            <a:ext cx="4467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58"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59"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0"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1"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63"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4"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65"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66" name=""/>
          <p:cNvSpPr txBox="1"/>
          <p:nvPr/>
        </p:nvSpPr>
        <p:spPr>
          <a:xfrm>
            <a:off x="10973520" y="363708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67" name=""/>
          <p:cNvSpPr txBox="1"/>
          <p:nvPr/>
        </p:nvSpPr>
        <p:spPr>
          <a:xfrm>
            <a:off x="10973520" y="38944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68"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69" name=""/>
          <p:cNvSpPr txBox="1"/>
          <p:nvPr/>
        </p:nvSpPr>
        <p:spPr>
          <a:xfrm>
            <a:off x="6058080" y="427536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70" name=""/>
          <p:cNvSpPr txBox="1"/>
          <p:nvPr/>
        </p:nvSpPr>
        <p:spPr>
          <a:xfrm>
            <a:off x="6058080" y="453276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71" name=""/>
          <p:cNvSpPr txBox="1"/>
          <p:nvPr/>
        </p:nvSpPr>
        <p:spPr>
          <a:xfrm>
            <a:off x="6248880" y="45406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2"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73"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74"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75"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6"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77"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78"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79"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80" name=""/>
          <p:cNvSpPr txBox="1"/>
          <p:nvPr/>
        </p:nvSpPr>
        <p:spPr>
          <a:xfrm>
            <a:off x="10973520" y="427536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281" name=""/>
          <p:cNvSpPr txBox="1"/>
          <p:nvPr/>
        </p:nvSpPr>
        <p:spPr>
          <a:xfrm>
            <a:off x="10973520" y="453276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82"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283" name=""/>
          <p:cNvSpPr txBox="1"/>
          <p:nvPr/>
        </p:nvSpPr>
        <p:spPr>
          <a:xfrm>
            <a:off x="6058080" y="4913640"/>
            <a:ext cx="7030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84" name=""/>
          <p:cNvSpPr txBox="1"/>
          <p:nvPr/>
        </p:nvSpPr>
        <p:spPr>
          <a:xfrm>
            <a:off x="6058080" y="5170680"/>
            <a:ext cx="1904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285" name=""/>
          <p:cNvSpPr txBox="1"/>
          <p:nvPr/>
        </p:nvSpPr>
        <p:spPr>
          <a:xfrm>
            <a:off x="6248880" y="5178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287"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8"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9"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0"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91"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92"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293"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294" name=""/>
          <p:cNvSpPr txBox="1"/>
          <p:nvPr/>
        </p:nvSpPr>
        <p:spPr>
          <a:xfrm>
            <a:off x="10973520" y="4913640"/>
            <a:ext cx="333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295" name=""/>
          <p:cNvSpPr txBox="1"/>
          <p:nvPr/>
        </p:nvSpPr>
        <p:spPr>
          <a:xfrm>
            <a:off x="10973520" y="5170680"/>
            <a:ext cx="342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6"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297"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298"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Arial"/>
                <a:ea typeface="Arial"/>
              </a:rPr>
              <a:t>→</a:t>
            </a:r>
            <a:endParaRPr lang="en-US" sz="1500" b="0" u="none" strike="noStrike">
              <a:solidFill>
                <a:srgbClr val="000000"/>
              </a:solidFill>
              <a:effectLst/>
              <a:uFillTx/>
              <a:latin typeface="游明朝体"/>
            </a:endParaRPr>
          </a:p>
        </p:txBody>
      </p:sp>
      <p:sp>
        <p:nvSpPr>
          <p:cNvPr id="1299"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00"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0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5"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552240" y="6162480"/>
            <a:ext cx="11106360" cy="695520"/>
          </a:xfrm>
          <a:custGeom>
            <a:avLst/>
            <a:gdLst/>
            <a:ahLst/>
            <a:rect l="0" t="0" r="r" b="b"/>
            <a:pathLst>
              <a:path w="30851" h="1932">
                <a:moveTo>
                  <a:pt x="0" y="1932"/>
                </a:moveTo>
                <a:lnTo>
                  <a:pt x="0" y="0"/>
                </a:ln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1932"/>
                </a:lnTo>
                <a:lnTo>
                  <a:pt x="0" y="1932"/>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07" name=""/>
          <p:cNvSpPr/>
          <p:nvPr/>
        </p:nvSpPr>
        <p:spPr>
          <a:xfrm>
            <a:off x="533160" y="6162480"/>
            <a:ext cx="38520" cy="695520"/>
          </a:xfrm>
          <a:custGeom>
            <a:avLst/>
            <a:gdLst/>
            <a:ahLst/>
            <a:rect l="0" t="0" r="r" b="b"/>
            <a:pathLst>
              <a:path w="107" h="1932">
                <a:moveTo>
                  <a:pt x="0" y="0"/>
                </a:moveTo>
                <a:lnTo>
                  <a:pt x="107" y="0"/>
                </a:lnTo>
                <a:lnTo>
                  <a:pt x="107" y="1932"/>
                </a:lnTo>
                <a:lnTo>
                  <a:pt x="0" y="1932"/>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現⾏モデル（</a:t>
            </a:r>
            <a:endParaRPr lang="en-US" sz="3000" b="0" u="none" strike="noStrike">
              <a:solidFill>
                <a:srgbClr val="000000"/>
              </a:solidFill>
              <a:effectLst/>
              <a:uFillTx/>
              <a:latin typeface="游明朝体"/>
            </a:endParaRPr>
          </a:p>
        </p:txBody>
      </p:sp>
      <p:sp>
        <p:nvSpPr>
          <p:cNvPr id="1309"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10" name=""/>
          <p:cNvSpPr/>
          <p:nvPr/>
        </p:nvSpPr>
        <p:spPr>
          <a:xfrm>
            <a:off x="552240" y="1419120"/>
            <a:ext cx="6515640" cy="466920"/>
          </a:xfrm>
          <a:custGeom>
            <a:avLst/>
            <a:gdLst/>
            <a:ahLst/>
            <a:rect l="0" t="0" r="r" b="b"/>
            <a:pathLst>
              <a:path w="18099" h="1297">
                <a:moveTo>
                  <a:pt x="0" y="1297"/>
                </a:moveTo>
                <a:lnTo>
                  <a:pt x="0" y="0"/>
                </a:lnTo>
                <a:lnTo>
                  <a:pt x="17993" y="0"/>
                </a:lnTo>
                <a:cubicBezTo>
                  <a:pt x="18007" y="0"/>
                  <a:pt x="18020" y="2"/>
                  <a:pt x="18033" y="8"/>
                </a:cubicBezTo>
                <a:cubicBezTo>
                  <a:pt x="18046" y="13"/>
                  <a:pt x="18058" y="21"/>
                  <a:pt x="18068" y="31"/>
                </a:cubicBezTo>
                <a:cubicBezTo>
                  <a:pt x="18078" y="41"/>
                  <a:pt x="18085" y="52"/>
                  <a:pt x="18091" y="65"/>
                </a:cubicBezTo>
                <a:cubicBezTo>
                  <a:pt x="18096" y="78"/>
                  <a:pt x="18099" y="92"/>
                  <a:pt x="18099" y="106"/>
                </a:cubicBezTo>
                <a:lnTo>
                  <a:pt x="18099" y="1191"/>
                </a:lnTo>
                <a:cubicBezTo>
                  <a:pt x="18099" y="1205"/>
                  <a:pt x="18096" y="1219"/>
                  <a:pt x="18091" y="1232"/>
                </a:cubicBezTo>
                <a:cubicBezTo>
                  <a:pt x="18085" y="1245"/>
                  <a:pt x="18078" y="1256"/>
                  <a:pt x="18068" y="1266"/>
                </a:cubicBezTo>
                <a:cubicBezTo>
                  <a:pt x="18058" y="1276"/>
                  <a:pt x="18046" y="1284"/>
                  <a:pt x="18033" y="1289"/>
                </a:cubicBezTo>
                <a:cubicBezTo>
                  <a:pt x="18020" y="1295"/>
                  <a:pt x="18007" y="1297"/>
                  <a:pt x="17993" y="1297"/>
                </a:cubicBezTo>
                <a:lnTo>
                  <a:pt x="0" y="1297"/>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1" name=""/>
          <p:cNvSpPr/>
          <p:nvPr/>
        </p:nvSpPr>
        <p:spPr>
          <a:xfrm>
            <a:off x="533160" y="14191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542880" y="2028600"/>
            <a:ext cx="943200" cy="381240"/>
          </a:xfrm>
          <a:custGeom>
            <a:avLst/>
            <a:gdLst/>
            <a:ahLst/>
            <a:rect l="0" t="0" r="r" b="b"/>
            <a:pathLst>
              <a:path w="2620" h="1059">
                <a:moveTo>
                  <a:pt x="20" y="47"/>
                </a:moveTo>
                <a:cubicBezTo>
                  <a:pt x="35" y="32"/>
                  <a:pt x="52" y="20"/>
                  <a:pt x="71" y="12"/>
                </a:cubicBezTo>
                <a:cubicBezTo>
                  <a:pt x="91" y="4"/>
                  <a:pt x="111" y="0"/>
                  <a:pt x="132" y="0"/>
                </a:cubicBezTo>
                <a:lnTo>
                  <a:pt x="2620" y="0"/>
                </a:lnTo>
                <a:lnTo>
                  <a:pt x="2620" y="1059"/>
                </a:lnTo>
                <a:lnTo>
                  <a:pt x="0" y="1059"/>
                </a:lnTo>
                <a:lnTo>
                  <a:pt x="0" y="71"/>
                </a:lnTo>
                <a:cubicBezTo>
                  <a:pt x="5" y="62"/>
                  <a:pt x="12" y="54"/>
                  <a:pt x="20"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3" name=""/>
          <p:cNvSpPr/>
          <p:nvPr/>
        </p:nvSpPr>
        <p:spPr>
          <a:xfrm>
            <a:off x="1485720" y="202860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4" name=""/>
          <p:cNvSpPr/>
          <p:nvPr/>
        </p:nvSpPr>
        <p:spPr>
          <a:xfrm>
            <a:off x="4495680" y="202860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15" name=""/>
          <p:cNvPicPr/>
          <p:nvPr/>
        </p:nvPicPr>
        <p:blipFill>
          <a:blip r:embed="rId1"/>
          <a:stretch/>
        </p:blipFill>
        <p:spPr>
          <a:xfrm>
            <a:off x="533520" y="2019240"/>
            <a:ext cx="6540120" cy="1561680"/>
          </a:xfrm>
          <a:prstGeom prst="rect">
            <a:avLst/>
          </a:prstGeom>
          <a:noFill/>
          <a:ln w="0">
            <a:noFill/>
          </a:ln>
        </p:spPr>
      </p:pic>
      <p:pic>
        <p:nvPicPr>
          <p:cNvPr id="1316" name=""/>
          <p:cNvPicPr/>
          <p:nvPr/>
        </p:nvPicPr>
        <p:blipFill>
          <a:blip r:embed="rId2"/>
          <a:stretch/>
        </p:blipFill>
        <p:spPr>
          <a:xfrm>
            <a:off x="533520" y="2019240"/>
            <a:ext cx="6540120" cy="1561680"/>
          </a:xfrm>
          <a:prstGeom prst="rect">
            <a:avLst/>
          </a:prstGeom>
          <a:noFill/>
          <a:ln w="0">
            <a:noFill/>
          </a:ln>
        </p:spPr>
      </p:pic>
      <p:pic>
        <p:nvPicPr>
          <p:cNvPr id="1317" name=""/>
          <p:cNvPicPr/>
          <p:nvPr/>
        </p:nvPicPr>
        <p:blipFill>
          <a:blip r:embed="rId3"/>
          <a:stretch/>
        </p:blipFill>
        <p:spPr>
          <a:xfrm>
            <a:off x="533520" y="2019240"/>
            <a:ext cx="6540120" cy="1561680"/>
          </a:xfrm>
          <a:prstGeom prst="rect">
            <a:avLst/>
          </a:prstGeom>
          <a:noFill/>
          <a:ln w="0">
            <a:noFill/>
          </a:ln>
        </p:spPr>
      </p:pic>
      <p:sp>
        <p:nvSpPr>
          <p:cNvPr id="1318" name=""/>
          <p:cNvSpPr/>
          <p:nvPr/>
        </p:nvSpPr>
        <p:spPr>
          <a:xfrm>
            <a:off x="542880" y="240948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19" name=""/>
          <p:cNvSpPr/>
          <p:nvPr/>
        </p:nvSpPr>
        <p:spPr>
          <a:xfrm>
            <a:off x="1485720" y="240948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0" name=""/>
          <p:cNvSpPr/>
          <p:nvPr/>
        </p:nvSpPr>
        <p:spPr>
          <a:xfrm>
            <a:off x="4495680" y="240948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1"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2"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3"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4" name=""/>
          <p:cNvSpPr/>
          <p:nvPr/>
        </p:nvSpPr>
        <p:spPr>
          <a:xfrm>
            <a:off x="542880" y="27907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5" name=""/>
          <p:cNvSpPr/>
          <p:nvPr/>
        </p:nvSpPr>
        <p:spPr>
          <a:xfrm>
            <a:off x="1485720" y="27907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6" name=""/>
          <p:cNvSpPr/>
          <p:nvPr/>
        </p:nvSpPr>
        <p:spPr>
          <a:xfrm>
            <a:off x="4495680" y="27907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542880" y="3171600"/>
            <a:ext cx="943200" cy="390960"/>
          </a:xfrm>
          <a:custGeom>
            <a:avLst/>
            <a:gdLst/>
            <a:ahLst/>
            <a:rect l="0" t="0" r="r" b="b"/>
            <a:pathLst>
              <a:path w="2620" h="1086">
                <a:moveTo>
                  <a:pt x="20" y="1066"/>
                </a:moveTo>
                <a:cubicBezTo>
                  <a:pt x="12" y="1058"/>
                  <a:pt x="5" y="1050"/>
                  <a:pt x="0" y="1041"/>
                </a:cubicBezTo>
                <a:lnTo>
                  <a:pt x="0" y="0"/>
                </a:lnTo>
                <a:lnTo>
                  <a:pt x="2620" y="0"/>
                </a:lnTo>
                <a:lnTo>
                  <a:pt x="2620" y="1086"/>
                </a:lnTo>
                <a:lnTo>
                  <a:pt x="44" y="1086"/>
                </a:lnTo>
                <a:cubicBezTo>
                  <a:pt x="35" y="1080"/>
                  <a:pt x="27" y="1073"/>
                  <a:pt x="20" y="106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1485720" y="3171600"/>
            <a:ext cx="3010320" cy="390960"/>
          </a:xfrm>
          <a:custGeom>
            <a:avLst/>
            <a:gdLst/>
            <a:ahLst/>
            <a:rect l="0" t="0" r="r" b="b"/>
            <a:pathLst>
              <a:path w="8362" h="1086">
                <a:moveTo>
                  <a:pt x="0" y="0"/>
                </a:moveTo>
                <a:lnTo>
                  <a:pt x="8362" y="0"/>
                </a:lnTo>
                <a:lnTo>
                  <a:pt x="8362"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4495680" y="3171600"/>
            <a:ext cx="2495880" cy="390960"/>
          </a:xfrm>
          <a:custGeom>
            <a:avLst/>
            <a:gdLst/>
            <a:ahLst/>
            <a:rect l="0" t="0" r="r" b="b"/>
            <a:pathLst>
              <a:path w="6933" h="1086">
                <a:moveTo>
                  <a:pt x="0" y="0"/>
                </a:moveTo>
                <a:lnTo>
                  <a:pt x="6933" y="0"/>
                </a:lnTo>
                <a:lnTo>
                  <a:pt x="6933" y="1086"/>
                </a:lnTo>
                <a:lnTo>
                  <a:pt x="0" y="108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33160" y="20541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58720" y="2028600"/>
            <a:ext cx="927360" cy="10080"/>
          </a:xfrm>
          <a:custGeom>
            <a:avLst/>
            <a:gdLst/>
            <a:ahLst/>
            <a:rect l="0" t="0" r="r" b="b"/>
            <a:pathLst>
              <a:path w="2576" h="28">
                <a:moveTo>
                  <a:pt x="27" y="12"/>
                </a:moveTo>
                <a:cubicBezTo>
                  <a:pt x="47" y="4"/>
                  <a:pt x="67" y="0"/>
                  <a:pt x="88" y="0"/>
                </a:cubicBezTo>
                <a:lnTo>
                  <a:pt x="2576" y="0"/>
                </a:lnTo>
                <a:lnTo>
                  <a:pt x="2576"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2" name=""/>
          <p:cNvSpPr/>
          <p:nvPr/>
        </p:nvSpPr>
        <p:spPr>
          <a:xfrm>
            <a:off x="147636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3" name=""/>
          <p:cNvSpPr/>
          <p:nvPr/>
        </p:nvSpPr>
        <p:spPr>
          <a:xfrm>
            <a:off x="1485720" y="2028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4" name=""/>
          <p:cNvSpPr/>
          <p:nvPr/>
        </p:nvSpPr>
        <p:spPr>
          <a:xfrm>
            <a:off x="4485960" y="20286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4495680" y="2028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6" name=""/>
          <p:cNvSpPr/>
          <p:nvPr/>
        </p:nvSpPr>
        <p:spPr>
          <a:xfrm>
            <a:off x="6991200" y="20286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533160" y="240948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1485720" y="240948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4495680" y="240948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0" name=""/>
          <p:cNvSpPr/>
          <p:nvPr/>
        </p:nvSpPr>
        <p:spPr>
          <a:xfrm>
            <a:off x="5331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1" name=""/>
          <p:cNvSpPr/>
          <p:nvPr/>
        </p:nvSpPr>
        <p:spPr>
          <a:xfrm>
            <a:off x="147636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2" name=""/>
          <p:cNvSpPr/>
          <p:nvPr/>
        </p:nvSpPr>
        <p:spPr>
          <a:xfrm>
            <a:off x="4485960" y="24192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6991200" y="24192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5331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33160" y="27907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7636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1485720" y="27907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4485960" y="28000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4495680" y="27907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6991200" y="28000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33160" y="3181320"/>
            <a:ext cx="10080" cy="365040"/>
          </a:xfrm>
          <a:custGeom>
            <a:avLst/>
            <a:gdLst/>
            <a:ahLst/>
            <a:rect l="0" t="0" r="r" b="b"/>
            <a:pathLst>
              <a:path w="28" h="1014">
                <a:moveTo>
                  <a:pt x="12" y="987"/>
                </a:moveTo>
                <a:cubicBezTo>
                  <a:pt x="4" y="968"/>
                  <a:pt x="0" y="948"/>
                  <a:pt x="0" y="927"/>
                </a:cubicBezTo>
                <a:lnTo>
                  <a:pt x="0" y="0"/>
                </a:lnTo>
                <a:lnTo>
                  <a:pt x="28" y="0"/>
                </a:lnTo>
                <a:lnTo>
                  <a:pt x="28" y="1014"/>
                </a:lnTo>
                <a:cubicBezTo>
                  <a:pt x="22" y="1006"/>
                  <a:pt x="17" y="997"/>
                  <a:pt x="12" y="98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533160" y="31716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147636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1485720" y="31716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4485960" y="3181320"/>
            <a:ext cx="10080" cy="390600"/>
          </a:xfrm>
          <a:custGeom>
            <a:avLst/>
            <a:gdLst/>
            <a:ahLst/>
            <a:rect l="0" t="0" r="r" b="b"/>
            <a:pathLst>
              <a:path w="28" h="1085">
                <a:moveTo>
                  <a:pt x="0" y="1085"/>
                </a:moveTo>
                <a:lnTo>
                  <a:pt x="0" y="0"/>
                </a:lnTo>
                <a:lnTo>
                  <a:pt x="28" y="0"/>
                </a:lnTo>
                <a:lnTo>
                  <a:pt x="28"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716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6991200" y="3181320"/>
            <a:ext cx="9720" cy="390600"/>
          </a:xfrm>
          <a:custGeom>
            <a:avLst/>
            <a:gdLst/>
            <a:ahLst/>
            <a:rect l="0" t="0" r="r" b="b"/>
            <a:pathLst>
              <a:path w="27" h="1085">
                <a:moveTo>
                  <a:pt x="0" y="1085"/>
                </a:moveTo>
                <a:lnTo>
                  <a:pt x="0" y="0"/>
                </a:lnTo>
                <a:lnTo>
                  <a:pt x="27" y="0"/>
                </a:lnTo>
                <a:lnTo>
                  <a:pt x="27" y="1085"/>
                </a:lnTo>
                <a:lnTo>
                  <a:pt x="0" y="108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558720" y="3562200"/>
            <a:ext cx="927360" cy="9720"/>
          </a:xfrm>
          <a:custGeom>
            <a:avLst/>
            <a:gdLst/>
            <a:ahLst/>
            <a:rect l="0" t="0" r="r" b="b"/>
            <a:pathLst>
              <a:path w="2576" h="27">
                <a:moveTo>
                  <a:pt x="88" y="27"/>
                </a:moveTo>
                <a:cubicBezTo>
                  <a:pt x="67" y="27"/>
                  <a:pt x="47" y="22"/>
                  <a:pt x="27" y="14"/>
                </a:cubicBezTo>
                <a:cubicBezTo>
                  <a:pt x="18" y="10"/>
                  <a:pt x="9" y="6"/>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1485720" y="356220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4495680" y="356220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42880" y="473364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5"/>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2724120" y="473364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4286160" y="473364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364" name=""/>
          <p:cNvPicPr/>
          <p:nvPr/>
        </p:nvPicPr>
        <p:blipFill>
          <a:blip r:embed="rId4"/>
          <a:stretch/>
        </p:blipFill>
        <p:spPr>
          <a:xfrm>
            <a:off x="533520" y="4724280"/>
            <a:ext cx="6540120" cy="1155240"/>
          </a:xfrm>
          <a:prstGeom prst="rect">
            <a:avLst/>
          </a:prstGeom>
          <a:noFill/>
          <a:ln w="0">
            <a:noFill/>
          </a:ln>
        </p:spPr>
      </p:pic>
      <p:pic>
        <p:nvPicPr>
          <p:cNvPr id="1365" name=""/>
          <p:cNvPicPr/>
          <p:nvPr/>
        </p:nvPicPr>
        <p:blipFill>
          <a:blip r:embed="rId5"/>
          <a:stretch/>
        </p:blipFill>
        <p:spPr>
          <a:xfrm>
            <a:off x="533520" y="5880240"/>
            <a:ext cx="6540120" cy="0"/>
          </a:xfrm>
          <a:prstGeom prst="rect">
            <a:avLst/>
          </a:prstGeom>
          <a:noFill/>
          <a:ln w="0">
            <a:noFill/>
          </a:ln>
        </p:spPr>
      </p:pic>
      <p:pic>
        <p:nvPicPr>
          <p:cNvPr id="1366" name=""/>
          <p:cNvPicPr/>
          <p:nvPr/>
        </p:nvPicPr>
        <p:blipFill>
          <a:blip r:embed="rId6"/>
          <a:stretch/>
        </p:blipFill>
        <p:spPr>
          <a:xfrm>
            <a:off x="533520" y="4724280"/>
            <a:ext cx="6540120" cy="1155240"/>
          </a:xfrm>
          <a:prstGeom prst="rect">
            <a:avLst/>
          </a:prstGeom>
          <a:noFill/>
          <a:ln w="0">
            <a:noFill/>
          </a:ln>
        </p:spPr>
      </p:pic>
      <p:pic>
        <p:nvPicPr>
          <p:cNvPr id="1367" name=""/>
          <p:cNvPicPr/>
          <p:nvPr/>
        </p:nvPicPr>
        <p:blipFill>
          <a:blip r:embed="rId7"/>
          <a:stretch/>
        </p:blipFill>
        <p:spPr>
          <a:xfrm>
            <a:off x="533520" y="5880240"/>
            <a:ext cx="6540120" cy="0"/>
          </a:xfrm>
          <a:prstGeom prst="rect">
            <a:avLst/>
          </a:prstGeom>
          <a:noFill/>
          <a:ln w="0">
            <a:noFill/>
          </a:ln>
        </p:spPr>
      </p:pic>
      <p:pic>
        <p:nvPicPr>
          <p:cNvPr id="1368" name=""/>
          <p:cNvPicPr/>
          <p:nvPr/>
        </p:nvPicPr>
        <p:blipFill>
          <a:blip r:embed="rId8"/>
          <a:stretch/>
        </p:blipFill>
        <p:spPr>
          <a:xfrm>
            <a:off x="533520" y="4724280"/>
            <a:ext cx="6540120" cy="1155240"/>
          </a:xfrm>
          <a:prstGeom prst="rect">
            <a:avLst/>
          </a:prstGeom>
          <a:noFill/>
          <a:ln w="0">
            <a:noFill/>
          </a:ln>
        </p:spPr>
      </p:pic>
      <p:pic>
        <p:nvPicPr>
          <p:cNvPr id="1369" name=""/>
          <p:cNvPicPr/>
          <p:nvPr/>
        </p:nvPicPr>
        <p:blipFill>
          <a:blip r:embed="rId9"/>
          <a:stretch/>
        </p:blipFill>
        <p:spPr>
          <a:xfrm>
            <a:off x="533520" y="5880240"/>
            <a:ext cx="6540120" cy="0"/>
          </a:xfrm>
          <a:prstGeom prst="rect">
            <a:avLst/>
          </a:prstGeom>
          <a:noFill/>
          <a:ln w="0">
            <a:noFill/>
          </a:ln>
        </p:spPr>
      </p:pic>
      <p:sp>
        <p:nvSpPr>
          <p:cNvPr id="1370" name=""/>
          <p:cNvSpPr/>
          <p:nvPr/>
        </p:nvSpPr>
        <p:spPr>
          <a:xfrm>
            <a:off x="542880" y="511488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2724120" y="51148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286160" y="51148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542880" y="549576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2724120" y="549576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286160" y="549576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533160" y="47498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558720" y="472428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272412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2733480" y="47242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4286160" y="47242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429552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5943240" y="47242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533160" y="510516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2733480" y="51051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429552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53316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272412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4286160" y="51148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5943240" y="51148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533160" y="549576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33160" y="548604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5" name=""/>
          <p:cNvSpPr/>
          <p:nvPr/>
        </p:nvSpPr>
        <p:spPr>
          <a:xfrm>
            <a:off x="272412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6" name=""/>
          <p:cNvSpPr/>
          <p:nvPr/>
        </p:nvSpPr>
        <p:spPr>
          <a:xfrm>
            <a:off x="2733480" y="548604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7" name=""/>
          <p:cNvSpPr/>
          <p:nvPr/>
        </p:nvSpPr>
        <p:spPr>
          <a:xfrm>
            <a:off x="4286160" y="549576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4295520" y="5486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5943240" y="549576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58720" y="586728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33480" y="586728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95520" y="586728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並⾏稼働）</a:t>
            </a:r>
            <a:endParaRPr lang="en-US" sz="3000" b="0" u="none" strike="noStrike">
              <a:solidFill>
                <a:srgbClr val="000000"/>
              </a:solidFill>
              <a:effectLst/>
              <a:uFillTx/>
              <a:latin typeface="游明朝体"/>
            </a:endParaRPr>
          </a:p>
        </p:txBody>
      </p:sp>
      <p:sp>
        <p:nvSpPr>
          <p:cNvPr id="1404" name=""/>
          <p:cNvSpPr txBox="1"/>
          <p:nvPr/>
        </p:nvSpPr>
        <p:spPr>
          <a:xfrm>
            <a:off x="72396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05" name=""/>
          <p:cNvSpPr txBox="1"/>
          <p:nvPr/>
        </p:nvSpPr>
        <p:spPr>
          <a:xfrm>
            <a:off x="172656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06" name=""/>
          <p:cNvSpPr txBox="1"/>
          <p:nvPr/>
        </p:nvSpPr>
        <p:spPr>
          <a:xfrm>
            <a:off x="2088360" y="154224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07" name=""/>
          <p:cNvSpPr txBox="1"/>
          <p:nvPr/>
        </p:nvSpPr>
        <p:spPr>
          <a:xfrm>
            <a:off x="2383920" y="155088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08" name=""/>
          <p:cNvSpPr txBox="1"/>
          <p:nvPr/>
        </p:nvSpPr>
        <p:spPr>
          <a:xfrm>
            <a:off x="2926800" y="154224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09" name=""/>
          <p:cNvSpPr txBox="1"/>
          <p:nvPr/>
        </p:nvSpPr>
        <p:spPr>
          <a:xfrm>
            <a:off x="3929400" y="155088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10" name=""/>
          <p:cNvSpPr txBox="1"/>
          <p:nvPr/>
        </p:nvSpPr>
        <p:spPr>
          <a:xfrm>
            <a:off x="4291200" y="154224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11" name=""/>
          <p:cNvSpPr txBox="1"/>
          <p:nvPr/>
        </p:nvSpPr>
        <p:spPr>
          <a:xfrm>
            <a:off x="4697280" y="15508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12" name=""/>
          <p:cNvSpPr txBox="1"/>
          <p:nvPr/>
        </p:nvSpPr>
        <p:spPr>
          <a:xfrm>
            <a:off x="666720" y="21308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13" name=""/>
          <p:cNvSpPr txBox="1"/>
          <p:nvPr/>
        </p:nvSpPr>
        <p:spPr>
          <a:xfrm>
            <a:off x="1609560" y="21229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14" name=""/>
          <p:cNvSpPr txBox="1"/>
          <p:nvPr/>
        </p:nvSpPr>
        <p:spPr>
          <a:xfrm>
            <a:off x="17942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5" name=""/>
          <p:cNvSpPr txBox="1"/>
          <p:nvPr/>
        </p:nvSpPr>
        <p:spPr>
          <a:xfrm>
            <a:off x="196560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16" name=""/>
          <p:cNvSpPr txBox="1"/>
          <p:nvPr/>
        </p:nvSpPr>
        <p:spPr>
          <a:xfrm>
            <a:off x="231516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17" name=""/>
          <p:cNvSpPr txBox="1"/>
          <p:nvPr/>
        </p:nvSpPr>
        <p:spPr>
          <a:xfrm>
            <a:off x="4622760" y="21229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18" name=""/>
          <p:cNvSpPr txBox="1"/>
          <p:nvPr/>
        </p:nvSpPr>
        <p:spPr>
          <a:xfrm>
            <a:off x="4911840" y="2130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19" name=""/>
          <p:cNvSpPr txBox="1"/>
          <p:nvPr/>
        </p:nvSpPr>
        <p:spPr>
          <a:xfrm>
            <a:off x="5083560" y="21229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0" name=""/>
          <p:cNvSpPr txBox="1"/>
          <p:nvPr/>
        </p:nvSpPr>
        <p:spPr>
          <a:xfrm>
            <a:off x="5433120" y="2130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21" name=""/>
          <p:cNvSpPr txBox="1"/>
          <p:nvPr/>
        </p:nvSpPr>
        <p:spPr>
          <a:xfrm>
            <a:off x="66672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22" name=""/>
          <p:cNvSpPr txBox="1"/>
          <p:nvPr/>
        </p:nvSpPr>
        <p:spPr>
          <a:xfrm>
            <a:off x="16095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3" name=""/>
          <p:cNvSpPr txBox="1"/>
          <p:nvPr/>
        </p:nvSpPr>
        <p:spPr>
          <a:xfrm>
            <a:off x="196848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4" name=""/>
          <p:cNvSpPr txBox="1"/>
          <p:nvPr/>
        </p:nvSpPr>
        <p:spPr>
          <a:xfrm>
            <a:off x="21398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25" name=""/>
          <p:cNvSpPr txBox="1"/>
          <p:nvPr/>
        </p:nvSpPr>
        <p:spPr>
          <a:xfrm>
            <a:off x="255564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26" name=""/>
          <p:cNvSpPr txBox="1"/>
          <p:nvPr/>
        </p:nvSpPr>
        <p:spPr>
          <a:xfrm>
            <a:off x="3241440" y="250380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27" name=""/>
          <p:cNvSpPr txBox="1"/>
          <p:nvPr/>
        </p:nvSpPr>
        <p:spPr>
          <a:xfrm>
            <a:off x="358416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28" name=""/>
          <p:cNvSpPr txBox="1"/>
          <p:nvPr/>
        </p:nvSpPr>
        <p:spPr>
          <a:xfrm>
            <a:off x="37558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29" name=""/>
          <p:cNvSpPr txBox="1"/>
          <p:nvPr/>
        </p:nvSpPr>
        <p:spPr>
          <a:xfrm>
            <a:off x="385092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0" name=""/>
          <p:cNvSpPr txBox="1"/>
          <p:nvPr/>
        </p:nvSpPr>
        <p:spPr>
          <a:xfrm>
            <a:off x="4622760" y="2503800"/>
            <a:ext cx="3578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1" name=""/>
          <p:cNvSpPr txBox="1"/>
          <p:nvPr/>
        </p:nvSpPr>
        <p:spPr>
          <a:xfrm>
            <a:off x="4981320" y="251172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32" name=""/>
          <p:cNvSpPr txBox="1"/>
          <p:nvPr/>
        </p:nvSpPr>
        <p:spPr>
          <a:xfrm>
            <a:off x="5153040" y="2503800"/>
            <a:ext cx="414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33" name=""/>
          <p:cNvSpPr txBox="1"/>
          <p:nvPr/>
        </p:nvSpPr>
        <p:spPr>
          <a:xfrm>
            <a:off x="5568480" y="251172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34" name=""/>
          <p:cNvSpPr txBox="1"/>
          <p:nvPr/>
        </p:nvSpPr>
        <p:spPr>
          <a:xfrm>
            <a:off x="6254280" y="2503800"/>
            <a:ext cx="171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35" name=""/>
          <p:cNvSpPr txBox="1"/>
          <p:nvPr/>
        </p:nvSpPr>
        <p:spPr>
          <a:xfrm>
            <a:off x="6349680" y="2511720"/>
            <a:ext cx="512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36" name=""/>
          <p:cNvSpPr txBox="1"/>
          <p:nvPr/>
        </p:nvSpPr>
        <p:spPr>
          <a:xfrm>
            <a:off x="666720" y="2884680"/>
            <a:ext cx="63936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37" name=""/>
          <p:cNvSpPr txBox="1"/>
          <p:nvPr/>
        </p:nvSpPr>
        <p:spPr>
          <a:xfrm>
            <a:off x="1609560" y="288468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38" name=""/>
          <p:cNvSpPr txBox="1"/>
          <p:nvPr/>
        </p:nvSpPr>
        <p:spPr>
          <a:xfrm>
            <a:off x="2416680" y="289296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39" name=""/>
          <p:cNvSpPr txBox="1"/>
          <p:nvPr/>
        </p:nvSpPr>
        <p:spPr>
          <a:xfrm>
            <a:off x="4622760" y="2884680"/>
            <a:ext cx="77868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40" name=""/>
          <p:cNvSpPr txBox="1"/>
          <p:nvPr/>
        </p:nvSpPr>
        <p:spPr>
          <a:xfrm>
            <a:off x="5404320" y="289296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41" name=""/>
          <p:cNvSpPr/>
          <p:nvPr/>
        </p:nvSpPr>
        <p:spPr>
          <a:xfrm>
            <a:off x="1609560" y="3295440"/>
            <a:ext cx="1581480" cy="190800"/>
          </a:xfrm>
          <a:custGeom>
            <a:avLst/>
            <a:gdLst/>
            <a:ahLst/>
            <a:rect l="0" t="0" r="r" b="b"/>
            <a:pathLst>
              <a:path w="4393" h="530">
                <a:moveTo>
                  <a:pt x="0" y="451"/>
                </a:moveTo>
                <a:lnTo>
                  <a:pt x="0" y="79"/>
                </a:lnTo>
                <a:cubicBezTo>
                  <a:pt x="0" y="69"/>
                  <a:pt x="2" y="59"/>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59"/>
                  <a:pt x="4393" y="69"/>
                  <a:pt x="4393" y="79"/>
                </a:cubicBezTo>
                <a:lnTo>
                  <a:pt x="4393" y="451"/>
                </a:lnTo>
                <a:cubicBezTo>
                  <a:pt x="4393" y="461"/>
                  <a:pt x="4391" y="472"/>
                  <a:pt x="4387" y="481"/>
                </a:cubicBezTo>
                <a:cubicBezTo>
                  <a:pt x="4383" y="491"/>
                  <a:pt x="4377" y="500"/>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2" name=""/>
          <p:cNvSpPr txBox="1"/>
          <p:nvPr/>
        </p:nvSpPr>
        <p:spPr>
          <a:xfrm>
            <a:off x="666720" y="327384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43" name=""/>
          <p:cNvSpPr/>
          <p:nvPr/>
        </p:nvSpPr>
        <p:spPr>
          <a:xfrm>
            <a:off x="4619520" y="3295440"/>
            <a:ext cx="2200680" cy="190800"/>
          </a:xfrm>
          <a:custGeom>
            <a:avLst/>
            <a:gdLst/>
            <a:ahLst/>
            <a:rect l="0" t="0" r="r" b="b"/>
            <a:pathLst>
              <a:path w="6113" h="530">
                <a:moveTo>
                  <a:pt x="0" y="451"/>
                </a:moveTo>
                <a:lnTo>
                  <a:pt x="0" y="79"/>
                </a:lnTo>
                <a:cubicBezTo>
                  <a:pt x="0" y="69"/>
                  <a:pt x="2" y="59"/>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59"/>
                  <a:pt x="6113" y="69"/>
                  <a:pt x="6113" y="79"/>
                </a:cubicBezTo>
                <a:lnTo>
                  <a:pt x="6113" y="451"/>
                </a:lnTo>
                <a:cubicBezTo>
                  <a:pt x="6113" y="461"/>
                  <a:pt x="6111" y="472"/>
                  <a:pt x="6107" y="481"/>
                </a:cubicBezTo>
                <a:cubicBezTo>
                  <a:pt x="6103" y="491"/>
                  <a:pt x="6097" y="500"/>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500"/>
                  <a:pt x="10" y="491"/>
                  <a:pt x="6" y="481"/>
                </a:cubicBezTo>
                <a:cubicBezTo>
                  <a:pt x="2" y="472"/>
                  <a:pt x="0" y="461"/>
                  <a:pt x="0" y="451"/>
                </a:cubicBezTo>
                <a:close/>
              </a:path>
            </a:pathLst>
          </a:custGeom>
          <a:solidFill>
            <a:srgbClr val="F5F3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4" name=""/>
          <p:cNvSpPr txBox="1"/>
          <p:nvPr/>
        </p:nvSpPr>
        <p:spPr>
          <a:xfrm>
            <a:off x="1657440" y="330768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45" name=""/>
          <p:cNvSpPr txBox="1"/>
          <p:nvPr/>
        </p:nvSpPr>
        <p:spPr>
          <a:xfrm>
            <a:off x="4670280" y="330768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46" name=""/>
          <p:cNvSpPr txBox="1"/>
          <p:nvPr/>
        </p:nvSpPr>
        <p:spPr>
          <a:xfrm>
            <a:off x="533520" y="375192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47" name=""/>
          <p:cNvSpPr txBox="1"/>
          <p:nvPr/>
        </p:nvSpPr>
        <p:spPr>
          <a:xfrm>
            <a:off x="1866960" y="3742920"/>
            <a:ext cx="5407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48" name=""/>
          <p:cNvSpPr txBox="1"/>
          <p:nvPr/>
        </p:nvSpPr>
        <p:spPr>
          <a:xfrm>
            <a:off x="2406600" y="375192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49" name=""/>
          <p:cNvSpPr txBox="1"/>
          <p:nvPr/>
        </p:nvSpPr>
        <p:spPr>
          <a:xfrm>
            <a:off x="533520" y="4028760"/>
            <a:ext cx="13269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50" name=""/>
          <p:cNvSpPr txBox="1"/>
          <p:nvPr/>
        </p:nvSpPr>
        <p:spPr>
          <a:xfrm>
            <a:off x="1859400" y="403776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51" name=""/>
          <p:cNvSpPr txBox="1"/>
          <p:nvPr/>
        </p:nvSpPr>
        <p:spPr>
          <a:xfrm>
            <a:off x="3183480" y="4028760"/>
            <a:ext cx="254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52" name=""/>
          <p:cNvSpPr txBox="1"/>
          <p:nvPr/>
        </p:nvSpPr>
        <p:spPr>
          <a:xfrm>
            <a:off x="3437640" y="4037760"/>
            <a:ext cx="3620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53" name=""/>
          <p:cNvSpPr txBox="1"/>
          <p:nvPr/>
        </p:nvSpPr>
        <p:spPr>
          <a:xfrm>
            <a:off x="533520" y="43232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54" name=""/>
          <p:cNvSpPr txBox="1"/>
          <p:nvPr/>
        </p:nvSpPr>
        <p:spPr>
          <a:xfrm>
            <a:off x="6667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55" name=""/>
          <p:cNvSpPr txBox="1"/>
          <p:nvPr/>
        </p:nvSpPr>
        <p:spPr>
          <a:xfrm>
            <a:off x="2855880" y="481824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56" name=""/>
          <p:cNvSpPr txBox="1"/>
          <p:nvPr/>
        </p:nvSpPr>
        <p:spPr>
          <a:xfrm>
            <a:off x="347220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7" name=""/>
          <p:cNvSpPr txBox="1"/>
          <p:nvPr/>
        </p:nvSpPr>
        <p:spPr>
          <a:xfrm>
            <a:off x="4415040" y="481824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58" name=""/>
          <p:cNvSpPr txBox="1"/>
          <p:nvPr/>
        </p:nvSpPr>
        <p:spPr>
          <a:xfrm>
            <a:off x="5136120" y="482652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59" name=""/>
          <p:cNvSpPr txBox="1"/>
          <p:nvPr/>
        </p:nvSpPr>
        <p:spPr>
          <a:xfrm>
            <a:off x="666720" y="520740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60" name=""/>
          <p:cNvSpPr txBox="1"/>
          <p:nvPr/>
        </p:nvSpPr>
        <p:spPr>
          <a:xfrm>
            <a:off x="1352520" y="519948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1" name=""/>
          <p:cNvSpPr txBox="1"/>
          <p:nvPr/>
        </p:nvSpPr>
        <p:spPr>
          <a:xfrm>
            <a:off x="1695600" y="520740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2" name=""/>
          <p:cNvSpPr txBox="1"/>
          <p:nvPr/>
        </p:nvSpPr>
        <p:spPr>
          <a:xfrm>
            <a:off x="2038320" y="519948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63" name=""/>
          <p:cNvSpPr txBox="1"/>
          <p:nvPr/>
        </p:nvSpPr>
        <p:spPr>
          <a:xfrm>
            <a:off x="2427120" y="520740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4" name=""/>
          <p:cNvSpPr txBox="1"/>
          <p:nvPr/>
        </p:nvSpPr>
        <p:spPr>
          <a:xfrm>
            <a:off x="2855880" y="5199480"/>
            <a:ext cx="740520" cy="203040"/>
          </a:xfrm>
          <a:prstGeom prst="rect">
            <a:avLst/>
          </a:prstGeom>
          <a:noFill/>
          <a:ln w="0">
            <a:noFill/>
          </a:ln>
        </p:spPr>
        <p:txBody>
          <a:bodyPr wrap="none" lIns="0" tIns="0" rIns="0" bIns="0" anchor="t">
            <a:spAutoFit/>
          </a:bodyPr>
          <a:p>
            <a:pPr/>
            <a:r>
              <a:rPr lang="en-US" sz="1350" b="1" u="none" strike="noStrike">
                <a:solidFill>
                  <a:srgbClr val="E34948"/>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65" name=""/>
          <p:cNvSpPr txBox="1"/>
          <p:nvPr/>
        </p:nvSpPr>
        <p:spPr>
          <a:xfrm>
            <a:off x="4415040" y="519948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66" name=""/>
          <p:cNvSpPr txBox="1"/>
          <p:nvPr/>
        </p:nvSpPr>
        <p:spPr>
          <a:xfrm>
            <a:off x="666720" y="5588280"/>
            <a:ext cx="68364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67" name=""/>
          <p:cNvSpPr txBox="1"/>
          <p:nvPr/>
        </p:nvSpPr>
        <p:spPr>
          <a:xfrm>
            <a:off x="1352520" y="5580360"/>
            <a:ext cx="3420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68" name=""/>
          <p:cNvSpPr txBox="1"/>
          <p:nvPr/>
        </p:nvSpPr>
        <p:spPr>
          <a:xfrm>
            <a:off x="1695600" y="5588280"/>
            <a:ext cx="34200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69" name=""/>
          <p:cNvSpPr txBox="1"/>
          <p:nvPr/>
        </p:nvSpPr>
        <p:spPr>
          <a:xfrm>
            <a:off x="2038320" y="5580360"/>
            <a:ext cx="38772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470" name=""/>
          <p:cNvSpPr txBox="1"/>
          <p:nvPr/>
        </p:nvSpPr>
        <p:spPr>
          <a:xfrm>
            <a:off x="2427120" y="5588280"/>
            <a:ext cx="171360" cy="171000"/>
          </a:xfrm>
          <a:prstGeom prst="rect">
            <a:avLst/>
          </a:prstGeom>
          <a:noFill/>
          <a:ln w="0">
            <a:noFill/>
          </a:ln>
        </p:spPr>
        <p:txBody>
          <a:bodyPr wrap="none" lIns="0" tIns="0" rIns="0" bIns="0" anchor="t">
            <a:spAutoFit/>
          </a:bodyPr>
          <a:p>
            <a:pPr/>
            <a:r>
              <a:rPr lang="ja-JP" sz="1350" b="0" u="none" strike="noStrike">
                <a:solidFill>
                  <a:srgbClr val="1A1A2E"/>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txBox="1"/>
          <p:nvPr/>
        </p:nvSpPr>
        <p:spPr>
          <a:xfrm>
            <a:off x="2855880" y="55803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472" name=""/>
          <p:cNvSpPr txBox="1"/>
          <p:nvPr/>
        </p:nvSpPr>
        <p:spPr>
          <a:xfrm>
            <a:off x="4415040" y="5580360"/>
            <a:ext cx="7218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473" name=""/>
          <p:cNvSpPr txBox="1"/>
          <p:nvPr/>
        </p:nvSpPr>
        <p:spPr>
          <a:xfrm>
            <a:off x="8097480" y="134064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474" name=""/>
          <p:cNvPicPr/>
          <p:nvPr/>
        </p:nvPicPr>
        <p:blipFill>
          <a:blip r:embed="rId10"/>
          <a:stretch/>
        </p:blipFill>
        <p:spPr>
          <a:xfrm>
            <a:off x="7296120" y="1714320"/>
            <a:ext cx="4362120" cy="1352160"/>
          </a:xfrm>
          <a:prstGeom prst="rect">
            <a:avLst/>
          </a:prstGeom>
          <a:noFill/>
          <a:ln w="0">
            <a:noFill/>
          </a:ln>
        </p:spPr>
      </p:pic>
      <p:sp>
        <p:nvSpPr>
          <p:cNvPr id="1475" name=""/>
          <p:cNvSpPr txBox="1"/>
          <p:nvPr/>
        </p:nvSpPr>
        <p:spPr>
          <a:xfrm>
            <a:off x="8422200" y="134784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476" name=""/>
          <p:cNvSpPr txBox="1"/>
          <p:nvPr/>
        </p:nvSpPr>
        <p:spPr>
          <a:xfrm>
            <a:off x="8180640" y="336024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477" name=""/>
          <p:cNvPicPr/>
          <p:nvPr/>
        </p:nvPicPr>
        <p:blipFill>
          <a:blip r:embed="rId11"/>
          <a:stretch/>
        </p:blipFill>
        <p:spPr>
          <a:xfrm>
            <a:off x="7296120" y="3733920"/>
            <a:ext cx="4362120" cy="1352160"/>
          </a:xfrm>
          <a:prstGeom prst="rect">
            <a:avLst/>
          </a:prstGeom>
          <a:noFill/>
          <a:ln w="0">
            <a:noFill/>
          </a:ln>
        </p:spPr>
      </p:pic>
      <p:sp>
        <p:nvSpPr>
          <p:cNvPr id="1478" name=""/>
          <p:cNvSpPr txBox="1"/>
          <p:nvPr/>
        </p:nvSpPr>
        <p:spPr>
          <a:xfrm>
            <a:off x="8491680" y="336744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479" name=""/>
          <p:cNvSpPr txBox="1"/>
          <p:nvPr/>
        </p:nvSpPr>
        <p:spPr>
          <a:xfrm>
            <a:off x="723960" y="6294240"/>
            <a:ext cx="10882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480" name=""/>
          <p:cNvSpPr txBox="1"/>
          <p:nvPr/>
        </p:nvSpPr>
        <p:spPr>
          <a:xfrm>
            <a:off x="723960" y="6561000"/>
            <a:ext cx="23583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4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5" name=""/>
          <p:cNvSpPr/>
          <p:nvPr/>
        </p:nvSpPr>
        <p:spPr>
          <a:xfrm>
            <a:off x="533160" y="36860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6" name=""/>
          <p:cNvSpPr txBox="1"/>
          <p:nvPr/>
        </p:nvSpPr>
        <p:spPr>
          <a:xfrm>
            <a:off x="533520" y="316980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0" name=""/>
          <p:cNvSpPr/>
          <p:nvPr/>
        </p:nvSpPr>
        <p:spPr>
          <a:xfrm>
            <a:off x="533160" y="127620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52240" y="2809800"/>
            <a:ext cx="11106360" cy="1229040"/>
          </a:xfrm>
          <a:custGeom>
            <a:avLst/>
            <a:gdLst/>
            <a:ahLst/>
            <a:rect l="0" t="0" r="r" b="b"/>
            <a:pathLst>
              <a:path w="30851" h="3414">
                <a:moveTo>
                  <a:pt x="0" y="3308"/>
                </a:moveTo>
                <a:lnTo>
                  <a:pt x="0" y="106"/>
                </a:lnTo>
                <a:cubicBezTo>
                  <a:pt x="0" y="92"/>
                  <a:pt x="1" y="78"/>
                  <a:pt x="4" y="65"/>
                </a:cubicBezTo>
                <a:cubicBezTo>
                  <a:pt x="7" y="52"/>
                  <a:pt x="11" y="41"/>
                  <a:pt x="16" y="31"/>
                </a:cubicBezTo>
                <a:cubicBezTo>
                  <a:pt x="21" y="21"/>
                  <a:pt x="26" y="13"/>
                  <a:pt x="33" y="8"/>
                </a:cubicBezTo>
                <a:cubicBezTo>
                  <a:pt x="39" y="2"/>
                  <a:pt x="46" y="0"/>
                  <a:pt x="53" y="0"/>
                </a:cubicBez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3308"/>
                </a:lnTo>
                <a:cubicBezTo>
                  <a:pt x="30851" y="3322"/>
                  <a:pt x="30849" y="3336"/>
                  <a:pt x="30843" y="3348"/>
                </a:cubicBezTo>
                <a:cubicBezTo>
                  <a:pt x="30838" y="3361"/>
                  <a:pt x="30830" y="3373"/>
                  <a:pt x="30820" y="3383"/>
                </a:cubicBezTo>
                <a:cubicBezTo>
                  <a:pt x="30811" y="3393"/>
                  <a:pt x="30799" y="3400"/>
                  <a:pt x="30786" y="3406"/>
                </a:cubicBezTo>
                <a:cubicBezTo>
                  <a:pt x="30773" y="3411"/>
                  <a:pt x="30760" y="3414"/>
                  <a:pt x="30746" y="3414"/>
                </a:cubicBezTo>
                <a:lnTo>
                  <a:pt x="53" y="3414"/>
                </a:lnTo>
                <a:cubicBezTo>
                  <a:pt x="46" y="3414"/>
                  <a:pt x="39" y="3411"/>
                  <a:pt x="33" y="3406"/>
                </a:cubicBezTo>
                <a:cubicBezTo>
                  <a:pt x="26" y="3400"/>
                  <a:pt x="21" y="3393"/>
                  <a:pt x="16" y="3383"/>
                </a:cubicBezTo>
                <a:cubicBezTo>
                  <a:pt x="11" y="3373"/>
                  <a:pt x="7" y="3361"/>
                  <a:pt x="4" y="3348"/>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2" name=""/>
          <p:cNvSpPr/>
          <p:nvPr/>
        </p:nvSpPr>
        <p:spPr>
          <a:xfrm>
            <a:off x="533160" y="280980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2240" y="5133960"/>
            <a:ext cx="11106360" cy="1000440"/>
          </a:xfrm>
          <a:custGeom>
            <a:avLst/>
            <a:gdLst/>
            <a:ahLst/>
            <a:rect l="0" t="0" r="r" b="b"/>
            <a:pathLst>
              <a:path w="30851" h="2779">
                <a:moveTo>
                  <a:pt x="0" y="2779"/>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2673"/>
                </a:lnTo>
                <a:cubicBezTo>
                  <a:pt x="30851" y="2687"/>
                  <a:pt x="30849" y="2700"/>
                  <a:pt x="30843" y="2713"/>
                </a:cubicBezTo>
                <a:cubicBezTo>
                  <a:pt x="30838" y="2726"/>
                  <a:pt x="30830" y="2738"/>
                  <a:pt x="30820" y="2748"/>
                </a:cubicBezTo>
                <a:cubicBezTo>
                  <a:pt x="30811" y="2758"/>
                  <a:pt x="30799" y="2765"/>
                  <a:pt x="30786" y="2771"/>
                </a:cubicBezTo>
                <a:cubicBezTo>
                  <a:pt x="30773" y="2776"/>
                  <a:pt x="30760" y="2779"/>
                  <a:pt x="30746" y="2779"/>
                </a:cubicBezTo>
                <a:lnTo>
                  <a:pt x="0" y="2779"/>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94" name=""/>
          <p:cNvSpPr/>
          <p:nvPr/>
        </p:nvSpPr>
        <p:spPr>
          <a:xfrm>
            <a:off x="533160" y="513396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49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497" name=""/>
          <p:cNvSpPr/>
          <p:nvPr/>
        </p:nvSpPr>
        <p:spPr>
          <a:xfrm>
            <a:off x="618840" y="16952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」という⾔葉の由来</a:t>
            </a:r>
            <a:endParaRPr lang="en-US" sz="3000" b="0" u="none" strike="noStrike">
              <a:solidFill>
                <a:srgbClr val="000000"/>
              </a:solidFill>
              <a:effectLst/>
              <a:uFillTx/>
              <a:latin typeface="游明朝体"/>
            </a:endParaRPr>
          </a:p>
        </p:txBody>
      </p:sp>
      <p:sp>
        <p:nvSpPr>
          <p:cNvPr id="1499" name=""/>
          <p:cNvSpPr txBox="1"/>
          <p:nvPr/>
        </p:nvSpPr>
        <p:spPr>
          <a:xfrm>
            <a:off x="799920" y="1599840"/>
            <a:ext cx="42444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00" name=""/>
          <p:cNvSpPr txBox="1"/>
          <p:nvPr/>
        </p:nvSpPr>
        <p:spPr>
          <a:xfrm>
            <a:off x="1223640" y="160884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01" name=""/>
          <p:cNvSpPr txBox="1"/>
          <p:nvPr/>
        </p:nvSpPr>
        <p:spPr>
          <a:xfrm>
            <a:off x="14144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02" name=""/>
          <p:cNvSpPr txBox="1"/>
          <p:nvPr/>
        </p:nvSpPr>
        <p:spPr>
          <a:xfrm>
            <a:off x="1520280" y="160884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03" name=""/>
          <p:cNvSpPr txBox="1"/>
          <p:nvPr/>
        </p:nvSpPr>
        <p:spPr>
          <a:xfrm>
            <a:off x="190116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04" name=""/>
          <p:cNvSpPr txBox="1"/>
          <p:nvPr/>
        </p:nvSpPr>
        <p:spPr>
          <a:xfrm>
            <a:off x="2073960" y="1608840"/>
            <a:ext cx="3239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05" name=""/>
          <p:cNvSpPr txBox="1"/>
          <p:nvPr/>
        </p:nvSpPr>
        <p:spPr>
          <a:xfrm>
            <a:off x="5306760" y="1599840"/>
            <a:ext cx="6778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06" name=""/>
          <p:cNvSpPr txBox="1"/>
          <p:nvPr/>
        </p:nvSpPr>
        <p:spPr>
          <a:xfrm>
            <a:off x="5962680" y="160884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07" name=""/>
          <p:cNvSpPr txBox="1"/>
          <p:nvPr/>
        </p:nvSpPr>
        <p:spPr>
          <a:xfrm>
            <a:off x="6724800" y="1599840"/>
            <a:ext cx="6393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08" name=""/>
          <p:cNvSpPr txBox="1"/>
          <p:nvPr/>
        </p:nvSpPr>
        <p:spPr>
          <a:xfrm>
            <a:off x="7363440" y="1608840"/>
            <a:ext cx="1334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09" name=""/>
          <p:cNvSpPr txBox="1"/>
          <p:nvPr/>
        </p:nvSpPr>
        <p:spPr>
          <a:xfrm>
            <a:off x="8697240" y="159984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10" name=""/>
          <p:cNvSpPr/>
          <p:nvPr/>
        </p:nvSpPr>
        <p:spPr>
          <a:xfrm>
            <a:off x="618840" y="2085840"/>
            <a:ext cx="57600" cy="57600"/>
          </a:xfrm>
          <a:custGeom>
            <a:avLst/>
            <a:gdLst/>
            <a:ahLst/>
            <a:rect l="0" t="0" r="r" b="b"/>
            <a:pathLst>
              <a:path w="160" h="160">
                <a:moveTo>
                  <a:pt x="160" y="79"/>
                </a:moveTo>
                <a:cubicBezTo>
                  <a:pt x="160" y="90"/>
                  <a:pt x="158" y="100"/>
                  <a:pt x="154" y="110"/>
                </a:cubicBezTo>
                <a:cubicBezTo>
                  <a:pt x="150" y="119"/>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txBox="1"/>
          <p:nvPr/>
        </p:nvSpPr>
        <p:spPr>
          <a:xfrm>
            <a:off x="8813520" y="160884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12" name=""/>
          <p:cNvSpPr txBox="1"/>
          <p:nvPr/>
        </p:nvSpPr>
        <p:spPr>
          <a:xfrm>
            <a:off x="79992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13" name=""/>
          <p:cNvSpPr txBox="1"/>
          <p:nvPr/>
        </p:nvSpPr>
        <p:spPr>
          <a:xfrm>
            <a:off x="6015960" y="1990440"/>
            <a:ext cx="35352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14" name=""/>
          <p:cNvSpPr txBox="1"/>
          <p:nvPr/>
        </p:nvSpPr>
        <p:spPr>
          <a:xfrm>
            <a:off x="6368760" y="1999440"/>
            <a:ext cx="5334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15" name=""/>
          <p:cNvSpPr txBox="1"/>
          <p:nvPr/>
        </p:nvSpPr>
        <p:spPr>
          <a:xfrm>
            <a:off x="799920" y="2342160"/>
            <a:ext cx="1905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16" name=""/>
          <p:cNvSpPr txBox="1"/>
          <p:nvPr/>
        </p:nvSpPr>
        <p:spPr>
          <a:xfrm>
            <a:off x="762120" y="2989440"/>
            <a:ext cx="10600920" cy="20304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A1A2E"/>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17" name=""/>
          <p:cNvSpPr txBox="1"/>
          <p:nvPr/>
        </p:nvSpPr>
        <p:spPr>
          <a:xfrm>
            <a:off x="762120" y="3246840"/>
            <a:ext cx="463140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18" name=""/>
          <p:cNvSpPr/>
          <p:nvPr/>
        </p:nvSpPr>
        <p:spPr>
          <a:xfrm>
            <a:off x="618840" y="4390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txBox="1"/>
          <p:nvPr/>
        </p:nvSpPr>
        <p:spPr>
          <a:xfrm>
            <a:off x="762120" y="3503880"/>
            <a:ext cx="2267640" cy="200160"/>
          </a:xfrm>
          <a:prstGeom prst="rect">
            <a:avLst/>
          </a:prstGeom>
          <a:noFill/>
          <a:ln w="0">
            <a:noFill/>
          </a:ln>
        </p:spPr>
        <p:txBody>
          <a:bodyPr wrap="none" lIns="0" tIns="0" rIns="0" bIns="0" anchor="t">
            <a:spAutoFit/>
          </a:bodyPr>
          <a:p>
            <a:pPr/>
            <a:r>
              <a:rPr lang="en-US" sz="1350" b="0" u="none" strike="noStrike">
                <a:solidFill>
                  <a:srgbClr val="1A1A2E"/>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20" name=""/>
          <p:cNvSpPr/>
          <p:nvPr/>
        </p:nvSpPr>
        <p:spPr>
          <a:xfrm>
            <a:off x="618840" y="4790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txBox="1"/>
          <p:nvPr/>
        </p:nvSpPr>
        <p:spPr>
          <a:xfrm>
            <a:off x="799920" y="430452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A1A2E"/>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22" name=""/>
          <p:cNvSpPr txBox="1"/>
          <p:nvPr/>
        </p:nvSpPr>
        <p:spPr>
          <a:xfrm>
            <a:off x="799920" y="4704480"/>
            <a:ext cx="104785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A1A2E"/>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23" name=""/>
          <p:cNvSpPr txBox="1"/>
          <p:nvPr/>
        </p:nvSpPr>
        <p:spPr>
          <a:xfrm>
            <a:off x="723960" y="526536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24" name=""/>
          <p:cNvSpPr txBox="1"/>
          <p:nvPr/>
        </p:nvSpPr>
        <p:spPr>
          <a:xfrm>
            <a:off x="1447920" y="525708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5" name=""/>
          <p:cNvSpPr txBox="1"/>
          <p:nvPr/>
        </p:nvSpPr>
        <p:spPr>
          <a:xfrm>
            <a:off x="1548360" y="5265360"/>
            <a:ext cx="72550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2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2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2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29" name=""/>
          <p:cNvSpPr txBox="1"/>
          <p:nvPr/>
        </p:nvSpPr>
        <p:spPr>
          <a:xfrm>
            <a:off x="723960" y="5808240"/>
            <a:ext cx="363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3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4" name=""/>
          <p:cNvSpPr/>
          <p:nvPr/>
        </p:nvSpPr>
        <p:spPr>
          <a:xfrm>
            <a:off x="533160" y="1009440"/>
            <a:ext cx="11125440" cy="38520"/>
          </a:xfrm>
          <a:custGeom>
            <a:avLst/>
            <a:gdLst/>
            <a:ahLst/>
            <a:rect l="0" t="0" r="r" b="b"/>
            <a:pathLst>
              <a:path w="30904" h="107">
                <a:moveTo>
                  <a:pt x="0" y="0"/>
                </a:moveTo>
                <a:lnTo>
                  <a:pt x="30904" y="0"/>
                </a:lnTo>
                <a:lnTo>
                  <a:pt x="30904" y="107"/>
                </a:lnTo>
                <a:lnTo>
                  <a:pt x="0" y="107"/>
                </a:lnTo>
                <a:lnTo>
                  <a:pt x="0" y="0"/>
                </a:ln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p:nvPr/>
        </p:nvSpPr>
        <p:spPr>
          <a:xfrm>
            <a:off x="552240" y="6019560"/>
            <a:ext cx="11106360" cy="733680"/>
          </a:xfrm>
          <a:custGeom>
            <a:avLst/>
            <a:gdLst/>
            <a:ahLst/>
            <a:rect l="0" t="0" r="r" b="b"/>
            <a:pathLst>
              <a:path w="30851" h="2038">
                <a:moveTo>
                  <a:pt x="0" y="2038"/>
                </a:moveTo>
                <a:lnTo>
                  <a:pt x="0" y="0"/>
                </a:lnTo>
                <a:lnTo>
                  <a:pt x="30746" y="0"/>
                </a:lnTo>
                <a:cubicBezTo>
                  <a:pt x="30760" y="0"/>
                  <a:pt x="30773" y="3"/>
                  <a:pt x="30786" y="8"/>
                </a:cubicBezTo>
                <a:cubicBezTo>
                  <a:pt x="30799" y="14"/>
                  <a:pt x="30811" y="21"/>
                  <a:pt x="30820" y="31"/>
                </a:cubicBezTo>
                <a:cubicBezTo>
                  <a:pt x="30830" y="41"/>
                  <a:pt x="30838" y="53"/>
                  <a:pt x="30843" y="65"/>
                </a:cubicBezTo>
                <a:cubicBezTo>
                  <a:pt x="30849" y="78"/>
                  <a:pt x="30851" y="92"/>
                  <a:pt x="30851" y="106"/>
                </a:cubicBezTo>
                <a:lnTo>
                  <a:pt x="30851" y="1933"/>
                </a:lnTo>
                <a:cubicBezTo>
                  <a:pt x="30851" y="1947"/>
                  <a:pt x="30849" y="1960"/>
                  <a:pt x="30843" y="1973"/>
                </a:cubicBezTo>
                <a:cubicBezTo>
                  <a:pt x="30838" y="1986"/>
                  <a:pt x="30830" y="1998"/>
                  <a:pt x="30820" y="2007"/>
                </a:cubicBezTo>
                <a:cubicBezTo>
                  <a:pt x="30811" y="2017"/>
                  <a:pt x="30799" y="2025"/>
                  <a:pt x="30786" y="2030"/>
                </a:cubicBezTo>
                <a:cubicBezTo>
                  <a:pt x="30773" y="2036"/>
                  <a:pt x="30760" y="2038"/>
                  <a:pt x="30746" y="2038"/>
                </a:cubicBezTo>
                <a:lnTo>
                  <a:pt x="0" y="2038"/>
                </a:lnTo>
                <a:close/>
              </a:path>
            </a:pathLst>
          </a:custGeom>
          <a:solidFill>
            <a:srgbClr val="FDF2F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6" name=""/>
          <p:cNvSpPr/>
          <p:nvPr/>
        </p:nvSpPr>
        <p:spPr>
          <a:xfrm>
            <a:off x="533160" y="601956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E87BA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7"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38" name=""/>
          <p:cNvSpPr/>
          <p:nvPr/>
        </p:nvSpPr>
        <p:spPr>
          <a:xfrm>
            <a:off x="1514520" y="1276200"/>
            <a:ext cx="4572000" cy="4372200"/>
          </a:xfrm>
          <a:custGeom>
            <a:avLst/>
            <a:gdLst/>
            <a:ahLst/>
            <a:rect l="0" t="0" r="r" b="b"/>
            <a:pathLst>
              <a:path w="12700" h="12145">
                <a:moveTo>
                  <a:pt x="0" y="0"/>
                </a:moveTo>
                <a:lnTo>
                  <a:pt x="12700" y="0"/>
                </a:lnTo>
                <a:lnTo>
                  <a:pt x="12700" y="12145"/>
                </a:lnTo>
                <a:lnTo>
                  <a:pt x="0" y="1214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39" name=""/>
          <p:cNvSpPr/>
          <p:nvPr/>
        </p:nvSpPr>
        <p:spPr>
          <a:xfrm>
            <a:off x="4150080" y="2332080"/>
            <a:ext cx="780480" cy="646200"/>
          </a:xfrm>
          <a:custGeom>
            <a:avLst/>
            <a:gdLst/>
            <a:ahLst/>
            <a:rect l="0" t="0" r="r" b="b"/>
            <a:pathLst>
              <a:path w="2168" h="1795">
                <a:moveTo>
                  <a:pt x="20" y="0"/>
                </a:moveTo>
                <a:lnTo>
                  <a:pt x="40" y="3"/>
                </a:lnTo>
                <a:cubicBezTo>
                  <a:pt x="45" y="3"/>
                  <a:pt x="49" y="5"/>
                  <a:pt x="52" y="9"/>
                </a:cubicBezTo>
                <a:cubicBezTo>
                  <a:pt x="55" y="13"/>
                  <a:pt x="57" y="18"/>
                  <a:pt x="56" y="23"/>
                </a:cubicBezTo>
                <a:cubicBezTo>
                  <a:pt x="56" y="28"/>
                  <a:pt x="53" y="32"/>
                  <a:pt x="49" y="36"/>
                </a:cubicBezTo>
                <a:cubicBezTo>
                  <a:pt x="45" y="39"/>
                  <a:pt x="41" y="40"/>
                  <a:pt x="36" y="40"/>
                </a:cubicBezTo>
                <a:lnTo>
                  <a:pt x="16" y="38"/>
                </a:lnTo>
                <a:cubicBezTo>
                  <a:pt x="11" y="37"/>
                  <a:pt x="7" y="35"/>
                  <a:pt x="4" y="31"/>
                </a:cubicBezTo>
                <a:cubicBezTo>
                  <a:pt x="0" y="27"/>
                  <a:pt x="-1" y="22"/>
                  <a:pt x="0" y="17"/>
                </a:cubicBezTo>
                <a:cubicBezTo>
                  <a:pt x="0" y="12"/>
                  <a:pt x="3" y="8"/>
                  <a:pt x="7" y="4"/>
                </a:cubicBezTo>
                <a:cubicBezTo>
                  <a:pt x="11" y="1"/>
                  <a:pt x="15" y="0"/>
                  <a:pt x="20" y="0"/>
                </a:cubicBezTo>
                <a:moveTo>
                  <a:pt x="174" y="20"/>
                </a:moveTo>
                <a:lnTo>
                  <a:pt x="193" y="22"/>
                </a:lnTo>
                <a:cubicBezTo>
                  <a:pt x="198" y="23"/>
                  <a:pt x="202" y="26"/>
                  <a:pt x="205" y="30"/>
                </a:cubicBezTo>
                <a:cubicBezTo>
                  <a:pt x="208" y="34"/>
                  <a:pt x="209" y="39"/>
                  <a:pt x="209" y="44"/>
                </a:cubicBezTo>
                <a:cubicBezTo>
                  <a:pt x="208" y="49"/>
                  <a:pt x="205" y="53"/>
                  <a:pt x="201" y="56"/>
                </a:cubicBezTo>
                <a:cubicBezTo>
                  <a:pt x="197" y="59"/>
                  <a:pt x="193" y="60"/>
                  <a:pt x="187" y="59"/>
                </a:cubicBezTo>
                <a:lnTo>
                  <a:pt x="169" y="57"/>
                </a:lnTo>
                <a:cubicBezTo>
                  <a:pt x="164" y="56"/>
                  <a:pt x="159" y="54"/>
                  <a:pt x="156" y="49"/>
                </a:cubicBezTo>
                <a:cubicBezTo>
                  <a:pt x="153" y="45"/>
                  <a:pt x="152" y="41"/>
                  <a:pt x="153" y="36"/>
                </a:cubicBezTo>
                <a:cubicBezTo>
                  <a:pt x="154" y="30"/>
                  <a:pt x="156" y="26"/>
                  <a:pt x="160" y="23"/>
                </a:cubicBezTo>
                <a:cubicBezTo>
                  <a:pt x="164" y="20"/>
                  <a:pt x="169" y="19"/>
                  <a:pt x="174" y="20"/>
                </a:cubicBezTo>
                <a:moveTo>
                  <a:pt x="322" y="44"/>
                </a:moveTo>
                <a:lnTo>
                  <a:pt x="340" y="47"/>
                </a:lnTo>
                <a:cubicBezTo>
                  <a:pt x="345" y="48"/>
                  <a:pt x="349" y="51"/>
                  <a:pt x="352" y="55"/>
                </a:cubicBezTo>
                <a:cubicBezTo>
                  <a:pt x="355" y="59"/>
                  <a:pt x="356" y="64"/>
                  <a:pt x="355" y="69"/>
                </a:cubicBezTo>
                <a:cubicBezTo>
                  <a:pt x="354" y="74"/>
                  <a:pt x="352" y="78"/>
                  <a:pt x="348" y="81"/>
                </a:cubicBezTo>
                <a:cubicBezTo>
                  <a:pt x="343" y="84"/>
                  <a:pt x="339" y="85"/>
                  <a:pt x="334" y="84"/>
                </a:cubicBezTo>
                <a:lnTo>
                  <a:pt x="316" y="80"/>
                </a:lnTo>
                <a:cubicBezTo>
                  <a:pt x="310" y="80"/>
                  <a:pt x="306" y="77"/>
                  <a:pt x="304" y="73"/>
                </a:cubicBezTo>
                <a:cubicBezTo>
                  <a:pt x="301" y="68"/>
                  <a:pt x="300" y="64"/>
                  <a:pt x="301" y="59"/>
                </a:cubicBezTo>
                <a:cubicBezTo>
                  <a:pt x="301" y="54"/>
                  <a:pt x="304" y="50"/>
                  <a:pt x="308" y="47"/>
                </a:cubicBezTo>
                <a:cubicBezTo>
                  <a:pt x="313" y="44"/>
                  <a:pt x="317" y="43"/>
                  <a:pt x="322" y="44"/>
                </a:cubicBezTo>
                <a:moveTo>
                  <a:pt x="466" y="72"/>
                </a:moveTo>
                <a:lnTo>
                  <a:pt x="485" y="77"/>
                </a:lnTo>
                <a:cubicBezTo>
                  <a:pt x="490" y="78"/>
                  <a:pt x="494" y="80"/>
                  <a:pt x="496" y="85"/>
                </a:cubicBezTo>
                <a:cubicBezTo>
                  <a:pt x="499" y="89"/>
                  <a:pt x="500" y="94"/>
                  <a:pt x="499" y="99"/>
                </a:cubicBezTo>
                <a:cubicBezTo>
                  <a:pt x="498" y="104"/>
                  <a:pt x="495" y="108"/>
                  <a:pt x="491" y="111"/>
                </a:cubicBezTo>
                <a:cubicBezTo>
                  <a:pt x="486" y="113"/>
                  <a:pt x="482" y="114"/>
                  <a:pt x="476" y="113"/>
                </a:cubicBezTo>
                <a:lnTo>
                  <a:pt x="458" y="109"/>
                </a:lnTo>
                <a:cubicBezTo>
                  <a:pt x="453" y="108"/>
                  <a:pt x="449" y="105"/>
                  <a:pt x="446" y="101"/>
                </a:cubicBezTo>
                <a:cubicBezTo>
                  <a:pt x="443" y="96"/>
                  <a:pt x="442" y="92"/>
                  <a:pt x="444" y="87"/>
                </a:cubicBezTo>
                <a:cubicBezTo>
                  <a:pt x="445" y="81"/>
                  <a:pt x="447" y="78"/>
                  <a:pt x="452" y="75"/>
                </a:cubicBezTo>
                <a:cubicBezTo>
                  <a:pt x="456" y="72"/>
                  <a:pt x="461" y="71"/>
                  <a:pt x="466" y="72"/>
                </a:cubicBezTo>
                <a:moveTo>
                  <a:pt x="616" y="109"/>
                </a:moveTo>
                <a:lnTo>
                  <a:pt x="634" y="114"/>
                </a:lnTo>
                <a:cubicBezTo>
                  <a:pt x="639" y="115"/>
                  <a:pt x="643" y="118"/>
                  <a:pt x="646" y="123"/>
                </a:cubicBezTo>
                <a:cubicBezTo>
                  <a:pt x="648" y="127"/>
                  <a:pt x="649" y="132"/>
                  <a:pt x="647" y="137"/>
                </a:cubicBezTo>
                <a:cubicBezTo>
                  <a:pt x="646" y="142"/>
                  <a:pt x="643" y="146"/>
                  <a:pt x="639" y="148"/>
                </a:cubicBezTo>
                <a:cubicBezTo>
                  <a:pt x="634" y="151"/>
                  <a:pt x="629" y="152"/>
                  <a:pt x="624" y="150"/>
                </a:cubicBezTo>
                <a:lnTo>
                  <a:pt x="606" y="145"/>
                </a:lnTo>
                <a:cubicBezTo>
                  <a:pt x="601" y="144"/>
                  <a:pt x="597" y="141"/>
                  <a:pt x="595" y="136"/>
                </a:cubicBezTo>
                <a:cubicBezTo>
                  <a:pt x="592" y="132"/>
                  <a:pt x="592" y="127"/>
                  <a:pt x="593" y="122"/>
                </a:cubicBezTo>
                <a:cubicBezTo>
                  <a:pt x="594" y="117"/>
                  <a:pt x="597" y="114"/>
                  <a:pt x="602" y="111"/>
                </a:cubicBezTo>
                <a:cubicBezTo>
                  <a:pt x="606" y="108"/>
                  <a:pt x="611" y="108"/>
                  <a:pt x="616" y="109"/>
                </a:cubicBezTo>
                <a:moveTo>
                  <a:pt x="760" y="152"/>
                </a:moveTo>
                <a:lnTo>
                  <a:pt x="777" y="157"/>
                </a:lnTo>
                <a:cubicBezTo>
                  <a:pt x="782" y="159"/>
                  <a:pt x="786" y="162"/>
                  <a:pt x="788" y="167"/>
                </a:cubicBezTo>
                <a:cubicBezTo>
                  <a:pt x="790" y="171"/>
                  <a:pt x="791" y="176"/>
                  <a:pt x="789" y="181"/>
                </a:cubicBezTo>
                <a:cubicBezTo>
                  <a:pt x="787" y="186"/>
                  <a:pt x="784" y="189"/>
                  <a:pt x="780" y="192"/>
                </a:cubicBezTo>
                <a:cubicBezTo>
                  <a:pt x="775" y="194"/>
                  <a:pt x="770" y="194"/>
                  <a:pt x="766" y="193"/>
                </a:cubicBezTo>
                <a:lnTo>
                  <a:pt x="748" y="187"/>
                </a:lnTo>
                <a:cubicBezTo>
                  <a:pt x="743" y="186"/>
                  <a:pt x="740" y="182"/>
                  <a:pt x="737" y="178"/>
                </a:cubicBezTo>
                <a:cubicBezTo>
                  <a:pt x="735" y="173"/>
                  <a:pt x="735" y="168"/>
                  <a:pt x="736" y="164"/>
                </a:cubicBezTo>
                <a:cubicBezTo>
                  <a:pt x="738" y="159"/>
                  <a:pt x="741" y="155"/>
                  <a:pt x="745" y="153"/>
                </a:cubicBezTo>
                <a:cubicBezTo>
                  <a:pt x="750" y="150"/>
                  <a:pt x="755" y="150"/>
                  <a:pt x="760" y="152"/>
                </a:cubicBezTo>
                <a:moveTo>
                  <a:pt x="899" y="201"/>
                </a:moveTo>
                <a:lnTo>
                  <a:pt x="917" y="208"/>
                </a:lnTo>
                <a:cubicBezTo>
                  <a:pt x="922" y="210"/>
                  <a:pt x="926" y="213"/>
                  <a:pt x="928" y="218"/>
                </a:cubicBezTo>
                <a:cubicBezTo>
                  <a:pt x="930" y="222"/>
                  <a:pt x="930" y="227"/>
                  <a:pt x="928" y="232"/>
                </a:cubicBezTo>
                <a:cubicBezTo>
                  <a:pt x="926" y="237"/>
                  <a:pt x="923" y="240"/>
                  <a:pt x="918" y="242"/>
                </a:cubicBezTo>
                <a:cubicBezTo>
                  <a:pt x="913" y="244"/>
                  <a:pt x="909" y="244"/>
                  <a:pt x="904" y="243"/>
                </a:cubicBezTo>
                <a:lnTo>
                  <a:pt x="886" y="236"/>
                </a:lnTo>
                <a:cubicBezTo>
                  <a:pt x="881" y="234"/>
                  <a:pt x="878" y="230"/>
                  <a:pt x="876" y="226"/>
                </a:cubicBezTo>
                <a:cubicBezTo>
                  <a:pt x="873" y="221"/>
                  <a:pt x="873" y="216"/>
                  <a:pt x="875" y="211"/>
                </a:cubicBezTo>
                <a:cubicBezTo>
                  <a:pt x="877" y="207"/>
                  <a:pt x="880" y="203"/>
                  <a:pt x="885" y="201"/>
                </a:cubicBezTo>
                <a:cubicBezTo>
                  <a:pt x="890" y="199"/>
                  <a:pt x="895" y="199"/>
                  <a:pt x="899" y="201"/>
                </a:cubicBezTo>
                <a:moveTo>
                  <a:pt x="1041" y="260"/>
                </a:moveTo>
                <a:lnTo>
                  <a:pt x="1058" y="267"/>
                </a:lnTo>
                <a:cubicBezTo>
                  <a:pt x="1062" y="270"/>
                  <a:pt x="1066" y="273"/>
                  <a:pt x="1067" y="278"/>
                </a:cubicBezTo>
                <a:cubicBezTo>
                  <a:pt x="1069" y="283"/>
                  <a:pt x="1069" y="287"/>
                  <a:pt x="1067" y="292"/>
                </a:cubicBezTo>
                <a:cubicBezTo>
                  <a:pt x="1065" y="297"/>
                  <a:pt x="1061" y="300"/>
                  <a:pt x="1056" y="302"/>
                </a:cubicBezTo>
                <a:cubicBezTo>
                  <a:pt x="1052" y="304"/>
                  <a:pt x="1047" y="304"/>
                  <a:pt x="1042" y="301"/>
                </a:cubicBezTo>
                <a:lnTo>
                  <a:pt x="1025" y="294"/>
                </a:lnTo>
                <a:cubicBezTo>
                  <a:pt x="1020" y="291"/>
                  <a:pt x="1017" y="288"/>
                  <a:pt x="1015" y="283"/>
                </a:cubicBezTo>
                <a:cubicBezTo>
                  <a:pt x="1014" y="278"/>
                  <a:pt x="1014" y="274"/>
                  <a:pt x="1016" y="269"/>
                </a:cubicBezTo>
                <a:cubicBezTo>
                  <a:pt x="1018" y="264"/>
                  <a:pt x="1022" y="261"/>
                  <a:pt x="1026" y="259"/>
                </a:cubicBezTo>
                <a:cubicBezTo>
                  <a:pt x="1031" y="257"/>
                  <a:pt x="1036" y="257"/>
                  <a:pt x="1041" y="260"/>
                </a:cubicBezTo>
                <a:moveTo>
                  <a:pt x="1174" y="325"/>
                </a:moveTo>
                <a:cubicBezTo>
                  <a:pt x="1179" y="328"/>
                  <a:pt x="1185" y="331"/>
                  <a:pt x="1190" y="334"/>
                </a:cubicBezTo>
                <a:cubicBezTo>
                  <a:pt x="1194" y="336"/>
                  <a:pt x="1197" y="340"/>
                  <a:pt x="1199" y="345"/>
                </a:cubicBezTo>
                <a:cubicBezTo>
                  <a:pt x="1200" y="350"/>
                  <a:pt x="1200" y="355"/>
                  <a:pt x="1197" y="359"/>
                </a:cubicBezTo>
                <a:cubicBezTo>
                  <a:pt x="1195" y="364"/>
                  <a:pt x="1191" y="367"/>
                  <a:pt x="1186" y="368"/>
                </a:cubicBezTo>
                <a:cubicBezTo>
                  <a:pt x="1181" y="370"/>
                  <a:pt x="1177" y="369"/>
                  <a:pt x="1172" y="367"/>
                </a:cubicBezTo>
                <a:cubicBezTo>
                  <a:pt x="1167" y="364"/>
                  <a:pt x="1162" y="361"/>
                  <a:pt x="1156" y="358"/>
                </a:cubicBezTo>
                <a:cubicBezTo>
                  <a:pt x="1152" y="356"/>
                  <a:pt x="1149" y="352"/>
                  <a:pt x="1147" y="347"/>
                </a:cubicBezTo>
                <a:cubicBezTo>
                  <a:pt x="1146" y="342"/>
                  <a:pt x="1146" y="337"/>
                  <a:pt x="1149" y="333"/>
                </a:cubicBezTo>
                <a:cubicBezTo>
                  <a:pt x="1151" y="328"/>
                  <a:pt x="1155" y="325"/>
                  <a:pt x="1160" y="324"/>
                </a:cubicBezTo>
                <a:cubicBezTo>
                  <a:pt x="1165" y="322"/>
                  <a:pt x="1169" y="323"/>
                  <a:pt x="1174" y="325"/>
                </a:cubicBezTo>
                <a:moveTo>
                  <a:pt x="1305" y="401"/>
                </a:moveTo>
                <a:cubicBezTo>
                  <a:pt x="1310" y="404"/>
                  <a:pt x="1316" y="408"/>
                  <a:pt x="1321" y="411"/>
                </a:cubicBezTo>
                <a:cubicBezTo>
                  <a:pt x="1325" y="414"/>
                  <a:pt x="1328" y="418"/>
                  <a:pt x="1329" y="423"/>
                </a:cubicBezTo>
                <a:cubicBezTo>
                  <a:pt x="1330" y="428"/>
                  <a:pt x="1329" y="433"/>
                  <a:pt x="1327" y="437"/>
                </a:cubicBezTo>
                <a:cubicBezTo>
                  <a:pt x="1324" y="441"/>
                  <a:pt x="1320" y="444"/>
                  <a:pt x="1315" y="445"/>
                </a:cubicBezTo>
                <a:cubicBezTo>
                  <a:pt x="1310" y="446"/>
                  <a:pt x="1305" y="446"/>
                  <a:pt x="1301" y="443"/>
                </a:cubicBezTo>
                <a:cubicBezTo>
                  <a:pt x="1296" y="439"/>
                  <a:pt x="1290" y="436"/>
                  <a:pt x="1285" y="433"/>
                </a:cubicBezTo>
                <a:cubicBezTo>
                  <a:pt x="1281" y="430"/>
                  <a:pt x="1278" y="426"/>
                  <a:pt x="1277" y="421"/>
                </a:cubicBezTo>
                <a:cubicBezTo>
                  <a:pt x="1276" y="416"/>
                  <a:pt x="1276" y="411"/>
                  <a:pt x="1279" y="407"/>
                </a:cubicBezTo>
                <a:cubicBezTo>
                  <a:pt x="1282" y="403"/>
                  <a:pt x="1286" y="400"/>
                  <a:pt x="1291" y="399"/>
                </a:cubicBezTo>
                <a:cubicBezTo>
                  <a:pt x="1296" y="398"/>
                  <a:pt x="1301" y="398"/>
                  <a:pt x="1305" y="401"/>
                </a:cubicBezTo>
                <a:moveTo>
                  <a:pt x="1429" y="486"/>
                </a:moveTo>
                <a:cubicBezTo>
                  <a:pt x="1434" y="490"/>
                  <a:pt x="1439" y="494"/>
                  <a:pt x="1444" y="497"/>
                </a:cubicBezTo>
                <a:cubicBezTo>
                  <a:pt x="1449" y="500"/>
                  <a:pt x="1451" y="505"/>
                  <a:pt x="1452" y="510"/>
                </a:cubicBezTo>
                <a:cubicBezTo>
                  <a:pt x="1452" y="515"/>
                  <a:pt x="1451" y="519"/>
                  <a:pt x="1448" y="523"/>
                </a:cubicBezTo>
                <a:cubicBezTo>
                  <a:pt x="1445" y="528"/>
                  <a:pt x="1441" y="530"/>
                  <a:pt x="1436" y="531"/>
                </a:cubicBezTo>
                <a:cubicBezTo>
                  <a:pt x="1431" y="531"/>
                  <a:pt x="1426" y="530"/>
                  <a:pt x="1422" y="527"/>
                </a:cubicBezTo>
                <a:cubicBezTo>
                  <a:pt x="1417" y="523"/>
                  <a:pt x="1412" y="520"/>
                  <a:pt x="1407" y="516"/>
                </a:cubicBezTo>
                <a:cubicBezTo>
                  <a:pt x="1403" y="513"/>
                  <a:pt x="1401" y="509"/>
                  <a:pt x="1400" y="504"/>
                </a:cubicBezTo>
                <a:cubicBezTo>
                  <a:pt x="1399" y="499"/>
                  <a:pt x="1400" y="494"/>
                  <a:pt x="1403" y="490"/>
                </a:cubicBezTo>
                <a:cubicBezTo>
                  <a:pt x="1406" y="486"/>
                  <a:pt x="1411" y="483"/>
                  <a:pt x="1416" y="483"/>
                </a:cubicBezTo>
                <a:cubicBezTo>
                  <a:pt x="1421" y="482"/>
                  <a:pt x="1425" y="483"/>
                  <a:pt x="1429" y="486"/>
                </a:cubicBezTo>
                <a:moveTo>
                  <a:pt x="1546" y="580"/>
                </a:moveTo>
                <a:cubicBezTo>
                  <a:pt x="1551" y="584"/>
                  <a:pt x="1556" y="588"/>
                  <a:pt x="1560" y="593"/>
                </a:cubicBezTo>
                <a:cubicBezTo>
                  <a:pt x="1564" y="596"/>
                  <a:pt x="1566" y="600"/>
                  <a:pt x="1567" y="606"/>
                </a:cubicBezTo>
                <a:cubicBezTo>
                  <a:pt x="1567" y="611"/>
                  <a:pt x="1565" y="615"/>
                  <a:pt x="1562" y="619"/>
                </a:cubicBezTo>
                <a:cubicBezTo>
                  <a:pt x="1559" y="623"/>
                  <a:pt x="1554" y="625"/>
                  <a:pt x="1549" y="625"/>
                </a:cubicBezTo>
                <a:cubicBezTo>
                  <a:pt x="1544" y="626"/>
                  <a:pt x="1539" y="624"/>
                  <a:pt x="1536" y="621"/>
                </a:cubicBezTo>
                <a:cubicBezTo>
                  <a:pt x="1531" y="616"/>
                  <a:pt x="1526" y="612"/>
                  <a:pt x="1522" y="608"/>
                </a:cubicBezTo>
                <a:cubicBezTo>
                  <a:pt x="1518" y="605"/>
                  <a:pt x="1516" y="601"/>
                  <a:pt x="1515" y="595"/>
                </a:cubicBezTo>
                <a:cubicBezTo>
                  <a:pt x="1515" y="590"/>
                  <a:pt x="1516" y="586"/>
                  <a:pt x="1520" y="582"/>
                </a:cubicBezTo>
                <a:cubicBezTo>
                  <a:pt x="1523" y="578"/>
                  <a:pt x="1528" y="576"/>
                  <a:pt x="1533" y="575"/>
                </a:cubicBezTo>
                <a:cubicBezTo>
                  <a:pt x="1538" y="575"/>
                  <a:pt x="1542" y="577"/>
                  <a:pt x="1546" y="580"/>
                </a:cubicBezTo>
                <a:moveTo>
                  <a:pt x="1656" y="684"/>
                </a:moveTo>
                <a:cubicBezTo>
                  <a:pt x="1660" y="689"/>
                  <a:pt x="1665" y="693"/>
                  <a:pt x="1669" y="698"/>
                </a:cubicBezTo>
                <a:cubicBezTo>
                  <a:pt x="1672" y="702"/>
                  <a:pt x="1674" y="706"/>
                  <a:pt x="1674" y="711"/>
                </a:cubicBezTo>
                <a:cubicBezTo>
                  <a:pt x="1674" y="717"/>
                  <a:pt x="1672" y="721"/>
                  <a:pt x="1668" y="724"/>
                </a:cubicBezTo>
                <a:cubicBezTo>
                  <a:pt x="1664" y="728"/>
                  <a:pt x="1660" y="730"/>
                  <a:pt x="1655" y="730"/>
                </a:cubicBezTo>
                <a:cubicBezTo>
                  <a:pt x="1650" y="729"/>
                  <a:pt x="1645" y="727"/>
                  <a:pt x="1642" y="724"/>
                </a:cubicBezTo>
                <a:cubicBezTo>
                  <a:pt x="1638" y="719"/>
                  <a:pt x="1633" y="715"/>
                  <a:pt x="1629" y="710"/>
                </a:cubicBezTo>
                <a:cubicBezTo>
                  <a:pt x="1625" y="707"/>
                  <a:pt x="1624" y="702"/>
                  <a:pt x="1624" y="697"/>
                </a:cubicBezTo>
                <a:cubicBezTo>
                  <a:pt x="1624" y="692"/>
                  <a:pt x="1626" y="688"/>
                  <a:pt x="1630" y="684"/>
                </a:cubicBezTo>
                <a:cubicBezTo>
                  <a:pt x="1633" y="680"/>
                  <a:pt x="1638" y="679"/>
                  <a:pt x="1643" y="679"/>
                </a:cubicBezTo>
                <a:cubicBezTo>
                  <a:pt x="1648" y="679"/>
                  <a:pt x="1652" y="681"/>
                  <a:pt x="1656" y="684"/>
                </a:cubicBezTo>
                <a:moveTo>
                  <a:pt x="1756" y="797"/>
                </a:moveTo>
                <a:cubicBezTo>
                  <a:pt x="1760" y="802"/>
                  <a:pt x="1764" y="807"/>
                  <a:pt x="1767" y="812"/>
                </a:cubicBezTo>
                <a:cubicBezTo>
                  <a:pt x="1771" y="816"/>
                  <a:pt x="1772" y="820"/>
                  <a:pt x="1771" y="825"/>
                </a:cubicBezTo>
                <a:cubicBezTo>
                  <a:pt x="1771" y="831"/>
                  <a:pt x="1768" y="835"/>
                  <a:pt x="1764" y="838"/>
                </a:cubicBezTo>
                <a:cubicBezTo>
                  <a:pt x="1760" y="841"/>
                  <a:pt x="1756" y="842"/>
                  <a:pt x="1751" y="842"/>
                </a:cubicBezTo>
                <a:cubicBezTo>
                  <a:pt x="1746" y="841"/>
                  <a:pt x="1741" y="839"/>
                  <a:pt x="1738" y="835"/>
                </a:cubicBezTo>
                <a:cubicBezTo>
                  <a:pt x="1734" y="830"/>
                  <a:pt x="1731" y="825"/>
                  <a:pt x="1727" y="821"/>
                </a:cubicBezTo>
                <a:cubicBezTo>
                  <a:pt x="1723" y="817"/>
                  <a:pt x="1722" y="812"/>
                  <a:pt x="1723" y="807"/>
                </a:cubicBezTo>
                <a:cubicBezTo>
                  <a:pt x="1723" y="802"/>
                  <a:pt x="1725" y="798"/>
                  <a:pt x="1729" y="794"/>
                </a:cubicBezTo>
                <a:cubicBezTo>
                  <a:pt x="1733" y="791"/>
                  <a:pt x="1738" y="790"/>
                  <a:pt x="1743" y="790"/>
                </a:cubicBezTo>
                <a:cubicBezTo>
                  <a:pt x="1748" y="791"/>
                  <a:pt x="1752" y="793"/>
                  <a:pt x="1756" y="797"/>
                </a:cubicBezTo>
                <a:moveTo>
                  <a:pt x="1845" y="918"/>
                </a:moveTo>
                <a:cubicBezTo>
                  <a:pt x="1849" y="923"/>
                  <a:pt x="1852" y="928"/>
                  <a:pt x="1856" y="934"/>
                </a:cubicBezTo>
                <a:cubicBezTo>
                  <a:pt x="1859" y="938"/>
                  <a:pt x="1860" y="943"/>
                  <a:pt x="1859" y="948"/>
                </a:cubicBezTo>
                <a:cubicBezTo>
                  <a:pt x="1858" y="953"/>
                  <a:pt x="1855" y="957"/>
                  <a:pt x="1851" y="959"/>
                </a:cubicBezTo>
                <a:cubicBezTo>
                  <a:pt x="1846" y="962"/>
                  <a:pt x="1842" y="963"/>
                  <a:pt x="1837" y="962"/>
                </a:cubicBezTo>
                <a:cubicBezTo>
                  <a:pt x="1832" y="961"/>
                  <a:pt x="1828" y="959"/>
                  <a:pt x="1825" y="954"/>
                </a:cubicBezTo>
                <a:cubicBezTo>
                  <a:pt x="1821" y="949"/>
                  <a:pt x="1818" y="944"/>
                  <a:pt x="1815" y="939"/>
                </a:cubicBezTo>
                <a:cubicBezTo>
                  <a:pt x="1812" y="935"/>
                  <a:pt x="1811" y="930"/>
                  <a:pt x="1812" y="925"/>
                </a:cubicBezTo>
                <a:cubicBezTo>
                  <a:pt x="1813" y="920"/>
                  <a:pt x="1815" y="916"/>
                  <a:pt x="1819" y="913"/>
                </a:cubicBezTo>
                <a:cubicBezTo>
                  <a:pt x="1824" y="910"/>
                  <a:pt x="1828" y="909"/>
                  <a:pt x="1833" y="910"/>
                </a:cubicBezTo>
                <a:cubicBezTo>
                  <a:pt x="1839" y="911"/>
                  <a:pt x="1843" y="914"/>
                  <a:pt x="1845" y="918"/>
                </a:cubicBezTo>
                <a:moveTo>
                  <a:pt x="1925" y="1047"/>
                </a:moveTo>
                <a:cubicBezTo>
                  <a:pt x="1928" y="1052"/>
                  <a:pt x="1931" y="1058"/>
                  <a:pt x="1934" y="1064"/>
                </a:cubicBezTo>
                <a:cubicBezTo>
                  <a:pt x="1937" y="1068"/>
                  <a:pt x="1937" y="1073"/>
                  <a:pt x="1936" y="1078"/>
                </a:cubicBezTo>
                <a:cubicBezTo>
                  <a:pt x="1934" y="1083"/>
                  <a:pt x="1932" y="1086"/>
                  <a:pt x="1927" y="1089"/>
                </a:cubicBezTo>
                <a:cubicBezTo>
                  <a:pt x="1922" y="1091"/>
                  <a:pt x="1918" y="1092"/>
                  <a:pt x="1913" y="1091"/>
                </a:cubicBezTo>
                <a:cubicBezTo>
                  <a:pt x="1908" y="1089"/>
                  <a:pt x="1904" y="1086"/>
                  <a:pt x="1902" y="1082"/>
                </a:cubicBezTo>
                <a:cubicBezTo>
                  <a:pt x="1899" y="1076"/>
                  <a:pt x="1896" y="1071"/>
                  <a:pt x="1893" y="1065"/>
                </a:cubicBezTo>
                <a:cubicBezTo>
                  <a:pt x="1890" y="1061"/>
                  <a:pt x="1889" y="1056"/>
                  <a:pt x="1891" y="1051"/>
                </a:cubicBezTo>
                <a:cubicBezTo>
                  <a:pt x="1892" y="1046"/>
                  <a:pt x="1895" y="1042"/>
                  <a:pt x="1900" y="1040"/>
                </a:cubicBezTo>
                <a:cubicBezTo>
                  <a:pt x="1904" y="1037"/>
                  <a:pt x="1909" y="1037"/>
                  <a:pt x="1914" y="1038"/>
                </a:cubicBezTo>
                <a:cubicBezTo>
                  <a:pt x="1919" y="1039"/>
                  <a:pt x="1923" y="1042"/>
                  <a:pt x="1925" y="1047"/>
                </a:cubicBezTo>
                <a:moveTo>
                  <a:pt x="1993" y="1180"/>
                </a:moveTo>
                <a:cubicBezTo>
                  <a:pt x="1996" y="1186"/>
                  <a:pt x="1998" y="1191"/>
                  <a:pt x="2001" y="1197"/>
                </a:cubicBezTo>
                <a:cubicBezTo>
                  <a:pt x="2003" y="1202"/>
                  <a:pt x="2003" y="1207"/>
                  <a:pt x="2001" y="1211"/>
                </a:cubicBezTo>
                <a:cubicBezTo>
                  <a:pt x="1999" y="1216"/>
                  <a:pt x="1996" y="1220"/>
                  <a:pt x="1991" y="1222"/>
                </a:cubicBezTo>
                <a:cubicBezTo>
                  <a:pt x="1987" y="1224"/>
                  <a:pt x="1982" y="1224"/>
                  <a:pt x="1977" y="1222"/>
                </a:cubicBezTo>
                <a:cubicBezTo>
                  <a:pt x="1972" y="1220"/>
                  <a:pt x="1969" y="1217"/>
                  <a:pt x="1967" y="1212"/>
                </a:cubicBezTo>
                <a:cubicBezTo>
                  <a:pt x="1964" y="1207"/>
                  <a:pt x="1962" y="1201"/>
                  <a:pt x="1959" y="1196"/>
                </a:cubicBezTo>
                <a:cubicBezTo>
                  <a:pt x="1957" y="1191"/>
                  <a:pt x="1957" y="1186"/>
                  <a:pt x="1958" y="1181"/>
                </a:cubicBezTo>
                <a:cubicBezTo>
                  <a:pt x="1960" y="1177"/>
                  <a:pt x="1963" y="1173"/>
                  <a:pt x="1968" y="1171"/>
                </a:cubicBezTo>
                <a:cubicBezTo>
                  <a:pt x="1973" y="1169"/>
                  <a:pt x="1978" y="1169"/>
                  <a:pt x="1982" y="1170"/>
                </a:cubicBezTo>
                <a:cubicBezTo>
                  <a:pt x="1987" y="1172"/>
                  <a:pt x="1991" y="1175"/>
                  <a:pt x="1993" y="1180"/>
                </a:cubicBezTo>
                <a:moveTo>
                  <a:pt x="2051" y="1320"/>
                </a:moveTo>
                <a:cubicBezTo>
                  <a:pt x="2053" y="1326"/>
                  <a:pt x="2055" y="1332"/>
                  <a:pt x="2057" y="1338"/>
                </a:cubicBezTo>
                <a:cubicBezTo>
                  <a:pt x="2059" y="1343"/>
                  <a:pt x="2059" y="1347"/>
                  <a:pt x="2057" y="1352"/>
                </a:cubicBezTo>
                <a:cubicBezTo>
                  <a:pt x="2055" y="1357"/>
                  <a:pt x="2051" y="1360"/>
                  <a:pt x="2046" y="1362"/>
                </a:cubicBezTo>
                <a:cubicBezTo>
                  <a:pt x="2041" y="1363"/>
                  <a:pt x="2037" y="1363"/>
                  <a:pt x="2032" y="1361"/>
                </a:cubicBezTo>
                <a:cubicBezTo>
                  <a:pt x="2027" y="1359"/>
                  <a:pt x="2024" y="1355"/>
                  <a:pt x="2022" y="1350"/>
                </a:cubicBezTo>
                <a:cubicBezTo>
                  <a:pt x="2020" y="1345"/>
                  <a:pt x="2018" y="1339"/>
                  <a:pt x="2016" y="1333"/>
                </a:cubicBezTo>
                <a:cubicBezTo>
                  <a:pt x="2014" y="1328"/>
                  <a:pt x="2014" y="1323"/>
                  <a:pt x="2016" y="1319"/>
                </a:cubicBezTo>
                <a:cubicBezTo>
                  <a:pt x="2019" y="1314"/>
                  <a:pt x="2022" y="1311"/>
                  <a:pt x="2027" y="1309"/>
                </a:cubicBezTo>
                <a:cubicBezTo>
                  <a:pt x="2032" y="1307"/>
                  <a:pt x="2036" y="1307"/>
                  <a:pt x="2041" y="1309"/>
                </a:cubicBezTo>
                <a:cubicBezTo>
                  <a:pt x="2046" y="1311"/>
                  <a:pt x="2049" y="1315"/>
                  <a:pt x="2051" y="1320"/>
                </a:cubicBezTo>
                <a:moveTo>
                  <a:pt x="2098" y="1463"/>
                </a:moveTo>
                <a:lnTo>
                  <a:pt x="2103" y="1481"/>
                </a:lnTo>
                <a:cubicBezTo>
                  <a:pt x="2105" y="1486"/>
                  <a:pt x="2104" y="1490"/>
                  <a:pt x="2102" y="1495"/>
                </a:cubicBezTo>
                <a:cubicBezTo>
                  <a:pt x="2099" y="1499"/>
                  <a:pt x="2095" y="1502"/>
                  <a:pt x="2091" y="1504"/>
                </a:cubicBezTo>
                <a:cubicBezTo>
                  <a:pt x="2086" y="1505"/>
                  <a:pt x="2081" y="1505"/>
                  <a:pt x="2076" y="1502"/>
                </a:cubicBezTo>
                <a:cubicBezTo>
                  <a:pt x="2072" y="1500"/>
                  <a:pt x="2069" y="1496"/>
                  <a:pt x="2067" y="1491"/>
                </a:cubicBezTo>
                <a:lnTo>
                  <a:pt x="2062" y="1473"/>
                </a:lnTo>
                <a:cubicBezTo>
                  <a:pt x="2061" y="1468"/>
                  <a:pt x="2061" y="1464"/>
                  <a:pt x="2064" y="1459"/>
                </a:cubicBezTo>
                <a:cubicBezTo>
                  <a:pt x="2066" y="1455"/>
                  <a:pt x="2070" y="1452"/>
                  <a:pt x="2075" y="1450"/>
                </a:cubicBezTo>
                <a:cubicBezTo>
                  <a:pt x="2080" y="1449"/>
                  <a:pt x="2085" y="1449"/>
                  <a:pt x="2089" y="1452"/>
                </a:cubicBezTo>
                <a:cubicBezTo>
                  <a:pt x="2094" y="1454"/>
                  <a:pt x="2097" y="1458"/>
                  <a:pt x="2098" y="1463"/>
                </a:cubicBezTo>
                <a:moveTo>
                  <a:pt x="2135" y="1608"/>
                </a:moveTo>
                <a:lnTo>
                  <a:pt x="2140" y="1627"/>
                </a:lnTo>
                <a:cubicBezTo>
                  <a:pt x="2141" y="1632"/>
                  <a:pt x="2140" y="1637"/>
                  <a:pt x="2137" y="1641"/>
                </a:cubicBezTo>
                <a:cubicBezTo>
                  <a:pt x="2134" y="1645"/>
                  <a:pt x="2130" y="1648"/>
                  <a:pt x="2125" y="1649"/>
                </a:cubicBezTo>
                <a:cubicBezTo>
                  <a:pt x="2120" y="1650"/>
                  <a:pt x="2116" y="1649"/>
                  <a:pt x="2111" y="1647"/>
                </a:cubicBezTo>
                <a:cubicBezTo>
                  <a:pt x="2107" y="1644"/>
                  <a:pt x="2104" y="1640"/>
                  <a:pt x="2103" y="1635"/>
                </a:cubicBezTo>
                <a:lnTo>
                  <a:pt x="2099" y="1617"/>
                </a:lnTo>
                <a:cubicBezTo>
                  <a:pt x="2098" y="1611"/>
                  <a:pt x="2099" y="1607"/>
                  <a:pt x="2101" y="1602"/>
                </a:cubicBezTo>
                <a:cubicBezTo>
                  <a:pt x="2104" y="1598"/>
                  <a:pt x="2108" y="1595"/>
                  <a:pt x="2113" y="1594"/>
                </a:cubicBezTo>
                <a:cubicBezTo>
                  <a:pt x="2118" y="1593"/>
                  <a:pt x="2123" y="1594"/>
                  <a:pt x="2127" y="1597"/>
                </a:cubicBezTo>
                <a:cubicBezTo>
                  <a:pt x="2132" y="1600"/>
                  <a:pt x="2134" y="1603"/>
                  <a:pt x="2135" y="1608"/>
                </a:cubicBezTo>
                <a:moveTo>
                  <a:pt x="2165" y="1759"/>
                </a:moveTo>
                <a:lnTo>
                  <a:pt x="2167" y="1773"/>
                </a:lnTo>
                <a:cubicBezTo>
                  <a:pt x="2168" y="1778"/>
                  <a:pt x="2166" y="1783"/>
                  <a:pt x="2163" y="1787"/>
                </a:cubicBezTo>
                <a:cubicBezTo>
                  <a:pt x="2160" y="1791"/>
                  <a:pt x="2156" y="1794"/>
                  <a:pt x="2151" y="1795"/>
                </a:cubicBezTo>
                <a:cubicBezTo>
                  <a:pt x="2146" y="1795"/>
                  <a:pt x="2141" y="1794"/>
                  <a:pt x="2137" y="1791"/>
                </a:cubicBezTo>
                <a:cubicBezTo>
                  <a:pt x="2133" y="1788"/>
                  <a:pt x="2131" y="1784"/>
                  <a:pt x="2130" y="1779"/>
                </a:cubicBezTo>
                <a:lnTo>
                  <a:pt x="2128" y="1765"/>
                </a:lnTo>
                <a:cubicBezTo>
                  <a:pt x="2127" y="1760"/>
                  <a:pt x="2128" y="1756"/>
                  <a:pt x="2131" y="1751"/>
                </a:cubicBezTo>
                <a:cubicBezTo>
                  <a:pt x="2134" y="1747"/>
                  <a:pt x="2138" y="1745"/>
                  <a:pt x="2143" y="1744"/>
                </a:cubicBezTo>
                <a:cubicBezTo>
                  <a:pt x="2148" y="1743"/>
                  <a:pt x="2153" y="1744"/>
                  <a:pt x="2157" y="1747"/>
                </a:cubicBezTo>
                <a:cubicBezTo>
                  <a:pt x="2161" y="1750"/>
                  <a:pt x="2164" y="1754"/>
                  <a:pt x="2165" y="1759"/>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4877280" y="2909520"/>
            <a:ext cx="74520" cy="61920"/>
          </a:xfrm>
          <a:custGeom>
            <a:avLst/>
            <a:gdLst/>
            <a:ahLst/>
            <a:rect l="0" t="0" r="r" b="b"/>
            <a:pathLst>
              <a:path fill="none" w="207" h="172">
                <a:moveTo>
                  <a:pt x="207" y="0"/>
                </a:moveTo>
                <a:lnTo>
                  <a:pt x="127" y="172"/>
                </a:lnTo>
                <a:lnTo>
                  <a:pt x="0" y="32"/>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541" name=""/>
          <p:cNvSpPr/>
          <p:nvPr/>
        </p:nvSpPr>
        <p:spPr>
          <a:xfrm>
            <a:off x="4150080" y="3542760"/>
            <a:ext cx="780480" cy="645840"/>
          </a:xfrm>
          <a:custGeom>
            <a:avLst/>
            <a:gdLst/>
            <a:ahLst/>
            <a:rect l="0" t="0" r="r" b="b"/>
            <a:pathLst>
              <a:path w="2168" h="1794">
                <a:moveTo>
                  <a:pt x="2167" y="22"/>
                </a:moveTo>
                <a:lnTo>
                  <a:pt x="2164" y="41"/>
                </a:lnTo>
                <a:cubicBezTo>
                  <a:pt x="2163" y="46"/>
                  <a:pt x="2160" y="50"/>
                  <a:pt x="2156" y="53"/>
                </a:cubicBezTo>
                <a:cubicBezTo>
                  <a:pt x="2152" y="56"/>
                  <a:pt x="2147" y="57"/>
                  <a:pt x="2142" y="57"/>
                </a:cubicBezTo>
                <a:cubicBezTo>
                  <a:pt x="2137" y="56"/>
                  <a:pt x="2133" y="53"/>
                  <a:pt x="2130" y="49"/>
                </a:cubicBezTo>
                <a:cubicBezTo>
                  <a:pt x="2127" y="45"/>
                  <a:pt x="2126" y="40"/>
                  <a:pt x="2127" y="35"/>
                </a:cubicBezTo>
                <a:lnTo>
                  <a:pt x="2130" y="15"/>
                </a:lnTo>
                <a:cubicBezTo>
                  <a:pt x="2131" y="10"/>
                  <a:pt x="2133" y="6"/>
                  <a:pt x="2137" y="3"/>
                </a:cubicBezTo>
                <a:cubicBezTo>
                  <a:pt x="2141" y="0"/>
                  <a:pt x="2146" y="-1"/>
                  <a:pt x="2151" y="0"/>
                </a:cubicBezTo>
                <a:cubicBezTo>
                  <a:pt x="2156" y="0"/>
                  <a:pt x="2160" y="3"/>
                  <a:pt x="2163" y="7"/>
                </a:cubicBezTo>
                <a:cubicBezTo>
                  <a:pt x="2166" y="11"/>
                  <a:pt x="2168" y="16"/>
                  <a:pt x="2167" y="22"/>
                </a:cubicBezTo>
                <a:moveTo>
                  <a:pt x="2138" y="174"/>
                </a:moveTo>
                <a:lnTo>
                  <a:pt x="2134" y="192"/>
                </a:lnTo>
                <a:cubicBezTo>
                  <a:pt x="2133" y="197"/>
                  <a:pt x="2130" y="201"/>
                  <a:pt x="2126" y="204"/>
                </a:cubicBezTo>
                <a:cubicBezTo>
                  <a:pt x="2122" y="206"/>
                  <a:pt x="2117" y="207"/>
                  <a:pt x="2112" y="206"/>
                </a:cubicBezTo>
                <a:cubicBezTo>
                  <a:pt x="2107" y="205"/>
                  <a:pt x="2103" y="202"/>
                  <a:pt x="2100" y="198"/>
                </a:cubicBezTo>
                <a:cubicBezTo>
                  <a:pt x="2098" y="194"/>
                  <a:pt x="2097" y="189"/>
                  <a:pt x="2098" y="184"/>
                </a:cubicBezTo>
                <a:lnTo>
                  <a:pt x="2102" y="165"/>
                </a:lnTo>
                <a:cubicBezTo>
                  <a:pt x="2103" y="160"/>
                  <a:pt x="2106" y="157"/>
                  <a:pt x="2110" y="154"/>
                </a:cubicBezTo>
                <a:cubicBezTo>
                  <a:pt x="2114" y="151"/>
                  <a:pt x="2119" y="150"/>
                  <a:pt x="2124" y="151"/>
                </a:cubicBezTo>
                <a:cubicBezTo>
                  <a:pt x="2129" y="152"/>
                  <a:pt x="2133" y="155"/>
                  <a:pt x="2136" y="159"/>
                </a:cubicBezTo>
                <a:cubicBezTo>
                  <a:pt x="2139" y="164"/>
                  <a:pt x="2139" y="169"/>
                  <a:pt x="2138" y="174"/>
                </a:cubicBezTo>
                <a:moveTo>
                  <a:pt x="2102" y="319"/>
                </a:moveTo>
                <a:lnTo>
                  <a:pt x="2097" y="336"/>
                </a:lnTo>
                <a:cubicBezTo>
                  <a:pt x="2095" y="341"/>
                  <a:pt x="2092" y="345"/>
                  <a:pt x="2088" y="347"/>
                </a:cubicBezTo>
                <a:cubicBezTo>
                  <a:pt x="2083" y="350"/>
                  <a:pt x="2079" y="350"/>
                  <a:pt x="2074" y="349"/>
                </a:cubicBezTo>
                <a:cubicBezTo>
                  <a:pt x="2069" y="347"/>
                  <a:pt x="2065" y="344"/>
                  <a:pt x="2062" y="340"/>
                </a:cubicBezTo>
                <a:cubicBezTo>
                  <a:pt x="2060" y="335"/>
                  <a:pt x="2059" y="331"/>
                  <a:pt x="2061" y="326"/>
                </a:cubicBezTo>
                <a:lnTo>
                  <a:pt x="2066" y="308"/>
                </a:lnTo>
                <a:cubicBezTo>
                  <a:pt x="2067" y="303"/>
                  <a:pt x="2070" y="300"/>
                  <a:pt x="2075" y="297"/>
                </a:cubicBezTo>
                <a:cubicBezTo>
                  <a:pt x="2079" y="295"/>
                  <a:pt x="2084" y="294"/>
                  <a:pt x="2089" y="295"/>
                </a:cubicBezTo>
                <a:cubicBezTo>
                  <a:pt x="2094" y="297"/>
                  <a:pt x="2098" y="300"/>
                  <a:pt x="2100" y="304"/>
                </a:cubicBezTo>
                <a:cubicBezTo>
                  <a:pt x="2103" y="309"/>
                  <a:pt x="2103" y="314"/>
                  <a:pt x="2102" y="319"/>
                </a:cubicBezTo>
                <a:moveTo>
                  <a:pt x="2056" y="461"/>
                </a:moveTo>
                <a:cubicBezTo>
                  <a:pt x="2053" y="467"/>
                  <a:pt x="2051" y="473"/>
                  <a:pt x="2049" y="479"/>
                </a:cubicBezTo>
                <a:cubicBezTo>
                  <a:pt x="2047" y="484"/>
                  <a:pt x="2044" y="488"/>
                  <a:pt x="2039" y="490"/>
                </a:cubicBezTo>
                <a:cubicBezTo>
                  <a:pt x="2035" y="492"/>
                  <a:pt x="2030" y="492"/>
                  <a:pt x="2025" y="490"/>
                </a:cubicBezTo>
                <a:cubicBezTo>
                  <a:pt x="2020" y="489"/>
                  <a:pt x="2017" y="485"/>
                  <a:pt x="2014" y="481"/>
                </a:cubicBezTo>
                <a:cubicBezTo>
                  <a:pt x="2012" y="476"/>
                  <a:pt x="2012" y="471"/>
                  <a:pt x="2014" y="466"/>
                </a:cubicBezTo>
                <a:cubicBezTo>
                  <a:pt x="2016" y="460"/>
                  <a:pt x="2018" y="455"/>
                  <a:pt x="2020" y="449"/>
                </a:cubicBezTo>
                <a:cubicBezTo>
                  <a:pt x="2022" y="444"/>
                  <a:pt x="2025" y="440"/>
                  <a:pt x="2030" y="438"/>
                </a:cubicBezTo>
                <a:cubicBezTo>
                  <a:pt x="2035" y="436"/>
                  <a:pt x="2040" y="436"/>
                  <a:pt x="2044" y="437"/>
                </a:cubicBezTo>
                <a:cubicBezTo>
                  <a:pt x="2049" y="439"/>
                  <a:pt x="2053" y="442"/>
                  <a:pt x="2055" y="447"/>
                </a:cubicBezTo>
                <a:cubicBezTo>
                  <a:pt x="2057" y="452"/>
                  <a:pt x="2057" y="457"/>
                  <a:pt x="2056" y="461"/>
                </a:cubicBezTo>
                <a:moveTo>
                  <a:pt x="1999" y="602"/>
                </a:moveTo>
                <a:cubicBezTo>
                  <a:pt x="1996" y="608"/>
                  <a:pt x="1993" y="613"/>
                  <a:pt x="1991" y="619"/>
                </a:cubicBezTo>
                <a:cubicBezTo>
                  <a:pt x="1989" y="624"/>
                  <a:pt x="1985" y="627"/>
                  <a:pt x="1980" y="629"/>
                </a:cubicBezTo>
                <a:cubicBezTo>
                  <a:pt x="1975" y="630"/>
                  <a:pt x="1971" y="630"/>
                  <a:pt x="1966" y="628"/>
                </a:cubicBezTo>
                <a:cubicBezTo>
                  <a:pt x="1961" y="626"/>
                  <a:pt x="1958" y="622"/>
                  <a:pt x="1956" y="617"/>
                </a:cubicBezTo>
                <a:cubicBezTo>
                  <a:pt x="1954" y="613"/>
                  <a:pt x="1955" y="608"/>
                  <a:pt x="1957" y="603"/>
                </a:cubicBezTo>
                <a:cubicBezTo>
                  <a:pt x="1959" y="598"/>
                  <a:pt x="1962" y="592"/>
                  <a:pt x="1965" y="586"/>
                </a:cubicBezTo>
                <a:cubicBezTo>
                  <a:pt x="1967" y="582"/>
                  <a:pt x="1970" y="578"/>
                  <a:pt x="1975" y="577"/>
                </a:cubicBezTo>
                <a:cubicBezTo>
                  <a:pt x="1980" y="575"/>
                  <a:pt x="1985" y="575"/>
                  <a:pt x="1989" y="577"/>
                </a:cubicBezTo>
                <a:cubicBezTo>
                  <a:pt x="1994" y="579"/>
                  <a:pt x="1997" y="583"/>
                  <a:pt x="1999" y="588"/>
                </a:cubicBezTo>
                <a:cubicBezTo>
                  <a:pt x="2001" y="592"/>
                  <a:pt x="2001" y="597"/>
                  <a:pt x="1999" y="602"/>
                </a:cubicBezTo>
                <a:moveTo>
                  <a:pt x="1932" y="735"/>
                </a:moveTo>
                <a:cubicBezTo>
                  <a:pt x="1929" y="741"/>
                  <a:pt x="1926" y="746"/>
                  <a:pt x="1923" y="752"/>
                </a:cubicBezTo>
                <a:cubicBezTo>
                  <a:pt x="1920" y="756"/>
                  <a:pt x="1916" y="759"/>
                  <a:pt x="1911" y="761"/>
                </a:cubicBezTo>
                <a:cubicBezTo>
                  <a:pt x="1906" y="762"/>
                  <a:pt x="1902" y="762"/>
                  <a:pt x="1897" y="759"/>
                </a:cubicBezTo>
                <a:cubicBezTo>
                  <a:pt x="1893" y="756"/>
                  <a:pt x="1890" y="753"/>
                  <a:pt x="1888" y="748"/>
                </a:cubicBezTo>
                <a:cubicBezTo>
                  <a:pt x="1887" y="743"/>
                  <a:pt x="1887" y="738"/>
                  <a:pt x="1890" y="734"/>
                </a:cubicBezTo>
                <a:cubicBezTo>
                  <a:pt x="1893" y="728"/>
                  <a:pt x="1896" y="723"/>
                  <a:pt x="1899" y="717"/>
                </a:cubicBezTo>
                <a:cubicBezTo>
                  <a:pt x="1902" y="713"/>
                  <a:pt x="1905" y="710"/>
                  <a:pt x="1910" y="708"/>
                </a:cubicBezTo>
                <a:cubicBezTo>
                  <a:pt x="1915" y="707"/>
                  <a:pt x="1920" y="707"/>
                  <a:pt x="1924" y="710"/>
                </a:cubicBezTo>
                <a:cubicBezTo>
                  <a:pt x="1929" y="712"/>
                  <a:pt x="1932" y="716"/>
                  <a:pt x="1933" y="721"/>
                </a:cubicBezTo>
                <a:cubicBezTo>
                  <a:pt x="1935" y="726"/>
                  <a:pt x="1934" y="731"/>
                  <a:pt x="1932" y="735"/>
                </a:cubicBezTo>
                <a:moveTo>
                  <a:pt x="1853" y="865"/>
                </a:moveTo>
                <a:cubicBezTo>
                  <a:pt x="1850" y="870"/>
                  <a:pt x="1846" y="876"/>
                  <a:pt x="1842" y="881"/>
                </a:cubicBezTo>
                <a:cubicBezTo>
                  <a:pt x="1840" y="885"/>
                  <a:pt x="1836" y="888"/>
                  <a:pt x="1830" y="889"/>
                </a:cubicBezTo>
                <a:cubicBezTo>
                  <a:pt x="1825" y="889"/>
                  <a:pt x="1821" y="889"/>
                  <a:pt x="1816" y="886"/>
                </a:cubicBezTo>
                <a:cubicBezTo>
                  <a:pt x="1812" y="883"/>
                  <a:pt x="1810" y="879"/>
                  <a:pt x="1809" y="874"/>
                </a:cubicBezTo>
                <a:cubicBezTo>
                  <a:pt x="1808" y="869"/>
                  <a:pt x="1809" y="864"/>
                  <a:pt x="1812" y="860"/>
                </a:cubicBezTo>
                <a:cubicBezTo>
                  <a:pt x="1815" y="855"/>
                  <a:pt x="1819" y="849"/>
                  <a:pt x="1822" y="844"/>
                </a:cubicBezTo>
                <a:cubicBezTo>
                  <a:pt x="1825" y="840"/>
                  <a:pt x="1829" y="837"/>
                  <a:pt x="1834" y="836"/>
                </a:cubicBezTo>
                <a:cubicBezTo>
                  <a:pt x="1839" y="835"/>
                  <a:pt x="1844" y="836"/>
                  <a:pt x="1848" y="839"/>
                </a:cubicBezTo>
                <a:cubicBezTo>
                  <a:pt x="1852" y="842"/>
                  <a:pt x="1855" y="846"/>
                  <a:pt x="1856" y="851"/>
                </a:cubicBezTo>
                <a:cubicBezTo>
                  <a:pt x="1857" y="856"/>
                  <a:pt x="1856" y="861"/>
                  <a:pt x="1853" y="865"/>
                </a:cubicBezTo>
                <a:moveTo>
                  <a:pt x="1764" y="987"/>
                </a:moveTo>
                <a:cubicBezTo>
                  <a:pt x="1760" y="992"/>
                  <a:pt x="1756" y="996"/>
                  <a:pt x="1752" y="1001"/>
                </a:cubicBezTo>
                <a:cubicBezTo>
                  <a:pt x="1749" y="1005"/>
                  <a:pt x="1745" y="1008"/>
                  <a:pt x="1740" y="1008"/>
                </a:cubicBezTo>
                <a:cubicBezTo>
                  <a:pt x="1735" y="1009"/>
                  <a:pt x="1730" y="1007"/>
                  <a:pt x="1726" y="1004"/>
                </a:cubicBezTo>
                <a:cubicBezTo>
                  <a:pt x="1722" y="1001"/>
                  <a:pt x="1720" y="996"/>
                  <a:pt x="1719" y="991"/>
                </a:cubicBezTo>
                <a:cubicBezTo>
                  <a:pt x="1719" y="986"/>
                  <a:pt x="1720" y="982"/>
                  <a:pt x="1723" y="978"/>
                </a:cubicBezTo>
                <a:cubicBezTo>
                  <a:pt x="1727" y="973"/>
                  <a:pt x="1731" y="968"/>
                  <a:pt x="1735" y="963"/>
                </a:cubicBezTo>
                <a:cubicBezTo>
                  <a:pt x="1738" y="959"/>
                  <a:pt x="1742" y="957"/>
                  <a:pt x="1747" y="956"/>
                </a:cubicBezTo>
                <a:cubicBezTo>
                  <a:pt x="1753" y="956"/>
                  <a:pt x="1757" y="957"/>
                  <a:pt x="1761" y="960"/>
                </a:cubicBezTo>
                <a:cubicBezTo>
                  <a:pt x="1765" y="964"/>
                  <a:pt x="1768" y="968"/>
                  <a:pt x="1768" y="973"/>
                </a:cubicBezTo>
                <a:cubicBezTo>
                  <a:pt x="1769" y="978"/>
                  <a:pt x="1767" y="983"/>
                  <a:pt x="1764" y="987"/>
                </a:cubicBezTo>
                <a:moveTo>
                  <a:pt x="1665" y="1100"/>
                </a:moveTo>
                <a:cubicBezTo>
                  <a:pt x="1661" y="1105"/>
                  <a:pt x="1657" y="1109"/>
                  <a:pt x="1652" y="1114"/>
                </a:cubicBezTo>
                <a:cubicBezTo>
                  <a:pt x="1649" y="1117"/>
                  <a:pt x="1644" y="1119"/>
                  <a:pt x="1639" y="1119"/>
                </a:cubicBezTo>
                <a:cubicBezTo>
                  <a:pt x="1634" y="1119"/>
                  <a:pt x="1630" y="1118"/>
                  <a:pt x="1626" y="1114"/>
                </a:cubicBezTo>
                <a:cubicBezTo>
                  <a:pt x="1622" y="1110"/>
                  <a:pt x="1620" y="1106"/>
                  <a:pt x="1620" y="1101"/>
                </a:cubicBezTo>
                <a:cubicBezTo>
                  <a:pt x="1620" y="1096"/>
                  <a:pt x="1622" y="1091"/>
                  <a:pt x="1625" y="1088"/>
                </a:cubicBezTo>
                <a:cubicBezTo>
                  <a:pt x="1630" y="1083"/>
                  <a:pt x="1634" y="1079"/>
                  <a:pt x="1638" y="1074"/>
                </a:cubicBezTo>
                <a:cubicBezTo>
                  <a:pt x="1642" y="1070"/>
                  <a:pt x="1646" y="1069"/>
                  <a:pt x="1651" y="1068"/>
                </a:cubicBezTo>
                <a:cubicBezTo>
                  <a:pt x="1656" y="1068"/>
                  <a:pt x="1661" y="1070"/>
                  <a:pt x="1665" y="1074"/>
                </a:cubicBezTo>
                <a:cubicBezTo>
                  <a:pt x="1668" y="1077"/>
                  <a:pt x="1670" y="1081"/>
                  <a:pt x="1670" y="1087"/>
                </a:cubicBezTo>
                <a:cubicBezTo>
                  <a:pt x="1671" y="1092"/>
                  <a:pt x="1669" y="1096"/>
                  <a:pt x="1665" y="1100"/>
                </a:cubicBezTo>
                <a:moveTo>
                  <a:pt x="1556" y="1205"/>
                </a:moveTo>
                <a:cubicBezTo>
                  <a:pt x="1552" y="1209"/>
                  <a:pt x="1547" y="1213"/>
                  <a:pt x="1542" y="1218"/>
                </a:cubicBezTo>
                <a:cubicBezTo>
                  <a:pt x="1538" y="1221"/>
                  <a:pt x="1534" y="1223"/>
                  <a:pt x="1529" y="1222"/>
                </a:cubicBezTo>
                <a:cubicBezTo>
                  <a:pt x="1523" y="1222"/>
                  <a:pt x="1519" y="1220"/>
                  <a:pt x="1516" y="1216"/>
                </a:cubicBezTo>
                <a:cubicBezTo>
                  <a:pt x="1512" y="1212"/>
                  <a:pt x="1511" y="1207"/>
                  <a:pt x="1511" y="1202"/>
                </a:cubicBezTo>
                <a:cubicBezTo>
                  <a:pt x="1512" y="1197"/>
                  <a:pt x="1514" y="1193"/>
                  <a:pt x="1518" y="1189"/>
                </a:cubicBezTo>
                <a:cubicBezTo>
                  <a:pt x="1522" y="1185"/>
                  <a:pt x="1527" y="1181"/>
                  <a:pt x="1532" y="1177"/>
                </a:cubicBezTo>
                <a:cubicBezTo>
                  <a:pt x="1536" y="1174"/>
                  <a:pt x="1540" y="1172"/>
                  <a:pt x="1545" y="1172"/>
                </a:cubicBezTo>
                <a:cubicBezTo>
                  <a:pt x="1550" y="1173"/>
                  <a:pt x="1555" y="1175"/>
                  <a:pt x="1558" y="1179"/>
                </a:cubicBezTo>
                <a:cubicBezTo>
                  <a:pt x="1561" y="1183"/>
                  <a:pt x="1563" y="1187"/>
                  <a:pt x="1563" y="1192"/>
                </a:cubicBezTo>
                <a:cubicBezTo>
                  <a:pt x="1562" y="1197"/>
                  <a:pt x="1560" y="1202"/>
                  <a:pt x="1556" y="1205"/>
                </a:cubicBezTo>
                <a:moveTo>
                  <a:pt x="1440" y="1300"/>
                </a:moveTo>
                <a:cubicBezTo>
                  <a:pt x="1435" y="1304"/>
                  <a:pt x="1430" y="1307"/>
                  <a:pt x="1425" y="1311"/>
                </a:cubicBezTo>
                <a:cubicBezTo>
                  <a:pt x="1421" y="1314"/>
                  <a:pt x="1416" y="1315"/>
                  <a:pt x="1411" y="1315"/>
                </a:cubicBezTo>
                <a:cubicBezTo>
                  <a:pt x="1406" y="1314"/>
                  <a:pt x="1402" y="1311"/>
                  <a:pt x="1399" y="1307"/>
                </a:cubicBezTo>
                <a:cubicBezTo>
                  <a:pt x="1396" y="1303"/>
                  <a:pt x="1395" y="1298"/>
                  <a:pt x="1396" y="1293"/>
                </a:cubicBezTo>
                <a:cubicBezTo>
                  <a:pt x="1396" y="1288"/>
                  <a:pt x="1399" y="1284"/>
                  <a:pt x="1403" y="1281"/>
                </a:cubicBezTo>
                <a:cubicBezTo>
                  <a:pt x="1408" y="1277"/>
                  <a:pt x="1413" y="1274"/>
                  <a:pt x="1418" y="1270"/>
                </a:cubicBezTo>
                <a:cubicBezTo>
                  <a:pt x="1422" y="1267"/>
                  <a:pt x="1427" y="1266"/>
                  <a:pt x="1432" y="1267"/>
                </a:cubicBezTo>
                <a:cubicBezTo>
                  <a:pt x="1437" y="1267"/>
                  <a:pt x="1441" y="1270"/>
                  <a:pt x="1444" y="1274"/>
                </a:cubicBezTo>
                <a:cubicBezTo>
                  <a:pt x="1447" y="1278"/>
                  <a:pt x="1448" y="1283"/>
                  <a:pt x="1447" y="1288"/>
                </a:cubicBezTo>
                <a:cubicBezTo>
                  <a:pt x="1447" y="1293"/>
                  <a:pt x="1444" y="1297"/>
                  <a:pt x="1440" y="1300"/>
                </a:cubicBezTo>
                <a:moveTo>
                  <a:pt x="1317" y="1386"/>
                </a:moveTo>
                <a:cubicBezTo>
                  <a:pt x="1311" y="1389"/>
                  <a:pt x="1306" y="1393"/>
                  <a:pt x="1300" y="1396"/>
                </a:cubicBezTo>
                <a:cubicBezTo>
                  <a:pt x="1296" y="1399"/>
                  <a:pt x="1291" y="1399"/>
                  <a:pt x="1286" y="1398"/>
                </a:cubicBezTo>
                <a:cubicBezTo>
                  <a:pt x="1281" y="1397"/>
                  <a:pt x="1277" y="1394"/>
                  <a:pt x="1275" y="1390"/>
                </a:cubicBezTo>
                <a:cubicBezTo>
                  <a:pt x="1272" y="1386"/>
                  <a:pt x="1271" y="1381"/>
                  <a:pt x="1272" y="1376"/>
                </a:cubicBezTo>
                <a:cubicBezTo>
                  <a:pt x="1273" y="1371"/>
                  <a:pt x="1276" y="1367"/>
                  <a:pt x="1281" y="1364"/>
                </a:cubicBezTo>
                <a:cubicBezTo>
                  <a:pt x="1286" y="1361"/>
                  <a:pt x="1291" y="1358"/>
                  <a:pt x="1296" y="1354"/>
                </a:cubicBezTo>
                <a:cubicBezTo>
                  <a:pt x="1301" y="1351"/>
                  <a:pt x="1305" y="1351"/>
                  <a:pt x="1311" y="1352"/>
                </a:cubicBezTo>
                <a:cubicBezTo>
                  <a:pt x="1316" y="1353"/>
                  <a:pt x="1319" y="1356"/>
                  <a:pt x="1322" y="1360"/>
                </a:cubicBezTo>
                <a:cubicBezTo>
                  <a:pt x="1325" y="1364"/>
                  <a:pt x="1326" y="1369"/>
                  <a:pt x="1325" y="1374"/>
                </a:cubicBezTo>
                <a:cubicBezTo>
                  <a:pt x="1324" y="1379"/>
                  <a:pt x="1321" y="1383"/>
                  <a:pt x="1317" y="1386"/>
                </a:cubicBezTo>
                <a:moveTo>
                  <a:pt x="1185" y="1463"/>
                </a:moveTo>
                <a:cubicBezTo>
                  <a:pt x="1180" y="1466"/>
                  <a:pt x="1175" y="1469"/>
                  <a:pt x="1169" y="1471"/>
                </a:cubicBezTo>
                <a:cubicBezTo>
                  <a:pt x="1165" y="1474"/>
                  <a:pt x="1160" y="1474"/>
                  <a:pt x="1155" y="1473"/>
                </a:cubicBezTo>
                <a:cubicBezTo>
                  <a:pt x="1150" y="1471"/>
                  <a:pt x="1146" y="1468"/>
                  <a:pt x="1144" y="1464"/>
                </a:cubicBezTo>
                <a:cubicBezTo>
                  <a:pt x="1142" y="1459"/>
                  <a:pt x="1141" y="1454"/>
                  <a:pt x="1143" y="1449"/>
                </a:cubicBezTo>
                <a:cubicBezTo>
                  <a:pt x="1144" y="1445"/>
                  <a:pt x="1147" y="1441"/>
                  <a:pt x="1152" y="1438"/>
                </a:cubicBezTo>
                <a:cubicBezTo>
                  <a:pt x="1157" y="1436"/>
                  <a:pt x="1162" y="1433"/>
                  <a:pt x="1168" y="1430"/>
                </a:cubicBezTo>
                <a:cubicBezTo>
                  <a:pt x="1172" y="1427"/>
                  <a:pt x="1177" y="1427"/>
                  <a:pt x="1182" y="1428"/>
                </a:cubicBezTo>
                <a:cubicBezTo>
                  <a:pt x="1187" y="1430"/>
                  <a:pt x="1191" y="1433"/>
                  <a:pt x="1193" y="1437"/>
                </a:cubicBezTo>
                <a:cubicBezTo>
                  <a:pt x="1195" y="1442"/>
                  <a:pt x="1196" y="1447"/>
                  <a:pt x="1194" y="1452"/>
                </a:cubicBezTo>
                <a:cubicBezTo>
                  <a:pt x="1193" y="1457"/>
                  <a:pt x="1190" y="1460"/>
                  <a:pt x="1185" y="1463"/>
                </a:cubicBezTo>
                <a:moveTo>
                  <a:pt x="1053" y="1529"/>
                </a:moveTo>
                <a:lnTo>
                  <a:pt x="1036" y="1537"/>
                </a:lnTo>
                <a:cubicBezTo>
                  <a:pt x="1031" y="1539"/>
                  <a:pt x="1026" y="1539"/>
                  <a:pt x="1022" y="1537"/>
                </a:cubicBezTo>
                <a:cubicBezTo>
                  <a:pt x="1017" y="1535"/>
                  <a:pt x="1013" y="1532"/>
                  <a:pt x="1011" y="1528"/>
                </a:cubicBezTo>
                <a:cubicBezTo>
                  <a:pt x="1009" y="1523"/>
                  <a:pt x="1009" y="1518"/>
                  <a:pt x="1011" y="1513"/>
                </a:cubicBezTo>
                <a:cubicBezTo>
                  <a:pt x="1012" y="1508"/>
                  <a:pt x="1016" y="1505"/>
                  <a:pt x="1020" y="1503"/>
                </a:cubicBezTo>
                <a:lnTo>
                  <a:pt x="1037" y="1495"/>
                </a:lnTo>
                <a:cubicBezTo>
                  <a:pt x="1042" y="1493"/>
                  <a:pt x="1047" y="1493"/>
                  <a:pt x="1052" y="1495"/>
                </a:cubicBezTo>
                <a:cubicBezTo>
                  <a:pt x="1056" y="1496"/>
                  <a:pt x="1060" y="1500"/>
                  <a:pt x="1062" y="1504"/>
                </a:cubicBezTo>
                <a:cubicBezTo>
                  <a:pt x="1064" y="1509"/>
                  <a:pt x="1064" y="1514"/>
                  <a:pt x="1063" y="1519"/>
                </a:cubicBezTo>
                <a:cubicBezTo>
                  <a:pt x="1061" y="1523"/>
                  <a:pt x="1058" y="1527"/>
                  <a:pt x="1053" y="1529"/>
                </a:cubicBezTo>
                <a:moveTo>
                  <a:pt x="912" y="1589"/>
                </a:moveTo>
                <a:lnTo>
                  <a:pt x="894" y="1595"/>
                </a:lnTo>
                <a:cubicBezTo>
                  <a:pt x="889" y="1597"/>
                  <a:pt x="885" y="1597"/>
                  <a:pt x="880" y="1595"/>
                </a:cubicBezTo>
                <a:cubicBezTo>
                  <a:pt x="875" y="1593"/>
                  <a:pt x="872" y="1590"/>
                  <a:pt x="870" y="1585"/>
                </a:cubicBezTo>
                <a:cubicBezTo>
                  <a:pt x="868" y="1580"/>
                  <a:pt x="868" y="1575"/>
                  <a:pt x="870" y="1570"/>
                </a:cubicBezTo>
                <a:cubicBezTo>
                  <a:pt x="873" y="1566"/>
                  <a:pt x="876" y="1562"/>
                  <a:pt x="881" y="1561"/>
                </a:cubicBezTo>
                <a:lnTo>
                  <a:pt x="899" y="1554"/>
                </a:lnTo>
                <a:cubicBezTo>
                  <a:pt x="904" y="1552"/>
                  <a:pt x="908" y="1552"/>
                  <a:pt x="913" y="1554"/>
                </a:cubicBezTo>
                <a:cubicBezTo>
                  <a:pt x="918" y="1556"/>
                  <a:pt x="921" y="1560"/>
                  <a:pt x="923" y="1564"/>
                </a:cubicBezTo>
                <a:cubicBezTo>
                  <a:pt x="925" y="1569"/>
                  <a:pt x="925" y="1574"/>
                  <a:pt x="923" y="1579"/>
                </a:cubicBezTo>
                <a:cubicBezTo>
                  <a:pt x="921" y="1583"/>
                  <a:pt x="917" y="1587"/>
                  <a:pt x="912" y="1589"/>
                </a:cubicBezTo>
                <a:moveTo>
                  <a:pt x="772" y="1639"/>
                </a:moveTo>
                <a:lnTo>
                  <a:pt x="755" y="1644"/>
                </a:lnTo>
                <a:cubicBezTo>
                  <a:pt x="750" y="1646"/>
                  <a:pt x="745" y="1645"/>
                  <a:pt x="741" y="1643"/>
                </a:cubicBezTo>
                <a:cubicBezTo>
                  <a:pt x="736" y="1641"/>
                  <a:pt x="733" y="1637"/>
                  <a:pt x="731" y="1632"/>
                </a:cubicBezTo>
                <a:cubicBezTo>
                  <a:pt x="730" y="1627"/>
                  <a:pt x="730" y="1623"/>
                  <a:pt x="732" y="1618"/>
                </a:cubicBezTo>
                <a:cubicBezTo>
                  <a:pt x="735" y="1613"/>
                  <a:pt x="738" y="1610"/>
                  <a:pt x="743" y="1609"/>
                </a:cubicBezTo>
                <a:lnTo>
                  <a:pt x="761" y="1603"/>
                </a:lnTo>
                <a:cubicBezTo>
                  <a:pt x="766" y="1601"/>
                  <a:pt x="770" y="1602"/>
                  <a:pt x="775" y="1604"/>
                </a:cubicBezTo>
                <a:cubicBezTo>
                  <a:pt x="779" y="1606"/>
                  <a:pt x="783" y="1610"/>
                  <a:pt x="784" y="1615"/>
                </a:cubicBezTo>
                <a:cubicBezTo>
                  <a:pt x="786" y="1620"/>
                  <a:pt x="785" y="1625"/>
                  <a:pt x="783" y="1629"/>
                </a:cubicBezTo>
                <a:cubicBezTo>
                  <a:pt x="781" y="1634"/>
                  <a:pt x="777" y="1637"/>
                  <a:pt x="772" y="1639"/>
                </a:cubicBezTo>
                <a:moveTo>
                  <a:pt x="629" y="1681"/>
                </a:moveTo>
                <a:lnTo>
                  <a:pt x="611" y="1686"/>
                </a:lnTo>
                <a:cubicBezTo>
                  <a:pt x="606" y="1688"/>
                  <a:pt x="601" y="1687"/>
                  <a:pt x="597" y="1685"/>
                </a:cubicBezTo>
                <a:cubicBezTo>
                  <a:pt x="592" y="1682"/>
                  <a:pt x="589" y="1678"/>
                  <a:pt x="588" y="1673"/>
                </a:cubicBezTo>
                <a:cubicBezTo>
                  <a:pt x="587" y="1668"/>
                  <a:pt x="587" y="1664"/>
                  <a:pt x="590" y="1659"/>
                </a:cubicBezTo>
                <a:cubicBezTo>
                  <a:pt x="592" y="1655"/>
                  <a:pt x="596" y="1652"/>
                  <a:pt x="601" y="1650"/>
                </a:cubicBezTo>
                <a:lnTo>
                  <a:pt x="619" y="1645"/>
                </a:lnTo>
                <a:cubicBezTo>
                  <a:pt x="624" y="1644"/>
                  <a:pt x="629" y="1645"/>
                  <a:pt x="634" y="1647"/>
                </a:cubicBezTo>
                <a:cubicBezTo>
                  <a:pt x="638" y="1650"/>
                  <a:pt x="641" y="1654"/>
                  <a:pt x="642" y="1659"/>
                </a:cubicBezTo>
                <a:cubicBezTo>
                  <a:pt x="644" y="1664"/>
                  <a:pt x="643" y="1668"/>
                  <a:pt x="640" y="1673"/>
                </a:cubicBezTo>
                <a:cubicBezTo>
                  <a:pt x="638" y="1677"/>
                  <a:pt x="634" y="1680"/>
                  <a:pt x="629" y="1681"/>
                </a:cubicBezTo>
                <a:moveTo>
                  <a:pt x="479" y="1719"/>
                </a:moveTo>
                <a:lnTo>
                  <a:pt x="461" y="1723"/>
                </a:lnTo>
                <a:cubicBezTo>
                  <a:pt x="456" y="1724"/>
                  <a:pt x="451" y="1723"/>
                  <a:pt x="447" y="1720"/>
                </a:cubicBezTo>
                <a:cubicBezTo>
                  <a:pt x="443" y="1718"/>
                  <a:pt x="440" y="1714"/>
                  <a:pt x="439" y="1709"/>
                </a:cubicBezTo>
                <a:cubicBezTo>
                  <a:pt x="438" y="1704"/>
                  <a:pt x="438" y="1699"/>
                  <a:pt x="441" y="1695"/>
                </a:cubicBezTo>
                <a:cubicBezTo>
                  <a:pt x="444" y="1690"/>
                  <a:pt x="448" y="1688"/>
                  <a:pt x="453" y="1686"/>
                </a:cubicBezTo>
                <a:lnTo>
                  <a:pt x="471" y="1682"/>
                </a:lnTo>
                <a:cubicBezTo>
                  <a:pt x="476" y="1681"/>
                  <a:pt x="481" y="1682"/>
                  <a:pt x="485" y="1685"/>
                </a:cubicBezTo>
                <a:cubicBezTo>
                  <a:pt x="490" y="1688"/>
                  <a:pt x="492" y="1691"/>
                  <a:pt x="493" y="1697"/>
                </a:cubicBezTo>
                <a:cubicBezTo>
                  <a:pt x="495" y="1702"/>
                  <a:pt x="494" y="1706"/>
                  <a:pt x="491" y="1711"/>
                </a:cubicBezTo>
                <a:cubicBezTo>
                  <a:pt x="488" y="1715"/>
                  <a:pt x="484" y="1718"/>
                  <a:pt x="479" y="1719"/>
                </a:cubicBezTo>
                <a:moveTo>
                  <a:pt x="335" y="1748"/>
                </a:moveTo>
                <a:lnTo>
                  <a:pt x="317" y="1751"/>
                </a:lnTo>
                <a:cubicBezTo>
                  <a:pt x="312" y="1752"/>
                  <a:pt x="307" y="1751"/>
                  <a:pt x="303" y="1748"/>
                </a:cubicBezTo>
                <a:cubicBezTo>
                  <a:pt x="299" y="1745"/>
                  <a:pt x="296" y="1741"/>
                  <a:pt x="295" y="1736"/>
                </a:cubicBezTo>
                <a:cubicBezTo>
                  <a:pt x="295" y="1731"/>
                  <a:pt x="296" y="1727"/>
                  <a:pt x="298" y="1722"/>
                </a:cubicBezTo>
                <a:cubicBezTo>
                  <a:pt x="301" y="1718"/>
                  <a:pt x="305" y="1716"/>
                  <a:pt x="310" y="1715"/>
                </a:cubicBezTo>
                <a:lnTo>
                  <a:pt x="329" y="1711"/>
                </a:lnTo>
                <a:cubicBezTo>
                  <a:pt x="334" y="1710"/>
                  <a:pt x="338" y="1711"/>
                  <a:pt x="343" y="1714"/>
                </a:cubicBezTo>
                <a:cubicBezTo>
                  <a:pt x="347" y="1717"/>
                  <a:pt x="349" y="1721"/>
                  <a:pt x="350" y="1726"/>
                </a:cubicBezTo>
                <a:cubicBezTo>
                  <a:pt x="351" y="1731"/>
                  <a:pt x="350" y="1736"/>
                  <a:pt x="347" y="1740"/>
                </a:cubicBezTo>
                <a:cubicBezTo>
                  <a:pt x="344" y="1745"/>
                  <a:pt x="340" y="1747"/>
                  <a:pt x="335" y="1748"/>
                </a:cubicBezTo>
                <a:moveTo>
                  <a:pt x="188" y="1772"/>
                </a:moveTo>
                <a:lnTo>
                  <a:pt x="169" y="1775"/>
                </a:lnTo>
                <a:cubicBezTo>
                  <a:pt x="164" y="1776"/>
                  <a:pt x="159" y="1775"/>
                  <a:pt x="155" y="1772"/>
                </a:cubicBezTo>
                <a:cubicBezTo>
                  <a:pt x="151" y="1769"/>
                  <a:pt x="148" y="1764"/>
                  <a:pt x="148" y="1759"/>
                </a:cubicBezTo>
                <a:cubicBezTo>
                  <a:pt x="147" y="1754"/>
                  <a:pt x="148" y="1750"/>
                  <a:pt x="151" y="1746"/>
                </a:cubicBezTo>
                <a:cubicBezTo>
                  <a:pt x="154" y="1741"/>
                  <a:pt x="158" y="1739"/>
                  <a:pt x="163" y="1738"/>
                </a:cubicBezTo>
                <a:lnTo>
                  <a:pt x="182" y="1736"/>
                </a:lnTo>
                <a:cubicBezTo>
                  <a:pt x="187" y="1735"/>
                  <a:pt x="192" y="1736"/>
                  <a:pt x="196" y="1739"/>
                </a:cubicBezTo>
                <a:cubicBezTo>
                  <a:pt x="200" y="1742"/>
                  <a:pt x="203" y="1746"/>
                  <a:pt x="203" y="1751"/>
                </a:cubicBezTo>
                <a:cubicBezTo>
                  <a:pt x="204" y="1756"/>
                  <a:pt x="203" y="1761"/>
                  <a:pt x="200" y="1765"/>
                </a:cubicBezTo>
                <a:cubicBezTo>
                  <a:pt x="197" y="1769"/>
                  <a:pt x="193" y="1772"/>
                  <a:pt x="188" y="1772"/>
                </a:cubicBezTo>
                <a:moveTo>
                  <a:pt x="34" y="1792"/>
                </a:moveTo>
                <a:lnTo>
                  <a:pt x="20" y="1794"/>
                </a:lnTo>
                <a:cubicBezTo>
                  <a:pt x="15" y="1794"/>
                  <a:pt x="11" y="1793"/>
                  <a:pt x="7" y="1790"/>
                </a:cubicBezTo>
                <a:cubicBezTo>
                  <a:pt x="3" y="1787"/>
                  <a:pt x="0" y="1782"/>
                  <a:pt x="0" y="1777"/>
                </a:cubicBezTo>
                <a:cubicBezTo>
                  <a:pt x="-1" y="1772"/>
                  <a:pt x="0" y="1768"/>
                  <a:pt x="4" y="1764"/>
                </a:cubicBezTo>
                <a:cubicBezTo>
                  <a:pt x="7" y="1760"/>
                  <a:pt x="11" y="1757"/>
                  <a:pt x="16" y="1757"/>
                </a:cubicBezTo>
                <a:lnTo>
                  <a:pt x="30" y="1755"/>
                </a:lnTo>
                <a:cubicBezTo>
                  <a:pt x="35" y="1755"/>
                  <a:pt x="40" y="1756"/>
                  <a:pt x="44" y="1759"/>
                </a:cubicBezTo>
                <a:cubicBezTo>
                  <a:pt x="48" y="1762"/>
                  <a:pt x="50" y="1767"/>
                  <a:pt x="51" y="1772"/>
                </a:cubicBezTo>
                <a:cubicBezTo>
                  <a:pt x="51" y="1777"/>
                  <a:pt x="50" y="1781"/>
                  <a:pt x="47" y="1785"/>
                </a:cubicBezTo>
                <a:cubicBezTo>
                  <a:pt x="44" y="1789"/>
                  <a:pt x="39" y="1792"/>
                  <a:pt x="34" y="1792"/>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4156560" y="4138200"/>
            <a:ext cx="60480" cy="75240"/>
          </a:xfrm>
          <a:custGeom>
            <a:avLst/>
            <a:gdLst/>
            <a:ahLst/>
            <a:rect l="0" t="0" r="r" b="b"/>
            <a:pathLst>
              <a:path fill="none" w="168" h="209">
                <a:moveTo>
                  <a:pt x="168" y="209"/>
                </a:moveTo>
                <a:lnTo>
                  <a:pt x="0" y="122"/>
                </a:lnTo>
                <a:lnTo>
                  <a:pt x="146" y="0"/>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543" name=""/>
          <p:cNvSpPr/>
          <p:nvPr/>
        </p:nvSpPr>
        <p:spPr>
          <a:xfrm>
            <a:off x="2670840" y="3542760"/>
            <a:ext cx="780480" cy="645840"/>
          </a:xfrm>
          <a:custGeom>
            <a:avLst/>
            <a:gdLst/>
            <a:ahLst/>
            <a:rect l="0" t="0" r="r" b="b"/>
            <a:pathLst>
              <a:path w="2168" h="1794">
                <a:moveTo>
                  <a:pt x="2146" y="1794"/>
                </a:moveTo>
                <a:lnTo>
                  <a:pt x="2127" y="1792"/>
                </a:lnTo>
                <a:cubicBezTo>
                  <a:pt x="2122" y="1791"/>
                  <a:pt x="2118" y="1789"/>
                  <a:pt x="2115" y="1785"/>
                </a:cubicBezTo>
                <a:cubicBezTo>
                  <a:pt x="2111" y="1781"/>
                  <a:pt x="2110" y="1776"/>
                  <a:pt x="2111" y="1771"/>
                </a:cubicBezTo>
                <a:cubicBezTo>
                  <a:pt x="2111" y="1766"/>
                  <a:pt x="2113" y="1762"/>
                  <a:pt x="2117" y="1759"/>
                </a:cubicBezTo>
                <a:cubicBezTo>
                  <a:pt x="2121" y="1755"/>
                  <a:pt x="2126" y="1754"/>
                  <a:pt x="2131" y="1755"/>
                </a:cubicBezTo>
                <a:lnTo>
                  <a:pt x="2151" y="1757"/>
                </a:lnTo>
                <a:cubicBezTo>
                  <a:pt x="2156" y="1757"/>
                  <a:pt x="2160" y="1760"/>
                  <a:pt x="2163" y="1764"/>
                </a:cubicBezTo>
                <a:cubicBezTo>
                  <a:pt x="2166" y="1768"/>
                  <a:pt x="2168" y="1772"/>
                  <a:pt x="2167" y="1777"/>
                </a:cubicBezTo>
                <a:cubicBezTo>
                  <a:pt x="2167" y="1782"/>
                  <a:pt x="2164" y="1787"/>
                  <a:pt x="2160" y="1790"/>
                </a:cubicBezTo>
                <a:cubicBezTo>
                  <a:pt x="2156" y="1793"/>
                  <a:pt x="2152" y="1794"/>
                  <a:pt x="2146" y="1794"/>
                </a:cubicBezTo>
                <a:moveTo>
                  <a:pt x="1993" y="1774"/>
                </a:moveTo>
                <a:lnTo>
                  <a:pt x="1974" y="1772"/>
                </a:lnTo>
                <a:cubicBezTo>
                  <a:pt x="1969" y="1771"/>
                  <a:pt x="1965" y="1769"/>
                  <a:pt x="1962" y="1764"/>
                </a:cubicBezTo>
                <a:cubicBezTo>
                  <a:pt x="1959" y="1760"/>
                  <a:pt x="1957" y="1756"/>
                  <a:pt x="1958" y="1751"/>
                </a:cubicBezTo>
                <a:cubicBezTo>
                  <a:pt x="1959" y="1745"/>
                  <a:pt x="1961" y="1741"/>
                  <a:pt x="1965" y="1738"/>
                </a:cubicBezTo>
                <a:cubicBezTo>
                  <a:pt x="1970" y="1735"/>
                  <a:pt x="1974" y="1734"/>
                  <a:pt x="1979" y="1735"/>
                </a:cubicBezTo>
                <a:lnTo>
                  <a:pt x="1998" y="1737"/>
                </a:lnTo>
                <a:cubicBezTo>
                  <a:pt x="2003" y="1738"/>
                  <a:pt x="2007" y="1741"/>
                  <a:pt x="2010" y="1745"/>
                </a:cubicBezTo>
                <a:cubicBezTo>
                  <a:pt x="2013" y="1749"/>
                  <a:pt x="2015" y="1754"/>
                  <a:pt x="2014" y="1759"/>
                </a:cubicBezTo>
                <a:cubicBezTo>
                  <a:pt x="2013" y="1764"/>
                  <a:pt x="2011" y="1768"/>
                  <a:pt x="2007" y="1771"/>
                </a:cubicBezTo>
                <a:cubicBezTo>
                  <a:pt x="2002" y="1774"/>
                  <a:pt x="1998" y="1775"/>
                  <a:pt x="1993" y="1774"/>
                </a:cubicBezTo>
                <a:moveTo>
                  <a:pt x="1844" y="1750"/>
                </a:moveTo>
                <a:lnTo>
                  <a:pt x="1826" y="1747"/>
                </a:lnTo>
                <a:cubicBezTo>
                  <a:pt x="1821" y="1746"/>
                  <a:pt x="1817" y="1744"/>
                  <a:pt x="1814" y="1739"/>
                </a:cubicBezTo>
                <a:cubicBezTo>
                  <a:pt x="1811" y="1735"/>
                  <a:pt x="1810" y="1730"/>
                  <a:pt x="1811" y="1725"/>
                </a:cubicBezTo>
                <a:cubicBezTo>
                  <a:pt x="1812" y="1720"/>
                  <a:pt x="1815" y="1716"/>
                  <a:pt x="1819" y="1713"/>
                </a:cubicBezTo>
                <a:cubicBezTo>
                  <a:pt x="1823" y="1710"/>
                  <a:pt x="1828" y="1709"/>
                  <a:pt x="1833" y="1710"/>
                </a:cubicBezTo>
                <a:lnTo>
                  <a:pt x="1851" y="1714"/>
                </a:lnTo>
                <a:cubicBezTo>
                  <a:pt x="1856" y="1715"/>
                  <a:pt x="1860" y="1717"/>
                  <a:pt x="1863" y="1721"/>
                </a:cubicBezTo>
                <a:cubicBezTo>
                  <a:pt x="1866" y="1726"/>
                  <a:pt x="1867" y="1730"/>
                  <a:pt x="1866" y="1735"/>
                </a:cubicBezTo>
                <a:cubicBezTo>
                  <a:pt x="1865" y="1741"/>
                  <a:pt x="1863" y="1745"/>
                  <a:pt x="1858" y="1747"/>
                </a:cubicBezTo>
                <a:cubicBezTo>
                  <a:pt x="1854" y="1750"/>
                  <a:pt x="1850" y="1751"/>
                  <a:pt x="1844" y="1750"/>
                </a:cubicBezTo>
                <a:moveTo>
                  <a:pt x="1702" y="1722"/>
                </a:moveTo>
                <a:lnTo>
                  <a:pt x="1683" y="1718"/>
                </a:lnTo>
                <a:cubicBezTo>
                  <a:pt x="1678" y="1716"/>
                  <a:pt x="1674" y="1714"/>
                  <a:pt x="1671" y="1709"/>
                </a:cubicBezTo>
                <a:cubicBezTo>
                  <a:pt x="1669" y="1705"/>
                  <a:pt x="1668" y="1700"/>
                  <a:pt x="1669" y="1695"/>
                </a:cubicBezTo>
                <a:cubicBezTo>
                  <a:pt x="1670" y="1690"/>
                  <a:pt x="1673" y="1686"/>
                  <a:pt x="1677" y="1684"/>
                </a:cubicBezTo>
                <a:cubicBezTo>
                  <a:pt x="1682" y="1681"/>
                  <a:pt x="1686" y="1680"/>
                  <a:pt x="1691" y="1681"/>
                </a:cubicBezTo>
                <a:lnTo>
                  <a:pt x="1710" y="1685"/>
                </a:lnTo>
                <a:cubicBezTo>
                  <a:pt x="1715" y="1686"/>
                  <a:pt x="1719" y="1689"/>
                  <a:pt x="1722" y="1694"/>
                </a:cubicBezTo>
                <a:cubicBezTo>
                  <a:pt x="1724" y="1698"/>
                  <a:pt x="1725" y="1703"/>
                  <a:pt x="1724" y="1708"/>
                </a:cubicBezTo>
                <a:cubicBezTo>
                  <a:pt x="1723" y="1713"/>
                  <a:pt x="1720" y="1717"/>
                  <a:pt x="1716" y="1719"/>
                </a:cubicBezTo>
                <a:cubicBezTo>
                  <a:pt x="1712" y="1722"/>
                  <a:pt x="1707" y="1723"/>
                  <a:pt x="1702" y="1722"/>
                </a:cubicBezTo>
                <a:moveTo>
                  <a:pt x="1552" y="1685"/>
                </a:moveTo>
                <a:lnTo>
                  <a:pt x="1534" y="1680"/>
                </a:lnTo>
                <a:cubicBezTo>
                  <a:pt x="1529" y="1679"/>
                  <a:pt x="1525" y="1676"/>
                  <a:pt x="1522" y="1671"/>
                </a:cubicBezTo>
                <a:cubicBezTo>
                  <a:pt x="1520" y="1667"/>
                  <a:pt x="1519" y="1662"/>
                  <a:pt x="1520" y="1657"/>
                </a:cubicBezTo>
                <a:cubicBezTo>
                  <a:pt x="1522" y="1652"/>
                  <a:pt x="1525" y="1648"/>
                  <a:pt x="1529" y="1646"/>
                </a:cubicBezTo>
                <a:cubicBezTo>
                  <a:pt x="1534" y="1643"/>
                  <a:pt x="1538" y="1643"/>
                  <a:pt x="1543" y="1644"/>
                </a:cubicBezTo>
                <a:lnTo>
                  <a:pt x="1562" y="1649"/>
                </a:lnTo>
                <a:cubicBezTo>
                  <a:pt x="1567" y="1650"/>
                  <a:pt x="1570" y="1653"/>
                  <a:pt x="1573" y="1658"/>
                </a:cubicBezTo>
                <a:cubicBezTo>
                  <a:pt x="1575" y="1662"/>
                  <a:pt x="1576" y="1667"/>
                  <a:pt x="1575" y="1672"/>
                </a:cubicBezTo>
                <a:cubicBezTo>
                  <a:pt x="1573" y="1677"/>
                  <a:pt x="1570" y="1681"/>
                  <a:pt x="1566" y="1683"/>
                </a:cubicBezTo>
                <a:cubicBezTo>
                  <a:pt x="1561" y="1686"/>
                  <a:pt x="1557" y="1686"/>
                  <a:pt x="1552" y="1685"/>
                </a:cubicBezTo>
                <a:moveTo>
                  <a:pt x="1408" y="1643"/>
                </a:moveTo>
                <a:lnTo>
                  <a:pt x="1391" y="1637"/>
                </a:lnTo>
                <a:cubicBezTo>
                  <a:pt x="1386" y="1635"/>
                  <a:pt x="1382" y="1632"/>
                  <a:pt x="1380" y="1628"/>
                </a:cubicBezTo>
                <a:cubicBezTo>
                  <a:pt x="1377" y="1623"/>
                  <a:pt x="1377" y="1618"/>
                  <a:pt x="1379" y="1613"/>
                </a:cubicBezTo>
                <a:cubicBezTo>
                  <a:pt x="1380" y="1608"/>
                  <a:pt x="1383" y="1605"/>
                  <a:pt x="1388" y="1603"/>
                </a:cubicBezTo>
                <a:cubicBezTo>
                  <a:pt x="1393" y="1600"/>
                  <a:pt x="1397" y="1600"/>
                  <a:pt x="1402" y="1601"/>
                </a:cubicBezTo>
                <a:lnTo>
                  <a:pt x="1420" y="1607"/>
                </a:lnTo>
                <a:cubicBezTo>
                  <a:pt x="1425" y="1609"/>
                  <a:pt x="1428" y="1612"/>
                  <a:pt x="1430" y="1616"/>
                </a:cubicBezTo>
                <a:cubicBezTo>
                  <a:pt x="1433" y="1621"/>
                  <a:pt x="1433" y="1626"/>
                  <a:pt x="1432" y="1631"/>
                </a:cubicBezTo>
                <a:cubicBezTo>
                  <a:pt x="1430" y="1636"/>
                  <a:pt x="1427" y="1639"/>
                  <a:pt x="1422" y="1641"/>
                </a:cubicBezTo>
                <a:cubicBezTo>
                  <a:pt x="1418" y="1644"/>
                  <a:pt x="1413" y="1644"/>
                  <a:pt x="1408" y="1643"/>
                </a:cubicBezTo>
                <a:moveTo>
                  <a:pt x="1268" y="1593"/>
                </a:moveTo>
                <a:lnTo>
                  <a:pt x="1250" y="1587"/>
                </a:lnTo>
                <a:cubicBezTo>
                  <a:pt x="1246" y="1585"/>
                  <a:pt x="1242" y="1581"/>
                  <a:pt x="1240" y="1577"/>
                </a:cubicBezTo>
                <a:cubicBezTo>
                  <a:pt x="1238" y="1572"/>
                  <a:pt x="1238" y="1567"/>
                  <a:pt x="1240" y="1562"/>
                </a:cubicBezTo>
                <a:cubicBezTo>
                  <a:pt x="1242" y="1558"/>
                  <a:pt x="1245" y="1554"/>
                  <a:pt x="1250" y="1552"/>
                </a:cubicBezTo>
                <a:cubicBezTo>
                  <a:pt x="1254" y="1550"/>
                  <a:pt x="1259" y="1550"/>
                  <a:pt x="1264" y="1552"/>
                </a:cubicBezTo>
                <a:lnTo>
                  <a:pt x="1282" y="1559"/>
                </a:lnTo>
                <a:cubicBezTo>
                  <a:pt x="1287" y="1560"/>
                  <a:pt x="1290" y="1564"/>
                  <a:pt x="1292" y="1568"/>
                </a:cubicBezTo>
                <a:cubicBezTo>
                  <a:pt x="1294" y="1573"/>
                  <a:pt x="1294" y="1578"/>
                  <a:pt x="1293" y="1583"/>
                </a:cubicBezTo>
                <a:cubicBezTo>
                  <a:pt x="1291" y="1588"/>
                  <a:pt x="1287" y="1591"/>
                  <a:pt x="1283" y="1593"/>
                </a:cubicBezTo>
                <a:cubicBezTo>
                  <a:pt x="1278" y="1595"/>
                  <a:pt x="1273" y="1595"/>
                  <a:pt x="1268" y="1593"/>
                </a:cubicBezTo>
                <a:moveTo>
                  <a:pt x="1127" y="1535"/>
                </a:moveTo>
                <a:lnTo>
                  <a:pt x="1110" y="1527"/>
                </a:lnTo>
                <a:cubicBezTo>
                  <a:pt x="1105" y="1525"/>
                  <a:pt x="1102" y="1521"/>
                  <a:pt x="1100" y="1516"/>
                </a:cubicBezTo>
                <a:cubicBezTo>
                  <a:pt x="1099" y="1511"/>
                  <a:pt x="1099" y="1507"/>
                  <a:pt x="1101" y="1502"/>
                </a:cubicBezTo>
                <a:cubicBezTo>
                  <a:pt x="1103" y="1497"/>
                  <a:pt x="1107" y="1494"/>
                  <a:pt x="1111" y="1492"/>
                </a:cubicBezTo>
                <a:cubicBezTo>
                  <a:pt x="1116" y="1491"/>
                  <a:pt x="1121" y="1491"/>
                  <a:pt x="1126" y="1493"/>
                </a:cubicBezTo>
                <a:lnTo>
                  <a:pt x="1143" y="1501"/>
                </a:lnTo>
                <a:cubicBezTo>
                  <a:pt x="1147" y="1503"/>
                  <a:pt x="1151" y="1506"/>
                  <a:pt x="1152" y="1511"/>
                </a:cubicBezTo>
                <a:cubicBezTo>
                  <a:pt x="1154" y="1516"/>
                  <a:pt x="1154" y="1521"/>
                  <a:pt x="1152" y="1525"/>
                </a:cubicBezTo>
                <a:cubicBezTo>
                  <a:pt x="1150" y="1530"/>
                  <a:pt x="1146" y="1533"/>
                  <a:pt x="1141" y="1535"/>
                </a:cubicBezTo>
                <a:cubicBezTo>
                  <a:pt x="1137" y="1537"/>
                  <a:pt x="1132" y="1537"/>
                  <a:pt x="1127" y="1535"/>
                </a:cubicBezTo>
                <a:moveTo>
                  <a:pt x="994" y="1469"/>
                </a:moveTo>
                <a:cubicBezTo>
                  <a:pt x="989" y="1466"/>
                  <a:pt x="983" y="1463"/>
                  <a:pt x="978" y="1460"/>
                </a:cubicBezTo>
                <a:cubicBezTo>
                  <a:pt x="973" y="1458"/>
                  <a:pt x="970" y="1454"/>
                  <a:pt x="969" y="1449"/>
                </a:cubicBezTo>
                <a:cubicBezTo>
                  <a:pt x="967" y="1444"/>
                  <a:pt x="968" y="1440"/>
                  <a:pt x="970" y="1435"/>
                </a:cubicBezTo>
                <a:cubicBezTo>
                  <a:pt x="973" y="1430"/>
                  <a:pt x="976" y="1427"/>
                  <a:pt x="981" y="1426"/>
                </a:cubicBezTo>
                <a:cubicBezTo>
                  <a:pt x="986" y="1425"/>
                  <a:pt x="991" y="1425"/>
                  <a:pt x="996" y="1428"/>
                </a:cubicBezTo>
                <a:cubicBezTo>
                  <a:pt x="1001" y="1430"/>
                  <a:pt x="1006" y="1433"/>
                  <a:pt x="1011" y="1436"/>
                </a:cubicBezTo>
                <a:cubicBezTo>
                  <a:pt x="1016" y="1438"/>
                  <a:pt x="1019" y="1442"/>
                  <a:pt x="1021" y="1447"/>
                </a:cubicBezTo>
                <a:cubicBezTo>
                  <a:pt x="1022" y="1452"/>
                  <a:pt x="1022" y="1457"/>
                  <a:pt x="1019" y="1461"/>
                </a:cubicBezTo>
                <a:cubicBezTo>
                  <a:pt x="1017" y="1466"/>
                  <a:pt x="1013" y="1469"/>
                  <a:pt x="1008" y="1470"/>
                </a:cubicBezTo>
                <a:cubicBezTo>
                  <a:pt x="1003" y="1472"/>
                  <a:pt x="998" y="1471"/>
                  <a:pt x="994" y="1469"/>
                </a:cubicBezTo>
                <a:moveTo>
                  <a:pt x="863" y="1393"/>
                </a:moveTo>
                <a:cubicBezTo>
                  <a:pt x="857" y="1390"/>
                  <a:pt x="852" y="1386"/>
                  <a:pt x="847" y="1383"/>
                </a:cubicBezTo>
                <a:cubicBezTo>
                  <a:pt x="842" y="1380"/>
                  <a:pt x="840" y="1376"/>
                  <a:pt x="839" y="1371"/>
                </a:cubicBezTo>
                <a:cubicBezTo>
                  <a:pt x="837" y="1366"/>
                  <a:pt x="838" y="1361"/>
                  <a:pt x="841" y="1357"/>
                </a:cubicBezTo>
                <a:cubicBezTo>
                  <a:pt x="844" y="1353"/>
                  <a:pt x="848" y="1350"/>
                  <a:pt x="853" y="1349"/>
                </a:cubicBezTo>
                <a:cubicBezTo>
                  <a:pt x="858" y="1348"/>
                  <a:pt x="863" y="1349"/>
                  <a:pt x="867" y="1351"/>
                </a:cubicBezTo>
                <a:cubicBezTo>
                  <a:pt x="872" y="1355"/>
                  <a:pt x="877" y="1358"/>
                  <a:pt x="883" y="1361"/>
                </a:cubicBezTo>
                <a:cubicBezTo>
                  <a:pt x="887" y="1364"/>
                  <a:pt x="890" y="1368"/>
                  <a:pt x="891" y="1373"/>
                </a:cubicBezTo>
                <a:cubicBezTo>
                  <a:pt x="892" y="1378"/>
                  <a:pt x="891" y="1383"/>
                  <a:pt x="889" y="1387"/>
                </a:cubicBezTo>
                <a:cubicBezTo>
                  <a:pt x="886" y="1392"/>
                  <a:pt x="882" y="1394"/>
                  <a:pt x="877" y="1395"/>
                </a:cubicBezTo>
                <a:cubicBezTo>
                  <a:pt x="872" y="1397"/>
                  <a:pt x="867" y="1396"/>
                  <a:pt x="863" y="1393"/>
                </a:cubicBezTo>
                <a:moveTo>
                  <a:pt x="738" y="1308"/>
                </a:moveTo>
                <a:cubicBezTo>
                  <a:pt x="733" y="1304"/>
                  <a:pt x="728" y="1301"/>
                  <a:pt x="723" y="1297"/>
                </a:cubicBezTo>
                <a:cubicBezTo>
                  <a:pt x="719" y="1294"/>
                  <a:pt x="717" y="1290"/>
                  <a:pt x="716" y="1285"/>
                </a:cubicBezTo>
                <a:cubicBezTo>
                  <a:pt x="715" y="1279"/>
                  <a:pt x="717" y="1275"/>
                  <a:pt x="720" y="1271"/>
                </a:cubicBezTo>
                <a:cubicBezTo>
                  <a:pt x="723" y="1267"/>
                  <a:pt x="727" y="1264"/>
                  <a:pt x="732" y="1263"/>
                </a:cubicBezTo>
                <a:cubicBezTo>
                  <a:pt x="737" y="1263"/>
                  <a:pt x="742" y="1264"/>
                  <a:pt x="746" y="1267"/>
                </a:cubicBezTo>
                <a:cubicBezTo>
                  <a:pt x="751" y="1271"/>
                  <a:pt x="756" y="1274"/>
                  <a:pt x="760" y="1278"/>
                </a:cubicBezTo>
                <a:cubicBezTo>
                  <a:pt x="765" y="1281"/>
                  <a:pt x="767" y="1285"/>
                  <a:pt x="768" y="1290"/>
                </a:cubicBezTo>
                <a:cubicBezTo>
                  <a:pt x="769" y="1295"/>
                  <a:pt x="767" y="1300"/>
                  <a:pt x="764" y="1304"/>
                </a:cubicBezTo>
                <a:cubicBezTo>
                  <a:pt x="761" y="1308"/>
                  <a:pt x="757" y="1311"/>
                  <a:pt x="752" y="1312"/>
                </a:cubicBezTo>
                <a:cubicBezTo>
                  <a:pt x="747" y="1312"/>
                  <a:pt x="742" y="1311"/>
                  <a:pt x="738" y="1308"/>
                </a:cubicBezTo>
                <a:moveTo>
                  <a:pt x="622" y="1214"/>
                </a:moveTo>
                <a:cubicBezTo>
                  <a:pt x="617" y="1210"/>
                  <a:pt x="612" y="1206"/>
                  <a:pt x="607" y="1202"/>
                </a:cubicBezTo>
                <a:cubicBezTo>
                  <a:pt x="603" y="1198"/>
                  <a:pt x="601" y="1194"/>
                  <a:pt x="601" y="1189"/>
                </a:cubicBezTo>
                <a:cubicBezTo>
                  <a:pt x="601" y="1184"/>
                  <a:pt x="602" y="1179"/>
                  <a:pt x="606" y="1175"/>
                </a:cubicBezTo>
                <a:cubicBezTo>
                  <a:pt x="609" y="1171"/>
                  <a:pt x="614" y="1169"/>
                  <a:pt x="619" y="1169"/>
                </a:cubicBezTo>
                <a:cubicBezTo>
                  <a:pt x="624" y="1169"/>
                  <a:pt x="628" y="1170"/>
                  <a:pt x="632" y="1174"/>
                </a:cubicBezTo>
                <a:cubicBezTo>
                  <a:pt x="637" y="1178"/>
                  <a:pt x="641" y="1182"/>
                  <a:pt x="646" y="1186"/>
                </a:cubicBezTo>
                <a:cubicBezTo>
                  <a:pt x="650" y="1189"/>
                  <a:pt x="652" y="1194"/>
                  <a:pt x="652" y="1199"/>
                </a:cubicBezTo>
                <a:cubicBezTo>
                  <a:pt x="653" y="1204"/>
                  <a:pt x="651" y="1208"/>
                  <a:pt x="648" y="1212"/>
                </a:cubicBezTo>
                <a:cubicBezTo>
                  <a:pt x="645" y="1216"/>
                  <a:pt x="640" y="1218"/>
                  <a:pt x="635" y="1219"/>
                </a:cubicBezTo>
                <a:cubicBezTo>
                  <a:pt x="630" y="1219"/>
                  <a:pt x="625" y="1218"/>
                  <a:pt x="622" y="1214"/>
                </a:cubicBezTo>
                <a:moveTo>
                  <a:pt x="512" y="1110"/>
                </a:moveTo>
                <a:cubicBezTo>
                  <a:pt x="507" y="1105"/>
                  <a:pt x="503" y="1101"/>
                  <a:pt x="499" y="1096"/>
                </a:cubicBezTo>
                <a:cubicBezTo>
                  <a:pt x="495" y="1092"/>
                  <a:pt x="494" y="1088"/>
                  <a:pt x="494" y="1083"/>
                </a:cubicBezTo>
                <a:cubicBezTo>
                  <a:pt x="494" y="1078"/>
                  <a:pt x="496" y="1073"/>
                  <a:pt x="500" y="1070"/>
                </a:cubicBezTo>
                <a:cubicBezTo>
                  <a:pt x="503" y="1066"/>
                  <a:pt x="508" y="1064"/>
                  <a:pt x="513" y="1065"/>
                </a:cubicBezTo>
                <a:cubicBezTo>
                  <a:pt x="518" y="1065"/>
                  <a:pt x="522" y="1067"/>
                  <a:pt x="526" y="1070"/>
                </a:cubicBezTo>
                <a:cubicBezTo>
                  <a:pt x="530" y="1075"/>
                  <a:pt x="534" y="1079"/>
                  <a:pt x="539" y="1084"/>
                </a:cubicBezTo>
                <a:cubicBezTo>
                  <a:pt x="542" y="1088"/>
                  <a:pt x="544" y="1092"/>
                  <a:pt x="544" y="1097"/>
                </a:cubicBezTo>
                <a:cubicBezTo>
                  <a:pt x="544" y="1102"/>
                  <a:pt x="542" y="1107"/>
                  <a:pt x="538" y="1110"/>
                </a:cubicBezTo>
                <a:cubicBezTo>
                  <a:pt x="535" y="1114"/>
                  <a:pt x="530" y="1116"/>
                  <a:pt x="525" y="1115"/>
                </a:cubicBezTo>
                <a:cubicBezTo>
                  <a:pt x="520" y="1115"/>
                  <a:pt x="515" y="1113"/>
                  <a:pt x="512" y="1110"/>
                </a:cubicBezTo>
                <a:moveTo>
                  <a:pt x="412" y="997"/>
                </a:moveTo>
                <a:cubicBezTo>
                  <a:pt x="408" y="992"/>
                  <a:pt x="404" y="987"/>
                  <a:pt x="400" y="982"/>
                </a:cubicBezTo>
                <a:cubicBezTo>
                  <a:pt x="397" y="978"/>
                  <a:pt x="396" y="974"/>
                  <a:pt x="396" y="969"/>
                </a:cubicBezTo>
                <a:cubicBezTo>
                  <a:pt x="397" y="964"/>
                  <a:pt x="399" y="959"/>
                  <a:pt x="403" y="956"/>
                </a:cubicBezTo>
                <a:cubicBezTo>
                  <a:pt x="407" y="953"/>
                  <a:pt x="412" y="952"/>
                  <a:pt x="417" y="952"/>
                </a:cubicBezTo>
                <a:cubicBezTo>
                  <a:pt x="422" y="953"/>
                  <a:pt x="426" y="955"/>
                  <a:pt x="430" y="959"/>
                </a:cubicBezTo>
                <a:cubicBezTo>
                  <a:pt x="433" y="964"/>
                  <a:pt x="437" y="969"/>
                  <a:pt x="441" y="974"/>
                </a:cubicBezTo>
                <a:cubicBezTo>
                  <a:pt x="444" y="978"/>
                  <a:pt x="446" y="982"/>
                  <a:pt x="445" y="987"/>
                </a:cubicBezTo>
                <a:cubicBezTo>
                  <a:pt x="445" y="992"/>
                  <a:pt x="442" y="997"/>
                  <a:pt x="438" y="1000"/>
                </a:cubicBezTo>
                <a:cubicBezTo>
                  <a:pt x="434" y="1003"/>
                  <a:pt x="430" y="1004"/>
                  <a:pt x="425" y="1004"/>
                </a:cubicBezTo>
                <a:cubicBezTo>
                  <a:pt x="420" y="1003"/>
                  <a:pt x="415" y="1001"/>
                  <a:pt x="412" y="997"/>
                </a:cubicBezTo>
                <a:moveTo>
                  <a:pt x="322" y="876"/>
                </a:moveTo>
                <a:cubicBezTo>
                  <a:pt x="319" y="871"/>
                  <a:pt x="315" y="866"/>
                  <a:pt x="312" y="861"/>
                </a:cubicBezTo>
                <a:cubicBezTo>
                  <a:pt x="309" y="856"/>
                  <a:pt x="308" y="852"/>
                  <a:pt x="309" y="847"/>
                </a:cubicBezTo>
                <a:cubicBezTo>
                  <a:pt x="310" y="842"/>
                  <a:pt x="313" y="838"/>
                  <a:pt x="317" y="835"/>
                </a:cubicBezTo>
                <a:cubicBezTo>
                  <a:pt x="321" y="832"/>
                  <a:pt x="326" y="831"/>
                  <a:pt x="331" y="832"/>
                </a:cubicBezTo>
                <a:cubicBezTo>
                  <a:pt x="336" y="833"/>
                  <a:pt x="340" y="836"/>
                  <a:pt x="343" y="840"/>
                </a:cubicBezTo>
                <a:cubicBezTo>
                  <a:pt x="346" y="845"/>
                  <a:pt x="350" y="850"/>
                  <a:pt x="353" y="855"/>
                </a:cubicBezTo>
                <a:cubicBezTo>
                  <a:pt x="356" y="860"/>
                  <a:pt x="357" y="864"/>
                  <a:pt x="356" y="869"/>
                </a:cubicBezTo>
                <a:cubicBezTo>
                  <a:pt x="355" y="874"/>
                  <a:pt x="353" y="878"/>
                  <a:pt x="348" y="881"/>
                </a:cubicBezTo>
                <a:cubicBezTo>
                  <a:pt x="344" y="884"/>
                  <a:pt x="339" y="885"/>
                  <a:pt x="334" y="884"/>
                </a:cubicBezTo>
                <a:cubicBezTo>
                  <a:pt x="329" y="883"/>
                  <a:pt x="325" y="881"/>
                  <a:pt x="322" y="876"/>
                </a:cubicBezTo>
                <a:moveTo>
                  <a:pt x="243" y="747"/>
                </a:moveTo>
                <a:cubicBezTo>
                  <a:pt x="240" y="742"/>
                  <a:pt x="236" y="736"/>
                  <a:pt x="233" y="731"/>
                </a:cubicBezTo>
                <a:cubicBezTo>
                  <a:pt x="231" y="726"/>
                  <a:pt x="230" y="721"/>
                  <a:pt x="232" y="716"/>
                </a:cubicBezTo>
                <a:cubicBezTo>
                  <a:pt x="233" y="711"/>
                  <a:pt x="236" y="708"/>
                  <a:pt x="241" y="705"/>
                </a:cubicBezTo>
                <a:cubicBezTo>
                  <a:pt x="245" y="703"/>
                  <a:pt x="250" y="702"/>
                  <a:pt x="255" y="704"/>
                </a:cubicBezTo>
                <a:cubicBezTo>
                  <a:pt x="260" y="705"/>
                  <a:pt x="264" y="708"/>
                  <a:pt x="266" y="713"/>
                </a:cubicBezTo>
                <a:cubicBezTo>
                  <a:pt x="269" y="718"/>
                  <a:pt x="272" y="724"/>
                  <a:pt x="275" y="729"/>
                </a:cubicBezTo>
                <a:cubicBezTo>
                  <a:pt x="278" y="733"/>
                  <a:pt x="278" y="738"/>
                  <a:pt x="277" y="743"/>
                </a:cubicBezTo>
                <a:cubicBezTo>
                  <a:pt x="275" y="748"/>
                  <a:pt x="273" y="752"/>
                  <a:pt x="268" y="754"/>
                </a:cubicBezTo>
                <a:cubicBezTo>
                  <a:pt x="264" y="757"/>
                  <a:pt x="259" y="758"/>
                  <a:pt x="254" y="756"/>
                </a:cubicBezTo>
                <a:cubicBezTo>
                  <a:pt x="249" y="755"/>
                  <a:pt x="245" y="752"/>
                  <a:pt x="243" y="747"/>
                </a:cubicBezTo>
                <a:moveTo>
                  <a:pt x="175" y="614"/>
                </a:moveTo>
                <a:cubicBezTo>
                  <a:pt x="172" y="608"/>
                  <a:pt x="170" y="603"/>
                  <a:pt x="167" y="597"/>
                </a:cubicBezTo>
                <a:cubicBezTo>
                  <a:pt x="165" y="592"/>
                  <a:pt x="165" y="588"/>
                  <a:pt x="167" y="583"/>
                </a:cubicBezTo>
                <a:cubicBezTo>
                  <a:pt x="168" y="578"/>
                  <a:pt x="172" y="574"/>
                  <a:pt x="176" y="572"/>
                </a:cubicBezTo>
                <a:cubicBezTo>
                  <a:pt x="181" y="570"/>
                  <a:pt x="186" y="570"/>
                  <a:pt x="191" y="572"/>
                </a:cubicBezTo>
                <a:cubicBezTo>
                  <a:pt x="196" y="574"/>
                  <a:pt x="199" y="577"/>
                  <a:pt x="201" y="582"/>
                </a:cubicBezTo>
                <a:cubicBezTo>
                  <a:pt x="204" y="587"/>
                  <a:pt x="206" y="593"/>
                  <a:pt x="209" y="598"/>
                </a:cubicBezTo>
                <a:cubicBezTo>
                  <a:pt x="211" y="603"/>
                  <a:pt x="211" y="608"/>
                  <a:pt x="209" y="613"/>
                </a:cubicBezTo>
                <a:cubicBezTo>
                  <a:pt x="207" y="618"/>
                  <a:pt x="204" y="621"/>
                  <a:pt x="200" y="623"/>
                </a:cubicBezTo>
                <a:cubicBezTo>
                  <a:pt x="195" y="625"/>
                  <a:pt x="190" y="626"/>
                  <a:pt x="185" y="624"/>
                </a:cubicBezTo>
                <a:cubicBezTo>
                  <a:pt x="180" y="622"/>
                  <a:pt x="177" y="619"/>
                  <a:pt x="175" y="614"/>
                </a:cubicBezTo>
                <a:moveTo>
                  <a:pt x="116" y="474"/>
                </a:moveTo>
                <a:cubicBezTo>
                  <a:pt x="114" y="468"/>
                  <a:pt x="111" y="462"/>
                  <a:pt x="109" y="456"/>
                </a:cubicBezTo>
                <a:cubicBezTo>
                  <a:pt x="108" y="452"/>
                  <a:pt x="108" y="447"/>
                  <a:pt x="110" y="442"/>
                </a:cubicBezTo>
                <a:cubicBezTo>
                  <a:pt x="112" y="437"/>
                  <a:pt x="116" y="434"/>
                  <a:pt x="121" y="432"/>
                </a:cubicBezTo>
                <a:cubicBezTo>
                  <a:pt x="125" y="431"/>
                  <a:pt x="130" y="431"/>
                  <a:pt x="135" y="433"/>
                </a:cubicBezTo>
                <a:cubicBezTo>
                  <a:pt x="139" y="435"/>
                  <a:pt x="143" y="439"/>
                  <a:pt x="144" y="444"/>
                </a:cubicBezTo>
                <a:cubicBezTo>
                  <a:pt x="147" y="450"/>
                  <a:pt x="149" y="455"/>
                  <a:pt x="151" y="461"/>
                </a:cubicBezTo>
                <a:cubicBezTo>
                  <a:pt x="153" y="466"/>
                  <a:pt x="153" y="471"/>
                  <a:pt x="150" y="476"/>
                </a:cubicBezTo>
                <a:cubicBezTo>
                  <a:pt x="148" y="480"/>
                  <a:pt x="145" y="484"/>
                  <a:pt x="140" y="485"/>
                </a:cubicBezTo>
                <a:cubicBezTo>
                  <a:pt x="135" y="487"/>
                  <a:pt x="130" y="487"/>
                  <a:pt x="126" y="485"/>
                </a:cubicBezTo>
                <a:cubicBezTo>
                  <a:pt x="121" y="483"/>
                  <a:pt x="118" y="479"/>
                  <a:pt x="116" y="474"/>
                </a:cubicBezTo>
                <a:moveTo>
                  <a:pt x="69" y="331"/>
                </a:moveTo>
                <a:lnTo>
                  <a:pt x="63" y="314"/>
                </a:lnTo>
                <a:cubicBezTo>
                  <a:pt x="62" y="309"/>
                  <a:pt x="63" y="304"/>
                  <a:pt x="65" y="299"/>
                </a:cubicBezTo>
                <a:cubicBezTo>
                  <a:pt x="68" y="295"/>
                  <a:pt x="71" y="292"/>
                  <a:pt x="76" y="290"/>
                </a:cubicBezTo>
                <a:cubicBezTo>
                  <a:pt x="81" y="289"/>
                  <a:pt x="86" y="290"/>
                  <a:pt x="90" y="292"/>
                </a:cubicBezTo>
                <a:cubicBezTo>
                  <a:pt x="95" y="295"/>
                  <a:pt x="98" y="298"/>
                  <a:pt x="99" y="303"/>
                </a:cubicBezTo>
                <a:lnTo>
                  <a:pt x="104" y="321"/>
                </a:lnTo>
                <a:cubicBezTo>
                  <a:pt x="106" y="326"/>
                  <a:pt x="105" y="331"/>
                  <a:pt x="103" y="335"/>
                </a:cubicBezTo>
                <a:cubicBezTo>
                  <a:pt x="100" y="340"/>
                  <a:pt x="97" y="343"/>
                  <a:pt x="92" y="344"/>
                </a:cubicBezTo>
                <a:cubicBezTo>
                  <a:pt x="87" y="345"/>
                  <a:pt x="82" y="345"/>
                  <a:pt x="77" y="342"/>
                </a:cubicBezTo>
                <a:cubicBezTo>
                  <a:pt x="73" y="340"/>
                  <a:pt x="70" y="336"/>
                  <a:pt x="69" y="331"/>
                </a:cubicBezTo>
                <a:moveTo>
                  <a:pt x="31" y="187"/>
                </a:moveTo>
                <a:lnTo>
                  <a:pt x="27" y="168"/>
                </a:lnTo>
                <a:cubicBezTo>
                  <a:pt x="26" y="163"/>
                  <a:pt x="27" y="159"/>
                  <a:pt x="30" y="154"/>
                </a:cubicBezTo>
                <a:cubicBezTo>
                  <a:pt x="33" y="150"/>
                  <a:pt x="36" y="147"/>
                  <a:pt x="41" y="146"/>
                </a:cubicBezTo>
                <a:cubicBezTo>
                  <a:pt x="46" y="145"/>
                  <a:pt x="51" y="146"/>
                  <a:pt x="56" y="149"/>
                </a:cubicBezTo>
                <a:cubicBezTo>
                  <a:pt x="60" y="151"/>
                  <a:pt x="63" y="155"/>
                  <a:pt x="64" y="160"/>
                </a:cubicBezTo>
                <a:lnTo>
                  <a:pt x="68" y="179"/>
                </a:lnTo>
                <a:cubicBezTo>
                  <a:pt x="69" y="184"/>
                  <a:pt x="68" y="188"/>
                  <a:pt x="65" y="193"/>
                </a:cubicBezTo>
                <a:cubicBezTo>
                  <a:pt x="62" y="197"/>
                  <a:pt x="59" y="200"/>
                  <a:pt x="54" y="201"/>
                </a:cubicBezTo>
                <a:cubicBezTo>
                  <a:pt x="49" y="202"/>
                  <a:pt x="44" y="201"/>
                  <a:pt x="39" y="198"/>
                </a:cubicBezTo>
                <a:cubicBezTo>
                  <a:pt x="35" y="196"/>
                  <a:pt x="32" y="192"/>
                  <a:pt x="31" y="187"/>
                </a:cubicBezTo>
                <a:moveTo>
                  <a:pt x="2" y="36"/>
                </a:moveTo>
                <a:lnTo>
                  <a:pt x="0" y="22"/>
                </a:lnTo>
                <a:cubicBezTo>
                  <a:pt x="-1" y="16"/>
                  <a:pt x="0" y="11"/>
                  <a:pt x="3" y="7"/>
                </a:cubicBezTo>
                <a:cubicBezTo>
                  <a:pt x="6" y="3"/>
                  <a:pt x="10" y="0"/>
                  <a:pt x="16" y="0"/>
                </a:cubicBezTo>
                <a:cubicBezTo>
                  <a:pt x="21" y="-1"/>
                  <a:pt x="25" y="0"/>
                  <a:pt x="29" y="3"/>
                </a:cubicBezTo>
                <a:cubicBezTo>
                  <a:pt x="34" y="6"/>
                  <a:pt x="36" y="10"/>
                  <a:pt x="37" y="15"/>
                </a:cubicBezTo>
                <a:lnTo>
                  <a:pt x="39" y="30"/>
                </a:lnTo>
                <a:cubicBezTo>
                  <a:pt x="40" y="35"/>
                  <a:pt x="39" y="40"/>
                  <a:pt x="36" y="44"/>
                </a:cubicBezTo>
                <a:cubicBezTo>
                  <a:pt x="33" y="48"/>
                  <a:pt x="29" y="50"/>
                  <a:pt x="24" y="51"/>
                </a:cubicBezTo>
                <a:cubicBezTo>
                  <a:pt x="19" y="52"/>
                  <a:pt x="14" y="51"/>
                  <a:pt x="10" y="48"/>
                </a:cubicBezTo>
                <a:cubicBezTo>
                  <a:pt x="6" y="45"/>
                  <a:pt x="3" y="41"/>
                  <a:pt x="2" y="3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2648880" y="3549600"/>
            <a:ext cx="74880" cy="61920"/>
          </a:xfrm>
          <a:custGeom>
            <a:avLst/>
            <a:gdLst/>
            <a:ahLst/>
            <a:rect l="0" t="0" r="r" b="b"/>
            <a:pathLst>
              <a:path fill="none" w="208" h="172">
                <a:moveTo>
                  <a:pt x="0" y="172"/>
                </a:moveTo>
                <a:lnTo>
                  <a:pt x="79" y="0"/>
                </a:lnTo>
                <a:lnTo>
                  <a:pt x="208" y="139"/>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545" name=""/>
          <p:cNvSpPr/>
          <p:nvPr/>
        </p:nvSpPr>
        <p:spPr>
          <a:xfrm>
            <a:off x="2670840" y="2332080"/>
            <a:ext cx="780480" cy="646200"/>
          </a:xfrm>
          <a:custGeom>
            <a:avLst/>
            <a:gdLst/>
            <a:ahLst/>
            <a:rect l="0" t="0" r="r" b="b"/>
            <a:pathLst>
              <a:path w="2168" h="1795">
                <a:moveTo>
                  <a:pt x="0" y="1773"/>
                </a:moveTo>
                <a:lnTo>
                  <a:pt x="3" y="1754"/>
                </a:lnTo>
                <a:cubicBezTo>
                  <a:pt x="4" y="1749"/>
                  <a:pt x="6" y="1745"/>
                  <a:pt x="11" y="1742"/>
                </a:cubicBezTo>
                <a:cubicBezTo>
                  <a:pt x="15" y="1739"/>
                  <a:pt x="19" y="1738"/>
                  <a:pt x="25" y="1739"/>
                </a:cubicBezTo>
                <a:cubicBezTo>
                  <a:pt x="30" y="1739"/>
                  <a:pt x="34" y="1742"/>
                  <a:pt x="37" y="1746"/>
                </a:cubicBezTo>
                <a:cubicBezTo>
                  <a:pt x="40" y="1750"/>
                  <a:pt x="41" y="1755"/>
                  <a:pt x="40" y="1760"/>
                </a:cubicBezTo>
                <a:lnTo>
                  <a:pt x="37" y="1779"/>
                </a:lnTo>
                <a:cubicBezTo>
                  <a:pt x="36" y="1784"/>
                  <a:pt x="34" y="1788"/>
                  <a:pt x="29" y="1791"/>
                </a:cubicBezTo>
                <a:cubicBezTo>
                  <a:pt x="25" y="1794"/>
                  <a:pt x="21" y="1795"/>
                  <a:pt x="16" y="1795"/>
                </a:cubicBezTo>
                <a:cubicBezTo>
                  <a:pt x="10" y="1794"/>
                  <a:pt x="6" y="1791"/>
                  <a:pt x="3" y="1787"/>
                </a:cubicBezTo>
                <a:cubicBezTo>
                  <a:pt x="0" y="1783"/>
                  <a:pt x="-1" y="1778"/>
                  <a:pt x="0" y="1773"/>
                </a:cubicBezTo>
                <a:moveTo>
                  <a:pt x="28" y="1622"/>
                </a:moveTo>
                <a:lnTo>
                  <a:pt x="32" y="1603"/>
                </a:lnTo>
                <a:cubicBezTo>
                  <a:pt x="34" y="1598"/>
                  <a:pt x="36" y="1594"/>
                  <a:pt x="41" y="1592"/>
                </a:cubicBezTo>
                <a:cubicBezTo>
                  <a:pt x="45" y="1588"/>
                  <a:pt x="50" y="1587"/>
                  <a:pt x="55" y="1588"/>
                </a:cubicBezTo>
                <a:cubicBezTo>
                  <a:pt x="60" y="1589"/>
                  <a:pt x="64" y="1593"/>
                  <a:pt x="66" y="1597"/>
                </a:cubicBezTo>
                <a:cubicBezTo>
                  <a:pt x="69" y="1602"/>
                  <a:pt x="70" y="1606"/>
                  <a:pt x="69" y="1611"/>
                </a:cubicBezTo>
                <a:lnTo>
                  <a:pt x="65" y="1630"/>
                </a:lnTo>
                <a:cubicBezTo>
                  <a:pt x="64" y="1635"/>
                  <a:pt x="61" y="1639"/>
                  <a:pt x="57" y="1641"/>
                </a:cubicBezTo>
                <a:cubicBezTo>
                  <a:pt x="52" y="1644"/>
                  <a:pt x="48" y="1645"/>
                  <a:pt x="43" y="1644"/>
                </a:cubicBezTo>
                <a:cubicBezTo>
                  <a:pt x="38" y="1643"/>
                  <a:pt x="34" y="1640"/>
                  <a:pt x="31" y="1636"/>
                </a:cubicBezTo>
                <a:cubicBezTo>
                  <a:pt x="28" y="1631"/>
                  <a:pt x="27" y="1627"/>
                  <a:pt x="28" y="1622"/>
                </a:cubicBezTo>
                <a:moveTo>
                  <a:pt x="65" y="1476"/>
                </a:moveTo>
                <a:lnTo>
                  <a:pt x="70" y="1458"/>
                </a:lnTo>
                <a:cubicBezTo>
                  <a:pt x="71" y="1453"/>
                  <a:pt x="74" y="1449"/>
                  <a:pt x="79" y="1447"/>
                </a:cubicBezTo>
                <a:cubicBezTo>
                  <a:pt x="83" y="1444"/>
                  <a:pt x="88" y="1444"/>
                  <a:pt x="93" y="1445"/>
                </a:cubicBezTo>
                <a:cubicBezTo>
                  <a:pt x="98" y="1447"/>
                  <a:pt x="102" y="1450"/>
                  <a:pt x="104" y="1454"/>
                </a:cubicBezTo>
                <a:cubicBezTo>
                  <a:pt x="107" y="1459"/>
                  <a:pt x="107" y="1464"/>
                  <a:pt x="106" y="1468"/>
                </a:cubicBezTo>
                <a:lnTo>
                  <a:pt x="101" y="1486"/>
                </a:lnTo>
                <a:cubicBezTo>
                  <a:pt x="99" y="1491"/>
                  <a:pt x="96" y="1495"/>
                  <a:pt x="92" y="1497"/>
                </a:cubicBezTo>
                <a:cubicBezTo>
                  <a:pt x="87" y="1500"/>
                  <a:pt x="83" y="1500"/>
                  <a:pt x="78" y="1499"/>
                </a:cubicBezTo>
                <a:cubicBezTo>
                  <a:pt x="73" y="1497"/>
                  <a:pt x="69" y="1494"/>
                  <a:pt x="66" y="1490"/>
                </a:cubicBezTo>
                <a:cubicBezTo>
                  <a:pt x="64" y="1485"/>
                  <a:pt x="63" y="1481"/>
                  <a:pt x="65" y="1476"/>
                </a:cubicBezTo>
                <a:moveTo>
                  <a:pt x="111" y="1333"/>
                </a:moveTo>
                <a:cubicBezTo>
                  <a:pt x="113" y="1327"/>
                  <a:pt x="116" y="1321"/>
                  <a:pt x="118" y="1315"/>
                </a:cubicBezTo>
                <a:cubicBezTo>
                  <a:pt x="120" y="1310"/>
                  <a:pt x="123" y="1306"/>
                  <a:pt x="128" y="1304"/>
                </a:cubicBezTo>
                <a:cubicBezTo>
                  <a:pt x="132" y="1302"/>
                  <a:pt x="137" y="1302"/>
                  <a:pt x="142" y="1304"/>
                </a:cubicBezTo>
                <a:cubicBezTo>
                  <a:pt x="147" y="1306"/>
                  <a:pt x="150" y="1309"/>
                  <a:pt x="152" y="1314"/>
                </a:cubicBezTo>
                <a:cubicBezTo>
                  <a:pt x="154" y="1318"/>
                  <a:pt x="155" y="1323"/>
                  <a:pt x="153" y="1328"/>
                </a:cubicBezTo>
                <a:cubicBezTo>
                  <a:pt x="151" y="1334"/>
                  <a:pt x="148" y="1340"/>
                  <a:pt x="146" y="1346"/>
                </a:cubicBezTo>
                <a:cubicBezTo>
                  <a:pt x="144" y="1350"/>
                  <a:pt x="141" y="1354"/>
                  <a:pt x="137" y="1356"/>
                </a:cubicBezTo>
                <a:cubicBezTo>
                  <a:pt x="132" y="1358"/>
                  <a:pt x="127" y="1358"/>
                  <a:pt x="122" y="1357"/>
                </a:cubicBezTo>
                <a:cubicBezTo>
                  <a:pt x="117" y="1355"/>
                  <a:pt x="114" y="1352"/>
                  <a:pt x="112" y="1347"/>
                </a:cubicBezTo>
                <a:cubicBezTo>
                  <a:pt x="110" y="1342"/>
                  <a:pt x="109" y="1338"/>
                  <a:pt x="111" y="1333"/>
                </a:cubicBezTo>
                <a:moveTo>
                  <a:pt x="169" y="1192"/>
                </a:moveTo>
                <a:cubicBezTo>
                  <a:pt x="172" y="1187"/>
                  <a:pt x="174" y="1181"/>
                  <a:pt x="177" y="1175"/>
                </a:cubicBezTo>
                <a:cubicBezTo>
                  <a:pt x="179" y="1171"/>
                  <a:pt x="183" y="1167"/>
                  <a:pt x="188" y="1166"/>
                </a:cubicBezTo>
                <a:cubicBezTo>
                  <a:pt x="192" y="1164"/>
                  <a:pt x="197" y="1164"/>
                  <a:pt x="202" y="1166"/>
                </a:cubicBezTo>
                <a:cubicBezTo>
                  <a:pt x="206" y="1168"/>
                  <a:pt x="210" y="1172"/>
                  <a:pt x="211" y="1177"/>
                </a:cubicBezTo>
                <a:cubicBezTo>
                  <a:pt x="213" y="1182"/>
                  <a:pt x="213" y="1186"/>
                  <a:pt x="211" y="1191"/>
                </a:cubicBezTo>
                <a:cubicBezTo>
                  <a:pt x="208" y="1197"/>
                  <a:pt x="206" y="1202"/>
                  <a:pt x="203" y="1208"/>
                </a:cubicBezTo>
                <a:cubicBezTo>
                  <a:pt x="201" y="1212"/>
                  <a:pt x="198" y="1216"/>
                  <a:pt x="193" y="1218"/>
                </a:cubicBezTo>
                <a:cubicBezTo>
                  <a:pt x="188" y="1219"/>
                  <a:pt x="183" y="1219"/>
                  <a:pt x="179" y="1217"/>
                </a:cubicBezTo>
                <a:cubicBezTo>
                  <a:pt x="174" y="1215"/>
                  <a:pt x="171" y="1211"/>
                  <a:pt x="169" y="1207"/>
                </a:cubicBezTo>
                <a:cubicBezTo>
                  <a:pt x="167" y="1202"/>
                  <a:pt x="167" y="1197"/>
                  <a:pt x="169" y="1192"/>
                </a:cubicBezTo>
                <a:moveTo>
                  <a:pt x="236" y="1059"/>
                </a:moveTo>
                <a:cubicBezTo>
                  <a:pt x="239" y="1053"/>
                  <a:pt x="242" y="1048"/>
                  <a:pt x="245" y="1042"/>
                </a:cubicBezTo>
                <a:cubicBezTo>
                  <a:pt x="248" y="1038"/>
                  <a:pt x="252" y="1035"/>
                  <a:pt x="257" y="1033"/>
                </a:cubicBezTo>
                <a:cubicBezTo>
                  <a:pt x="261" y="1032"/>
                  <a:pt x="266" y="1033"/>
                  <a:pt x="271" y="1035"/>
                </a:cubicBezTo>
                <a:cubicBezTo>
                  <a:pt x="275" y="1038"/>
                  <a:pt x="278" y="1041"/>
                  <a:pt x="279" y="1046"/>
                </a:cubicBezTo>
                <a:cubicBezTo>
                  <a:pt x="281" y="1051"/>
                  <a:pt x="280" y="1056"/>
                  <a:pt x="278" y="1061"/>
                </a:cubicBezTo>
                <a:cubicBezTo>
                  <a:pt x="275" y="1066"/>
                  <a:pt x="272" y="1071"/>
                  <a:pt x="269" y="1077"/>
                </a:cubicBezTo>
                <a:cubicBezTo>
                  <a:pt x="266" y="1081"/>
                  <a:pt x="262" y="1084"/>
                  <a:pt x="257" y="1086"/>
                </a:cubicBezTo>
                <a:cubicBezTo>
                  <a:pt x="253" y="1087"/>
                  <a:pt x="248" y="1087"/>
                  <a:pt x="243" y="1084"/>
                </a:cubicBezTo>
                <a:cubicBezTo>
                  <a:pt x="239" y="1082"/>
                  <a:pt x="236" y="1078"/>
                  <a:pt x="234" y="1073"/>
                </a:cubicBezTo>
                <a:cubicBezTo>
                  <a:pt x="233" y="1068"/>
                  <a:pt x="233" y="1063"/>
                  <a:pt x="236" y="1059"/>
                </a:cubicBezTo>
                <a:moveTo>
                  <a:pt x="315" y="929"/>
                </a:moveTo>
                <a:cubicBezTo>
                  <a:pt x="318" y="924"/>
                  <a:pt x="322" y="919"/>
                  <a:pt x="325" y="913"/>
                </a:cubicBezTo>
                <a:cubicBezTo>
                  <a:pt x="328" y="909"/>
                  <a:pt x="332" y="907"/>
                  <a:pt x="337" y="906"/>
                </a:cubicBezTo>
                <a:cubicBezTo>
                  <a:pt x="342" y="905"/>
                  <a:pt x="347" y="906"/>
                  <a:pt x="351" y="909"/>
                </a:cubicBezTo>
                <a:cubicBezTo>
                  <a:pt x="356" y="912"/>
                  <a:pt x="358" y="915"/>
                  <a:pt x="359" y="921"/>
                </a:cubicBezTo>
                <a:cubicBezTo>
                  <a:pt x="360" y="926"/>
                  <a:pt x="359" y="930"/>
                  <a:pt x="356" y="935"/>
                </a:cubicBezTo>
                <a:cubicBezTo>
                  <a:pt x="353" y="940"/>
                  <a:pt x="349" y="945"/>
                  <a:pt x="346" y="950"/>
                </a:cubicBezTo>
                <a:cubicBezTo>
                  <a:pt x="343" y="954"/>
                  <a:pt x="339" y="957"/>
                  <a:pt x="334" y="958"/>
                </a:cubicBezTo>
                <a:cubicBezTo>
                  <a:pt x="329" y="959"/>
                  <a:pt x="324" y="958"/>
                  <a:pt x="320" y="955"/>
                </a:cubicBezTo>
                <a:cubicBezTo>
                  <a:pt x="316" y="952"/>
                  <a:pt x="313" y="948"/>
                  <a:pt x="312" y="943"/>
                </a:cubicBezTo>
                <a:cubicBezTo>
                  <a:pt x="311" y="938"/>
                  <a:pt x="312" y="933"/>
                  <a:pt x="315" y="929"/>
                </a:cubicBezTo>
                <a:moveTo>
                  <a:pt x="404" y="808"/>
                </a:moveTo>
                <a:cubicBezTo>
                  <a:pt x="408" y="803"/>
                  <a:pt x="411" y="798"/>
                  <a:pt x="415" y="793"/>
                </a:cubicBezTo>
                <a:cubicBezTo>
                  <a:pt x="419" y="789"/>
                  <a:pt x="423" y="787"/>
                  <a:pt x="428" y="786"/>
                </a:cubicBezTo>
                <a:cubicBezTo>
                  <a:pt x="433" y="786"/>
                  <a:pt x="438" y="787"/>
                  <a:pt x="442" y="790"/>
                </a:cubicBezTo>
                <a:cubicBezTo>
                  <a:pt x="446" y="794"/>
                  <a:pt x="448" y="798"/>
                  <a:pt x="448" y="803"/>
                </a:cubicBezTo>
                <a:cubicBezTo>
                  <a:pt x="449" y="808"/>
                  <a:pt x="448" y="813"/>
                  <a:pt x="444" y="817"/>
                </a:cubicBezTo>
                <a:cubicBezTo>
                  <a:pt x="440" y="821"/>
                  <a:pt x="437" y="826"/>
                  <a:pt x="433" y="831"/>
                </a:cubicBezTo>
                <a:cubicBezTo>
                  <a:pt x="430" y="835"/>
                  <a:pt x="425" y="837"/>
                  <a:pt x="420" y="838"/>
                </a:cubicBezTo>
                <a:cubicBezTo>
                  <a:pt x="415" y="838"/>
                  <a:pt x="411" y="837"/>
                  <a:pt x="407" y="834"/>
                </a:cubicBezTo>
                <a:cubicBezTo>
                  <a:pt x="402" y="831"/>
                  <a:pt x="400" y="826"/>
                  <a:pt x="400" y="821"/>
                </a:cubicBezTo>
                <a:cubicBezTo>
                  <a:pt x="399" y="816"/>
                  <a:pt x="400" y="812"/>
                  <a:pt x="404" y="808"/>
                </a:cubicBezTo>
                <a:moveTo>
                  <a:pt x="502" y="694"/>
                </a:moveTo>
                <a:cubicBezTo>
                  <a:pt x="507" y="690"/>
                  <a:pt x="511" y="685"/>
                  <a:pt x="516" y="681"/>
                </a:cubicBezTo>
                <a:cubicBezTo>
                  <a:pt x="519" y="677"/>
                  <a:pt x="523" y="675"/>
                  <a:pt x="529" y="675"/>
                </a:cubicBezTo>
                <a:cubicBezTo>
                  <a:pt x="534" y="675"/>
                  <a:pt x="538" y="677"/>
                  <a:pt x="542" y="680"/>
                </a:cubicBezTo>
                <a:cubicBezTo>
                  <a:pt x="546" y="684"/>
                  <a:pt x="547" y="688"/>
                  <a:pt x="548" y="693"/>
                </a:cubicBezTo>
                <a:cubicBezTo>
                  <a:pt x="548" y="699"/>
                  <a:pt x="546" y="703"/>
                  <a:pt x="542" y="707"/>
                </a:cubicBezTo>
                <a:cubicBezTo>
                  <a:pt x="538" y="711"/>
                  <a:pt x="534" y="716"/>
                  <a:pt x="530" y="720"/>
                </a:cubicBezTo>
                <a:cubicBezTo>
                  <a:pt x="526" y="724"/>
                  <a:pt x="522" y="726"/>
                  <a:pt x="516" y="726"/>
                </a:cubicBezTo>
                <a:cubicBezTo>
                  <a:pt x="511" y="726"/>
                  <a:pt x="507" y="724"/>
                  <a:pt x="503" y="721"/>
                </a:cubicBezTo>
                <a:cubicBezTo>
                  <a:pt x="499" y="717"/>
                  <a:pt x="497" y="713"/>
                  <a:pt x="497" y="708"/>
                </a:cubicBezTo>
                <a:cubicBezTo>
                  <a:pt x="497" y="702"/>
                  <a:pt x="499" y="698"/>
                  <a:pt x="502" y="694"/>
                </a:cubicBezTo>
                <a:moveTo>
                  <a:pt x="611" y="589"/>
                </a:moveTo>
                <a:cubicBezTo>
                  <a:pt x="616" y="585"/>
                  <a:pt x="621" y="581"/>
                  <a:pt x="626" y="577"/>
                </a:cubicBezTo>
                <a:cubicBezTo>
                  <a:pt x="629" y="573"/>
                  <a:pt x="634" y="572"/>
                  <a:pt x="639" y="572"/>
                </a:cubicBezTo>
                <a:cubicBezTo>
                  <a:pt x="644" y="572"/>
                  <a:pt x="649" y="574"/>
                  <a:pt x="652" y="578"/>
                </a:cubicBezTo>
                <a:cubicBezTo>
                  <a:pt x="655" y="582"/>
                  <a:pt x="657" y="587"/>
                  <a:pt x="656" y="592"/>
                </a:cubicBezTo>
                <a:cubicBezTo>
                  <a:pt x="656" y="597"/>
                  <a:pt x="654" y="601"/>
                  <a:pt x="650" y="605"/>
                </a:cubicBezTo>
                <a:cubicBezTo>
                  <a:pt x="645" y="609"/>
                  <a:pt x="641" y="613"/>
                  <a:pt x="636" y="617"/>
                </a:cubicBezTo>
                <a:cubicBezTo>
                  <a:pt x="632" y="620"/>
                  <a:pt x="628" y="622"/>
                  <a:pt x="623" y="622"/>
                </a:cubicBezTo>
                <a:cubicBezTo>
                  <a:pt x="617" y="621"/>
                  <a:pt x="613" y="619"/>
                  <a:pt x="610" y="615"/>
                </a:cubicBezTo>
                <a:cubicBezTo>
                  <a:pt x="606" y="612"/>
                  <a:pt x="605" y="607"/>
                  <a:pt x="605" y="602"/>
                </a:cubicBezTo>
                <a:cubicBezTo>
                  <a:pt x="605" y="597"/>
                  <a:pt x="607" y="593"/>
                  <a:pt x="611" y="589"/>
                </a:cubicBezTo>
                <a:moveTo>
                  <a:pt x="728" y="494"/>
                </a:moveTo>
                <a:cubicBezTo>
                  <a:pt x="732" y="490"/>
                  <a:pt x="737" y="487"/>
                  <a:pt x="742" y="483"/>
                </a:cubicBezTo>
                <a:cubicBezTo>
                  <a:pt x="747" y="480"/>
                  <a:pt x="751" y="479"/>
                  <a:pt x="756" y="480"/>
                </a:cubicBezTo>
                <a:cubicBezTo>
                  <a:pt x="761" y="480"/>
                  <a:pt x="766" y="483"/>
                  <a:pt x="769" y="487"/>
                </a:cubicBezTo>
                <a:cubicBezTo>
                  <a:pt x="772" y="491"/>
                  <a:pt x="773" y="496"/>
                  <a:pt x="772" y="501"/>
                </a:cubicBezTo>
                <a:cubicBezTo>
                  <a:pt x="771" y="506"/>
                  <a:pt x="769" y="510"/>
                  <a:pt x="765" y="513"/>
                </a:cubicBezTo>
                <a:cubicBezTo>
                  <a:pt x="760" y="517"/>
                  <a:pt x="755" y="520"/>
                  <a:pt x="750" y="524"/>
                </a:cubicBezTo>
                <a:cubicBezTo>
                  <a:pt x="746" y="527"/>
                  <a:pt x="741" y="528"/>
                  <a:pt x="736" y="528"/>
                </a:cubicBezTo>
                <a:cubicBezTo>
                  <a:pt x="731" y="527"/>
                  <a:pt x="727" y="524"/>
                  <a:pt x="724" y="520"/>
                </a:cubicBezTo>
                <a:cubicBezTo>
                  <a:pt x="721" y="516"/>
                  <a:pt x="720" y="512"/>
                  <a:pt x="720" y="506"/>
                </a:cubicBezTo>
                <a:cubicBezTo>
                  <a:pt x="721" y="501"/>
                  <a:pt x="723" y="497"/>
                  <a:pt x="728" y="494"/>
                </a:cubicBezTo>
                <a:moveTo>
                  <a:pt x="851" y="408"/>
                </a:moveTo>
                <a:cubicBezTo>
                  <a:pt x="857" y="405"/>
                  <a:pt x="862" y="402"/>
                  <a:pt x="867" y="398"/>
                </a:cubicBezTo>
                <a:cubicBezTo>
                  <a:pt x="872" y="396"/>
                  <a:pt x="876" y="395"/>
                  <a:pt x="881" y="396"/>
                </a:cubicBezTo>
                <a:cubicBezTo>
                  <a:pt x="886" y="397"/>
                  <a:pt x="890" y="400"/>
                  <a:pt x="893" y="404"/>
                </a:cubicBezTo>
                <a:cubicBezTo>
                  <a:pt x="896" y="409"/>
                  <a:pt x="897" y="413"/>
                  <a:pt x="895" y="418"/>
                </a:cubicBezTo>
                <a:cubicBezTo>
                  <a:pt x="894" y="423"/>
                  <a:pt x="892" y="427"/>
                  <a:pt x="887" y="430"/>
                </a:cubicBezTo>
                <a:cubicBezTo>
                  <a:pt x="882" y="433"/>
                  <a:pt x="877" y="437"/>
                  <a:pt x="871" y="440"/>
                </a:cubicBezTo>
                <a:cubicBezTo>
                  <a:pt x="867" y="443"/>
                  <a:pt x="862" y="444"/>
                  <a:pt x="857" y="442"/>
                </a:cubicBezTo>
                <a:cubicBezTo>
                  <a:pt x="852" y="441"/>
                  <a:pt x="848" y="439"/>
                  <a:pt x="846" y="434"/>
                </a:cubicBezTo>
                <a:cubicBezTo>
                  <a:pt x="843" y="430"/>
                  <a:pt x="842" y="425"/>
                  <a:pt x="843" y="420"/>
                </a:cubicBezTo>
                <a:cubicBezTo>
                  <a:pt x="844" y="415"/>
                  <a:pt x="847" y="411"/>
                  <a:pt x="851" y="408"/>
                </a:cubicBezTo>
                <a:moveTo>
                  <a:pt x="982" y="331"/>
                </a:moveTo>
                <a:cubicBezTo>
                  <a:pt x="988" y="328"/>
                  <a:pt x="993" y="326"/>
                  <a:pt x="998" y="323"/>
                </a:cubicBezTo>
                <a:cubicBezTo>
                  <a:pt x="1003" y="320"/>
                  <a:pt x="1008" y="320"/>
                  <a:pt x="1013" y="321"/>
                </a:cubicBezTo>
                <a:cubicBezTo>
                  <a:pt x="1018" y="323"/>
                  <a:pt x="1021" y="326"/>
                  <a:pt x="1024" y="330"/>
                </a:cubicBezTo>
                <a:cubicBezTo>
                  <a:pt x="1026" y="335"/>
                  <a:pt x="1027" y="340"/>
                  <a:pt x="1025" y="345"/>
                </a:cubicBezTo>
                <a:cubicBezTo>
                  <a:pt x="1024" y="350"/>
                  <a:pt x="1020" y="353"/>
                  <a:pt x="1016" y="356"/>
                </a:cubicBezTo>
                <a:cubicBezTo>
                  <a:pt x="1011" y="359"/>
                  <a:pt x="1005" y="361"/>
                  <a:pt x="1000" y="364"/>
                </a:cubicBezTo>
                <a:cubicBezTo>
                  <a:pt x="996" y="367"/>
                  <a:pt x="991" y="367"/>
                  <a:pt x="986" y="366"/>
                </a:cubicBezTo>
                <a:cubicBezTo>
                  <a:pt x="981" y="364"/>
                  <a:pt x="977" y="361"/>
                  <a:pt x="975" y="357"/>
                </a:cubicBezTo>
                <a:cubicBezTo>
                  <a:pt x="972" y="352"/>
                  <a:pt x="972" y="347"/>
                  <a:pt x="973" y="342"/>
                </a:cubicBezTo>
                <a:cubicBezTo>
                  <a:pt x="975" y="338"/>
                  <a:pt x="978" y="334"/>
                  <a:pt x="982" y="331"/>
                </a:cubicBezTo>
                <a:moveTo>
                  <a:pt x="1115" y="265"/>
                </a:moveTo>
                <a:lnTo>
                  <a:pt x="1132" y="257"/>
                </a:lnTo>
                <a:cubicBezTo>
                  <a:pt x="1137" y="255"/>
                  <a:pt x="1141" y="255"/>
                  <a:pt x="1146" y="257"/>
                </a:cubicBezTo>
                <a:cubicBezTo>
                  <a:pt x="1151" y="259"/>
                  <a:pt x="1155" y="262"/>
                  <a:pt x="1157" y="267"/>
                </a:cubicBezTo>
                <a:cubicBezTo>
                  <a:pt x="1159" y="271"/>
                  <a:pt x="1159" y="276"/>
                  <a:pt x="1157" y="281"/>
                </a:cubicBezTo>
                <a:cubicBezTo>
                  <a:pt x="1155" y="286"/>
                  <a:pt x="1152" y="289"/>
                  <a:pt x="1147" y="291"/>
                </a:cubicBezTo>
                <a:lnTo>
                  <a:pt x="1130" y="299"/>
                </a:lnTo>
                <a:cubicBezTo>
                  <a:pt x="1126" y="301"/>
                  <a:pt x="1121" y="301"/>
                  <a:pt x="1116" y="300"/>
                </a:cubicBezTo>
                <a:cubicBezTo>
                  <a:pt x="1111" y="298"/>
                  <a:pt x="1108" y="295"/>
                  <a:pt x="1106" y="290"/>
                </a:cubicBezTo>
                <a:cubicBezTo>
                  <a:pt x="1104" y="285"/>
                  <a:pt x="1103" y="280"/>
                  <a:pt x="1105" y="276"/>
                </a:cubicBezTo>
                <a:cubicBezTo>
                  <a:pt x="1107" y="271"/>
                  <a:pt x="1110" y="267"/>
                  <a:pt x="1115" y="265"/>
                </a:cubicBezTo>
                <a:moveTo>
                  <a:pt x="1256" y="206"/>
                </a:moveTo>
                <a:lnTo>
                  <a:pt x="1274" y="199"/>
                </a:lnTo>
                <a:cubicBezTo>
                  <a:pt x="1278" y="197"/>
                  <a:pt x="1283" y="197"/>
                  <a:pt x="1288" y="199"/>
                </a:cubicBezTo>
                <a:cubicBezTo>
                  <a:pt x="1293" y="201"/>
                  <a:pt x="1296" y="205"/>
                  <a:pt x="1298" y="209"/>
                </a:cubicBezTo>
                <a:cubicBezTo>
                  <a:pt x="1300" y="214"/>
                  <a:pt x="1299" y="219"/>
                  <a:pt x="1297" y="224"/>
                </a:cubicBezTo>
                <a:cubicBezTo>
                  <a:pt x="1295" y="229"/>
                  <a:pt x="1292" y="232"/>
                  <a:pt x="1287" y="234"/>
                </a:cubicBezTo>
                <a:lnTo>
                  <a:pt x="1269" y="241"/>
                </a:lnTo>
                <a:cubicBezTo>
                  <a:pt x="1264" y="242"/>
                  <a:pt x="1259" y="242"/>
                  <a:pt x="1255" y="240"/>
                </a:cubicBezTo>
                <a:cubicBezTo>
                  <a:pt x="1250" y="238"/>
                  <a:pt x="1247" y="235"/>
                  <a:pt x="1245" y="230"/>
                </a:cubicBezTo>
                <a:cubicBezTo>
                  <a:pt x="1243" y="225"/>
                  <a:pt x="1243" y="220"/>
                  <a:pt x="1245" y="216"/>
                </a:cubicBezTo>
                <a:cubicBezTo>
                  <a:pt x="1247" y="211"/>
                  <a:pt x="1251" y="208"/>
                  <a:pt x="1256" y="206"/>
                </a:cubicBezTo>
                <a:moveTo>
                  <a:pt x="1396" y="156"/>
                </a:moveTo>
                <a:lnTo>
                  <a:pt x="1413" y="150"/>
                </a:lnTo>
                <a:cubicBezTo>
                  <a:pt x="1418" y="148"/>
                  <a:pt x="1423" y="149"/>
                  <a:pt x="1427" y="151"/>
                </a:cubicBezTo>
                <a:cubicBezTo>
                  <a:pt x="1432" y="153"/>
                  <a:pt x="1435" y="157"/>
                  <a:pt x="1437" y="162"/>
                </a:cubicBezTo>
                <a:cubicBezTo>
                  <a:pt x="1438" y="167"/>
                  <a:pt x="1438" y="172"/>
                  <a:pt x="1435" y="176"/>
                </a:cubicBezTo>
                <a:cubicBezTo>
                  <a:pt x="1433" y="181"/>
                  <a:pt x="1429" y="184"/>
                  <a:pt x="1424" y="186"/>
                </a:cubicBezTo>
                <a:lnTo>
                  <a:pt x="1407" y="191"/>
                </a:lnTo>
                <a:cubicBezTo>
                  <a:pt x="1402" y="193"/>
                  <a:pt x="1397" y="192"/>
                  <a:pt x="1393" y="190"/>
                </a:cubicBezTo>
                <a:cubicBezTo>
                  <a:pt x="1388" y="188"/>
                  <a:pt x="1385" y="184"/>
                  <a:pt x="1384" y="179"/>
                </a:cubicBezTo>
                <a:cubicBezTo>
                  <a:pt x="1382" y="174"/>
                  <a:pt x="1382" y="170"/>
                  <a:pt x="1385" y="165"/>
                </a:cubicBezTo>
                <a:cubicBezTo>
                  <a:pt x="1387" y="160"/>
                  <a:pt x="1391" y="157"/>
                  <a:pt x="1396" y="156"/>
                </a:cubicBezTo>
                <a:moveTo>
                  <a:pt x="1539" y="113"/>
                </a:moveTo>
                <a:lnTo>
                  <a:pt x="1557" y="108"/>
                </a:lnTo>
                <a:cubicBezTo>
                  <a:pt x="1562" y="106"/>
                  <a:pt x="1567" y="107"/>
                  <a:pt x="1571" y="110"/>
                </a:cubicBezTo>
                <a:cubicBezTo>
                  <a:pt x="1576" y="112"/>
                  <a:pt x="1578" y="116"/>
                  <a:pt x="1580" y="121"/>
                </a:cubicBezTo>
                <a:cubicBezTo>
                  <a:pt x="1581" y="126"/>
                  <a:pt x="1581" y="131"/>
                  <a:pt x="1578" y="135"/>
                </a:cubicBezTo>
                <a:cubicBezTo>
                  <a:pt x="1575" y="140"/>
                  <a:pt x="1572" y="142"/>
                  <a:pt x="1567" y="144"/>
                </a:cubicBezTo>
                <a:lnTo>
                  <a:pt x="1548" y="149"/>
                </a:lnTo>
                <a:cubicBezTo>
                  <a:pt x="1543" y="150"/>
                  <a:pt x="1539" y="150"/>
                  <a:pt x="1534" y="147"/>
                </a:cubicBezTo>
                <a:cubicBezTo>
                  <a:pt x="1530" y="144"/>
                  <a:pt x="1527" y="141"/>
                  <a:pt x="1526" y="136"/>
                </a:cubicBezTo>
                <a:cubicBezTo>
                  <a:pt x="1524" y="131"/>
                  <a:pt x="1525" y="126"/>
                  <a:pt x="1527" y="121"/>
                </a:cubicBezTo>
                <a:cubicBezTo>
                  <a:pt x="1530" y="117"/>
                  <a:pt x="1534" y="114"/>
                  <a:pt x="1539" y="113"/>
                </a:cubicBezTo>
                <a:moveTo>
                  <a:pt x="1688" y="75"/>
                </a:moveTo>
                <a:lnTo>
                  <a:pt x="1707" y="71"/>
                </a:lnTo>
                <a:cubicBezTo>
                  <a:pt x="1712" y="70"/>
                  <a:pt x="1716" y="71"/>
                  <a:pt x="1721" y="74"/>
                </a:cubicBezTo>
                <a:cubicBezTo>
                  <a:pt x="1725" y="77"/>
                  <a:pt x="1728" y="80"/>
                  <a:pt x="1729" y="85"/>
                </a:cubicBezTo>
                <a:cubicBezTo>
                  <a:pt x="1730" y="91"/>
                  <a:pt x="1729" y="95"/>
                  <a:pt x="1727" y="100"/>
                </a:cubicBezTo>
                <a:cubicBezTo>
                  <a:pt x="1724" y="104"/>
                  <a:pt x="1720" y="107"/>
                  <a:pt x="1715" y="108"/>
                </a:cubicBezTo>
                <a:lnTo>
                  <a:pt x="1697" y="112"/>
                </a:lnTo>
                <a:cubicBezTo>
                  <a:pt x="1692" y="113"/>
                  <a:pt x="1687" y="112"/>
                  <a:pt x="1683" y="109"/>
                </a:cubicBezTo>
                <a:cubicBezTo>
                  <a:pt x="1678" y="107"/>
                  <a:pt x="1675" y="103"/>
                  <a:pt x="1674" y="98"/>
                </a:cubicBezTo>
                <a:cubicBezTo>
                  <a:pt x="1673" y="93"/>
                  <a:pt x="1674" y="88"/>
                  <a:pt x="1677" y="84"/>
                </a:cubicBezTo>
                <a:cubicBezTo>
                  <a:pt x="1680" y="79"/>
                  <a:pt x="1683" y="76"/>
                  <a:pt x="1688" y="75"/>
                </a:cubicBezTo>
                <a:moveTo>
                  <a:pt x="1832" y="46"/>
                </a:moveTo>
                <a:lnTo>
                  <a:pt x="1850" y="43"/>
                </a:lnTo>
                <a:cubicBezTo>
                  <a:pt x="1855" y="42"/>
                  <a:pt x="1859" y="43"/>
                  <a:pt x="1864" y="46"/>
                </a:cubicBezTo>
                <a:cubicBezTo>
                  <a:pt x="1868" y="49"/>
                  <a:pt x="1870" y="53"/>
                  <a:pt x="1871" y="58"/>
                </a:cubicBezTo>
                <a:cubicBezTo>
                  <a:pt x="1872" y="63"/>
                  <a:pt x="1871" y="68"/>
                  <a:pt x="1868" y="72"/>
                </a:cubicBezTo>
                <a:cubicBezTo>
                  <a:pt x="1865" y="76"/>
                  <a:pt x="1861" y="79"/>
                  <a:pt x="1856" y="80"/>
                </a:cubicBezTo>
                <a:lnTo>
                  <a:pt x="1838" y="83"/>
                </a:lnTo>
                <a:cubicBezTo>
                  <a:pt x="1833" y="84"/>
                  <a:pt x="1828" y="83"/>
                  <a:pt x="1824" y="80"/>
                </a:cubicBezTo>
                <a:cubicBezTo>
                  <a:pt x="1820" y="77"/>
                  <a:pt x="1817" y="73"/>
                  <a:pt x="1816" y="68"/>
                </a:cubicBezTo>
                <a:cubicBezTo>
                  <a:pt x="1816" y="63"/>
                  <a:pt x="1817" y="58"/>
                  <a:pt x="1820" y="54"/>
                </a:cubicBezTo>
                <a:cubicBezTo>
                  <a:pt x="1822" y="50"/>
                  <a:pt x="1826" y="47"/>
                  <a:pt x="1832" y="46"/>
                </a:cubicBezTo>
                <a:moveTo>
                  <a:pt x="1979" y="22"/>
                </a:moveTo>
                <a:lnTo>
                  <a:pt x="1998" y="19"/>
                </a:lnTo>
                <a:cubicBezTo>
                  <a:pt x="2003" y="18"/>
                  <a:pt x="2008" y="19"/>
                  <a:pt x="2012" y="23"/>
                </a:cubicBezTo>
                <a:cubicBezTo>
                  <a:pt x="2016" y="26"/>
                  <a:pt x="2018" y="30"/>
                  <a:pt x="2019" y="35"/>
                </a:cubicBezTo>
                <a:cubicBezTo>
                  <a:pt x="2020" y="40"/>
                  <a:pt x="2019" y="45"/>
                  <a:pt x="2016" y="49"/>
                </a:cubicBezTo>
                <a:cubicBezTo>
                  <a:pt x="2013" y="53"/>
                  <a:pt x="2008" y="55"/>
                  <a:pt x="2003" y="56"/>
                </a:cubicBezTo>
                <a:lnTo>
                  <a:pt x="1985" y="59"/>
                </a:lnTo>
                <a:cubicBezTo>
                  <a:pt x="1979" y="59"/>
                  <a:pt x="1975" y="58"/>
                  <a:pt x="1971" y="55"/>
                </a:cubicBezTo>
                <a:cubicBezTo>
                  <a:pt x="1967" y="52"/>
                  <a:pt x="1964" y="48"/>
                  <a:pt x="1963" y="43"/>
                </a:cubicBezTo>
                <a:cubicBezTo>
                  <a:pt x="1963" y="38"/>
                  <a:pt x="1964" y="33"/>
                  <a:pt x="1967" y="29"/>
                </a:cubicBezTo>
                <a:cubicBezTo>
                  <a:pt x="1970" y="25"/>
                  <a:pt x="1974" y="22"/>
                  <a:pt x="1979" y="22"/>
                </a:cubicBezTo>
                <a:moveTo>
                  <a:pt x="2133" y="2"/>
                </a:moveTo>
                <a:lnTo>
                  <a:pt x="2146" y="0"/>
                </a:lnTo>
                <a:cubicBezTo>
                  <a:pt x="2152" y="0"/>
                  <a:pt x="2156" y="1"/>
                  <a:pt x="2160" y="4"/>
                </a:cubicBezTo>
                <a:cubicBezTo>
                  <a:pt x="2164" y="8"/>
                  <a:pt x="2167" y="12"/>
                  <a:pt x="2167" y="17"/>
                </a:cubicBezTo>
                <a:cubicBezTo>
                  <a:pt x="2168" y="22"/>
                  <a:pt x="2166" y="27"/>
                  <a:pt x="2163" y="31"/>
                </a:cubicBezTo>
                <a:cubicBezTo>
                  <a:pt x="2160" y="35"/>
                  <a:pt x="2156" y="37"/>
                  <a:pt x="2151" y="38"/>
                </a:cubicBezTo>
                <a:lnTo>
                  <a:pt x="2137" y="39"/>
                </a:lnTo>
                <a:cubicBezTo>
                  <a:pt x="2131" y="40"/>
                  <a:pt x="2127" y="38"/>
                  <a:pt x="2123" y="35"/>
                </a:cubicBezTo>
                <a:cubicBezTo>
                  <a:pt x="2119" y="32"/>
                  <a:pt x="2117" y="28"/>
                  <a:pt x="2116" y="23"/>
                </a:cubicBezTo>
                <a:cubicBezTo>
                  <a:pt x="2115" y="17"/>
                  <a:pt x="2117" y="13"/>
                  <a:pt x="2120" y="9"/>
                </a:cubicBezTo>
                <a:cubicBezTo>
                  <a:pt x="2123" y="5"/>
                  <a:pt x="2127" y="2"/>
                  <a:pt x="2133" y="2"/>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3383640" y="2307600"/>
            <a:ext cx="60840" cy="75240"/>
          </a:xfrm>
          <a:custGeom>
            <a:avLst/>
            <a:gdLst/>
            <a:ahLst/>
            <a:rect l="0" t="0" r="r" b="b"/>
            <a:pathLst>
              <a:path fill="none" w="169" h="209">
                <a:moveTo>
                  <a:pt x="0" y="0"/>
                </a:moveTo>
                <a:lnTo>
                  <a:pt x="169" y="87"/>
                </a:lnTo>
                <a:lnTo>
                  <a:pt x="23" y="209"/>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547" name=""/>
          <p:cNvSpPr/>
          <p:nvPr/>
        </p:nvSpPr>
        <p:spPr>
          <a:xfrm>
            <a:off x="3342960" y="1592280"/>
            <a:ext cx="914760" cy="915120"/>
          </a:xfrm>
          <a:custGeom>
            <a:avLst/>
            <a:gdLst/>
            <a:ahLst/>
            <a:rect l="0" t="0" r="r" b="b"/>
            <a:pathLst>
              <a:path w="2541" h="2542">
                <a:moveTo>
                  <a:pt x="2541" y="1271"/>
                </a:moveTo>
                <a:cubicBezTo>
                  <a:pt x="2541" y="1312"/>
                  <a:pt x="2539" y="1354"/>
                  <a:pt x="2535" y="1395"/>
                </a:cubicBezTo>
                <a:cubicBezTo>
                  <a:pt x="2531" y="1436"/>
                  <a:pt x="2525" y="1478"/>
                  <a:pt x="2517" y="1518"/>
                </a:cubicBezTo>
                <a:cubicBezTo>
                  <a:pt x="2509" y="1559"/>
                  <a:pt x="2499" y="1600"/>
                  <a:pt x="2487" y="1639"/>
                </a:cubicBezTo>
                <a:cubicBezTo>
                  <a:pt x="2475" y="1679"/>
                  <a:pt x="2461" y="1718"/>
                  <a:pt x="2445" y="1757"/>
                </a:cubicBezTo>
                <a:cubicBezTo>
                  <a:pt x="2429" y="1795"/>
                  <a:pt x="2411" y="1833"/>
                  <a:pt x="2391" y="1869"/>
                </a:cubicBezTo>
                <a:cubicBezTo>
                  <a:pt x="2372" y="1906"/>
                  <a:pt x="2350" y="1943"/>
                  <a:pt x="2327" y="1977"/>
                </a:cubicBezTo>
                <a:cubicBezTo>
                  <a:pt x="2304" y="2012"/>
                  <a:pt x="2279" y="2045"/>
                  <a:pt x="2253" y="2078"/>
                </a:cubicBezTo>
                <a:cubicBezTo>
                  <a:pt x="2227" y="2110"/>
                  <a:pt x="2199" y="2140"/>
                  <a:pt x="2169" y="2170"/>
                </a:cubicBezTo>
                <a:cubicBezTo>
                  <a:pt x="2139" y="2199"/>
                  <a:pt x="2108" y="2227"/>
                  <a:pt x="2076" y="2254"/>
                </a:cubicBezTo>
                <a:cubicBezTo>
                  <a:pt x="2044" y="2280"/>
                  <a:pt x="2011" y="2305"/>
                  <a:pt x="1976" y="2328"/>
                </a:cubicBezTo>
                <a:cubicBezTo>
                  <a:pt x="1941" y="2351"/>
                  <a:pt x="1906" y="2372"/>
                  <a:pt x="1869" y="2392"/>
                </a:cubicBezTo>
                <a:cubicBezTo>
                  <a:pt x="1832" y="2412"/>
                  <a:pt x="1795" y="2429"/>
                  <a:pt x="1756" y="2445"/>
                </a:cubicBezTo>
                <a:cubicBezTo>
                  <a:pt x="1718" y="2461"/>
                  <a:pt x="1679" y="2475"/>
                  <a:pt x="1639" y="2487"/>
                </a:cubicBezTo>
                <a:cubicBezTo>
                  <a:pt x="1599" y="2499"/>
                  <a:pt x="1559" y="2509"/>
                  <a:pt x="1518" y="2518"/>
                </a:cubicBezTo>
                <a:cubicBezTo>
                  <a:pt x="1477" y="2526"/>
                  <a:pt x="1436" y="2532"/>
                  <a:pt x="1395" y="2536"/>
                </a:cubicBezTo>
                <a:cubicBezTo>
                  <a:pt x="1353" y="2540"/>
                  <a:pt x="1312" y="2542"/>
                  <a:pt x="1270" y="2542"/>
                </a:cubicBezTo>
                <a:cubicBezTo>
                  <a:pt x="1229" y="2542"/>
                  <a:pt x="1187" y="2540"/>
                  <a:pt x="1146" y="2536"/>
                </a:cubicBezTo>
                <a:cubicBezTo>
                  <a:pt x="1105" y="2532"/>
                  <a:pt x="1063" y="2526"/>
                  <a:pt x="1023" y="2518"/>
                </a:cubicBezTo>
                <a:cubicBezTo>
                  <a:pt x="982" y="2509"/>
                  <a:pt x="942" y="2499"/>
                  <a:pt x="902" y="2487"/>
                </a:cubicBezTo>
                <a:cubicBezTo>
                  <a:pt x="862" y="2475"/>
                  <a:pt x="823" y="2461"/>
                  <a:pt x="784" y="2445"/>
                </a:cubicBezTo>
                <a:cubicBezTo>
                  <a:pt x="746" y="2429"/>
                  <a:pt x="708" y="2412"/>
                  <a:pt x="672" y="2392"/>
                </a:cubicBezTo>
                <a:cubicBezTo>
                  <a:pt x="635" y="2372"/>
                  <a:pt x="599" y="2351"/>
                  <a:pt x="565" y="2328"/>
                </a:cubicBezTo>
                <a:cubicBezTo>
                  <a:pt x="530" y="2305"/>
                  <a:pt x="497" y="2280"/>
                  <a:pt x="465" y="2254"/>
                </a:cubicBezTo>
                <a:cubicBezTo>
                  <a:pt x="433" y="2227"/>
                  <a:pt x="402" y="2199"/>
                  <a:pt x="372" y="2170"/>
                </a:cubicBezTo>
                <a:cubicBezTo>
                  <a:pt x="343" y="2140"/>
                  <a:pt x="315" y="2110"/>
                  <a:pt x="289" y="2078"/>
                </a:cubicBezTo>
                <a:cubicBezTo>
                  <a:pt x="262" y="2045"/>
                  <a:pt x="238" y="2012"/>
                  <a:pt x="214" y="1977"/>
                </a:cubicBezTo>
                <a:cubicBezTo>
                  <a:pt x="191" y="1943"/>
                  <a:pt x="170" y="1906"/>
                  <a:pt x="150" y="1869"/>
                </a:cubicBezTo>
                <a:cubicBezTo>
                  <a:pt x="131" y="1833"/>
                  <a:pt x="113" y="1795"/>
                  <a:pt x="97" y="1757"/>
                </a:cubicBezTo>
                <a:cubicBezTo>
                  <a:pt x="81" y="1718"/>
                  <a:pt x="67" y="1679"/>
                  <a:pt x="55" y="1639"/>
                </a:cubicBezTo>
                <a:cubicBezTo>
                  <a:pt x="43" y="1600"/>
                  <a:pt x="33" y="1559"/>
                  <a:pt x="25" y="1518"/>
                </a:cubicBezTo>
                <a:cubicBezTo>
                  <a:pt x="17" y="1478"/>
                  <a:pt x="11" y="1436"/>
                  <a:pt x="7" y="1395"/>
                </a:cubicBezTo>
                <a:cubicBezTo>
                  <a:pt x="2" y="1354"/>
                  <a:pt x="0" y="1312"/>
                  <a:pt x="0" y="1271"/>
                </a:cubicBezTo>
                <a:cubicBezTo>
                  <a:pt x="0" y="1229"/>
                  <a:pt x="2" y="1187"/>
                  <a:pt x="7" y="1146"/>
                </a:cubicBezTo>
                <a:cubicBezTo>
                  <a:pt x="11" y="1105"/>
                  <a:pt x="17" y="1063"/>
                  <a:pt x="25" y="1023"/>
                </a:cubicBezTo>
                <a:cubicBezTo>
                  <a:pt x="33" y="982"/>
                  <a:pt x="43" y="942"/>
                  <a:pt x="55" y="902"/>
                </a:cubicBezTo>
                <a:cubicBezTo>
                  <a:pt x="67" y="862"/>
                  <a:pt x="81" y="823"/>
                  <a:pt x="97" y="784"/>
                </a:cubicBezTo>
                <a:cubicBezTo>
                  <a:pt x="113" y="746"/>
                  <a:pt x="131" y="708"/>
                  <a:pt x="150" y="672"/>
                </a:cubicBezTo>
                <a:cubicBezTo>
                  <a:pt x="170" y="635"/>
                  <a:pt x="191" y="599"/>
                  <a:pt x="214" y="565"/>
                </a:cubicBezTo>
                <a:cubicBezTo>
                  <a:pt x="238" y="530"/>
                  <a:pt x="262" y="497"/>
                  <a:pt x="289" y="465"/>
                </a:cubicBezTo>
                <a:cubicBezTo>
                  <a:pt x="315" y="432"/>
                  <a:pt x="343" y="402"/>
                  <a:pt x="372" y="372"/>
                </a:cubicBezTo>
                <a:cubicBezTo>
                  <a:pt x="402" y="343"/>
                  <a:pt x="433" y="315"/>
                  <a:pt x="465" y="288"/>
                </a:cubicBezTo>
                <a:cubicBezTo>
                  <a:pt x="497" y="262"/>
                  <a:pt x="530" y="237"/>
                  <a:pt x="565" y="214"/>
                </a:cubicBezTo>
                <a:cubicBezTo>
                  <a:pt x="599" y="191"/>
                  <a:pt x="635" y="170"/>
                  <a:pt x="672" y="150"/>
                </a:cubicBezTo>
                <a:cubicBezTo>
                  <a:pt x="708" y="130"/>
                  <a:pt x="746" y="113"/>
                  <a:pt x="784" y="97"/>
                </a:cubicBezTo>
                <a:cubicBezTo>
                  <a:pt x="823" y="81"/>
                  <a:pt x="862" y="67"/>
                  <a:pt x="902" y="55"/>
                </a:cubicBezTo>
                <a:cubicBezTo>
                  <a:pt x="942" y="43"/>
                  <a:pt x="982" y="33"/>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3"/>
                  <a:pt x="1599" y="43"/>
                  <a:pt x="1639" y="55"/>
                </a:cubicBezTo>
                <a:cubicBezTo>
                  <a:pt x="1679" y="67"/>
                  <a:pt x="1718" y="81"/>
                  <a:pt x="1756" y="97"/>
                </a:cubicBezTo>
                <a:cubicBezTo>
                  <a:pt x="1795" y="113"/>
                  <a:pt x="1832" y="130"/>
                  <a:pt x="1869" y="150"/>
                </a:cubicBezTo>
                <a:cubicBezTo>
                  <a:pt x="1906" y="170"/>
                  <a:pt x="1941" y="191"/>
                  <a:pt x="1976" y="214"/>
                </a:cubicBezTo>
                <a:cubicBezTo>
                  <a:pt x="2011" y="237"/>
                  <a:pt x="2044" y="262"/>
                  <a:pt x="2076" y="288"/>
                </a:cubicBezTo>
                <a:cubicBezTo>
                  <a:pt x="2108" y="315"/>
                  <a:pt x="2139" y="343"/>
                  <a:pt x="2169" y="372"/>
                </a:cubicBezTo>
                <a:cubicBezTo>
                  <a:pt x="2199" y="402"/>
                  <a:pt x="2227" y="432"/>
                  <a:pt x="2253" y="465"/>
                </a:cubicBezTo>
                <a:cubicBezTo>
                  <a:pt x="2279" y="497"/>
                  <a:pt x="2304" y="530"/>
                  <a:pt x="2327" y="565"/>
                </a:cubicBezTo>
                <a:cubicBezTo>
                  <a:pt x="2350" y="599"/>
                  <a:pt x="2372" y="635"/>
                  <a:pt x="2391" y="672"/>
                </a:cubicBezTo>
                <a:cubicBezTo>
                  <a:pt x="2411" y="708"/>
                  <a:pt x="2429" y="746"/>
                  <a:pt x="2445" y="784"/>
                </a:cubicBezTo>
                <a:cubicBezTo>
                  <a:pt x="2461" y="823"/>
                  <a:pt x="2475" y="862"/>
                  <a:pt x="2487" y="902"/>
                </a:cubicBezTo>
                <a:cubicBezTo>
                  <a:pt x="2499" y="942"/>
                  <a:pt x="2509" y="982"/>
                  <a:pt x="2517" y="1023"/>
                </a:cubicBezTo>
                <a:cubicBezTo>
                  <a:pt x="2525" y="1063"/>
                  <a:pt x="2531" y="1105"/>
                  <a:pt x="2535" y="1146"/>
                </a:cubicBezTo>
                <a:cubicBezTo>
                  <a:pt x="2539" y="1187"/>
                  <a:pt x="2541" y="1229"/>
                  <a:pt x="2541" y="1271"/>
                </a:cubicBezTo>
                <a:close/>
              </a:path>
            </a:pathLst>
          </a:custGeom>
          <a:solidFill>
            <a:srgbClr val="E1F5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48" name=""/>
          <p:cNvSpPr/>
          <p:nvPr/>
        </p:nvSpPr>
        <p:spPr>
          <a:xfrm>
            <a:off x="3342960" y="1592280"/>
            <a:ext cx="914760" cy="915120"/>
          </a:xfrm>
          <a:custGeom>
            <a:avLst/>
            <a:gdLst/>
            <a:ahLst/>
            <a:rect l="0" t="0" r="r" b="b"/>
            <a:pathLst>
              <a:path w="2541" h="2542">
                <a:moveTo>
                  <a:pt x="2541" y="1271"/>
                </a:moveTo>
                <a:cubicBezTo>
                  <a:pt x="2541" y="1312"/>
                  <a:pt x="2539" y="1354"/>
                  <a:pt x="2535" y="1395"/>
                </a:cubicBezTo>
                <a:cubicBezTo>
                  <a:pt x="2531" y="1436"/>
                  <a:pt x="2525" y="1478"/>
                  <a:pt x="2517" y="1518"/>
                </a:cubicBezTo>
                <a:cubicBezTo>
                  <a:pt x="2509" y="1559"/>
                  <a:pt x="2499" y="1600"/>
                  <a:pt x="2487" y="1639"/>
                </a:cubicBezTo>
                <a:cubicBezTo>
                  <a:pt x="2475" y="1679"/>
                  <a:pt x="2461" y="1718"/>
                  <a:pt x="2445" y="1757"/>
                </a:cubicBezTo>
                <a:cubicBezTo>
                  <a:pt x="2429" y="1795"/>
                  <a:pt x="2411" y="1833"/>
                  <a:pt x="2391" y="1869"/>
                </a:cubicBezTo>
                <a:cubicBezTo>
                  <a:pt x="2372" y="1906"/>
                  <a:pt x="2350" y="1943"/>
                  <a:pt x="2327" y="1977"/>
                </a:cubicBezTo>
                <a:cubicBezTo>
                  <a:pt x="2304" y="2012"/>
                  <a:pt x="2279" y="2045"/>
                  <a:pt x="2253" y="2078"/>
                </a:cubicBezTo>
                <a:cubicBezTo>
                  <a:pt x="2227" y="2110"/>
                  <a:pt x="2199" y="2140"/>
                  <a:pt x="2169" y="2170"/>
                </a:cubicBezTo>
                <a:cubicBezTo>
                  <a:pt x="2139" y="2199"/>
                  <a:pt x="2108" y="2227"/>
                  <a:pt x="2076" y="2254"/>
                </a:cubicBezTo>
                <a:cubicBezTo>
                  <a:pt x="2044" y="2280"/>
                  <a:pt x="2011" y="2305"/>
                  <a:pt x="1976" y="2328"/>
                </a:cubicBezTo>
                <a:cubicBezTo>
                  <a:pt x="1941" y="2351"/>
                  <a:pt x="1906" y="2372"/>
                  <a:pt x="1869" y="2392"/>
                </a:cubicBezTo>
                <a:cubicBezTo>
                  <a:pt x="1832" y="2412"/>
                  <a:pt x="1795" y="2429"/>
                  <a:pt x="1756" y="2445"/>
                </a:cubicBezTo>
                <a:cubicBezTo>
                  <a:pt x="1718" y="2461"/>
                  <a:pt x="1679" y="2475"/>
                  <a:pt x="1639" y="2487"/>
                </a:cubicBezTo>
                <a:cubicBezTo>
                  <a:pt x="1599" y="2499"/>
                  <a:pt x="1559" y="2509"/>
                  <a:pt x="1518" y="2518"/>
                </a:cubicBezTo>
                <a:cubicBezTo>
                  <a:pt x="1477" y="2526"/>
                  <a:pt x="1436" y="2532"/>
                  <a:pt x="1395" y="2536"/>
                </a:cubicBezTo>
                <a:cubicBezTo>
                  <a:pt x="1353" y="2540"/>
                  <a:pt x="1312" y="2542"/>
                  <a:pt x="1270" y="2542"/>
                </a:cubicBezTo>
                <a:cubicBezTo>
                  <a:pt x="1229" y="2542"/>
                  <a:pt x="1187" y="2540"/>
                  <a:pt x="1146" y="2536"/>
                </a:cubicBezTo>
                <a:cubicBezTo>
                  <a:pt x="1105" y="2532"/>
                  <a:pt x="1063" y="2526"/>
                  <a:pt x="1023" y="2518"/>
                </a:cubicBezTo>
                <a:cubicBezTo>
                  <a:pt x="982" y="2509"/>
                  <a:pt x="942" y="2499"/>
                  <a:pt x="902" y="2487"/>
                </a:cubicBezTo>
                <a:cubicBezTo>
                  <a:pt x="862" y="2475"/>
                  <a:pt x="823" y="2461"/>
                  <a:pt x="784" y="2445"/>
                </a:cubicBezTo>
                <a:cubicBezTo>
                  <a:pt x="746" y="2429"/>
                  <a:pt x="708" y="2412"/>
                  <a:pt x="672" y="2392"/>
                </a:cubicBezTo>
                <a:cubicBezTo>
                  <a:pt x="635" y="2372"/>
                  <a:pt x="599" y="2351"/>
                  <a:pt x="565" y="2328"/>
                </a:cubicBezTo>
                <a:cubicBezTo>
                  <a:pt x="530" y="2305"/>
                  <a:pt x="497" y="2280"/>
                  <a:pt x="465" y="2254"/>
                </a:cubicBezTo>
                <a:cubicBezTo>
                  <a:pt x="433" y="2227"/>
                  <a:pt x="402" y="2199"/>
                  <a:pt x="372" y="2170"/>
                </a:cubicBezTo>
                <a:cubicBezTo>
                  <a:pt x="343" y="2140"/>
                  <a:pt x="315" y="2110"/>
                  <a:pt x="289" y="2078"/>
                </a:cubicBezTo>
                <a:cubicBezTo>
                  <a:pt x="262" y="2045"/>
                  <a:pt x="238" y="2012"/>
                  <a:pt x="214" y="1977"/>
                </a:cubicBezTo>
                <a:cubicBezTo>
                  <a:pt x="191" y="1943"/>
                  <a:pt x="170" y="1906"/>
                  <a:pt x="150" y="1869"/>
                </a:cubicBezTo>
                <a:cubicBezTo>
                  <a:pt x="131" y="1833"/>
                  <a:pt x="113" y="1795"/>
                  <a:pt x="97" y="1757"/>
                </a:cubicBezTo>
                <a:cubicBezTo>
                  <a:pt x="81" y="1718"/>
                  <a:pt x="67" y="1679"/>
                  <a:pt x="55" y="1639"/>
                </a:cubicBezTo>
                <a:cubicBezTo>
                  <a:pt x="43" y="1600"/>
                  <a:pt x="33" y="1559"/>
                  <a:pt x="25" y="1518"/>
                </a:cubicBezTo>
                <a:cubicBezTo>
                  <a:pt x="17" y="1478"/>
                  <a:pt x="11" y="1436"/>
                  <a:pt x="7" y="1395"/>
                </a:cubicBezTo>
                <a:cubicBezTo>
                  <a:pt x="2" y="1354"/>
                  <a:pt x="0" y="1312"/>
                  <a:pt x="0" y="1271"/>
                </a:cubicBezTo>
                <a:cubicBezTo>
                  <a:pt x="0" y="1229"/>
                  <a:pt x="2" y="1187"/>
                  <a:pt x="7" y="1146"/>
                </a:cubicBezTo>
                <a:cubicBezTo>
                  <a:pt x="11" y="1105"/>
                  <a:pt x="17" y="1063"/>
                  <a:pt x="25" y="1023"/>
                </a:cubicBezTo>
                <a:cubicBezTo>
                  <a:pt x="33" y="982"/>
                  <a:pt x="43" y="942"/>
                  <a:pt x="55" y="902"/>
                </a:cubicBezTo>
                <a:cubicBezTo>
                  <a:pt x="67" y="862"/>
                  <a:pt x="81" y="823"/>
                  <a:pt x="97" y="784"/>
                </a:cubicBezTo>
                <a:cubicBezTo>
                  <a:pt x="113" y="746"/>
                  <a:pt x="131" y="708"/>
                  <a:pt x="150" y="672"/>
                </a:cubicBezTo>
                <a:cubicBezTo>
                  <a:pt x="170" y="635"/>
                  <a:pt x="191" y="599"/>
                  <a:pt x="214" y="565"/>
                </a:cubicBezTo>
                <a:cubicBezTo>
                  <a:pt x="238" y="530"/>
                  <a:pt x="262" y="497"/>
                  <a:pt x="289" y="465"/>
                </a:cubicBezTo>
                <a:cubicBezTo>
                  <a:pt x="315" y="432"/>
                  <a:pt x="343" y="402"/>
                  <a:pt x="372" y="372"/>
                </a:cubicBezTo>
                <a:cubicBezTo>
                  <a:pt x="402" y="343"/>
                  <a:pt x="433" y="315"/>
                  <a:pt x="465" y="288"/>
                </a:cubicBezTo>
                <a:cubicBezTo>
                  <a:pt x="497" y="262"/>
                  <a:pt x="530" y="237"/>
                  <a:pt x="565" y="214"/>
                </a:cubicBezTo>
                <a:cubicBezTo>
                  <a:pt x="599" y="191"/>
                  <a:pt x="635" y="170"/>
                  <a:pt x="672" y="150"/>
                </a:cubicBezTo>
                <a:cubicBezTo>
                  <a:pt x="708" y="130"/>
                  <a:pt x="746" y="113"/>
                  <a:pt x="784" y="97"/>
                </a:cubicBezTo>
                <a:cubicBezTo>
                  <a:pt x="823" y="81"/>
                  <a:pt x="862" y="67"/>
                  <a:pt x="902" y="55"/>
                </a:cubicBezTo>
                <a:cubicBezTo>
                  <a:pt x="942" y="43"/>
                  <a:pt x="982" y="33"/>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3"/>
                  <a:pt x="1599" y="43"/>
                  <a:pt x="1639" y="55"/>
                </a:cubicBezTo>
                <a:cubicBezTo>
                  <a:pt x="1679" y="67"/>
                  <a:pt x="1718" y="81"/>
                  <a:pt x="1756" y="97"/>
                </a:cubicBezTo>
                <a:cubicBezTo>
                  <a:pt x="1795" y="113"/>
                  <a:pt x="1832" y="130"/>
                  <a:pt x="1869" y="150"/>
                </a:cubicBezTo>
                <a:cubicBezTo>
                  <a:pt x="1906" y="170"/>
                  <a:pt x="1941" y="191"/>
                  <a:pt x="1976" y="214"/>
                </a:cubicBezTo>
                <a:cubicBezTo>
                  <a:pt x="2011" y="237"/>
                  <a:pt x="2044" y="262"/>
                  <a:pt x="2076" y="288"/>
                </a:cubicBezTo>
                <a:cubicBezTo>
                  <a:pt x="2108" y="315"/>
                  <a:pt x="2139" y="343"/>
                  <a:pt x="2169" y="372"/>
                </a:cubicBezTo>
                <a:cubicBezTo>
                  <a:pt x="2199" y="402"/>
                  <a:pt x="2227" y="432"/>
                  <a:pt x="2253" y="465"/>
                </a:cubicBezTo>
                <a:cubicBezTo>
                  <a:pt x="2279" y="497"/>
                  <a:pt x="2304" y="530"/>
                  <a:pt x="2327" y="565"/>
                </a:cubicBezTo>
                <a:cubicBezTo>
                  <a:pt x="2350" y="599"/>
                  <a:pt x="2372" y="635"/>
                  <a:pt x="2391" y="672"/>
                </a:cubicBezTo>
                <a:cubicBezTo>
                  <a:pt x="2411" y="708"/>
                  <a:pt x="2429" y="746"/>
                  <a:pt x="2445" y="784"/>
                </a:cubicBezTo>
                <a:cubicBezTo>
                  <a:pt x="2461" y="823"/>
                  <a:pt x="2475" y="862"/>
                  <a:pt x="2487" y="902"/>
                </a:cubicBezTo>
                <a:cubicBezTo>
                  <a:pt x="2499" y="942"/>
                  <a:pt x="2509" y="982"/>
                  <a:pt x="2517" y="1023"/>
                </a:cubicBezTo>
                <a:cubicBezTo>
                  <a:pt x="2525" y="1063"/>
                  <a:pt x="2531" y="1105"/>
                  <a:pt x="2535" y="1146"/>
                </a:cubicBezTo>
                <a:cubicBezTo>
                  <a:pt x="2539" y="1187"/>
                  <a:pt x="2541" y="1229"/>
                  <a:pt x="2541" y="1271"/>
                </a:cubicBezTo>
                <a:close/>
              </a:path>
            </a:pathLst>
          </a:custGeom>
          <a:noFill/>
          <a:ln w="3240">
            <a:solidFill>
              <a:srgbClr val="0F6E5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49" name=""/>
          <p:cNvSpPr/>
          <p:nvPr/>
        </p:nvSpPr>
        <p:spPr>
          <a:xfrm>
            <a:off x="3625560" y="1915200"/>
            <a:ext cx="349920" cy="215640"/>
          </a:xfrm>
          <a:custGeom>
            <a:avLst/>
            <a:gdLst/>
            <a:ahLst/>
            <a:rect l="0" t="0" r="r" b="b"/>
            <a:pathLst>
              <a:path w="972" h="599">
                <a:moveTo>
                  <a:pt x="75" y="0"/>
                </a:moveTo>
                <a:lnTo>
                  <a:pt x="897" y="0"/>
                </a:lnTo>
                <a:cubicBezTo>
                  <a:pt x="907" y="0"/>
                  <a:pt x="917" y="2"/>
                  <a:pt x="926" y="6"/>
                </a:cubicBezTo>
                <a:cubicBezTo>
                  <a:pt x="935" y="9"/>
                  <a:pt x="943" y="15"/>
                  <a:pt x="950" y="22"/>
                </a:cubicBezTo>
                <a:cubicBezTo>
                  <a:pt x="957" y="29"/>
                  <a:pt x="962" y="37"/>
                  <a:pt x="966" y="46"/>
                </a:cubicBezTo>
                <a:cubicBezTo>
                  <a:pt x="970" y="55"/>
                  <a:pt x="972" y="65"/>
                  <a:pt x="972" y="75"/>
                </a:cubicBezTo>
                <a:lnTo>
                  <a:pt x="972" y="524"/>
                </a:lnTo>
                <a:cubicBezTo>
                  <a:pt x="972" y="534"/>
                  <a:pt x="970" y="543"/>
                  <a:pt x="966" y="553"/>
                </a:cubicBezTo>
                <a:cubicBezTo>
                  <a:pt x="962" y="562"/>
                  <a:pt x="957" y="570"/>
                  <a:pt x="950" y="577"/>
                </a:cubicBezTo>
                <a:cubicBezTo>
                  <a:pt x="943" y="584"/>
                  <a:pt x="935" y="589"/>
                  <a:pt x="926" y="593"/>
                </a:cubicBezTo>
                <a:cubicBezTo>
                  <a:pt x="917" y="597"/>
                  <a:pt x="907" y="599"/>
                  <a:pt x="897" y="599"/>
                </a:cubicBezTo>
                <a:lnTo>
                  <a:pt x="75" y="599"/>
                </a:lnTo>
                <a:cubicBezTo>
                  <a:pt x="65" y="599"/>
                  <a:pt x="55" y="597"/>
                  <a:pt x="46" y="593"/>
                </a:cubicBezTo>
                <a:cubicBezTo>
                  <a:pt x="37" y="589"/>
                  <a:pt x="29" y="584"/>
                  <a:pt x="22" y="577"/>
                </a:cubicBezTo>
                <a:cubicBezTo>
                  <a:pt x="15" y="570"/>
                  <a:pt x="9" y="562"/>
                  <a:pt x="5" y="553"/>
                </a:cubicBezTo>
                <a:cubicBezTo>
                  <a:pt x="2" y="543"/>
                  <a:pt x="0" y="534"/>
                  <a:pt x="0" y="524"/>
                </a:cubicBezTo>
                <a:lnTo>
                  <a:pt x="0" y="75"/>
                </a:lnTo>
                <a:cubicBezTo>
                  <a:pt x="0" y="65"/>
                  <a:pt x="2" y="55"/>
                  <a:pt x="5" y="46"/>
                </a:cubicBezTo>
                <a:cubicBezTo>
                  <a:pt x="9" y="37"/>
                  <a:pt x="15" y="29"/>
                  <a:pt x="22" y="22"/>
                </a:cubicBezTo>
                <a:cubicBezTo>
                  <a:pt x="29" y="15"/>
                  <a:pt x="37" y="9"/>
                  <a:pt x="46" y="6"/>
                </a:cubicBezTo>
                <a:cubicBezTo>
                  <a:pt x="55" y="2"/>
                  <a:pt x="65" y="0"/>
                  <a:pt x="75"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0" name=""/>
          <p:cNvSpPr/>
          <p:nvPr/>
        </p:nvSpPr>
        <p:spPr>
          <a:xfrm>
            <a:off x="3665880" y="1955520"/>
            <a:ext cx="269280" cy="148320"/>
          </a:xfrm>
          <a:custGeom>
            <a:avLst/>
            <a:gdLst/>
            <a:ahLst/>
            <a:rect l="0" t="0" r="r" b="b"/>
            <a:pathLst>
              <a:path w="748" h="412">
                <a:moveTo>
                  <a:pt x="37" y="0"/>
                </a:moveTo>
                <a:lnTo>
                  <a:pt x="711" y="0"/>
                </a:lnTo>
                <a:cubicBezTo>
                  <a:pt x="715" y="0"/>
                  <a:pt x="720" y="1"/>
                  <a:pt x="725" y="3"/>
                </a:cubicBezTo>
                <a:cubicBezTo>
                  <a:pt x="729" y="5"/>
                  <a:pt x="733" y="7"/>
                  <a:pt x="737" y="11"/>
                </a:cubicBezTo>
                <a:cubicBezTo>
                  <a:pt x="740" y="14"/>
                  <a:pt x="743" y="18"/>
                  <a:pt x="745" y="23"/>
                </a:cubicBezTo>
                <a:cubicBezTo>
                  <a:pt x="747" y="28"/>
                  <a:pt x="748" y="32"/>
                  <a:pt x="748" y="37"/>
                </a:cubicBezTo>
                <a:lnTo>
                  <a:pt x="748" y="375"/>
                </a:lnTo>
                <a:cubicBezTo>
                  <a:pt x="748" y="380"/>
                  <a:pt x="747" y="384"/>
                  <a:pt x="745" y="389"/>
                </a:cubicBezTo>
                <a:cubicBezTo>
                  <a:pt x="743" y="394"/>
                  <a:pt x="740" y="398"/>
                  <a:pt x="737" y="401"/>
                </a:cubicBezTo>
                <a:cubicBezTo>
                  <a:pt x="733" y="405"/>
                  <a:pt x="729" y="407"/>
                  <a:pt x="725" y="409"/>
                </a:cubicBezTo>
                <a:cubicBezTo>
                  <a:pt x="720" y="411"/>
                  <a:pt x="715" y="412"/>
                  <a:pt x="711" y="412"/>
                </a:cubicBezTo>
                <a:lnTo>
                  <a:pt x="37" y="412"/>
                </a:lnTo>
                <a:cubicBezTo>
                  <a:pt x="32" y="412"/>
                  <a:pt x="27" y="411"/>
                  <a:pt x="23" y="409"/>
                </a:cubicBezTo>
                <a:cubicBezTo>
                  <a:pt x="18" y="407"/>
                  <a:pt x="14" y="405"/>
                  <a:pt x="11" y="401"/>
                </a:cubicBezTo>
                <a:cubicBezTo>
                  <a:pt x="7" y="398"/>
                  <a:pt x="5" y="394"/>
                  <a:pt x="3" y="389"/>
                </a:cubicBezTo>
                <a:cubicBezTo>
                  <a:pt x="1" y="384"/>
                  <a:pt x="0" y="380"/>
                  <a:pt x="0" y="375"/>
                </a:cubicBezTo>
                <a:lnTo>
                  <a:pt x="0" y="37"/>
                </a:lnTo>
                <a:cubicBezTo>
                  <a:pt x="0" y="32"/>
                  <a:pt x="1" y="28"/>
                  <a:pt x="3" y="23"/>
                </a:cubicBezTo>
                <a:cubicBezTo>
                  <a:pt x="5" y="18"/>
                  <a:pt x="7" y="14"/>
                  <a:pt x="11" y="11"/>
                </a:cubicBezTo>
                <a:cubicBezTo>
                  <a:pt x="14" y="7"/>
                  <a:pt x="18" y="5"/>
                  <a:pt x="23" y="3"/>
                </a:cubicBezTo>
                <a:cubicBezTo>
                  <a:pt x="27" y="1"/>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51" name=""/>
          <p:cNvSpPr/>
          <p:nvPr/>
        </p:nvSpPr>
        <p:spPr>
          <a:xfrm>
            <a:off x="3571560" y="2157120"/>
            <a:ext cx="457560" cy="54360"/>
          </a:xfrm>
          <a:custGeom>
            <a:avLst/>
            <a:gdLst/>
            <a:ahLst/>
            <a:rect l="0" t="0" r="r" b="b"/>
            <a:pathLst>
              <a:path w="1271" h="151">
                <a:moveTo>
                  <a:pt x="0" y="0"/>
                </a:moveTo>
                <a:lnTo>
                  <a:pt x="1271" y="0"/>
                </a:lnTo>
                <a:lnTo>
                  <a:pt x="1159" y="151"/>
                </a:lnTo>
                <a:lnTo>
                  <a:pt x="112" y="151"/>
                </a:lnTo>
                <a:lnTo>
                  <a:pt x="0"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3880800" y="1834560"/>
            <a:ext cx="108000" cy="108000"/>
          </a:xfrm>
          <a:custGeom>
            <a:avLst/>
            <a:gdLst/>
            <a:ahLst/>
            <a:rect l="0" t="0" r="r" b="b"/>
            <a:pathLst>
              <a:path w="300" h="300">
                <a:moveTo>
                  <a:pt x="151" y="0"/>
                </a:moveTo>
                <a:lnTo>
                  <a:pt x="188" y="112"/>
                </a:lnTo>
                <a:lnTo>
                  <a:pt x="300" y="150"/>
                </a:lnTo>
                <a:lnTo>
                  <a:pt x="188" y="187"/>
                </a:lnTo>
                <a:lnTo>
                  <a:pt x="151" y="300"/>
                </a:lnTo>
                <a:lnTo>
                  <a:pt x="114" y="187"/>
                </a:lnTo>
                <a:lnTo>
                  <a:pt x="0" y="150"/>
                </a:lnTo>
                <a:lnTo>
                  <a:pt x="114" y="112"/>
                </a:lnTo>
                <a:lnTo>
                  <a:pt x="151"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3"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私の開発スタイル</a:t>
            </a:r>
            <a:endParaRPr lang="en-US" sz="3000" b="0" u="none" strike="noStrike">
              <a:solidFill>
                <a:srgbClr val="000000"/>
              </a:solidFill>
              <a:effectLst/>
              <a:uFillTx/>
              <a:latin typeface="游明朝体"/>
            </a:endParaRPr>
          </a:p>
        </p:txBody>
      </p:sp>
      <p:sp>
        <p:nvSpPr>
          <p:cNvPr id="1554" name=""/>
          <p:cNvSpPr txBox="1"/>
          <p:nvPr/>
        </p:nvSpPr>
        <p:spPr>
          <a:xfrm>
            <a:off x="3207240" y="2542680"/>
            <a:ext cx="1202040" cy="236520"/>
          </a:xfrm>
          <a:prstGeom prst="rect">
            <a:avLst/>
          </a:prstGeom>
          <a:noFill/>
          <a:ln w="0">
            <a:noFill/>
          </a:ln>
        </p:spPr>
        <p:txBody>
          <a:bodyPr wrap="none" lIns="0" tIns="0" rIns="0" bIns="0" anchor="t">
            <a:spAutoFit/>
          </a:bodyPr>
          <a:p>
            <a:pPr/>
            <a:r>
              <a:rPr lang="en-US" sz="1320" b="1" u="none" strike="noStrike">
                <a:solidFill>
                  <a:srgbClr val="085041"/>
                </a:solidFill>
                <a:effectLst/>
                <a:uFillTx/>
                <a:latin typeface="HiraKakuProN-W6"/>
                <a:ea typeface="HiraKakuProN-W6"/>
              </a:rPr>
              <a:t>AI</a:t>
            </a:r>
            <a:r>
              <a:rPr lang="ja-JP" sz="1320" b="1" u="none" strike="noStrike">
                <a:solidFill>
                  <a:srgbClr val="085041"/>
                </a:solidFill>
                <a:effectLst/>
                <a:uFillTx/>
                <a:latin typeface="HiraKakuProN-W6"/>
                <a:ea typeface="HiraKakuProN-W6"/>
              </a:rPr>
              <a:t>コーディング</a:t>
            </a:r>
            <a:endParaRPr lang="en-US" sz="1320" b="0" u="none" strike="noStrike">
              <a:solidFill>
                <a:srgbClr val="000000"/>
              </a:solidFill>
              <a:effectLst/>
              <a:uFillTx/>
              <a:latin typeface="游明朝体"/>
            </a:endParaRPr>
          </a:p>
        </p:txBody>
      </p:sp>
      <p:sp>
        <p:nvSpPr>
          <p:cNvPr id="1555" name=""/>
          <p:cNvSpPr/>
          <p:nvPr/>
        </p:nvSpPr>
        <p:spPr>
          <a:xfrm>
            <a:off x="4822200" y="2802960"/>
            <a:ext cx="914760" cy="915120"/>
          </a:xfrm>
          <a:custGeom>
            <a:avLst/>
            <a:gdLst/>
            <a:ahLst/>
            <a:rect l="0" t="0" r="r" b="b"/>
            <a:pathLst>
              <a:path w="2541" h="2542">
                <a:moveTo>
                  <a:pt x="2541" y="1272"/>
                </a:moveTo>
                <a:cubicBezTo>
                  <a:pt x="2541" y="1313"/>
                  <a:pt x="2539" y="1355"/>
                  <a:pt x="2535" y="1396"/>
                </a:cubicBezTo>
                <a:cubicBezTo>
                  <a:pt x="2531" y="1438"/>
                  <a:pt x="2525" y="1479"/>
                  <a:pt x="2517" y="1519"/>
                </a:cubicBezTo>
                <a:cubicBezTo>
                  <a:pt x="2509" y="1560"/>
                  <a:pt x="2498" y="1601"/>
                  <a:pt x="2486" y="1640"/>
                </a:cubicBezTo>
                <a:cubicBezTo>
                  <a:pt x="2474" y="1680"/>
                  <a:pt x="2460" y="1719"/>
                  <a:pt x="2444" y="1758"/>
                </a:cubicBezTo>
                <a:cubicBezTo>
                  <a:pt x="2428" y="1796"/>
                  <a:pt x="2411" y="1834"/>
                  <a:pt x="2391" y="1870"/>
                </a:cubicBezTo>
                <a:cubicBezTo>
                  <a:pt x="2372" y="1907"/>
                  <a:pt x="2350" y="1943"/>
                  <a:pt x="2327" y="1977"/>
                </a:cubicBezTo>
                <a:cubicBezTo>
                  <a:pt x="2304" y="2012"/>
                  <a:pt x="2279" y="2045"/>
                  <a:pt x="2253" y="2078"/>
                </a:cubicBezTo>
                <a:cubicBezTo>
                  <a:pt x="2226" y="2110"/>
                  <a:pt x="2199" y="2141"/>
                  <a:pt x="2169" y="2170"/>
                </a:cubicBezTo>
                <a:cubicBezTo>
                  <a:pt x="2140" y="2199"/>
                  <a:pt x="2109" y="2227"/>
                  <a:pt x="2077" y="2254"/>
                </a:cubicBezTo>
                <a:cubicBezTo>
                  <a:pt x="2045" y="2280"/>
                  <a:pt x="2011" y="2305"/>
                  <a:pt x="1977" y="2328"/>
                </a:cubicBezTo>
                <a:cubicBezTo>
                  <a:pt x="1942" y="2351"/>
                  <a:pt x="1906" y="2372"/>
                  <a:pt x="1870" y="2392"/>
                </a:cubicBezTo>
                <a:cubicBezTo>
                  <a:pt x="1833" y="2412"/>
                  <a:pt x="1796" y="2429"/>
                  <a:pt x="1757" y="2445"/>
                </a:cubicBezTo>
                <a:cubicBezTo>
                  <a:pt x="1719" y="2461"/>
                  <a:pt x="1680" y="2475"/>
                  <a:pt x="1640" y="2487"/>
                </a:cubicBezTo>
                <a:cubicBezTo>
                  <a:pt x="1600" y="2499"/>
                  <a:pt x="1560" y="2510"/>
                  <a:pt x="1519" y="2518"/>
                </a:cubicBezTo>
                <a:cubicBezTo>
                  <a:pt x="1478" y="2526"/>
                  <a:pt x="1437" y="2532"/>
                  <a:pt x="1396" y="2536"/>
                </a:cubicBezTo>
                <a:cubicBezTo>
                  <a:pt x="1354" y="2540"/>
                  <a:pt x="1313" y="2542"/>
                  <a:pt x="1271" y="2542"/>
                </a:cubicBezTo>
                <a:cubicBezTo>
                  <a:pt x="1230" y="2542"/>
                  <a:pt x="1188" y="2540"/>
                  <a:pt x="1147" y="2536"/>
                </a:cubicBezTo>
                <a:cubicBezTo>
                  <a:pt x="1105" y="2532"/>
                  <a:pt x="1064" y="2526"/>
                  <a:pt x="1023" y="2518"/>
                </a:cubicBezTo>
                <a:cubicBezTo>
                  <a:pt x="983" y="2510"/>
                  <a:pt x="942" y="2499"/>
                  <a:pt x="902" y="2487"/>
                </a:cubicBezTo>
                <a:cubicBezTo>
                  <a:pt x="863" y="2475"/>
                  <a:pt x="824" y="2461"/>
                  <a:pt x="785" y="2445"/>
                </a:cubicBezTo>
                <a:cubicBezTo>
                  <a:pt x="747" y="2429"/>
                  <a:pt x="709" y="2412"/>
                  <a:pt x="672" y="2392"/>
                </a:cubicBezTo>
                <a:cubicBezTo>
                  <a:pt x="636" y="2372"/>
                  <a:pt x="600" y="2351"/>
                  <a:pt x="565" y="2328"/>
                </a:cubicBezTo>
                <a:cubicBezTo>
                  <a:pt x="530" y="2305"/>
                  <a:pt x="497" y="2280"/>
                  <a:pt x="464" y="2254"/>
                </a:cubicBezTo>
                <a:cubicBezTo>
                  <a:pt x="432" y="2227"/>
                  <a:pt x="402" y="2199"/>
                  <a:pt x="372" y="2170"/>
                </a:cubicBezTo>
                <a:cubicBezTo>
                  <a:pt x="343" y="2141"/>
                  <a:pt x="315" y="2110"/>
                  <a:pt x="288" y="2078"/>
                </a:cubicBezTo>
                <a:cubicBezTo>
                  <a:pt x="262" y="2045"/>
                  <a:pt x="237" y="2012"/>
                  <a:pt x="214" y="1977"/>
                </a:cubicBezTo>
                <a:cubicBezTo>
                  <a:pt x="191" y="1943"/>
                  <a:pt x="170" y="1907"/>
                  <a:pt x="150" y="1870"/>
                </a:cubicBezTo>
                <a:cubicBezTo>
                  <a:pt x="130" y="1834"/>
                  <a:pt x="113" y="1796"/>
                  <a:pt x="97" y="1758"/>
                </a:cubicBezTo>
                <a:cubicBezTo>
                  <a:pt x="81" y="1719"/>
                  <a:pt x="67" y="1680"/>
                  <a:pt x="55" y="1640"/>
                </a:cubicBezTo>
                <a:cubicBezTo>
                  <a:pt x="43" y="1601"/>
                  <a:pt x="33" y="1560"/>
                  <a:pt x="25" y="1519"/>
                </a:cubicBezTo>
                <a:cubicBezTo>
                  <a:pt x="16" y="1479"/>
                  <a:pt x="10" y="1438"/>
                  <a:pt x="6" y="1396"/>
                </a:cubicBezTo>
                <a:cubicBezTo>
                  <a:pt x="2" y="1355"/>
                  <a:pt x="0" y="1313"/>
                  <a:pt x="0" y="1272"/>
                </a:cubicBezTo>
                <a:cubicBezTo>
                  <a:pt x="0" y="1230"/>
                  <a:pt x="2" y="1188"/>
                  <a:pt x="6" y="1147"/>
                </a:cubicBezTo>
                <a:cubicBezTo>
                  <a:pt x="10" y="1106"/>
                  <a:pt x="16" y="1064"/>
                  <a:pt x="25" y="1023"/>
                </a:cubicBezTo>
                <a:cubicBezTo>
                  <a:pt x="33" y="982"/>
                  <a:pt x="43" y="942"/>
                  <a:pt x="55" y="902"/>
                </a:cubicBezTo>
                <a:cubicBezTo>
                  <a:pt x="67" y="862"/>
                  <a:pt x="81" y="823"/>
                  <a:pt x="97" y="784"/>
                </a:cubicBezTo>
                <a:cubicBezTo>
                  <a:pt x="113" y="746"/>
                  <a:pt x="130" y="708"/>
                  <a:pt x="150" y="672"/>
                </a:cubicBezTo>
                <a:cubicBezTo>
                  <a:pt x="170" y="635"/>
                  <a:pt x="191" y="599"/>
                  <a:pt x="214" y="565"/>
                </a:cubicBezTo>
                <a:cubicBezTo>
                  <a:pt x="237" y="530"/>
                  <a:pt x="262" y="497"/>
                  <a:pt x="288" y="465"/>
                </a:cubicBezTo>
                <a:cubicBezTo>
                  <a:pt x="315" y="432"/>
                  <a:pt x="343" y="402"/>
                  <a:pt x="372" y="372"/>
                </a:cubicBezTo>
                <a:cubicBezTo>
                  <a:pt x="402" y="343"/>
                  <a:pt x="432" y="315"/>
                  <a:pt x="464" y="288"/>
                </a:cubicBezTo>
                <a:cubicBezTo>
                  <a:pt x="497" y="262"/>
                  <a:pt x="530" y="237"/>
                  <a:pt x="565" y="214"/>
                </a:cubicBezTo>
                <a:cubicBezTo>
                  <a:pt x="600" y="191"/>
                  <a:pt x="636" y="170"/>
                  <a:pt x="672" y="150"/>
                </a:cubicBezTo>
                <a:cubicBezTo>
                  <a:pt x="709" y="131"/>
                  <a:pt x="747" y="113"/>
                  <a:pt x="785" y="97"/>
                </a:cubicBezTo>
                <a:cubicBezTo>
                  <a:pt x="824" y="81"/>
                  <a:pt x="863" y="67"/>
                  <a:pt x="902" y="55"/>
                </a:cubicBezTo>
                <a:cubicBezTo>
                  <a:pt x="942" y="43"/>
                  <a:pt x="983" y="33"/>
                  <a:pt x="1023" y="25"/>
                </a:cubicBezTo>
                <a:cubicBezTo>
                  <a:pt x="1064" y="16"/>
                  <a:pt x="1105" y="10"/>
                  <a:pt x="1147" y="6"/>
                </a:cubicBezTo>
                <a:cubicBezTo>
                  <a:pt x="1188" y="2"/>
                  <a:pt x="1230" y="0"/>
                  <a:pt x="1271" y="0"/>
                </a:cubicBezTo>
                <a:cubicBezTo>
                  <a:pt x="1313" y="0"/>
                  <a:pt x="1354" y="2"/>
                  <a:pt x="1396" y="6"/>
                </a:cubicBezTo>
                <a:cubicBezTo>
                  <a:pt x="1437" y="10"/>
                  <a:pt x="1478" y="16"/>
                  <a:pt x="1519" y="25"/>
                </a:cubicBezTo>
                <a:cubicBezTo>
                  <a:pt x="1560" y="33"/>
                  <a:pt x="1600" y="43"/>
                  <a:pt x="1640" y="55"/>
                </a:cubicBezTo>
                <a:cubicBezTo>
                  <a:pt x="1680" y="67"/>
                  <a:pt x="1719" y="81"/>
                  <a:pt x="1757" y="97"/>
                </a:cubicBezTo>
                <a:cubicBezTo>
                  <a:pt x="1796" y="113"/>
                  <a:pt x="1833" y="131"/>
                  <a:pt x="1870" y="150"/>
                </a:cubicBezTo>
                <a:cubicBezTo>
                  <a:pt x="1906" y="170"/>
                  <a:pt x="1942" y="191"/>
                  <a:pt x="1977" y="214"/>
                </a:cubicBezTo>
                <a:cubicBezTo>
                  <a:pt x="2011" y="237"/>
                  <a:pt x="2045" y="262"/>
                  <a:pt x="2077" y="288"/>
                </a:cubicBezTo>
                <a:cubicBezTo>
                  <a:pt x="2109" y="315"/>
                  <a:pt x="2140" y="343"/>
                  <a:pt x="2169" y="372"/>
                </a:cubicBezTo>
                <a:cubicBezTo>
                  <a:pt x="2199" y="402"/>
                  <a:pt x="2226" y="432"/>
                  <a:pt x="2253" y="465"/>
                </a:cubicBezTo>
                <a:cubicBezTo>
                  <a:pt x="2279" y="497"/>
                  <a:pt x="2304" y="530"/>
                  <a:pt x="2327" y="565"/>
                </a:cubicBezTo>
                <a:cubicBezTo>
                  <a:pt x="2350" y="599"/>
                  <a:pt x="2372" y="635"/>
                  <a:pt x="2391" y="672"/>
                </a:cubicBezTo>
                <a:cubicBezTo>
                  <a:pt x="2411" y="708"/>
                  <a:pt x="2428" y="746"/>
                  <a:pt x="2444" y="784"/>
                </a:cubicBezTo>
                <a:cubicBezTo>
                  <a:pt x="2460" y="823"/>
                  <a:pt x="2474" y="862"/>
                  <a:pt x="2486" y="902"/>
                </a:cubicBezTo>
                <a:cubicBezTo>
                  <a:pt x="2498" y="942"/>
                  <a:pt x="2509" y="982"/>
                  <a:pt x="2517" y="1023"/>
                </a:cubicBezTo>
                <a:cubicBezTo>
                  <a:pt x="2525" y="1064"/>
                  <a:pt x="2531" y="1106"/>
                  <a:pt x="2535" y="1147"/>
                </a:cubicBezTo>
                <a:cubicBezTo>
                  <a:pt x="2539" y="1188"/>
                  <a:pt x="2541" y="1230"/>
                  <a:pt x="2541" y="1272"/>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56" name=""/>
          <p:cNvSpPr/>
          <p:nvPr/>
        </p:nvSpPr>
        <p:spPr>
          <a:xfrm>
            <a:off x="4822200" y="2802960"/>
            <a:ext cx="914760" cy="915120"/>
          </a:xfrm>
          <a:custGeom>
            <a:avLst/>
            <a:gdLst/>
            <a:ahLst/>
            <a:rect l="0" t="0" r="r" b="b"/>
            <a:pathLst>
              <a:path w="2541" h="2542">
                <a:moveTo>
                  <a:pt x="2541" y="1272"/>
                </a:moveTo>
                <a:cubicBezTo>
                  <a:pt x="2541" y="1313"/>
                  <a:pt x="2539" y="1355"/>
                  <a:pt x="2535" y="1396"/>
                </a:cubicBezTo>
                <a:cubicBezTo>
                  <a:pt x="2531" y="1438"/>
                  <a:pt x="2525" y="1479"/>
                  <a:pt x="2517" y="1519"/>
                </a:cubicBezTo>
                <a:cubicBezTo>
                  <a:pt x="2509" y="1560"/>
                  <a:pt x="2498" y="1601"/>
                  <a:pt x="2486" y="1640"/>
                </a:cubicBezTo>
                <a:cubicBezTo>
                  <a:pt x="2474" y="1680"/>
                  <a:pt x="2460" y="1719"/>
                  <a:pt x="2444" y="1758"/>
                </a:cubicBezTo>
                <a:cubicBezTo>
                  <a:pt x="2428" y="1796"/>
                  <a:pt x="2411" y="1834"/>
                  <a:pt x="2391" y="1870"/>
                </a:cubicBezTo>
                <a:cubicBezTo>
                  <a:pt x="2372" y="1907"/>
                  <a:pt x="2350" y="1943"/>
                  <a:pt x="2327" y="1977"/>
                </a:cubicBezTo>
                <a:cubicBezTo>
                  <a:pt x="2304" y="2012"/>
                  <a:pt x="2279" y="2045"/>
                  <a:pt x="2253" y="2078"/>
                </a:cubicBezTo>
                <a:cubicBezTo>
                  <a:pt x="2226" y="2110"/>
                  <a:pt x="2199" y="2141"/>
                  <a:pt x="2169" y="2170"/>
                </a:cubicBezTo>
                <a:cubicBezTo>
                  <a:pt x="2140" y="2199"/>
                  <a:pt x="2109" y="2227"/>
                  <a:pt x="2077" y="2254"/>
                </a:cubicBezTo>
                <a:cubicBezTo>
                  <a:pt x="2045" y="2280"/>
                  <a:pt x="2011" y="2305"/>
                  <a:pt x="1977" y="2328"/>
                </a:cubicBezTo>
                <a:cubicBezTo>
                  <a:pt x="1942" y="2351"/>
                  <a:pt x="1906" y="2372"/>
                  <a:pt x="1870" y="2392"/>
                </a:cubicBezTo>
                <a:cubicBezTo>
                  <a:pt x="1833" y="2412"/>
                  <a:pt x="1796" y="2429"/>
                  <a:pt x="1757" y="2445"/>
                </a:cubicBezTo>
                <a:cubicBezTo>
                  <a:pt x="1719" y="2461"/>
                  <a:pt x="1680" y="2475"/>
                  <a:pt x="1640" y="2487"/>
                </a:cubicBezTo>
                <a:cubicBezTo>
                  <a:pt x="1600" y="2499"/>
                  <a:pt x="1560" y="2510"/>
                  <a:pt x="1519" y="2518"/>
                </a:cubicBezTo>
                <a:cubicBezTo>
                  <a:pt x="1478" y="2526"/>
                  <a:pt x="1437" y="2532"/>
                  <a:pt x="1396" y="2536"/>
                </a:cubicBezTo>
                <a:cubicBezTo>
                  <a:pt x="1354" y="2540"/>
                  <a:pt x="1313" y="2542"/>
                  <a:pt x="1271" y="2542"/>
                </a:cubicBezTo>
                <a:cubicBezTo>
                  <a:pt x="1230" y="2542"/>
                  <a:pt x="1188" y="2540"/>
                  <a:pt x="1147" y="2536"/>
                </a:cubicBezTo>
                <a:cubicBezTo>
                  <a:pt x="1105" y="2532"/>
                  <a:pt x="1064" y="2526"/>
                  <a:pt x="1023" y="2518"/>
                </a:cubicBezTo>
                <a:cubicBezTo>
                  <a:pt x="983" y="2510"/>
                  <a:pt x="942" y="2499"/>
                  <a:pt x="902" y="2487"/>
                </a:cubicBezTo>
                <a:cubicBezTo>
                  <a:pt x="863" y="2475"/>
                  <a:pt x="824" y="2461"/>
                  <a:pt x="785" y="2445"/>
                </a:cubicBezTo>
                <a:cubicBezTo>
                  <a:pt x="747" y="2429"/>
                  <a:pt x="709" y="2412"/>
                  <a:pt x="672" y="2392"/>
                </a:cubicBezTo>
                <a:cubicBezTo>
                  <a:pt x="636" y="2372"/>
                  <a:pt x="600" y="2351"/>
                  <a:pt x="565" y="2328"/>
                </a:cubicBezTo>
                <a:cubicBezTo>
                  <a:pt x="530" y="2305"/>
                  <a:pt x="497" y="2280"/>
                  <a:pt x="464" y="2254"/>
                </a:cubicBezTo>
                <a:cubicBezTo>
                  <a:pt x="432" y="2227"/>
                  <a:pt x="402" y="2199"/>
                  <a:pt x="372" y="2170"/>
                </a:cubicBezTo>
                <a:cubicBezTo>
                  <a:pt x="343" y="2141"/>
                  <a:pt x="315" y="2110"/>
                  <a:pt x="288" y="2078"/>
                </a:cubicBezTo>
                <a:cubicBezTo>
                  <a:pt x="262" y="2045"/>
                  <a:pt x="237" y="2012"/>
                  <a:pt x="214" y="1977"/>
                </a:cubicBezTo>
                <a:cubicBezTo>
                  <a:pt x="191" y="1943"/>
                  <a:pt x="170" y="1907"/>
                  <a:pt x="150" y="1870"/>
                </a:cubicBezTo>
                <a:cubicBezTo>
                  <a:pt x="130" y="1834"/>
                  <a:pt x="113" y="1796"/>
                  <a:pt x="97" y="1758"/>
                </a:cubicBezTo>
                <a:cubicBezTo>
                  <a:pt x="81" y="1719"/>
                  <a:pt x="67" y="1680"/>
                  <a:pt x="55" y="1640"/>
                </a:cubicBezTo>
                <a:cubicBezTo>
                  <a:pt x="43" y="1601"/>
                  <a:pt x="33" y="1560"/>
                  <a:pt x="25" y="1519"/>
                </a:cubicBezTo>
                <a:cubicBezTo>
                  <a:pt x="16" y="1479"/>
                  <a:pt x="10" y="1438"/>
                  <a:pt x="6" y="1396"/>
                </a:cubicBezTo>
                <a:cubicBezTo>
                  <a:pt x="2" y="1355"/>
                  <a:pt x="0" y="1313"/>
                  <a:pt x="0" y="1272"/>
                </a:cubicBezTo>
                <a:cubicBezTo>
                  <a:pt x="0" y="1230"/>
                  <a:pt x="2" y="1188"/>
                  <a:pt x="6" y="1147"/>
                </a:cubicBezTo>
                <a:cubicBezTo>
                  <a:pt x="10" y="1106"/>
                  <a:pt x="16" y="1064"/>
                  <a:pt x="25" y="1023"/>
                </a:cubicBezTo>
                <a:cubicBezTo>
                  <a:pt x="33" y="982"/>
                  <a:pt x="43" y="942"/>
                  <a:pt x="55" y="902"/>
                </a:cubicBezTo>
                <a:cubicBezTo>
                  <a:pt x="67" y="862"/>
                  <a:pt x="81" y="823"/>
                  <a:pt x="97" y="784"/>
                </a:cubicBezTo>
                <a:cubicBezTo>
                  <a:pt x="113" y="746"/>
                  <a:pt x="130" y="708"/>
                  <a:pt x="150" y="672"/>
                </a:cubicBezTo>
                <a:cubicBezTo>
                  <a:pt x="170" y="635"/>
                  <a:pt x="191" y="599"/>
                  <a:pt x="214" y="565"/>
                </a:cubicBezTo>
                <a:cubicBezTo>
                  <a:pt x="237" y="530"/>
                  <a:pt x="262" y="497"/>
                  <a:pt x="288" y="465"/>
                </a:cubicBezTo>
                <a:cubicBezTo>
                  <a:pt x="315" y="432"/>
                  <a:pt x="343" y="402"/>
                  <a:pt x="372" y="372"/>
                </a:cubicBezTo>
                <a:cubicBezTo>
                  <a:pt x="402" y="343"/>
                  <a:pt x="432" y="315"/>
                  <a:pt x="464" y="288"/>
                </a:cubicBezTo>
                <a:cubicBezTo>
                  <a:pt x="497" y="262"/>
                  <a:pt x="530" y="237"/>
                  <a:pt x="565" y="214"/>
                </a:cubicBezTo>
                <a:cubicBezTo>
                  <a:pt x="600" y="191"/>
                  <a:pt x="636" y="170"/>
                  <a:pt x="672" y="150"/>
                </a:cubicBezTo>
                <a:cubicBezTo>
                  <a:pt x="709" y="131"/>
                  <a:pt x="747" y="113"/>
                  <a:pt x="785" y="97"/>
                </a:cubicBezTo>
                <a:cubicBezTo>
                  <a:pt x="824" y="81"/>
                  <a:pt x="863" y="67"/>
                  <a:pt x="902" y="55"/>
                </a:cubicBezTo>
                <a:cubicBezTo>
                  <a:pt x="942" y="43"/>
                  <a:pt x="983" y="33"/>
                  <a:pt x="1023" y="25"/>
                </a:cubicBezTo>
                <a:cubicBezTo>
                  <a:pt x="1064" y="16"/>
                  <a:pt x="1105" y="10"/>
                  <a:pt x="1147" y="6"/>
                </a:cubicBezTo>
                <a:cubicBezTo>
                  <a:pt x="1188" y="2"/>
                  <a:pt x="1230" y="0"/>
                  <a:pt x="1271" y="0"/>
                </a:cubicBezTo>
                <a:cubicBezTo>
                  <a:pt x="1313" y="0"/>
                  <a:pt x="1354" y="2"/>
                  <a:pt x="1396" y="6"/>
                </a:cubicBezTo>
                <a:cubicBezTo>
                  <a:pt x="1437" y="10"/>
                  <a:pt x="1478" y="16"/>
                  <a:pt x="1519" y="25"/>
                </a:cubicBezTo>
                <a:cubicBezTo>
                  <a:pt x="1560" y="33"/>
                  <a:pt x="1600" y="43"/>
                  <a:pt x="1640" y="55"/>
                </a:cubicBezTo>
                <a:cubicBezTo>
                  <a:pt x="1680" y="67"/>
                  <a:pt x="1719" y="81"/>
                  <a:pt x="1757" y="97"/>
                </a:cubicBezTo>
                <a:cubicBezTo>
                  <a:pt x="1796" y="113"/>
                  <a:pt x="1833" y="131"/>
                  <a:pt x="1870" y="150"/>
                </a:cubicBezTo>
                <a:cubicBezTo>
                  <a:pt x="1906" y="170"/>
                  <a:pt x="1942" y="191"/>
                  <a:pt x="1977" y="214"/>
                </a:cubicBezTo>
                <a:cubicBezTo>
                  <a:pt x="2011" y="237"/>
                  <a:pt x="2045" y="262"/>
                  <a:pt x="2077" y="288"/>
                </a:cubicBezTo>
                <a:cubicBezTo>
                  <a:pt x="2109" y="315"/>
                  <a:pt x="2140" y="343"/>
                  <a:pt x="2169" y="372"/>
                </a:cubicBezTo>
                <a:cubicBezTo>
                  <a:pt x="2199" y="402"/>
                  <a:pt x="2226" y="432"/>
                  <a:pt x="2253" y="465"/>
                </a:cubicBezTo>
                <a:cubicBezTo>
                  <a:pt x="2279" y="497"/>
                  <a:pt x="2304" y="530"/>
                  <a:pt x="2327" y="565"/>
                </a:cubicBezTo>
                <a:cubicBezTo>
                  <a:pt x="2350" y="599"/>
                  <a:pt x="2372" y="635"/>
                  <a:pt x="2391" y="672"/>
                </a:cubicBezTo>
                <a:cubicBezTo>
                  <a:pt x="2411" y="708"/>
                  <a:pt x="2428" y="746"/>
                  <a:pt x="2444" y="784"/>
                </a:cubicBezTo>
                <a:cubicBezTo>
                  <a:pt x="2460" y="823"/>
                  <a:pt x="2474" y="862"/>
                  <a:pt x="2486" y="902"/>
                </a:cubicBezTo>
                <a:cubicBezTo>
                  <a:pt x="2498" y="942"/>
                  <a:pt x="2509" y="982"/>
                  <a:pt x="2517" y="1023"/>
                </a:cubicBezTo>
                <a:cubicBezTo>
                  <a:pt x="2525" y="1064"/>
                  <a:pt x="2531" y="1106"/>
                  <a:pt x="2535" y="1147"/>
                </a:cubicBezTo>
                <a:cubicBezTo>
                  <a:pt x="2539" y="1188"/>
                  <a:pt x="2541" y="1230"/>
                  <a:pt x="2541" y="1272"/>
                </a:cubicBezTo>
                <a:close/>
              </a:path>
            </a:pathLst>
          </a:custGeom>
          <a:noFill/>
          <a:ln w="3240">
            <a:solidFill>
              <a:srgbClr val="5F5E5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57" name=""/>
          <p:cNvSpPr/>
          <p:nvPr/>
        </p:nvSpPr>
        <p:spPr>
          <a:xfrm>
            <a:off x="5080320" y="3117960"/>
            <a:ext cx="441720" cy="223560"/>
          </a:xfrm>
          <a:custGeom>
            <a:avLst/>
            <a:gdLst/>
            <a:ahLst/>
            <a:rect l="0" t="0" r="r" b="b"/>
            <a:pathLst>
              <a:path w="1227" h="621">
                <a:moveTo>
                  <a:pt x="31" y="546"/>
                </a:moveTo>
                <a:cubicBezTo>
                  <a:pt x="-45" y="372"/>
                  <a:pt x="19" y="271"/>
                  <a:pt x="218" y="246"/>
                </a:cubicBezTo>
                <a:cubicBezTo>
                  <a:pt x="268" y="97"/>
                  <a:pt x="392" y="34"/>
                  <a:pt x="591" y="59"/>
                </a:cubicBezTo>
                <a:cubicBezTo>
                  <a:pt x="741" y="-40"/>
                  <a:pt x="878" y="-15"/>
                  <a:pt x="1002" y="134"/>
                </a:cubicBezTo>
                <a:cubicBezTo>
                  <a:pt x="1152" y="134"/>
                  <a:pt x="1215" y="221"/>
                  <a:pt x="1189" y="397"/>
                </a:cubicBezTo>
                <a:cubicBezTo>
                  <a:pt x="1265" y="521"/>
                  <a:pt x="1227" y="596"/>
                  <a:pt x="1077" y="621"/>
                </a:cubicBezTo>
                <a:lnTo>
                  <a:pt x="106" y="621"/>
                </a:lnTo>
                <a:cubicBezTo>
                  <a:pt x="6" y="621"/>
                  <a:pt x="-19" y="596"/>
                  <a:pt x="31" y="54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8" name=""/>
          <p:cNvSpPr txBox="1"/>
          <p:nvPr/>
        </p:nvSpPr>
        <p:spPr>
          <a:xfrm>
            <a:off x="3353400" y="2787480"/>
            <a:ext cx="896760" cy="128520"/>
          </a:xfrm>
          <a:prstGeom prst="rect">
            <a:avLst/>
          </a:prstGeom>
          <a:noFill/>
          <a:ln w="0">
            <a:noFill/>
          </a:ln>
        </p:spPr>
        <p:txBody>
          <a:bodyPr wrap="none" lIns="0" tIns="0" rIns="0" bIns="0" anchor="t">
            <a:spAutoFit/>
          </a:bodyPr>
          <a:p>
            <a:pPr/>
            <a:r>
              <a:rPr lang="ja-JP" sz="1010" b="0" u="none" strike="noStrike">
                <a:solidFill>
                  <a:srgbClr val="0F6E56"/>
                </a:solidFill>
                <a:effectLst/>
                <a:uFillTx/>
                <a:latin typeface="HiraKakuProN-W3"/>
                <a:ea typeface="HiraKakuProN-W3"/>
              </a:rPr>
              <a:t>パソコンで開発</a:t>
            </a:r>
            <a:endParaRPr lang="en-US" sz="1010" b="0" u="none" strike="noStrike">
              <a:solidFill>
                <a:srgbClr val="000000"/>
              </a:solidFill>
              <a:effectLst/>
              <a:uFillTx/>
              <a:latin typeface="游明朝体"/>
            </a:endParaRPr>
          </a:p>
        </p:txBody>
      </p:sp>
      <p:sp>
        <p:nvSpPr>
          <p:cNvPr id="1559" name=""/>
          <p:cNvSpPr txBox="1"/>
          <p:nvPr/>
        </p:nvSpPr>
        <p:spPr>
          <a:xfrm>
            <a:off x="4662360" y="3753360"/>
            <a:ext cx="1239480" cy="236520"/>
          </a:xfrm>
          <a:prstGeom prst="rect">
            <a:avLst/>
          </a:prstGeom>
          <a:noFill/>
          <a:ln w="0">
            <a:noFill/>
          </a:ln>
        </p:spPr>
        <p:txBody>
          <a:bodyPr wrap="none" lIns="0" tIns="0" rIns="0" bIns="0" anchor="t">
            <a:spAutoFit/>
          </a:bodyPr>
          <a:p>
            <a:pPr/>
            <a:r>
              <a:rPr lang="en-US" sz="1320" b="1" u="none" strike="noStrike">
                <a:solidFill>
                  <a:srgbClr val="444441"/>
                </a:solidFill>
                <a:effectLst/>
                <a:uFillTx/>
                <a:latin typeface="HiraKakuProN-W6"/>
                <a:ea typeface="HiraKakuProN-W6"/>
              </a:rPr>
              <a:t>GitHub</a:t>
            </a:r>
            <a:r>
              <a:rPr lang="ja-JP" sz="1320" b="1" u="none" strike="noStrike">
                <a:solidFill>
                  <a:srgbClr val="444441"/>
                </a:solidFill>
                <a:effectLst/>
                <a:uFillTx/>
                <a:latin typeface="HiraKakuProN-W6"/>
                <a:ea typeface="HiraKakuProN-W6"/>
              </a:rPr>
              <a:t>へ</a:t>
            </a:r>
            <a:r>
              <a:rPr lang="en-US" sz="1320" b="1" u="none" strike="noStrike">
                <a:solidFill>
                  <a:srgbClr val="444441"/>
                </a:solidFill>
                <a:effectLst/>
                <a:uFillTx/>
                <a:latin typeface="HiraKakuProN-W6"/>
                <a:ea typeface="HiraKakuProN-W6"/>
              </a:rPr>
              <a:t>push</a:t>
            </a:r>
            <a:endParaRPr lang="en-US" sz="1320" b="0" u="none" strike="noStrike">
              <a:solidFill>
                <a:srgbClr val="000000"/>
              </a:solidFill>
              <a:effectLst/>
              <a:uFillTx/>
              <a:latin typeface="游明朝体"/>
            </a:endParaRPr>
          </a:p>
        </p:txBody>
      </p:sp>
      <p:sp>
        <p:nvSpPr>
          <p:cNvPr id="1560" name=""/>
          <p:cNvSpPr/>
          <p:nvPr/>
        </p:nvSpPr>
        <p:spPr>
          <a:xfrm>
            <a:off x="3342960" y="4013640"/>
            <a:ext cx="914760" cy="915120"/>
          </a:xfrm>
          <a:custGeom>
            <a:avLst/>
            <a:gdLst/>
            <a:ahLst/>
            <a:rect l="0" t="0" r="r" b="b"/>
            <a:pathLst>
              <a:path w="2541" h="2542">
                <a:moveTo>
                  <a:pt x="2541" y="1272"/>
                </a:moveTo>
                <a:cubicBezTo>
                  <a:pt x="2541" y="1313"/>
                  <a:pt x="2539" y="1355"/>
                  <a:pt x="2535" y="1396"/>
                </a:cubicBezTo>
                <a:cubicBezTo>
                  <a:pt x="2531" y="1438"/>
                  <a:pt x="2525" y="1479"/>
                  <a:pt x="2517" y="1520"/>
                </a:cubicBezTo>
                <a:cubicBezTo>
                  <a:pt x="2509" y="1560"/>
                  <a:pt x="2499" y="1601"/>
                  <a:pt x="2487" y="1640"/>
                </a:cubicBezTo>
                <a:cubicBezTo>
                  <a:pt x="2475" y="1680"/>
                  <a:pt x="2461" y="1719"/>
                  <a:pt x="2445" y="1758"/>
                </a:cubicBezTo>
                <a:cubicBezTo>
                  <a:pt x="2429" y="1796"/>
                  <a:pt x="2411" y="1834"/>
                  <a:pt x="2391" y="1871"/>
                </a:cubicBezTo>
                <a:cubicBezTo>
                  <a:pt x="2372" y="1907"/>
                  <a:pt x="2350" y="1943"/>
                  <a:pt x="2327" y="1977"/>
                </a:cubicBezTo>
                <a:cubicBezTo>
                  <a:pt x="2304" y="2012"/>
                  <a:pt x="2279" y="2045"/>
                  <a:pt x="2253" y="2078"/>
                </a:cubicBezTo>
                <a:cubicBezTo>
                  <a:pt x="2227" y="2110"/>
                  <a:pt x="2199" y="2141"/>
                  <a:pt x="2169" y="2170"/>
                </a:cubicBezTo>
                <a:cubicBezTo>
                  <a:pt x="2139" y="2199"/>
                  <a:pt x="2108" y="2227"/>
                  <a:pt x="2076" y="2254"/>
                </a:cubicBezTo>
                <a:cubicBezTo>
                  <a:pt x="2044" y="2280"/>
                  <a:pt x="2011" y="2305"/>
                  <a:pt x="1976" y="2328"/>
                </a:cubicBezTo>
                <a:cubicBezTo>
                  <a:pt x="1941" y="2351"/>
                  <a:pt x="1906" y="2373"/>
                  <a:pt x="1869" y="2392"/>
                </a:cubicBezTo>
                <a:cubicBezTo>
                  <a:pt x="1832" y="2412"/>
                  <a:pt x="1795" y="2430"/>
                  <a:pt x="1756" y="2445"/>
                </a:cubicBezTo>
                <a:cubicBezTo>
                  <a:pt x="1718" y="2461"/>
                  <a:pt x="1679" y="2475"/>
                  <a:pt x="1639" y="2487"/>
                </a:cubicBezTo>
                <a:cubicBezTo>
                  <a:pt x="1599" y="2500"/>
                  <a:pt x="1559" y="2510"/>
                  <a:pt x="1518" y="2518"/>
                </a:cubicBezTo>
                <a:cubicBezTo>
                  <a:pt x="1477" y="2526"/>
                  <a:pt x="1436" y="2532"/>
                  <a:pt x="1395" y="2536"/>
                </a:cubicBezTo>
                <a:cubicBezTo>
                  <a:pt x="1353" y="2540"/>
                  <a:pt x="1312" y="2542"/>
                  <a:pt x="1270" y="2542"/>
                </a:cubicBezTo>
                <a:cubicBezTo>
                  <a:pt x="1229" y="2542"/>
                  <a:pt x="1187" y="2540"/>
                  <a:pt x="1146" y="2536"/>
                </a:cubicBezTo>
                <a:cubicBezTo>
                  <a:pt x="1105" y="2532"/>
                  <a:pt x="1063" y="2526"/>
                  <a:pt x="1023" y="2518"/>
                </a:cubicBezTo>
                <a:cubicBezTo>
                  <a:pt x="982" y="2510"/>
                  <a:pt x="942" y="2500"/>
                  <a:pt x="902" y="2487"/>
                </a:cubicBezTo>
                <a:cubicBezTo>
                  <a:pt x="862" y="2475"/>
                  <a:pt x="823" y="2461"/>
                  <a:pt x="784" y="2445"/>
                </a:cubicBezTo>
                <a:cubicBezTo>
                  <a:pt x="746" y="2430"/>
                  <a:pt x="708" y="2412"/>
                  <a:pt x="672" y="2392"/>
                </a:cubicBezTo>
                <a:cubicBezTo>
                  <a:pt x="635" y="2373"/>
                  <a:pt x="599" y="2351"/>
                  <a:pt x="565" y="2328"/>
                </a:cubicBezTo>
                <a:cubicBezTo>
                  <a:pt x="530" y="2305"/>
                  <a:pt x="497" y="2280"/>
                  <a:pt x="465" y="2254"/>
                </a:cubicBezTo>
                <a:cubicBezTo>
                  <a:pt x="433" y="2227"/>
                  <a:pt x="402" y="2199"/>
                  <a:pt x="372" y="2170"/>
                </a:cubicBezTo>
                <a:cubicBezTo>
                  <a:pt x="343" y="2141"/>
                  <a:pt x="315" y="2110"/>
                  <a:pt x="289" y="2078"/>
                </a:cubicBezTo>
                <a:cubicBezTo>
                  <a:pt x="262" y="2045"/>
                  <a:pt x="238" y="2012"/>
                  <a:pt x="214" y="1977"/>
                </a:cubicBezTo>
                <a:cubicBezTo>
                  <a:pt x="191" y="1943"/>
                  <a:pt x="170" y="1907"/>
                  <a:pt x="150" y="1871"/>
                </a:cubicBezTo>
                <a:cubicBezTo>
                  <a:pt x="131" y="1834"/>
                  <a:pt x="113" y="1796"/>
                  <a:pt x="97" y="1758"/>
                </a:cubicBezTo>
                <a:cubicBezTo>
                  <a:pt x="81" y="1719"/>
                  <a:pt x="67" y="1680"/>
                  <a:pt x="55" y="1640"/>
                </a:cubicBezTo>
                <a:cubicBezTo>
                  <a:pt x="43" y="1601"/>
                  <a:pt x="33" y="1560"/>
                  <a:pt x="25" y="1520"/>
                </a:cubicBezTo>
                <a:cubicBezTo>
                  <a:pt x="17" y="1479"/>
                  <a:pt x="11" y="1438"/>
                  <a:pt x="7" y="1396"/>
                </a:cubicBezTo>
                <a:cubicBezTo>
                  <a:pt x="2" y="1355"/>
                  <a:pt x="0" y="1313"/>
                  <a:pt x="0" y="1272"/>
                </a:cubicBezTo>
                <a:cubicBezTo>
                  <a:pt x="0" y="1230"/>
                  <a:pt x="2" y="1189"/>
                  <a:pt x="7" y="1147"/>
                </a:cubicBezTo>
                <a:cubicBezTo>
                  <a:pt x="11" y="1106"/>
                  <a:pt x="17" y="1065"/>
                  <a:pt x="25" y="1024"/>
                </a:cubicBezTo>
                <a:cubicBezTo>
                  <a:pt x="33" y="983"/>
                  <a:pt x="43" y="943"/>
                  <a:pt x="55" y="903"/>
                </a:cubicBezTo>
                <a:cubicBezTo>
                  <a:pt x="67" y="863"/>
                  <a:pt x="81" y="824"/>
                  <a:pt x="97" y="785"/>
                </a:cubicBezTo>
                <a:cubicBezTo>
                  <a:pt x="113" y="747"/>
                  <a:pt x="131" y="709"/>
                  <a:pt x="150" y="673"/>
                </a:cubicBezTo>
                <a:cubicBezTo>
                  <a:pt x="170" y="636"/>
                  <a:pt x="191" y="600"/>
                  <a:pt x="214" y="566"/>
                </a:cubicBezTo>
                <a:cubicBezTo>
                  <a:pt x="238" y="531"/>
                  <a:pt x="262" y="498"/>
                  <a:pt x="289" y="466"/>
                </a:cubicBezTo>
                <a:cubicBezTo>
                  <a:pt x="315" y="433"/>
                  <a:pt x="343" y="403"/>
                  <a:pt x="372" y="373"/>
                </a:cubicBezTo>
                <a:cubicBezTo>
                  <a:pt x="402" y="344"/>
                  <a:pt x="433" y="316"/>
                  <a:pt x="465" y="290"/>
                </a:cubicBezTo>
                <a:cubicBezTo>
                  <a:pt x="497" y="262"/>
                  <a:pt x="530" y="237"/>
                  <a:pt x="565" y="214"/>
                </a:cubicBezTo>
                <a:cubicBezTo>
                  <a:pt x="599" y="191"/>
                  <a:pt x="635" y="170"/>
                  <a:pt x="672" y="150"/>
                </a:cubicBezTo>
                <a:cubicBezTo>
                  <a:pt x="708" y="131"/>
                  <a:pt x="746" y="113"/>
                  <a:pt x="784" y="97"/>
                </a:cubicBezTo>
                <a:cubicBezTo>
                  <a:pt x="823" y="81"/>
                  <a:pt x="862" y="67"/>
                  <a:pt x="902" y="55"/>
                </a:cubicBezTo>
                <a:cubicBezTo>
                  <a:pt x="942" y="43"/>
                  <a:pt x="982" y="33"/>
                  <a:pt x="1023" y="25"/>
                </a:cubicBezTo>
                <a:cubicBezTo>
                  <a:pt x="1063" y="16"/>
                  <a:pt x="1105" y="10"/>
                  <a:pt x="1146" y="6"/>
                </a:cubicBezTo>
                <a:cubicBezTo>
                  <a:pt x="1187" y="2"/>
                  <a:pt x="1229" y="0"/>
                  <a:pt x="1270" y="0"/>
                </a:cubicBezTo>
                <a:cubicBezTo>
                  <a:pt x="1312" y="0"/>
                  <a:pt x="1353" y="2"/>
                  <a:pt x="1395" y="6"/>
                </a:cubicBezTo>
                <a:cubicBezTo>
                  <a:pt x="1436" y="10"/>
                  <a:pt x="1477" y="16"/>
                  <a:pt x="1518" y="25"/>
                </a:cubicBezTo>
                <a:cubicBezTo>
                  <a:pt x="1559" y="33"/>
                  <a:pt x="1599" y="43"/>
                  <a:pt x="1639" y="55"/>
                </a:cubicBezTo>
                <a:cubicBezTo>
                  <a:pt x="1679" y="67"/>
                  <a:pt x="1718" y="81"/>
                  <a:pt x="1756" y="97"/>
                </a:cubicBezTo>
                <a:cubicBezTo>
                  <a:pt x="1795" y="113"/>
                  <a:pt x="1832" y="131"/>
                  <a:pt x="1869" y="150"/>
                </a:cubicBezTo>
                <a:cubicBezTo>
                  <a:pt x="1906" y="170"/>
                  <a:pt x="1941" y="191"/>
                  <a:pt x="1976" y="214"/>
                </a:cubicBezTo>
                <a:cubicBezTo>
                  <a:pt x="2011" y="237"/>
                  <a:pt x="2044" y="262"/>
                  <a:pt x="2076" y="290"/>
                </a:cubicBezTo>
                <a:cubicBezTo>
                  <a:pt x="2108" y="316"/>
                  <a:pt x="2139" y="344"/>
                  <a:pt x="2169" y="373"/>
                </a:cubicBezTo>
                <a:cubicBezTo>
                  <a:pt x="2199" y="403"/>
                  <a:pt x="2227" y="433"/>
                  <a:pt x="2253" y="466"/>
                </a:cubicBezTo>
                <a:cubicBezTo>
                  <a:pt x="2279" y="498"/>
                  <a:pt x="2304" y="531"/>
                  <a:pt x="2327" y="566"/>
                </a:cubicBezTo>
                <a:cubicBezTo>
                  <a:pt x="2350" y="600"/>
                  <a:pt x="2372" y="636"/>
                  <a:pt x="2391" y="673"/>
                </a:cubicBezTo>
                <a:cubicBezTo>
                  <a:pt x="2411" y="709"/>
                  <a:pt x="2429" y="747"/>
                  <a:pt x="2445" y="785"/>
                </a:cubicBezTo>
                <a:cubicBezTo>
                  <a:pt x="2461" y="824"/>
                  <a:pt x="2475" y="863"/>
                  <a:pt x="2487" y="903"/>
                </a:cubicBezTo>
                <a:cubicBezTo>
                  <a:pt x="2499" y="943"/>
                  <a:pt x="2509" y="983"/>
                  <a:pt x="2517" y="1024"/>
                </a:cubicBezTo>
                <a:cubicBezTo>
                  <a:pt x="2525" y="1065"/>
                  <a:pt x="2531" y="1106"/>
                  <a:pt x="2535" y="1147"/>
                </a:cubicBezTo>
                <a:cubicBezTo>
                  <a:pt x="2539" y="1189"/>
                  <a:pt x="2541" y="1230"/>
                  <a:pt x="2541" y="1272"/>
                </a:cubicBezTo>
                <a:close/>
              </a:path>
            </a:pathLst>
          </a:custGeom>
          <a:solidFill>
            <a:srgbClr val="FAECE7"/>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1" name=""/>
          <p:cNvSpPr/>
          <p:nvPr/>
        </p:nvSpPr>
        <p:spPr>
          <a:xfrm>
            <a:off x="3342960" y="4013640"/>
            <a:ext cx="914760" cy="915120"/>
          </a:xfrm>
          <a:custGeom>
            <a:avLst/>
            <a:gdLst/>
            <a:ahLst/>
            <a:rect l="0" t="0" r="r" b="b"/>
            <a:pathLst>
              <a:path w="2541" h="2542">
                <a:moveTo>
                  <a:pt x="2541" y="1272"/>
                </a:moveTo>
                <a:cubicBezTo>
                  <a:pt x="2541" y="1313"/>
                  <a:pt x="2539" y="1355"/>
                  <a:pt x="2535" y="1396"/>
                </a:cubicBezTo>
                <a:cubicBezTo>
                  <a:pt x="2531" y="1438"/>
                  <a:pt x="2525" y="1479"/>
                  <a:pt x="2517" y="1520"/>
                </a:cubicBezTo>
                <a:cubicBezTo>
                  <a:pt x="2509" y="1560"/>
                  <a:pt x="2499" y="1601"/>
                  <a:pt x="2487" y="1640"/>
                </a:cubicBezTo>
                <a:cubicBezTo>
                  <a:pt x="2475" y="1680"/>
                  <a:pt x="2461" y="1719"/>
                  <a:pt x="2445" y="1758"/>
                </a:cubicBezTo>
                <a:cubicBezTo>
                  <a:pt x="2429" y="1796"/>
                  <a:pt x="2411" y="1834"/>
                  <a:pt x="2391" y="1871"/>
                </a:cubicBezTo>
                <a:cubicBezTo>
                  <a:pt x="2372" y="1907"/>
                  <a:pt x="2350" y="1943"/>
                  <a:pt x="2327" y="1977"/>
                </a:cubicBezTo>
                <a:cubicBezTo>
                  <a:pt x="2304" y="2012"/>
                  <a:pt x="2279" y="2045"/>
                  <a:pt x="2253" y="2078"/>
                </a:cubicBezTo>
                <a:cubicBezTo>
                  <a:pt x="2227" y="2110"/>
                  <a:pt x="2199" y="2141"/>
                  <a:pt x="2169" y="2170"/>
                </a:cubicBezTo>
                <a:cubicBezTo>
                  <a:pt x="2139" y="2199"/>
                  <a:pt x="2108" y="2227"/>
                  <a:pt x="2076" y="2254"/>
                </a:cubicBezTo>
                <a:cubicBezTo>
                  <a:pt x="2044" y="2280"/>
                  <a:pt x="2011" y="2305"/>
                  <a:pt x="1976" y="2328"/>
                </a:cubicBezTo>
                <a:cubicBezTo>
                  <a:pt x="1941" y="2351"/>
                  <a:pt x="1906" y="2373"/>
                  <a:pt x="1869" y="2392"/>
                </a:cubicBezTo>
                <a:cubicBezTo>
                  <a:pt x="1832" y="2412"/>
                  <a:pt x="1795" y="2430"/>
                  <a:pt x="1756" y="2445"/>
                </a:cubicBezTo>
                <a:cubicBezTo>
                  <a:pt x="1718" y="2461"/>
                  <a:pt x="1679" y="2475"/>
                  <a:pt x="1639" y="2487"/>
                </a:cubicBezTo>
                <a:cubicBezTo>
                  <a:pt x="1599" y="2500"/>
                  <a:pt x="1559" y="2510"/>
                  <a:pt x="1518" y="2518"/>
                </a:cubicBezTo>
                <a:cubicBezTo>
                  <a:pt x="1477" y="2526"/>
                  <a:pt x="1436" y="2532"/>
                  <a:pt x="1395" y="2536"/>
                </a:cubicBezTo>
                <a:cubicBezTo>
                  <a:pt x="1353" y="2540"/>
                  <a:pt x="1312" y="2542"/>
                  <a:pt x="1270" y="2542"/>
                </a:cubicBezTo>
                <a:cubicBezTo>
                  <a:pt x="1229" y="2542"/>
                  <a:pt x="1187" y="2540"/>
                  <a:pt x="1146" y="2536"/>
                </a:cubicBezTo>
                <a:cubicBezTo>
                  <a:pt x="1105" y="2532"/>
                  <a:pt x="1063" y="2526"/>
                  <a:pt x="1023" y="2518"/>
                </a:cubicBezTo>
                <a:cubicBezTo>
                  <a:pt x="982" y="2510"/>
                  <a:pt x="942" y="2500"/>
                  <a:pt x="902" y="2487"/>
                </a:cubicBezTo>
                <a:cubicBezTo>
                  <a:pt x="862" y="2475"/>
                  <a:pt x="823" y="2461"/>
                  <a:pt x="784" y="2445"/>
                </a:cubicBezTo>
                <a:cubicBezTo>
                  <a:pt x="746" y="2430"/>
                  <a:pt x="708" y="2412"/>
                  <a:pt x="672" y="2392"/>
                </a:cubicBezTo>
                <a:cubicBezTo>
                  <a:pt x="635" y="2373"/>
                  <a:pt x="599" y="2351"/>
                  <a:pt x="565" y="2328"/>
                </a:cubicBezTo>
                <a:cubicBezTo>
                  <a:pt x="530" y="2305"/>
                  <a:pt x="497" y="2280"/>
                  <a:pt x="465" y="2254"/>
                </a:cubicBezTo>
                <a:cubicBezTo>
                  <a:pt x="433" y="2227"/>
                  <a:pt x="402" y="2199"/>
                  <a:pt x="372" y="2170"/>
                </a:cubicBezTo>
                <a:cubicBezTo>
                  <a:pt x="343" y="2141"/>
                  <a:pt x="315" y="2110"/>
                  <a:pt x="289" y="2078"/>
                </a:cubicBezTo>
                <a:cubicBezTo>
                  <a:pt x="262" y="2045"/>
                  <a:pt x="238" y="2012"/>
                  <a:pt x="214" y="1977"/>
                </a:cubicBezTo>
                <a:cubicBezTo>
                  <a:pt x="191" y="1943"/>
                  <a:pt x="170" y="1907"/>
                  <a:pt x="150" y="1871"/>
                </a:cubicBezTo>
                <a:cubicBezTo>
                  <a:pt x="131" y="1834"/>
                  <a:pt x="113" y="1796"/>
                  <a:pt x="97" y="1758"/>
                </a:cubicBezTo>
                <a:cubicBezTo>
                  <a:pt x="81" y="1719"/>
                  <a:pt x="67" y="1680"/>
                  <a:pt x="55" y="1640"/>
                </a:cubicBezTo>
                <a:cubicBezTo>
                  <a:pt x="43" y="1601"/>
                  <a:pt x="33" y="1560"/>
                  <a:pt x="25" y="1520"/>
                </a:cubicBezTo>
                <a:cubicBezTo>
                  <a:pt x="17" y="1479"/>
                  <a:pt x="11" y="1438"/>
                  <a:pt x="7" y="1396"/>
                </a:cubicBezTo>
                <a:cubicBezTo>
                  <a:pt x="2" y="1355"/>
                  <a:pt x="0" y="1313"/>
                  <a:pt x="0" y="1272"/>
                </a:cubicBezTo>
                <a:cubicBezTo>
                  <a:pt x="0" y="1230"/>
                  <a:pt x="2" y="1189"/>
                  <a:pt x="7" y="1147"/>
                </a:cubicBezTo>
                <a:cubicBezTo>
                  <a:pt x="11" y="1106"/>
                  <a:pt x="17" y="1065"/>
                  <a:pt x="25" y="1024"/>
                </a:cubicBezTo>
                <a:cubicBezTo>
                  <a:pt x="33" y="983"/>
                  <a:pt x="43" y="943"/>
                  <a:pt x="55" y="903"/>
                </a:cubicBezTo>
                <a:cubicBezTo>
                  <a:pt x="67" y="863"/>
                  <a:pt x="81" y="824"/>
                  <a:pt x="97" y="785"/>
                </a:cubicBezTo>
                <a:cubicBezTo>
                  <a:pt x="113" y="747"/>
                  <a:pt x="131" y="709"/>
                  <a:pt x="150" y="673"/>
                </a:cubicBezTo>
                <a:cubicBezTo>
                  <a:pt x="170" y="636"/>
                  <a:pt x="191" y="600"/>
                  <a:pt x="214" y="566"/>
                </a:cubicBezTo>
                <a:cubicBezTo>
                  <a:pt x="238" y="531"/>
                  <a:pt x="262" y="498"/>
                  <a:pt x="289" y="466"/>
                </a:cubicBezTo>
                <a:cubicBezTo>
                  <a:pt x="315" y="433"/>
                  <a:pt x="343" y="403"/>
                  <a:pt x="372" y="373"/>
                </a:cubicBezTo>
                <a:cubicBezTo>
                  <a:pt x="402" y="344"/>
                  <a:pt x="433" y="316"/>
                  <a:pt x="465" y="290"/>
                </a:cubicBezTo>
                <a:cubicBezTo>
                  <a:pt x="497" y="262"/>
                  <a:pt x="530" y="237"/>
                  <a:pt x="565" y="214"/>
                </a:cubicBezTo>
                <a:cubicBezTo>
                  <a:pt x="599" y="191"/>
                  <a:pt x="635" y="170"/>
                  <a:pt x="672" y="150"/>
                </a:cubicBezTo>
                <a:cubicBezTo>
                  <a:pt x="708" y="131"/>
                  <a:pt x="746" y="113"/>
                  <a:pt x="784" y="97"/>
                </a:cubicBezTo>
                <a:cubicBezTo>
                  <a:pt x="823" y="81"/>
                  <a:pt x="862" y="67"/>
                  <a:pt x="902" y="55"/>
                </a:cubicBezTo>
                <a:cubicBezTo>
                  <a:pt x="942" y="43"/>
                  <a:pt x="982" y="33"/>
                  <a:pt x="1023" y="25"/>
                </a:cubicBezTo>
                <a:cubicBezTo>
                  <a:pt x="1063" y="16"/>
                  <a:pt x="1105" y="10"/>
                  <a:pt x="1146" y="6"/>
                </a:cubicBezTo>
                <a:cubicBezTo>
                  <a:pt x="1187" y="2"/>
                  <a:pt x="1229" y="0"/>
                  <a:pt x="1270" y="0"/>
                </a:cubicBezTo>
                <a:cubicBezTo>
                  <a:pt x="1312" y="0"/>
                  <a:pt x="1353" y="2"/>
                  <a:pt x="1395" y="6"/>
                </a:cubicBezTo>
                <a:cubicBezTo>
                  <a:pt x="1436" y="10"/>
                  <a:pt x="1477" y="16"/>
                  <a:pt x="1518" y="25"/>
                </a:cubicBezTo>
                <a:cubicBezTo>
                  <a:pt x="1559" y="33"/>
                  <a:pt x="1599" y="43"/>
                  <a:pt x="1639" y="55"/>
                </a:cubicBezTo>
                <a:cubicBezTo>
                  <a:pt x="1679" y="67"/>
                  <a:pt x="1718" y="81"/>
                  <a:pt x="1756" y="97"/>
                </a:cubicBezTo>
                <a:cubicBezTo>
                  <a:pt x="1795" y="113"/>
                  <a:pt x="1832" y="131"/>
                  <a:pt x="1869" y="150"/>
                </a:cubicBezTo>
                <a:cubicBezTo>
                  <a:pt x="1906" y="170"/>
                  <a:pt x="1941" y="191"/>
                  <a:pt x="1976" y="214"/>
                </a:cubicBezTo>
                <a:cubicBezTo>
                  <a:pt x="2011" y="237"/>
                  <a:pt x="2044" y="262"/>
                  <a:pt x="2076" y="290"/>
                </a:cubicBezTo>
                <a:cubicBezTo>
                  <a:pt x="2108" y="316"/>
                  <a:pt x="2139" y="344"/>
                  <a:pt x="2169" y="373"/>
                </a:cubicBezTo>
                <a:cubicBezTo>
                  <a:pt x="2199" y="403"/>
                  <a:pt x="2227" y="433"/>
                  <a:pt x="2253" y="466"/>
                </a:cubicBezTo>
                <a:cubicBezTo>
                  <a:pt x="2279" y="498"/>
                  <a:pt x="2304" y="531"/>
                  <a:pt x="2327" y="566"/>
                </a:cubicBezTo>
                <a:cubicBezTo>
                  <a:pt x="2350" y="600"/>
                  <a:pt x="2372" y="636"/>
                  <a:pt x="2391" y="673"/>
                </a:cubicBezTo>
                <a:cubicBezTo>
                  <a:pt x="2411" y="709"/>
                  <a:pt x="2429" y="747"/>
                  <a:pt x="2445" y="785"/>
                </a:cubicBezTo>
                <a:cubicBezTo>
                  <a:pt x="2461" y="824"/>
                  <a:pt x="2475" y="863"/>
                  <a:pt x="2487" y="903"/>
                </a:cubicBezTo>
                <a:cubicBezTo>
                  <a:pt x="2499" y="943"/>
                  <a:pt x="2509" y="983"/>
                  <a:pt x="2517" y="1024"/>
                </a:cubicBezTo>
                <a:cubicBezTo>
                  <a:pt x="2525" y="1065"/>
                  <a:pt x="2531" y="1106"/>
                  <a:pt x="2535" y="1147"/>
                </a:cubicBezTo>
                <a:cubicBezTo>
                  <a:pt x="2539" y="1189"/>
                  <a:pt x="2541" y="1230"/>
                  <a:pt x="2541" y="1272"/>
                </a:cubicBezTo>
                <a:close/>
              </a:path>
            </a:pathLst>
          </a:custGeom>
          <a:noFill/>
          <a:ln w="3240">
            <a:solidFill>
              <a:srgbClr val="993C1D"/>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62" name=""/>
          <p:cNvSpPr/>
          <p:nvPr/>
        </p:nvSpPr>
        <p:spPr>
          <a:xfrm>
            <a:off x="3706200" y="4296240"/>
            <a:ext cx="188640" cy="349920"/>
          </a:xfrm>
          <a:custGeom>
            <a:avLst/>
            <a:gdLst/>
            <a:ahLst/>
            <a:rect l="0" t="0" r="r" b="b"/>
            <a:pathLst>
              <a:path w="524" h="972">
                <a:moveTo>
                  <a:pt x="112" y="0"/>
                </a:moveTo>
                <a:lnTo>
                  <a:pt x="412" y="0"/>
                </a:lnTo>
                <a:cubicBezTo>
                  <a:pt x="427" y="0"/>
                  <a:pt x="441" y="3"/>
                  <a:pt x="455" y="8"/>
                </a:cubicBezTo>
                <a:cubicBezTo>
                  <a:pt x="468" y="14"/>
                  <a:pt x="481" y="22"/>
                  <a:pt x="491" y="33"/>
                </a:cubicBezTo>
                <a:cubicBezTo>
                  <a:pt x="502" y="43"/>
                  <a:pt x="510" y="55"/>
                  <a:pt x="515" y="69"/>
                </a:cubicBezTo>
                <a:cubicBezTo>
                  <a:pt x="521" y="83"/>
                  <a:pt x="524" y="97"/>
                  <a:pt x="524" y="112"/>
                </a:cubicBezTo>
                <a:lnTo>
                  <a:pt x="524" y="860"/>
                </a:lnTo>
                <a:cubicBezTo>
                  <a:pt x="524" y="875"/>
                  <a:pt x="521" y="889"/>
                  <a:pt x="515" y="903"/>
                </a:cubicBezTo>
                <a:cubicBezTo>
                  <a:pt x="510" y="917"/>
                  <a:pt x="502" y="929"/>
                  <a:pt x="491" y="940"/>
                </a:cubicBezTo>
                <a:cubicBezTo>
                  <a:pt x="481" y="950"/>
                  <a:pt x="468" y="958"/>
                  <a:pt x="455" y="964"/>
                </a:cubicBezTo>
                <a:cubicBezTo>
                  <a:pt x="441" y="970"/>
                  <a:pt x="427" y="972"/>
                  <a:pt x="412" y="972"/>
                </a:cubicBezTo>
                <a:lnTo>
                  <a:pt x="112" y="972"/>
                </a:lnTo>
                <a:cubicBezTo>
                  <a:pt x="97" y="972"/>
                  <a:pt x="83" y="970"/>
                  <a:pt x="69" y="964"/>
                </a:cubicBezTo>
                <a:cubicBezTo>
                  <a:pt x="55" y="958"/>
                  <a:pt x="43" y="950"/>
                  <a:pt x="33" y="940"/>
                </a:cubicBezTo>
                <a:cubicBezTo>
                  <a:pt x="22" y="929"/>
                  <a:pt x="14" y="917"/>
                  <a:pt x="8" y="903"/>
                </a:cubicBezTo>
                <a:cubicBezTo>
                  <a:pt x="3" y="889"/>
                  <a:pt x="0" y="875"/>
                  <a:pt x="0" y="860"/>
                </a:cubicBezTo>
                <a:lnTo>
                  <a:pt x="0" y="112"/>
                </a:lnTo>
                <a:cubicBezTo>
                  <a:pt x="0" y="97"/>
                  <a:pt x="3" y="83"/>
                  <a:pt x="8" y="69"/>
                </a:cubicBezTo>
                <a:cubicBezTo>
                  <a:pt x="14" y="55"/>
                  <a:pt x="22" y="43"/>
                  <a:pt x="33" y="33"/>
                </a:cubicBezTo>
                <a:cubicBezTo>
                  <a:pt x="43" y="22"/>
                  <a:pt x="55" y="14"/>
                  <a:pt x="69" y="8"/>
                </a:cubicBezTo>
                <a:cubicBezTo>
                  <a:pt x="83" y="3"/>
                  <a:pt x="97" y="0"/>
                  <a:pt x="112"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3" name=""/>
          <p:cNvSpPr/>
          <p:nvPr/>
        </p:nvSpPr>
        <p:spPr>
          <a:xfrm>
            <a:off x="3733200" y="4336560"/>
            <a:ext cx="134640" cy="242640"/>
          </a:xfrm>
          <a:custGeom>
            <a:avLst/>
            <a:gdLst/>
            <a:ahLst/>
            <a:rect l="0" t="0" r="r" b="b"/>
            <a:pathLst>
              <a:path w="374" h="674">
                <a:moveTo>
                  <a:pt x="37" y="0"/>
                </a:moveTo>
                <a:lnTo>
                  <a:pt x="337" y="0"/>
                </a:lnTo>
                <a:cubicBezTo>
                  <a:pt x="342" y="0"/>
                  <a:pt x="347" y="1"/>
                  <a:pt x="351" y="3"/>
                </a:cubicBezTo>
                <a:cubicBezTo>
                  <a:pt x="356" y="5"/>
                  <a:pt x="360" y="7"/>
                  <a:pt x="363" y="11"/>
                </a:cubicBezTo>
                <a:cubicBezTo>
                  <a:pt x="367" y="14"/>
                  <a:pt x="369" y="18"/>
                  <a:pt x="371" y="23"/>
                </a:cubicBezTo>
                <a:cubicBezTo>
                  <a:pt x="373" y="28"/>
                  <a:pt x="374" y="32"/>
                  <a:pt x="374" y="37"/>
                </a:cubicBezTo>
                <a:lnTo>
                  <a:pt x="374" y="636"/>
                </a:lnTo>
                <a:cubicBezTo>
                  <a:pt x="374" y="641"/>
                  <a:pt x="373" y="646"/>
                  <a:pt x="371" y="651"/>
                </a:cubicBezTo>
                <a:cubicBezTo>
                  <a:pt x="369" y="655"/>
                  <a:pt x="367" y="659"/>
                  <a:pt x="363" y="663"/>
                </a:cubicBezTo>
                <a:cubicBezTo>
                  <a:pt x="360" y="666"/>
                  <a:pt x="356" y="669"/>
                  <a:pt x="351" y="671"/>
                </a:cubicBezTo>
                <a:cubicBezTo>
                  <a:pt x="347" y="673"/>
                  <a:pt x="342" y="674"/>
                  <a:pt x="337" y="674"/>
                </a:cubicBezTo>
                <a:lnTo>
                  <a:pt x="37" y="674"/>
                </a:lnTo>
                <a:cubicBezTo>
                  <a:pt x="32" y="674"/>
                  <a:pt x="27" y="673"/>
                  <a:pt x="23" y="671"/>
                </a:cubicBezTo>
                <a:cubicBezTo>
                  <a:pt x="18" y="669"/>
                  <a:pt x="14" y="666"/>
                  <a:pt x="11" y="663"/>
                </a:cubicBezTo>
                <a:cubicBezTo>
                  <a:pt x="7" y="659"/>
                  <a:pt x="4" y="655"/>
                  <a:pt x="2" y="651"/>
                </a:cubicBezTo>
                <a:cubicBezTo>
                  <a:pt x="1" y="646"/>
                  <a:pt x="0" y="641"/>
                  <a:pt x="0" y="636"/>
                </a:cubicBezTo>
                <a:lnTo>
                  <a:pt x="0" y="37"/>
                </a:lnTo>
                <a:cubicBezTo>
                  <a:pt x="0" y="32"/>
                  <a:pt x="1" y="28"/>
                  <a:pt x="2" y="23"/>
                </a:cubicBezTo>
                <a:cubicBezTo>
                  <a:pt x="4" y="18"/>
                  <a:pt x="7" y="14"/>
                  <a:pt x="11" y="11"/>
                </a:cubicBezTo>
                <a:cubicBezTo>
                  <a:pt x="14" y="7"/>
                  <a:pt x="18" y="5"/>
                  <a:pt x="23" y="3"/>
                </a:cubicBezTo>
                <a:cubicBezTo>
                  <a:pt x="27" y="1"/>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4" name=""/>
          <p:cNvSpPr/>
          <p:nvPr/>
        </p:nvSpPr>
        <p:spPr>
          <a:xfrm>
            <a:off x="3783600" y="4588920"/>
            <a:ext cx="33840" cy="33840"/>
          </a:xfrm>
          <a:custGeom>
            <a:avLst/>
            <a:gdLst/>
            <a:ahLst/>
            <a:rect l="0" t="0" r="r" b="b"/>
            <a:pathLst>
              <a:path w="94" h="94">
                <a:moveTo>
                  <a:pt x="94" y="47"/>
                </a:moveTo>
                <a:cubicBezTo>
                  <a:pt x="94" y="54"/>
                  <a:pt x="93" y="59"/>
                  <a:pt x="91" y="65"/>
                </a:cubicBezTo>
                <a:cubicBezTo>
                  <a:pt x="88" y="71"/>
                  <a:pt x="85" y="76"/>
                  <a:pt x="80" y="80"/>
                </a:cubicBezTo>
                <a:cubicBezTo>
                  <a:pt x="76" y="85"/>
                  <a:pt x="71" y="88"/>
                  <a:pt x="65" y="90"/>
                </a:cubicBezTo>
                <a:cubicBezTo>
                  <a:pt x="60" y="93"/>
                  <a:pt x="54" y="94"/>
                  <a:pt x="47" y="94"/>
                </a:cubicBezTo>
                <a:cubicBezTo>
                  <a:pt x="40" y="94"/>
                  <a:pt x="34" y="93"/>
                  <a:pt x="29" y="90"/>
                </a:cubicBezTo>
                <a:cubicBezTo>
                  <a:pt x="23" y="88"/>
                  <a:pt x="18" y="85"/>
                  <a:pt x="13" y="80"/>
                </a:cubicBezTo>
                <a:cubicBezTo>
                  <a:pt x="9" y="76"/>
                  <a:pt x="6" y="71"/>
                  <a:pt x="3" y="65"/>
                </a:cubicBezTo>
                <a:cubicBezTo>
                  <a:pt x="1" y="59"/>
                  <a:pt x="0" y="54"/>
                  <a:pt x="0" y="47"/>
                </a:cubicBezTo>
                <a:cubicBezTo>
                  <a:pt x="0" y="40"/>
                  <a:pt x="1" y="34"/>
                  <a:pt x="3" y="28"/>
                </a:cubicBezTo>
                <a:cubicBezTo>
                  <a:pt x="6" y="23"/>
                  <a:pt x="9" y="18"/>
                  <a:pt x="13" y="13"/>
                </a:cubicBezTo>
                <a:cubicBezTo>
                  <a:pt x="18" y="9"/>
                  <a:pt x="23" y="6"/>
                  <a:pt x="29" y="3"/>
                </a:cubicBezTo>
                <a:cubicBezTo>
                  <a:pt x="34" y="1"/>
                  <a:pt x="40" y="0"/>
                  <a:pt x="47" y="0"/>
                </a:cubicBezTo>
                <a:cubicBezTo>
                  <a:pt x="54" y="0"/>
                  <a:pt x="60" y="1"/>
                  <a:pt x="65" y="3"/>
                </a:cubicBezTo>
                <a:cubicBezTo>
                  <a:pt x="71" y="6"/>
                  <a:pt x="76" y="9"/>
                  <a:pt x="80" y="13"/>
                </a:cubicBezTo>
                <a:cubicBezTo>
                  <a:pt x="85" y="18"/>
                  <a:pt x="88" y="23"/>
                  <a:pt x="91" y="28"/>
                </a:cubicBezTo>
                <a:cubicBezTo>
                  <a:pt x="93" y="34"/>
                  <a:pt x="94" y="40"/>
                  <a:pt x="94"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5" name=""/>
          <p:cNvSpPr txBox="1"/>
          <p:nvPr/>
        </p:nvSpPr>
        <p:spPr>
          <a:xfrm>
            <a:off x="4704840" y="3998160"/>
            <a:ext cx="1152720" cy="128520"/>
          </a:xfrm>
          <a:prstGeom prst="rect">
            <a:avLst/>
          </a:prstGeom>
          <a:noFill/>
          <a:ln w="0">
            <a:noFill/>
          </a:ln>
        </p:spPr>
        <p:txBody>
          <a:bodyPr wrap="none" lIns="0" tIns="0" rIns="0" bIns="0" anchor="t">
            <a:spAutoFit/>
          </a:bodyPr>
          <a:p>
            <a:pPr/>
            <a:r>
              <a:rPr lang="ja-JP" sz="1010" b="0" u="none" strike="noStrike">
                <a:solidFill>
                  <a:srgbClr val="5F5E5A"/>
                </a:solidFill>
                <a:effectLst/>
                <a:uFillTx/>
                <a:latin typeface="HiraKakuProN-W3"/>
                <a:ea typeface="HiraKakuProN-W3"/>
              </a:rPr>
              <a:t>成果を公開・可視化</a:t>
            </a:r>
            <a:endParaRPr lang="en-US" sz="1010" b="0" u="none" strike="noStrike">
              <a:solidFill>
                <a:srgbClr val="000000"/>
              </a:solidFill>
              <a:effectLst/>
              <a:uFillTx/>
              <a:latin typeface="游明朝体"/>
            </a:endParaRPr>
          </a:p>
        </p:txBody>
      </p:sp>
      <p:sp>
        <p:nvSpPr>
          <p:cNvPr id="1566" name=""/>
          <p:cNvSpPr txBox="1"/>
          <p:nvPr/>
        </p:nvSpPr>
        <p:spPr>
          <a:xfrm>
            <a:off x="3128400" y="4964040"/>
            <a:ext cx="1341720" cy="168120"/>
          </a:xfrm>
          <a:prstGeom prst="rect">
            <a:avLst/>
          </a:prstGeom>
          <a:noFill/>
          <a:ln w="0">
            <a:noFill/>
          </a:ln>
        </p:spPr>
        <p:txBody>
          <a:bodyPr wrap="none" lIns="0" tIns="0" rIns="0" bIns="0" anchor="t">
            <a:spAutoFit/>
          </a:bodyPr>
          <a:p>
            <a:pPr/>
            <a:r>
              <a:rPr lang="ja-JP" sz="1320" b="1" u="none" strike="noStrike">
                <a:solidFill>
                  <a:srgbClr val="712B13"/>
                </a:solidFill>
                <a:effectLst/>
                <a:uFillTx/>
                <a:latin typeface="HiraKakuProN-W6"/>
                <a:ea typeface="HiraKakuProN-W6"/>
              </a:rPr>
              <a:t>スマホで⽇常活⽤</a:t>
            </a:r>
            <a:endParaRPr lang="en-US" sz="1320" b="0" u="none" strike="noStrike">
              <a:solidFill>
                <a:srgbClr val="000000"/>
              </a:solidFill>
              <a:effectLst/>
              <a:uFillTx/>
              <a:latin typeface="游明朝体"/>
            </a:endParaRPr>
          </a:p>
        </p:txBody>
      </p:sp>
      <p:sp>
        <p:nvSpPr>
          <p:cNvPr id="1567" name=""/>
          <p:cNvSpPr/>
          <p:nvPr/>
        </p:nvSpPr>
        <p:spPr>
          <a:xfrm>
            <a:off x="1864080" y="2802960"/>
            <a:ext cx="914760" cy="915120"/>
          </a:xfrm>
          <a:custGeom>
            <a:avLst/>
            <a:gdLst/>
            <a:ahLst/>
            <a:rect l="0" t="0" r="r" b="b"/>
            <a:pathLst>
              <a:path w="2541" h="2542">
                <a:moveTo>
                  <a:pt x="2541" y="1272"/>
                </a:moveTo>
                <a:cubicBezTo>
                  <a:pt x="2541" y="1313"/>
                  <a:pt x="2539" y="1355"/>
                  <a:pt x="2535" y="1396"/>
                </a:cubicBezTo>
                <a:cubicBezTo>
                  <a:pt x="2530" y="1438"/>
                  <a:pt x="2524" y="1479"/>
                  <a:pt x="2516" y="1519"/>
                </a:cubicBezTo>
                <a:cubicBezTo>
                  <a:pt x="2508" y="1560"/>
                  <a:pt x="2498" y="1601"/>
                  <a:pt x="2486" y="1640"/>
                </a:cubicBezTo>
                <a:cubicBezTo>
                  <a:pt x="2474" y="1680"/>
                  <a:pt x="2460" y="1719"/>
                  <a:pt x="2444" y="1758"/>
                </a:cubicBezTo>
                <a:cubicBezTo>
                  <a:pt x="2428" y="1796"/>
                  <a:pt x="2410" y="1834"/>
                  <a:pt x="2391" y="1870"/>
                </a:cubicBezTo>
                <a:cubicBezTo>
                  <a:pt x="2371" y="1907"/>
                  <a:pt x="2350" y="1943"/>
                  <a:pt x="2327" y="1977"/>
                </a:cubicBezTo>
                <a:cubicBezTo>
                  <a:pt x="2303" y="2012"/>
                  <a:pt x="2279" y="2045"/>
                  <a:pt x="2252" y="2078"/>
                </a:cubicBezTo>
                <a:cubicBezTo>
                  <a:pt x="2226" y="2110"/>
                  <a:pt x="2198" y="2141"/>
                  <a:pt x="2169" y="2170"/>
                </a:cubicBezTo>
                <a:cubicBezTo>
                  <a:pt x="2139" y="2199"/>
                  <a:pt x="2108" y="2227"/>
                  <a:pt x="2076" y="2254"/>
                </a:cubicBezTo>
                <a:cubicBezTo>
                  <a:pt x="2044" y="2280"/>
                  <a:pt x="2011" y="2305"/>
                  <a:pt x="1976" y="2328"/>
                </a:cubicBezTo>
                <a:cubicBezTo>
                  <a:pt x="1942" y="2351"/>
                  <a:pt x="1906" y="2372"/>
                  <a:pt x="1869" y="2392"/>
                </a:cubicBezTo>
                <a:cubicBezTo>
                  <a:pt x="1833" y="2412"/>
                  <a:pt x="1795" y="2429"/>
                  <a:pt x="1757" y="2445"/>
                </a:cubicBezTo>
                <a:cubicBezTo>
                  <a:pt x="1718" y="2461"/>
                  <a:pt x="1679" y="2475"/>
                  <a:pt x="1639" y="2487"/>
                </a:cubicBezTo>
                <a:cubicBezTo>
                  <a:pt x="1600" y="2499"/>
                  <a:pt x="1559" y="2510"/>
                  <a:pt x="1518" y="2518"/>
                </a:cubicBezTo>
                <a:cubicBezTo>
                  <a:pt x="1478" y="2526"/>
                  <a:pt x="1437" y="2532"/>
                  <a:pt x="1395" y="2536"/>
                </a:cubicBezTo>
                <a:cubicBezTo>
                  <a:pt x="1354" y="2540"/>
                  <a:pt x="1312" y="2542"/>
                  <a:pt x="1271" y="2542"/>
                </a:cubicBezTo>
                <a:cubicBezTo>
                  <a:pt x="1229" y="2542"/>
                  <a:pt x="1188" y="2540"/>
                  <a:pt x="1145" y="2536"/>
                </a:cubicBezTo>
                <a:cubicBezTo>
                  <a:pt x="1104" y="2532"/>
                  <a:pt x="1063" y="2526"/>
                  <a:pt x="1022" y="2518"/>
                </a:cubicBezTo>
                <a:cubicBezTo>
                  <a:pt x="981" y="2510"/>
                  <a:pt x="941" y="2499"/>
                  <a:pt x="901" y="2487"/>
                </a:cubicBezTo>
                <a:cubicBezTo>
                  <a:pt x="861" y="2475"/>
                  <a:pt x="822" y="2461"/>
                  <a:pt x="784" y="2445"/>
                </a:cubicBezTo>
                <a:cubicBezTo>
                  <a:pt x="745" y="2429"/>
                  <a:pt x="708" y="2412"/>
                  <a:pt x="671" y="2392"/>
                </a:cubicBezTo>
                <a:cubicBezTo>
                  <a:pt x="634" y="2372"/>
                  <a:pt x="599" y="2351"/>
                  <a:pt x="564" y="2328"/>
                </a:cubicBezTo>
                <a:cubicBezTo>
                  <a:pt x="530" y="2305"/>
                  <a:pt x="496" y="2280"/>
                  <a:pt x="464" y="2254"/>
                </a:cubicBezTo>
                <a:cubicBezTo>
                  <a:pt x="432" y="2227"/>
                  <a:pt x="401" y="2199"/>
                  <a:pt x="372" y="2170"/>
                </a:cubicBezTo>
                <a:cubicBezTo>
                  <a:pt x="342" y="2141"/>
                  <a:pt x="314" y="2110"/>
                  <a:pt x="288" y="2078"/>
                </a:cubicBezTo>
                <a:cubicBezTo>
                  <a:pt x="262" y="2045"/>
                  <a:pt x="237" y="2012"/>
                  <a:pt x="214" y="1977"/>
                </a:cubicBezTo>
                <a:cubicBezTo>
                  <a:pt x="191" y="1943"/>
                  <a:pt x="169" y="1907"/>
                  <a:pt x="150" y="1870"/>
                </a:cubicBezTo>
                <a:cubicBezTo>
                  <a:pt x="130" y="1834"/>
                  <a:pt x="112" y="1796"/>
                  <a:pt x="96" y="1758"/>
                </a:cubicBezTo>
                <a:cubicBezTo>
                  <a:pt x="80" y="1719"/>
                  <a:pt x="66" y="1680"/>
                  <a:pt x="54" y="1640"/>
                </a:cubicBezTo>
                <a:cubicBezTo>
                  <a:pt x="42" y="1601"/>
                  <a:pt x="32" y="1560"/>
                  <a:pt x="24" y="1519"/>
                </a:cubicBezTo>
                <a:cubicBezTo>
                  <a:pt x="16" y="1479"/>
                  <a:pt x="10" y="1438"/>
                  <a:pt x="6" y="1396"/>
                </a:cubicBezTo>
                <a:cubicBezTo>
                  <a:pt x="2" y="1355"/>
                  <a:pt x="0" y="1313"/>
                  <a:pt x="0" y="1272"/>
                </a:cubicBezTo>
                <a:cubicBezTo>
                  <a:pt x="0" y="1230"/>
                  <a:pt x="2" y="1188"/>
                  <a:pt x="6" y="1147"/>
                </a:cubicBezTo>
                <a:cubicBezTo>
                  <a:pt x="10" y="1106"/>
                  <a:pt x="16" y="1064"/>
                  <a:pt x="24" y="1023"/>
                </a:cubicBezTo>
                <a:cubicBezTo>
                  <a:pt x="32" y="982"/>
                  <a:pt x="42" y="942"/>
                  <a:pt x="54" y="902"/>
                </a:cubicBezTo>
                <a:cubicBezTo>
                  <a:pt x="66" y="862"/>
                  <a:pt x="80" y="823"/>
                  <a:pt x="96" y="784"/>
                </a:cubicBezTo>
                <a:cubicBezTo>
                  <a:pt x="112" y="746"/>
                  <a:pt x="130" y="708"/>
                  <a:pt x="150" y="672"/>
                </a:cubicBezTo>
                <a:cubicBezTo>
                  <a:pt x="169" y="635"/>
                  <a:pt x="191" y="599"/>
                  <a:pt x="214" y="565"/>
                </a:cubicBezTo>
                <a:cubicBezTo>
                  <a:pt x="237" y="530"/>
                  <a:pt x="262" y="497"/>
                  <a:pt x="288" y="465"/>
                </a:cubicBezTo>
                <a:cubicBezTo>
                  <a:pt x="314" y="432"/>
                  <a:pt x="342" y="402"/>
                  <a:pt x="372" y="372"/>
                </a:cubicBezTo>
                <a:cubicBezTo>
                  <a:pt x="401" y="343"/>
                  <a:pt x="432" y="315"/>
                  <a:pt x="464" y="288"/>
                </a:cubicBezTo>
                <a:cubicBezTo>
                  <a:pt x="496" y="262"/>
                  <a:pt x="530" y="237"/>
                  <a:pt x="564" y="214"/>
                </a:cubicBezTo>
                <a:cubicBezTo>
                  <a:pt x="599" y="191"/>
                  <a:pt x="634" y="170"/>
                  <a:pt x="671" y="150"/>
                </a:cubicBezTo>
                <a:cubicBezTo>
                  <a:pt x="708" y="131"/>
                  <a:pt x="745" y="113"/>
                  <a:pt x="784" y="97"/>
                </a:cubicBezTo>
                <a:cubicBezTo>
                  <a:pt x="822" y="81"/>
                  <a:pt x="861" y="67"/>
                  <a:pt x="901" y="55"/>
                </a:cubicBezTo>
                <a:cubicBezTo>
                  <a:pt x="941" y="43"/>
                  <a:pt x="981" y="33"/>
                  <a:pt x="1022" y="25"/>
                </a:cubicBezTo>
                <a:cubicBezTo>
                  <a:pt x="1063" y="16"/>
                  <a:pt x="1104" y="10"/>
                  <a:pt x="1145" y="6"/>
                </a:cubicBezTo>
                <a:cubicBezTo>
                  <a:pt x="1188" y="2"/>
                  <a:pt x="1229" y="0"/>
                  <a:pt x="1271" y="0"/>
                </a:cubicBezTo>
                <a:cubicBezTo>
                  <a:pt x="1312" y="0"/>
                  <a:pt x="1354" y="2"/>
                  <a:pt x="1395" y="6"/>
                </a:cubicBezTo>
                <a:cubicBezTo>
                  <a:pt x="1437" y="10"/>
                  <a:pt x="1478" y="16"/>
                  <a:pt x="1518" y="25"/>
                </a:cubicBezTo>
                <a:cubicBezTo>
                  <a:pt x="1559" y="33"/>
                  <a:pt x="1600" y="43"/>
                  <a:pt x="1639" y="55"/>
                </a:cubicBezTo>
                <a:cubicBezTo>
                  <a:pt x="1679" y="67"/>
                  <a:pt x="1718" y="81"/>
                  <a:pt x="1757" y="97"/>
                </a:cubicBezTo>
                <a:cubicBezTo>
                  <a:pt x="1795" y="113"/>
                  <a:pt x="1833" y="131"/>
                  <a:pt x="1869" y="150"/>
                </a:cubicBezTo>
                <a:cubicBezTo>
                  <a:pt x="1906" y="170"/>
                  <a:pt x="1942" y="191"/>
                  <a:pt x="1976" y="214"/>
                </a:cubicBezTo>
                <a:cubicBezTo>
                  <a:pt x="2011" y="237"/>
                  <a:pt x="2044" y="262"/>
                  <a:pt x="2076" y="288"/>
                </a:cubicBezTo>
                <a:cubicBezTo>
                  <a:pt x="2108" y="315"/>
                  <a:pt x="2139" y="343"/>
                  <a:pt x="2169" y="372"/>
                </a:cubicBezTo>
                <a:cubicBezTo>
                  <a:pt x="2198" y="402"/>
                  <a:pt x="2226" y="432"/>
                  <a:pt x="2252" y="465"/>
                </a:cubicBezTo>
                <a:cubicBezTo>
                  <a:pt x="2279" y="497"/>
                  <a:pt x="2303" y="530"/>
                  <a:pt x="2327" y="565"/>
                </a:cubicBezTo>
                <a:cubicBezTo>
                  <a:pt x="2350" y="599"/>
                  <a:pt x="2371" y="635"/>
                  <a:pt x="2391" y="672"/>
                </a:cubicBezTo>
                <a:cubicBezTo>
                  <a:pt x="2410" y="708"/>
                  <a:pt x="2428" y="746"/>
                  <a:pt x="2444" y="784"/>
                </a:cubicBezTo>
                <a:cubicBezTo>
                  <a:pt x="2460" y="823"/>
                  <a:pt x="2474" y="862"/>
                  <a:pt x="2486" y="902"/>
                </a:cubicBezTo>
                <a:cubicBezTo>
                  <a:pt x="2498" y="942"/>
                  <a:pt x="2508" y="982"/>
                  <a:pt x="2516" y="1023"/>
                </a:cubicBezTo>
                <a:cubicBezTo>
                  <a:pt x="2524" y="1064"/>
                  <a:pt x="2530" y="1106"/>
                  <a:pt x="2535" y="1147"/>
                </a:cubicBezTo>
                <a:cubicBezTo>
                  <a:pt x="2539" y="1188"/>
                  <a:pt x="2541" y="1230"/>
                  <a:pt x="2541" y="1272"/>
                </a:cubicBezTo>
                <a:close/>
              </a:path>
            </a:pathLst>
          </a:custGeom>
          <a:solidFill>
            <a:srgbClr val="EEE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8" name=""/>
          <p:cNvSpPr/>
          <p:nvPr/>
        </p:nvSpPr>
        <p:spPr>
          <a:xfrm>
            <a:off x="1864080" y="2802960"/>
            <a:ext cx="914760" cy="915120"/>
          </a:xfrm>
          <a:custGeom>
            <a:avLst/>
            <a:gdLst/>
            <a:ahLst/>
            <a:rect l="0" t="0" r="r" b="b"/>
            <a:pathLst>
              <a:path w="2541" h="2542">
                <a:moveTo>
                  <a:pt x="2541" y="1272"/>
                </a:moveTo>
                <a:cubicBezTo>
                  <a:pt x="2541" y="1313"/>
                  <a:pt x="2539" y="1355"/>
                  <a:pt x="2535" y="1396"/>
                </a:cubicBezTo>
                <a:cubicBezTo>
                  <a:pt x="2530" y="1438"/>
                  <a:pt x="2524" y="1479"/>
                  <a:pt x="2516" y="1519"/>
                </a:cubicBezTo>
                <a:cubicBezTo>
                  <a:pt x="2508" y="1560"/>
                  <a:pt x="2498" y="1601"/>
                  <a:pt x="2486" y="1640"/>
                </a:cubicBezTo>
                <a:cubicBezTo>
                  <a:pt x="2474" y="1680"/>
                  <a:pt x="2460" y="1719"/>
                  <a:pt x="2444" y="1758"/>
                </a:cubicBezTo>
                <a:cubicBezTo>
                  <a:pt x="2428" y="1796"/>
                  <a:pt x="2410" y="1834"/>
                  <a:pt x="2391" y="1870"/>
                </a:cubicBezTo>
                <a:cubicBezTo>
                  <a:pt x="2371" y="1907"/>
                  <a:pt x="2350" y="1943"/>
                  <a:pt x="2327" y="1977"/>
                </a:cubicBezTo>
                <a:cubicBezTo>
                  <a:pt x="2303" y="2012"/>
                  <a:pt x="2279" y="2045"/>
                  <a:pt x="2252" y="2078"/>
                </a:cubicBezTo>
                <a:cubicBezTo>
                  <a:pt x="2226" y="2110"/>
                  <a:pt x="2198" y="2141"/>
                  <a:pt x="2169" y="2170"/>
                </a:cubicBezTo>
                <a:cubicBezTo>
                  <a:pt x="2139" y="2199"/>
                  <a:pt x="2108" y="2227"/>
                  <a:pt x="2076" y="2254"/>
                </a:cubicBezTo>
                <a:cubicBezTo>
                  <a:pt x="2044" y="2280"/>
                  <a:pt x="2011" y="2305"/>
                  <a:pt x="1976" y="2328"/>
                </a:cubicBezTo>
                <a:cubicBezTo>
                  <a:pt x="1942" y="2351"/>
                  <a:pt x="1906" y="2372"/>
                  <a:pt x="1869" y="2392"/>
                </a:cubicBezTo>
                <a:cubicBezTo>
                  <a:pt x="1833" y="2412"/>
                  <a:pt x="1795" y="2429"/>
                  <a:pt x="1757" y="2445"/>
                </a:cubicBezTo>
                <a:cubicBezTo>
                  <a:pt x="1718" y="2461"/>
                  <a:pt x="1679" y="2475"/>
                  <a:pt x="1639" y="2487"/>
                </a:cubicBezTo>
                <a:cubicBezTo>
                  <a:pt x="1600" y="2499"/>
                  <a:pt x="1559" y="2510"/>
                  <a:pt x="1518" y="2518"/>
                </a:cubicBezTo>
                <a:cubicBezTo>
                  <a:pt x="1478" y="2526"/>
                  <a:pt x="1437" y="2532"/>
                  <a:pt x="1395" y="2536"/>
                </a:cubicBezTo>
                <a:cubicBezTo>
                  <a:pt x="1354" y="2540"/>
                  <a:pt x="1312" y="2542"/>
                  <a:pt x="1271" y="2542"/>
                </a:cubicBezTo>
                <a:cubicBezTo>
                  <a:pt x="1229" y="2542"/>
                  <a:pt x="1188" y="2540"/>
                  <a:pt x="1145" y="2536"/>
                </a:cubicBezTo>
                <a:cubicBezTo>
                  <a:pt x="1104" y="2532"/>
                  <a:pt x="1063" y="2526"/>
                  <a:pt x="1022" y="2518"/>
                </a:cubicBezTo>
                <a:cubicBezTo>
                  <a:pt x="981" y="2510"/>
                  <a:pt x="941" y="2499"/>
                  <a:pt x="901" y="2487"/>
                </a:cubicBezTo>
                <a:cubicBezTo>
                  <a:pt x="861" y="2475"/>
                  <a:pt x="822" y="2461"/>
                  <a:pt x="784" y="2445"/>
                </a:cubicBezTo>
                <a:cubicBezTo>
                  <a:pt x="745" y="2429"/>
                  <a:pt x="708" y="2412"/>
                  <a:pt x="671" y="2392"/>
                </a:cubicBezTo>
                <a:cubicBezTo>
                  <a:pt x="634" y="2372"/>
                  <a:pt x="599" y="2351"/>
                  <a:pt x="564" y="2328"/>
                </a:cubicBezTo>
                <a:cubicBezTo>
                  <a:pt x="530" y="2305"/>
                  <a:pt x="496" y="2280"/>
                  <a:pt x="464" y="2254"/>
                </a:cubicBezTo>
                <a:cubicBezTo>
                  <a:pt x="432" y="2227"/>
                  <a:pt x="401" y="2199"/>
                  <a:pt x="372" y="2170"/>
                </a:cubicBezTo>
                <a:cubicBezTo>
                  <a:pt x="342" y="2141"/>
                  <a:pt x="314" y="2110"/>
                  <a:pt x="288" y="2078"/>
                </a:cubicBezTo>
                <a:cubicBezTo>
                  <a:pt x="262" y="2045"/>
                  <a:pt x="237" y="2012"/>
                  <a:pt x="214" y="1977"/>
                </a:cubicBezTo>
                <a:cubicBezTo>
                  <a:pt x="191" y="1943"/>
                  <a:pt x="169" y="1907"/>
                  <a:pt x="150" y="1870"/>
                </a:cubicBezTo>
                <a:cubicBezTo>
                  <a:pt x="130" y="1834"/>
                  <a:pt x="112" y="1796"/>
                  <a:pt x="96" y="1758"/>
                </a:cubicBezTo>
                <a:cubicBezTo>
                  <a:pt x="80" y="1719"/>
                  <a:pt x="66" y="1680"/>
                  <a:pt x="54" y="1640"/>
                </a:cubicBezTo>
                <a:cubicBezTo>
                  <a:pt x="42" y="1601"/>
                  <a:pt x="32" y="1560"/>
                  <a:pt x="24" y="1519"/>
                </a:cubicBezTo>
                <a:cubicBezTo>
                  <a:pt x="16" y="1479"/>
                  <a:pt x="10" y="1438"/>
                  <a:pt x="6" y="1396"/>
                </a:cubicBezTo>
                <a:cubicBezTo>
                  <a:pt x="2" y="1355"/>
                  <a:pt x="0" y="1313"/>
                  <a:pt x="0" y="1272"/>
                </a:cubicBezTo>
                <a:cubicBezTo>
                  <a:pt x="0" y="1230"/>
                  <a:pt x="2" y="1188"/>
                  <a:pt x="6" y="1147"/>
                </a:cubicBezTo>
                <a:cubicBezTo>
                  <a:pt x="10" y="1106"/>
                  <a:pt x="16" y="1064"/>
                  <a:pt x="24" y="1023"/>
                </a:cubicBezTo>
                <a:cubicBezTo>
                  <a:pt x="32" y="982"/>
                  <a:pt x="42" y="942"/>
                  <a:pt x="54" y="902"/>
                </a:cubicBezTo>
                <a:cubicBezTo>
                  <a:pt x="66" y="862"/>
                  <a:pt x="80" y="823"/>
                  <a:pt x="96" y="784"/>
                </a:cubicBezTo>
                <a:cubicBezTo>
                  <a:pt x="112" y="746"/>
                  <a:pt x="130" y="708"/>
                  <a:pt x="150" y="672"/>
                </a:cubicBezTo>
                <a:cubicBezTo>
                  <a:pt x="169" y="635"/>
                  <a:pt x="191" y="599"/>
                  <a:pt x="214" y="565"/>
                </a:cubicBezTo>
                <a:cubicBezTo>
                  <a:pt x="237" y="530"/>
                  <a:pt x="262" y="497"/>
                  <a:pt x="288" y="465"/>
                </a:cubicBezTo>
                <a:cubicBezTo>
                  <a:pt x="314" y="432"/>
                  <a:pt x="342" y="402"/>
                  <a:pt x="372" y="372"/>
                </a:cubicBezTo>
                <a:cubicBezTo>
                  <a:pt x="401" y="343"/>
                  <a:pt x="432" y="315"/>
                  <a:pt x="464" y="288"/>
                </a:cubicBezTo>
                <a:cubicBezTo>
                  <a:pt x="496" y="262"/>
                  <a:pt x="530" y="237"/>
                  <a:pt x="564" y="214"/>
                </a:cubicBezTo>
                <a:cubicBezTo>
                  <a:pt x="599" y="191"/>
                  <a:pt x="634" y="170"/>
                  <a:pt x="671" y="150"/>
                </a:cubicBezTo>
                <a:cubicBezTo>
                  <a:pt x="708" y="131"/>
                  <a:pt x="745" y="113"/>
                  <a:pt x="784" y="97"/>
                </a:cubicBezTo>
                <a:cubicBezTo>
                  <a:pt x="822" y="81"/>
                  <a:pt x="861" y="67"/>
                  <a:pt x="901" y="55"/>
                </a:cubicBezTo>
                <a:cubicBezTo>
                  <a:pt x="941" y="43"/>
                  <a:pt x="981" y="33"/>
                  <a:pt x="1022" y="25"/>
                </a:cubicBezTo>
                <a:cubicBezTo>
                  <a:pt x="1063" y="16"/>
                  <a:pt x="1104" y="10"/>
                  <a:pt x="1145" y="6"/>
                </a:cubicBezTo>
                <a:cubicBezTo>
                  <a:pt x="1188" y="2"/>
                  <a:pt x="1229" y="0"/>
                  <a:pt x="1271" y="0"/>
                </a:cubicBezTo>
                <a:cubicBezTo>
                  <a:pt x="1312" y="0"/>
                  <a:pt x="1354" y="2"/>
                  <a:pt x="1395" y="6"/>
                </a:cubicBezTo>
                <a:cubicBezTo>
                  <a:pt x="1437" y="10"/>
                  <a:pt x="1478" y="16"/>
                  <a:pt x="1518" y="25"/>
                </a:cubicBezTo>
                <a:cubicBezTo>
                  <a:pt x="1559" y="33"/>
                  <a:pt x="1600" y="43"/>
                  <a:pt x="1639" y="55"/>
                </a:cubicBezTo>
                <a:cubicBezTo>
                  <a:pt x="1679" y="67"/>
                  <a:pt x="1718" y="81"/>
                  <a:pt x="1757" y="97"/>
                </a:cubicBezTo>
                <a:cubicBezTo>
                  <a:pt x="1795" y="113"/>
                  <a:pt x="1833" y="131"/>
                  <a:pt x="1869" y="150"/>
                </a:cubicBezTo>
                <a:cubicBezTo>
                  <a:pt x="1906" y="170"/>
                  <a:pt x="1942" y="191"/>
                  <a:pt x="1976" y="214"/>
                </a:cubicBezTo>
                <a:cubicBezTo>
                  <a:pt x="2011" y="237"/>
                  <a:pt x="2044" y="262"/>
                  <a:pt x="2076" y="288"/>
                </a:cubicBezTo>
                <a:cubicBezTo>
                  <a:pt x="2108" y="315"/>
                  <a:pt x="2139" y="343"/>
                  <a:pt x="2169" y="372"/>
                </a:cubicBezTo>
                <a:cubicBezTo>
                  <a:pt x="2198" y="402"/>
                  <a:pt x="2226" y="432"/>
                  <a:pt x="2252" y="465"/>
                </a:cubicBezTo>
                <a:cubicBezTo>
                  <a:pt x="2279" y="497"/>
                  <a:pt x="2303" y="530"/>
                  <a:pt x="2327" y="565"/>
                </a:cubicBezTo>
                <a:cubicBezTo>
                  <a:pt x="2350" y="599"/>
                  <a:pt x="2371" y="635"/>
                  <a:pt x="2391" y="672"/>
                </a:cubicBezTo>
                <a:cubicBezTo>
                  <a:pt x="2410" y="708"/>
                  <a:pt x="2428" y="746"/>
                  <a:pt x="2444" y="784"/>
                </a:cubicBezTo>
                <a:cubicBezTo>
                  <a:pt x="2460" y="823"/>
                  <a:pt x="2474" y="862"/>
                  <a:pt x="2486" y="902"/>
                </a:cubicBezTo>
                <a:cubicBezTo>
                  <a:pt x="2498" y="942"/>
                  <a:pt x="2508" y="982"/>
                  <a:pt x="2516" y="1023"/>
                </a:cubicBezTo>
                <a:cubicBezTo>
                  <a:pt x="2524" y="1064"/>
                  <a:pt x="2530" y="1106"/>
                  <a:pt x="2535" y="1147"/>
                </a:cubicBezTo>
                <a:cubicBezTo>
                  <a:pt x="2539" y="1188"/>
                  <a:pt x="2541" y="1230"/>
                  <a:pt x="2541" y="1272"/>
                </a:cubicBezTo>
                <a:close/>
              </a:path>
            </a:pathLst>
          </a:custGeom>
          <a:noFill/>
          <a:ln w="3240">
            <a:solidFill>
              <a:srgbClr val="534AB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69" name=""/>
          <p:cNvSpPr/>
          <p:nvPr/>
        </p:nvSpPr>
        <p:spPr>
          <a:xfrm>
            <a:off x="2186640" y="3152880"/>
            <a:ext cx="269280" cy="215640"/>
          </a:xfrm>
          <a:custGeom>
            <a:avLst/>
            <a:gdLst/>
            <a:ahLst/>
            <a:rect l="0" t="0" r="r" b="b"/>
            <a:pathLst>
              <a:path w="748" h="599">
                <a:moveTo>
                  <a:pt x="150" y="0"/>
                </a:moveTo>
                <a:lnTo>
                  <a:pt x="599" y="0"/>
                </a:lnTo>
                <a:cubicBezTo>
                  <a:pt x="609" y="0"/>
                  <a:pt x="618" y="1"/>
                  <a:pt x="628" y="3"/>
                </a:cubicBezTo>
                <a:cubicBezTo>
                  <a:pt x="638" y="4"/>
                  <a:pt x="647" y="7"/>
                  <a:pt x="656" y="11"/>
                </a:cubicBezTo>
                <a:cubicBezTo>
                  <a:pt x="665" y="15"/>
                  <a:pt x="674" y="19"/>
                  <a:pt x="682" y="25"/>
                </a:cubicBezTo>
                <a:cubicBezTo>
                  <a:pt x="690" y="30"/>
                  <a:pt x="697" y="36"/>
                  <a:pt x="704" y="43"/>
                </a:cubicBezTo>
                <a:cubicBezTo>
                  <a:pt x="711" y="50"/>
                  <a:pt x="718" y="58"/>
                  <a:pt x="723" y="66"/>
                </a:cubicBezTo>
                <a:cubicBezTo>
                  <a:pt x="728" y="74"/>
                  <a:pt x="733" y="83"/>
                  <a:pt x="737" y="92"/>
                </a:cubicBezTo>
                <a:cubicBezTo>
                  <a:pt x="741" y="101"/>
                  <a:pt x="743" y="110"/>
                  <a:pt x="745" y="120"/>
                </a:cubicBezTo>
                <a:cubicBezTo>
                  <a:pt x="747" y="130"/>
                  <a:pt x="748" y="139"/>
                  <a:pt x="748" y="149"/>
                </a:cubicBezTo>
                <a:lnTo>
                  <a:pt x="748" y="448"/>
                </a:lnTo>
                <a:cubicBezTo>
                  <a:pt x="748" y="458"/>
                  <a:pt x="747" y="468"/>
                  <a:pt x="745" y="477"/>
                </a:cubicBezTo>
                <a:cubicBezTo>
                  <a:pt x="743" y="487"/>
                  <a:pt x="741" y="497"/>
                  <a:pt x="737" y="506"/>
                </a:cubicBezTo>
                <a:cubicBezTo>
                  <a:pt x="733" y="515"/>
                  <a:pt x="728" y="524"/>
                  <a:pt x="723" y="532"/>
                </a:cubicBezTo>
                <a:cubicBezTo>
                  <a:pt x="718" y="540"/>
                  <a:pt x="711" y="548"/>
                  <a:pt x="704" y="555"/>
                </a:cubicBezTo>
                <a:cubicBezTo>
                  <a:pt x="697" y="562"/>
                  <a:pt x="690" y="568"/>
                  <a:pt x="682" y="573"/>
                </a:cubicBezTo>
                <a:cubicBezTo>
                  <a:pt x="674" y="579"/>
                  <a:pt x="665" y="583"/>
                  <a:pt x="656" y="587"/>
                </a:cubicBezTo>
                <a:cubicBezTo>
                  <a:pt x="647" y="591"/>
                  <a:pt x="638" y="594"/>
                  <a:pt x="628" y="596"/>
                </a:cubicBezTo>
                <a:cubicBezTo>
                  <a:pt x="618" y="598"/>
                  <a:pt x="609" y="599"/>
                  <a:pt x="599" y="599"/>
                </a:cubicBezTo>
                <a:lnTo>
                  <a:pt x="150" y="599"/>
                </a:lnTo>
                <a:cubicBezTo>
                  <a:pt x="140" y="599"/>
                  <a:pt x="130" y="598"/>
                  <a:pt x="120" y="596"/>
                </a:cubicBezTo>
                <a:cubicBezTo>
                  <a:pt x="111" y="594"/>
                  <a:pt x="101" y="591"/>
                  <a:pt x="92" y="587"/>
                </a:cubicBezTo>
                <a:cubicBezTo>
                  <a:pt x="83" y="583"/>
                  <a:pt x="75" y="579"/>
                  <a:pt x="67" y="573"/>
                </a:cubicBezTo>
                <a:cubicBezTo>
                  <a:pt x="58" y="568"/>
                  <a:pt x="51" y="562"/>
                  <a:pt x="44" y="555"/>
                </a:cubicBezTo>
                <a:cubicBezTo>
                  <a:pt x="37" y="548"/>
                  <a:pt x="31" y="540"/>
                  <a:pt x="25" y="532"/>
                </a:cubicBezTo>
                <a:cubicBezTo>
                  <a:pt x="20" y="524"/>
                  <a:pt x="15" y="515"/>
                  <a:pt x="12" y="506"/>
                </a:cubicBezTo>
                <a:cubicBezTo>
                  <a:pt x="8" y="497"/>
                  <a:pt x="5" y="487"/>
                  <a:pt x="3" y="477"/>
                </a:cubicBezTo>
                <a:cubicBezTo>
                  <a:pt x="1" y="468"/>
                  <a:pt x="0" y="458"/>
                  <a:pt x="0" y="448"/>
                </a:cubicBezTo>
                <a:lnTo>
                  <a:pt x="0" y="149"/>
                </a:lnTo>
                <a:cubicBezTo>
                  <a:pt x="0" y="139"/>
                  <a:pt x="1" y="130"/>
                  <a:pt x="3" y="120"/>
                </a:cubicBezTo>
                <a:cubicBezTo>
                  <a:pt x="5" y="110"/>
                  <a:pt x="8" y="101"/>
                  <a:pt x="12" y="92"/>
                </a:cubicBezTo>
                <a:cubicBezTo>
                  <a:pt x="15" y="83"/>
                  <a:pt x="20" y="74"/>
                  <a:pt x="25" y="66"/>
                </a:cubicBezTo>
                <a:cubicBezTo>
                  <a:pt x="31" y="58"/>
                  <a:pt x="37" y="50"/>
                  <a:pt x="44" y="43"/>
                </a:cubicBezTo>
                <a:cubicBezTo>
                  <a:pt x="51" y="36"/>
                  <a:pt x="58" y="30"/>
                  <a:pt x="67" y="25"/>
                </a:cubicBezTo>
                <a:cubicBezTo>
                  <a:pt x="75" y="19"/>
                  <a:pt x="83" y="15"/>
                  <a:pt x="92" y="11"/>
                </a:cubicBezTo>
                <a:cubicBezTo>
                  <a:pt x="101" y="7"/>
                  <a:pt x="111" y="4"/>
                  <a:pt x="120" y="3"/>
                </a:cubicBezTo>
                <a:cubicBezTo>
                  <a:pt x="130" y="1"/>
                  <a:pt x="140" y="0"/>
                  <a:pt x="150"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2240640" y="3233520"/>
            <a:ext cx="54000" cy="54000"/>
          </a:xfrm>
          <a:custGeom>
            <a:avLst/>
            <a:gdLst/>
            <a:ahLst/>
            <a:rect l="0" t="0" r="r" b="b"/>
            <a:pathLst>
              <a:path w="150" h="150">
                <a:moveTo>
                  <a:pt x="150" y="76"/>
                </a:moveTo>
                <a:cubicBezTo>
                  <a:pt x="150" y="86"/>
                  <a:pt x="148" y="95"/>
                  <a:pt x="144" y="104"/>
                </a:cubicBezTo>
                <a:cubicBezTo>
                  <a:pt x="140" y="113"/>
                  <a:pt x="135" y="121"/>
                  <a:pt x="128" y="128"/>
                </a:cubicBezTo>
                <a:cubicBezTo>
                  <a:pt x="121" y="135"/>
                  <a:pt x="113" y="141"/>
                  <a:pt x="103" y="145"/>
                </a:cubicBezTo>
                <a:cubicBezTo>
                  <a:pt x="94" y="148"/>
                  <a:pt x="84" y="150"/>
                  <a:pt x="74" y="150"/>
                </a:cubicBezTo>
                <a:cubicBezTo>
                  <a:pt x="64" y="150"/>
                  <a:pt x="55" y="148"/>
                  <a:pt x="46" y="145"/>
                </a:cubicBezTo>
                <a:cubicBezTo>
                  <a:pt x="37" y="141"/>
                  <a:pt x="28" y="135"/>
                  <a:pt x="21" y="128"/>
                </a:cubicBezTo>
                <a:cubicBezTo>
                  <a:pt x="14" y="121"/>
                  <a:pt x="9" y="113"/>
                  <a:pt x="5" y="104"/>
                </a:cubicBezTo>
                <a:cubicBezTo>
                  <a:pt x="1" y="95"/>
                  <a:pt x="0" y="86"/>
                  <a:pt x="0" y="76"/>
                </a:cubicBezTo>
                <a:cubicBezTo>
                  <a:pt x="0" y="66"/>
                  <a:pt x="1" y="56"/>
                  <a:pt x="5" y="47"/>
                </a:cubicBezTo>
                <a:cubicBezTo>
                  <a:pt x="9" y="38"/>
                  <a:pt x="14" y="29"/>
                  <a:pt x="21" y="22"/>
                </a:cubicBezTo>
                <a:cubicBezTo>
                  <a:pt x="28" y="15"/>
                  <a:pt x="37" y="9"/>
                  <a:pt x="46" y="6"/>
                </a:cubicBezTo>
                <a:cubicBezTo>
                  <a:pt x="55" y="2"/>
                  <a:pt x="64" y="0"/>
                  <a:pt x="74" y="0"/>
                </a:cubicBezTo>
                <a:cubicBezTo>
                  <a:pt x="84" y="0"/>
                  <a:pt x="94" y="2"/>
                  <a:pt x="103" y="6"/>
                </a:cubicBezTo>
                <a:cubicBezTo>
                  <a:pt x="113" y="9"/>
                  <a:pt x="121" y="15"/>
                  <a:pt x="128" y="22"/>
                </a:cubicBezTo>
                <a:cubicBezTo>
                  <a:pt x="135" y="29"/>
                  <a:pt x="140" y="38"/>
                  <a:pt x="144" y="47"/>
                </a:cubicBezTo>
                <a:cubicBezTo>
                  <a:pt x="148" y="56"/>
                  <a:pt x="150" y="66"/>
                  <a:pt x="150"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71" name=""/>
          <p:cNvSpPr/>
          <p:nvPr/>
        </p:nvSpPr>
        <p:spPr>
          <a:xfrm>
            <a:off x="2347920" y="3233520"/>
            <a:ext cx="54360" cy="54000"/>
          </a:xfrm>
          <a:custGeom>
            <a:avLst/>
            <a:gdLst/>
            <a:ahLst/>
            <a:rect l="0" t="0" r="r" b="b"/>
            <a:pathLst>
              <a:path w="151" h="150">
                <a:moveTo>
                  <a:pt x="151" y="76"/>
                </a:moveTo>
                <a:cubicBezTo>
                  <a:pt x="151" y="86"/>
                  <a:pt x="149" y="95"/>
                  <a:pt x="145" y="104"/>
                </a:cubicBezTo>
                <a:cubicBezTo>
                  <a:pt x="141" y="113"/>
                  <a:pt x="136" y="121"/>
                  <a:pt x="129" y="128"/>
                </a:cubicBezTo>
                <a:cubicBezTo>
                  <a:pt x="122" y="135"/>
                  <a:pt x="114" y="141"/>
                  <a:pt x="104" y="145"/>
                </a:cubicBezTo>
                <a:cubicBezTo>
                  <a:pt x="94" y="148"/>
                  <a:pt x="85" y="150"/>
                  <a:pt x="75" y="150"/>
                </a:cubicBezTo>
                <a:cubicBezTo>
                  <a:pt x="65" y="150"/>
                  <a:pt x="56" y="148"/>
                  <a:pt x="46" y="145"/>
                </a:cubicBezTo>
                <a:cubicBezTo>
                  <a:pt x="37" y="141"/>
                  <a:pt x="29" y="135"/>
                  <a:pt x="22" y="128"/>
                </a:cubicBezTo>
                <a:cubicBezTo>
                  <a:pt x="15" y="121"/>
                  <a:pt x="10" y="113"/>
                  <a:pt x="6" y="104"/>
                </a:cubicBezTo>
                <a:cubicBezTo>
                  <a:pt x="2" y="95"/>
                  <a:pt x="0" y="86"/>
                  <a:pt x="0" y="76"/>
                </a:cubicBezTo>
                <a:cubicBezTo>
                  <a:pt x="0" y="66"/>
                  <a:pt x="2" y="56"/>
                  <a:pt x="6" y="47"/>
                </a:cubicBezTo>
                <a:cubicBezTo>
                  <a:pt x="10" y="38"/>
                  <a:pt x="15" y="29"/>
                  <a:pt x="22" y="22"/>
                </a:cubicBezTo>
                <a:cubicBezTo>
                  <a:pt x="29" y="15"/>
                  <a:pt x="37" y="9"/>
                  <a:pt x="46" y="6"/>
                </a:cubicBezTo>
                <a:cubicBezTo>
                  <a:pt x="56" y="2"/>
                  <a:pt x="65" y="0"/>
                  <a:pt x="75" y="0"/>
                </a:cubicBezTo>
                <a:cubicBezTo>
                  <a:pt x="85" y="0"/>
                  <a:pt x="94" y="2"/>
                  <a:pt x="104" y="6"/>
                </a:cubicBezTo>
                <a:cubicBezTo>
                  <a:pt x="114" y="9"/>
                  <a:pt x="122" y="15"/>
                  <a:pt x="129" y="22"/>
                </a:cubicBezTo>
                <a:cubicBezTo>
                  <a:pt x="136" y="29"/>
                  <a:pt x="141" y="38"/>
                  <a:pt x="145" y="47"/>
                </a:cubicBezTo>
                <a:cubicBezTo>
                  <a:pt x="149" y="56"/>
                  <a:pt x="151" y="66"/>
                  <a:pt x="151"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72" name=""/>
          <p:cNvSpPr/>
          <p:nvPr/>
        </p:nvSpPr>
        <p:spPr>
          <a:xfrm flipV="1">
            <a:off x="2321280" y="3085560"/>
            <a:ext cx="0" cy="67320"/>
          </a:xfrm>
          <a:prstGeom prst="line">
            <a:avLst/>
          </a:prstGeom>
          <a:ln w="20160">
            <a:solidFill>
              <a:srgbClr val="3D3D3A"/>
            </a:solidFill>
            <a:miter/>
          </a:ln>
        </p:spPr>
        <p:style>
          <a:lnRef idx="0"/>
          <a:fillRef idx="0"/>
          <a:effectRef idx="0"/>
          <a:fontRef idx="minor"/>
        </p:style>
        <p:txBody>
          <a:bodyPr lIns="10080" tIns="10080" rIns="10080" bIns="10080" anchor="t">
            <a:noAutofit/>
          </a:bodyPr>
          <a:p>
            <a:endParaRPr lang="en-US" sz="2400" b="0" u="none" strike="noStrike">
              <a:solidFill>
                <a:srgbClr val="000000"/>
              </a:solidFill>
              <a:effectLst/>
              <a:uFillTx/>
              <a:latin typeface="游明朝体"/>
            </a:endParaRPr>
          </a:p>
        </p:txBody>
      </p:sp>
      <p:sp>
        <p:nvSpPr>
          <p:cNvPr id="1573" name=""/>
          <p:cNvSpPr/>
          <p:nvPr/>
        </p:nvSpPr>
        <p:spPr>
          <a:xfrm>
            <a:off x="2301120" y="3051720"/>
            <a:ext cx="40680" cy="41040"/>
          </a:xfrm>
          <a:custGeom>
            <a:avLst/>
            <a:gdLst/>
            <a:ahLst/>
            <a:rect l="0" t="0" r="r" b="b"/>
            <a:pathLst>
              <a:path w="113" h="114">
                <a:moveTo>
                  <a:pt x="113" y="56"/>
                </a:moveTo>
                <a:cubicBezTo>
                  <a:pt x="113" y="64"/>
                  <a:pt x="111" y="71"/>
                  <a:pt x="108" y="78"/>
                </a:cubicBezTo>
                <a:cubicBezTo>
                  <a:pt x="106" y="85"/>
                  <a:pt x="102" y="92"/>
                  <a:pt x="96" y="97"/>
                </a:cubicBezTo>
                <a:cubicBezTo>
                  <a:pt x="91" y="102"/>
                  <a:pt x="85" y="106"/>
                  <a:pt x="78" y="109"/>
                </a:cubicBezTo>
                <a:cubicBezTo>
                  <a:pt x="71" y="112"/>
                  <a:pt x="64" y="114"/>
                  <a:pt x="57" y="114"/>
                </a:cubicBezTo>
                <a:cubicBezTo>
                  <a:pt x="49" y="114"/>
                  <a:pt x="41" y="112"/>
                  <a:pt x="34" y="109"/>
                </a:cubicBezTo>
                <a:cubicBezTo>
                  <a:pt x="27" y="106"/>
                  <a:pt x="21" y="102"/>
                  <a:pt x="16" y="97"/>
                </a:cubicBezTo>
                <a:cubicBezTo>
                  <a:pt x="11" y="92"/>
                  <a:pt x="7" y="85"/>
                  <a:pt x="4" y="78"/>
                </a:cubicBezTo>
                <a:cubicBezTo>
                  <a:pt x="1" y="71"/>
                  <a:pt x="0" y="64"/>
                  <a:pt x="0" y="56"/>
                </a:cubicBezTo>
                <a:cubicBezTo>
                  <a:pt x="0" y="49"/>
                  <a:pt x="1" y="42"/>
                  <a:pt x="4" y="35"/>
                </a:cubicBezTo>
                <a:cubicBezTo>
                  <a:pt x="7" y="28"/>
                  <a:pt x="11" y="22"/>
                  <a:pt x="16" y="17"/>
                </a:cubicBezTo>
                <a:cubicBezTo>
                  <a:pt x="21" y="12"/>
                  <a:pt x="27" y="8"/>
                  <a:pt x="34" y="5"/>
                </a:cubicBezTo>
                <a:cubicBezTo>
                  <a:pt x="41" y="2"/>
                  <a:pt x="49" y="0"/>
                  <a:pt x="57" y="0"/>
                </a:cubicBezTo>
                <a:cubicBezTo>
                  <a:pt x="64" y="0"/>
                  <a:pt x="71" y="2"/>
                  <a:pt x="78" y="5"/>
                </a:cubicBezTo>
                <a:cubicBezTo>
                  <a:pt x="85" y="8"/>
                  <a:pt x="91" y="12"/>
                  <a:pt x="96" y="17"/>
                </a:cubicBezTo>
                <a:cubicBezTo>
                  <a:pt x="102" y="22"/>
                  <a:pt x="106" y="28"/>
                  <a:pt x="108" y="35"/>
                </a:cubicBezTo>
                <a:cubicBezTo>
                  <a:pt x="111" y="42"/>
                  <a:pt x="113" y="49"/>
                  <a:pt x="113" y="5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txBox="1"/>
          <p:nvPr/>
        </p:nvSpPr>
        <p:spPr>
          <a:xfrm>
            <a:off x="3102840" y="5209200"/>
            <a:ext cx="1409040" cy="128520"/>
          </a:xfrm>
          <a:prstGeom prst="rect">
            <a:avLst/>
          </a:prstGeom>
          <a:noFill/>
          <a:ln w="0">
            <a:noFill/>
          </a:ln>
        </p:spPr>
        <p:txBody>
          <a:bodyPr wrap="none" lIns="0" tIns="0" rIns="0" bIns="0" anchor="t">
            <a:spAutoFit/>
          </a:bodyPr>
          <a:p>
            <a:pPr/>
            <a:r>
              <a:rPr lang="ja-JP" sz="1010" b="0" u="none" strike="noStrike">
                <a:solidFill>
                  <a:srgbClr val="993C1D"/>
                </a:solidFill>
                <a:effectLst/>
                <a:uFillTx/>
                <a:latin typeface="HiraKakuProN-W3"/>
                <a:ea typeface="HiraKakuProN-W3"/>
              </a:rPr>
              <a:t>機能追加やアイデア検討</a:t>
            </a:r>
            <a:endParaRPr lang="en-US" sz="1010" b="0" u="none" strike="noStrike">
              <a:solidFill>
                <a:srgbClr val="000000"/>
              </a:solidFill>
              <a:effectLst/>
              <a:uFillTx/>
              <a:latin typeface="游明朝体"/>
            </a:endParaRPr>
          </a:p>
        </p:txBody>
      </p:sp>
      <p:sp>
        <p:nvSpPr>
          <p:cNvPr id="1575" name=""/>
          <p:cNvSpPr txBox="1"/>
          <p:nvPr/>
        </p:nvSpPr>
        <p:spPr>
          <a:xfrm>
            <a:off x="1985400" y="3753360"/>
            <a:ext cx="671400" cy="168120"/>
          </a:xfrm>
          <a:prstGeom prst="rect">
            <a:avLst/>
          </a:prstGeom>
          <a:noFill/>
          <a:ln w="0">
            <a:noFill/>
          </a:ln>
        </p:spPr>
        <p:txBody>
          <a:bodyPr wrap="none" lIns="0" tIns="0" rIns="0" bIns="0" anchor="t">
            <a:spAutoFit/>
          </a:bodyPr>
          <a:p>
            <a:pPr/>
            <a:r>
              <a:rPr lang="ja-JP" sz="1320" b="1" u="none" strike="noStrike">
                <a:solidFill>
                  <a:srgbClr val="3C3489"/>
                </a:solidFill>
                <a:effectLst/>
                <a:uFillTx/>
                <a:latin typeface="HiraKakuProN-W6"/>
                <a:ea typeface="HiraKakuProN-W6"/>
              </a:rPr>
              <a:t>継続開発</a:t>
            </a:r>
            <a:endParaRPr lang="en-US" sz="1320" b="0" u="none" strike="noStrike">
              <a:solidFill>
                <a:srgbClr val="000000"/>
              </a:solidFill>
              <a:effectLst/>
              <a:uFillTx/>
              <a:latin typeface="游明朝体"/>
            </a:endParaRPr>
          </a:p>
        </p:txBody>
      </p:sp>
      <p:sp>
        <p:nvSpPr>
          <p:cNvPr id="1576" name=""/>
          <p:cNvSpPr/>
          <p:nvPr/>
        </p:nvSpPr>
        <p:spPr>
          <a:xfrm>
            <a:off x="7381800" y="142848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59"/>
                  <a:pt x="6" y="49"/>
                </a:cubicBezTo>
                <a:cubicBezTo>
                  <a:pt x="10" y="40"/>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40"/>
                  <a:pt x="153" y="49"/>
                </a:cubicBezTo>
                <a:cubicBezTo>
                  <a:pt x="157" y="59"/>
                  <a:pt x="159" y="70"/>
                  <a:pt x="159" y="81"/>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7" name=""/>
          <p:cNvSpPr txBox="1"/>
          <p:nvPr/>
        </p:nvSpPr>
        <p:spPr>
          <a:xfrm>
            <a:off x="1618920" y="3998160"/>
            <a:ext cx="1401840" cy="172440"/>
          </a:xfrm>
          <a:prstGeom prst="rect">
            <a:avLst/>
          </a:prstGeom>
          <a:noFill/>
          <a:ln w="0">
            <a:noFill/>
          </a:ln>
        </p:spPr>
        <p:txBody>
          <a:bodyPr wrap="none" lIns="0" tIns="0" rIns="0" bIns="0" anchor="t">
            <a:spAutoFit/>
          </a:bodyPr>
          <a:p>
            <a:pPr/>
            <a:r>
              <a:rPr lang="en-US" sz="1010" b="0" u="none" strike="noStrike">
                <a:solidFill>
                  <a:srgbClr val="534AB7"/>
                </a:solidFill>
                <a:effectLst/>
                <a:uFillTx/>
                <a:latin typeface="HiraKakuProN-W3"/>
                <a:ea typeface="HiraKakuProN-W3"/>
              </a:rPr>
              <a:t>AI</a:t>
            </a:r>
            <a:r>
              <a:rPr lang="ja-JP" sz="1010" b="0" u="none" strike="noStrike">
                <a:solidFill>
                  <a:srgbClr val="534AB7"/>
                </a:solidFill>
                <a:effectLst/>
                <a:uFillTx/>
                <a:latin typeface="HiraKakuProN-W3"/>
                <a:ea typeface="HiraKakuProN-W3"/>
              </a:rPr>
              <a:t>がコードと記録を参照</a:t>
            </a:r>
            <a:endParaRPr lang="en-US" sz="1010" b="0" u="none" strike="noStrike">
              <a:solidFill>
                <a:srgbClr val="000000"/>
              </a:solidFill>
              <a:effectLst/>
              <a:uFillTx/>
              <a:latin typeface="游明朝体"/>
            </a:endParaRPr>
          </a:p>
        </p:txBody>
      </p:sp>
      <p:sp>
        <p:nvSpPr>
          <p:cNvPr id="1578" name=""/>
          <p:cNvSpPr txBox="1"/>
          <p:nvPr/>
        </p:nvSpPr>
        <p:spPr>
          <a:xfrm>
            <a:off x="7566480" y="134208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579" name=""/>
          <p:cNvSpPr/>
          <p:nvPr/>
        </p:nvSpPr>
        <p:spPr>
          <a:xfrm>
            <a:off x="7381800" y="2162160"/>
            <a:ext cx="57240" cy="57240"/>
          </a:xfrm>
          <a:custGeom>
            <a:avLst/>
            <a:gdLst/>
            <a:ahLst/>
            <a:rect l="0" t="0" r="r" b="b"/>
            <a:pathLst>
              <a:path w="159" h="159">
                <a:moveTo>
                  <a:pt x="159" y="80"/>
                </a:moveTo>
                <a:cubicBezTo>
                  <a:pt x="159" y="90"/>
                  <a:pt x="157" y="101"/>
                  <a:pt x="153" y="110"/>
                </a:cubicBezTo>
                <a:cubicBezTo>
                  <a:pt x="149" y="120"/>
                  <a:pt x="144" y="129"/>
                  <a:pt x="136" y="136"/>
                </a:cubicBezTo>
                <a:cubicBezTo>
                  <a:pt x="129" y="143"/>
                  <a:pt x="120" y="149"/>
                  <a:pt x="109" y="153"/>
                </a:cubicBezTo>
                <a:cubicBezTo>
                  <a:pt x="100" y="157"/>
                  <a:pt x="90" y="159"/>
                  <a:pt x="79" y="159"/>
                </a:cubicBezTo>
                <a:cubicBezTo>
                  <a:pt x="69" y="159"/>
                  <a:pt x="58" y="157"/>
                  <a:pt x="49" y="153"/>
                </a:cubicBezTo>
                <a:cubicBezTo>
                  <a:pt x="39" y="149"/>
                  <a:pt x="30" y="143"/>
                  <a:pt x="23" y="136"/>
                </a:cubicBezTo>
                <a:cubicBezTo>
                  <a:pt x="16" y="129"/>
                  <a:pt x="10" y="120"/>
                  <a:pt x="6" y="110"/>
                </a:cubicBezTo>
                <a:cubicBezTo>
                  <a:pt x="2" y="101"/>
                  <a:pt x="0" y="90"/>
                  <a:pt x="0" y="80"/>
                </a:cubicBezTo>
                <a:cubicBezTo>
                  <a:pt x="0" y="68"/>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8"/>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0" name=""/>
          <p:cNvSpPr txBox="1"/>
          <p:nvPr/>
        </p:nvSpPr>
        <p:spPr>
          <a:xfrm>
            <a:off x="7566480" y="1684800"/>
            <a:ext cx="76284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581" name=""/>
          <p:cNvSpPr txBox="1"/>
          <p:nvPr/>
        </p:nvSpPr>
        <p:spPr>
          <a:xfrm>
            <a:off x="7566480" y="2066400"/>
            <a:ext cx="56160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582" name=""/>
          <p:cNvSpPr txBox="1"/>
          <p:nvPr/>
        </p:nvSpPr>
        <p:spPr>
          <a:xfrm>
            <a:off x="8127360" y="207540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583" name=""/>
          <p:cNvSpPr txBox="1"/>
          <p:nvPr/>
        </p:nvSpPr>
        <p:spPr>
          <a:xfrm>
            <a:off x="7566480" y="2418480"/>
            <a:ext cx="19116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584" name=""/>
          <p:cNvSpPr txBox="1"/>
          <p:nvPr/>
        </p:nvSpPr>
        <p:spPr>
          <a:xfrm>
            <a:off x="7756920" y="2409480"/>
            <a:ext cx="6004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585" name=""/>
          <p:cNvSpPr/>
          <p:nvPr/>
        </p:nvSpPr>
        <p:spPr>
          <a:xfrm>
            <a:off x="7381800" y="2895480"/>
            <a:ext cx="57240" cy="57600"/>
          </a:xfrm>
          <a:custGeom>
            <a:avLst/>
            <a:gdLst/>
            <a:ahLst/>
            <a:rect l="0" t="0" r="r" b="b"/>
            <a:pathLst>
              <a:path w="159" h="160">
                <a:moveTo>
                  <a:pt x="159" y="79"/>
                </a:moveTo>
                <a:cubicBezTo>
                  <a:pt x="159" y="90"/>
                  <a:pt x="157" y="101"/>
                  <a:pt x="153" y="111"/>
                </a:cubicBezTo>
                <a:cubicBezTo>
                  <a:pt x="149" y="120"/>
                  <a:pt x="144" y="129"/>
                  <a:pt x="136" y="136"/>
                </a:cubicBezTo>
                <a:cubicBezTo>
                  <a:pt x="129" y="144"/>
                  <a:pt x="120" y="150"/>
                  <a:pt x="109" y="154"/>
                </a:cubicBezTo>
                <a:cubicBezTo>
                  <a:pt x="100" y="158"/>
                  <a:pt x="90" y="160"/>
                  <a:pt x="79" y="160"/>
                </a:cubicBezTo>
                <a:cubicBezTo>
                  <a:pt x="69" y="160"/>
                  <a:pt x="58" y="158"/>
                  <a:pt x="49" y="154"/>
                </a:cubicBezTo>
                <a:cubicBezTo>
                  <a:pt x="39" y="150"/>
                  <a:pt x="30" y="144"/>
                  <a:pt x="23" y="136"/>
                </a:cubicBezTo>
                <a:cubicBezTo>
                  <a:pt x="16" y="129"/>
                  <a:pt x="10" y="120"/>
                  <a:pt x="6" y="111"/>
                </a:cubicBezTo>
                <a:cubicBezTo>
                  <a:pt x="2" y="101"/>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6" name=""/>
          <p:cNvSpPr txBox="1"/>
          <p:nvPr/>
        </p:nvSpPr>
        <p:spPr>
          <a:xfrm>
            <a:off x="8357040" y="2418480"/>
            <a:ext cx="1715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587" name=""/>
          <p:cNvSpPr txBox="1"/>
          <p:nvPr/>
        </p:nvSpPr>
        <p:spPr>
          <a:xfrm>
            <a:off x="7566480" y="280908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588" name=""/>
          <p:cNvSpPr txBox="1"/>
          <p:nvPr/>
        </p:nvSpPr>
        <p:spPr>
          <a:xfrm>
            <a:off x="7947720" y="280008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89" name=""/>
          <p:cNvSpPr txBox="1"/>
          <p:nvPr/>
        </p:nvSpPr>
        <p:spPr>
          <a:xfrm>
            <a:off x="8120520" y="280908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590" name=""/>
          <p:cNvSpPr/>
          <p:nvPr/>
        </p:nvSpPr>
        <p:spPr>
          <a:xfrm>
            <a:off x="7381800" y="3628800"/>
            <a:ext cx="57240" cy="57600"/>
          </a:xfrm>
          <a:custGeom>
            <a:avLst/>
            <a:gdLst/>
            <a:ahLst/>
            <a:rect l="0" t="0" r="r" b="b"/>
            <a:pathLst>
              <a:path w="159" h="160">
                <a:moveTo>
                  <a:pt x="159" y="79"/>
                </a:moveTo>
                <a:cubicBezTo>
                  <a:pt x="159" y="90"/>
                  <a:pt x="157" y="100"/>
                  <a:pt x="153" y="110"/>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txBox="1"/>
          <p:nvPr/>
        </p:nvSpPr>
        <p:spPr>
          <a:xfrm>
            <a:off x="7566480" y="3151800"/>
            <a:ext cx="209628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592" name=""/>
          <p:cNvSpPr txBox="1"/>
          <p:nvPr/>
        </p:nvSpPr>
        <p:spPr>
          <a:xfrm>
            <a:off x="7566480" y="35424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今年</a:t>
            </a:r>
            <a:endParaRPr lang="en-US" sz="1500" b="0" u="none" strike="noStrike">
              <a:solidFill>
                <a:srgbClr val="000000"/>
              </a:solidFill>
              <a:effectLst/>
              <a:uFillTx/>
              <a:latin typeface="游明朝体"/>
            </a:endParaRPr>
          </a:p>
        </p:txBody>
      </p:sp>
      <p:sp>
        <p:nvSpPr>
          <p:cNvPr id="1593" name=""/>
          <p:cNvSpPr txBox="1"/>
          <p:nvPr/>
        </p:nvSpPr>
        <p:spPr>
          <a:xfrm>
            <a:off x="7947720" y="35334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594" name=""/>
          <p:cNvSpPr txBox="1"/>
          <p:nvPr/>
        </p:nvSpPr>
        <p:spPr>
          <a:xfrm>
            <a:off x="8053560" y="3542400"/>
            <a:ext cx="572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1595" name=""/>
          <p:cNvSpPr txBox="1"/>
          <p:nvPr/>
        </p:nvSpPr>
        <p:spPr>
          <a:xfrm>
            <a:off x="8624880" y="3533400"/>
            <a:ext cx="194256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Claude Code × GitHub</a:t>
            </a:r>
            <a:endParaRPr lang="en-US" sz="1500" b="0" u="none" strike="noStrike">
              <a:solidFill>
                <a:srgbClr val="000000"/>
              </a:solidFill>
              <a:effectLst/>
              <a:uFillTx/>
              <a:latin typeface="游明朝体"/>
            </a:endParaRPr>
          </a:p>
        </p:txBody>
      </p:sp>
      <p:sp>
        <p:nvSpPr>
          <p:cNvPr id="1596" name=""/>
          <p:cNvSpPr txBox="1"/>
          <p:nvPr/>
        </p:nvSpPr>
        <p:spPr>
          <a:xfrm>
            <a:off x="10567080" y="35424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597" name=""/>
          <p:cNvSpPr txBox="1"/>
          <p:nvPr/>
        </p:nvSpPr>
        <p:spPr>
          <a:xfrm>
            <a:off x="10938240" y="3533400"/>
            <a:ext cx="190080" cy="222840"/>
          </a:xfrm>
          <a:prstGeom prst="rect">
            <a:avLst/>
          </a:prstGeom>
          <a:noFill/>
          <a:ln w="0">
            <a:noFill/>
          </a:ln>
        </p:spPr>
        <p:txBody>
          <a:bodyPr wrap="none" lIns="0" tIns="0" rIns="0" bIns="0" anchor="t">
            <a:spAutoFit/>
          </a:bodyPr>
          <a:p>
            <a:pPr/>
            <a:r>
              <a:rPr lang="en-US" sz="1500" b="0" u="none" strike="noStrike">
                <a:solidFill>
                  <a:srgbClr val="1A1A2E"/>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98" name=""/>
          <p:cNvSpPr txBox="1"/>
          <p:nvPr/>
        </p:nvSpPr>
        <p:spPr>
          <a:xfrm>
            <a:off x="11111040" y="3542400"/>
            <a:ext cx="381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に任</a:t>
            </a:r>
            <a:endParaRPr lang="en-US" sz="1500" b="0" u="none" strike="noStrike">
              <a:solidFill>
                <a:srgbClr val="000000"/>
              </a:solidFill>
              <a:effectLst/>
              <a:uFillTx/>
              <a:latin typeface="游明朝体"/>
            </a:endParaRPr>
          </a:p>
        </p:txBody>
      </p:sp>
      <p:sp>
        <p:nvSpPr>
          <p:cNvPr id="1599" name=""/>
          <p:cNvSpPr/>
          <p:nvPr/>
        </p:nvSpPr>
        <p:spPr>
          <a:xfrm>
            <a:off x="7381800" y="436212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txBox="1"/>
          <p:nvPr/>
        </p:nvSpPr>
        <p:spPr>
          <a:xfrm>
            <a:off x="7566480" y="3885120"/>
            <a:ext cx="342972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せてアイデアを形にするスタイルが定着</a:t>
            </a:r>
            <a:endParaRPr lang="en-US" sz="1500" b="0" u="none" strike="noStrike">
              <a:solidFill>
                <a:srgbClr val="000000"/>
              </a:solidFill>
              <a:effectLst/>
              <a:uFillTx/>
              <a:latin typeface="游明朝体"/>
            </a:endParaRPr>
          </a:p>
        </p:txBody>
      </p:sp>
      <p:sp>
        <p:nvSpPr>
          <p:cNvPr id="1601" name=""/>
          <p:cNvSpPr txBox="1"/>
          <p:nvPr/>
        </p:nvSpPr>
        <p:spPr>
          <a:xfrm>
            <a:off x="7566480" y="4275720"/>
            <a:ext cx="40014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コードを完全に理解しなくても「動くもの」を</a:t>
            </a:r>
            <a:endParaRPr lang="en-US" sz="1500" b="0" u="none" strike="noStrike">
              <a:solidFill>
                <a:srgbClr val="000000"/>
              </a:solidFill>
              <a:effectLst/>
              <a:uFillTx/>
              <a:latin typeface="游明朝体"/>
            </a:endParaRPr>
          </a:p>
        </p:txBody>
      </p:sp>
      <p:sp>
        <p:nvSpPr>
          <p:cNvPr id="1602" name=""/>
          <p:cNvSpPr txBox="1"/>
          <p:nvPr/>
        </p:nvSpPr>
        <p:spPr>
          <a:xfrm>
            <a:off x="7566480" y="4618800"/>
            <a:ext cx="1524600" cy="191160"/>
          </a:xfrm>
          <a:prstGeom prst="rect">
            <a:avLst/>
          </a:prstGeom>
          <a:noFill/>
          <a:ln w="0">
            <a:noFill/>
          </a:ln>
        </p:spPr>
        <p:txBody>
          <a:bodyPr wrap="none" lIns="0" tIns="0" rIns="0" bIns="0" anchor="t">
            <a:spAutoFit/>
          </a:bodyPr>
          <a:p>
            <a:pPr/>
            <a:r>
              <a:rPr lang="ja-JP" sz="1500" b="0" u="none" strike="noStrike">
                <a:solidFill>
                  <a:srgbClr val="1A1A2E"/>
                </a:solidFill>
                <a:effectLst/>
                <a:uFillTx/>
                <a:latin typeface="HiraginoSans-W3"/>
                <a:ea typeface="HiraginoSans-W3"/>
              </a:rPr>
              <a:t>作りながら学べる</a:t>
            </a:r>
            <a:endParaRPr lang="en-US" sz="1500" b="0" u="none" strike="noStrike">
              <a:solidFill>
                <a:srgbClr val="000000"/>
              </a:solidFill>
              <a:effectLst/>
              <a:uFillTx/>
              <a:latin typeface="游明朝体"/>
            </a:endParaRPr>
          </a:p>
        </p:txBody>
      </p:sp>
      <p:sp>
        <p:nvSpPr>
          <p:cNvPr id="1603" name=""/>
          <p:cNvSpPr txBox="1"/>
          <p:nvPr/>
        </p:nvSpPr>
        <p:spPr>
          <a:xfrm>
            <a:off x="723960" y="6151320"/>
            <a:ext cx="199548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開発コミュニティも重要</a:t>
            </a:r>
            <a:endParaRPr lang="en-US" sz="1430" b="0" u="none" strike="noStrike">
              <a:solidFill>
                <a:srgbClr val="000000"/>
              </a:solidFill>
              <a:effectLst/>
              <a:uFillTx/>
              <a:latin typeface="游明朝体"/>
            </a:endParaRPr>
          </a:p>
        </p:txBody>
      </p:sp>
      <p:sp>
        <p:nvSpPr>
          <p:cNvPr id="1604" name=""/>
          <p:cNvSpPr txBox="1"/>
          <p:nvPr/>
        </p:nvSpPr>
        <p:spPr>
          <a:xfrm>
            <a:off x="2696400" y="6142680"/>
            <a:ext cx="28296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 ― </a:t>
            </a:r>
            <a:endParaRPr lang="en-US" sz="1430" b="0" u="none" strike="noStrike">
              <a:solidFill>
                <a:srgbClr val="000000"/>
              </a:solidFill>
              <a:effectLst/>
              <a:uFillTx/>
              <a:latin typeface="游明朝体"/>
            </a:endParaRPr>
          </a:p>
        </p:txBody>
      </p:sp>
      <p:sp>
        <p:nvSpPr>
          <p:cNvPr id="1605" name=""/>
          <p:cNvSpPr txBox="1"/>
          <p:nvPr/>
        </p:nvSpPr>
        <p:spPr>
          <a:xfrm>
            <a:off x="2978280" y="6151320"/>
            <a:ext cx="163296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職場の任意の集まり</a:t>
            </a:r>
            <a:endParaRPr lang="en-US" sz="1430" b="0" u="none" strike="noStrike">
              <a:solidFill>
                <a:srgbClr val="000000"/>
              </a:solidFill>
              <a:effectLst/>
              <a:uFillTx/>
              <a:latin typeface="游明朝体"/>
            </a:endParaRPr>
          </a:p>
        </p:txBody>
      </p:sp>
      <p:sp>
        <p:nvSpPr>
          <p:cNvPr id="1606" name=""/>
          <p:cNvSpPr txBox="1"/>
          <p:nvPr/>
        </p:nvSpPr>
        <p:spPr>
          <a:xfrm>
            <a:off x="4606920" y="6142680"/>
            <a:ext cx="8269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Python_AI</a:t>
            </a:r>
            <a:endParaRPr lang="en-US" sz="1430" b="0" u="none" strike="noStrike">
              <a:solidFill>
                <a:srgbClr val="000000"/>
              </a:solidFill>
              <a:effectLst/>
              <a:uFillTx/>
              <a:latin typeface="游明朝体"/>
            </a:endParaRPr>
          </a:p>
        </p:txBody>
      </p:sp>
      <p:sp>
        <p:nvSpPr>
          <p:cNvPr id="1607" name=""/>
          <p:cNvSpPr txBox="1"/>
          <p:nvPr/>
        </p:nvSpPr>
        <p:spPr>
          <a:xfrm>
            <a:off x="5431320" y="6151320"/>
            <a:ext cx="21769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グループで⽇々情報交換。</a:t>
            </a:r>
            <a:endParaRPr lang="en-US" sz="1430" b="0" u="none" strike="noStrike">
              <a:solidFill>
                <a:srgbClr val="000000"/>
              </a:solidFill>
              <a:effectLst/>
              <a:uFillTx/>
              <a:latin typeface="游明朝体"/>
            </a:endParaRPr>
          </a:p>
        </p:txBody>
      </p:sp>
      <p:sp>
        <p:nvSpPr>
          <p:cNvPr id="1608" name=""/>
          <p:cNvSpPr txBox="1"/>
          <p:nvPr/>
        </p:nvSpPr>
        <p:spPr>
          <a:xfrm>
            <a:off x="7570440" y="6142680"/>
            <a:ext cx="53460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WXBC</a:t>
            </a:r>
            <a:endParaRPr lang="en-US" sz="1430" b="0" u="none" strike="noStrike">
              <a:solidFill>
                <a:srgbClr val="000000"/>
              </a:solidFill>
              <a:effectLst/>
              <a:uFillTx/>
              <a:latin typeface="游明朝体"/>
            </a:endParaRPr>
          </a:p>
        </p:txBody>
      </p:sp>
      <p:sp>
        <p:nvSpPr>
          <p:cNvPr id="1609" name=""/>
          <p:cNvSpPr txBox="1"/>
          <p:nvPr/>
        </p:nvSpPr>
        <p:spPr>
          <a:xfrm>
            <a:off x="8103240" y="6151320"/>
            <a:ext cx="3636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でも</a:t>
            </a:r>
            <a:endParaRPr lang="en-US" sz="1430" b="0" u="none" strike="noStrike">
              <a:solidFill>
                <a:srgbClr val="000000"/>
              </a:solidFill>
              <a:effectLst/>
              <a:uFillTx/>
              <a:latin typeface="游明朝体"/>
            </a:endParaRPr>
          </a:p>
        </p:txBody>
      </p:sp>
      <p:sp>
        <p:nvSpPr>
          <p:cNvPr id="1610" name=""/>
          <p:cNvSpPr txBox="1"/>
          <p:nvPr/>
        </p:nvSpPr>
        <p:spPr>
          <a:xfrm>
            <a:off x="8465400" y="6142680"/>
            <a:ext cx="44748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Slack</a:t>
            </a:r>
            <a:endParaRPr lang="en-US" sz="1430" b="0" u="none" strike="noStrike">
              <a:solidFill>
                <a:srgbClr val="000000"/>
              </a:solidFill>
              <a:effectLst/>
              <a:uFillTx/>
              <a:latin typeface="游明朝体"/>
            </a:endParaRPr>
          </a:p>
        </p:txBody>
      </p:sp>
      <p:sp>
        <p:nvSpPr>
          <p:cNvPr id="1611" name=""/>
          <p:cNvSpPr txBox="1"/>
          <p:nvPr/>
        </p:nvSpPr>
        <p:spPr>
          <a:xfrm>
            <a:off x="8911080" y="6151320"/>
            <a:ext cx="181440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で共有していきたい。</a:t>
            </a:r>
            <a:endParaRPr lang="en-US" sz="1430" b="0" u="none" strike="noStrike">
              <a:solidFill>
                <a:srgbClr val="000000"/>
              </a:solidFill>
              <a:effectLst/>
              <a:uFillTx/>
              <a:latin typeface="游明朝体"/>
            </a:endParaRPr>
          </a:p>
        </p:txBody>
      </p:sp>
      <p:sp>
        <p:nvSpPr>
          <p:cNvPr id="1612" name=""/>
          <p:cNvSpPr txBox="1"/>
          <p:nvPr/>
        </p:nvSpPr>
        <p:spPr>
          <a:xfrm>
            <a:off x="723960" y="6427440"/>
            <a:ext cx="50785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このプレゼンもバイブコーディングで⾃動作成。学習⽬的なら</a:t>
            </a:r>
            <a:endParaRPr lang="en-US" sz="1430" b="0" u="none" strike="noStrike">
              <a:solidFill>
                <a:srgbClr val="000000"/>
              </a:solidFill>
              <a:effectLst/>
              <a:uFillTx/>
              <a:latin typeface="游明朝体"/>
            </a:endParaRPr>
          </a:p>
        </p:txBody>
      </p:sp>
      <p:sp>
        <p:nvSpPr>
          <p:cNvPr id="1613" name=""/>
          <p:cNvSpPr txBox="1"/>
          <p:nvPr/>
        </p:nvSpPr>
        <p:spPr>
          <a:xfrm>
            <a:off x="5769360" y="6419160"/>
            <a:ext cx="180720" cy="210600"/>
          </a:xfrm>
          <a:prstGeom prst="rect">
            <a:avLst/>
          </a:prstGeom>
          <a:noFill/>
          <a:ln w="0">
            <a:noFill/>
          </a:ln>
        </p:spPr>
        <p:txBody>
          <a:bodyPr wrap="none" lIns="0" tIns="0" rIns="0" bIns="0" anchor="t">
            <a:spAutoFit/>
          </a:bodyPr>
          <a:p>
            <a:pPr/>
            <a:r>
              <a:rPr lang="en-US" sz="1430" b="0" u="none" strike="noStrike">
                <a:solidFill>
                  <a:srgbClr val="1A1A2E"/>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14" name=""/>
          <p:cNvSpPr txBox="1"/>
          <p:nvPr/>
        </p:nvSpPr>
        <p:spPr>
          <a:xfrm>
            <a:off x="5933520" y="6427440"/>
            <a:ext cx="2902320" cy="181800"/>
          </a:xfrm>
          <a:prstGeom prst="rect">
            <a:avLst/>
          </a:prstGeom>
          <a:noFill/>
          <a:ln w="0">
            <a:noFill/>
          </a:ln>
        </p:spPr>
        <p:txBody>
          <a:bodyPr wrap="none" lIns="0" tIns="0" rIns="0" bIns="0" anchor="t">
            <a:spAutoFit/>
          </a:bodyPr>
          <a:p>
            <a:pPr/>
            <a:r>
              <a:rPr lang="ja-JP" sz="1430" b="0" u="none" strike="noStrike">
                <a:solidFill>
                  <a:srgbClr val="1A1A2E"/>
                </a:solidFill>
                <a:effectLst/>
                <a:uFillTx/>
                <a:latin typeface="HiraginoSans-W3"/>
                <a:ea typeface="HiraginoSans-W3"/>
              </a:rPr>
              <a:t>に解説させながら開発する⽅が向く</a:t>
            </a:r>
            <a:endParaRPr lang="en-US" sz="1430" b="0" u="none" strike="noStrike">
              <a:solidFill>
                <a:srgbClr val="000000"/>
              </a:solidFill>
              <a:effectLst/>
              <a:uFillTx/>
              <a:latin typeface="游明朝体"/>
            </a:endParaRPr>
          </a:p>
        </p:txBody>
      </p:sp>
      <p:sp>
        <p:nvSpPr>
          <p:cNvPr id="161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4748B"/>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mc_slide22-22.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