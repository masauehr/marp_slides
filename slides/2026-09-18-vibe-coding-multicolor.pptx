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page3">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master-page3">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59200"/>
            <a:ext cx="10972080" cy="1084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5" name="PlaceHolder 2"/>
          <p:cNvSpPr>
            <a:spLocks noGrp="1"/>
          </p:cNvSpPr>
          <p:nvPr>
            <p:ph type="subTitle"/>
          </p:nvPr>
        </p:nvSpPr>
        <p:spPr>
          <a:xfrm>
            <a:off x="609480" y="1520280"/>
            <a:ext cx="10972080" cy="37684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59200"/>
            <a:ext cx="10972080" cy="10846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3" name="PlaceHolder 2"/>
          <p:cNvSpPr>
            <a:spLocks noGrp="1"/>
          </p:cNvSpPr>
          <p:nvPr>
            <p:ph type="body"/>
          </p:nvPr>
        </p:nvSpPr>
        <p:spPr>
          <a:xfrm>
            <a:off x="609480" y="1520280"/>
            <a:ext cx="10972080" cy="37684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2.xml"/><Relationship Id="rId12" Type="http://schemas.openxmlformats.org/officeDocument/2006/relationships/image" Target="../media/image5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jpeg"/><Relationship Id="rId3"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33.png"/><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png"/><Relationship Id="rId11" Type="http://schemas.openxmlformats.org/officeDocument/2006/relationships/image" Target="../media/image43.png"/><Relationship Id="rId12" Type="http://schemas.openxmlformats.org/officeDocument/2006/relationships/image" Target="../media/image44.png"/><Relationship Id="rId13"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image" Target="../media/image45.png"/><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51.png"/><Relationship Id="rId8" Type="http://schemas.openxmlformats.org/officeDocument/2006/relationships/image" Target="../media/image52.png"/><Relationship Id="rId9" Type="http://schemas.openxmlformats.org/officeDocument/2006/relationships/image" Target="../media/image53.png"/><Relationship Id="rId10" Type="http://schemas.openxmlformats.org/officeDocument/2006/relationships/image" Target="../media/image54.png"/><Relationship Id="rId11" Type="http://schemas.openxmlformats.org/officeDocument/2006/relationships/image" Target="../media/image55.png"/><Relationship Id="rId12"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1.xml"/><Relationship Id="rId12" Type="http://schemas.openxmlformats.org/officeDocument/2006/relationships/image" Target="../media/image57.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s.001.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 name=""/>
          <p:cNvSpPr/>
          <p:nvPr/>
        </p:nvSpPr>
        <p:spPr>
          <a:xfrm>
            <a:off x="533160" y="241920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 name=""/>
          <p:cNvSpPr txBox="1"/>
          <p:nvPr/>
        </p:nvSpPr>
        <p:spPr>
          <a:xfrm>
            <a:off x="533520" y="190296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概要</a:t>
            </a:r>
            <a:endParaRPr lang="en-US" sz="3000" b="0" u="none" strike="noStrike">
              <a:solidFill>
                <a:srgbClr val="000000"/>
              </a:solidFill>
              <a:effectLst/>
              <a:uFillTx/>
              <a:latin typeface="游明朝体"/>
            </a:endParaRPr>
          </a:p>
        </p:txBody>
      </p:sp>
      <p:sp>
        <p:nvSpPr>
          <p:cNvPr id="220" name=""/>
          <p:cNvSpPr txBox="1"/>
          <p:nvPr/>
        </p:nvSpPr>
        <p:spPr>
          <a:xfrm>
            <a:off x="533520" y="2723040"/>
            <a:ext cx="6096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プログラミングを少しかじった程度で開発の専⾨知識のない私ですが、</a:t>
            </a:r>
            <a:endParaRPr lang="en-US" sz="1500" b="0" u="none" strike="noStrike">
              <a:solidFill>
                <a:srgbClr val="000000"/>
              </a:solidFill>
              <a:effectLst/>
              <a:uFillTx/>
              <a:latin typeface="游明朝体"/>
            </a:endParaRPr>
          </a:p>
        </p:txBody>
      </p:sp>
      <p:sp>
        <p:nvSpPr>
          <p:cNvPr id="221" name=""/>
          <p:cNvSpPr txBox="1"/>
          <p:nvPr/>
        </p:nvSpPr>
        <p:spPr>
          <a:xfrm>
            <a:off x="6629400" y="271440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22" name=""/>
          <p:cNvSpPr txBox="1"/>
          <p:nvPr/>
        </p:nvSpPr>
        <p:spPr>
          <a:xfrm>
            <a:off x="7190280" y="272304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の「アメダス気象データ分析チャレンジ」で</a:t>
            </a:r>
            <a:endParaRPr lang="en-US" sz="1500" b="0" u="none" strike="noStrike">
              <a:solidFill>
                <a:srgbClr val="000000"/>
              </a:solidFill>
              <a:effectLst/>
              <a:uFillTx/>
              <a:latin typeface="游明朝体"/>
            </a:endParaRPr>
          </a:p>
        </p:txBody>
      </p:sp>
      <p:sp>
        <p:nvSpPr>
          <p:cNvPr id="223" name=""/>
          <p:cNvSpPr txBox="1"/>
          <p:nvPr/>
        </p:nvSpPr>
        <p:spPr>
          <a:xfrm>
            <a:off x="10973520" y="2714400"/>
            <a:ext cx="6004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24" name=""/>
          <p:cNvSpPr txBox="1"/>
          <p:nvPr/>
        </p:nvSpPr>
        <p:spPr>
          <a:xfrm>
            <a:off x="533520" y="300888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と機械学習を初めて学び、同時期に始めた⽣成</a:t>
            </a:r>
            <a:endParaRPr lang="en-US" sz="1500" b="0" u="none" strike="noStrike">
              <a:solidFill>
                <a:srgbClr val="000000"/>
              </a:solidFill>
              <a:effectLst/>
              <a:uFillTx/>
              <a:latin typeface="游明朝体"/>
            </a:endParaRPr>
          </a:p>
        </p:txBody>
      </p:sp>
      <p:sp>
        <p:nvSpPr>
          <p:cNvPr id="225" name=""/>
          <p:cNvSpPr txBox="1"/>
          <p:nvPr/>
        </p:nvSpPr>
        <p:spPr>
          <a:xfrm>
            <a:off x="4518720" y="29998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6" name=""/>
          <p:cNvSpPr txBox="1"/>
          <p:nvPr/>
        </p:nvSpPr>
        <p:spPr>
          <a:xfrm>
            <a:off x="4691520" y="3008880"/>
            <a:ext cx="6668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によるプログラミングを組み合わせることで、新たな世界が広がっています。</a:t>
            </a:r>
            <a:endParaRPr lang="en-US" sz="1500" b="0" u="none" strike="noStrike">
              <a:solidFill>
                <a:srgbClr val="000000"/>
              </a:solidFill>
              <a:effectLst/>
              <a:uFillTx/>
              <a:latin typeface="游明朝体"/>
            </a:endParaRPr>
          </a:p>
        </p:txBody>
      </p:sp>
      <p:sp>
        <p:nvSpPr>
          <p:cNvPr id="227" name=""/>
          <p:cNvSpPr txBox="1"/>
          <p:nvPr/>
        </p:nvSpPr>
        <p:spPr>
          <a:xfrm>
            <a:off x="533520" y="34380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8" name=""/>
          <p:cNvSpPr txBox="1"/>
          <p:nvPr/>
        </p:nvSpPr>
        <p:spPr>
          <a:xfrm>
            <a:off x="706320" y="344700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と対話しながらアプリ開発を進める「バイブコーディング（</a:t>
            </a:r>
            <a:endParaRPr lang="en-US" sz="1500" b="0" u="none" strike="noStrike">
              <a:solidFill>
                <a:srgbClr val="000000"/>
              </a:solidFill>
              <a:effectLst/>
              <a:uFillTx/>
              <a:latin typeface="游明朝体"/>
            </a:endParaRPr>
          </a:p>
        </p:txBody>
      </p:sp>
      <p:sp>
        <p:nvSpPr>
          <p:cNvPr id="229" name=""/>
          <p:cNvSpPr txBox="1"/>
          <p:nvPr/>
        </p:nvSpPr>
        <p:spPr>
          <a:xfrm>
            <a:off x="5826960" y="3438000"/>
            <a:ext cx="1045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Vibe Coding</a:t>
            </a:r>
            <a:endParaRPr lang="en-US" sz="1500" b="0" u="none" strike="noStrike">
              <a:solidFill>
                <a:srgbClr val="000000"/>
              </a:solidFill>
              <a:effectLst/>
              <a:uFillTx/>
              <a:latin typeface="游明朝体"/>
            </a:endParaRPr>
          </a:p>
        </p:txBody>
      </p:sp>
      <p:sp>
        <p:nvSpPr>
          <p:cNvPr id="230" name=""/>
          <p:cNvSpPr txBox="1"/>
          <p:nvPr/>
        </p:nvSpPr>
        <p:spPr>
          <a:xfrm>
            <a:off x="6867720" y="3447000"/>
            <a:ext cx="4953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）」というスタイルで、プログラミング（⼿抜きですが）</a:t>
            </a:r>
            <a:endParaRPr lang="en-US" sz="1500" b="0" u="none" strike="noStrike">
              <a:solidFill>
                <a:srgbClr val="000000"/>
              </a:solidFill>
              <a:effectLst/>
              <a:uFillTx/>
              <a:latin typeface="游明朝体"/>
            </a:endParaRPr>
          </a:p>
        </p:txBody>
      </p:sp>
      <p:sp>
        <p:nvSpPr>
          <p:cNvPr id="231" name=""/>
          <p:cNvSpPr txBox="1"/>
          <p:nvPr/>
        </p:nvSpPr>
        <p:spPr>
          <a:xfrm>
            <a:off x="533520" y="373284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の楽しさを知り、今年</a:t>
            </a:r>
            <a:endParaRPr lang="en-US" sz="1500" b="0" u="none" strike="noStrike">
              <a:solidFill>
                <a:srgbClr val="000000"/>
              </a:solidFill>
              <a:effectLst/>
              <a:uFillTx/>
              <a:latin typeface="游明朝体"/>
            </a:endParaRPr>
          </a:p>
        </p:txBody>
      </p:sp>
      <p:sp>
        <p:nvSpPr>
          <p:cNvPr id="232" name=""/>
          <p:cNvSpPr txBox="1"/>
          <p:nvPr/>
        </p:nvSpPr>
        <p:spPr>
          <a:xfrm>
            <a:off x="2438280" y="3723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233" name=""/>
          <p:cNvSpPr txBox="1"/>
          <p:nvPr/>
        </p:nvSpPr>
        <p:spPr>
          <a:xfrm>
            <a:off x="2544480" y="373284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⽉から⽣成</a:t>
            </a:r>
            <a:endParaRPr lang="en-US" sz="1500" b="0" u="none" strike="noStrike">
              <a:solidFill>
                <a:srgbClr val="000000"/>
              </a:solidFill>
              <a:effectLst/>
              <a:uFillTx/>
              <a:latin typeface="游明朝体"/>
            </a:endParaRPr>
          </a:p>
        </p:txBody>
      </p:sp>
      <p:sp>
        <p:nvSpPr>
          <p:cNvPr id="234" name=""/>
          <p:cNvSpPr txBox="1"/>
          <p:nvPr/>
        </p:nvSpPr>
        <p:spPr>
          <a:xfrm>
            <a:off x="3496680" y="3723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35" name=""/>
          <p:cNvSpPr txBox="1"/>
          <p:nvPr/>
        </p:nvSpPr>
        <p:spPr>
          <a:xfrm>
            <a:off x="3669480" y="373284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エージェントの</a:t>
            </a:r>
            <a:endParaRPr lang="en-US" sz="1500" b="0" u="none" strike="noStrike">
              <a:solidFill>
                <a:srgbClr val="000000"/>
              </a:solidFill>
              <a:effectLst/>
              <a:uFillTx/>
              <a:latin typeface="游明朝体"/>
            </a:endParaRPr>
          </a:p>
        </p:txBody>
      </p:sp>
      <p:sp>
        <p:nvSpPr>
          <p:cNvPr id="236" name=""/>
          <p:cNvSpPr txBox="1"/>
          <p:nvPr/>
        </p:nvSpPr>
        <p:spPr>
          <a:xfrm>
            <a:off x="4986000" y="3723840"/>
            <a:ext cx="11192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237" name=""/>
          <p:cNvSpPr txBox="1"/>
          <p:nvPr/>
        </p:nvSpPr>
        <p:spPr>
          <a:xfrm>
            <a:off x="6104520" y="3732840"/>
            <a:ext cx="5525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を使い始めてからは、⾯倒な「作業」を減らして、アイデアを形</a:t>
            </a:r>
            <a:endParaRPr lang="en-US" sz="1500" b="0" u="none" strike="noStrike">
              <a:solidFill>
                <a:srgbClr val="000000"/>
              </a:solidFill>
              <a:effectLst/>
              <a:uFillTx/>
              <a:latin typeface="游明朝体"/>
            </a:endParaRPr>
          </a:p>
        </p:txBody>
      </p:sp>
      <p:sp>
        <p:nvSpPr>
          <p:cNvPr id="238" name=""/>
          <p:cNvSpPr txBox="1"/>
          <p:nvPr/>
        </p:nvSpPr>
        <p:spPr>
          <a:xfrm>
            <a:off x="533520" y="401868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にする⾼速開発のサイクルが定着しました。</a:t>
            </a:r>
            <a:endParaRPr lang="en-US" sz="1500" b="0" u="none" strike="noStrike">
              <a:solidFill>
                <a:srgbClr val="000000"/>
              </a:solidFill>
              <a:effectLst/>
              <a:uFillTx/>
              <a:latin typeface="游明朝体"/>
            </a:endParaRPr>
          </a:p>
        </p:txBody>
      </p:sp>
      <p:sp>
        <p:nvSpPr>
          <p:cNvPr id="239" name=""/>
          <p:cNvSpPr txBox="1"/>
          <p:nvPr/>
        </p:nvSpPr>
        <p:spPr>
          <a:xfrm>
            <a:off x="533520" y="4456800"/>
            <a:ext cx="10859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今回は、この開発スタイルの紹介と、農研機構メッシュ農業気象データを活⽤した太陽光発電量予測の機械学習事例を紹介しま</a:t>
            </a:r>
            <a:endParaRPr lang="en-US" sz="1500" b="0" u="none" strike="noStrike">
              <a:solidFill>
                <a:srgbClr val="000000"/>
              </a:solidFill>
              <a:effectLst/>
              <a:uFillTx/>
              <a:latin typeface="游明朝体"/>
            </a:endParaRPr>
          </a:p>
        </p:txBody>
      </p:sp>
      <p:sp>
        <p:nvSpPr>
          <p:cNvPr id="240" name=""/>
          <p:cNvSpPr txBox="1"/>
          <p:nvPr/>
        </p:nvSpPr>
        <p:spPr>
          <a:xfrm>
            <a:off x="533520" y="474264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す。</a:t>
            </a:r>
            <a:endParaRPr lang="en-US" sz="1500" b="0" u="none" strike="noStrike">
              <a:solidFill>
                <a:srgbClr val="000000"/>
              </a:solidFill>
              <a:effectLst/>
              <a:uFillTx/>
              <a:latin typeface="游明朝体"/>
            </a:endParaRPr>
          </a:p>
        </p:txBody>
      </p:sp>
      <p:sp>
        <p:nvSpPr>
          <p:cNvPr id="24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 name=""/>
          <p:cNvSpPr/>
          <p:nvPr/>
        </p:nvSpPr>
        <p:spPr>
          <a:xfrm>
            <a:off x="533160" y="2600280"/>
            <a:ext cx="11125440" cy="38160"/>
          </a:xfrm>
          <a:custGeom>
            <a:avLst/>
            <a:gdLst/>
            <a:ahLst/>
            <a:rect l="0" t="0" r="r" b="b"/>
            <a:pathLst>
              <a:path w="30904" h="106">
                <a:moveTo>
                  <a:pt x="0" y="0"/>
                </a:moveTo>
                <a:lnTo>
                  <a:pt x="30904" y="0"/>
                </a:lnTo>
                <a:lnTo>
                  <a:pt x="30904" y="106"/>
                </a:lnTo>
                <a:lnTo>
                  <a:pt x="0" y="106"/>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6" name=""/>
          <p:cNvSpPr txBox="1"/>
          <p:nvPr/>
        </p:nvSpPr>
        <p:spPr>
          <a:xfrm>
            <a:off x="533520" y="208404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⽬次</a:t>
            </a:r>
            <a:endParaRPr lang="en-US" sz="3000" b="0" u="none" strike="noStrike">
              <a:solidFill>
                <a:srgbClr val="000000"/>
              </a:solidFill>
              <a:effectLst/>
              <a:uFillTx/>
              <a:latin typeface="游明朝体"/>
            </a:endParaRPr>
          </a:p>
        </p:txBody>
      </p:sp>
      <p:sp>
        <p:nvSpPr>
          <p:cNvPr id="247" name=""/>
          <p:cNvSpPr txBox="1"/>
          <p:nvPr/>
        </p:nvSpPr>
        <p:spPr>
          <a:xfrm>
            <a:off x="588240" y="2923920"/>
            <a:ext cx="212400" cy="222840"/>
          </a:xfrm>
          <a:prstGeom prst="rect">
            <a:avLst/>
          </a:prstGeom>
          <a:noFill/>
          <a:ln w="0">
            <a:noFill/>
          </a:ln>
        </p:spPr>
        <p:txBody>
          <a:bodyPr wrap="none" lIns="0" tIns="0" rIns="0" bIns="0" anchor="t">
            <a:spAutoFit/>
          </a:bodyPr>
          <a:p>
            <a:pPr/>
            <a:r>
              <a:rPr lang="en-US" sz="1500" b="0" u="none" strike="noStrike">
                <a:solidFill>
                  <a:srgbClr val="EB6834"/>
                </a:solidFill>
                <a:effectLst/>
                <a:uFillTx/>
                <a:latin typeface="HelveticaNeue"/>
                <a:ea typeface="HelveticaNeue"/>
              </a:rPr>
              <a:t>1. </a:t>
            </a:r>
            <a:endParaRPr lang="en-US" sz="1500" b="0" u="none" strike="noStrike">
              <a:solidFill>
                <a:srgbClr val="000000"/>
              </a:solidFill>
              <a:effectLst/>
              <a:uFillTx/>
              <a:latin typeface="游明朝体"/>
            </a:endParaRPr>
          </a:p>
        </p:txBody>
      </p:sp>
      <p:sp>
        <p:nvSpPr>
          <p:cNvPr id="248" name=""/>
          <p:cNvSpPr txBox="1"/>
          <p:nvPr/>
        </p:nvSpPr>
        <p:spPr>
          <a:xfrm>
            <a:off x="799920" y="293292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249" name=""/>
          <p:cNvSpPr txBox="1"/>
          <p:nvPr/>
        </p:nvSpPr>
        <p:spPr>
          <a:xfrm>
            <a:off x="1181160" y="292392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50" name=""/>
          <p:cNvSpPr txBox="1"/>
          <p:nvPr/>
        </p:nvSpPr>
        <p:spPr>
          <a:xfrm>
            <a:off x="1353960" y="293292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活⽤の経緯</a:t>
            </a:r>
            <a:endParaRPr lang="en-US" sz="1500" b="0" u="none" strike="noStrike">
              <a:solidFill>
                <a:srgbClr val="000000"/>
              </a:solidFill>
              <a:effectLst/>
              <a:uFillTx/>
              <a:latin typeface="游明朝体"/>
            </a:endParaRPr>
          </a:p>
        </p:txBody>
      </p:sp>
      <p:sp>
        <p:nvSpPr>
          <p:cNvPr id="251" name=""/>
          <p:cNvSpPr txBox="1"/>
          <p:nvPr/>
        </p:nvSpPr>
        <p:spPr>
          <a:xfrm>
            <a:off x="588240" y="3314160"/>
            <a:ext cx="212400" cy="222840"/>
          </a:xfrm>
          <a:prstGeom prst="rect">
            <a:avLst/>
          </a:prstGeom>
          <a:noFill/>
          <a:ln w="0">
            <a:noFill/>
          </a:ln>
        </p:spPr>
        <p:txBody>
          <a:bodyPr wrap="none" lIns="0" tIns="0" rIns="0" bIns="0" anchor="t">
            <a:spAutoFit/>
          </a:bodyPr>
          <a:p>
            <a:pPr/>
            <a:r>
              <a:rPr lang="en-US" sz="1500" b="0" u="none" strike="noStrike">
                <a:solidFill>
                  <a:srgbClr val="EB6834"/>
                </a:solidFill>
                <a:effectLst/>
                <a:uFillTx/>
                <a:latin typeface="HelveticaNeue"/>
                <a:ea typeface="HelveticaNeue"/>
              </a:rPr>
              <a:t>2. </a:t>
            </a:r>
            <a:endParaRPr lang="en-US" sz="1500" b="0" u="none" strike="noStrike">
              <a:solidFill>
                <a:srgbClr val="000000"/>
              </a:solidFill>
              <a:effectLst/>
              <a:uFillTx/>
              <a:latin typeface="游明朝体"/>
            </a:endParaRPr>
          </a:p>
        </p:txBody>
      </p:sp>
      <p:sp>
        <p:nvSpPr>
          <p:cNvPr id="252" name=""/>
          <p:cNvSpPr txBox="1"/>
          <p:nvPr/>
        </p:nvSpPr>
        <p:spPr>
          <a:xfrm>
            <a:off x="799920" y="332316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開発したプロダクト（気象・予測ツール）</a:t>
            </a:r>
            <a:endParaRPr lang="en-US" sz="1500" b="0" u="none" strike="noStrike">
              <a:solidFill>
                <a:srgbClr val="000000"/>
              </a:solidFill>
              <a:effectLst/>
              <a:uFillTx/>
              <a:latin typeface="游明朝体"/>
            </a:endParaRPr>
          </a:p>
        </p:txBody>
      </p:sp>
      <p:sp>
        <p:nvSpPr>
          <p:cNvPr id="253" name=""/>
          <p:cNvSpPr txBox="1"/>
          <p:nvPr/>
        </p:nvSpPr>
        <p:spPr>
          <a:xfrm>
            <a:off x="588240" y="3704760"/>
            <a:ext cx="212400" cy="222840"/>
          </a:xfrm>
          <a:prstGeom prst="rect">
            <a:avLst/>
          </a:prstGeom>
          <a:noFill/>
          <a:ln w="0">
            <a:noFill/>
          </a:ln>
        </p:spPr>
        <p:txBody>
          <a:bodyPr wrap="none" lIns="0" tIns="0" rIns="0" bIns="0" anchor="t">
            <a:spAutoFit/>
          </a:bodyPr>
          <a:p>
            <a:pPr/>
            <a:r>
              <a:rPr lang="en-US" sz="1500" b="0" u="none" strike="noStrike">
                <a:solidFill>
                  <a:srgbClr val="EB6834"/>
                </a:solidFill>
                <a:effectLst/>
                <a:uFillTx/>
                <a:latin typeface="HelveticaNeue"/>
                <a:ea typeface="HelveticaNeue"/>
              </a:rPr>
              <a:t>3. </a:t>
            </a:r>
            <a:endParaRPr lang="en-US" sz="1500" b="0" u="none" strike="noStrike">
              <a:solidFill>
                <a:srgbClr val="000000"/>
              </a:solidFill>
              <a:effectLst/>
              <a:uFillTx/>
              <a:latin typeface="游明朝体"/>
            </a:endParaRPr>
          </a:p>
        </p:txBody>
      </p:sp>
      <p:sp>
        <p:nvSpPr>
          <p:cNvPr id="254" name=""/>
          <p:cNvSpPr txBox="1"/>
          <p:nvPr/>
        </p:nvSpPr>
        <p:spPr>
          <a:xfrm>
            <a:off x="799920" y="3713760"/>
            <a:ext cx="2858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農研機構メッシュ農業気象データ</a:t>
            </a:r>
            <a:endParaRPr lang="en-US" sz="1500" b="0" u="none" strike="noStrike">
              <a:solidFill>
                <a:srgbClr val="000000"/>
              </a:solidFill>
              <a:effectLst/>
              <a:uFillTx/>
              <a:latin typeface="游明朝体"/>
            </a:endParaRPr>
          </a:p>
        </p:txBody>
      </p:sp>
      <p:sp>
        <p:nvSpPr>
          <p:cNvPr id="255" name=""/>
          <p:cNvSpPr txBox="1"/>
          <p:nvPr/>
        </p:nvSpPr>
        <p:spPr>
          <a:xfrm>
            <a:off x="3657600" y="3704760"/>
            <a:ext cx="3938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 AI</a:t>
            </a:r>
            <a:endParaRPr lang="en-US" sz="1500" b="0" u="none" strike="noStrike">
              <a:solidFill>
                <a:srgbClr val="000000"/>
              </a:solidFill>
              <a:effectLst/>
              <a:uFillTx/>
              <a:latin typeface="游明朝体"/>
            </a:endParaRPr>
          </a:p>
        </p:txBody>
      </p:sp>
      <p:sp>
        <p:nvSpPr>
          <p:cNvPr id="256" name=""/>
          <p:cNvSpPr txBox="1"/>
          <p:nvPr/>
        </p:nvSpPr>
        <p:spPr>
          <a:xfrm>
            <a:off x="4050720" y="371376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による機械学習の取り組み</a:t>
            </a:r>
            <a:endParaRPr lang="en-US" sz="1500" b="0" u="none" strike="noStrike">
              <a:solidFill>
                <a:srgbClr val="000000"/>
              </a:solidFill>
              <a:effectLst/>
              <a:uFillTx/>
              <a:latin typeface="游明朝体"/>
            </a:endParaRPr>
          </a:p>
        </p:txBody>
      </p:sp>
      <p:sp>
        <p:nvSpPr>
          <p:cNvPr id="257" name=""/>
          <p:cNvSpPr txBox="1"/>
          <p:nvPr/>
        </p:nvSpPr>
        <p:spPr>
          <a:xfrm>
            <a:off x="588240" y="4095360"/>
            <a:ext cx="212400" cy="222840"/>
          </a:xfrm>
          <a:prstGeom prst="rect">
            <a:avLst/>
          </a:prstGeom>
          <a:noFill/>
          <a:ln w="0">
            <a:noFill/>
          </a:ln>
        </p:spPr>
        <p:txBody>
          <a:bodyPr wrap="none" lIns="0" tIns="0" rIns="0" bIns="0" anchor="t">
            <a:spAutoFit/>
          </a:bodyPr>
          <a:p>
            <a:pPr/>
            <a:r>
              <a:rPr lang="en-US" sz="1500" b="0" u="none" strike="noStrike">
                <a:solidFill>
                  <a:srgbClr val="EB6834"/>
                </a:solidFill>
                <a:effectLst/>
                <a:uFillTx/>
                <a:latin typeface="HelveticaNeue"/>
                <a:ea typeface="HelveticaNeue"/>
              </a:rPr>
              <a:t>4. </a:t>
            </a:r>
            <a:endParaRPr lang="en-US" sz="1500" b="0" u="none" strike="noStrike">
              <a:solidFill>
                <a:srgbClr val="000000"/>
              </a:solidFill>
              <a:effectLst/>
              <a:uFillTx/>
              <a:latin typeface="游明朝体"/>
            </a:endParaRPr>
          </a:p>
        </p:txBody>
      </p:sp>
      <p:sp>
        <p:nvSpPr>
          <p:cNvPr id="258" name=""/>
          <p:cNvSpPr txBox="1"/>
          <p:nvPr/>
        </p:nvSpPr>
        <p:spPr>
          <a:xfrm>
            <a:off x="799920" y="4104360"/>
            <a:ext cx="2096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バイブコーディングとは</a:t>
            </a:r>
            <a:endParaRPr lang="en-US" sz="1500" b="0" u="none" strike="noStrike">
              <a:solidFill>
                <a:srgbClr val="000000"/>
              </a:solidFill>
              <a:effectLst/>
              <a:uFillTx/>
              <a:latin typeface="游明朝体"/>
            </a:endParaRPr>
          </a:p>
        </p:txBody>
      </p:sp>
      <p:sp>
        <p:nvSpPr>
          <p:cNvPr id="259" name=""/>
          <p:cNvSpPr txBox="1"/>
          <p:nvPr/>
        </p:nvSpPr>
        <p:spPr>
          <a:xfrm>
            <a:off x="588240" y="4485960"/>
            <a:ext cx="212400" cy="222840"/>
          </a:xfrm>
          <a:prstGeom prst="rect">
            <a:avLst/>
          </a:prstGeom>
          <a:noFill/>
          <a:ln w="0">
            <a:noFill/>
          </a:ln>
        </p:spPr>
        <p:txBody>
          <a:bodyPr wrap="none" lIns="0" tIns="0" rIns="0" bIns="0" anchor="t">
            <a:spAutoFit/>
          </a:bodyPr>
          <a:p>
            <a:pPr/>
            <a:r>
              <a:rPr lang="en-US" sz="1500" b="0" u="none" strike="noStrike">
                <a:solidFill>
                  <a:srgbClr val="EB6834"/>
                </a:solidFill>
                <a:effectLst/>
                <a:uFillTx/>
                <a:latin typeface="HelveticaNeue"/>
                <a:ea typeface="HelveticaNeue"/>
              </a:rPr>
              <a:t>5. </a:t>
            </a:r>
            <a:endParaRPr lang="en-US" sz="1500" b="0" u="none" strike="noStrike">
              <a:solidFill>
                <a:srgbClr val="000000"/>
              </a:solidFill>
              <a:effectLst/>
              <a:uFillTx/>
              <a:latin typeface="游明朝体"/>
            </a:endParaRPr>
          </a:p>
        </p:txBody>
      </p:sp>
      <p:sp>
        <p:nvSpPr>
          <p:cNvPr id="260" name=""/>
          <p:cNvSpPr txBox="1"/>
          <p:nvPr/>
        </p:nvSpPr>
        <p:spPr>
          <a:xfrm>
            <a:off x="799920" y="449496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まとめ・今後の展開</a:t>
            </a:r>
            <a:endParaRPr lang="en-US" sz="1500" b="0" u="none" strike="noStrike">
              <a:solidFill>
                <a:srgbClr val="000000"/>
              </a:solidFill>
              <a:effectLst/>
              <a:uFillTx/>
              <a:latin typeface="游明朝体"/>
            </a:endParaRPr>
          </a:p>
        </p:txBody>
      </p:sp>
      <p:sp>
        <p:nvSpPr>
          <p:cNvPr id="26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5" name=""/>
          <p:cNvSpPr/>
          <p:nvPr/>
        </p:nvSpPr>
        <p:spPr>
          <a:xfrm>
            <a:off x="533160" y="2143080"/>
            <a:ext cx="11125440" cy="38160"/>
          </a:xfrm>
          <a:custGeom>
            <a:avLst/>
            <a:gdLst/>
            <a:ahLst/>
            <a:rect l="0" t="0" r="r" b="b"/>
            <a:pathLst>
              <a:path w="30904" h="106">
                <a:moveTo>
                  <a:pt x="0" y="0"/>
                </a:moveTo>
                <a:lnTo>
                  <a:pt x="30904" y="0"/>
                </a:lnTo>
                <a:lnTo>
                  <a:pt x="30904" y="106"/>
                </a:lnTo>
                <a:lnTo>
                  <a:pt x="0" y="106"/>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 name=""/>
          <p:cNvSpPr/>
          <p:nvPr/>
        </p:nvSpPr>
        <p:spPr>
          <a:xfrm>
            <a:off x="552240" y="4809960"/>
            <a:ext cx="11106360" cy="457560"/>
          </a:xfrm>
          <a:custGeom>
            <a:avLst/>
            <a:gdLst/>
            <a:ahLst/>
            <a:rect l="0" t="0" r="r" b="b"/>
            <a:pathLst>
              <a:path w="30851" h="1271">
                <a:moveTo>
                  <a:pt x="0" y="1271"/>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1164"/>
                </a:lnTo>
                <a:cubicBezTo>
                  <a:pt x="30851" y="1178"/>
                  <a:pt x="30849" y="1192"/>
                  <a:pt x="30843" y="1205"/>
                </a:cubicBezTo>
                <a:cubicBezTo>
                  <a:pt x="30838" y="1218"/>
                  <a:pt x="30830" y="1229"/>
                  <a:pt x="30820" y="1240"/>
                </a:cubicBezTo>
                <a:cubicBezTo>
                  <a:pt x="30811" y="1250"/>
                  <a:pt x="30799" y="1258"/>
                  <a:pt x="30786" y="1263"/>
                </a:cubicBezTo>
                <a:cubicBezTo>
                  <a:pt x="30773" y="1268"/>
                  <a:pt x="30760" y="1271"/>
                  <a:pt x="30746" y="1271"/>
                </a:cubicBezTo>
                <a:lnTo>
                  <a:pt x="0" y="1271"/>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7" name=""/>
          <p:cNvSpPr/>
          <p:nvPr/>
        </p:nvSpPr>
        <p:spPr>
          <a:xfrm>
            <a:off x="533160" y="480996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 name=""/>
          <p:cNvSpPr txBox="1"/>
          <p:nvPr/>
        </p:nvSpPr>
        <p:spPr>
          <a:xfrm>
            <a:off x="533520" y="162684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⽣成</a:t>
            </a:r>
            <a:endParaRPr lang="en-US" sz="3000" b="0" u="none" strike="noStrike">
              <a:solidFill>
                <a:srgbClr val="000000"/>
              </a:solidFill>
              <a:effectLst/>
              <a:uFillTx/>
              <a:latin typeface="游明朝体"/>
            </a:endParaRPr>
          </a:p>
        </p:txBody>
      </p:sp>
      <p:sp>
        <p:nvSpPr>
          <p:cNvPr id="269" name=""/>
          <p:cNvSpPr txBox="1"/>
          <p:nvPr/>
        </p:nvSpPr>
        <p:spPr>
          <a:xfrm>
            <a:off x="1295280" y="160884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270" name=""/>
          <p:cNvSpPr txBox="1"/>
          <p:nvPr/>
        </p:nvSpPr>
        <p:spPr>
          <a:xfrm>
            <a:off x="1668600" y="1626840"/>
            <a:ext cx="1524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活⽤から</a:t>
            </a:r>
            <a:endParaRPr lang="en-US" sz="3000" b="0" u="none" strike="noStrike">
              <a:solidFill>
                <a:srgbClr val="000000"/>
              </a:solidFill>
              <a:effectLst/>
              <a:uFillTx/>
              <a:latin typeface="游明朝体"/>
            </a:endParaRPr>
          </a:p>
        </p:txBody>
      </p:sp>
      <p:sp>
        <p:nvSpPr>
          <p:cNvPr id="271" name=""/>
          <p:cNvSpPr txBox="1"/>
          <p:nvPr/>
        </p:nvSpPr>
        <p:spPr>
          <a:xfrm>
            <a:off x="3192840" y="1608840"/>
            <a:ext cx="25617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Claude Code </a:t>
            </a:r>
            <a:endParaRPr lang="en-US" sz="3000" b="0" u="none" strike="noStrike">
              <a:solidFill>
                <a:srgbClr val="000000"/>
              </a:solidFill>
              <a:effectLst/>
              <a:uFillTx/>
              <a:latin typeface="游明朝体"/>
            </a:endParaRPr>
          </a:p>
        </p:txBody>
      </p:sp>
      <p:sp>
        <p:nvSpPr>
          <p:cNvPr id="272" name=""/>
          <p:cNvSpPr/>
          <p:nvPr/>
        </p:nvSpPr>
        <p:spPr>
          <a:xfrm>
            <a:off x="618840" y="25621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 name=""/>
          <p:cNvSpPr txBox="1"/>
          <p:nvPr/>
        </p:nvSpPr>
        <p:spPr>
          <a:xfrm>
            <a:off x="5753880" y="162684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による開発へ</a:t>
            </a:r>
            <a:endParaRPr lang="en-US" sz="3000" b="0" u="none" strike="noStrike">
              <a:solidFill>
                <a:srgbClr val="000000"/>
              </a:solidFill>
              <a:effectLst/>
              <a:uFillTx/>
              <a:latin typeface="游明朝体"/>
            </a:endParaRPr>
          </a:p>
        </p:txBody>
      </p:sp>
      <p:sp>
        <p:nvSpPr>
          <p:cNvPr id="274" name=""/>
          <p:cNvSpPr txBox="1"/>
          <p:nvPr/>
        </p:nvSpPr>
        <p:spPr>
          <a:xfrm>
            <a:off x="799920" y="24757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約</a:t>
            </a:r>
            <a:endParaRPr lang="en-US" sz="1500" b="0" u="none" strike="noStrike">
              <a:solidFill>
                <a:srgbClr val="000000"/>
              </a:solidFill>
              <a:effectLst/>
              <a:uFillTx/>
              <a:latin typeface="游明朝体"/>
            </a:endParaRPr>
          </a:p>
        </p:txBody>
      </p:sp>
      <p:sp>
        <p:nvSpPr>
          <p:cNvPr id="275" name=""/>
          <p:cNvSpPr txBox="1"/>
          <p:nvPr/>
        </p:nvSpPr>
        <p:spPr>
          <a:xfrm>
            <a:off x="990720" y="246672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276" name=""/>
          <p:cNvSpPr txBox="1"/>
          <p:nvPr/>
        </p:nvSpPr>
        <p:spPr>
          <a:xfrm>
            <a:off x="1096560" y="247572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年前より⽣成</a:t>
            </a:r>
            <a:endParaRPr lang="en-US" sz="1500" b="0" u="none" strike="noStrike">
              <a:solidFill>
                <a:srgbClr val="000000"/>
              </a:solidFill>
              <a:effectLst/>
              <a:uFillTx/>
              <a:latin typeface="游明朝体"/>
            </a:endParaRPr>
          </a:p>
        </p:txBody>
      </p:sp>
      <p:sp>
        <p:nvSpPr>
          <p:cNvPr id="277" name=""/>
          <p:cNvSpPr txBox="1"/>
          <p:nvPr/>
        </p:nvSpPr>
        <p:spPr>
          <a:xfrm>
            <a:off x="2239560" y="246672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78" name=""/>
          <p:cNvSpPr txBox="1"/>
          <p:nvPr/>
        </p:nvSpPr>
        <p:spPr>
          <a:xfrm>
            <a:off x="2412360" y="24757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279" name=""/>
          <p:cNvSpPr txBox="1"/>
          <p:nvPr/>
        </p:nvSpPr>
        <p:spPr>
          <a:xfrm>
            <a:off x="2602800" y="2466720"/>
            <a:ext cx="837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Chat GPT</a:t>
            </a:r>
            <a:endParaRPr lang="en-US" sz="1500" b="0" u="none" strike="noStrike">
              <a:solidFill>
                <a:srgbClr val="000000"/>
              </a:solidFill>
              <a:effectLst/>
              <a:uFillTx/>
              <a:latin typeface="游明朝体"/>
            </a:endParaRPr>
          </a:p>
        </p:txBody>
      </p:sp>
      <p:sp>
        <p:nvSpPr>
          <p:cNvPr id="280" name=""/>
          <p:cNvSpPr txBox="1"/>
          <p:nvPr/>
        </p:nvSpPr>
        <p:spPr>
          <a:xfrm>
            <a:off x="3439080" y="2475720"/>
            <a:ext cx="4382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）を利⽤したコード作成を開始。チャットベースで</a:t>
            </a:r>
            <a:endParaRPr lang="en-US" sz="1500" b="0" u="none" strike="noStrike">
              <a:solidFill>
                <a:srgbClr val="000000"/>
              </a:solidFill>
              <a:effectLst/>
              <a:uFillTx/>
              <a:latin typeface="游明朝体"/>
            </a:endParaRPr>
          </a:p>
        </p:txBody>
      </p:sp>
      <p:sp>
        <p:nvSpPr>
          <p:cNvPr id="281" name=""/>
          <p:cNvSpPr txBox="1"/>
          <p:nvPr/>
        </p:nvSpPr>
        <p:spPr>
          <a:xfrm>
            <a:off x="7791840" y="2466720"/>
            <a:ext cx="3924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82" name=""/>
          <p:cNvSpPr/>
          <p:nvPr/>
        </p:nvSpPr>
        <p:spPr>
          <a:xfrm>
            <a:off x="618840" y="29527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89"/>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 name=""/>
          <p:cNvSpPr txBox="1"/>
          <p:nvPr/>
        </p:nvSpPr>
        <p:spPr>
          <a:xfrm>
            <a:off x="8172720" y="247572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アプリの試作を実施</a:t>
            </a:r>
            <a:endParaRPr lang="en-US" sz="1500" b="0" u="none" strike="noStrike">
              <a:solidFill>
                <a:srgbClr val="000000"/>
              </a:solidFill>
              <a:effectLst/>
              <a:uFillTx/>
              <a:latin typeface="游明朝体"/>
            </a:endParaRPr>
          </a:p>
        </p:txBody>
      </p:sp>
      <p:sp>
        <p:nvSpPr>
          <p:cNvPr id="284" name=""/>
          <p:cNvSpPr txBox="1"/>
          <p:nvPr/>
        </p:nvSpPr>
        <p:spPr>
          <a:xfrm>
            <a:off x="799920" y="285696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85" name=""/>
          <p:cNvSpPr txBox="1"/>
          <p:nvPr/>
        </p:nvSpPr>
        <p:spPr>
          <a:xfrm>
            <a:off x="1360800" y="2865960"/>
            <a:ext cx="4382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のアメダス気象データ分析チャレンジ受講により、</a:t>
            </a:r>
            <a:endParaRPr lang="en-US" sz="1500" b="0" u="none" strike="noStrike">
              <a:solidFill>
                <a:srgbClr val="000000"/>
              </a:solidFill>
              <a:effectLst/>
              <a:uFillTx/>
              <a:latin typeface="游明朝体"/>
            </a:endParaRPr>
          </a:p>
        </p:txBody>
      </p:sp>
      <p:sp>
        <p:nvSpPr>
          <p:cNvPr id="286" name=""/>
          <p:cNvSpPr txBox="1"/>
          <p:nvPr/>
        </p:nvSpPr>
        <p:spPr>
          <a:xfrm>
            <a:off x="5715720" y="2856960"/>
            <a:ext cx="5900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87" name=""/>
          <p:cNvSpPr/>
          <p:nvPr/>
        </p:nvSpPr>
        <p:spPr>
          <a:xfrm>
            <a:off x="618840" y="3342960"/>
            <a:ext cx="57600" cy="57600"/>
          </a:xfrm>
          <a:custGeom>
            <a:avLst/>
            <a:gdLst/>
            <a:ahLst/>
            <a:rect l="0" t="0" r="r" b="b"/>
            <a:pathLst>
              <a:path w="160" h="160">
                <a:moveTo>
                  <a:pt x="160" y="80"/>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 name=""/>
          <p:cNvSpPr txBox="1"/>
          <p:nvPr/>
        </p:nvSpPr>
        <p:spPr>
          <a:xfrm>
            <a:off x="6305040" y="286596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と機械学習、気象データの扱い⽅を学ぶ</a:t>
            </a:r>
            <a:endParaRPr lang="en-US" sz="1500" b="0" u="none" strike="noStrike">
              <a:solidFill>
                <a:srgbClr val="000000"/>
              </a:solidFill>
              <a:effectLst/>
              <a:uFillTx/>
              <a:latin typeface="游明朝体"/>
            </a:endParaRPr>
          </a:p>
        </p:txBody>
      </p:sp>
      <p:sp>
        <p:nvSpPr>
          <p:cNvPr id="289" name=""/>
          <p:cNvSpPr txBox="1"/>
          <p:nvPr/>
        </p:nvSpPr>
        <p:spPr>
          <a:xfrm>
            <a:off x="799920" y="325656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その後</a:t>
            </a:r>
            <a:endParaRPr lang="en-US" sz="1500" b="0" u="none" strike="noStrike">
              <a:solidFill>
                <a:srgbClr val="000000"/>
              </a:solidFill>
              <a:effectLst/>
              <a:uFillTx/>
              <a:latin typeface="游明朝体"/>
            </a:endParaRPr>
          </a:p>
        </p:txBody>
      </p:sp>
      <p:sp>
        <p:nvSpPr>
          <p:cNvPr id="290" name=""/>
          <p:cNvSpPr txBox="1"/>
          <p:nvPr/>
        </p:nvSpPr>
        <p:spPr>
          <a:xfrm>
            <a:off x="1371600" y="3247560"/>
            <a:ext cx="279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291" name=""/>
          <p:cNvSpPr txBox="1"/>
          <p:nvPr/>
        </p:nvSpPr>
        <p:spPr>
          <a:xfrm>
            <a:off x="1650240" y="3256560"/>
            <a:ext cx="3239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エージェントの活⽤⽅法を知り、今年</a:t>
            </a:r>
            <a:endParaRPr lang="en-US" sz="1500" b="0" u="none" strike="noStrike">
              <a:solidFill>
                <a:srgbClr val="000000"/>
              </a:solidFill>
              <a:effectLst/>
              <a:uFillTx/>
              <a:latin typeface="游明朝体"/>
            </a:endParaRPr>
          </a:p>
        </p:txBody>
      </p:sp>
      <p:sp>
        <p:nvSpPr>
          <p:cNvPr id="292" name=""/>
          <p:cNvSpPr txBox="1"/>
          <p:nvPr/>
        </p:nvSpPr>
        <p:spPr>
          <a:xfrm>
            <a:off x="4871520" y="324756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293" name=""/>
          <p:cNvSpPr txBox="1"/>
          <p:nvPr/>
        </p:nvSpPr>
        <p:spPr>
          <a:xfrm>
            <a:off x="4977720" y="325656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⽉から</a:t>
            </a:r>
            <a:endParaRPr lang="en-US" sz="1500" b="0" u="none" strike="noStrike">
              <a:solidFill>
                <a:srgbClr val="000000"/>
              </a:solidFill>
              <a:effectLst/>
              <a:uFillTx/>
              <a:latin typeface="游明朝体"/>
            </a:endParaRPr>
          </a:p>
        </p:txBody>
      </p:sp>
      <p:sp>
        <p:nvSpPr>
          <p:cNvPr id="294" name=""/>
          <p:cNvSpPr txBox="1"/>
          <p:nvPr/>
        </p:nvSpPr>
        <p:spPr>
          <a:xfrm>
            <a:off x="5549040" y="3247560"/>
            <a:ext cx="1172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295" name=""/>
          <p:cNvSpPr/>
          <p:nvPr/>
        </p:nvSpPr>
        <p:spPr>
          <a:xfrm>
            <a:off x="618840" y="3733560"/>
            <a:ext cx="57600" cy="57600"/>
          </a:xfrm>
          <a:custGeom>
            <a:avLst/>
            <a:gdLst/>
            <a:ahLst/>
            <a:rect l="0" t="0" r="r" b="b"/>
            <a:pathLst>
              <a:path w="160" h="160">
                <a:moveTo>
                  <a:pt x="160" y="80"/>
                </a:moveTo>
                <a:cubicBezTo>
                  <a:pt x="160" y="90"/>
                  <a:pt x="158" y="100"/>
                  <a:pt x="154" y="110"/>
                </a:cubicBezTo>
                <a:cubicBezTo>
                  <a:pt x="150" y="120"/>
                  <a:pt x="144" y="128"/>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8"/>
                  <a:pt x="10" y="120"/>
                  <a:pt x="6" y="110"/>
                </a:cubicBezTo>
                <a:cubicBezTo>
                  <a:pt x="2" y="100"/>
                  <a:pt x="0" y="90"/>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 name=""/>
          <p:cNvSpPr txBox="1"/>
          <p:nvPr/>
        </p:nvSpPr>
        <p:spPr>
          <a:xfrm>
            <a:off x="6720480" y="325656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での開発を開始</a:t>
            </a:r>
            <a:endParaRPr lang="en-US" sz="1500" b="0" u="none" strike="noStrike">
              <a:solidFill>
                <a:srgbClr val="000000"/>
              </a:solidFill>
              <a:effectLst/>
              <a:uFillTx/>
              <a:latin typeface="游明朝体"/>
            </a:endParaRPr>
          </a:p>
        </p:txBody>
      </p:sp>
      <p:sp>
        <p:nvSpPr>
          <p:cNvPr id="297" name=""/>
          <p:cNvSpPr txBox="1"/>
          <p:nvPr/>
        </p:nvSpPr>
        <p:spPr>
          <a:xfrm>
            <a:off x="799920" y="364716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何でも⾃動化を合⾔葉に、⽇常の電気料⾦の</a:t>
            </a:r>
            <a:endParaRPr lang="en-US" sz="1500" b="0" u="none" strike="noStrike">
              <a:solidFill>
                <a:srgbClr val="000000"/>
              </a:solidFill>
              <a:effectLst/>
              <a:uFillTx/>
              <a:latin typeface="游明朝体"/>
            </a:endParaRPr>
          </a:p>
        </p:txBody>
      </p:sp>
      <p:sp>
        <p:nvSpPr>
          <p:cNvPr id="298" name=""/>
          <p:cNvSpPr txBox="1"/>
          <p:nvPr/>
        </p:nvSpPr>
        <p:spPr>
          <a:xfrm>
            <a:off x="4610160" y="363816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99" name=""/>
          <p:cNvSpPr txBox="1"/>
          <p:nvPr/>
        </p:nvSpPr>
        <p:spPr>
          <a:xfrm>
            <a:off x="4969800" y="3647160"/>
            <a:ext cx="6096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サイトでの確認などを⾃動化（⾃動データ取得・グラフ化・⾒える化し</a:t>
            </a:r>
            <a:endParaRPr lang="en-US" sz="1500" b="0" u="none" strike="noStrike">
              <a:solidFill>
                <a:srgbClr val="000000"/>
              </a:solidFill>
              <a:effectLst/>
              <a:uFillTx/>
              <a:latin typeface="游明朝体"/>
            </a:endParaRPr>
          </a:p>
        </p:txBody>
      </p:sp>
      <p:sp>
        <p:nvSpPr>
          <p:cNvPr id="300" name=""/>
          <p:cNvSpPr txBox="1"/>
          <p:nvPr/>
        </p:nvSpPr>
        <p:spPr>
          <a:xfrm>
            <a:off x="11054160" y="363816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301" name=""/>
          <p:cNvSpPr/>
          <p:nvPr/>
        </p:nvSpPr>
        <p:spPr>
          <a:xfrm>
            <a:off x="618840" y="4466880"/>
            <a:ext cx="57600" cy="57600"/>
          </a:xfrm>
          <a:custGeom>
            <a:avLst/>
            <a:gdLst/>
            <a:ahLst/>
            <a:rect l="0" t="0" r="r" b="b"/>
            <a:pathLst>
              <a:path w="160" h="160">
                <a:moveTo>
                  <a:pt x="160" y="80"/>
                </a:moveTo>
                <a:cubicBezTo>
                  <a:pt x="160" y="90"/>
                  <a:pt x="158" y="100"/>
                  <a:pt x="154" y="110"/>
                </a:cubicBezTo>
                <a:cubicBezTo>
                  <a:pt x="150" y="120"/>
                  <a:pt x="144" y="129"/>
                  <a:pt x="137" y="136"/>
                </a:cubicBezTo>
                <a:cubicBezTo>
                  <a:pt x="129" y="143"/>
                  <a:pt x="121" y="149"/>
                  <a:pt x="111" y="154"/>
                </a:cubicBezTo>
                <a:cubicBezTo>
                  <a:pt x="101" y="158"/>
                  <a:pt x="90" y="160"/>
                  <a:pt x="80" y="160"/>
                </a:cubicBezTo>
                <a:cubicBezTo>
                  <a:pt x="69" y="160"/>
                  <a:pt x="59" y="158"/>
                  <a:pt x="49" y="154"/>
                </a:cubicBezTo>
                <a:cubicBezTo>
                  <a:pt x="40" y="149"/>
                  <a:pt x="31" y="143"/>
                  <a:pt x="24" y="136"/>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1"/>
                  <a:pt x="49" y="6"/>
                </a:cubicBezTo>
                <a:cubicBezTo>
                  <a:pt x="59" y="2"/>
                  <a:pt x="69" y="0"/>
                  <a:pt x="80" y="0"/>
                </a:cubicBezTo>
                <a:cubicBezTo>
                  <a:pt x="90" y="0"/>
                  <a:pt x="101" y="2"/>
                  <a:pt x="111" y="6"/>
                </a:cubicBezTo>
                <a:cubicBezTo>
                  <a:pt x="121" y="11"/>
                  <a:pt x="129"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 name=""/>
          <p:cNvSpPr txBox="1"/>
          <p:nvPr/>
        </p:nvSpPr>
        <p:spPr>
          <a:xfrm>
            <a:off x="799920" y="39898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へ）</a:t>
            </a:r>
            <a:endParaRPr lang="en-US" sz="1500" b="0" u="none" strike="noStrike">
              <a:solidFill>
                <a:srgbClr val="000000"/>
              </a:solidFill>
              <a:effectLst/>
              <a:uFillTx/>
              <a:latin typeface="游明朝体"/>
            </a:endParaRPr>
          </a:p>
        </p:txBody>
      </p:sp>
      <p:sp>
        <p:nvSpPr>
          <p:cNvPr id="303" name=""/>
          <p:cNvSpPr txBox="1"/>
          <p:nvPr/>
        </p:nvSpPr>
        <p:spPr>
          <a:xfrm>
            <a:off x="799920" y="43714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304" name=""/>
          <p:cNvSpPr txBox="1"/>
          <p:nvPr/>
        </p:nvSpPr>
        <p:spPr>
          <a:xfrm>
            <a:off x="972720" y="438048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へのチャットによる指⽰でコード⾃動修正・ドキュメント化</a:t>
            </a:r>
            <a:endParaRPr lang="en-US" sz="1500" b="0" u="none" strike="noStrike">
              <a:solidFill>
                <a:srgbClr val="000000"/>
              </a:solidFill>
              <a:effectLst/>
              <a:uFillTx/>
              <a:latin typeface="游明朝体"/>
            </a:endParaRPr>
          </a:p>
        </p:txBody>
      </p:sp>
      <p:sp>
        <p:nvSpPr>
          <p:cNvPr id="305" name=""/>
          <p:cNvSpPr txBox="1"/>
          <p:nvPr/>
        </p:nvSpPr>
        <p:spPr>
          <a:xfrm>
            <a:off x="6110640" y="43714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306" name=""/>
          <p:cNvSpPr txBox="1"/>
          <p:nvPr/>
        </p:nvSpPr>
        <p:spPr>
          <a:xfrm>
            <a:off x="6163560" y="4380480"/>
            <a:ext cx="191160" cy="2120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Arial"/>
                <a:ea typeface="Arial"/>
              </a:rPr>
              <a:t>→</a:t>
            </a:r>
            <a:endParaRPr lang="en-US" sz="1500" b="0" u="none" strike="noStrike">
              <a:solidFill>
                <a:srgbClr val="000000"/>
              </a:solidFill>
              <a:effectLst/>
              <a:uFillTx/>
              <a:latin typeface="游明朝体"/>
            </a:endParaRPr>
          </a:p>
        </p:txBody>
      </p:sp>
      <p:sp>
        <p:nvSpPr>
          <p:cNvPr id="307" name=""/>
          <p:cNvSpPr txBox="1"/>
          <p:nvPr/>
        </p:nvSpPr>
        <p:spPr>
          <a:xfrm>
            <a:off x="6354000" y="4371480"/>
            <a:ext cx="7099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308" name=""/>
          <p:cNvSpPr txBox="1"/>
          <p:nvPr/>
        </p:nvSpPr>
        <p:spPr>
          <a:xfrm>
            <a:off x="7063200" y="43804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309" name=""/>
          <p:cNvSpPr txBox="1"/>
          <p:nvPr/>
        </p:nvSpPr>
        <p:spPr>
          <a:xfrm>
            <a:off x="7444440" y="4371480"/>
            <a:ext cx="5266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push </a:t>
            </a:r>
            <a:endParaRPr lang="en-US" sz="1500" b="0" u="none" strike="noStrike">
              <a:solidFill>
                <a:srgbClr val="000000"/>
              </a:solidFill>
              <a:effectLst/>
              <a:uFillTx/>
              <a:latin typeface="游明朝体"/>
            </a:endParaRPr>
          </a:p>
        </p:txBody>
      </p:sp>
      <p:sp>
        <p:nvSpPr>
          <p:cNvPr id="310" name=""/>
          <p:cNvSpPr txBox="1"/>
          <p:nvPr/>
        </p:nvSpPr>
        <p:spPr>
          <a:xfrm>
            <a:off x="7970400" y="438048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311" name=""/>
          <p:cNvSpPr txBox="1"/>
          <p:nvPr/>
        </p:nvSpPr>
        <p:spPr>
          <a:xfrm>
            <a:off x="723960" y="4941720"/>
            <a:ext cx="39906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天気図・発電量予測・電⼒データ分析・ローカル</a:t>
            </a:r>
            <a:endParaRPr lang="en-US" sz="1430" b="0" u="none" strike="noStrike">
              <a:solidFill>
                <a:srgbClr val="000000"/>
              </a:solidFill>
              <a:effectLst/>
              <a:uFillTx/>
              <a:latin typeface="游明朝体"/>
            </a:endParaRPr>
          </a:p>
        </p:txBody>
      </p:sp>
      <p:sp>
        <p:nvSpPr>
          <p:cNvPr id="312" name=""/>
          <p:cNvSpPr txBox="1"/>
          <p:nvPr/>
        </p:nvSpPr>
        <p:spPr>
          <a:xfrm>
            <a:off x="4699800" y="4933080"/>
            <a:ext cx="36036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LLM</a:t>
            </a:r>
            <a:endParaRPr lang="en-US" sz="1430" b="0" u="none" strike="noStrike">
              <a:solidFill>
                <a:srgbClr val="000000"/>
              </a:solidFill>
              <a:effectLst/>
              <a:uFillTx/>
              <a:latin typeface="游明朝体"/>
            </a:endParaRPr>
          </a:p>
        </p:txBody>
      </p:sp>
      <p:sp>
        <p:nvSpPr>
          <p:cNvPr id="313" name=""/>
          <p:cNvSpPr txBox="1"/>
          <p:nvPr/>
        </p:nvSpPr>
        <p:spPr>
          <a:xfrm>
            <a:off x="5058720" y="4941720"/>
            <a:ext cx="36277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⽐較など、実⽤ニーズに応じてテーマを設定</a:t>
            </a:r>
            <a:endParaRPr lang="en-US" sz="1430" b="0" u="none" strike="noStrike">
              <a:solidFill>
                <a:srgbClr val="000000"/>
              </a:solidFill>
              <a:effectLst/>
              <a:uFillTx/>
              <a:latin typeface="游明朝体"/>
            </a:endParaRPr>
          </a:p>
        </p:txBody>
      </p:sp>
      <p:sp>
        <p:nvSpPr>
          <p:cNvPr id="314"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8"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チャットでの開発</a:t>
            </a:r>
            <a:endParaRPr lang="en-US" sz="3000" b="0" u="none" strike="noStrike">
              <a:solidFill>
                <a:srgbClr val="000000"/>
              </a:solidFill>
              <a:effectLst/>
              <a:uFillTx/>
              <a:latin typeface="游明朝体"/>
            </a:endParaRPr>
          </a:p>
        </p:txBody>
      </p:sp>
      <p:sp>
        <p:nvSpPr>
          <p:cNvPr id="320" name=""/>
          <p:cNvSpPr txBox="1"/>
          <p:nvPr/>
        </p:nvSpPr>
        <p:spPr>
          <a:xfrm>
            <a:off x="3581280" y="475560"/>
            <a:ext cx="296460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vs Claude Code</a:t>
            </a:r>
            <a:endParaRPr lang="en-US" sz="3000" b="0" u="none" strike="noStrike">
              <a:solidFill>
                <a:srgbClr val="000000"/>
              </a:solidFill>
              <a:effectLst/>
              <a:uFillTx/>
              <a:latin typeface="游明朝体"/>
            </a:endParaRPr>
          </a:p>
        </p:txBody>
      </p:sp>
      <p:sp>
        <p:nvSpPr>
          <p:cNvPr id="321" name=""/>
          <p:cNvSpPr txBox="1"/>
          <p:nvPr/>
        </p:nvSpPr>
        <p:spPr>
          <a:xfrm>
            <a:off x="654516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a:t>
            </a:r>
            <a:endParaRPr lang="en-US" sz="3000" b="0" u="none" strike="noStrike">
              <a:solidFill>
                <a:srgbClr val="000000"/>
              </a:solidFill>
              <a:effectLst/>
              <a:uFillTx/>
              <a:latin typeface="游明朝体"/>
            </a:endParaRPr>
          </a:p>
        </p:txBody>
      </p:sp>
      <p:sp>
        <p:nvSpPr>
          <p:cNvPr id="322" name=""/>
          <p:cNvSpPr txBox="1"/>
          <p:nvPr/>
        </p:nvSpPr>
        <p:spPr>
          <a:xfrm>
            <a:off x="692604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323" name=""/>
          <p:cNvSpPr/>
          <p:nvPr/>
        </p:nvSpPr>
        <p:spPr>
          <a:xfrm>
            <a:off x="533160" y="1276200"/>
            <a:ext cx="10477800" cy="5105880"/>
          </a:xfrm>
          <a:custGeom>
            <a:avLst/>
            <a:gdLst/>
            <a:ahLst/>
            <a:rect l="0" t="0" r="r" b="b"/>
            <a:pathLst>
              <a:path w="29105" h="14183">
                <a:moveTo>
                  <a:pt x="0" y="0"/>
                </a:moveTo>
                <a:lnTo>
                  <a:pt x="29105" y="0"/>
                </a:lnTo>
                <a:lnTo>
                  <a:pt x="29105" y="14183"/>
                </a:lnTo>
                <a:lnTo>
                  <a:pt x="0" y="1418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4" name=""/>
          <p:cNvSpPr/>
          <p:nvPr/>
        </p:nvSpPr>
        <p:spPr>
          <a:xfrm>
            <a:off x="5765400" y="1341720"/>
            <a:ext cx="13320" cy="4974840"/>
          </a:xfrm>
          <a:custGeom>
            <a:avLst/>
            <a:gdLst/>
            <a:ahLst/>
            <a:rect l="0" t="0" r="r" b="b"/>
            <a:pathLst>
              <a:path w="37" h="13819">
                <a:moveTo>
                  <a:pt x="37" y="0"/>
                </a:moveTo>
                <a:lnTo>
                  <a:pt x="37" y="109"/>
                </a:lnTo>
                <a:lnTo>
                  <a:pt x="0" y="109"/>
                </a:lnTo>
                <a:lnTo>
                  <a:pt x="0" y="0"/>
                </a:lnTo>
                <a:lnTo>
                  <a:pt x="37" y="0"/>
                </a:lnTo>
                <a:moveTo>
                  <a:pt x="37" y="218"/>
                </a:moveTo>
                <a:lnTo>
                  <a:pt x="37" y="327"/>
                </a:lnTo>
                <a:lnTo>
                  <a:pt x="0" y="327"/>
                </a:lnTo>
                <a:lnTo>
                  <a:pt x="0" y="218"/>
                </a:lnTo>
                <a:lnTo>
                  <a:pt x="37" y="218"/>
                </a:lnTo>
                <a:moveTo>
                  <a:pt x="37" y="436"/>
                </a:moveTo>
                <a:lnTo>
                  <a:pt x="37" y="545"/>
                </a:lnTo>
                <a:lnTo>
                  <a:pt x="0" y="545"/>
                </a:lnTo>
                <a:lnTo>
                  <a:pt x="0" y="436"/>
                </a:lnTo>
                <a:lnTo>
                  <a:pt x="37" y="436"/>
                </a:lnTo>
                <a:moveTo>
                  <a:pt x="37" y="654"/>
                </a:moveTo>
                <a:lnTo>
                  <a:pt x="37" y="763"/>
                </a:lnTo>
                <a:lnTo>
                  <a:pt x="0" y="763"/>
                </a:lnTo>
                <a:lnTo>
                  <a:pt x="0" y="654"/>
                </a:lnTo>
                <a:lnTo>
                  <a:pt x="37" y="654"/>
                </a:lnTo>
                <a:moveTo>
                  <a:pt x="37" y="872"/>
                </a:moveTo>
                <a:lnTo>
                  <a:pt x="37" y="982"/>
                </a:lnTo>
                <a:lnTo>
                  <a:pt x="0" y="982"/>
                </a:lnTo>
                <a:lnTo>
                  <a:pt x="0" y="872"/>
                </a:lnTo>
                <a:lnTo>
                  <a:pt x="37" y="872"/>
                </a:lnTo>
                <a:moveTo>
                  <a:pt x="37" y="1091"/>
                </a:moveTo>
                <a:lnTo>
                  <a:pt x="37" y="1200"/>
                </a:lnTo>
                <a:lnTo>
                  <a:pt x="0" y="1200"/>
                </a:lnTo>
                <a:lnTo>
                  <a:pt x="0" y="1091"/>
                </a:lnTo>
                <a:lnTo>
                  <a:pt x="37" y="1091"/>
                </a:lnTo>
                <a:moveTo>
                  <a:pt x="37" y="1309"/>
                </a:moveTo>
                <a:lnTo>
                  <a:pt x="37" y="1418"/>
                </a:lnTo>
                <a:lnTo>
                  <a:pt x="0" y="1418"/>
                </a:lnTo>
                <a:lnTo>
                  <a:pt x="0" y="1309"/>
                </a:lnTo>
                <a:lnTo>
                  <a:pt x="37" y="1309"/>
                </a:lnTo>
                <a:moveTo>
                  <a:pt x="37" y="1527"/>
                </a:moveTo>
                <a:lnTo>
                  <a:pt x="37" y="1636"/>
                </a:lnTo>
                <a:lnTo>
                  <a:pt x="0" y="1636"/>
                </a:lnTo>
                <a:lnTo>
                  <a:pt x="0" y="1527"/>
                </a:lnTo>
                <a:lnTo>
                  <a:pt x="37" y="1527"/>
                </a:lnTo>
                <a:moveTo>
                  <a:pt x="37" y="1745"/>
                </a:moveTo>
                <a:lnTo>
                  <a:pt x="37" y="1854"/>
                </a:lnTo>
                <a:lnTo>
                  <a:pt x="0" y="1854"/>
                </a:lnTo>
                <a:lnTo>
                  <a:pt x="0" y="1745"/>
                </a:lnTo>
                <a:lnTo>
                  <a:pt x="37" y="1745"/>
                </a:lnTo>
                <a:moveTo>
                  <a:pt x="37" y="1963"/>
                </a:moveTo>
                <a:lnTo>
                  <a:pt x="37" y="2072"/>
                </a:lnTo>
                <a:lnTo>
                  <a:pt x="0" y="2072"/>
                </a:lnTo>
                <a:lnTo>
                  <a:pt x="0" y="1963"/>
                </a:lnTo>
                <a:lnTo>
                  <a:pt x="37" y="1963"/>
                </a:lnTo>
                <a:moveTo>
                  <a:pt x="37" y="2182"/>
                </a:moveTo>
                <a:lnTo>
                  <a:pt x="37" y="2291"/>
                </a:lnTo>
                <a:lnTo>
                  <a:pt x="0" y="2291"/>
                </a:lnTo>
                <a:lnTo>
                  <a:pt x="0" y="2182"/>
                </a:lnTo>
                <a:lnTo>
                  <a:pt x="37" y="2182"/>
                </a:lnTo>
                <a:moveTo>
                  <a:pt x="37" y="2400"/>
                </a:moveTo>
                <a:lnTo>
                  <a:pt x="37" y="2509"/>
                </a:lnTo>
                <a:lnTo>
                  <a:pt x="0" y="2509"/>
                </a:lnTo>
                <a:lnTo>
                  <a:pt x="0" y="2400"/>
                </a:lnTo>
                <a:lnTo>
                  <a:pt x="37" y="2400"/>
                </a:lnTo>
                <a:moveTo>
                  <a:pt x="37" y="2618"/>
                </a:moveTo>
                <a:lnTo>
                  <a:pt x="37" y="2727"/>
                </a:lnTo>
                <a:lnTo>
                  <a:pt x="0" y="2727"/>
                </a:lnTo>
                <a:lnTo>
                  <a:pt x="0" y="2618"/>
                </a:lnTo>
                <a:lnTo>
                  <a:pt x="37" y="2618"/>
                </a:lnTo>
                <a:moveTo>
                  <a:pt x="37" y="2836"/>
                </a:moveTo>
                <a:lnTo>
                  <a:pt x="37" y="2945"/>
                </a:lnTo>
                <a:lnTo>
                  <a:pt x="0" y="2945"/>
                </a:lnTo>
                <a:lnTo>
                  <a:pt x="0" y="2836"/>
                </a:lnTo>
                <a:lnTo>
                  <a:pt x="37" y="2836"/>
                </a:lnTo>
                <a:moveTo>
                  <a:pt x="37" y="3054"/>
                </a:moveTo>
                <a:lnTo>
                  <a:pt x="37" y="3163"/>
                </a:lnTo>
                <a:lnTo>
                  <a:pt x="0" y="3163"/>
                </a:lnTo>
                <a:lnTo>
                  <a:pt x="0" y="3054"/>
                </a:lnTo>
                <a:lnTo>
                  <a:pt x="37" y="3054"/>
                </a:lnTo>
                <a:moveTo>
                  <a:pt x="37" y="3273"/>
                </a:moveTo>
                <a:lnTo>
                  <a:pt x="37" y="3383"/>
                </a:lnTo>
                <a:lnTo>
                  <a:pt x="0" y="3383"/>
                </a:lnTo>
                <a:lnTo>
                  <a:pt x="0" y="3273"/>
                </a:lnTo>
                <a:lnTo>
                  <a:pt x="37" y="3273"/>
                </a:lnTo>
                <a:moveTo>
                  <a:pt x="37" y="3492"/>
                </a:moveTo>
                <a:lnTo>
                  <a:pt x="37" y="3601"/>
                </a:lnTo>
                <a:lnTo>
                  <a:pt x="0" y="3601"/>
                </a:lnTo>
                <a:lnTo>
                  <a:pt x="0" y="3492"/>
                </a:lnTo>
                <a:lnTo>
                  <a:pt x="37" y="3492"/>
                </a:lnTo>
                <a:moveTo>
                  <a:pt x="37" y="3710"/>
                </a:moveTo>
                <a:lnTo>
                  <a:pt x="37" y="3819"/>
                </a:lnTo>
                <a:lnTo>
                  <a:pt x="0" y="3819"/>
                </a:lnTo>
                <a:lnTo>
                  <a:pt x="0" y="3710"/>
                </a:lnTo>
                <a:lnTo>
                  <a:pt x="37" y="3710"/>
                </a:lnTo>
                <a:moveTo>
                  <a:pt x="37" y="3928"/>
                </a:moveTo>
                <a:lnTo>
                  <a:pt x="37" y="4037"/>
                </a:lnTo>
                <a:lnTo>
                  <a:pt x="0" y="4037"/>
                </a:lnTo>
                <a:lnTo>
                  <a:pt x="0" y="3928"/>
                </a:lnTo>
                <a:lnTo>
                  <a:pt x="37" y="3928"/>
                </a:lnTo>
                <a:moveTo>
                  <a:pt x="37" y="4146"/>
                </a:moveTo>
                <a:lnTo>
                  <a:pt x="37" y="4255"/>
                </a:lnTo>
                <a:lnTo>
                  <a:pt x="0" y="4255"/>
                </a:lnTo>
                <a:lnTo>
                  <a:pt x="0" y="4146"/>
                </a:lnTo>
                <a:lnTo>
                  <a:pt x="37" y="4146"/>
                </a:lnTo>
                <a:moveTo>
                  <a:pt x="37" y="4364"/>
                </a:moveTo>
                <a:lnTo>
                  <a:pt x="37" y="4473"/>
                </a:lnTo>
                <a:lnTo>
                  <a:pt x="0" y="4473"/>
                </a:lnTo>
                <a:lnTo>
                  <a:pt x="0" y="4364"/>
                </a:lnTo>
                <a:lnTo>
                  <a:pt x="37" y="4364"/>
                </a:lnTo>
                <a:moveTo>
                  <a:pt x="37" y="4583"/>
                </a:moveTo>
                <a:lnTo>
                  <a:pt x="37" y="4692"/>
                </a:lnTo>
                <a:lnTo>
                  <a:pt x="0" y="4692"/>
                </a:lnTo>
                <a:lnTo>
                  <a:pt x="0" y="4583"/>
                </a:lnTo>
                <a:lnTo>
                  <a:pt x="37" y="4583"/>
                </a:lnTo>
                <a:moveTo>
                  <a:pt x="37" y="4801"/>
                </a:moveTo>
                <a:lnTo>
                  <a:pt x="37" y="4910"/>
                </a:lnTo>
                <a:lnTo>
                  <a:pt x="0" y="4910"/>
                </a:lnTo>
                <a:lnTo>
                  <a:pt x="0" y="4801"/>
                </a:lnTo>
                <a:lnTo>
                  <a:pt x="37" y="4801"/>
                </a:lnTo>
                <a:moveTo>
                  <a:pt x="37" y="5019"/>
                </a:moveTo>
                <a:lnTo>
                  <a:pt x="37" y="5128"/>
                </a:lnTo>
                <a:lnTo>
                  <a:pt x="0" y="5128"/>
                </a:lnTo>
                <a:lnTo>
                  <a:pt x="0" y="5019"/>
                </a:lnTo>
                <a:lnTo>
                  <a:pt x="37" y="5019"/>
                </a:lnTo>
                <a:moveTo>
                  <a:pt x="37" y="5237"/>
                </a:moveTo>
                <a:lnTo>
                  <a:pt x="37" y="5346"/>
                </a:lnTo>
                <a:lnTo>
                  <a:pt x="0" y="5346"/>
                </a:lnTo>
                <a:lnTo>
                  <a:pt x="0" y="5237"/>
                </a:lnTo>
                <a:lnTo>
                  <a:pt x="37" y="5237"/>
                </a:lnTo>
                <a:moveTo>
                  <a:pt x="37" y="5455"/>
                </a:moveTo>
                <a:lnTo>
                  <a:pt x="37" y="5564"/>
                </a:lnTo>
                <a:lnTo>
                  <a:pt x="0" y="5564"/>
                </a:lnTo>
                <a:lnTo>
                  <a:pt x="0" y="5455"/>
                </a:lnTo>
                <a:lnTo>
                  <a:pt x="37" y="5455"/>
                </a:lnTo>
                <a:moveTo>
                  <a:pt x="37" y="5673"/>
                </a:moveTo>
                <a:lnTo>
                  <a:pt x="37" y="5782"/>
                </a:lnTo>
                <a:lnTo>
                  <a:pt x="0" y="5782"/>
                </a:lnTo>
                <a:lnTo>
                  <a:pt x="0" y="5673"/>
                </a:lnTo>
                <a:lnTo>
                  <a:pt x="37" y="5673"/>
                </a:lnTo>
                <a:moveTo>
                  <a:pt x="37" y="5892"/>
                </a:moveTo>
                <a:lnTo>
                  <a:pt x="37" y="6001"/>
                </a:lnTo>
                <a:lnTo>
                  <a:pt x="0" y="6001"/>
                </a:lnTo>
                <a:lnTo>
                  <a:pt x="0" y="5892"/>
                </a:lnTo>
                <a:lnTo>
                  <a:pt x="37" y="5892"/>
                </a:lnTo>
                <a:moveTo>
                  <a:pt x="37" y="6110"/>
                </a:moveTo>
                <a:lnTo>
                  <a:pt x="37" y="6219"/>
                </a:lnTo>
                <a:lnTo>
                  <a:pt x="0" y="6219"/>
                </a:lnTo>
                <a:lnTo>
                  <a:pt x="0" y="6110"/>
                </a:lnTo>
                <a:lnTo>
                  <a:pt x="37" y="6110"/>
                </a:lnTo>
                <a:moveTo>
                  <a:pt x="37" y="6328"/>
                </a:moveTo>
                <a:lnTo>
                  <a:pt x="37" y="6437"/>
                </a:lnTo>
                <a:lnTo>
                  <a:pt x="0" y="6437"/>
                </a:lnTo>
                <a:lnTo>
                  <a:pt x="0" y="6328"/>
                </a:lnTo>
                <a:lnTo>
                  <a:pt x="37" y="6328"/>
                </a:lnTo>
                <a:moveTo>
                  <a:pt x="37" y="6546"/>
                </a:moveTo>
                <a:lnTo>
                  <a:pt x="37" y="6655"/>
                </a:lnTo>
                <a:lnTo>
                  <a:pt x="0" y="6655"/>
                </a:lnTo>
                <a:lnTo>
                  <a:pt x="0" y="6546"/>
                </a:lnTo>
                <a:lnTo>
                  <a:pt x="37" y="6546"/>
                </a:lnTo>
                <a:moveTo>
                  <a:pt x="37" y="6764"/>
                </a:moveTo>
                <a:lnTo>
                  <a:pt x="37" y="6873"/>
                </a:lnTo>
                <a:lnTo>
                  <a:pt x="0" y="6873"/>
                </a:lnTo>
                <a:lnTo>
                  <a:pt x="0" y="6764"/>
                </a:lnTo>
                <a:lnTo>
                  <a:pt x="37" y="6764"/>
                </a:lnTo>
                <a:moveTo>
                  <a:pt x="37" y="6982"/>
                </a:moveTo>
                <a:lnTo>
                  <a:pt x="37" y="7092"/>
                </a:lnTo>
                <a:lnTo>
                  <a:pt x="0" y="7092"/>
                </a:lnTo>
                <a:lnTo>
                  <a:pt x="0" y="6982"/>
                </a:lnTo>
                <a:lnTo>
                  <a:pt x="37" y="6982"/>
                </a:lnTo>
                <a:moveTo>
                  <a:pt x="37" y="7201"/>
                </a:moveTo>
                <a:lnTo>
                  <a:pt x="37" y="7310"/>
                </a:lnTo>
                <a:lnTo>
                  <a:pt x="0" y="7310"/>
                </a:lnTo>
                <a:lnTo>
                  <a:pt x="0" y="7201"/>
                </a:lnTo>
                <a:lnTo>
                  <a:pt x="37" y="7201"/>
                </a:lnTo>
                <a:moveTo>
                  <a:pt x="37" y="7419"/>
                </a:moveTo>
                <a:lnTo>
                  <a:pt x="37" y="7528"/>
                </a:lnTo>
                <a:lnTo>
                  <a:pt x="0" y="7528"/>
                </a:lnTo>
                <a:lnTo>
                  <a:pt x="0" y="7419"/>
                </a:lnTo>
                <a:lnTo>
                  <a:pt x="37" y="7419"/>
                </a:lnTo>
                <a:moveTo>
                  <a:pt x="37" y="7637"/>
                </a:moveTo>
                <a:lnTo>
                  <a:pt x="37" y="7746"/>
                </a:lnTo>
                <a:lnTo>
                  <a:pt x="0" y="7746"/>
                </a:lnTo>
                <a:lnTo>
                  <a:pt x="0" y="7637"/>
                </a:lnTo>
                <a:lnTo>
                  <a:pt x="37" y="7637"/>
                </a:lnTo>
                <a:moveTo>
                  <a:pt x="37" y="7855"/>
                </a:moveTo>
                <a:lnTo>
                  <a:pt x="37" y="7964"/>
                </a:lnTo>
                <a:lnTo>
                  <a:pt x="0" y="7964"/>
                </a:lnTo>
                <a:lnTo>
                  <a:pt x="0" y="7855"/>
                </a:lnTo>
                <a:lnTo>
                  <a:pt x="37" y="7855"/>
                </a:lnTo>
                <a:moveTo>
                  <a:pt x="37" y="8073"/>
                </a:moveTo>
                <a:lnTo>
                  <a:pt x="37" y="8182"/>
                </a:lnTo>
                <a:lnTo>
                  <a:pt x="0" y="8182"/>
                </a:lnTo>
                <a:lnTo>
                  <a:pt x="0" y="8073"/>
                </a:lnTo>
                <a:lnTo>
                  <a:pt x="37" y="8073"/>
                </a:lnTo>
                <a:moveTo>
                  <a:pt x="37" y="8292"/>
                </a:moveTo>
                <a:lnTo>
                  <a:pt x="37" y="8401"/>
                </a:lnTo>
                <a:lnTo>
                  <a:pt x="0" y="8401"/>
                </a:lnTo>
                <a:lnTo>
                  <a:pt x="0" y="8292"/>
                </a:lnTo>
                <a:lnTo>
                  <a:pt x="37" y="8292"/>
                </a:lnTo>
                <a:moveTo>
                  <a:pt x="37" y="8510"/>
                </a:moveTo>
                <a:lnTo>
                  <a:pt x="37" y="8619"/>
                </a:lnTo>
                <a:lnTo>
                  <a:pt x="0" y="8619"/>
                </a:lnTo>
                <a:lnTo>
                  <a:pt x="0" y="8510"/>
                </a:lnTo>
                <a:lnTo>
                  <a:pt x="37" y="8510"/>
                </a:lnTo>
                <a:moveTo>
                  <a:pt x="37" y="8728"/>
                </a:moveTo>
                <a:lnTo>
                  <a:pt x="37" y="8837"/>
                </a:lnTo>
                <a:lnTo>
                  <a:pt x="0" y="8837"/>
                </a:lnTo>
                <a:lnTo>
                  <a:pt x="0" y="8728"/>
                </a:lnTo>
                <a:lnTo>
                  <a:pt x="37" y="8728"/>
                </a:lnTo>
                <a:moveTo>
                  <a:pt x="37" y="8946"/>
                </a:moveTo>
                <a:lnTo>
                  <a:pt x="37" y="9055"/>
                </a:lnTo>
                <a:lnTo>
                  <a:pt x="0" y="9055"/>
                </a:lnTo>
                <a:lnTo>
                  <a:pt x="0" y="8946"/>
                </a:lnTo>
                <a:lnTo>
                  <a:pt x="37" y="8946"/>
                </a:lnTo>
                <a:moveTo>
                  <a:pt x="37" y="9164"/>
                </a:moveTo>
                <a:lnTo>
                  <a:pt x="37" y="9273"/>
                </a:lnTo>
                <a:lnTo>
                  <a:pt x="0" y="9273"/>
                </a:lnTo>
                <a:lnTo>
                  <a:pt x="0" y="9164"/>
                </a:lnTo>
                <a:lnTo>
                  <a:pt x="37" y="9164"/>
                </a:lnTo>
                <a:moveTo>
                  <a:pt x="37" y="9382"/>
                </a:moveTo>
                <a:lnTo>
                  <a:pt x="37" y="9492"/>
                </a:lnTo>
                <a:lnTo>
                  <a:pt x="0" y="9492"/>
                </a:lnTo>
                <a:lnTo>
                  <a:pt x="0" y="9382"/>
                </a:lnTo>
                <a:lnTo>
                  <a:pt x="37" y="9382"/>
                </a:lnTo>
                <a:moveTo>
                  <a:pt x="37" y="9601"/>
                </a:moveTo>
                <a:lnTo>
                  <a:pt x="37" y="9710"/>
                </a:lnTo>
                <a:lnTo>
                  <a:pt x="0" y="9710"/>
                </a:lnTo>
                <a:lnTo>
                  <a:pt x="0" y="9601"/>
                </a:lnTo>
                <a:lnTo>
                  <a:pt x="37" y="9601"/>
                </a:lnTo>
                <a:moveTo>
                  <a:pt x="37" y="9819"/>
                </a:moveTo>
                <a:lnTo>
                  <a:pt x="37" y="9928"/>
                </a:lnTo>
                <a:lnTo>
                  <a:pt x="0" y="9928"/>
                </a:lnTo>
                <a:lnTo>
                  <a:pt x="0" y="9819"/>
                </a:lnTo>
                <a:lnTo>
                  <a:pt x="37" y="9819"/>
                </a:lnTo>
                <a:moveTo>
                  <a:pt x="37" y="10037"/>
                </a:moveTo>
                <a:lnTo>
                  <a:pt x="37" y="10146"/>
                </a:lnTo>
                <a:lnTo>
                  <a:pt x="0" y="10146"/>
                </a:lnTo>
                <a:lnTo>
                  <a:pt x="0" y="10037"/>
                </a:lnTo>
                <a:lnTo>
                  <a:pt x="37" y="10037"/>
                </a:lnTo>
                <a:moveTo>
                  <a:pt x="37" y="10255"/>
                </a:moveTo>
                <a:lnTo>
                  <a:pt x="37" y="10364"/>
                </a:lnTo>
                <a:lnTo>
                  <a:pt x="0" y="10364"/>
                </a:lnTo>
                <a:lnTo>
                  <a:pt x="0" y="10255"/>
                </a:lnTo>
                <a:lnTo>
                  <a:pt x="37" y="10255"/>
                </a:lnTo>
                <a:moveTo>
                  <a:pt x="37" y="10473"/>
                </a:moveTo>
                <a:lnTo>
                  <a:pt x="37" y="10582"/>
                </a:lnTo>
                <a:lnTo>
                  <a:pt x="0" y="10582"/>
                </a:lnTo>
                <a:lnTo>
                  <a:pt x="0" y="10473"/>
                </a:lnTo>
                <a:lnTo>
                  <a:pt x="37" y="10473"/>
                </a:lnTo>
                <a:moveTo>
                  <a:pt x="37" y="10692"/>
                </a:moveTo>
                <a:lnTo>
                  <a:pt x="37" y="10801"/>
                </a:lnTo>
                <a:lnTo>
                  <a:pt x="0" y="10801"/>
                </a:lnTo>
                <a:lnTo>
                  <a:pt x="0" y="10692"/>
                </a:lnTo>
                <a:lnTo>
                  <a:pt x="37" y="10692"/>
                </a:lnTo>
                <a:moveTo>
                  <a:pt x="37" y="10910"/>
                </a:moveTo>
                <a:lnTo>
                  <a:pt x="37" y="11019"/>
                </a:lnTo>
                <a:lnTo>
                  <a:pt x="0" y="11019"/>
                </a:lnTo>
                <a:lnTo>
                  <a:pt x="0" y="10910"/>
                </a:lnTo>
                <a:lnTo>
                  <a:pt x="37" y="10910"/>
                </a:lnTo>
                <a:moveTo>
                  <a:pt x="37" y="11128"/>
                </a:moveTo>
                <a:lnTo>
                  <a:pt x="37" y="11237"/>
                </a:lnTo>
                <a:lnTo>
                  <a:pt x="0" y="11237"/>
                </a:lnTo>
                <a:lnTo>
                  <a:pt x="0" y="11128"/>
                </a:lnTo>
                <a:lnTo>
                  <a:pt x="37" y="11128"/>
                </a:lnTo>
                <a:moveTo>
                  <a:pt x="37" y="11346"/>
                </a:moveTo>
                <a:lnTo>
                  <a:pt x="37" y="11455"/>
                </a:lnTo>
                <a:lnTo>
                  <a:pt x="0" y="11455"/>
                </a:lnTo>
                <a:lnTo>
                  <a:pt x="0" y="11346"/>
                </a:lnTo>
                <a:lnTo>
                  <a:pt x="37" y="11346"/>
                </a:lnTo>
                <a:moveTo>
                  <a:pt x="37" y="11564"/>
                </a:moveTo>
                <a:lnTo>
                  <a:pt x="37" y="11673"/>
                </a:lnTo>
                <a:lnTo>
                  <a:pt x="0" y="11673"/>
                </a:lnTo>
                <a:lnTo>
                  <a:pt x="0" y="11564"/>
                </a:lnTo>
                <a:lnTo>
                  <a:pt x="37" y="11564"/>
                </a:lnTo>
                <a:moveTo>
                  <a:pt x="37" y="11782"/>
                </a:moveTo>
                <a:lnTo>
                  <a:pt x="37" y="11892"/>
                </a:lnTo>
                <a:lnTo>
                  <a:pt x="0" y="11892"/>
                </a:lnTo>
                <a:lnTo>
                  <a:pt x="0" y="11782"/>
                </a:lnTo>
                <a:lnTo>
                  <a:pt x="37" y="11782"/>
                </a:lnTo>
                <a:moveTo>
                  <a:pt x="37" y="12001"/>
                </a:moveTo>
                <a:lnTo>
                  <a:pt x="37" y="12110"/>
                </a:lnTo>
                <a:lnTo>
                  <a:pt x="0" y="12110"/>
                </a:lnTo>
                <a:lnTo>
                  <a:pt x="0" y="12001"/>
                </a:lnTo>
                <a:lnTo>
                  <a:pt x="37" y="12001"/>
                </a:lnTo>
                <a:moveTo>
                  <a:pt x="37" y="12219"/>
                </a:moveTo>
                <a:lnTo>
                  <a:pt x="37" y="12328"/>
                </a:lnTo>
                <a:lnTo>
                  <a:pt x="0" y="12328"/>
                </a:lnTo>
                <a:lnTo>
                  <a:pt x="0" y="12219"/>
                </a:lnTo>
                <a:lnTo>
                  <a:pt x="37" y="12219"/>
                </a:lnTo>
                <a:moveTo>
                  <a:pt x="37" y="12437"/>
                </a:moveTo>
                <a:lnTo>
                  <a:pt x="37" y="12546"/>
                </a:lnTo>
                <a:lnTo>
                  <a:pt x="0" y="12546"/>
                </a:lnTo>
                <a:lnTo>
                  <a:pt x="0" y="12437"/>
                </a:lnTo>
                <a:lnTo>
                  <a:pt x="37" y="12437"/>
                </a:lnTo>
                <a:moveTo>
                  <a:pt x="37" y="12655"/>
                </a:moveTo>
                <a:lnTo>
                  <a:pt x="37" y="12764"/>
                </a:lnTo>
                <a:lnTo>
                  <a:pt x="0" y="12764"/>
                </a:lnTo>
                <a:lnTo>
                  <a:pt x="0" y="12655"/>
                </a:lnTo>
                <a:lnTo>
                  <a:pt x="37" y="12655"/>
                </a:lnTo>
                <a:moveTo>
                  <a:pt x="37" y="12873"/>
                </a:moveTo>
                <a:lnTo>
                  <a:pt x="37" y="12982"/>
                </a:lnTo>
                <a:lnTo>
                  <a:pt x="0" y="12982"/>
                </a:lnTo>
                <a:lnTo>
                  <a:pt x="0" y="12873"/>
                </a:lnTo>
                <a:lnTo>
                  <a:pt x="37" y="12873"/>
                </a:lnTo>
                <a:moveTo>
                  <a:pt x="37" y="13092"/>
                </a:moveTo>
                <a:lnTo>
                  <a:pt x="37" y="13201"/>
                </a:lnTo>
                <a:lnTo>
                  <a:pt x="0" y="13201"/>
                </a:lnTo>
                <a:lnTo>
                  <a:pt x="0" y="13092"/>
                </a:lnTo>
                <a:lnTo>
                  <a:pt x="37" y="13092"/>
                </a:lnTo>
                <a:moveTo>
                  <a:pt x="37" y="13310"/>
                </a:moveTo>
                <a:lnTo>
                  <a:pt x="37" y="13419"/>
                </a:lnTo>
                <a:lnTo>
                  <a:pt x="0" y="13419"/>
                </a:lnTo>
                <a:lnTo>
                  <a:pt x="0" y="13310"/>
                </a:lnTo>
                <a:lnTo>
                  <a:pt x="37" y="13310"/>
                </a:lnTo>
                <a:moveTo>
                  <a:pt x="37" y="13528"/>
                </a:moveTo>
                <a:lnTo>
                  <a:pt x="37" y="13637"/>
                </a:lnTo>
                <a:lnTo>
                  <a:pt x="0" y="13637"/>
                </a:lnTo>
                <a:lnTo>
                  <a:pt x="0" y="13528"/>
                </a:lnTo>
                <a:lnTo>
                  <a:pt x="37" y="13528"/>
                </a:lnTo>
                <a:moveTo>
                  <a:pt x="37" y="13746"/>
                </a:moveTo>
                <a:lnTo>
                  <a:pt x="37" y="13819"/>
                </a:lnTo>
                <a:lnTo>
                  <a:pt x="0" y="13819"/>
                </a:lnTo>
                <a:lnTo>
                  <a:pt x="0" y="13746"/>
                </a:lnTo>
                <a:lnTo>
                  <a:pt x="37" y="13746"/>
                </a:lnTo>
                <a:close/>
              </a:path>
            </a:pathLst>
          </a:custGeom>
          <a:solidFill>
            <a:srgbClr val="E2E8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5" name=""/>
          <p:cNvSpPr/>
          <p:nvPr/>
        </p:nvSpPr>
        <p:spPr>
          <a:xfrm>
            <a:off x="795240" y="1380960"/>
            <a:ext cx="4715280" cy="419040"/>
          </a:xfrm>
          <a:custGeom>
            <a:avLst/>
            <a:gdLst/>
            <a:ahLst/>
            <a:rect l="0" t="0" r="r" b="b"/>
            <a:pathLst>
              <a:path w="13098" h="1164">
                <a:moveTo>
                  <a:pt x="182" y="0"/>
                </a:moveTo>
                <a:lnTo>
                  <a:pt x="12916" y="0"/>
                </a:lnTo>
                <a:cubicBezTo>
                  <a:pt x="12928" y="0"/>
                  <a:pt x="12940" y="1"/>
                  <a:pt x="12951" y="3"/>
                </a:cubicBezTo>
                <a:cubicBezTo>
                  <a:pt x="12963" y="6"/>
                  <a:pt x="12974" y="9"/>
                  <a:pt x="12985" y="14"/>
                </a:cubicBezTo>
                <a:cubicBezTo>
                  <a:pt x="12996" y="18"/>
                  <a:pt x="13007" y="24"/>
                  <a:pt x="13017" y="30"/>
                </a:cubicBezTo>
                <a:cubicBezTo>
                  <a:pt x="13027" y="37"/>
                  <a:pt x="13036" y="45"/>
                  <a:pt x="13044" y="53"/>
                </a:cubicBezTo>
                <a:cubicBezTo>
                  <a:pt x="13053" y="62"/>
                  <a:pt x="13060" y="71"/>
                  <a:pt x="13067" y="81"/>
                </a:cubicBezTo>
                <a:cubicBezTo>
                  <a:pt x="13074" y="91"/>
                  <a:pt x="13079" y="101"/>
                  <a:pt x="13084" y="112"/>
                </a:cubicBezTo>
                <a:cubicBezTo>
                  <a:pt x="13088" y="123"/>
                  <a:pt x="13092" y="134"/>
                  <a:pt x="13094" y="146"/>
                </a:cubicBezTo>
                <a:cubicBezTo>
                  <a:pt x="13096" y="158"/>
                  <a:pt x="13098" y="170"/>
                  <a:pt x="13098" y="182"/>
                </a:cubicBezTo>
                <a:lnTo>
                  <a:pt x="13098" y="983"/>
                </a:lnTo>
                <a:cubicBezTo>
                  <a:pt x="13098" y="995"/>
                  <a:pt x="13096" y="1006"/>
                  <a:pt x="13094" y="1018"/>
                </a:cubicBezTo>
                <a:cubicBezTo>
                  <a:pt x="13092" y="1030"/>
                  <a:pt x="13088" y="1041"/>
                  <a:pt x="13084" y="1052"/>
                </a:cubicBezTo>
                <a:cubicBezTo>
                  <a:pt x="13079" y="1063"/>
                  <a:pt x="13074" y="1074"/>
                  <a:pt x="13067" y="1084"/>
                </a:cubicBezTo>
                <a:cubicBezTo>
                  <a:pt x="13060" y="1094"/>
                  <a:pt x="13053" y="1103"/>
                  <a:pt x="13044" y="1111"/>
                </a:cubicBezTo>
                <a:cubicBezTo>
                  <a:pt x="13036" y="1120"/>
                  <a:pt x="13027" y="1127"/>
                  <a:pt x="13017" y="1134"/>
                </a:cubicBezTo>
                <a:cubicBezTo>
                  <a:pt x="13007" y="1140"/>
                  <a:pt x="12996" y="1146"/>
                  <a:pt x="12985" y="1151"/>
                </a:cubicBezTo>
                <a:cubicBezTo>
                  <a:pt x="12974" y="1155"/>
                  <a:pt x="12963" y="1159"/>
                  <a:pt x="12951" y="1161"/>
                </a:cubicBezTo>
                <a:cubicBezTo>
                  <a:pt x="12940" y="1163"/>
                  <a:pt x="12928" y="1164"/>
                  <a:pt x="12916" y="1164"/>
                </a:cubicBezTo>
                <a:lnTo>
                  <a:pt x="182" y="1164"/>
                </a:lnTo>
                <a:cubicBezTo>
                  <a:pt x="170" y="1164"/>
                  <a:pt x="158" y="1163"/>
                  <a:pt x="146" y="1161"/>
                </a:cubicBezTo>
                <a:cubicBezTo>
                  <a:pt x="134" y="1159"/>
                  <a:pt x="123" y="1155"/>
                  <a:pt x="112" y="1151"/>
                </a:cubicBezTo>
                <a:cubicBezTo>
                  <a:pt x="101" y="1146"/>
                  <a:pt x="91" y="1140"/>
                  <a:pt x="81" y="1134"/>
                </a:cubicBezTo>
                <a:cubicBezTo>
                  <a:pt x="71" y="1127"/>
                  <a:pt x="61" y="1120"/>
                  <a:pt x="53" y="1111"/>
                </a:cubicBezTo>
                <a:cubicBezTo>
                  <a:pt x="45" y="1103"/>
                  <a:pt x="37" y="1094"/>
                  <a:pt x="30" y="1084"/>
                </a:cubicBezTo>
                <a:cubicBezTo>
                  <a:pt x="24" y="1074"/>
                  <a:pt x="18" y="1063"/>
                  <a:pt x="14" y="1052"/>
                </a:cubicBezTo>
                <a:cubicBezTo>
                  <a:pt x="9" y="1041"/>
                  <a:pt x="6" y="1030"/>
                  <a:pt x="3" y="1018"/>
                </a:cubicBezTo>
                <a:cubicBezTo>
                  <a:pt x="1" y="1006"/>
                  <a:pt x="0" y="995"/>
                  <a:pt x="0" y="983"/>
                </a:cubicBezTo>
                <a:lnTo>
                  <a:pt x="0" y="182"/>
                </a:lnTo>
                <a:cubicBezTo>
                  <a:pt x="0" y="170"/>
                  <a:pt x="1" y="158"/>
                  <a:pt x="3" y="146"/>
                </a:cubicBezTo>
                <a:cubicBezTo>
                  <a:pt x="6" y="134"/>
                  <a:pt x="9" y="123"/>
                  <a:pt x="14" y="112"/>
                </a:cubicBezTo>
                <a:cubicBezTo>
                  <a:pt x="18" y="101"/>
                  <a:pt x="24" y="91"/>
                  <a:pt x="30" y="81"/>
                </a:cubicBezTo>
                <a:cubicBezTo>
                  <a:pt x="37" y="71"/>
                  <a:pt x="45" y="62"/>
                  <a:pt x="53" y="53"/>
                </a:cubicBezTo>
                <a:cubicBezTo>
                  <a:pt x="61" y="45"/>
                  <a:pt x="71" y="37"/>
                  <a:pt x="81" y="30"/>
                </a:cubicBezTo>
                <a:cubicBezTo>
                  <a:pt x="91" y="24"/>
                  <a:pt x="101" y="18"/>
                  <a:pt x="112" y="14"/>
                </a:cubicBezTo>
                <a:cubicBezTo>
                  <a:pt x="123" y="9"/>
                  <a:pt x="134" y="6"/>
                  <a:pt x="146" y="3"/>
                </a:cubicBezTo>
                <a:cubicBezTo>
                  <a:pt x="158" y="1"/>
                  <a:pt x="170" y="0"/>
                  <a:pt x="182" y="0"/>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 name=""/>
          <p:cNvSpPr txBox="1"/>
          <p:nvPr/>
        </p:nvSpPr>
        <p:spPr>
          <a:xfrm>
            <a:off x="7299720" y="493560"/>
            <a:ext cx="2667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エージェント）</a:t>
            </a:r>
            <a:endParaRPr lang="en-US" sz="3000" b="0" u="none" strike="noStrike">
              <a:solidFill>
                <a:srgbClr val="000000"/>
              </a:solidFill>
              <a:effectLst/>
              <a:uFillTx/>
              <a:latin typeface="游明朝体"/>
            </a:endParaRPr>
          </a:p>
        </p:txBody>
      </p:sp>
      <p:sp>
        <p:nvSpPr>
          <p:cNvPr id="327" name=""/>
          <p:cNvSpPr/>
          <p:nvPr/>
        </p:nvSpPr>
        <p:spPr>
          <a:xfrm>
            <a:off x="991440" y="200916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20"/>
                  <a:pt x="11916" y="25"/>
                  <a:pt x="11926" y="32"/>
                </a:cubicBezTo>
                <a:cubicBezTo>
                  <a:pt x="11936" y="39"/>
                  <a:pt x="11945" y="46"/>
                  <a:pt x="11954" y="55"/>
                </a:cubicBezTo>
                <a:cubicBezTo>
                  <a:pt x="11962" y="63"/>
                  <a:pt x="11970" y="72"/>
                  <a:pt x="11976" y="82"/>
                </a:cubicBezTo>
                <a:cubicBezTo>
                  <a:pt x="11983" y="92"/>
                  <a:pt x="11989" y="102"/>
                  <a:pt x="11993" y="113"/>
                </a:cubicBezTo>
                <a:cubicBezTo>
                  <a:pt x="11998" y="125"/>
                  <a:pt x="12001" y="136"/>
                  <a:pt x="12003" y="148"/>
                </a:cubicBezTo>
                <a:cubicBezTo>
                  <a:pt x="12006" y="159"/>
                  <a:pt x="12007" y="171"/>
                  <a:pt x="12007" y="183"/>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3"/>
                </a:lnTo>
                <a:cubicBezTo>
                  <a:pt x="0" y="171"/>
                  <a:pt x="2" y="159"/>
                  <a:pt x="4" y="148"/>
                </a:cubicBezTo>
                <a:cubicBezTo>
                  <a:pt x="6" y="136"/>
                  <a:pt x="10" y="125"/>
                  <a:pt x="14" y="113"/>
                </a:cubicBezTo>
                <a:cubicBezTo>
                  <a:pt x="19" y="102"/>
                  <a:pt x="24" y="92"/>
                  <a:pt x="31" y="82"/>
                </a:cubicBezTo>
                <a:cubicBezTo>
                  <a:pt x="38" y="72"/>
                  <a:pt x="45" y="63"/>
                  <a:pt x="54" y="55"/>
                </a:cubicBezTo>
                <a:cubicBezTo>
                  <a:pt x="62" y="46"/>
                  <a:pt x="71" y="39"/>
                  <a:pt x="81" y="32"/>
                </a:cubicBezTo>
                <a:cubicBezTo>
                  <a:pt x="91" y="25"/>
                  <a:pt x="102" y="20"/>
                  <a:pt x="113" y="14"/>
                </a:cubicBezTo>
                <a:cubicBezTo>
                  <a:pt x="124" y="10"/>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8" name=""/>
          <p:cNvSpPr/>
          <p:nvPr/>
        </p:nvSpPr>
        <p:spPr>
          <a:xfrm>
            <a:off x="991440" y="200916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20"/>
                  <a:pt x="11916" y="25"/>
                  <a:pt x="11926" y="32"/>
                </a:cubicBezTo>
                <a:cubicBezTo>
                  <a:pt x="11936" y="39"/>
                  <a:pt x="11945" y="46"/>
                  <a:pt x="11954" y="55"/>
                </a:cubicBezTo>
                <a:cubicBezTo>
                  <a:pt x="11962" y="63"/>
                  <a:pt x="11970" y="72"/>
                  <a:pt x="11976" y="82"/>
                </a:cubicBezTo>
                <a:cubicBezTo>
                  <a:pt x="11983" y="92"/>
                  <a:pt x="11989" y="102"/>
                  <a:pt x="11993" y="113"/>
                </a:cubicBezTo>
                <a:cubicBezTo>
                  <a:pt x="11998" y="125"/>
                  <a:pt x="12001" y="136"/>
                  <a:pt x="12003" y="148"/>
                </a:cubicBezTo>
                <a:cubicBezTo>
                  <a:pt x="12006" y="159"/>
                  <a:pt x="12007" y="171"/>
                  <a:pt x="12007" y="183"/>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3"/>
                </a:lnTo>
                <a:cubicBezTo>
                  <a:pt x="0" y="171"/>
                  <a:pt x="2" y="159"/>
                  <a:pt x="4" y="148"/>
                </a:cubicBezTo>
                <a:cubicBezTo>
                  <a:pt x="6" y="136"/>
                  <a:pt x="10" y="125"/>
                  <a:pt x="14" y="113"/>
                </a:cubicBezTo>
                <a:cubicBezTo>
                  <a:pt x="19" y="102"/>
                  <a:pt x="24" y="92"/>
                  <a:pt x="31" y="82"/>
                </a:cubicBezTo>
                <a:cubicBezTo>
                  <a:pt x="38" y="72"/>
                  <a:pt x="45" y="63"/>
                  <a:pt x="54" y="55"/>
                </a:cubicBezTo>
                <a:cubicBezTo>
                  <a:pt x="62" y="46"/>
                  <a:pt x="71" y="39"/>
                  <a:pt x="81" y="32"/>
                </a:cubicBezTo>
                <a:cubicBezTo>
                  <a:pt x="91" y="25"/>
                  <a:pt x="102" y="20"/>
                  <a:pt x="113" y="14"/>
                </a:cubicBezTo>
                <a:cubicBezTo>
                  <a:pt x="124" y="10"/>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29" name=""/>
          <p:cNvSpPr/>
          <p:nvPr/>
        </p:nvSpPr>
        <p:spPr>
          <a:xfrm>
            <a:off x="1148760" y="212724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4" y="710"/>
                  <a:pt x="867" y="736"/>
                </a:cubicBezTo>
                <a:cubicBezTo>
                  <a:pt x="850" y="762"/>
                  <a:pt x="830" y="786"/>
                  <a:pt x="808" y="808"/>
                </a:cubicBezTo>
                <a:cubicBezTo>
                  <a:pt x="786" y="829"/>
                  <a:pt x="763" y="849"/>
                  <a:pt x="737" y="866"/>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6"/>
                </a:cubicBezTo>
                <a:cubicBezTo>
                  <a:pt x="185" y="849"/>
                  <a:pt x="162" y="829"/>
                  <a:pt x="140" y="808"/>
                </a:cubicBezTo>
                <a:cubicBezTo>
                  <a:pt x="118" y="786"/>
                  <a:pt x="97" y="762"/>
                  <a:pt x="80" y="736"/>
                </a:cubicBezTo>
                <a:cubicBezTo>
                  <a:pt x="62"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2" y="236"/>
                  <a:pt x="80" y="210"/>
                </a:cubicBezTo>
                <a:cubicBezTo>
                  <a:pt x="97" y="184"/>
                  <a:pt x="118" y="160"/>
                  <a:pt x="140" y="138"/>
                </a:cubicBezTo>
                <a:cubicBezTo>
                  <a:pt x="162" y="116"/>
                  <a:pt x="185" y="96"/>
                  <a:pt x="211" y="79"/>
                </a:cubicBezTo>
                <a:cubicBezTo>
                  <a:pt x="237" y="62"/>
                  <a:pt x="264" y="47"/>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7"/>
                  <a:pt x="711" y="62"/>
                  <a:pt x="737" y="79"/>
                </a:cubicBezTo>
                <a:cubicBezTo>
                  <a:pt x="763" y="96"/>
                  <a:pt x="786" y="116"/>
                  <a:pt x="808" y="138"/>
                </a:cubicBezTo>
                <a:cubicBezTo>
                  <a:pt x="830" y="160"/>
                  <a:pt x="850" y="184"/>
                  <a:pt x="867" y="210"/>
                </a:cubicBezTo>
                <a:cubicBezTo>
                  <a:pt x="884" y="236"/>
                  <a:pt x="899" y="264"/>
                  <a:pt x="911" y="292"/>
                </a:cubicBezTo>
                <a:cubicBezTo>
                  <a:pt x="923" y="321"/>
                  <a:pt x="932" y="351"/>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 name=""/>
          <p:cNvSpPr txBox="1"/>
          <p:nvPr/>
        </p:nvSpPr>
        <p:spPr>
          <a:xfrm>
            <a:off x="1960920" y="1483560"/>
            <a:ext cx="2378160" cy="183240"/>
          </a:xfrm>
          <a:prstGeom prst="rect">
            <a:avLst/>
          </a:prstGeom>
          <a:noFill/>
          <a:ln w="0">
            <a:noFill/>
          </a:ln>
        </p:spPr>
        <p:txBody>
          <a:bodyPr wrap="none" lIns="0" tIns="0" rIns="0" bIns="0" anchor="t">
            <a:spAutoFit/>
          </a:bodyPr>
          <a:p>
            <a:pPr/>
            <a:r>
              <a:rPr lang="ja-JP" sz="1450" b="1" u="none" strike="noStrike">
                <a:solidFill>
                  <a:srgbClr val="FFFFFF"/>
                </a:solidFill>
                <a:effectLst/>
                <a:uFillTx/>
                <a:latin typeface="HiraginoSans-W6"/>
                <a:ea typeface="HiraginoSans-W6"/>
              </a:rPr>
              <a:t>チャットでコードを書かせる</a:t>
            </a:r>
            <a:endParaRPr lang="en-US" sz="1450" b="0" u="none" strike="noStrike">
              <a:solidFill>
                <a:srgbClr val="000000"/>
              </a:solidFill>
              <a:effectLst/>
              <a:uFillTx/>
              <a:latin typeface="游明朝体"/>
            </a:endParaRPr>
          </a:p>
        </p:txBody>
      </p:sp>
      <p:sp>
        <p:nvSpPr>
          <p:cNvPr id="331" name=""/>
          <p:cNvSpPr txBox="1"/>
          <p:nvPr/>
        </p:nvSpPr>
        <p:spPr>
          <a:xfrm>
            <a:off x="1253880" y="222480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32" name=""/>
          <p:cNvSpPr txBox="1"/>
          <p:nvPr/>
        </p:nvSpPr>
        <p:spPr>
          <a:xfrm>
            <a:off x="1613880" y="212796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質問・指⽰をチャットで⼊⼒</a:t>
            </a:r>
            <a:endParaRPr lang="en-US" sz="1130" b="0" u="none" strike="noStrike">
              <a:solidFill>
                <a:srgbClr val="000000"/>
              </a:solidFill>
              <a:effectLst/>
              <a:uFillTx/>
              <a:latin typeface="游明朝体"/>
            </a:endParaRPr>
          </a:p>
        </p:txBody>
      </p:sp>
      <p:sp>
        <p:nvSpPr>
          <p:cNvPr id="333" name=""/>
          <p:cNvSpPr/>
          <p:nvPr/>
        </p:nvSpPr>
        <p:spPr>
          <a:xfrm>
            <a:off x="3152520" y="258516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34" name=""/>
          <p:cNvSpPr/>
          <p:nvPr/>
        </p:nvSpPr>
        <p:spPr>
          <a:xfrm>
            <a:off x="3054240" y="270972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5" name=""/>
          <p:cNvSpPr/>
          <p:nvPr/>
        </p:nvSpPr>
        <p:spPr>
          <a:xfrm>
            <a:off x="991440" y="2807640"/>
            <a:ext cx="4322520" cy="576360"/>
          </a:xfrm>
          <a:custGeom>
            <a:avLst/>
            <a:gdLst/>
            <a:ahLst/>
            <a:rect l="0" t="0" r="r" b="b"/>
            <a:pathLst>
              <a:path w="12007" h="1601">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420"/>
                </a:lnTo>
                <a:cubicBezTo>
                  <a:pt x="12007" y="1432"/>
                  <a:pt x="12006" y="1443"/>
                  <a:pt x="12003" y="1455"/>
                </a:cubicBezTo>
                <a:cubicBezTo>
                  <a:pt x="12001" y="1467"/>
                  <a:pt x="11998" y="1478"/>
                  <a:pt x="11993" y="1489"/>
                </a:cubicBezTo>
                <a:cubicBezTo>
                  <a:pt x="11989" y="1500"/>
                  <a:pt x="11983" y="1511"/>
                  <a:pt x="11976" y="1521"/>
                </a:cubicBezTo>
                <a:cubicBezTo>
                  <a:pt x="11970" y="1531"/>
                  <a:pt x="11962" y="1540"/>
                  <a:pt x="11954" y="1548"/>
                </a:cubicBezTo>
                <a:cubicBezTo>
                  <a:pt x="11945" y="1557"/>
                  <a:pt x="11936" y="1564"/>
                  <a:pt x="11926" y="1571"/>
                </a:cubicBezTo>
                <a:cubicBezTo>
                  <a:pt x="11916" y="1577"/>
                  <a:pt x="11906" y="1583"/>
                  <a:pt x="11895" y="1588"/>
                </a:cubicBezTo>
                <a:cubicBezTo>
                  <a:pt x="11884" y="1592"/>
                  <a:pt x="11872" y="1596"/>
                  <a:pt x="11861" y="1598"/>
                </a:cubicBezTo>
                <a:cubicBezTo>
                  <a:pt x="11849" y="1600"/>
                  <a:pt x="11837" y="1601"/>
                  <a:pt x="11825" y="1601"/>
                </a:cubicBezTo>
                <a:lnTo>
                  <a:pt x="182" y="1601"/>
                </a:lnTo>
                <a:cubicBezTo>
                  <a:pt x="170" y="1601"/>
                  <a:pt x="159" y="1600"/>
                  <a:pt x="147" y="1598"/>
                </a:cubicBezTo>
                <a:cubicBezTo>
                  <a:pt x="135" y="1596"/>
                  <a:pt x="124" y="1592"/>
                  <a:pt x="113" y="1588"/>
                </a:cubicBezTo>
                <a:cubicBezTo>
                  <a:pt x="102" y="1583"/>
                  <a:pt x="91" y="1577"/>
                  <a:pt x="81" y="1571"/>
                </a:cubicBezTo>
                <a:cubicBezTo>
                  <a:pt x="71" y="1564"/>
                  <a:pt x="62" y="1557"/>
                  <a:pt x="54" y="1548"/>
                </a:cubicBezTo>
                <a:cubicBezTo>
                  <a:pt x="45" y="1540"/>
                  <a:pt x="38" y="1531"/>
                  <a:pt x="31" y="1521"/>
                </a:cubicBezTo>
                <a:cubicBezTo>
                  <a:pt x="24" y="1511"/>
                  <a:pt x="19" y="1500"/>
                  <a:pt x="14" y="1489"/>
                </a:cubicBezTo>
                <a:cubicBezTo>
                  <a:pt x="10" y="1478"/>
                  <a:pt x="6" y="1467"/>
                  <a:pt x="4" y="1455"/>
                </a:cubicBezTo>
                <a:cubicBezTo>
                  <a:pt x="2" y="1443"/>
                  <a:pt x="0" y="1432"/>
                  <a:pt x="0" y="1420"/>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6" name=""/>
          <p:cNvSpPr/>
          <p:nvPr/>
        </p:nvSpPr>
        <p:spPr>
          <a:xfrm>
            <a:off x="991440" y="2807640"/>
            <a:ext cx="4322520" cy="576360"/>
          </a:xfrm>
          <a:custGeom>
            <a:avLst/>
            <a:gdLst/>
            <a:ahLst/>
            <a:rect l="0" t="0" r="r" b="b"/>
            <a:pathLst>
              <a:path w="12007" h="1601">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420"/>
                </a:lnTo>
                <a:cubicBezTo>
                  <a:pt x="12007" y="1432"/>
                  <a:pt x="12006" y="1443"/>
                  <a:pt x="12003" y="1455"/>
                </a:cubicBezTo>
                <a:cubicBezTo>
                  <a:pt x="12001" y="1467"/>
                  <a:pt x="11998" y="1478"/>
                  <a:pt x="11993" y="1489"/>
                </a:cubicBezTo>
                <a:cubicBezTo>
                  <a:pt x="11989" y="1500"/>
                  <a:pt x="11983" y="1511"/>
                  <a:pt x="11976" y="1521"/>
                </a:cubicBezTo>
                <a:cubicBezTo>
                  <a:pt x="11970" y="1531"/>
                  <a:pt x="11962" y="1540"/>
                  <a:pt x="11954" y="1548"/>
                </a:cubicBezTo>
                <a:cubicBezTo>
                  <a:pt x="11945" y="1557"/>
                  <a:pt x="11936" y="1564"/>
                  <a:pt x="11926" y="1571"/>
                </a:cubicBezTo>
                <a:cubicBezTo>
                  <a:pt x="11916" y="1577"/>
                  <a:pt x="11906" y="1583"/>
                  <a:pt x="11895" y="1588"/>
                </a:cubicBezTo>
                <a:cubicBezTo>
                  <a:pt x="11884" y="1592"/>
                  <a:pt x="11872" y="1596"/>
                  <a:pt x="11861" y="1598"/>
                </a:cubicBezTo>
                <a:cubicBezTo>
                  <a:pt x="11849" y="1600"/>
                  <a:pt x="11837" y="1601"/>
                  <a:pt x="11825" y="1601"/>
                </a:cubicBezTo>
                <a:lnTo>
                  <a:pt x="182" y="1601"/>
                </a:lnTo>
                <a:cubicBezTo>
                  <a:pt x="170" y="1601"/>
                  <a:pt x="159" y="1600"/>
                  <a:pt x="147" y="1598"/>
                </a:cubicBezTo>
                <a:cubicBezTo>
                  <a:pt x="135" y="1596"/>
                  <a:pt x="124" y="1592"/>
                  <a:pt x="113" y="1588"/>
                </a:cubicBezTo>
                <a:cubicBezTo>
                  <a:pt x="102" y="1583"/>
                  <a:pt x="91" y="1577"/>
                  <a:pt x="81" y="1571"/>
                </a:cubicBezTo>
                <a:cubicBezTo>
                  <a:pt x="71" y="1564"/>
                  <a:pt x="62" y="1557"/>
                  <a:pt x="54" y="1548"/>
                </a:cubicBezTo>
                <a:cubicBezTo>
                  <a:pt x="45" y="1540"/>
                  <a:pt x="38" y="1531"/>
                  <a:pt x="31" y="1521"/>
                </a:cubicBezTo>
                <a:cubicBezTo>
                  <a:pt x="24" y="1511"/>
                  <a:pt x="19" y="1500"/>
                  <a:pt x="14" y="1489"/>
                </a:cubicBezTo>
                <a:cubicBezTo>
                  <a:pt x="10" y="1478"/>
                  <a:pt x="6" y="1467"/>
                  <a:pt x="4" y="1455"/>
                </a:cubicBezTo>
                <a:cubicBezTo>
                  <a:pt x="2" y="1443"/>
                  <a:pt x="0" y="1432"/>
                  <a:pt x="0" y="1420"/>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37" name=""/>
          <p:cNvSpPr/>
          <p:nvPr/>
        </p:nvSpPr>
        <p:spPr>
          <a:xfrm>
            <a:off x="1148760" y="2925720"/>
            <a:ext cx="340920" cy="340560"/>
          </a:xfrm>
          <a:custGeom>
            <a:avLst/>
            <a:gdLst/>
            <a:ahLst/>
            <a:rect l="0" t="0" r="r" b="b"/>
            <a:pathLst>
              <a:path w="947" h="946">
                <a:moveTo>
                  <a:pt x="947" y="472"/>
                </a:moveTo>
                <a:cubicBezTo>
                  <a:pt x="947" y="503"/>
                  <a:pt x="944" y="534"/>
                  <a:pt x="938" y="565"/>
                </a:cubicBezTo>
                <a:cubicBezTo>
                  <a:pt x="932" y="595"/>
                  <a:pt x="923" y="625"/>
                  <a:pt x="911" y="653"/>
                </a:cubicBezTo>
                <a:cubicBezTo>
                  <a:pt x="899" y="682"/>
                  <a:pt x="884" y="709"/>
                  <a:pt x="867" y="735"/>
                </a:cubicBezTo>
                <a:cubicBezTo>
                  <a:pt x="850" y="761"/>
                  <a:pt x="830" y="785"/>
                  <a:pt x="808" y="807"/>
                </a:cubicBezTo>
                <a:cubicBezTo>
                  <a:pt x="786" y="829"/>
                  <a:pt x="763" y="848"/>
                  <a:pt x="737" y="866"/>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6"/>
                </a:cubicBezTo>
                <a:cubicBezTo>
                  <a:pt x="185" y="848"/>
                  <a:pt x="162" y="829"/>
                  <a:pt x="140" y="807"/>
                </a:cubicBezTo>
                <a:cubicBezTo>
                  <a:pt x="118" y="785"/>
                  <a:pt x="97" y="761"/>
                  <a:pt x="80" y="735"/>
                </a:cubicBezTo>
                <a:cubicBezTo>
                  <a:pt x="62" y="709"/>
                  <a:pt x="48" y="682"/>
                  <a:pt x="36" y="653"/>
                </a:cubicBezTo>
                <a:cubicBezTo>
                  <a:pt x="24" y="625"/>
                  <a:pt x="15" y="595"/>
                  <a:pt x="9" y="565"/>
                </a:cubicBezTo>
                <a:cubicBezTo>
                  <a:pt x="3" y="534"/>
                  <a:pt x="0" y="503"/>
                  <a:pt x="0" y="472"/>
                </a:cubicBezTo>
                <a:cubicBezTo>
                  <a:pt x="0" y="441"/>
                  <a:pt x="3" y="411"/>
                  <a:pt x="9" y="380"/>
                </a:cubicBezTo>
                <a:cubicBezTo>
                  <a:pt x="15" y="350"/>
                  <a:pt x="24" y="320"/>
                  <a:pt x="36" y="292"/>
                </a:cubicBezTo>
                <a:cubicBezTo>
                  <a:pt x="48" y="263"/>
                  <a:pt x="62" y="236"/>
                  <a:pt x="80" y="210"/>
                </a:cubicBezTo>
                <a:cubicBezTo>
                  <a:pt x="97" y="184"/>
                  <a:pt x="118" y="160"/>
                  <a:pt x="140" y="138"/>
                </a:cubicBezTo>
                <a:cubicBezTo>
                  <a:pt x="162" y="116"/>
                  <a:pt x="185" y="97"/>
                  <a:pt x="211" y="79"/>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79"/>
                </a:cubicBezTo>
                <a:cubicBezTo>
                  <a:pt x="763" y="97"/>
                  <a:pt x="786" y="116"/>
                  <a:pt x="808" y="138"/>
                </a:cubicBezTo>
                <a:cubicBezTo>
                  <a:pt x="830" y="160"/>
                  <a:pt x="850" y="184"/>
                  <a:pt x="867" y="210"/>
                </a:cubicBezTo>
                <a:cubicBezTo>
                  <a:pt x="884" y="236"/>
                  <a:pt x="899" y="263"/>
                  <a:pt x="911" y="292"/>
                </a:cubicBezTo>
                <a:cubicBezTo>
                  <a:pt x="923" y="320"/>
                  <a:pt x="932" y="350"/>
                  <a:pt x="938" y="380"/>
                </a:cubicBezTo>
                <a:cubicBezTo>
                  <a:pt x="944" y="411"/>
                  <a:pt x="947" y="441"/>
                  <a:pt x="947" y="472"/>
                </a:cubicBez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 name=""/>
          <p:cNvSpPr txBox="1"/>
          <p:nvPr/>
        </p:nvSpPr>
        <p:spPr>
          <a:xfrm>
            <a:off x="1613880" y="234072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「〇〇を作って」と都度依頼</a:t>
            </a:r>
            <a:endParaRPr lang="en-US" sz="880" b="0" u="none" strike="noStrike">
              <a:solidFill>
                <a:srgbClr val="000000"/>
              </a:solidFill>
              <a:effectLst/>
              <a:uFillTx/>
              <a:latin typeface="游明朝体"/>
            </a:endParaRPr>
          </a:p>
        </p:txBody>
      </p:sp>
      <p:sp>
        <p:nvSpPr>
          <p:cNvPr id="339" name=""/>
          <p:cNvSpPr txBox="1"/>
          <p:nvPr/>
        </p:nvSpPr>
        <p:spPr>
          <a:xfrm>
            <a:off x="1260360" y="3035160"/>
            <a:ext cx="117360" cy="131400"/>
          </a:xfrm>
          <a:prstGeom prst="rect">
            <a:avLst/>
          </a:prstGeom>
          <a:noFill/>
          <a:ln w="0">
            <a:noFill/>
          </a:ln>
        </p:spPr>
        <p:txBody>
          <a:bodyPr wrap="none" lIns="0" tIns="0" rIns="0" bIns="0" anchor="t">
            <a:spAutoFit/>
          </a:bodyPr>
          <a:p>
            <a:pPr/>
            <a:r>
              <a:rPr lang="en-US" sz="920" b="0" u="none" strike="noStrike">
                <a:solidFill>
                  <a:srgbClr val="FFFFFF"/>
                </a:solidFill>
                <a:effectLst/>
                <a:uFillTx/>
                <a:latin typeface="HiraginoSans-W3"/>
                <a:ea typeface="HiraginoSans-W3"/>
              </a:rPr>
              <a:t>AI</a:t>
            </a:r>
            <a:endParaRPr lang="en-US" sz="920" b="0" u="none" strike="noStrike">
              <a:solidFill>
                <a:srgbClr val="000000"/>
              </a:solidFill>
              <a:effectLst/>
              <a:uFillTx/>
              <a:latin typeface="游明朝体"/>
            </a:endParaRPr>
          </a:p>
        </p:txBody>
      </p:sp>
      <p:sp>
        <p:nvSpPr>
          <p:cNvPr id="340" name=""/>
          <p:cNvSpPr txBox="1"/>
          <p:nvPr/>
        </p:nvSpPr>
        <p:spPr>
          <a:xfrm>
            <a:off x="1613880" y="2926440"/>
            <a:ext cx="157644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コードをテキストで提案</a:t>
            </a:r>
            <a:endParaRPr lang="en-US" sz="1130" b="0" u="none" strike="noStrike">
              <a:solidFill>
                <a:srgbClr val="000000"/>
              </a:solidFill>
              <a:effectLst/>
              <a:uFillTx/>
              <a:latin typeface="游明朝体"/>
            </a:endParaRPr>
          </a:p>
        </p:txBody>
      </p:sp>
      <p:sp>
        <p:nvSpPr>
          <p:cNvPr id="341" name=""/>
          <p:cNvSpPr/>
          <p:nvPr/>
        </p:nvSpPr>
        <p:spPr>
          <a:xfrm>
            <a:off x="3152520" y="3383640"/>
            <a:ext cx="0" cy="22284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42" name=""/>
          <p:cNvSpPr/>
          <p:nvPr/>
        </p:nvSpPr>
        <p:spPr>
          <a:xfrm>
            <a:off x="3054240" y="350820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 name=""/>
          <p:cNvSpPr/>
          <p:nvPr/>
        </p:nvSpPr>
        <p:spPr>
          <a:xfrm>
            <a:off x="991440" y="3606480"/>
            <a:ext cx="4322520" cy="576360"/>
          </a:xfrm>
          <a:custGeom>
            <a:avLst/>
            <a:gdLst/>
            <a:ahLst/>
            <a:rect l="0" t="0" r="r" b="b"/>
            <a:pathLst>
              <a:path w="12007" h="1601">
                <a:moveTo>
                  <a:pt x="182" y="0"/>
                </a:moveTo>
                <a:lnTo>
                  <a:pt x="11825" y="0"/>
                </a:lnTo>
                <a:cubicBezTo>
                  <a:pt x="11837" y="0"/>
                  <a:pt x="11849" y="1"/>
                  <a:pt x="11861" y="3"/>
                </a:cubicBezTo>
                <a:cubicBezTo>
                  <a:pt x="11872" y="5"/>
                  <a:pt x="11884" y="9"/>
                  <a:pt x="11895" y="13"/>
                </a:cubicBezTo>
                <a:cubicBezTo>
                  <a:pt x="11906" y="18"/>
                  <a:pt x="11916" y="24"/>
                  <a:pt x="11926" y="30"/>
                </a:cubicBezTo>
                <a:cubicBezTo>
                  <a:pt x="11936" y="37"/>
                  <a:pt x="11945" y="44"/>
                  <a:pt x="11954" y="53"/>
                </a:cubicBezTo>
                <a:cubicBezTo>
                  <a:pt x="11962" y="61"/>
                  <a:pt x="11970" y="70"/>
                  <a:pt x="11976" y="80"/>
                </a:cubicBezTo>
                <a:cubicBezTo>
                  <a:pt x="11983" y="90"/>
                  <a:pt x="11989" y="101"/>
                  <a:pt x="11993" y="112"/>
                </a:cubicBezTo>
                <a:cubicBezTo>
                  <a:pt x="11998" y="123"/>
                  <a:pt x="12001" y="134"/>
                  <a:pt x="12003" y="146"/>
                </a:cubicBezTo>
                <a:cubicBezTo>
                  <a:pt x="12006" y="158"/>
                  <a:pt x="12007" y="169"/>
                  <a:pt x="12007" y="181"/>
                </a:cubicBezTo>
                <a:lnTo>
                  <a:pt x="12007" y="1419"/>
                </a:lnTo>
                <a:cubicBezTo>
                  <a:pt x="12007" y="1431"/>
                  <a:pt x="12006" y="1443"/>
                  <a:pt x="12003" y="1454"/>
                </a:cubicBezTo>
                <a:cubicBezTo>
                  <a:pt x="12001" y="1466"/>
                  <a:pt x="11998" y="1477"/>
                  <a:pt x="11993" y="1488"/>
                </a:cubicBezTo>
                <a:cubicBezTo>
                  <a:pt x="11989" y="1499"/>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599"/>
                  <a:pt x="11837" y="1601"/>
                  <a:pt x="11825" y="1601"/>
                </a:cubicBezTo>
                <a:lnTo>
                  <a:pt x="182" y="1601"/>
                </a:lnTo>
                <a:cubicBezTo>
                  <a:pt x="170" y="1601"/>
                  <a:pt x="159" y="1599"/>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499"/>
                  <a:pt x="14" y="1488"/>
                </a:cubicBezTo>
                <a:cubicBezTo>
                  <a:pt x="10" y="1477"/>
                  <a:pt x="6" y="1466"/>
                  <a:pt x="4" y="1454"/>
                </a:cubicBezTo>
                <a:cubicBezTo>
                  <a:pt x="2" y="1443"/>
                  <a:pt x="0" y="1431"/>
                  <a:pt x="0" y="1419"/>
                </a:cubicBezTo>
                <a:lnTo>
                  <a:pt x="0" y="181"/>
                </a:lnTo>
                <a:cubicBezTo>
                  <a:pt x="0" y="169"/>
                  <a:pt x="2" y="158"/>
                  <a:pt x="4" y="146"/>
                </a:cubicBezTo>
                <a:cubicBezTo>
                  <a:pt x="6" y="134"/>
                  <a:pt x="10" y="123"/>
                  <a:pt x="14" y="112"/>
                </a:cubicBezTo>
                <a:cubicBezTo>
                  <a:pt x="19" y="101"/>
                  <a:pt x="24" y="90"/>
                  <a:pt x="31" y="80"/>
                </a:cubicBezTo>
                <a:cubicBezTo>
                  <a:pt x="38" y="70"/>
                  <a:pt x="45" y="61"/>
                  <a:pt x="54" y="53"/>
                </a:cubicBezTo>
                <a:cubicBezTo>
                  <a:pt x="62" y="44"/>
                  <a:pt x="71" y="37"/>
                  <a:pt x="81" y="30"/>
                </a:cubicBezTo>
                <a:cubicBezTo>
                  <a:pt x="91" y="24"/>
                  <a:pt x="102" y="18"/>
                  <a:pt x="113" y="13"/>
                </a:cubicBezTo>
                <a:cubicBezTo>
                  <a:pt x="124" y="9"/>
                  <a:pt x="135" y="5"/>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4" name=""/>
          <p:cNvSpPr/>
          <p:nvPr/>
        </p:nvSpPr>
        <p:spPr>
          <a:xfrm>
            <a:off x="991440" y="3606480"/>
            <a:ext cx="4322520" cy="576360"/>
          </a:xfrm>
          <a:custGeom>
            <a:avLst/>
            <a:gdLst/>
            <a:ahLst/>
            <a:rect l="0" t="0" r="r" b="b"/>
            <a:pathLst>
              <a:path w="12007" h="1601">
                <a:moveTo>
                  <a:pt x="182" y="0"/>
                </a:moveTo>
                <a:lnTo>
                  <a:pt x="11825" y="0"/>
                </a:lnTo>
                <a:cubicBezTo>
                  <a:pt x="11837" y="0"/>
                  <a:pt x="11849" y="1"/>
                  <a:pt x="11861" y="3"/>
                </a:cubicBezTo>
                <a:cubicBezTo>
                  <a:pt x="11872" y="5"/>
                  <a:pt x="11884" y="9"/>
                  <a:pt x="11895" y="13"/>
                </a:cubicBezTo>
                <a:cubicBezTo>
                  <a:pt x="11906" y="18"/>
                  <a:pt x="11916" y="24"/>
                  <a:pt x="11926" y="30"/>
                </a:cubicBezTo>
                <a:cubicBezTo>
                  <a:pt x="11936" y="37"/>
                  <a:pt x="11945" y="44"/>
                  <a:pt x="11954" y="53"/>
                </a:cubicBezTo>
                <a:cubicBezTo>
                  <a:pt x="11962" y="61"/>
                  <a:pt x="11970" y="70"/>
                  <a:pt x="11976" y="80"/>
                </a:cubicBezTo>
                <a:cubicBezTo>
                  <a:pt x="11983" y="90"/>
                  <a:pt x="11989" y="101"/>
                  <a:pt x="11993" y="112"/>
                </a:cubicBezTo>
                <a:cubicBezTo>
                  <a:pt x="11998" y="123"/>
                  <a:pt x="12001" y="134"/>
                  <a:pt x="12003" y="146"/>
                </a:cubicBezTo>
                <a:cubicBezTo>
                  <a:pt x="12006" y="158"/>
                  <a:pt x="12007" y="169"/>
                  <a:pt x="12007" y="181"/>
                </a:cubicBezTo>
                <a:lnTo>
                  <a:pt x="12007" y="1419"/>
                </a:lnTo>
                <a:cubicBezTo>
                  <a:pt x="12007" y="1431"/>
                  <a:pt x="12006" y="1443"/>
                  <a:pt x="12003" y="1454"/>
                </a:cubicBezTo>
                <a:cubicBezTo>
                  <a:pt x="12001" y="1466"/>
                  <a:pt x="11998" y="1477"/>
                  <a:pt x="11993" y="1488"/>
                </a:cubicBezTo>
                <a:cubicBezTo>
                  <a:pt x="11989" y="1499"/>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599"/>
                  <a:pt x="11837" y="1601"/>
                  <a:pt x="11825" y="1601"/>
                </a:cubicBezTo>
                <a:lnTo>
                  <a:pt x="182" y="1601"/>
                </a:lnTo>
                <a:cubicBezTo>
                  <a:pt x="170" y="1601"/>
                  <a:pt x="159" y="1599"/>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499"/>
                  <a:pt x="14" y="1488"/>
                </a:cubicBezTo>
                <a:cubicBezTo>
                  <a:pt x="10" y="1477"/>
                  <a:pt x="6" y="1466"/>
                  <a:pt x="4" y="1454"/>
                </a:cubicBezTo>
                <a:cubicBezTo>
                  <a:pt x="2" y="1443"/>
                  <a:pt x="0" y="1431"/>
                  <a:pt x="0" y="1419"/>
                </a:cubicBezTo>
                <a:lnTo>
                  <a:pt x="0" y="181"/>
                </a:lnTo>
                <a:cubicBezTo>
                  <a:pt x="0" y="169"/>
                  <a:pt x="2" y="158"/>
                  <a:pt x="4" y="146"/>
                </a:cubicBezTo>
                <a:cubicBezTo>
                  <a:pt x="6" y="134"/>
                  <a:pt x="10" y="123"/>
                  <a:pt x="14" y="112"/>
                </a:cubicBezTo>
                <a:cubicBezTo>
                  <a:pt x="19" y="101"/>
                  <a:pt x="24" y="90"/>
                  <a:pt x="31" y="80"/>
                </a:cubicBezTo>
                <a:cubicBezTo>
                  <a:pt x="38" y="70"/>
                  <a:pt x="45" y="61"/>
                  <a:pt x="54" y="53"/>
                </a:cubicBezTo>
                <a:cubicBezTo>
                  <a:pt x="62" y="44"/>
                  <a:pt x="71" y="37"/>
                  <a:pt x="81" y="30"/>
                </a:cubicBezTo>
                <a:cubicBezTo>
                  <a:pt x="91" y="24"/>
                  <a:pt x="102" y="18"/>
                  <a:pt x="113" y="13"/>
                </a:cubicBezTo>
                <a:cubicBezTo>
                  <a:pt x="124" y="9"/>
                  <a:pt x="135" y="5"/>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45" name=""/>
          <p:cNvSpPr/>
          <p:nvPr/>
        </p:nvSpPr>
        <p:spPr>
          <a:xfrm>
            <a:off x="1148760" y="3724200"/>
            <a:ext cx="340920" cy="340560"/>
          </a:xfrm>
          <a:custGeom>
            <a:avLst/>
            <a:gdLst/>
            <a:ahLst/>
            <a:rect l="0" t="0" r="r" b="b"/>
            <a:pathLst>
              <a:path w="947" h="946">
                <a:moveTo>
                  <a:pt x="947" y="473"/>
                </a:moveTo>
                <a:cubicBezTo>
                  <a:pt x="947" y="504"/>
                  <a:pt x="944" y="535"/>
                  <a:pt x="938" y="566"/>
                </a:cubicBezTo>
                <a:cubicBezTo>
                  <a:pt x="932" y="596"/>
                  <a:pt x="923" y="626"/>
                  <a:pt x="911" y="654"/>
                </a:cubicBezTo>
                <a:cubicBezTo>
                  <a:pt x="899" y="683"/>
                  <a:pt x="884" y="710"/>
                  <a:pt x="867" y="736"/>
                </a:cubicBezTo>
                <a:cubicBezTo>
                  <a:pt x="850" y="762"/>
                  <a:pt x="830" y="786"/>
                  <a:pt x="808" y="808"/>
                </a:cubicBezTo>
                <a:cubicBezTo>
                  <a:pt x="786" y="830"/>
                  <a:pt x="763" y="849"/>
                  <a:pt x="737" y="867"/>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7"/>
                </a:cubicBezTo>
                <a:cubicBezTo>
                  <a:pt x="185" y="849"/>
                  <a:pt x="162" y="830"/>
                  <a:pt x="140" y="808"/>
                </a:cubicBezTo>
                <a:cubicBezTo>
                  <a:pt x="118" y="786"/>
                  <a:pt x="97" y="762"/>
                  <a:pt x="80" y="736"/>
                </a:cubicBezTo>
                <a:cubicBezTo>
                  <a:pt x="62" y="710"/>
                  <a:pt x="48" y="683"/>
                  <a:pt x="36" y="654"/>
                </a:cubicBezTo>
                <a:cubicBezTo>
                  <a:pt x="24" y="626"/>
                  <a:pt x="15" y="596"/>
                  <a:pt x="9" y="566"/>
                </a:cubicBezTo>
                <a:cubicBezTo>
                  <a:pt x="3" y="535"/>
                  <a:pt x="0" y="504"/>
                  <a:pt x="0" y="473"/>
                </a:cubicBezTo>
                <a:cubicBezTo>
                  <a:pt x="0" y="442"/>
                  <a:pt x="3" y="411"/>
                  <a:pt x="9" y="380"/>
                </a:cubicBezTo>
                <a:cubicBezTo>
                  <a:pt x="15" y="350"/>
                  <a:pt x="24" y="320"/>
                  <a:pt x="36" y="292"/>
                </a:cubicBezTo>
                <a:cubicBezTo>
                  <a:pt x="48" y="263"/>
                  <a:pt x="62" y="236"/>
                  <a:pt x="80" y="210"/>
                </a:cubicBezTo>
                <a:cubicBezTo>
                  <a:pt x="97" y="184"/>
                  <a:pt x="118" y="160"/>
                  <a:pt x="140" y="138"/>
                </a:cubicBezTo>
                <a:cubicBezTo>
                  <a:pt x="162" y="116"/>
                  <a:pt x="185" y="97"/>
                  <a:pt x="211" y="80"/>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80"/>
                </a:cubicBezTo>
                <a:cubicBezTo>
                  <a:pt x="763" y="97"/>
                  <a:pt x="786" y="116"/>
                  <a:pt x="808" y="138"/>
                </a:cubicBezTo>
                <a:cubicBezTo>
                  <a:pt x="830" y="160"/>
                  <a:pt x="850" y="184"/>
                  <a:pt x="867" y="210"/>
                </a:cubicBezTo>
                <a:cubicBezTo>
                  <a:pt x="884" y="236"/>
                  <a:pt x="899" y="263"/>
                  <a:pt x="911" y="292"/>
                </a:cubicBezTo>
                <a:cubicBezTo>
                  <a:pt x="923" y="320"/>
                  <a:pt x="932" y="350"/>
                  <a:pt x="938" y="380"/>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6" name=""/>
          <p:cNvSpPr txBox="1"/>
          <p:nvPr/>
        </p:nvSpPr>
        <p:spPr>
          <a:xfrm>
            <a:off x="1613880" y="313920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ファイルは⾃動更新されない</a:t>
            </a:r>
            <a:endParaRPr lang="en-US" sz="880" b="0" u="none" strike="noStrike">
              <a:solidFill>
                <a:srgbClr val="000000"/>
              </a:solidFill>
              <a:effectLst/>
              <a:uFillTx/>
              <a:latin typeface="游明朝体"/>
            </a:endParaRPr>
          </a:p>
        </p:txBody>
      </p:sp>
      <p:sp>
        <p:nvSpPr>
          <p:cNvPr id="347" name=""/>
          <p:cNvSpPr txBox="1"/>
          <p:nvPr/>
        </p:nvSpPr>
        <p:spPr>
          <a:xfrm>
            <a:off x="1253880" y="382176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48" name=""/>
          <p:cNvSpPr txBox="1"/>
          <p:nvPr/>
        </p:nvSpPr>
        <p:spPr>
          <a:xfrm>
            <a:off x="1613880" y="3724920"/>
            <a:ext cx="1536840" cy="16056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コピー</a:t>
            </a:r>
            <a:r>
              <a:rPr lang="en-US" sz="1130" b="1" u="none" strike="noStrike">
                <a:solidFill>
                  <a:srgbClr val="1A1A2E"/>
                </a:solidFill>
                <a:effectLst/>
                <a:uFillTx/>
                <a:latin typeface="HiraginoSans-W5"/>
                <a:ea typeface="HiraginoSans-W5"/>
              </a:rPr>
              <a:t>&amp;</a:t>
            </a:r>
            <a:r>
              <a:rPr lang="ja-JP" sz="1130" b="1" u="none" strike="noStrike">
                <a:solidFill>
                  <a:srgbClr val="1A1A2E"/>
                </a:solidFill>
                <a:effectLst/>
                <a:uFillTx/>
                <a:latin typeface="HiraginoSans-W5"/>
                <a:ea typeface="HiraginoSans-W5"/>
              </a:rPr>
              <a:t>ペーストで反映</a:t>
            </a:r>
            <a:endParaRPr lang="en-US" sz="1130" b="0" u="none" strike="noStrike">
              <a:solidFill>
                <a:srgbClr val="000000"/>
              </a:solidFill>
              <a:effectLst/>
              <a:uFillTx/>
              <a:latin typeface="游明朝体"/>
            </a:endParaRPr>
          </a:p>
        </p:txBody>
      </p:sp>
      <p:sp>
        <p:nvSpPr>
          <p:cNvPr id="349" name=""/>
          <p:cNvSpPr/>
          <p:nvPr/>
        </p:nvSpPr>
        <p:spPr>
          <a:xfrm>
            <a:off x="3152520" y="418248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50" name=""/>
          <p:cNvSpPr/>
          <p:nvPr/>
        </p:nvSpPr>
        <p:spPr>
          <a:xfrm>
            <a:off x="3054240" y="430668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51" name=""/>
          <p:cNvSpPr/>
          <p:nvPr/>
        </p:nvSpPr>
        <p:spPr>
          <a:xfrm>
            <a:off x="991440" y="440496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5"/>
                  <a:pt x="11954" y="53"/>
                </a:cubicBezTo>
                <a:cubicBezTo>
                  <a:pt x="11962" y="61"/>
                  <a:pt x="11970" y="71"/>
                  <a:pt x="11976" y="81"/>
                </a:cubicBezTo>
                <a:cubicBezTo>
                  <a:pt x="11983" y="90"/>
                  <a:pt x="11989" y="101"/>
                  <a:pt x="11993" y="112"/>
                </a:cubicBezTo>
                <a:cubicBezTo>
                  <a:pt x="11998" y="123"/>
                  <a:pt x="12001" y="134"/>
                  <a:pt x="12003" y="146"/>
                </a:cubicBezTo>
                <a:cubicBezTo>
                  <a:pt x="12006" y="158"/>
                  <a:pt x="12007" y="170"/>
                  <a:pt x="12007" y="182"/>
                </a:cubicBezTo>
                <a:lnTo>
                  <a:pt x="12007" y="1419"/>
                </a:lnTo>
                <a:cubicBezTo>
                  <a:pt x="12007" y="1431"/>
                  <a:pt x="12006" y="1443"/>
                  <a:pt x="12003" y="1454"/>
                </a:cubicBezTo>
                <a:cubicBezTo>
                  <a:pt x="12001" y="1466"/>
                  <a:pt x="11998" y="1477"/>
                  <a:pt x="11993" y="1488"/>
                </a:cubicBezTo>
                <a:cubicBezTo>
                  <a:pt x="11989" y="1500"/>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600"/>
                  <a:pt x="11837" y="1601"/>
                  <a:pt x="11825" y="1601"/>
                </a:cubicBezTo>
                <a:lnTo>
                  <a:pt x="182" y="1601"/>
                </a:lnTo>
                <a:cubicBezTo>
                  <a:pt x="170" y="1601"/>
                  <a:pt x="159" y="1600"/>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500"/>
                  <a:pt x="14" y="1488"/>
                </a:cubicBezTo>
                <a:cubicBezTo>
                  <a:pt x="10" y="1477"/>
                  <a:pt x="6" y="1466"/>
                  <a:pt x="4" y="1454"/>
                </a:cubicBezTo>
                <a:cubicBezTo>
                  <a:pt x="2" y="1443"/>
                  <a:pt x="0" y="1431"/>
                  <a:pt x="0" y="1419"/>
                </a:cubicBezTo>
                <a:lnTo>
                  <a:pt x="0" y="182"/>
                </a:lnTo>
                <a:cubicBezTo>
                  <a:pt x="0" y="170"/>
                  <a:pt x="2" y="158"/>
                  <a:pt x="4" y="146"/>
                </a:cubicBezTo>
                <a:cubicBezTo>
                  <a:pt x="6" y="134"/>
                  <a:pt x="10" y="123"/>
                  <a:pt x="14" y="112"/>
                </a:cubicBezTo>
                <a:cubicBezTo>
                  <a:pt x="19" y="101"/>
                  <a:pt x="24" y="90"/>
                  <a:pt x="31" y="81"/>
                </a:cubicBezTo>
                <a:cubicBezTo>
                  <a:pt x="38" y="71"/>
                  <a:pt x="45" y="61"/>
                  <a:pt x="54" y="53"/>
                </a:cubicBezTo>
                <a:cubicBezTo>
                  <a:pt x="62" y="45"/>
                  <a:pt x="71" y="37"/>
                  <a:pt x="81" y="30"/>
                </a:cubicBezTo>
                <a:cubicBezTo>
                  <a:pt x="91" y="24"/>
                  <a:pt x="102" y="18"/>
                  <a:pt x="113" y="14"/>
                </a:cubicBezTo>
                <a:cubicBezTo>
                  <a:pt x="124" y="9"/>
                  <a:pt x="135" y="6"/>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52" name=""/>
          <p:cNvSpPr/>
          <p:nvPr/>
        </p:nvSpPr>
        <p:spPr>
          <a:xfrm>
            <a:off x="991440" y="440496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5"/>
                  <a:pt x="11954" y="53"/>
                </a:cubicBezTo>
                <a:cubicBezTo>
                  <a:pt x="11962" y="61"/>
                  <a:pt x="11970" y="71"/>
                  <a:pt x="11976" y="81"/>
                </a:cubicBezTo>
                <a:cubicBezTo>
                  <a:pt x="11983" y="90"/>
                  <a:pt x="11989" y="101"/>
                  <a:pt x="11993" y="112"/>
                </a:cubicBezTo>
                <a:cubicBezTo>
                  <a:pt x="11998" y="123"/>
                  <a:pt x="12001" y="134"/>
                  <a:pt x="12003" y="146"/>
                </a:cubicBezTo>
                <a:cubicBezTo>
                  <a:pt x="12006" y="158"/>
                  <a:pt x="12007" y="170"/>
                  <a:pt x="12007" y="182"/>
                </a:cubicBezTo>
                <a:lnTo>
                  <a:pt x="12007" y="1419"/>
                </a:lnTo>
                <a:cubicBezTo>
                  <a:pt x="12007" y="1431"/>
                  <a:pt x="12006" y="1443"/>
                  <a:pt x="12003" y="1454"/>
                </a:cubicBezTo>
                <a:cubicBezTo>
                  <a:pt x="12001" y="1466"/>
                  <a:pt x="11998" y="1477"/>
                  <a:pt x="11993" y="1488"/>
                </a:cubicBezTo>
                <a:cubicBezTo>
                  <a:pt x="11989" y="1500"/>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600"/>
                  <a:pt x="11837" y="1601"/>
                  <a:pt x="11825" y="1601"/>
                </a:cubicBezTo>
                <a:lnTo>
                  <a:pt x="182" y="1601"/>
                </a:lnTo>
                <a:cubicBezTo>
                  <a:pt x="170" y="1601"/>
                  <a:pt x="159" y="1600"/>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500"/>
                  <a:pt x="14" y="1488"/>
                </a:cubicBezTo>
                <a:cubicBezTo>
                  <a:pt x="10" y="1477"/>
                  <a:pt x="6" y="1466"/>
                  <a:pt x="4" y="1454"/>
                </a:cubicBezTo>
                <a:cubicBezTo>
                  <a:pt x="2" y="1443"/>
                  <a:pt x="0" y="1431"/>
                  <a:pt x="0" y="1419"/>
                </a:cubicBezTo>
                <a:lnTo>
                  <a:pt x="0" y="182"/>
                </a:lnTo>
                <a:cubicBezTo>
                  <a:pt x="0" y="170"/>
                  <a:pt x="2" y="158"/>
                  <a:pt x="4" y="146"/>
                </a:cubicBezTo>
                <a:cubicBezTo>
                  <a:pt x="6" y="134"/>
                  <a:pt x="10" y="123"/>
                  <a:pt x="14" y="112"/>
                </a:cubicBezTo>
                <a:cubicBezTo>
                  <a:pt x="19" y="101"/>
                  <a:pt x="24" y="90"/>
                  <a:pt x="31" y="81"/>
                </a:cubicBezTo>
                <a:cubicBezTo>
                  <a:pt x="38" y="71"/>
                  <a:pt x="45" y="61"/>
                  <a:pt x="54" y="53"/>
                </a:cubicBezTo>
                <a:cubicBezTo>
                  <a:pt x="62" y="45"/>
                  <a:pt x="71" y="37"/>
                  <a:pt x="81" y="30"/>
                </a:cubicBezTo>
                <a:cubicBezTo>
                  <a:pt x="91" y="24"/>
                  <a:pt x="102" y="18"/>
                  <a:pt x="113" y="14"/>
                </a:cubicBezTo>
                <a:cubicBezTo>
                  <a:pt x="124" y="9"/>
                  <a:pt x="135" y="6"/>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53" name=""/>
          <p:cNvSpPr/>
          <p:nvPr/>
        </p:nvSpPr>
        <p:spPr>
          <a:xfrm>
            <a:off x="1148760" y="4522680"/>
            <a:ext cx="340920" cy="340560"/>
          </a:xfrm>
          <a:custGeom>
            <a:avLst/>
            <a:gdLst/>
            <a:ahLst/>
            <a:rect l="0" t="0" r="r" b="b"/>
            <a:pathLst>
              <a:path w="947" h="946">
                <a:moveTo>
                  <a:pt x="947" y="474"/>
                </a:moveTo>
                <a:cubicBezTo>
                  <a:pt x="947" y="505"/>
                  <a:pt x="944" y="536"/>
                  <a:pt x="938" y="566"/>
                </a:cubicBezTo>
                <a:cubicBezTo>
                  <a:pt x="932" y="596"/>
                  <a:pt x="923" y="626"/>
                  <a:pt x="911" y="655"/>
                </a:cubicBezTo>
                <a:cubicBezTo>
                  <a:pt x="899" y="683"/>
                  <a:pt x="884" y="711"/>
                  <a:pt x="867" y="736"/>
                </a:cubicBezTo>
                <a:cubicBezTo>
                  <a:pt x="850" y="762"/>
                  <a:pt x="830" y="786"/>
                  <a:pt x="808" y="808"/>
                </a:cubicBezTo>
                <a:cubicBezTo>
                  <a:pt x="786" y="830"/>
                  <a:pt x="763" y="850"/>
                  <a:pt x="737" y="867"/>
                </a:cubicBezTo>
                <a:cubicBezTo>
                  <a:pt x="711" y="884"/>
                  <a:pt x="684" y="899"/>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9"/>
                  <a:pt x="237" y="884"/>
                  <a:pt x="211" y="867"/>
                </a:cubicBezTo>
                <a:cubicBezTo>
                  <a:pt x="185" y="850"/>
                  <a:pt x="162" y="830"/>
                  <a:pt x="140" y="808"/>
                </a:cubicBezTo>
                <a:cubicBezTo>
                  <a:pt x="118" y="786"/>
                  <a:pt x="97" y="762"/>
                  <a:pt x="80" y="736"/>
                </a:cubicBezTo>
                <a:cubicBezTo>
                  <a:pt x="62" y="711"/>
                  <a:pt x="48" y="683"/>
                  <a:pt x="36" y="655"/>
                </a:cubicBezTo>
                <a:cubicBezTo>
                  <a:pt x="24" y="626"/>
                  <a:pt x="15" y="596"/>
                  <a:pt x="9" y="566"/>
                </a:cubicBezTo>
                <a:cubicBezTo>
                  <a:pt x="3" y="536"/>
                  <a:pt x="0" y="505"/>
                  <a:pt x="0" y="474"/>
                </a:cubicBezTo>
                <a:cubicBezTo>
                  <a:pt x="0" y="443"/>
                  <a:pt x="3" y="412"/>
                  <a:pt x="9" y="381"/>
                </a:cubicBezTo>
                <a:cubicBezTo>
                  <a:pt x="15" y="351"/>
                  <a:pt x="24" y="321"/>
                  <a:pt x="36" y="293"/>
                </a:cubicBezTo>
                <a:cubicBezTo>
                  <a:pt x="48" y="264"/>
                  <a:pt x="62" y="237"/>
                  <a:pt x="80" y="211"/>
                </a:cubicBezTo>
                <a:cubicBezTo>
                  <a:pt x="97" y="184"/>
                  <a:pt x="118" y="160"/>
                  <a:pt x="140" y="138"/>
                </a:cubicBezTo>
                <a:cubicBezTo>
                  <a:pt x="162" y="117"/>
                  <a:pt x="185" y="97"/>
                  <a:pt x="211" y="80"/>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80"/>
                </a:cubicBezTo>
                <a:cubicBezTo>
                  <a:pt x="763" y="97"/>
                  <a:pt x="786" y="117"/>
                  <a:pt x="808" y="138"/>
                </a:cubicBezTo>
                <a:cubicBezTo>
                  <a:pt x="830" y="160"/>
                  <a:pt x="850" y="184"/>
                  <a:pt x="867" y="211"/>
                </a:cubicBezTo>
                <a:cubicBezTo>
                  <a:pt x="884" y="237"/>
                  <a:pt x="899" y="264"/>
                  <a:pt x="911" y="293"/>
                </a:cubicBezTo>
                <a:cubicBezTo>
                  <a:pt x="923" y="321"/>
                  <a:pt x="932" y="351"/>
                  <a:pt x="938" y="381"/>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 name=""/>
          <p:cNvSpPr txBox="1"/>
          <p:nvPr/>
        </p:nvSpPr>
        <p:spPr>
          <a:xfrm>
            <a:off x="1613880" y="393804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⼿作業でファイルに貼り付け</a:t>
            </a:r>
            <a:endParaRPr lang="en-US" sz="880" b="0" u="none" strike="noStrike">
              <a:solidFill>
                <a:srgbClr val="000000"/>
              </a:solidFill>
              <a:effectLst/>
              <a:uFillTx/>
              <a:latin typeface="游明朝体"/>
            </a:endParaRPr>
          </a:p>
        </p:txBody>
      </p:sp>
      <p:sp>
        <p:nvSpPr>
          <p:cNvPr id="355" name=""/>
          <p:cNvSpPr txBox="1"/>
          <p:nvPr/>
        </p:nvSpPr>
        <p:spPr>
          <a:xfrm>
            <a:off x="1253880" y="462024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56" name=""/>
          <p:cNvSpPr txBox="1"/>
          <p:nvPr/>
        </p:nvSpPr>
        <p:spPr>
          <a:xfrm>
            <a:off x="1613880" y="452340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実⾏して動作確認・修正依頼</a:t>
            </a:r>
            <a:endParaRPr lang="en-US" sz="1130" b="0" u="none" strike="noStrike">
              <a:solidFill>
                <a:srgbClr val="000000"/>
              </a:solidFill>
              <a:effectLst/>
              <a:uFillTx/>
              <a:latin typeface="游明朝体"/>
            </a:endParaRPr>
          </a:p>
        </p:txBody>
      </p:sp>
      <p:sp>
        <p:nvSpPr>
          <p:cNvPr id="357" name=""/>
          <p:cNvSpPr/>
          <p:nvPr/>
        </p:nvSpPr>
        <p:spPr>
          <a:xfrm>
            <a:off x="5313600" y="2297160"/>
            <a:ext cx="108720" cy="2396160"/>
          </a:xfrm>
          <a:custGeom>
            <a:avLst/>
            <a:gdLst/>
            <a:ahLst/>
            <a:rect l="0" t="0" r="r" b="b"/>
            <a:pathLst>
              <a:path fill="none" w="302" h="6656">
                <a:moveTo>
                  <a:pt x="0" y="6656"/>
                </a:moveTo>
                <a:cubicBezTo>
                  <a:pt x="402" y="6656"/>
                  <a:pt x="402" y="0"/>
                  <a:pt x="0" y="0"/>
                </a:cubicBezTo>
              </a:path>
            </a:pathLst>
          </a:custGeom>
          <a:ln w="19440">
            <a:solidFill>
              <a:srgbClr val="DC2626"/>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358" name=""/>
          <p:cNvSpPr/>
          <p:nvPr/>
        </p:nvSpPr>
        <p:spPr>
          <a:xfrm>
            <a:off x="5215320" y="2199240"/>
            <a:ext cx="196920" cy="196560"/>
          </a:xfrm>
          <a:custGeom>
            <a:avLst/>
            <a:gdLst/>
            <a:ahLst/>
            <a:rect l="0" t="0" r="r" b="b"/>
            <a:pathLst>
              <a:path w="547" h="546">
                <a:moveTo>
                  <a:pt x="547" y="546"/>
                </a:moveTo>
                <a:lnTo>
                  <a:pt x="0" y="273"/>
                </a:lnTo>
                <a:lnTo>
                  <a:pt x="547" y="0"/>
                </a:lnTo>
                <a:lnTo>
                  <a:pt x="547" y="546"/>
                </a:lnTo>
                <a:close/>
              </a:path>
            </a:pathLst>
          </a:custGeom>
          <a:solidFill>
            <a:srgbClr val="DC262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 name=""/>
          <p:cNvSpPr txBox="1"/>
          <p:nvPr/>
        </p:nvSpPr>
        <p:spPr>
          <a:xfrm>
            <a:off x="1613880" y="4736520"/>
            <a:ext cx="155808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結果を⾒てまたチャットへ戻る</a:t>
            </a:r>
            <a:endParaRPr lang="en-US" sz="880" b="0" u="none" strike="noStrike">
              <a:solidFill>
                <a:srgbClr val="000000"/>
              </a:solidFill>
              <a:effectLst/>
              <a:uFillTx/>
              <a:latin typeface="游明朝体"/>
            </a:endParaRPr>
          </a:p>
        </p:txBody>
      </p:sp>
      <p:sp>
        <p:nvSpPr>
          <p:cNvPr id="360" name=""/>
          <p:cNvSpPr/>
          <p:nvPr/>
        </p:nvSpPr>
        <p:spPr>
          <a:xfrm>
            <a:off x="991440" y="5203440"/>
            <a:ext cx="4322520" cy="523800"/>
          </a:xfrm>
          <a:custGeom>
            <a:avLst/>
            <a:gdLst/>
            <a:ahLst/>
            <a:rect l="0" t="0" r="r" b="b"/>
            <a:pathLst>
              <a:path w="12007" h="1455">
                <a:moveTo>
                  <a:pt x="182" y="0"/>
                </a:moveTo>
                <a:lnTo>
                  <a:pt x="11825" y="0"/>
                </a:lnTo>
                <a:cubicBezTo>
                  <a:pt x="11837" y="0"/>
                  <a:pt x="11849" y="1"/>
                  <a:pt x="11861" y="3"/>
                </a:cubicBezTo>
                <a:cubicBezTo>
                  <a:pt x="11872" y="6"/>
                  <a:pt x="11884" y="9"/>
                  <a:pt x="11895" y="14"/>
                </a:cubicBezTo>
                <a:cubicBezTo>
                  <a:pt x="11906" y="18"/>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274"/>
                </a:lnTo>
                <a:cubicBezTo>
                  <a:pt x="12007" y="1286"/>
                  <a:pt x="12006" y="1297"/>
                  <a:pt x="12003" y="1309"/>
                </a:cubicBezTo>
                <a:cubicBezTo>
                  <a:pt x="12001" y="1321"/>
                  <a:pt x="11998" y="1332"/>
                  <a:pt x="11993" y="1343"/>
                </a:cubicBezTo>
                <a:cubicBezTo>
                  <a:pt x="11989" y="1354"/>
                  <a:pt x="11983" y="1365"/>
                  <a:pt x="11976" y="1375"/>
                </a:cubicBezTo>
                <a:cubicBezTo>
                  <a:pt x="11970" y="1385"/>
                  <a:pt x="11962" y="1394"/>
                  <a:pt x="11954" y="1402"/>
                </a:cubicBezTo>
                <a:cubicBezTo>
                  <a:pt x="11945" y="1411"/>
                  <a:pt x="11936" y="1418"/>
                  <a:pt x="11926" y="1425"/>
                </a:cubicBezTo>
                <a:cubicBezTo>
                  <a:pt x="11916" y="1431"/>
                  <a:pt x="11906" y="1437"/>
                  <a:pt x="11895" y="1442"/>
                </a:cubicBezTo>
                <a:cubicBezTo>
                  <a:pt x="11884" y="1446"/>
                  <a:pt x="11872" y="1450"/>
                  <a:pt x="11861" y="1452"/>
                </a:cubicBezTo>
                <a:cubicBezTo>
                  <a:pt x="11849" y="1454"/>
                  <a:pt x="11837" y="1455"/>
                  <a:pt x="11825" y="1455"/>
                </a:cubicBezTo>
                <a:lnTo>
                  <a:pt x="182" y="1455"/>
                </a:lnTo>
                <a:cubicBezTo>
                  <a:pt x="170" y="1455"/>
                  <a:pt x="159" y="1454"/>
                  <a:pt x="147" y="1452"/>
                </a:cubicBezTo>
                <a:cubicBezTo>
                  <a:pt x="135" y="1450"/>
                  <a:pt x="124" y="1446"/>
                  <a:pt x="113" y="1442"/>
                </a:cubicBezTo>
                <a:cubicBezTo>
                  <a:pt x="102" y="1437"/>
                  <a:pt x="91" y="1431"/>
                  <a:pt x="81" y="1425"/>
                </a:cubicBezTo>
                <a:cubicBezTo>
                  <a:pt x="71" y="1418"/>
                  <a:pt x="62" y="1411"/>
                  <a:pt x="54" y="1402"/>
                </a:cubicBezTo>
                <a:cubicBezTo>
                  <a:pt x="45" y="1394"/>
                  <a:pt x="38" y="1385"/>
                  <a:pt x="31" y="1375"/>
                </a:cubicBezTo>
                <a:cubicBezTo>
                  <a:pt x="24" y="1365"/>
                  <a:pt x="19" y="1354"/>
                  <a:pt x="14" y="1343"/>
                </a:cubicBezTo>
                <a:cubicBezTo>
                  <a:pt x="10" y="1332"/>
                  <a:pt x="6" y="1321"/>
                  <a:pt x="4" y="1309"/>
                </a:cubicBezTo>
                <a:cubicBezTo>
                  <a:pt x="2" y="1297"/>
                  <a:pt x="0" y="1286"/>
                  <a:pt x="0" y="1274"/>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8"/>
                  <a:pt x="113" y="14"/>
                </a:cubicBezTo>
                <a:cubicBezTo>
                  <a:pt x="124" y="9"/>
                  <a:pt x="135" y="6"/>
                  <a:pt x="147" y="3"/>
                </a:cubicBezTo>
                <a:cubicBezTo>
                  <a:pt x="159" y="1"/>
                  <a:pt x="170" y="0"/>
                  <a:pt x="182"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1" name=""/>
          <p:cNvSpPr/>
          <p:nvPr/>
        </p:nvSpPr>
        <p:spPr>
          <a:xfrm>
            <a:off x="984960" y="5196960"/>
            <a:ext cx="4335480" cy="537120"/>
          </a:xfrm>
          <a:custGeom>
            <a:avLst/>
            <a:gdLst/>
            <a:ahLst/>
            <a:rect l="0" t="0" r="r" b="b"/>
            <a:pathLst>
              <a:path w="12043" h="1492">
                <a:moveTo>
                  <a:pt x="419" y="0"/>
                </a:moveTo>
                <a:lnTo>
                  <a:pt x="528" y="0"/>
                </a:lnTo>
                <a:lnTo>
                  <a:pt x="528" y="36"/>
                </a:lnTo>
                <a:lnTo>
                  <a:pt x="419" y="36"/>
                </a:lnTo>
                <a:lnTo>
                  <a:pt x="419" y="0"/>
                </a:lnTo>
                <a:moveTo>
                  <a:pt x="637" y="0"/>
                </a:moveTo>
                <a:lnTo>
                  <a:pt x="746" y="0"/>
                </a:lnTo>
                <a:lnTo>
                  <a:pt x="746" y="36"/>
                </a:lnTo>
                <a:lnTo>
                  <a:pt x="637" y="36"/>
                </a:lnTo>
                <a:lnTo>
                  <a:pt x="637" y="0"/>
                </a:lnTo>
                <a:moveTo>
                  <a:pt x="855" y="0"/>
                </a:moveTo>
                <a:lnTo>
                  <a:pt x="964" y="0"/>
                </a:lnTo>
                <a:lnTo>
                  <a:pt x="964" y="36"/>
                </a:lnTo>
                <a:lnTo>
                  <a:pt x="855" y="36"/>
                </a:lnTo>
                <a:lnTo>
                  <a:pt x="855" y="0"/>
                </a:lnTo>
                <a:moveTo>
                  <a:pt x="1073" y="0"/>
                </a:moveTo>
                <a:lnTo>
                  <a:pt x="1183" y="0"/>
                </a:lnTo>
                <a:lnTo>
                  <a:pt x="1183" y="36"/>
                </a:lnTo>
                <a:lnTo>
                  <a:pt x="1073" y="36"/>
                </a:lnTo>
                <a:lnTo>
                  <a:pt x="1073" y="0"/>
                </a:lnTo>
                <a:moveTo>
                  <a:pt x="1292" y="0"/>
                </a:moveTo>
                <a:lnTo>
                  <a:pt x="1401" y="0"/>
                </a:lnTo>
                <a:lnTo>
                  <a:pt x="1401" y="36"/>
                </a:lnTo>
                <a:lnTo>
                  <a:pt x="1292" y="36"/>
                </a:lnTo>
                <a:lnTo>
                  <a:pt x="1292" y="0"/>
                </a:lnTo>
                <a:moveTo>
                  <a:pt x="1510" y="0"/>
                </a:moveTo>
                <a:lnTo>
                  <a:pt x="1619" y="0"/>
                </a:lnTo>
                <a:lnTo>
                  <a:pt x="1619" y="36"/>
                </a:lnTo>
                <a:lnTo>
                  <a:pt x="1510" y="36"/>
                </a:lnTo>
                <a:lnTo>
                  <a:pt x="1510" y="0"/>
                </a:lnTo>
                <a:moveTo>
                  <a:pt x="1728" y="0"/>
                </a:moveTo>
                <a:lnTo>
                  <a:pt x="1837" y="0"/>
                </a:lnTo>
                <a:lnTo>
                  <a:pt x="1837" y="36"/>
                </a:lnTo>
                <a:lnTo>
                  <a:pt x="1728" y="36"/>
                </a:lnTo>
                <a:lnTo>
                  <a:pt x="1728" y="0"/>
                </a:lnTo>
                <a:moveTo>
                  <a:pt x="1947" y="0"/>
                </a:moveTo>
                <a:lnTo>
                  <a:pt x="2056" y="0"/>
                </a:lnTo>
                <a:lnTo>
                  <a:pt x="2056" y="36"/>
                </a:lnTo>
                <a:lnTo>
                  <a:pt x="1947" y="36"/>
                </a:lnTo>
                <a:lnTo>
                  <a:pt x="1947" y="0"/>
                </a:lnTo>
                <a:moveTo>
                  <a:pt x="2165" y="0"/>
                </a:moveTo>
                <a:lnTo>
                  <a:pt x="2274" y="0"/>
                </a:lnTo>
                <a:lnTo>
                  <a:pt x="2274" y="36"/>
                </a:lnTo>
                <a:lnTo>
                  <a:pt x="2165" y="36"/>
                </a:lnTo>
                <a:lnTo>
                  <a:pt x="2165" y="0"/>
                </a:lnTo>
                <a:moveTo>
                  <a:pt x="2383" y="0"/>
                </a:moveTo>
                <a:lnTo>
                  <a:pt x="2492" y="0"/>
                </a:lnTo>
                <a:lnTo>
                  <a:pt x="2492" y="36"/>
                </a:lnTo>
                <a:lnTo>
                  <a:pt x="2383" y="36"/>
                </a:lnTo>
                <a:lnTo>
                  <a:pt x="2383" y="0"/>
                </a:lnTo>
                <a:moveTo>
                  <a:pt x="2601" y="0"/>
                </a:moveTo>
                <a:lnTo>
                  <a:pt x="2711" y="0"/>
                </a:lnTo>
                <a:lnTo>
                  <a:pt x="2711" y="36"/>
                </a:lnTo>
                <a:lnTo>
                  <a:pt x="2601" y="36"/>
                </a:lnTo>
                <a:lnTo>
                  <a:pt x="2601" y="0"/>
                </a:lnTo>
                <a:moveTo>
                  <a:pt x="2820" y="0"/>
                </a:moveTo>
                <a:lnTo>
                  <a:pt x="2929" y="0"/>
                </a:lnTo>
                <a:lnTo>
                  <a:pt x="2929" y="36"/>
                </a:lnTo>
                <a:lnTo>
                  <a:pt x="2820" y="36"/>
                </a:lnTo>
                <a:lnTo>
                  <a:pt x="2820" y="0"/>
                </a:lnTo>
                <a:moveTo>
                  <a:pt x="3038" y="0"/>
                </a:moveTo>
                <a:lnTo>
                  <a:pt x="3147" y="0"/>
                </a:lnTo>
                <a:lnTo>
                  <a:pt x="3147" y="36"/>
                </a:lnTo>
                <a:lnTo>
                  <a:pt x="3038" y="36"/>
                </a:lnTo>
                <a:lnTo>
                  <a:pt x="3038" y="0"/>
                </a:lnTo>
                <a:moveTo>
                  <a:pt x="3256" y="0"/>
                </a:moveTo>
                <a:lnTo>
                  <a:pt x="3366" y="0"/>
                </a:lnTo>
                <a:lnTo>
                  <a:pt x="3366" y="36"/>
                </a:lnTo>
                <a:lnTo>
                  <a:pt x="3256" y="36"/>
                </a:lnTo>
                <a:lnTo>
                  <a:pt x="3256" y="0"/>
                </a:lnTo>
                <a:moveTo>
                  <a:pt x="3476" y="0"/>
                </a:moveTo>
                <a:lnTo>
                  <a:pt x="3585" y="0"/>
                </a:lnTo>
                <a:lnTo>
                  <a:pt x="3585" y="36"/>
                </a:lnTo>
                <a:lnTo>
                  <a:pt x="3476" y="36"/>
                </a:lnTo>
                <a:lnTo>
                  <a:pt x="3476" y="0"/>
                </a:lnTo>
                <a:moveTo>
                  <a:pt x="3694" y="0"/>
                </a:moveTo>
                <a:lnTo>
                  <a:pt x="3803" y="0"/>
                </a:lnTo>
                <a:lnTo>
                  <a:pt x="3803" y="36"/>
                </a:lnTo>
                <a:lnTo>
                  <a:pt x="3694" y="36"/>
                </a:lnTo>
                <a:lnTo>
                  <a:pt x="3694" y="0"/>
                </a:lnTo>
                <a:moveTo>
                  <a:pt x="3912" y="0"/>
                </a:moveTo>
                <a:lnTo>
                  <a:pt x="4021" y="0"/>
                </a:lnTo>
                <a:lnTo>
                  <a:pt x="4021" y="36"/>
                </a:lnTo>
                <a:lnTo>
                  <a:pt x="3912" y="36"/>
                </a:lnTo>
                <a:lnTo>
                  <a:pt x="3912" y="0"/>
                </a:lnTo>
                <a:moveTo>
                  <a:pt x="4130" y="0"/>
                </a:moveTo>
                <a:lnTo>
                  <a:pt x="4240" y="0"/>
                </a:lnTo>
                <a:lnTo>
                  <a:pt x="4240" y="36"/>
                </a:lnTo>
                <a:lnTo>
                  <a:pt x="4130" y="36"/>
                </a:lnTo>
                <a:lnTo>
                  <a:pt x="4130" y="0"/>
                </a:lnTo>
                <a:moveTo>
                  <a:pt x="4349" y="0"/>
                </a:moveTo>
                <a:lnTo>
                  <a:pt x="4458" y="0"/>
                </a:lnTo>
                <a:lnTo>
                  <a:pt x="4458" y="36"/>
                </a:lnTo>
                <a:lnTo>
                  <a:pt x="4349" y="36"/>
                </a:lnTo>
                <a:lnTo>
                  <a:pt x="4349" y="0"/>
                </a:lnTo>
                <a:moveTo>
                  <a:pt x="4567" y="0"/>
                </a:moveTo>
                <a:lnTo>
                  <a:pt x="4676" y="0"/>
                </a:lnTo>
                <a:lnTo>
                  <a:pt x="4676" y="36"/>
                </a:lnTo>
                <a:lnTo>
                  <a:pt x="4567" y="36"/>
                </a:lnTo>
                <a:lnTo>
                  <a:pt x="4567" y="0"/>
                </a:lnTo>
                <a:moveTo>
                  <a:pt x="4785" y="0"/>
                </a:moveTo>
                <a:lnTo>
                  <a:pt x="4894" y="0"/>
                </a:lnTo>
                <a:lnTo>
                  <a:pt x="4894" y="36"/>
                </a:lnTo>
                <a:lnTo>
                  <a:pt x="4785" y="36"/>
                </a:lnTo>
                <a:lnTo>
                  <a:pt x="4785" y="0"/>
                </a:lnTo>
                <a:moveTo>
                  <a:pt x="5004" y="0"/>
                </a:moveTo>
                <a:lnTo>
                  <a:pt x="5113" y="0"/>
                </a:lnTo>
                <a:lnTo>
                  <a:pt x="5113" y="36"/>
                </a:lnTo>
                <a:lnTo>
                  <a:pt x="5004" y="36"/>
                </a:lnTo>
                <a:lnTo>
                  <a:pt x="5004" y="0"/>
                </a:lnTo>
                <a:moveTo>
                  <a:pt x="5222" y="0"/>
                </a:moveTo>
                <a:lnTo>
                  <a:pt x="5331" y="0"/>
                </a:lnTo>
                <a:lnTo>
                  <a:pt x="5331" y="36"/>
                </a:lnTo>
                <a:lnTo>
                  <a:pt x="5222" y="36"/>
                </a:lnTo>
                <a:lnTo>
                  <a:pt x="5222" y="0"/>
                </a:lnTo>
                <a:moveTo>
                  <a:pt x="5440" y="0"/>
                </a:moveTo>
                <a:lnTo>
                  <a:pt x="5549" y="0"/>
                </a:lnTo>
                <a:lnTo>
                  <a:pt x="5549" y="36"/>
                </a:lnTo>
                <a:lnTo>
                  <a:pt x="5440" y="36"/>
                </a:lnTo>
                <a:lnTo>
                  <a:pt x="5440" y="0"/>
                </a:lnTo>
                <a:moveTo>
                  <a:pt x="5658" y="0"/>
                </a:moveTo>
                <a:lnTo>
                  <a:pt x="5768" y="0"/>
                </a:lnTo>
                <a:lnTo>
                  <a:pt x="5768" y="36"/>
                </a:lnTo>
                <a:lnTo>
                  <a:pt x="5658" y="36"/>
                </a:lnTo>
                <a:lnTo>
                  <a:pt x="5658" y="0"/>
                </a:lnTo>
                <a:moveTo>
                  <a:pt x="5877" y="0"/>
                </a:moveTo>
                <a:lnTo>
                  <a:pt x="5986" y="0"/>
                </a:lnTo>
                <a:lnTo>
                  <a:pt x="5986" y="36"/>
                </a:lnTo>
                <a:lnTo>
                  <a:pt x="5877" y="36"/>
                </a:lnTo>
                <a:lnTo>
                  <a:pt x="5877" y="0"/>
                </a:lnTo>
                <a:moveTo>
                  <a:pt x="6095" y="0"/>
                </a:moveTo>
                <a:lnTo>
                  <a:pt x="6204" y="0"/>
                </a:lnTo>
                <a:lnTo>
                  <a:pt x="6204" y="36"/>
                </a:lnTo>
                <a:lnTo>
                  <a:pt x="6095" y="36"/>
                </a:lnTo>
                <a:lnTo>
                  <a:pt x="6095" y="0"/>
                </a:lnTo>
                <a:moveTo>
                  <a:pt x="6313" y="0"/>
                </a:moveTo>
                <a:lnTo>
                  <a:pt x="6422" y="0"/>
                </a:lnTo>
                <a:lnTo>
                  <a:pt x="6422" y="36"/>
                </a:lnTo>
                <a:lnTo>
                  <a:pt x="6313" y="36"/>
                </a:lnTo>
                <a:lnTo>
                  <a:pt x="6313" y="0"/>
                </a:lnTo>
                <a:moveTo>
                  <a:pt x="6532" y="0"/>
                </a:moveTo>
                <a:lnTo>
                  <a:pt x="6641" y="0"/>
                </a:lnTo>
                <a:lnTo>
                  <a:pt x="6641" y="36"/>
                </a:lnTo>
                <a:lnTo>
                  <a:pt x="6532" y="36"/>
                </a:lnTo>
                <a:lnTo>
                  <a:pt x="6532" y="0"/>
                </a:lnTo>
                <a:moveTo>
                  <a:pt x="6750" y="0"/>
                </a:moveTo>
                <a:lnTo>
                  <a:pt x="6859" y="0"/>
                </a:lnTo>
                <a:lnTo>
                  <a:pt x="6859" y="36"/>
                </a:lnTo>
                <a:lnTo>
                  <a:pt x="6750" y="36"/>
                </a:lnTo>
                <a:lnTo>
                  <a:pt x="6750" y="0"/>
                </a:lnTo>
                <a:moveTo>
                  <a:pt x="6968" y="0"/>
                </a:moveTo>
                <a:lnTo>
                  <a:pt x="7077" y="0"/>
                </a:lnTo>
                <a:lnTo>
                  <a:pt x="7077" y="36"/>
                </a:lnTo>
                <a:lnTo>
                  <a:pt x="6968" y="36"/>
                </a:lnTo>
                <a:lnTo>
                  <a:pt x="6968" y="0"/>
                </a:lnTo>
                <a:moveTo>
                  <a:pt x="7186" y="0"/>
                </a:moveTo>
                <a:lnTo>
                  <a:pt x="7296" y="0"/>
                </a:lnTo>
                <a:lnTo>
                  <a:pt x="7296" y="36"/>
                </a:lnTo>
                <a:lnTo>
                  <a:pt x="7186" y="36"/>
                </a:lnTo>
                <a:lnTo>
                  <a:pt x="7186" y="0"/>
                </a:lnTo>
                <a:moveTo>
                  <a:pt x="7405" y="0"/>
                </a:moveTo>
                <a:lnTo>
                  <a:pt x="7514" y="0"/>
                </a:lnTo>
                <a:lnTo>
                  <a:pt x="7514" y="36"/>
                </a:lnTo>
                <a:lnTo>
                  <a:pt x="7405" y="36"/>
                </a:lnTo>
                <a:lnTo>
                  <a:pt x="7405" y="0"/>
                </a:lnTo>
                <a:moveTo>
                  <a:pt x="7623" y="0"/>
                </a:moveTo>
                <a:lnTo>
                  <a:pt x="7732" y="0"/>
                </a:lnTo>
                <a:lnTo>
                  <a:pt x="7732" y="36"/>
                </a:lnTo>
                <a:lnTo>
                  <a:pt x="7623" y="36"/>
                </a:lnTo>
                <a:lnTo>
                  <a:pt x="7623" y="0"/>
                </a:lnTo>
                <a:moveTo>
                  <a:pt x="7841" y="0"/>
                </a:moveTo>
                <a:lnTo>
                  <a:pt x="7950" y="0"/>
                </a:lnTo>
                <a:lnTo>
                  <a:pt x="7950" y="36"/>
                </a:lnTo>
                <a:lnTo>
                  <a:pt x="7841" y="36"/>
                </a:lnTo>
                <a:lnTo>
                  <a:pt x="7841" y="0"/>
                </a:lnTo>
                <a:moveTo>
                  <a:pt x="8059" y="0"/>
                </a:moveTo>
                <a:lnTo>
                  <a:pt x="8169" y="0"/>
                </a:lnTo>
                <a:lnTo>
                  <a:pt x="8169" y="36"/>
                </a:lnTo>
                <a:lnTo>
                  <a:pt x="8059" y="36"/>
                </a:lnTo>
                <a:lnTo>
                  <a:pt x="8059" y="0"/>
                </a:lnTo>
                <a:moveTo>
                  <a:pt x="8278" y="0"/>
                </a:moveTo>
                <a:lnTo>
                  <a:pt x="8387" y="0"/>
                </a:lnTo>
                <a:lnTo>
                  <a:pt x="8387" y="36"/>
                </a:lnTo>
                <a:lnTo>
                  <a:pt x="8278" y="36"/>
                </a:lnTo>
                <a:lnTo>
                  <a:pt x="8278" y="0"/>
                </a:lnTo>
                <a:moveTo>
                  <a:pt x="8496" y="0"/>
                </a:moveTo>
                <a:lnTo>
                  <a:pt x="8605" y="0"/>
                </a:lnTo>
                <a:lnTo>
                  <a:pt x="8605" y="36"/>
                </a:lnTo>
                <a:lnTo>
                  <a:pt x="8496" y="36"/>
                </a:lnTo>
                <a:lnTo>
                  <a:pt x="8496" y="0"/>
                </a:lnTo>
                <a:moveTo>
                  <a:pt x="8714" y="0"/>
                </a:moveTo>
                <a:lnTo>
                  <a:pt x="8823" y="0"/>
                </a:lnTo>
                <a:lnTo>
                  <a:pt x="8823" y="36"/>
                </a:lnTo>
                <a:lnTo>
                  <a:pt x="8714" y="36"/>
                </a:lnTo>
                <a:lnTo>
                  <a:pt x="8714" y="0"/>
                </a:lnTo>
                <a:moveTo>
                  <a:pt x="8933" y="0"/>
                </a:moveTo>
                <a:lnTo>
                  <a:pt x="9042" y="0"/>
                </a:lnTo>
                <a:lnTo>
                  <a:pt x="9042" y="36"/>
                </a:lnTo>
                <a:lnTo>
                  <a:pt x="8933" y="36"/>
                </a:lnTo>
                <a:lnTo>
                  <a:pt x="8933" y="0"/>
                </a:lnTo>
                <a:moveTo>
                  <a:pt x="9151" y="0"/>
                </a:moveTo>
                <a:lnTo>
                  <a:pt x="9260" y="0"/>
                </a:lnTo>
                <a:lnTo>
                  <a:pt x="9260" y="36"/>
                </a:lnTo>
                <a:lnTo>
                  <a:pt x="9151" y="36"/>
                </a:lnTo>
                <a:lnTo>
                  <a:pt x="9151" y="0"/>
                </a:lnTo>
                <a:moveTo>
                  <a:pt x="9369" y="0"/>
                </a:moveTo>
                <a:lnTo>
                  <a:pt x="9478" y="0"/>
                </a:lnTo>
                <a:lnTo>
                  <a:pt x="9478" y="36"/>
                </a:lnTo>
                <a:lnTo>
                  <a:pt x="9369" y="36"/>
                </a:lnTo>
                <a:lnTo>
                  <a:pt x="9369" y="0"/>
                </a:lnTo>
                <a:moveTo>
                  <a:pt x="9587" y="0"/>
                </a:moveTo>
                <a:lnTo>
                  <a:pt x="9697" y="0"/>
                </a:lnTo>
                <a:lnTo>
                  <a:pt x="9697" y="36"/>
                </a:lnTo>
                <a:lnTo>
                  <a:pt x="9587" y="36"/>
                </a:lnTo>
                <a:lnTo>
                  <a:pt x="9587" y="0"/>
                </a:lnTo>
                <a:moveTo>
                  <a:pt x="9806" y="0"/>
                </a:moveTo>
                <a:lnTo>
                  <a:pt x="9915" y="0"/>
                </a:lnTo>
                <a:lnTo>
                  <a:pt x="9915" y="36"/>
                </a:lnTo>
                <a:lnTo>
                  <a:pt x="9806" y="36"/>
                </a:lnTo>
                <a:lnTo>
                  <a:pt x="9806" y="0"/>
                </a:lnTo>
                <a:moveTo>
                  <a:pt x="10024" y="0"/>
                </a:moveTo>
                <a:lnTo>
                  <a:pt x="10133" y="0"/>
                </a:lnTo>
                <a:lnTo>
                  <a:pt x="10133" y="36"/>
                </a:lnTo>
                <a:lnTo>
                  <a:pt x="10024" y="36"/>
                </a:lnTo>
                <a:lnTo>
                  <a:pt x="10024" y="0"/>
                </a:lnTo>
                <a:moveTo>
                  <a:pt x="10242" y="0"/>
                </a:moveTo>
                <a:lnTo>
                  <a:pt x="10351" y="0"/>
                </a:lnTo>
                <a:lnTo>
                  <a:pt x="10351" y="36"/>
                </a:lnTo>
                <a:lnTo>
                  <a:pt x="10242" y="36"/>
                </a:lnTo>
                <a:lnTo>
                  <a:pt x="10242" y="0"/>
                </a:lnTo>
                <a:moveTo>
                  <a:pt x="10461" y="0"/>
                </a:moveTo>
                <a:lnTo>
                  <a:pt x="10570" y="0"/>
                </a:lnTo>
                <a:lnTo>
                  <a:pt x="10570" y="36"/>
                </a:lnTo>
                <a:lnTo>
                  <a:pt x="10461" y="36"/>
                </a:lnTo>
                <a:lnTo>
                  <a:pt x="10461" y="0"/>
                </a:lnTo>
                <a:moveTo>
                  <a:pt x="10679" y="0"/>
                </a:moveTo>
                <a:lnTo>
                  <a:pt x="10788" y="0"/>
                </a:lnTo>
                <a:lnTo>
                  <a:pt x="10788" y="36"/>
                </a:lnTo>
                <a:lnTo>
                  <a:pt x="10679" y="36"/>
                </a:lnTo>
                <a:lnTo>
                  <a:pt x="10679" y="0"/>
                </a:lnTo>
                <a:moveTo>
                  <a:pt x="10897" y="0"/>
                </a:moveTo>
                <a:lnTo>
                  <a:pt x="11006" y="0"/>
                </a:lnTo>
                <a:lnTo>
                  <a:pt x="11006" y="36"/>
                </a:lnTo>
                <a:lnTo>
                  <a:pt x="10897" y="36"/>
                </a:lnTo>
                <a:lnTo>
                  <a:pt x="10897" y="0"/>
                </a:lnTo>
                <a:moveTo>
                  <a:pt x="11115" y="0"/>
                </a:moveTo>
                <a:lnTo>
                  <a:pt x="11225" y="0"/>
                </a:lnTo>
                <a:lnTo>
                  <a:pt x="11225" y="36"/>
                </a:lnTo>
                <a:lnTo>
                  <a:pt x="11115" y="36"/>
                </a:lnTo>
                <a:lnTo>
                  <a:pt x="11115" y="0"/>
                </a:lnTo>
                <a:moveTo>
                  <a:pt x="11334" y="0"/>
                </a:moveTo>
                <a:lnTo>
                  <a:pt x="11443" y="0"/>
                </a:lnTo>
                <a:lnTo>
                  <a:pt x="11443" y="36"/>
                </a:lnTo>
                <a:lnTo>
                  <a:pt x="11334" y="36"/>
                </a:lnTo>
                <a:lnTo>
                  <a:pt x="11334" y="0"/>
                </a:lnTo>
                <a:moveTo>
                  <a:pt x="11552" y="0"/>
                </a:moveTo>
                <a:lnTo>
                  <a:pt x="11661" y="0"/>
                </a:lnTo>
                <a:lnTo>
                  <a:pt x="11661" y="36"/>
                </a:lnTo>
                <a:lnTo>
                  <a:pt x="11552" y="36"/>
                </a:lnTo>
                <a:lnTo>
                  <a:pt x="11552" y="0"/>
                </a:lnTo>
                <a:moveTo>
                  <a:pt x="11770" y="0"/>
                </a:moveTo>
                <a:lnTo>
                  <a:pt x="11843" y="0"/>
                </a:lnTo>
                <a:cubicBezTo>
                  <a:pt x="11856" y="0"/>
                  <a:pt x="11869" y="1"/>
                  <a:pt x="11882" y="4"/>
                </a:cubicBezTo>
                <a:lnTo>
                  <a:pt x="11875" y="39"/>
                </a:lnTo>
                <a:cubicBezTo>
                  <a:pt x="11864" y="37"/>
                  <a:pt x="11854" y="36"/>
                  <a:pt x="11843" y="36"/>
                </a:cubicBezTo>
                <a:lnTo>
                  <a:pt x="11770" y="36"/>
                </a:lnTo>
                <a:lnTo>
                  <a:pt x="11770" y="0"/>
                </a:lnTo>
                <a:moveTo>
                  <a:pt x="11987" y="61"/>
                </a:moveTo>
                <a:cubicBezTo>
                  <a:pt x="12016" y="91"/>
                  <a:pt x="12034" y="127"/>
                  <a:pt x="12041" y="169"/>
                </a:cubicBezTo>
                <a:lnTo>
                  <a:pt x="12005" y="174"/>
                </a:lnTo>
                <a:cubicBezTo>
                  <a:pt x="11999" y="140"/>
                  <a:pt x="11985" y="111"/>
                  <a:pt x="11961" y="86"/>
                </a:cubicBezTo>
                <a:lnTo>
                  <a:pt x="11987" y="61"/>
                </a:lnTo>
                <a:moveTo>
                  <a:pt x="12043" y="280"/>
                </a:moveTo>
                <a:lnTo>
                  <a:pt x="12043" y="389"/>
                </a:lnTo>
                <a:lnTo>
                  <a:pt x="12007" y="389"/>
                </a:lnTo>
                <a:lnTo>
                  <a:pt x="12007" y="280"/>
                </a:lnTo>
                <a:lnTo>
                  <a:pt x="12043" y="280"/>
                </a:lnTo>
                <a:moveTo>
                  <a:pt x="12043" y="498"/>
                </a:moveTo>
                <a:lnTo>
                  <a:pt x="12043" y="607"/>
                </a:lnTo>
                <a:lnTo>
                  <a:pt x="12007" y="607"/>
                </a:lnTo>
                <a:lnTo>
                  <a:pt x="12007" y="498"/>
                </a:lnTo>
                <a:lnTo>
                  <a:pt x="12043" y="498"/>
                </a:lnTo>
                <a:moveTo>
                  <a:pt x="12043" y="716"/>
                </a:moveTo>
                <a:lnTo>
                  <a:pt x="12043" y="825"/>
                </a:lnTo>
                <a:lnTo>
                  <a:pt x="12007" y="825"/>
                </a:lnTo>
                <a:lnTo>
                  <a:pt x="12007" y="716"/>
                </a:lnTo>
                <a:lnTo>
                  <a:pt x="12043" y="716"/>
                </a:lnTo>
                <a:moveTo>
                  <a:pt x="12043" y="934"/>
                </a:moveTo>
                <a:lnTo>
                  <a:pt x="12043" y="1043"/>
                </a:lnTo>
                <a:lnTo>
                  <a:pt x="12007" y="1043"/>
                </a:lnTo>
                <a:lnTo>
                  <a:pt x="12007" y="934"/>
                </a:lnTo>
                <a:lnTo>
                  <a:pt x="12043" y="934"/>
                </a:lnTo>
                <a:moveTo>
                  <a:pt x="12043" y="1152"/>
                </a:moveTo>
                <a:lnTo>
                  <a:pt x="12043" y="1262"/>
                </a:lnTo>
                <a:lnTo>
                  <a:pt x="12007" y="1262"/>
                </a:lnTo>
                <a:lnTo>
                  <a:pt x="12007" y="1152"/>
                </a:lnTo>
                <a:lnTo>
                  <a:pt x="12043" y="1152"/>
                </a:lnTo>
                <a:moveTo>
                  <a:pt x="12024" y="1377"/>
                </a:moveTo>
                <a:cubicBezTo>
                  <a:pt x="12006" y="1415"/>
                  <a:pt x="11979" y="1444"/>
                  <a:pt x="11943" y="1465"/>
                </a:cubicBezTo>
                <a:lnTo>
                  <a:pt x="11925" y="1433"/>
                </a:lnTo>
                <a:cubicBezTo>
                  <a:pt x="11954" y="1416"/>
                  <a:pt x="11977" y="1392"/>
                  <a:pt x="11991" y="1361"/>
                </a:cubicBezTo>
                <a:lnTo>
                  <a:pt x="12024" y="1377"/>
                </a:lnTo>
                <a:moveTo>
                  <a:pt x="11829" y="1492"/>
                </a:moveTo>
                <a:lnTo>
                  <a:pt x="11720" y="1492"/>
                </a:lnTo>
                <a:lnTo>
                  <a:pt x="11720" y="1455"/>
                </a:lnTo>
                <a:lnTo>
                  <a:pt x="11829" y="1455"/>
                </a:lnTo>
                <a:lnTo>
                  <a:pt x="11829" y="1492"/>
                </a:lnTo>
                <a:moveTo>
                  <a:pt x="11610" y="1492"/>
                </a:moveTo>
                <a:lnTo>
                  <a:pt x="11501" y="1492"/>
                </a:lnTo>
                <a:lnTo>
                  <a:pt x="11501" y="1455"/>
                </a:lnTo>
                <a:lnTo>
                  <a:pt x="11610" y="1455"/>
                </a:lnTo>
                <a:lnTo>
                  <a:pt x="11610" y="1492"/>
                </a:lnTo>
                <a:moveTo>
                  <a:pt x="11392" y="1492"/>
                </a:moveTo>
                <a:lnTo>
                  <a:pt x="11283" y="1492"/>
                </a:lnTo>
                <a:lnTo>
                  <a:pt x="11283" y="1455"/>
                </a:lnTo>
                <a:lnTo>
                  <a:pt x="11392" y="1455"/>
                </a:lnTo>
                <a:lnTo>
                  <a:pt x="11392" y="1492"/>
                </a:lnTo>
                <a:moveTo>
                  <a:pt x="11174" y="1492"/>
                </a:moveTo>
                <a:lnTo>
                  <a:pt x="11065" y="1492"/>
                </a:lnTo>
                <a:lnTo>
                  <a:pt x="11065" y="1455"/>
                </a:lnTo>
                <a:lnTo>
                  <a:pt x="11174" y="1455"/>
                </a:lnTo>
                <a:lnTo>
                  <a:pt x="11174" y="1492"/>
                </a:lnTo>
                <a:moveTo>
                  <a:pt x="10956" y="1492"/>
                </a:moveTo>
                <a:lnTo>
                  <a:pt x="10846" y="1492"/>
                </a:lnTo>
                <a:lnTo>
                  <a:pt x="10846" y="1455"/>
                </a:lnTo>
                <a:lnTo>
                  <a:pt x="10956" y="1455"/>
                </a:lnTo>
                <a:lnTo>
                  <a:pt x="10956" y="1492"/>
                </a:lnTo>
                <a:moveTo>
                  <a:pt x="10737" y="1492"/>
                </a:moveTo>
                <a:lnTo>
                  <a:pt x="10628" y="1492"/>
                </a:lnTo>
                <a:lnTo>
                  <a:pt x="10628" y="1455"/>
                </a:lnTo>
                <a:lnTo>
                  <a:pt x="10737" y="1455"/>
                </a:lnTo>
                <a:lnTo>
                  <a:pt x="10737" y="1492"/>
                </a:lnTo>
                <a:moveTo>
                  <a:pt x="10519" y="1492"/>
                </a:moveTo>
                <a:lnTo>
                  <a:pt x="10410" y="1492"/>
                </a:lnTo>
                <a:lnTo>
                  <a:pt x="10410" y="1455"/>
                </a:lnTo>
                <a:lnTo>
                  <a:pt x="10519" y="1455"/>
                </a:lnTo>
                <a:lnTo>
                  <a:pt x="10519" y="1492"/>
                </a:lnTo>
                <a:moveTo>
                  <a:pt x="10301" y="1492"/>
                </a:moveTo>
                <a:lnTo>
                  <a:pt x="10192" y="1492"/>
                </a:lnTo>
                <a:lnTo>
                  <a:pt x="10192" y="1455"/>
                </a:lnTo>
                <a:lnTo>
                  <a:pt x="10301" y="1455"/>
                </a:lnTo>
                <a:lnTo>
                  <a:pt x="10301" y="1492"/>
                </a:lnTo>
                <a:moveTo>
                  <a:pt x="10082" y="1492"/>
                </a:moveTo>
                <a:lnTo>
                  <a:pt x="9973" y="1492"/>
                </a:lnTo>
                <a:lnTo>
                  <a:pt x="9973" y="1455"/>
                </a:lnTo>
                <a:lnTo>
                  <a:pt x="10082" y="1455"/>
                </a:lnTo>
                <a:lnTo>
                  <a:pt x="10082" y="1492"/>
                </a:lnTo>
                <a:moveTo>
                  <a:pt x="9864" y="1492"/>
                </a:moveTo>
                <a:lnTo>
                  <a:pt x="9755" y="1492"/>
                </a:lnTo>
                <a:lnTo>
                  <a:pt x="9755" y="1455"/>
                </a:lnTo>
                <a:lnTo>
                  <a:pt x="9864" y="1455"/>
                </a:lnTo>
                <a:lnTo>
                  <a:pt x="9864" y="1492"/>
                </a:lnTo>
                <a:moveTo>
                  <a:pt x="9646" y="1492"/>
                </a:moveTo>
                <a:lnTo>
                  <a:pt x="9537" y="1492"/>
                </a:lnTo>
                <a:lnTo>
                  <a:pt x="9537" y="1455"/>
                </a:lnTo>
                <a:lnTo>
                  <a:pt x="9646" y="1455"/>
                </a:lnTo>
                <a:lnTo>
                  <a:pt x="9646" y="1492"/>
                </a:lnTo>
                <a:moveTo>
                  <a:pt x="9428" y="1492"/>
                </a:moveTo>
                <a:lnTo>
                  <a:pt x="9318" y="1492"/>
                </a:lnTo>
                <a:lnTo>
                  <a:pt x="9318" y="1455"/>
                </a:lnTo>
                <a:lnTo>
                  <a:pt x="9428" y="1455"/>
                </a:lnTo>
                <a:lnTo>
                  <a:pt x="9428" y="1492"/>
                </a:lnTo>
                <a:moveTo>
                  <a:pt x="9209" y="1492"/>
                </a:moveTo>
                <a:lnTo>
                  <a:pt x="9100" y="1492"/>
                </a:lnTo>
                <a:lnTo>
                  <a:pt x="9100" y="1455"/>
                </a:lnTo>
                <a:lnTo>
                  <a:pt x="9209" y="1455"/>
                </a:lnTo>
                <a:lnTo>
                  <a:pt x="9209" y="1492"/>
                </a:lnTo>
                <a:moveTo>
                  <a:pt x="8991" y="1492"/>
                </a:moveTo>
                <a:lnTo>
                  <a:pt x="8882" y="1492"/>
                </a:lnTo>
                <a:lnTo>
                  <a:pt x="8882" y="1455"/>
                </a:lnTo>
                <a:lnTo>
                  <a:pt x="8991" y="1455"/>
                </a:lnTo>
                <a:lnTo>
                  <a:pt x="8991" y="1492"/>
                </a:lnTo>
                <a:moveTo>
                  <a:pt x="8773" y="1492"/>
                </a:moveTo>
                <a:lnTo>
                  <a:pt x="8664" y="1492"/>
                </a:lnTo>
                <a:lnTo>
                  <a:pt x="8664" y="1455"/>
                </a:lnTo>
                <a:lnTo>
                  <a:pt x="8773" y="1455"/>
                </a:lnTo>
                <a:lnTo>
                  <a:pt x="8773" y="1492"/>
                </a:lnTo>
                <a:moveTo>
                  <a:pt x="8555" y="1492"/>
                </a:moveTo>
                <a:lnTo>
                  <a:pt x="8445" y="1492"/>
                </a:lnTo>
                <a:lnTo>
                  <a:pt x="8445" y="1455"/>
                </a:lnTo>
                <a:lnTo>
                  <a:pt x="8555" y="1455"/>
                </a:lnTo>
                <a:lnTo>
                  <a:pt x="8555" y="1492"/>
                </a:lnTo>
                <a:moveTo>
                  <a:pt x="8336" y="1492"/>
                </a:moveTo>
                <a:lnTo>
                  <a:pt x="8227" y="1492"/>
                </a:lnTo>
                <a:lnTo>
                  <a:pt x="8227" y="1455"/>
                </a:lnTo>
                <a:lnTo>
                  <a:pt x="8336" y="1455"/>
                </a:lnTo>
                <a:lnTo>
                  <a:pt x="8336" y="1492"/>
                </a:lnTo>
                <a:moveTo>
                  <a:pt x="8118" y="1492"/>
                </a:moveTo>
                <a:lnTo>
                  <a:pt x="8009" y="1492"/>
                </a:lnTo>
                <a:lnTo>
                  <a:pt x="8009" y="1455"/>
                </a:lnTo>
                <a:lnTo>
                  <a:pt x="8118" y="1455"/>
                </a:lnTo>
                <a:lnTo>
                  <a:pt x="8118" y="1492"/>
                </a:lnTo>
                <a:moveTo>
                  <a:pt x="7900" y="1492"/>
                </a:moveTo>
                <a:lnTo>
                  <a:pt x="7791" y="1492"/>
                </a:lnTo>
                <a:lnTo>
                  <a:pt x="7791" y="1455"/>
                </a:lnTo>
                <a:lnTo>
                  <a:pt x="7900" y="1455"/>
                </a:lnTo>
                <a:lnTo>
                  <a:pt x="7900" y="1492"/>
                </a:lnTo>
                <a:moveTo>
                  <a:pt x="7681" y="1492"/>
                </a:moveTo>
                <a:lnTo>
                  <a:pt x="7572" y="1492"/>
                </a:lnTo>
                <a:lnTo>
                  <a:pt x="7572" y="1455"/>
                </a:lnTo>
                <a:lnTo>
                  <a:pt x="7681" y="1455"/>
                </a:lnTo>
                <a:lnTo>
                  <a:pt x="7681" y="1492"/>
                </a:lnTo>
                <a:moveTo>
                  <a:pt x="7463" y="1492"/>
                </a:moveTo>
                <a:lnTo>
                  <a:pt x="7354" y="1492"/>
                </a:lnTo>
                <a:lnTo>
                  <a:pt x="7354" y="1455"/>
                </a:lnTo>
                <a:lnTo>
                  <a:pt x="7463" y="1455"/>
                </a:lnTo>
                <a:lnTo>
                  <a:pt x="7463" y="1492"/>
                </a:lnTo>
                <a:moveTo>
                  <a:pt x="7245" y="1492"/>
                </a:moveTo>
                <a:lnTo>
                  <a:pt x="7136" y="1492"/>
                </a:lnTo>
                <a:lnTo>
                  <a:pt x="7136" y="1455"/>
                </a:lnTo>
                <a:lnTo>
                  <a:pt x="7245" y="1455"/>
                </a:lnTo>
                <a:lnTo>
                  <a:pt x="7245" y="1492"/>
                </a:lnTo>
                <a:moveTo>
                  <a:pt x="7027" y="1492"/>
                </a:moveTo>
                <a:lnTo>
                  <a:pt x="6917" y="1492"/>
                </a:lnTo>
                <a:lnTo>
                  <a:pt x="6917" y="1455"/>
                </a:lnTo>
                <a:lnTo>
                  <a:pt x="7027" y="1455"/>
                </a:lnTo>
                <a:lnTo>
                  <a:pt x="7027" y="1492"/>
                </a:lnTo>
                <a:moveTo>
                  <a:pt x="6808" y="1492"/>
                </a:moveTo>
                <a:lnTo>
                  <a:pt x="6699" y="1492"/>
                </a:lnTo>
                <a:lnTo>
                  <a:pt x="6699" y="1455"/>
                </a:lnTo>
                <a:lnTo>
                  <a:pt x="6808" y="1455"/>
                </a:lnTo>
                <a:lnTo>
                  <a:pt x="6808" y="1492"/>
                </a:lnTo>
                <a:moveTo>
                  <a:pt x="6590" y="1492"/>
                </a:moveTo>
                <a:lnTo>
                  <a:pt x="6481" y="1492"/>
                </a:lnTo>
                <a:lnTo>
                  <a:pt x="6481" y="1455"/>
                </a:lnTo>
                <a:lnTo>
                  <a:pt x="6590" y="1455"/>
                </a:lnTo>
                <a:lnTo>
                  <a:pt x="6590" y="1492"/>
                </a:lnTo>
                <a:moveTo>
                  <a:pt x="6372" y="1492"/>
                </a:moveTo>
                <a:lnTo>
                  <a:pt x="6263" y="1492"/>
                </a:lnTo>
                <a:lnTo>
                  <a:pt x="6263" y="1455"/>
                </a:lnTo>
                <a:lnTo>
                  <a:pt x="6372" y="1455"/>
                </a:lnTo>
                <a:lnTo>
                  <a:pt x="6372" y="1492"/>
                </a:lnTo>
                <a:moveTo>
                  <a:pt x="6153" y="1492"/>
                </a:moveTo>
                <a:lnTo>
                  <a:pt x="6044" y="1492"/>
                </a:lnTo>
                <a:lnTo>
                  <a:pt x="6044" y="1455"/>
                </a:lnTo>
                <a:lnTo>
                  <a:pt x="6153" y="1455"/>
                </a:lnTo>
                <a:lnTo>
                  <a:pt x="6153" y="1492"/>
                </a:lnTo>
                <a:moveTo>
                  <a:pt x="5935" y="1492"/>
                </a:moveTo>
                <a:lnTo>
                  <a:pt x="5826" y="1492"/>
                </a:lnTo>
                <a:lnTo>
                  <a:pt x="5826" y="1455"/>
                </a:lnTo>
                <a:lnTo>
                  <a:pt x="5935" y="1455"/>
                </a:lnTo>
                <a:lnTo>
                  <a:pt x="5935" y="1492"/>
                </a:lnTo>
                <a:moveTo>
                  <a:pt x="5717" y="1492"/>
                </a:moveTo>
                <a:lnTo>
                  <a:pt x="5608" y="1492"/>
                </a:lnTo>
                <a:lnTo>
                  <a:pt x="5608" y="1455"/>
                </a:lnTo>
                <a:lnTo>
                  <a:pt x="5717" y="1455"/>
                </a:lnTo>
                <a:lnTo>
                  <a:pt x="5717" y="1492"/>
                </a:lnTo>
                <a:moveTo>
                  <a:pt x="5499" y="1492"/>
                </a:moveTo>
                <a:lnTo>
                  <a:pt x="5389" y="1492"/>
                </a:lnTo>
                <a:lnTo>
                  <a:pt x="5389" y="1455"/>
                </a:lnTo>
                <a:lnTo>
                  <a:pt x="5499" y="1455"/>
                </a:lnTo>
                <a:lnTo>
                  <a:pt x="5499" y="1492"/>
                </a:lnTo>
                <a:moveTo>
                  <a:pt x="5280" y="1492"/>
                </a:moveTo>
                <a:lnTo>
                  <a:pt x="5171" y="1492"/>
                </a:lnTo>
                <a:lnTo>
                  <a:pt x="5171" y="1455"/>
                </a:lnTo>
                <a:lnTo>
                  <a:pt x="5280" y="1455"/>
                </a:lnTo>
                <a:lnTo>
                  <a:pt x="5280" y="1492"/>
                </a:lnTo>
                <a:moveTo>
                  <a:pt x="5062" y="1492"/>
                </a:moveTo>
                <a:lnTo>
                  <a:pt x="4953" y="1492"/>
                </a:lnTo>
                <a:lnTo>
                  <a:pt x="4953" y="1455"/>
                </a:lnTo>
                <a:lnTo>
                  <a:pt x="5062" y="1455"/>
                </a:lnTo>
                <a:lnTo>
                  <a:pt x="5062" y="1492"/>
                </a:lnTo>
                <a:moveTo>
                  <a:pt x="4844" y="1492"/>
                </a:moveTo>
                <a:lnTo>
                  <a:pt x="4735" y="1492"/>
                </a:lnTo>
                <a:lnTo>
                  <a:pt x="4735" y="1455"/>
                </a:lnTo>
                <a:lnTo>
                  <a:pt x="4844" y="1455"/>
                </a:lnTo>
                <a:lnTo>
                  <a:pt x="4844" y="1492"/>
                </a:lnTo>
                <a:moveTo>
                  <a:pt x="4625" y="1492"/>
                </a:moveTo>
                <a:lnTo>
                  <a:pt x="4516" y="1492"/>
                </a:lnTo>
                <a:lnTo>
                  <a:pt x="4516" y="1455"/>
                </a:lnTo>
                <a:lnTo>
                  <a:pt x="4625" y="1455"/>
                </a:lnTo>
                <a:lnTo>
                  <a:pt x="4625" y="1492"/>
                </a:lnTo>
                <a:moveTo>
                  <a:pt x="4407" y="1492"/>
                </a:moveTo>
                <a:lnTo>
                  <a:pt x="4298" y="1492"/>
                </a:lnTo>
                <a:lnTo>
                  <a:pt x="4298" y="1455"/>
                </a:lnTo>
                <a:lnTo>
                  <a:pt x="4407" y="1455"/>
                </a:lnTo>
                <a:lnTo>
                  <a:pt x="4407" y="1492"/>
                </a:lnTo>
                <a:moveTo>
                  <a:pt x="4189" y="1492"/>
                </a:moveTo>
                <a:lnTo>
                  <a:pt x="4080" y="1492"/>
                </a:lnTo>
                <a:lnTo>
                  <a:pt x="4080" y="1455"/>
                </a:lnTo>
                <a:lnTo>
                  <a:pt x="4189" y="1455"/>
                </a:lnTo>
                <a:lnTo>
                  <a:pt x="4189" y="1492"/>
                </a:lnTo>
                <a:moveTo>
                  <a:pt x="3971" y="1492"/>
                </a:moveTo>
                <a:lnTo>
                  <a:pt x="3861" y="1492"/>
                </a:lnTo>
                <a:lnTo>
                  <a:pt x="3861" y="1455"/>
                </a:lnTo>
                <a:lnTo>
                  <a:pt x="3971" y="1455"/>
                </a:lnTo>
                <a:lnTo>
                  <a:pt x="3971" y="1492"/>
                </a:lnTo>
                <a:moveTo>
                  <a:pt x="3752" y="1492"/>
                </a:moveTo>
                <a:lnTo>
                  <a:pt x="3643" y="1492"/>
                </a:lnTo>
                <a:lnTo>
                  <a:pt x="3643" y="1455"/>
                </a:lnTo>
                <a:lnTo>
                  <a:pt x="3752" y="1455"/>
                </a:lnTo>
                <a:lnTo>
                  <a:pt x="3752" y="1492"/>
                </a:lnTo>
                <a:moveTo>
                  <a:pt x="3534" y="1492"/>
                </a:moveTo>
                <a:lnTo>
                  <a:pt x="3425" y="1492"/>
                </a:lnTo>
                <a:lnTo>
                  <a:pt x="3425" y="1455"/>
                </a:lnTo>
                <a:lnTo>
                  <a:pt x="3534" y="1455"/>
                </a:lnTo>
                <a:lnTo>
                  <a:pt x="3534" y="1492"/>
                </a:lnTo>
                <a:moveTo>
                  <a:pt x="3316" y="1492"/>
                </a:moveTo>
                <a:lnTo>
                  <a:pt x="3206" y="1492"/>
                </a:lnTo>
                <a:lnTo>
                  <a:pt x="3206" y="1455"/>
                </a:lnTo>
                <a:lnTo>
                  <a:pt x="3316" y="1455"/>
                </a:lnTo>
                <a:lnTo>
                  <a:pt x="3316" y="1492"/>
                </a:lnTo>
                <a:moveTo>
                  <a:pt x="3096" y="1492"/>
                </a:moveTo>
                <a:lnTo>
                  <a:pt x="2987" y="1492"/>
                </a:lnTo>
                <a:lnTo>
                  <a:pt x="2987" y="1455"/>
                </a:lnTo>
                <a:lnTo>
                  <a:pt x="3096" y="1455"/>
                </a:lnTo>
                <a:lnTo>
                  <a:pt x="3096" y="1492"/>
                </a:lnTo>
                <a:moveTo>
                  <a:pt x="2878" y="1492"/>
                </a:moveTo>
                <a:lnTo>
                  <a:pt x="2769" y="1492"/>
                </a:lnTo>
                <a:lnTo>
                  <a:pt x="2769" y="1455"/>
                </a:lnTo>
                <a:lnTo>
                  <a:pt x="2878" y="1455"/>
                </a:lnTo>
                <a:lnTo>
                  <a:pt x="2878" y="1492"/>
                </a:lnTo>
                <a:moveTo>
                  <a:pt x="2660" y="1492"/>
                </a:moveTo>
                <a:lnTo>
                  <a:pt x="2551" y="1492"/>
                </a:lnTo>
                <a:lnTo>
                  <a:pt x="2551" y="1455"/>
                </a:lnTo>
                <a:lnTo>
                  <a:pt x="2660" y="1455"/>
                </a:lnTo>
                <a:lnTo>
                  <a:pt x="2660" y="1492"/>
                </a:lnTo>
                <a:moveTo>
                  <a:pt x="2442" y="1492"/>
                </a:moveTo>
                <a:lnTo>
                  <a:pt x="2332" y="1492"/>
                </a:lnTo>
                <a:lnTo>
                  <a:pt x="2332" y="1455"/>
                </a:lnTo>
                <a:lnTo>
                  <a:pt x="2442" y="1455"/>
                </a:lnTo>
                <a:lnTo>
                  <a:pt x="2442" y="1492"/>
                </a:lnTo>
                <a:moveTo>
                  <a:pt x="2223" y="1492"/>
                </a:moveTo>
                <a:lnTo>
                  <a:pt x="2114" y="1492"/>
                </a:lnTo>
                <a:lnTo>
                  <a:pt x="2114" y="1455"/>
                </a:lnTo>
                <a:lnTo>
                  <a:pt x="2223" y="1455"/>
                </a:lnTo>
                <a:lnTo>
                  <a:pt x="2223" y="1492"/>
                </a:lnTo>
                <a:moveTo>
                  <a:pt x="2005" y="1492"/>
                </a:moveTo>
                <a:lnTo>
                  <a:pt x="1896" y="1492"/>
                </a:lnTo>
                <a:lnTo>
                  <a:pt x="1896" y="1455"/>
                </a:lnTo>
                <a:lnTo>
                  <a:pt x="2005" y="1455"/>
                </a:lnTo>
                <a:lnTo>
                  <a:pt x="2005" y="1492"/>
                </a:lnTo>
                <a:moveTo>
                  <a:pt x="1787" y="1492"/>
                </a:moveTo>
                <a:lnTo>
                  <a:pt x="1678" y="1492"/>
                </a:lnTo>
                <a:lnTo>
                  <a:pt x="1678" y="1455"/>
                </a:lnTo>
                <a:lnTo>
                  <a:pt x="1787" y="1455"/>
                </a:lnTo>
                <a:lnTo>
                  <a:pt x="1787" y="1492"/>
                </a:lnTo>
                <a:moveTo>
                  <a:pt x="1569" y="1492"/>
                </a:moveTo>
                <a:lnTo>
                  <a:pt x="1459" y="1492"/>
                </a:lnTo>
                <a:lnTo>
                  <a:pt x="1459" y="1455"/>
                </a:lnTo>
                <a:lnTo>
                  <a:pt x="1569" y="1455"/>
                </a:lnTo>
                <a:lnTo>
                  <a:pt x="1569" y="1492"/>
                </a:lnTo>
                <a:moveTo>
                  <a:pt x="1350" y="1492"/>
                </a:moveTo>
                <a:lnTo>
                  <a:pt x="1241" y="1492"/>
                </a:lnTo>
                <a:lnTo>
                  <a:pt x="1241" y="1455"/>
                </a:lnTo>
                <a:lnTo>
                  <a:pt x="1350" y="1455"/>
                </a:lnTo>
                <a:lnTo>
                  <a:pt x="1350" y="1492"/>
                </a:lnTo>
                <a:moveTo>
                  <a:pt x="1132" y="1492"/>
                </a:moveTo>
                <a:lnTo>
                  <a:pt x="1023" y="1492"/>
                </a:lnTo>
                <a:lnTo>
                  <a:pt x="1023" y="1455"/>
                </a:lnTo>
                <a:lnTo>
                  <a:pt x="1132" y="1455"/>
                </a:lnTo>
                <a:lnTo>
                  <a:pt x="1132" y="1492"/>
                </a:lnTo>
                <a:moveTo>
                  <a:pt x="914" y="1492"/>
                </a:moveTo>
                <a:lnTo>
                  <a:pt x="805" y="1492"/>
                </a:lnTo>
                <a:lnTo>
                  <a:pt x="805" y="1455"/>
                </a:lnTo>
                <a:lnTo>
                  <a:pt x="914" y="1455"/>
                </a:lnTo>
                <a:lnTo>
                  <a:pt x="914" y="1492"/>
                </a:lnTo>
                <a:moveTo>
                  <a:pt x="695" y="1492"/>
                </a:moveTo>
                <a:lnTo>
                  <a:pt x="586" y="1492"/>
                </a:lnTo>
                <a:lnTo>
                  <a:pt x="586" y="1455"/>
                </a:lnTo>
                <a:lnTo>
                  <a:pt x="695" y="1455"/>
                </a:lnTo>
                <a:lnTo>
                  <a:pt x="695" y="1492"/>
                </a:lnTo>
                <a:moveTo>
                  <a:pt x="477" y="1492"/>
                </a:moveTo>
                <a:lnTo>
                  <a:pt x="368" y="1492"/>
                </a:lnTo>
                <a:lnTo>
                  <a:pt x="368" y="1455"/>
                </a:lnTo>
                <a:lnTo>
                  <a:pt x="477" y="1455"/>
                </a:lnTo>
                <a:lnTo>
                  <a:pt x="477" y="1492"/>
                </a:lnTo>
                <a:moveTo>
                  <a:pt x="259" y="1492"/>
                </a:moveTo>
                <a:lnTo>
                  <a:pt x="200" y="1492"/>
                </a:lnTo>
                <a:cubicBezTo>
                  <a:pt x="182" y="1492"/>
                  <a:pt x="164" y="1489"/>
                  <a:pt x="146" y="1484"/>
                </a:cubicBezTo>
                <a:lnTo>
                  <a:pt x="156" y="1449"/>
                </a:lnTo>
                <a:cubicBezTo>
                  <a:pt x="170" y="1453"/>
                  <a:pt x="185" y="1455"/>
                  <a:pt x="200" y="1455"/>
                </a:cubicBezTo>
                <a:lnTo>
                  <a:pt x="259" y="1455"/>
                </a:lnTo>
                <a:lnTo>
                  <a:pt x="259" y="1492"/>
                </a:lnTo>
                <a:moveTo>
                  <a:pt x="45" y="1418"/>
                </a:moveTo>
                <a:cubicBezTo>
                  <a:pt x="19" y="1386"/>
                  <a:pt x="4" y="1349"/>
                  <a:pt x="1" y="1307"/>
                </a:cubicBezTo>
                <a:lnTo>
                  <a:pt x="37" y="1304"/>
                </a:lnTo>
                <a:cubicBezTo>
                  <a:pt x="40" y="1338"/>
                  <a:pt x="52" y="1369"/>
                  <a:pt x="74" y="1395"/>
                </a:cubicBezTo>
                <a:lnTo>
                  <a:pt x="45" y="1418"/>
                </a:lnTo>
                <a:moveTo>
                  <a:pt x="0" y="1196"/>
                </a:moveTo>
                <a:lnTo>
                  <a:pt x="0" y="1087"/>
                </a:lnTo>
                <a:lnTo>
                  <a:pt x="37" y="1087"/>
                </a:lnTo>
                <a:lnTo>
                  <a:pt x="37" y="1196"/>
                </a:lnTo>
                <a:lnTo>
                  <a:pt x="0" y="1196"/>
                </a:lnTo>
                <a:moveTo>
                  <a:pt x="0" y="978"/>
                </a:moveTo>
                <a:lnTo>
                  <a:pt x="0" y="869"/>
                </a:lnTo>
                <a:lnTo>
                  <a:pt x="37" y="869"/>
                </a:lnTo>
                <a:lnTo>
                  <a:pt x="37" y="978"/>
                </a:lnTo>
                <a:lnTo>
                  <a:pt x="0" y="978"/>
                </a:lnTo>
                <a:moveTo>
                  <a:pt x="0" y="760"/>
                </a:moveTo>
                <a:lnTo>
                  <a:pt x="0" y="651"/>
                </a:lnTo>
                <a:lnTo>
                  <a:pt x="37" y="651"/>
                </a:lnTo>
                <a:lnTo>
                  <a:pt x="37" y="760"/>
                </a:lnTo>
                <a:lnTo>
                  <a:pt x="0" y="760"/>
                </a:lnTo>
                <a:moveTo>
                  <a:pt x="0" y="542"/>
                </a:moveTo>
                <a:lnTo>
                  <a:pt x="0" y="433"/>
                </a:lnTo>
                <a:lnTo>
                  <a:pt x="37" y="433"/>
                </a:lnTo>
                <a:lnTo>
                  <a:pt x="37" y="542"/>
                </a:lnTo>
                <a:lnTo>
                  <a:pt x="0" y="542"/>
                </a:lnTo>
                <a:moveTo>
                  <a:pt x="0" y="324"/>
                </a:moveTo>
                <a:lnTo>
                  <a:pt x="0" y="215"/>
                </a:lnTo>
                <a:lnTo>
                  <a:pt x="37" y="215"/>
                </a:lnTo>
                <a:lnTo>
                  <a:pt x="37" y="324"/>
                </a:lnTo>
                <a:lnTo>
                  <a:pt x="0" y="324"/>
                </a:lnTo>
                <a:moveTo>
                  <a:pt x="27" y="100"/>
                </a:moveTo>
                <a:cubicBezTo>
                  <a:pt x="47" y="64"/>
                  <a:pt x="77" y="37"/>
                  <a:pt x="114" y="19"/>
                </a:cubicBezTo>
                <a:lnTo>
                  <a:pt x="130" y="52"/>
                </a:lnTo>
                <a:cubicBezTo>
                  <a:pt x="99" y="67"/>
                  <a:pt x="75" y="89"/>
                  <a:pt x="58" y="119"/>
                </a:cubicBezTo>
                <a:lnTo>
                  <a:pt x="27" y="100"/>
                </a:lnTo>
                <a:moveTo>
                  <a:pt x="200" y="0"/>
                </a:moveTo>
                <a:lnTo>
                  <a:pt x="310" y="0"/>
                </a:lnTo>
                <a:lnTo>
                  <a:pt x="310" y="36"/>
                </a:lnTo>
                <a:lnTo>
                  <a:pt x="200" y="36"/>
                </a:lnTo>
                <a:lnTo>
                  <a:pt x="200" y="0"/>
                </a:lnTo>
                <a:close/>
              </a:path>
            </a:pathLst>
          </a:custGeom>
          <a:solidFill>
            <a:srgbClr val="CBD5E1"/>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2" name=""/>
          <p:cNvSpPr txBox="1"/>
          <p:nvPr/>
        </p:nvSpPr>
        <p:spPr>
          <a:xfrm rot="5400000">
            <a:off x="4994280" y="3481920"/>
            <a:ext cx="1268640" cy="97920"/>
          </a:xfrm>
          <a:prstGeom prst="rect">
            <a:avLst/>
          </a:prstGeom>
          <a:noFill/>
          <a:ln w="0">
            <a:noFill/>
          </a:ln>
        </p:spPr>
        <p:txBody>
          <a:bodyPr wrap="none" lIns="0" tIns="0" rIns="0" bIns="0" anchor="t">
            <a:spAutoFit/>
          </a:bodyPr>
          <a:p>
            <a:pPr/>
            <a:r>
              <a:rPr lang="ja-JP" sz="770" b="1" u="none" strike="noStrike">
                <a:solidFill>
                  <a:srgbClr val="DC2626"/>
                </a:solidFill>
                <a:effectLst/>
                <a:uFillTx/>
                <a:latin typeface="HiraginoSans-W5"/>
                <a:ea typeface="HiraginoSans-W5"/>
              </a:rPr>
              <a:t>都度、⼈が確認・修正を仲介</a:t>
            </a:r>
            <a:endParaRPr lang="en-US" sz="770" b="0" u="none" strike="noStrike">
              <a:solidFill>
                <a:srgbClr val="000000"/>
              </a:solidFill>
              <a:effectLst/>
              <a:uFillTx/>
              <a:latin typeface="游明朝体"/>
            </a:endParaRPr>
          </a:p>
        </p:txBody>
      </p:sp>
      <p:sp>
        <p:nvSpPr>
          <p:cNvPr id="363" name=""/>
          <p:cNvSpPr txBox="1"/>
          <p:nvPr/>
        </p:nvSpPr>
        <p:spPr>
          <a:xfrm>
            <a:off x="2282040" y="5333400"/>
            <a:ext cx="1750320" cy="125280"/>
          </a:xfrm>
          <a:prstGeom prst="rect">
            <a:avLst/>
          </a:prstGeom>
          <a:noFill/>
          <a:ln w="0">
            <a:noFill/>
          </a:ln>
        </p:spPr>
        <p:txBody>
          <a:bodyPr wrap="none" lIns="0" tIns="0" rIns="0" bIns="0" anchor="t">
            <a:spAutoFit/>
          </a:bodyPr>
          <a:p>
            <a:pPr/>
            <a:r>
              <a:rPr lang="ja-JP" sz="980" b="1" u="none" strike="noStrike">
                <a:solidFill>
                  <a:srgbClr val="64748B"/>
                </a:solidFill>
                <a:effectLst/>
                <a:uFillTx/>
                <a:latin typeface="HiraginoSans-W6"/>
                <a:ea typeface="HiraginoSans-W6"/>
              </a:rPr>
              <a:t>⼀往復ごとに⼈⼿の作業が発⽣</a:t>
            </a:r>
            <a:endParaRPr lang="en-US" sz="980" b="0" u="none" strike="noStrike">
              <a:solidFill>
                <a:srgbClr val="000000"/>
              </a:solidFill>
              <a:effectLst/>
              <a:uFillTx/>
              <a:latin typeface="游明朝体"/>
            </a:endParaRPr>
          </a:p>
        </p:txBody>
      </p:sp>
      <p:sp>
        <p:nvSpPr>
          <p:cNvPr id="364" name=""/>
          <p:cNvSpPr/>
          <p:nvPr/>
        </p:nvSpPr>
        <p:spPr>
          <a:xfrm>
            <a:off x="6033960" y="1380960"/>
            <a:ext cx="4715280" cy="419040"/>
          </a:xfrm>
          <a:custGeom>
            <a:avLst/>
            <a:gdLst/>
            <a:ahLst/>
            <a:rect l="0" t="0" r="r" b="b"/>
            <a:pathLst>
              <a:path w="13098" h="1164">
                <a:moveTo>
                  <a:pt x="182" y="0"/>
                </a:moveTo>
                <a:lnTo>
                  <a:pt x="12916" y="0"/>
                </a:lnTo>
                <a:cubicBezTo>
                  <a:pt x="12928" y="0"/>
                  <a:pt x="12940" y="1"/>
                  <a:pt x="12951" y="3"/>
                </a:cubicBezTo>
                <a:cubicBezTo>
                  <a:pt x="12963" y="6"/>
                  <a:pt x="12974" y="9"/>
                  <a:pt x="12985" y="14"/>
                </a:cubicBezTo>
                <a:cubicBezTo>
                  <a:pt x="12996" y="18"/>
                  <a:pt x="13007" y="24"/>
                  <a:pt x="13017" y="30"/>
                </a:cubicBezTo>
                <a:cubicBezTo>
                  <a:pt x="13027" y="37"/>
                  <a:pt x="13036" y="45"/>
                  <a:pt x="13044" y="53"/>
                </a:cubicBezTo>
                <a:cubicBezTo>
                  <a:pt x="13053" y="62"/>
                  <a:pt x="13060" y="71"/>
                  <a:pt x="13067" y="81"/>
                </a:cubicBezTo>
                <a:cubicBezTo>
                  <a:pt x="13074" y="91"/>
                  <a:pt x="13079" y="101"/>
                  <a:pt x="13084" y="112"/>
                </a:cubicBezTo>
                <a:cubicBezTo>
                  <a:pt x="13088" y="123"/>
                  <a:pt x="13092" y="134"/>
                  <a:pt x="13094" y="146"/>
                </a:cubicBezTo>
                <a:cubicBezTo>
                  <a:pt x="13097" y="158"/>
                  <a:pt x="13098" y="170"/>
                  <a:pt x="13098" y="182"/>
                </a:cubicBezTo>
                <a:lnTo>
                  <a:pt x="13098" y="983"/>
                </a:lnTo>
                <a:cubicBezTo>
                  <a:pt x="13098" y="995"/>
                  <a:pt x="13097" y="1006"/>
                  <a:pt x="13094" y="1018"/>
                </a:cubicBezTo>
                <a:cubicBezTo>
                  <a:pt x="13092" y="1030"/>
                  <a:pt x="13088" y="1041"/>
                  <a:pt x="13084" y="1052"/>
                </a:cubicBezTo>
                <a:cubicBezTo>
                  <a:pt x="13079" y="1063"/>
                  <a:pt x="13074" y="1074"/>
                  <a:pt x="13067" y="1084"/>
                </a:cubicBezTo>
                <a:cubicBezTo>
                  <a:pt x="13060" y="1094"/>
                  <a:pt x="13053" y="1103"/>
                  <a:pt x="13044" y="1111"/>
                </a:cubicBezTo>
                <a:cubicBezTo>
                  <a:pt x="13036" y="1120"/>
                  <a:pt x="13027" y="1127"/>
                  <a:pt x="13017" y="1134"/>
                </a:cubicBezTo>
                <a:cubicBezTo>
                  <a:pt x="13007" y="1140"/>
                  <a:pt x="12996" y="1146"/>
                  <a:pt x="12985" y="1151"/>
                </a:cubicBezTo>
                <a:cubicBezTo>
                  <a:pt x="12974" y="1155"/>
                  <a:pt x="12963" y="1159"/>
                  <a:pt x="12951" y="1161"/>
                </a:cubicBezTo>
                <a:cubicBezTo>
                  <a:pt x="12940" y="1163"/>
                  <a:pt x="12928" y="1164"/>
                  <a:pt x="12916" y="1164"/>
                </a:cubicBezTo>
                <a:lnTo>
                  <a:pt x="182" y="1164"/>
                </a:lnTo>
                <a:cubicBezTo>
                  <a:pt x="170" y="1164"/>
                  <a:pt x="158" y="1163"/>
                  <a:pt x="146" y="1161"/>
                </a:cubicBezTo>
                <a:cubicBezTo>
                  <a:pt x="135" y="1159"/>
                  <a:pt x="123" y="1155"/>
                  <a:pt x="112" y="1151"/>
                </a:cubicBezTo>
                <a:cubicBezTo>
                  <a:pt x="101" y="1146"/>
                  <a:pt x="91" y="1140"/>
                  <a:pt x="81" y="1134"/>
                </a:cubicBezTo>
                <a:cubicBezTo>
                  <a:pt x="71" y="1127"/>
                  <a:pt x="62" y="1120"/>
                  <a:pt x="53" y="1111"/>
                </a:cubicBezTo>
                <a:cubicBezTo>
                  <a:pt x="45" y="1103"/>
                  <a:pt x="37" y="1094"/>
                  <a:pt x="31" y="1084"/>
                </a:cubicBezTo>
                <a:cubicBezTo>
                  <a:pt x="24" y="1074"/>
                  <a:pt x="18" y="1063"/>
                  <a:pt x="14" y="1052"/>
                </a:cubicBezTo>
                <a:cubicBezTo>
                  <a:pt x="9" y="1041"/>
                  <a:pt x="6" y="1030"/>
                  <a:pt x="3" y="1018"/>
                </a:cubicBezTo>
                <a:cubicBezTo>
                  <a:pt x="1" y="1006"/>
                  <a:pt x="0" y="995"/>
                  <a:pt x="0" y="983"/>
                </a:cubicBezTo>
                <a:lnTo>
                  <a:pt x="0" y="182"/>
                </a:lnTo>
                <a:cubicBezTo>
                  <a:pt x="0" y="170"/>
                  <a:pt x="1" y="158"/>
                  <a:pt x="3" y="146"/>
                </a:cubicBezTo>
                <a:cubicBezTo>
                  <a:pt x="6" y="134"/>
                  <a:pt x="9" y="123"/>
                  <a:pt x="14" y="112"/>
                </a:cubicBezTo>
                <a:cubicBezTo>
                  <a:pt x="18" y="101"/>
                  <a:pt x="24" y="91"/>
                  <a:pt x="31" y="81"/>
                </a:cubicBezTo>
                <a:cubicBezTo>
                  <a:pt x="37" y="71"/>
                  <a:pt x="45" y="62"/>
                  <a:pt x="53" y="53"/>
                </a:cubicBezTo>
                <a:cubicBezTo>
                  <a:pt x="62" y="45"/>
                  <a:pt x="71" y="37"/>
                  <a:pt x="81" y="30"/>
                </a:cubicBezTo>
                <a:cubicBezTo>
                  <a:pt x="91" y="24"/>
                  <a:pt x="101" y="18"/>
                  <a:pt x="112" y="14"/>
                </a:cubicBezTo>
                <a:cubicBezTo>
                  <a:pt x="123" y="9"/>
                  <a:pt x="135" y="6"/>
                  <a:pt x="146" y="3"/>
                </a:cubicBezTo>
                <a:cubicBezTo>
                  <a:pt x="158" y="1"/>
                  <a:pt x="170" y="0"/>
                  <a:pt x="182" y="0"/>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 name=""/>
          <p:cNvSpPr txBox="1"/>
          <p:nvPr/>
        </p:nvSpPr>
        <p:spPr>
          <a:xfrm>
            <a:off x="2367000" y="5521320"/>
            <a:ext cx="1578240" cy="105480"/>
          </a:xfrm>
          <a:prstGeom prst="rect">
            <a:avLst/>
          </a:prstGeom>
          <a:noFill/>
          <a:ln w="0">
            <a:noFill/>
          </a:ln>
        </p:spPr>
        <p:txBody>
          <a:bodyPr wrap="none" lIns="0" tIns="0" rIns="0" bIns="0" anchor="t">
            <a:spAutoFit/>
          </a:bodyPr>
          <a:p>
            <a:pPr/>
            <a:r>
              <a:rPr lang="ja-JP" sz="820" b="0" u="none" strike="noStrike">
                <a:solidFill>
                  <a:srgbClr val="64748B"/>
                </a:solidFill>
                <a:effectLst/>
                <a:uFillTx/>
                <a:latin typeface="HiraginoSans-W3"/>
                <a:ea typeface="HiraginoSans-W3"/>
              </a:rPr>
              <a:t>試作・単発の作業には⼿軽で有効</a:t>
            </a:r>
            <a:endParaRPr lang="en-US" sz="820" b="0" u="none" strike="noStrike">
              <a:solidFill>
                <a:srgbClr val="000000"/>
              </a:solidFill>
              <a:effectLst/>
              <a:uFillTx/>
              <a:latin typeface="游明朝体"/>
            </a:endParaRPr>
          </a:p>
        </p:txBody>
      </p:sp>
      <p:sp>
        <p:nvSpPr>
          <p:cNvPr id="366" name=""/>
          <p:cNvSpPr/>
          <p:nvPr/>
        </p:nvSpPr>
        <p:spPr>
          <a:xfrm>
            <a:off x="6230520" y="200916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20"/>
                  <a:pt x="11915" y="25"/>
                  <a:pt x="11925" y="32"/>
                </a:cubicBezTo>
                <a:cubicBezTo>
                  <a:pt x="11935" y="39"/>
                  <a:pt x="11944" y="46"/>
                  <a:pt x="11953" y="55"/>
                </a:cubicBezTo>
                <a:cubicBezTo>
                  <a:pt x="11961" y="63"/>
                  <a:pt x="11969" y="72"/>
                  <a:pt x="11975" y="82"/>
                </a:cubicBezTo>
                <a:cubicBezTo>
                  <a:pt x="11982" y="92"/>
                  <a:pt x="11988" y="102"/>
                  <a:pt x="11992" y="113"/>
                </a:cubicBezTo>
                <a:cubicBezTo>
                  <a:pt x="11997" y="125"/>
                  <a:pt x="12000" y="136"/>
                  <a:pt x="12003" y="148"/>
                </a:cubicBezTo>
                <a:cubicBezTo>
                  <a:pt x="12005" y="159"/>
                  <a:pt x="12006" y="171"/>
                  <a:pt x="12006" y="183"/>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3"/>
                </a:lnTo>
                <a:cubicBezTo>
                  <a:pt x="0" y="171"/>
                  <a:pt x="1" y="159"/>
                  <a:pt x="3" y="148"/>
                </a:cubicBezTo>
                <a:cubicBezTo>
                  <a:pt x="5" y="136"/>
                  <a:pt x="9" y="125"/>
                  <a:pt x="13" y="113"/>
                </a:cubicBezTo>
                <a:cubicBezTo>
                  <a:pt x="18" y="102"/>
                  <a:pt x="24" y="92"/>
                  <a:pt x="30" y="82"/>
                </a:cubicBezTo>
                <a:cubicBezTo>
                  <a:pt x="37" y="72"/>
                  <a:pt x="44" y="63"/>
                  <a:pt x="53" y="55"/>
                </a:cubicBezTo>
                <a:cubicBezTo>
                  <a:pt x="61" y="46"/>
                  <a:pt x="70" y="39"/>
                  <a:pt x="80" y="32"/>
                </a:cubicBezTo>
                <a:cubicBezTo>
                  <a:pt x="90" y="25"/>
                  <a:pt x="101" y="20"/>
                  <a:pt x="112" y="14"/>
                </a:cubicBezTo>
                <a:cubicBezTo>
                  <a:pt x="123" y="10"/>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7" name=""/>
          <p:cNvSpPr/>
          <p:nvPr/>
        </p:nvSpPr>
        <p:spPr>
          <a:xfrm>
            <a:off x="6230520" y="200916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20"/>
                  <a:pt x="11915" y="25"/>
                  <a:pt x="11925" y="32"/>
                </a:cubicBezTo>
                <a:cubicBezTo>
                  <a:pt x="11935" y="39"/>
                  <a:pt x="11944" y="46"/>
                  <a:pt x="11953" y="55"/>
                </a:cubicBezTo>
                <a:cubicBezTo>
                  <a:pt x="11961" y="63"/>
                  <a:pt x="11969" y="72"/>
                  <a:pt x="11975" y="82"/>
                </a:cubicBezTo>
                <a:cubicBezTo>
                  <a:pt x="11982" y="92"/>
                  <a:pt x="11988" y="102"/>
                  <a:pt x="11992" y="113"/>
                </a:cubicBezTo>
                <a:cubicBezTo>
                  <a:pt x="11997" y="125"/>
                  <a:pt x="12000" y="136"/>
                  <a:pt x="12003" y="148"/>
                </a:cubicBezTo>
                <a:cubicBezTo>
                  <a:pt x="12005" y="159"/>
                  <a:pt x="12006" y="171"/>
                  <a:pt x="12006" y="183"/>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3"/>
                </a:lnTo>
                <a:cubicBezTo>
                  <a:pt x="0" y="171"/>
                  <a:pt x="1" y="159"/>
                  <a:pt x="3" y="148"/>
                </a:cubicBezTo>
                <a:cubicBezTo>
                  <a:pt x="5" y="136"/>
                  <a:pt x="9" y="125"/>
                  <a:pt x="13" y="113"/>
                </a:cubicBezTo>
                <a:cubicBezTo>
                  <a:pt x="18" y="102"/>
                  <a:pt x="24" y="92"/>
                  <a:pt x="30" y="82"/>
                </a:cubicBezTo>
                <a:cubicBezTo>
                  <a:pt x="37" y="72"/>
                  <a:pt x="44" y="63"/>
                  <a:pt x="53" y="55"/>
                </a:cubicBezTo>
                <a:cubicBezTo>
                  <a:pt x="61" y="46"/>
                  <a:pt x="70" y="39"/>
                  <a:pt x="80" y="32"/>
                </a:cubicBezTo>
                <a:cubicBezTo>
                  <a:pt x="90" y="25"/>
                  <a:pt x="101" y="20"/>
                  <a:pt x="112" y="14"/>
                </a:cubicBezTo>
                <a:cubicBezTo>
                  <a:pt x="123" y="10"/>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68" name=""/>
          <p:cNvSpPr/>
          <p:nvPr/>
        </p:nvSpPr>
        <p:spPr>
          <a:xfrm>
            <a:off x="6387480" y="212724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5" y="710"/>
                  <a:pt x="867" y="736"/>
                </a:cubicBezTo>
                <a:cubicBezTo>
                  <a:pt x="850" y="762"/>
                  <a:pt x="830" y="786"/>
                  <a:pt x="808" y="808"/>
                </a:cubicBezTo>
                <a:cubicBezTo>
                  <a:pt x="787" y="829"/>
                  <a:pt x="763" y="849"/>
                  <a:pt x="737" y="866"/>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6"/>
                </a:cubicBezTo>
                <a:cubicBezTo>
                  <a:pt x="184" y="849"/>
                  <a:pt x="161" y="829"/>
                  <a:pt x="139" y="808"/>
                </a:cubicBezTo>
                <a:cubicBezTo>
                  <a:pt x="117" y="786"/>
                  <a:pt x="97" y="762"/>
                  <a:pt x="80" y="736"/>
                </a:cubicBezTo>
                <a:cubicBezTo>
                  <a:pt x="63"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3" y="236"/>
                  <a:pt x="80" y="210"/>
                </a:cubicBezTo>
                <a:cubicBezTo>
                  <a:pt x="97" y="184"/>
                  <a:pt x="117" y="160"/>
                  <a:pt x="139" y="138"/>
                </a:cubicBezTo>
                <a:cubicBezTo>
                  <a:pt x="161" y="116"/>
                  <a:pt x="184" y="96"/>
                  <a:pt x="210" y="79"/>
                </a:cubicBezTo>
                <a:cubicBezTo>
                  <a:pt x="236" y="62"/>
                  <a:pt x="263" y="47"/>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7"/>
                  <a:pt x="711" y="62"/>
                  <a:pt x="737" y="79"/>
                </a:cubicBezTo>
                <a:cubicBezTo>
                  <a:pt x="763" y="96"/>
                  <a:pt x="787" y="116"/>
                  <a:pt x="808" y="138"/>
                </a:cubicBezTo>
                <a:cubicBezTo>
                  <a:pt x="830" y="160"/>
                  <a:pt x="850" y="184"/>
                  <a:pt x="867" y="210"/>
                </a:cubicBezTo>
                <a:cubicBezTo>
                  <a:pt x="885" y="236"/>
                  <a:pt x="899" y="264"/>
                  <a:pt x="911" y="292"/>
                </a:cubicBezTo>
                <a:cubicBezTo>
                  <a:pt x="923" y="321"/>
                  <a:pt x="932" y="351"/>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 name=""/>
          <p:cNvSpPr txBox="1"/>
          <p:nvPr/>
        </p:nvSpPr>
        <p:spPr>
          <a:xfrm>
            <a:off x="6934320" y="1483560"/>
            <a:ext cx="2764440" cy="204480"/>
          </a:xfrm>
          <a:prstGeom prst="rect">
            <a:avLst/>
          </a:prstGeom>
          <a:noFill/>
          <a:ln w="0">
            <a:noFill/>
          </a:ln>
        </p:spPr>
        <p:txBody>
          <a:bodyPr wrap="none" lIns="0" tIns="0" rIns="0" bIns="0" anchor="t">
            <a:spAutoFit/>
          </a:bodyPr>
          <a:p>
            <a:pPr/>
            <a:r>
              <a:rPr lang="en-US" sz="1450" b="1" u="none" strike="noStrike">
                <a:solidFill>
                  <a:srgbClr val="FFFFFF"/>
                </a:solidFill>
                <a:effectLst/>
                <a:uFillTx/>
                <a:latin typeface="HiraginoSans-W6"/>
                <a:ea typeface="HiraginoSans-W6"/>
              </a:rPr>
              <a:t>Claude Code</a:t>
            </a:r>
            <a:r>
              <a:rPr lang="ja-JP" sz="1450" b="1" u="none" strike="noStrike">
                <a:solidFill>
                  <a:srgbClr val="FFFFFF"/>
                </a:solidFill>
                <a:effectLst/>
                <a:uFillTx/>
                <a:latin typeface="HiraginoSans-W6"/>
                <a:ea typeface="HiraginoSans-W6"/>
              </a:rPr>
              <a:t>（</a:t>
            </a:r>
            <a:r>
              <a:rPr lang="en-US" sz="1450" b="1" u="none" strike="noStrike">
                <a:solidFill>
                  <a:srgbClr val="FFFFFF"/>
                </a:solidFill>
                <a:effectLst/>
                <a:uFillTx/>
                <a:latin typeface="HiraginoSans-W6"/>
                <a:ea typeface="HiraginoSans-W6"/>
              </a:rPr>
              <a:t>AI</a:t>
            </a:r>
            <a:r>
              <a:rPr lang="ja-JP" sz="1450" b="1" u="none" strike="noStrike">
                <a:solidFill>
                  <a:srgbClr val="FFFFFF"/>
                </a:solidFill>
                <a:effectLst/>
                <a:uFillTx/>
                <a:latin typeface="HiraginoSans-W6"/>
                <a:ea typeface="HiraginoSans-W6"/>
              </a:rPr>
              <a:t>エージェント）</a:t>
            </a:r>
            <a:endParaRPr lang="en-US" sz="1450" b="0" u="none" strike="noStrike">
              <a:solidFill>
                <a:srgbClr val="000000"/>
              </a:solidFill>
              <a:effectLst/>
              <a:uFillTx/>
              <a:latin typeface="游明朝体"/>
            </a:endParaRPr>
          </a:p>
        </p:txBody>
      </p:sp>
      <p:sp>
        <p:nvSpPr>
          <p:cNvPr id="370" name=""/>
          <p:cNvSpPr txBox="1"/>
          <p:nvPr/>
        </p:nvSpPr>
        <p:spPr>
          <a:xfrm>
            <a:off x="6492600" y="222480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71" name=""/>
          <p:cNvSpPr txBox="1"/>
          <p:nvPr/>
        </p:nvSpPr>
        <p:spPr>
          <a:xfrm>
            <a:off x="6852600" y="2127960"/>
            <a:ext cx="71712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要件を指⽰</a:t>
            </a:r>
            <a:endParaRPr lang="en-US" sz="1130" b="0" u="none" strike="noStrike">
              <a:solidFill>
                <a:srgbClr val="000000"/>
              </a:solidFill>
              <a:effectLst/>
              <a:uFillTx/>
              <a:latin typeface="游明朝体"/>
            </a:endParaRPr>
          </a:p>
        </p:txBody>
      </p:sp>
      <p:sp>
        <p:nvSpPr>
          <p:cNvPr id="372" name=""/>
          <p:cNvSpPr/>
          <p:nvPr/>
        </p:nvSpPr>
        <p:spPr>
          <a:xfrm>
            <a:off x="8391240" y="258516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73" name=""/>
          <p:cNvSpPr/>
          <p:nvPr/>
        </p:nvSpPr>
        <p:spPr>
          <a:xfrm>
            <a:off x="8292960" y="270972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4" name=""/>
          <p:cNvSpPr/>
          <p:nvPr/>
        </p:nvSpPr>
        <p:spPr>
          <a:xfrm>
            <a:off x="6230520" y="2807640"/>
            <a:ext cx="4322160" cy="576360"/>
          </a:xfrm>
          <a:custGeom>
            <a:avLst/>
            <a:gdLst/>
            <a:ahLst/>
            <a:rect l="0" t="0" r="r" b="b"/>
            <a:pathLst>
              <a:path w="12006" h="1601">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420"/>
                </a:lnTo>
                <a:cubicBezTo>
                  <a:pt x="12006" y="1432"/>
                  <a:pt x="12005" y="1443"/>
                  <a:pt x="12003" y="1455"/>
                </a:cubicBezTo>
                <a:cubicBezTo>
                  <a:pt x="12000" y="1467"/>
                  <a:pt x="11997" y="1478"/>
                  <a:pt x="11992" y="1489"/>
                </a:cubicBezTo>
                <a:cubicBezTo>
                  <a:pt x="11988" y="1500"/>
                  <a:pt x="11982" y="1511"/>
                  <a:pt x="11975" y="1521"/>
                </a:cubicBezTo>
                <a:cubicBezTo>
                  <a:pt x="11969" y="1531"/>
                  <a:pt x="11961" y="1540"/>
                  <a:pt x="11953" y="1548"/>
                </a:cubicBezTo>
                <a:cubicBezTo>
                  <a:pt x="11944" y="1557"/>
                  <a:pt x="11935" y="1564"/>
                  <a:pt x="11925" y="1571"/>
                </a:cubicBezTo>
                <a:cubicBezTo>
                  <a:pt x="11915" y="1577"/>
                  <a:pt x="11905" y="1583"/>
                  <a:pt x="11894" y="1588"/>
                </a:cubicBezTo>
                <a:cubicBezTo>
                  <a:pt x="11883" y="1592"/>
                  <a:pt x="11871" y="1596"/>
                  <a:pt x="11860" y="1598"/>
                </a:cubicBezTo>
                <a:cubicBezTo>
                  <a:pt x="11848" y="1600"/>
                  <a:pt x="11836" y="1601"/>
                  <a:pt x="11824" y="1601"/>
                </a:cubicBezTo>
                <a:lnTo>
                  <a:pt x="181" y="1601"/>
                </a:lnTo>
                <a:cubicBezTo>
                  <a:pt x="170" y="1601"/>
                  <a:pt x="158" y="1600"/>
                  <a:pt x="146" y="1598"/>
                </a:cubicBezTo>
                <a:cubicBezTo>
                  <a:pt x="134" y="1596"/>
                  <a:pt x="123" y="1592"/>
                  <a:pt x="112" y="1588"/>
                </a:cubicBezTo>
                <a:cubicBezTo>
                  <a:pt x="101" y="1583"/>
                  <a:pt x="90" y="1577"/>
                  <a:pt x="80" y="1571"/>
                </a:cubicBezTo>
                <a:cubicBezTo>
                  <a:pt x="70" y="1564"/>
                  <a:pt x="61" y="1557"/>
                  <a:pt x="53" y="1548"/>
                </a:cubicBezTo>
                <a:cubicBezTo>
                  <a:pt x="44" y="1540"/>
                  <a:pt x="37" y="1531"/>
                  <a:pt x="30" y="1521"/>
                </a:cubicBezTo>
                <a:cubicBezTo>
                  <a:pt x="24" y="1511"/>
                  <a:pt x="18" y="1500"/>
                  <a:pt x="13" y="1489"/>
                </a:cubicBezTo>
                <a:cubicBezTo>
                  <a:pt x="9" y="1478"/>
                  <a:pt x="5" y="1467"/>
                  <a:pt x="3" y="1455"/>
                </a:cubicBezTo>
                <a:cubicBezTo>
                  <a:pt x="1" y="1443"/>
                  <a:pt x="0" y="1432"/>
                  <a:pt x="0" y="1420"/>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 name=""/>
          <p:cNvSpPr/>
          <p:nvPr/>
        </p:nvSpPr>
        <p:spPr>
          <a:xfrm>
            <a:off x="6230520" y="2807640"/>
            <a:ext cx="4322160" cy="576360"/>
          </a:xfrm>
          <a:custGeom>
            <a:avLst/>
            <a:gdLst/>
            <a:ahLst/>
            <a:rect l="0" t="0" r="r" b="b"/>
            <a:pathLst>
              <a:path w="12006" h="1601">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420"/>
                </a:lnTo>
                <a:cubicBezTo>
                  <a:pt x="12006" y="1432"/>
                  <a:pt x="12005" y="1443"/>
                  <a:pt x="12003" y="1455"/>
                </a:cubicBezTo>
                <a:cubicBezTo>
                  <a:pt x="12000" y="1467"/>
                  <a:pt x="11997" y="1478"/>
                  <a:pt x="11992" y="1489"/>
                </a:cubicBezTo>
                <a:cubicBezTo>
                  <a:pt x="11988" y="1500"/>
                  <a:pt x="11982" y="1511"/>
                  <a:pt x="11975" y="1521"/>
                </a:cubicBezTo>
                <a:cubicBezTo>
                  <a:pt x="11969" y="1531"/>
                  <a:pt x="11961" y="1540"/>
                  <a:pt x="11953" y="1548"/>
                </a:cubicBezTo>
                <a:cubicBezTo>
                  <a:pt x="11944" y="1557"/>
                  <a:pt x="11935" y="1564"/>
                  <a:pt x="11925" y="1571"/>
                </a:cubicBezTo>
                <a:cubicBezTo>
                  <a:pt x="11915" y="1577"/>
                  <a:pt x="11905" y="1583"/>
                  <a:pt x="11894" y="1588"/>
                </a:cubicBezTo>
                <a:cubicBezTo>
                  <a:pt x="11883" y="1592"/>
                  <a:pt x="11871" y="1596"/>
                  <a:pt x="11860" y="1598"/>
                </a:cubicBezTo>
                <a:cubicBezTo>
                  <a:pt x="11848" y="1600"/>
                  <a:pt x="11836" y="1601"/>
                  <a:pt x="11824" y="1601"/>
                </a:cubicBezTo>
                <a:lnTo>
                  <a:pt x="181" y="1601"/>
                </a:lnTo>
                <a:cubicBezTo>
                  <a:pt x="170" y="1601"/>
                  <a:pt x="158" y="1600"/>
                  <a:pt x="146" y="1598"/>
                </a:cubicBezTo>
                <a:cubicBezTo>
                  <a:pt x="134" y="1596"/>
                  <a:pt x="123" y="1592"/>
                  <a:pt x="112" y="1588"/>
                </a:cubicBezTo>
                <a:cubicBezTo>
                  <a:pt x="101" y="1583"/>
                  <a:pt x="90" y="1577"/>
                  <a:pt x="80" y="1571"/>
                </a:cubicBezTo>
                <a:cubicBezTo>
                  <a:pt x="70" y="1564"/>
                  <a:pt x="61" y="1557"/>
                  <a:pt x="53" y="1548"/>
                </a:cubicBezTo>
                <a:cubicBezTo>
                  <a:pt x="44" y="1540"/>
                  <a:pt x="37" y="1531"/>
                  <a:pt x="30" y="1521"/>
                </a:cubicBezTo>
                <a:cubicBezTo>
                  <a:pt x="24" y="1511"/>
                  <a:pt x="18" y="1500"/>
                  <a:pt x="13" y="1489"/>
                </a:cubicBezTo>
                <a:cubicBezTo>
                  <a:pt x="9" y="1478"/>
                  <a:pt x="5" y="1467"/>
                  <a:pt x="3" y="1455"/>
                </a:cubicBezTo>
                <a:cubicBezTo>
                  <a:pt x="1" y="1443"/>
                  <a:pt x="0" y="1432"/>
                  <a:pt x="0" y="1420"/>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76" name=""/>
          <p:cNvSpPr/>
          <p:nvPr/>
        </p:nvSpPr>
        <p:spPr>
          <a:xfrm>
            <a:off x="6387480" y="2925720"/>
            <a:ext cx="340920" cy="340560"/>
          </a:xfrm>
          <a:custGeom>
            <a:avLst/>
            <a:gdLst/>
            <a:ahLst/>
            <a:rect l="0" t="0" r="r" b="b"/>
            <a:pathLst>
              <a:path w="947" h="946">
                <a:moveTo>
                  <a:pt x="947" y="472"/>
                </a:moveTo>
                <a:cubicBezTo>
                  <a:pt x="947" y="503"/>
                  <a:pt x="944" y="534"/>
                  <a:pt x="938" y="565"/>
                </a:cubicBezTo>
                <a:cubicBezTo>
                  <a:pt x="932" y="595"/>
                  <a:pt x="923" y="625"/>
                  <a:pt x="911" y="653"/>
                </a:cubicBezTo>
                <a:cubicBezTo>
                  <a:pt x="899" y="682"/>
                  <a:pt x="885" y="709"/>
                  <a:pt x="867" y="735"/>
                </a:cubicBezTo>
                <a:cubicBezTo>
                  <a:pt x="850" y="761"/>
                  <a:pt x="830" y="785"/>
                  <a:pt x="808" y="807"/>
                </a:cubicBezTo>
                <a:cubicBezTo>
                  <a:pt x="787" y="829"/>
                  <a:pt x="763" y="848"/>
                  <a:pt x="737" y="866"/>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6"/>
                </a:cubicBezTo>
                <a:cubicBezTo>
                  <a:pt x="184" y="848"/>
                  <a:pt x="161" y="829"/>
                  <a:pt x="139" y="807"/>
                </a:cubicBezTo>
                <a:cubicBezTo>
                  <a:pt x="117" y="785"/>
                  <a:pt x="97" y="761"/>
                  <a:pt x="80" y="735"/>
                </a:cubicBezTo>
                <a:cubicBezTo>
                  <a:pt x="63" y="709"/>
                  <a:pt x="48" y="682"/>
                  <a:pt x="36" y="653"/>
                </a:cubicBezTo>
                <a:cubicBezTo>
                  <a:pt x="24" y="625"/>
                  <a:pt x="15" y="595"/>
                  <a:pt x="9" y="565"/>
                </a:cubicBezTo>
                <a:cubicBezTo>
                  <a:pt x="3" y="534"/>
                  <a:pt x="0" y="503"/>
                  <a:pt x="0" y="472"/>
                </a:cubicBezTo>
                <a:cubicBezTo>
                  <a:pt x="0" y="441"/>
                  <a:pt x="3" y="411"/>
                  <a:pt x="9" y="380"/>
                </a:cubicBezTo>
                <a:cubicBezTo>
                  <a:pt x="15" y="350"/>
                  <a:pt x="24" y="320"/>
                  <a:pt x="36" y="292"/>
                </a:cubicBezTo>
                <a:cubicBezTo>
                  <a:pt x="48" y="263"/>
                  <a:pt x="63" y="236"/>
                  <a:pt x="80" y="210"/>
                </a:cubicBezTo>
                <a:cubicBezTo>
                  <a:pt x="97" y="184"/>
                  <a:pt x="117" y="160"/>
                  <a:pt x="139" y="138"/>
                </a:cubicBezTo>
                <a:cubicBezTo>
                  <a:pt x="161" y="116"/>
                  <a:pt x="184" y="97"/>
                  <a:pt x="210" y="79"/>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79"/>
                </a:cubicBezTo>
                <a:cubicBezTo>
                  <a:pt x="763" y="97"/>
                  <a:pt x="787" y="116"/>
                  <a:pt x="808" y="138"/>
                </a:cubicBezTo>
                <a:cubicBezTo>
                  <a:pt x="830" y="160"/>
                  <a:pt x="850" y="184"/>
                  <a:pt x="867" y="210"/>
                </a:cubicBezTo>
                <a:cubicBezTo>
                  <a:pt x="885" y="236"/>
                  <a:pt x="899" y="263"/>
                  <a:pt x="911" y="292"/>
                </a:cubicBezTo>
                <a:cubicBezTo>
                  <a:pt x="923" y="320"/>
                  <a:pt x="932" y="350"/>
                  <a:pt x="938" y="380"/>
                </a:cubicBezTo>
                <a:cubicBezTo>
                  <a:pt x="944" y="411"/>
                  <a:pt x="947" y="441"/>
                  <a:pt x="947" y="472"/>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7" name=""/>
          <p:cNvSpPr txBox="1"/>
          <p:nvPr/>
        </p:nvSpPr>
        <p:spPr>
          <a:xfrm>
            <a:off x="6852600" y="2340720"/>
            <a:ext cx="1842840" cy="123840"/>
          </a:xfrm>
          <a:prstGeom prst="rect">
            <a:avLst/>
          </a:prstGeom>
          <a:noFill/>
          <a:ln w="0">
            <a:noFill/>
          </a:ln>
        </p:spPr>
        <p:txBody>
          <a:bodyPr wrap="none" lIns="0" tIns="0" rIns="0" bIns="0" anchor="t">
            <a:spAutoFit/>
          </a:bodyPr>
          <a:p>
            <a:pPr/>
            <a:r>
              <a:rPr lang="en-US" sz="880" b="0" u="none" strike="noStrike">
                <a:solidFill>
                  <a:srgbClr val="2563EB"/>
                </a:solidFill>
                <a:effectLst/>
                <a:uFillTx/>
                <a:latin typeface="HiraginoSans-W3"/>
                <a:ea typeface="HiraginoSans-W3"/>
              </a:rPr>
              <a:t>CLAUDE.md</a:t>
            </a:r>
            <a:r>
              <a:rPr lang="ja-JP" sz="880" b="0" u="none" strike="noStrike">
                <a:solidFill>
                  <a:srgbClr val="2563EB"/>
                </a:solidFill>
                <a:effectLst/>
                <a:uFillTx/>
                <a:latin typeface="HiraginoSans-W3"/>
                <a:ea typeface="HiraginoSans-W3"/>
              </a:rPr>
              <a:t>・</a:t>
            </a:r>
            <a:r>
              <a:rPr lang="en-US" sz="880" b="0" u="none" strike="noStrike">
                <a:solidFill>
                  <a:srgbClr val="2563EB"/>
                </a:solidFill>
                <a:effectLst/>
                <a:uFillTx/>
                <a:latin typeface="HiraginoSans-W3"/>
                <a:ea typeface="HiraginoSans-W3"/>
              </a:rPr>
              <a:t>plan.md </a:t>
            </a:r>
            <a:r>
              <a:rPr lang="ja-JP" sz="880" b="0" u="none" strike="noStrike">
                <a:solidFill>
                  <a:srgbClr val="2563EB"/>
                </a:solidFill>
                <a:effectLst/>
                <a:uFillTx/>
                <a:latin typeface="HiraginoSans-W3"/>
                <a:ea typeface="HiraginoSans-W3"/>
              </a:rPr>
              <a:t>に⽅針を蓄積</a:t>
            </a:r>
            <a:endParaRPr lang="en-US" sz="880" b="0" u="none" strike="noStrike">
              <a:solidFill>
                <a:srgbClr val="000000"/>
              </a:solidFill>
              <a:effectLst/>
              <a:uFillTx/>
              <a:latin typeface="游明朝体"/>
            </a:endParaRPr>
          </a:p>
        </p:txBody>
      </p:sp>
      <p:sp>
        <p:nvSpPr>
          <p:cNvPr id="378" name=""/>
          <p:cNvSpPr txBox="1"/>
          <p:nvPr/>
        </p:nvSpPr>
        <p:spPr>
          <a:xfrm>
            <a:off x="6411240" y="304632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79" name=""/>
          <p:cNvSpPr txBox="1"/>
          <p:nvPr/>
        </p:nvSpPr>
        <p:spPr>
          <a:xfrm>
            <a:off x="6852600" y="2926440"/>
            <a:ext cx="128988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ファイルを直接編集</a:t>
            </a:r>
            <a:endParaRPr lang="en-US" sz="1130" b="0" u="none" strike="noStrike">
              <a:solidFill>
                <a:srgbClr val="000000"/>
              </a:solidFill>
              <a:effectLst/>
              <a:uFillTx/>
              <a:latin typeface="游明朝体"/>
            </a:endParaRPr>
          </a:p>
        </p:txBody>
      </p:sp>
      <p:sp>
        <p:nvSpPr>
          <p:cNvPr id="380" name=""/>
          <p:cNvSpPr/>
          <p:nvPr/>
        </p:nvSpPr>
        <p:spPr>
          <a:xfrm>
            <a:off x="8391240" y="3383640"/>
            <a:ext cx="0" cy="22284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81" name=""/>
          <p:cNvSpPr/>
          <p:nvPr/>
        </p:nvSpPr>
        <p:spPr>
          <a:xfrm>
            <a:off x="8292960" y="350820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2" name=""/>
          <p:cNvSpPr/>
          <p:nvPr/>
        </p:nvSpPr>
        <p:spPr>
          <a:xfrm>
            <a:off x="6230520" y="3606480"/>
            <a:ext cx="4322160" cy="576360"/>
          </a:xfrm>
          <a:custGeom>
            <a:avLst/>
            <a:gdLst/>
            <a:ahLst/>
            <a:rect l="0" t="0" r="r" b="b"/>
            <a:pathLst>
              <a:path w="12006" h="1601">
                <a:moveTo>
                  <a:pt x="181" y="0"/>
                </a:moveTo>
                <a:lnTo>
                  <a:pt x="11824" y="0"/>
                </a:lnTo>
                <a:cubicBezTo>
                  <a:pt x="11836" y="0"/>
                  <a:pt x="11848" y="1"/>
                  <a:pt x="11860" y="3"/>
                </a:cubicBezTo>
                <a:cubicBezTo>
                  <a:pt x="11871" y="5"/>
                  <a:pt x="11883" y="9"/>
                  <a:pt x="11894" y="13"/>
                </a:cubicBezTo>
                <a:cubicBezTo>
                  <a:pt x="11905" y="18"/>
                  <a:pt x="11915" y="24"/>
                  <a:pt x="11925" y="30"/>
                </a:cubicBezTo>
                <a:cubicBezTo>
                  <a:pt x="11935" y="37"/>
                  <a:pt x="11944" y="44"/>
                  <a:pt x="11953" y="53"/>
                </a:cubicBezTo>
                <a:cubicBezTo>
                  <a:pt x="11961" y="61"/>
                  <a:pt x="11969" y="70"/>
                  <a:pt x="11975" y="80"/>
                </a:cubicBezTo>
                <a:cubicBezTo>
                  <a:pt x="11982" y="90"/>
                  <a:pt x="11988" y="101"/>
                  <a:pt x="11992" y="112"/>
                </a:cubicBezTo>
                <a:cubicBezTo>
                  <a:pt x="11997" y="123"/>
                  <a:pt x="12000" y="134"/>
                  <a:pt x="12003" y="146"/>
                </a:cubicBezTo>
                <a:cubicBezTo>
                  <a:pt x="12005" y="158"/>
                  <a:pt x="12006" y="169"/>
                  <a:pt x="12006" y="181"/>
                </a:cubicBezTo>
                <a:lnTo>
                  <a:pt x="12006" y="1419"/>
                </a:lnTo>
                <a:cubicBezTo>
                  <a:pt x="12006" y="1431"/>
                  <a:pt x="12005" y="1443"/>
                  <a:pt x="12003" y="1454"/>
                </a:cubicBezTo>
                <a:cubicBezTo>
                  <a:pt x="12000" y="1466"/>
                  <a:pt x="11997" y="1477"/>
                  <a:pt x="11992" y="1488"/>
                </a:cubicBezTo>
                <a:cubicBezTo>
                  <a:pt x="11988" y="1499"/>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599"/>
                  <a:pt x="11836" y="1601"/>
                  <a:pt x="11824" y="1601"/>
                </a:cubicBezTo>
                <a:lnTo>
                  <a:pt x="181" y="1601"/>
                </a:lnTo>
                <a:cubicBezTo>
                  <a:pt x="170" y="1601"/>
                  <a:pt x="158" y="1599"/>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499"/>
                  <a:pt x="13" y="1488"/>
                </a:cubicBezTo>
                <a:cubicBezTo>
                  <a:pt x="9" y="1477"/>
                  <a:pt x="5" y="1466"/>
                  <a:pt x="3" y="1454"/>
                </a:cubicBezTo>
                <a:cubicBezTo>
                  <a:pt x="1" y="1443"/>
                  <a:pt x="0" y="1431"/>
                  <a:pt x="0" y="1419"/>
                </a:cubicBezTo>
                <a:lnTo>
                  <a:pt x="0" y="181"/>
                </a:lnTo>
                <a:cubicBezTo>
                  <a:pt x="0" y="169"/>
                  <a:pt x="1" y="158"/>
                  <a:pt x="3" y="146"/>
                </a:cubicBezTo>
                <a:cubicBezTo>
                  <a:pt x="5" y="134"/>
                  <a:pt x="9" y="123"/>
                  <a:pt x="13" y="112"/>
                </a:cubicBezTo>
                <a:cubicBezTo>
                  <a:pt x="18" y="101"/>
                  <a:pt x="24" y="90"/>
                  <a:pt x="30" y="80"/>
                </a:cubicBezTo>
                <a:cubicBezTo>
                  <a:pt x="37" y="70"/>
                  <a:pt x="44" y="61"/>
                  <a:pt x="53" y="53"/>
                </a:cubicBezTo>
                <a:cubicBezTo>
                  <a:pt x="61" y="44"/>
                  <a:pt x="70" y="37"/>
                  <a:pt x="80" y="30"/>
                </a:cubicBezTo>
                <a:cubicBezTo>
                  <a:pt x="90" y="24"/>
                  <a:pt x="101" y="18"/>
                  <a:pt x="112" y="13"/>
                </a:cubicBezTo>
                <a:cubicBezTo>
                  <a:pt x="123" y="9"/>
                  <a:pt x="134" y="5"/>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 name=""/>
          <p:cNvSpPr/>
          <p:nvPr/>
        </p:nvSpPr>
        <p:spPr>
          <a:xfrm>
            <a:off x="6230520" y="3606480"/>
            <a:ext cx="4322160" cy="576360"/>
          </a:xfrm>
          <a:custGeom>
            <a:avLst/>
            <a:gdLst/>
            <a:ahLst/>
            <a:rect l="0" t="0" r="r" b="b"/>
            <a:pathLst>
              <a:path w="12006" h="1601">
                <a:moveTo>
                  <a:pt x="181" y="0"/>
                </a:moveTo>
                <a:lnTo>
                  <a:pt x="11824" y="0"/>
                </a:lnTo>
                <a:cubicBezTo>
                  <a:pt x="11836" y="0"/>
                  <a:pt x="11848" y="1"/>
                  <a:pt x="11860" y="3"/>
                </a:cubicBezTo>
                <a:cubicBezTo>
                  <a:pt x="11871" y="5"/>
                  <a:pt x="11883" y="9"/>
                  <a:pt x="11894" y="13"/>
                </a:cubicBezTo>
                <a:cubicBezTo>
                  <a:pt x="11905" y="18"/>
                  <a:pt x="11915" y="24"/>
                  <a:pt x="11925" y="30"/>
                </a:cubicBezTo>
                <a:cubicBezTo>
                  <a:pt x="11935" y="37"/>
                  <a:pt x="11944" y="44"/>
                  <a:pt x="11953" y="53"/>
                </a:cubicBezTo>
                <a:cubicBezTo>
                  <a:pt x="11961" y="61"/>
                  <a:pt x="11969" y="70"/>
                  <a:pt x="11975" y="80"/>
                </a:cubicBezTo>
                <a:cubicBezTo>
                  <a:pt x="11982" y="90"/>
                  <a:pt x="11988" y="101"/>
                  <a:pt x="11992" y="112"/>
                </a:cubicBezTo>
                <a:cubicBezTo>
                  <a:pt x="11997" y="123"/>
                  <a:pt x="12000" y="134"/>
                  <a:pt x="12003" y="146"/>
                </a:cubicBezTo>
                <a:cubicBezTo>
                  <a:pt x="12005" y="158"/>
                  <a:pt x="12006" y="169"/>
                  <a:pt x="12006" y="181"/>
                </a:cubicBezTo>
                <a:lnTo>
                  <a:pt x="12006" y="1419"/>
                </a:lnTo>
                <a:cubicBezTo>
                  <a:pt x="12006" y="1431"/>
                  <a:pt x="12005" y="1443"/>
                  <a:pt x="12003" y="1454"/>
                </a:cubicBezTo>
                <a:cubicBezTo>
                  <a:pt x="12000" y="1466"/>
                  <a:pt x="11997" y="1477"/>
                  <a:pt x="11992" y="1488"/>
                </a:cubicBezTo>
                <a:cubicBezTo>
                  <a:pt x="11988" y="1499"/>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599"/>
                  <a:pt x="11836" y="1601"/>
                  <a:pt x="11824" y="1601"/>
                </a:cubicBezTo>
                <a:lnTo>
                  <a:pt x="181" y="1601"/>
                </a:lnTo>
                <a:cubicBezTo>
                  <a:pt x="170" y="1601"/>
                  <a:pt x="158" y="1599"/>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499"/>
                  <a:pt x="13" y="1488"/>
                </a:cubicBezTo>
                <a:cubicBezTo>
                  <a:pt x="9" y="1477"/>
                  <a:pt x="5" y="1466"/>
                  <a:pt x="3" y="1454"/>
                </a:cubicBezTo>
                <a:cubicBezTo>
                  <a:pt x="1" y="1443"/>
                  <a:pt x="0" y="1431"/>
                  <a:pt x="0" y="1419"/>
                </a:cubicBezTo>
                <a:lnTo>
                  <a:pt x="0" y="181"/>
                </a:lnTo>
                <a:cubicBezTo>
                  <a:pt x="0" y="169"/>
                  <a:pt x="1" y="158"/>
                  <a:pt x="3" y="146"/>
                </a:cubicBezTo>
                <a:cubicBezTo>
                  <a:pt x="5" y="134"/>
                  <a:pt x="9" y="123"/>
                  <a:pt x="13" y="112"/>
                </a:cubicBezTo>
                <a:cubicBezTo>
                  <a:pt x="18" y="101"/>
                  <a:pt x="24" y="90"/>
                  <a:pt x="30" y="80"/>
                </a:cubicBezTo>
                <a:cubicBezTo>
                  <a:pt x="37" y="70"/>
                  <a:pt x="44" y="61"/>
                  <a:pt x="53" y="53"/>
                </a:cubicBezTo>
                <a:cubicBezTo>
                  <a:pt x="61" y="44"/>
                  <a:pt x="70" y="37"/>
                  <a:pt x="80" y="30"/>
                </a:cubicBezTo>
                <a:cubicBezTo>
                  <a:pt x="90" y="24"/>
                  <a:pt x="101" y="18"/>
                  <a:pt x="112" y="13"/>
                </a:cubicBezTo>
                <a:cubicBezTo>
                  <a:pt x="123" y="9"/>
                  <a:pt x="134" y="5"/>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84" name=""/>
          <p:cNvSpPr/>
          <p:nvPr/>
        </p:nvSpPr>
        <p:spPr>
          <a:xfrm>
            <a:off x="6387480" y="3724200"/>
            <a:ext cx="340920" cy="340560"/>
          </a:xfrm>
          <a:custGeom>
            <a:avLst/>
            <a:gdLst/>
            <a:ahLst/>
            <a:rect l="0" t="0" r="r" b="b"/>
            <a:pathLst>
              <a:path w="947" h="946">
                <a:moveTo>
                  <a:pt x="947" y="473"/>
                </a:moveTo>
                <a:cubicBezTo>
                  <a:pt x="947" y="504"/>
                  <a:pt x="944" y="535"/>
                  <a:pt x="938" y="566"/>
                </a:cubicBezTo>
                <a:cubicBezTo>
                  <a:pt x="932" y="596"/>
                  <a:pt x="923" y="626"/>
                  <a:pt x="911" y="654"/>
                </a:cubicBezTo>
                <a:cubicBezTo>
                  <a:pt x="899" y="683"/>
                  <a:pt x="885" y="710"/>
                  <a:pt x="867" y="736"/>
                </a:cubicBezTo>
                <a:cubicBezTo>
                  <a:pt x="850" y="762"/>
                  <a:pt x="830" y="786"/>
                  <a:pt x="808" y="808"/>
                </a:cubicBezTo>
                <a:cubicBezTo>
                  <a:pt x="787" y="830"/>
                  <a:pt x="763" y="849"/>
                  <a:pt x="737" y="867"/>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7"/>
                </a:cubicBezTo>
                <a:cubicBezTo>
                  <a:pt x="184" y="849"/>
                  <a:pt x="161" y="830"/>
                  <a:pt x="139" y="808"/>
                </a:cubicBezTo>
                <a:cubicBezTo>
                  <a:pt x="117" y="786"/>
                  <a:pt x="97" y="762"/>
                  <a:pt x="80" y="736"/>
                </a:cubicBezTo>
                <a:cubicBezTo>
                  <a:pt x="63" y="710"/>
                  <a:pt x="48" y="683"/>
                  <a:pt x="36" y="654"/>
                </a:cubicBezTo>
                <a:cubicBezTo>
                  <a:pt x="24" y="626"/>
                  <a:pt x="15" y="596"/>
                  <a:pt x="9" y="566"/>
                </a:cubicBezTo>
                <a:cubicBezTo>
                  <a:pt x="3" y="535"/>
                  <a:pt x="0" y="504"/>
                  <a:pt x="0" y="473"/>
                </a:cubicBezTo>
                <a:cubicBezTo>
                  <a:pt x="0" y="442"/>
                  <a:pt x="3" y="411"/>
                  <a:pt x="9" y="380"/>
                </a:cubicBezTo>
                <a:cubicBezTo>
                  <a:pt x="15" y="350"/>
                  <a:pt x="24" y="320"/>
                  <a:pt x="36" y="292"/>
                </a:cubicBezTo>
                <a:cubicBezTo>
                  <a:pt x="48" y="263"/>
                  <a:pt x="63" y="236"/>
                  <a:pt x="80" y="210"/>
                </a:cubicBezTo>
                <a:cubicBezTo>
                  <a:pt x="97" y="184"/>
                  <a:pt x="117" y="160"/>
                  <a:pt x="139" y="138"/>
                </a:cubicBezTo>
                <a:cubicBezTo>
                  <a:pt x="161" y="116"/>
                  <a:pt x="184" y="97"/>
                  <a:pt x="210" y="80"/>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80"/>
                </a:cubicBezTo>
                <a:cubicBezTo>
                  <a:pt x="763" y="97"/>
                  <a:pt x="787" y="116"/>
                  <a:pt x="808" y="138"/>
                </a:cubicBezTo>
                <a:cubicBezTo>
                  <a:pt x="830" y="160"/>
                  <a:pt x="850" y="184"/>
                  <a:pt x="867" y="210"/>
                </a:cubicBezTo>
                <a:cubicBezTo>
                  <a:pt x="885" y="236"/>
                  <a:pt x="899" y="263"/>
                  <a:pt x="911" y="292"/>
                </a:cubicBezTo>
                <a:cubicBezTo>
                  <a:pt x="923" y="320"/>
                  <a:pt x="932" y="350"/>
                  <a:pt x="938" y="380"/>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5" name=""/>
          <p:cNvSpPr txBox="1"/>
          <p:nvPr/>
        </p:nvSpPr>
        <p:spPr>
          <a:xfrm>
            <a:off x="6852600" y="3139200"/>
            <a:ext cx="178092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リポジトリを読み込み⾃律的に変更</a:t>
            </a:r>
            <a:endParaRPr lang="en-US" sz="880" b="0" u="none" strike="noStrike">
              <a:solidFill>
                <a:srgbClr val="000000"/>
              </a:solidFill>
              <a:effectLst/>
              <a:uFillTx/>
              <a:latin typeface="游明朝体"/>
            </a:endParaRPr>
          </a:p>
        </p:txBody>
      </p:sp>
      <p:sp>
        <p:nvSpPr>
          <p:cNvPr id="386" name=""/>
          <p:cNvSpPr txBox="1"/>
          <p:nvPr/>
        </p:nvSpPr>
        <p:spPr>
          <a:xfrm>
            <a:off x="6411240" y="384480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87" name=""/>
          <p:cNvSpPr txBox="1"/>
          <p:nvPr/>
        </p:nvSpPr>
        <p:spPr>
          <a:xfrm>
            <a:off x="6852600" y="3724920"/>
            <a:ext cx="143316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テスト実⾏・動作確認</a:t>
            </a:r>
            <a:endParaRPr lang="en-US" sz="1130" b="0" u="none" strike="noStrike">
              <a:solidFill>
                <a:srgbClr val="000000"/>
              </a:solidFill>
              <a:effectLst/>
              <a:uFillTx/>
              <a:latin typeface="游明朝体"/>
            </a:endParaRPr>
          </a:p>
        </p:txBody>
      </p:sp>
      <p:sp>
        <p:nvSpPr>
          <p:cNvPr id="388" name=""/>
          <p:cNvSpPr/>
          <p:nvPr/>
        </p:nvSpPr>
        <p:spPr>
          <a:xfrm>
            <a:off x="8391240" y="418248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89" name=""/>
          <p:cNvSpPr/>
          <p:nvPr/>
        </p:nvSpPr>
        <p:spPr>
          <a:xfrm>
            <a:off x="8292960" y="430668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0" name=""/>
          <p:cNvSpPr/>
          <p:nvPr/>
        </p:nvSpPr>
        <p:spPr>
          <a:xfrm>
            <a:off x="6230520" y="440496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5"/>
                  <a:pt x="11953" y="53"/>
                </a:cubicBezTo>
                <a:cubicBezTo>
                  <a:pt x="11961" y="61"/>
                  <a:pt x="11969" y="71"/>
                  <a:pt x="11975" y="81"/>
                </a:cubicBezTo>
                <a:cubicBezTo>
                  <a:pt x="11982" y="90"/>
                  <a:pt x="11988" y="101"/>
                  <a:pt x="11992" y="112"/>
                </a:cubicBezTo>
                <a:cubicBezTo>
                  <a:pt x="11997" y="123"/>
                  <a:pt x="12000" y="134"/>
                  <a:pt x="12003" y="146"/>
                </a:cubicBezTo>
                <a:cubicBezTo>
                  <a:pt x="12005" y="158"/>
                  <a:pt x="12006" y="170"/>
                  <a:pt x="12006" y="182"/>
                </a:cubicBezTo>
                <a:lnTo>
                  <a:pt x="12006" y="1419"/>
                </a:lnTo>
                <a:cubicBezTo>
                  <a:pt x="12006" y="1431"/>
                  <a:pt x="12005" y="1443"/>
                  <a:pt x="12003" y="1454"/>
                </a:cubicBezTo>
                <a:cubicBezTo>
                  <a:pt x="12000" y="1466"/>
                  <a:pt x="11997" y="1477"/>
                  <a:pt x="11992" y="1488"/>
                </a:cubicBezTo>
                <a:cubicBezTo>
                  <a:pt x="11988" y="1500"/>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600"/>
                  <a:pt x="11836" y="1601"/>
                  <a:pt x="11824" y="1601"/>
                </a:cubicBezTo>
                <a:lnTo>
                  <a:pt x="181" y="1601"/>
                </a:lnTo>
                <a:cubicBezTo>
                  <a:pt x="170" y="1601"/>
                  <a:pt x="158" y="1600"/>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500"/>
                  <a:pt x="13" y="1488"/>
                </a:cubicBezTo>
                <a:cubicBezTo>
                  <a:pt x="9" y="1477"/>
                  <a:pt x="5" y="1466"/>
                  <a:pt x="3" y="1454"/>
                </a:cubicBezTo>
                <a:cubicBezTo>
                  <a:pt x="1" y="1443"/>
                  <a:pt x="0" y="1431"/>
                  <a:pt x="0" y="1419"/>
                </a:cubicBezTo>
                <a:lnTo>
                  <a:pt x="0" y="182"/>
                </a:lnTo>
                <a:cubicBezTo>
                  <a:pt x="0" y="170"/>
                  <a:pt x="1" y="158"/>
                  <a:pt x="3" y="146"/>
                </a:cubicBezTo>
                <a:cubicBezTo>
                  <a:pt x="5" y="134"/>
                  <a:pt x="9" y="123"/>
                  <a:pt x="13" y="112"/>
                </a:cubicBezTo>
                <a:cubicBezTo>
                  <a:pt x="18" y="101"/>
                  <a:pt x="24" y="90"/>
                  <a:pt x="30" y="81"/>
                </a:cubicBezTo>
                <a:cubicBezTo>
                  <a:pt x="37" y="71"/>
                  <a:pt x="44" y="61"/>
                  <a:pt x="53" y="53"/>
                </a:cubicBezTo>
                <a:cubicBezTo>
                  <a:pt x="61" y="45"/>
                  <a:pt x="70" y="37"/>
                  <a:pt x="80" y="30"/>
                </a:cubicBezTo>
                <a:cubicBezTo>
                  <a:pt x="90" y="24"/>
                  <a:pt x="101" y="18"/>
                  <a:pt x="112" y="14"/>
                </a:cubicBezTo>
                <a:cubicBezTo>
                  <a:pt x="123" y="9"/>
                  <a:pt x="134" y="6"/>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91" name=""/>
          <p:cNvSpPr/>
          <p:nvPr/>
        </p:nvSpPr>
        <p:spPr>
          <a:xfrm>
            <a:off x="6230520" y="440496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5"/>
                  <a:pt x="11953" y="53"/>
                </a:cubicBezTo>
                <a:cubicBezTo>
                  <a:pt x="11961" y="61"/>
                  <a:pt x="11969" y="71"/>
                  <a:pt x="11975" y="81"/>
                </a:cubicBezTo>
                <a:cubicBezTo>
                  <a:pt x="11982" y="90"/>
                  <a:pt x="11988" y="101"/>
                  <a:pt x="11992" y="112"/>
                </a:cubicBezTo>
                <a:cubicBezTo>
                  <a:pt x="11997" y="123"/>
                  <a:pt x="12000" y="134"/>
                  <a:pt x="12003" y="146"/>
                </a:cubicBezTo>
                <a:cubicBezTo>
                  <a:pt x="12005" y="158"/>
                  <a:pt x="12006" y="170"/>
                  <a:pt x="12006" y="182"/>
                </a:cubicBezTo>
                <a:lnTo>
                  <a:pt x="12006" y="1419"/>
                </a:lnTo>
                <a:cubicBezTo>
                  <a:pt x="12006" y="1431"/>
                  <a:pt x="12005" y="1443"/>
                  <a:pt x="12003" y="1454"/>
                </a:cubicBezTo>
                <a:cubicBezTo>
                  <a:pt x="12000" y="1466"/>
                  <a:pt x="11997" y="1477"/>
                  <a:pt x="11992" y="1488"/>
                </a:cubicBezTo>
                <a:cubicBezTo>
                  <a:pt x="11988" y="1500"/>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600"/>
                  <a:pt x="11836" y="1601"/>
                  <a:pt x="11824" y="1601"/>
                </a:cubicBezTo>
                <a:lnTo>
                  <a:pt x="181" y="1601"/>
                </a:lnTo>
                <a:cubicBezTo>
                  <a:pt x="170" y="1601"/>
                  <a:pt x="158" y="1600"/>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500"/>
                  <a:pt x="13" y="1488"/>
                </a:cubicBezTo>
                <a:cubicBezTo>
                  <a:pt x="9" y="1477"/>
                  <a:pt x="5" y="1466"/>
                  <a:pt x="3" y="1454"/>
                </a:cubicBezTo>
                <a:cubicBezTo>
                  <a:pt x="1" y="1443"/>
                  <a:pt x="0" y="1431"/>
                  <a:pt x="0" y="1419"/>
                </a:cubicBezTo>
                <a:lnTo>
                  <a:pt x="0" y="182"/>
                </a:lnTo>
                <a:cubicBezTo>
                  <a:pt x="0" y="170"/>
                  <a:pt x="1" y="158"/>
                  <a:pt x="3" y="146"/>
                </a:cubicBezTo>
                <a:cubicBezTo>
                  <a:pt x="5" y="134"/>
                  <a:pt x="9" y="123"/>
                  <a:pt x="13" y="112"/>
                </a:cubicBezTo>
                <a:cubicBezTo>
                  <a:pt x="18" y="101"/>
                  <a:pt x="24" y="90"/>
                  <a:pt x="30" y="81"/>
                </a:cubicBezTo>
                <a:cubicBezTo>
                  <a:pt x="37" y="71"/>
                  <a:pt x="44" y="61"/>
                  <a:pt x="53" y="53"/>
                </a:cubicBezTo>
                <a:cubicBezTo>
                  <a:pt x="61" y="45"/>
                  <a:pt x="70" y="37"/>
                  <a:pt x="80" y="30"/>
                </a:cubicBezTo>
                <a:cubicBezTo>
                  <a:pt x="90" y="24"/>
                  <a:pt x="101" y="18"/>
                  <a:pt x="112" y="14"/>
                </a:cubicBezTo>
                <a:cubicBezTo>
                  <a:pt x="123" y="9"/>
                  <a:pt x="134" y="6"/>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92" name=""/>
          <p:cNvSpPr/>
          <p:nvPr/>
        </p:nvSpPr>
        <p:spPr>
          <a:xfrm>
            <a:off x="6387480" y="4522680"/>
            <a:ext cx="340920" cy="340560"/>
          </a:xfrm>
          <a:custGeom>
            <a:avLst/>
            <a:gdLst/>
            <a:ahLst/>
            <a:rect l="0" t="0" r="r" b="b"/>
            <a:pathLst>
              <a:path w="947" h="946">
                <a:moveTo>
                  <a:pt x="947" y="474"/>
                </a:moveTo>
                <a:cubicBezTo>
                  <a:pt x="947" y="505"/>
                  <a:pt x="944" y="536"/>
                  <a:pt x="938" y="566"/>
                </a:cubicBezTo>
                <a:cubicBezTo>
                  <a:pt x="932" y="596"/>
                  <a:pt x="923" y="626"/>
                  <a:pt x="911" y="655"/>
                </a:cubicBezTo>
                <a:cubicBezTo>
                  <a:pt x="899" y="683"/>
                  <a:pt x="885" y="711"/>
                  <a:pt x="867" y="736"/>
                </a:cubicBezTo>
                <a:cubicBezTo>
                  <a:pt x="850" y="762"/>
                  <a:pt x="830" y="786"/>
                  <a:pt x="808" y="808"/>
                </a:cubicBezTo>
                <a:cubicBezTo>
                  <a:pt x="787" y="830"/>
                  <a:pt x="763" y="850"/>
                  <a:pt x="737" y="867"/>
                </a:cubicBezTo>
                <a:cubicBezTo>
                  <a:pt x="711" y="884"/>
                  <a:pt x="683" y="899"/>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9"/>
                  <a:pt x="236" y="884"/>
                  <a:pt x="210" y="867"/>
                </a:cubicBezTo>
                <a:cubicBezTo>
                  <a:pt x="184" y="850"/>
                  <a:pt x="161" y="830"/>
                  <a:pt x="139" y="808"/>
                </a:cubicBezTo>
                <a:cubicBezTo>
                  <a:pt x="117" y="786"/>
                  <a:pt x="97" y="762"/>
                  <a:pt x="80" y="736"/>
                </a:cubicBezTo>
                <a:cubicBezTo>
                  <a:pt x="63" y="711"/>
                  <a:pt x="48" y="683"/>
                  <a:pt x="36" y="655"/>
                </a:cubicBezTo>
                <a:cubicBezTo>
                  <a:pt x="24" y="626"/>
                  <a:pt x="15" y="596"/>
                  <a:pt x="9" y="566"/>
                </a:cubicBezTo>
                <a:cubicBezTo>
                  <a:pt x="3" y="536"/>
                  <a:pt x="0" y="505"/>
                  <a:pt x="0" y="474"/>
                </a:cubicBezTo>
                <a:cubicBezTo>
                  <a:pt x="0" y="443"/>
                  <a:pt x="3" y="412"/>
                  <a:pt x="9" y="381"/>
                </a:cubicBezTo>
                <a:cubicBezTo>
                  <a:pt x="15" y="351"/>
                  <a:pt x="24" y="321"/>
                  <a:pt x="36" y="293"/>
                </a:cubicBezTo>
                <a:cubicBezTo>
                  <a:pt x="48" y="264"/>
                  <a:pt x="63" y="237"/>
                  <a:pt x="80" y="211"/>
                </a:cubicBezTo>
                <a:cubicBezTo>
                  <a:pt x="97" y="184"/>
                  <a:pt x="117" y="160"/>
                  <a:pt x="139" y="138"/>
                </a:cubicBezTo>
                <a:cubicBezTo>
                  <a:pt x="161" y="117"/>
                  <a:pt x="184" y="97"/>
                  <a:pt x="210" y="80"/>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80"/>
                </a:cubicBezTo>
                <a:cubicBezTo>
                  <a:pt x="763" y="97"/>
                  <a:pt x="787" y="117"/>
                  <a:pt x="808" y="138"/>
                </a:cubicBezTo>
                <a:cubicBezTo>
                  <a:pt x="830" y="160"/>
                  <a:pt x="850" y="184"/>
                  <a:pt x="867" y="211"/>
                </a:cubicBezTo>
                <a:cubicBezTo>
                  <a:pt x="885" y="237"/>
                  <a:pt x="899" y="264"/>
                  <a:pt x="911" y="293"/>
                </a:cubicBezTo>
                <a:cubicBezTo>
                  <a:pt x="923" y="321"/>
                  <a:pt x="932" y="351"/>
                  <a:pt x="938" y="381"/>
                </a:cubicBezTo>
                <a:cubicBezTo>
                  <a:pt x="944" y="412"/>
                  <a:pt x="947" y="443"/>
                  <a:pt x="947" y="474"/>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 name=""/>
          <p:cNvSpPr txBox="1"/>
          <p:nvPr/>
        </p:nvSpPr>
        <p:spPr>
          <a:xfrm>
            <a:off x="6852600" y="393804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実⾏結果を⾒て⾃らコードを修正</a:t>
            </a:r>
            <a:endParaRPr lang="en-US" sz="880" b="0" u="none" strike="noStrike">
              <a:solidFill>
                <a:srgbClr val="000000"/>
              </a:solidFill>
              <a:effectLst/>
              <a:uFillTx/>
              <a:latin typeface="游明朝体"/>
            </a:endParaRPr>
          </a:p>
        </p:txBody>
      </p:sp>
      <p:sp>
        <p:nvSpPr>
          <p:cNvPr id="394" name=""/>
          <p:cNvSpPr txBox="1"/>
          <p:nvPr/>
        </p:nvSpPr>
        <p:spPr>
          <a:xfrm>
            <a:off x="6411240" y="464364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95" name=""/>
          <p:cNvSpPr txBox="1"/>
          <p:nvPr/>
        </p:nvSpPr>
        <p:spPr>
          <a:xfrm>
            <a:off x="6852600" y="4523400"/>
            <a:ext cx="2301120" cy="160560"/>
          </a:xfrm>
          <a:prstGeom prst="rect">
            <a:avLst/>
          </a:prstGeom>
          <a:noFill/>
          <a:ln w="0">
            <a:noFill/>
          </a:ln>
        </p:spPr>
        <p:txBody>
          <a:bodyPr wrap="none" lIns="0" tIns="0" rIns="0" bIns="0" anchor="t">
            <a:spAutoFit/>
          </a:bodyPr>
          <a:p>
            <a:pPr/>
            <a:r>
              <a:rPr lang="en-US" sz="1130" b="1" u="none" strike="noStrike">
                <a:solidFill>
                  <a:srgbClr val="1A1A2E"/>
                </a:solidFill>
                <a:effectLst/>
                <a:uFillTx/>
                <a:latin typeface="HiraginoSans-W5"/>
                <a:ea typeface="HiraginoSans-W5"/>
              </a:rPr>
              <a:t>commit → push → </a:t>
            </a:r>
            <a:r>
              <a:rPr lang="ja-JP" sz="1130" b="1" u="none" strike="noStrike">
                <a:solidFill>
                  <a:srgbClr val="1A1A2E"/>
                </a:solidFill>
                <a:effectLst/>
                <a:uFillTx/>
                <a:latin typeface="HiraginoSans-W5"/>
                <a:ea typeface="HiraginoSans-W5"/>
              </a:rPr>
              <a:t>ドキュメント化</a:t>
            </a:r>
            <a:endParaRPr lang="en-US" sz="1130" b="0" u="none" strike="noStrike">
              <a:solidFill>
                <a:srgbClr val="000000"/>
              </a:solidFill>
              <a:effectLst/>
              <a:uFillTx/>
              <a:latin typeface="游明朝体"/>
            </a:endParaRPr>
          </a:p>
        </p:txBody>
      </p:sp>
      <p:sp>
        <p:nvSpPr>
          <p:cNvPr id="396" name=""/>
          <p:cNvSpPr/>
          <p:nvPr/>
        </p:nvSpPr>
        <p:spPr>
          <a:xfrm>
            <a:off x="6122160" y="2297160"/>
            <a:ext cx="108720" cy="2396160"/>
          </a:xfrm>
          <a:custGeom>
            <a:avLst/>
            <a:gdLst/>
            <a:ahLst/>
            <a:rect l="0" t="0" r="r" b="b"/>
            <a:pathLst>
              <a:path fill="none" w="302" h="6656">
                <a:moveTo>
                  <a:pt x="302" y="6656"/>
                </a:moveTo>
                <a:cubicBezTo>
                  <a:pt x="-101" y="6656"/>
                  <a:pt x="-101" y="0"/>
                  <a:pt x="302" y="0"/>
                </a:cubicBezTo>
              </a:path>
            </a:pathLst>
          </a:custGeom>
          <a:ln w="19440">
            <a:solidFill>
              <a:srgbClr val="2563EB"/>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397" name=""/>
          <p:cNvSpPr/>
          <p:nvPr/>
        </p:nvSpPr>
        <p:spPr>
          <a:xfrm>
            <a:off x="6132240" y="2199240"/>
            <a:ext cx="196560" cy="196560"/>
          </a:xfrm>
          <a:custGeom>
            <a:avLst/>
            <a:gdLst/>
            <a:ahLst/>
            <a:rect l="0" t="0" r="r" b="b"/>
            <a:pathLst>
              <a:path w="546" h="546">
                <a:moveTo>
                  <a:pt x="0" y="0"/>
                </a:moveTo>
                <a:lnTo>
                  <a:pt x="546" y="273"/>
                </a:lnTo>
                <a:lnTo>
                  <a:pt x="0" y="546"/>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 name=""/>
          <p:cNvSpPr txBox="1"/>
          <p:nvPr/>
        </p:nvSpPr>
        <p:spPr>
          <a:xfrm>
            <a:off x="6852600" y="473652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⼀連の流れを⼈の介在少なく反復</a:t>
            </a:r>
            <a:endParaRPr lang="en-US" sz="880" b="0" u="none" strike="noStrike">
              <a:solidFill>
                <a:srgbClr val="000000"/>
              </a:solidFill>
              <a:effectLst/>
              <a:uFillTx/>
              <a:latin typeface="游明朝体"/>
            </a:endParaRPr>
          </a:p>
        </p:txBody>
      </p:sp>
      <p:sp>
        <p:nvSpPr>
          <p:cNvPr id="399" name=""/>
          <p:cNvSpPr/>
          <p:nvPr/>
        </p:nvSpPr>
        <p:spPr>
          <a:xfrm>
            <a:off x="6230520" y="5203440"/>
            <a:ext cx="4322160" cy="523800"/>
          </a:xfrm>
          <a:custGeom>
            <a:avLst/>
            <a:gdLst/>
            <a:ahLst/>
            <a:rect l="0" t="0" r="r" b="b"/>
            <a:pathLst>
              <a:path w="12006" h="1455">
                <a:moveTo>
                  <a:pt x="181" y="0"/>
                </a:moveTo>
                <a:lnTo>
                  <a:pt x="11824" y="0"/>
                </a:lnTo>
                <a:cubicBezTo>
                  <a:pt x="11836" y="0"/>
                  <a:pt x="11848" y="1"/>
                  <a:pt x="11860" y="3"/>
                </a:cubicBezTo>
                <a:cubicBezTo>
                  <a:pt x="11871" y="6"/>
                  <a:pt x="11883" y="9"/>
                  <a:pt x="11894" y="14"/>
                </a:cubicBezTo>
                <a:cubicBezTo>
                  <a:pt x="11905" y="18"/>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274"/>
                </a:lnTo>
                <a:cubicBezTo>
                  <a:pt x="12006" y="1286"/>
                  <a:pt x="12005" y="1297"/>
                  <a:pt x="12003" y="1309"/>
                </a:cubicBezTo>
                <a:cubicBezTo>
                  <a:pt x="12000" y="1321"/>
                  <a:pt x="11997" y="1332"/>
                  <a:pt x="11992" y="1343"/>
                </a:cubicBezTo>
                <a:cubicBezTo>
                  <a:pt x="11988" y="1354"/>
                  <a:pt x="11982" y="1365"/>
                  <a:pt x="11975" y="1375"/>
                </a:cubicBezTo>
                <a:cubicBezTo>
                  <a:pt x="11969" y="1385"/>
                  <a:pt x="11961" y="1394"/>
                  <a:pt x="11953" y="1402"/>
                </a:cubicBezTo>
                <a:cubicBezTo>
                  <a:pt x="11944" y="1411"/>
                  <a:pt x="11935" y="1418"/>
                  <a:pt x="11925" y="1425"/>
                </a:cubicBezTo>
                <a:cubicBezTo>
                  <a:pt x="11915" y="1431"/>
                  <a:pt x="11905" y="1437"/>
                  <a:pt x="11894" y="1442"/>
                </a:cubicBezTo>
                <a:cubicBezTo>
                  <a:pt x="11883" y="1446"/>
                  <a:pt x="11871" y="1450"/>
                  <a:pt x="11860" y="1452"/>
                </a:cubicBezTo>
                <a:cubicBezTo>
                  <a:pt x="11848" y="1454"/>
                  <a:pt x="11836" y="1455"/>
                  <a:pt x="11824" y="1455"/>
                </a:cubicBezTo>
                <a:lnTo>
                  <a:pt x="181" y="1455"/>
                </a:lnTo>
                <a:cubicBezTo>
                  <a:pt x="170" y="1455"/>
                  <a:pt x="158" y="1454"/>
                  <a:pt x="146" y="1452"/>
                </a:cubicBezTo>
                <a:cubicBezTo>
                  <a:pt x="134" y="1450"/>
                  <a:pt x="123" y="1446"/>
                  <a:pt x="112" y="1442"/>
                </a:cubicBezTo>
                <a:cubicBezTo>
                  <a:pt x="101" y="1437"/>
                  <a:pt x="90" y="1431"/>
                  <a:pt x="80" y="1425"/>
                </a:cubicBezTo>
                <a:cubicBezTo>
                  <a:pt x="70" y="1418"/>
                  <a:pt x="61" y="1411"/>
                  <a:pt x="53" y="1402"/>
                </a:cubicBezTo>
                <a:cubicBezTo>
                  <a:pt x="44" y="1394"/>
                  <a:pt x="37" y="1385"/>
                  <a:pt x="30" y="1375"/>
                </a:cubicBezTo>
                <a:cubicBezTo>
                  <a:pt x="24" y="1365"/>
                  <a:pt x="18" y="1354"/>
                  <a:pt x="13" y="1343"/>
                </a:cubicBezTo>
                <a:cubicBezTo>
                  <a:pt x="9" y="1332"/>
                  <a:pt x="5" y="1321"/>
                  <a:pt x="3" y="1309"/>
                </a:cubicBezTo>
                <a:cubicBezTo>
                  <a:pt x="1" y="1297"/>
                  <a:pt x="0" y="1286"/>
                  <a:pt x="0" y="1274"/>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8"/>
                  <a:pt x="112" y="14"/>
                </a:cubicBezTo>
                <a:cubicBezTo>
                  <a:pt x="123" y="9"/>
                  <a:pt x="134" y="6"/>
                  <a:pt x="146" y="3"/>
                </a:cubicBezTo>
                <a:cubicBezTo>
                  <a:pt x="158" y="1"/>
                  <a:pt x="170" y="0"/>
                  <a:pt x="181" y="0"/>
                </a:cubicBezTo>
                <a:close/>
              </a:path>
            </a:pathLst>
          </a:custGeom>
          <a:solidFill>
            <a:srgbClr val="1E3A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 name=""/>
          <p:cNvSpPr txBox="1"/>
          <p:nvPr/>
        </p:nvSpPr>
        <p:spPr>
          <a:xfrm rot="5400000">
            <a:off x="5361120" y="3485160"/>
            <a:ext cx="1268640" cy="97920"/>
          </a:xfrm>
          <a:prstGeom prst="rect">
            <a:avLst/>
          </a:prstGeom>
          <a:noFill/>
          <a:ln w="0">
            <a:noFill/>
          </a:ln>
        </p:spPr>
        <p:txBody>
          <a:bodyPr wrap="none" lIns="0" tIns="0" rIns="0" bIns="0" anchor="t">
            <a:spAutoFit/>
          </a:bodyPr>
          <a:p>
            <a:pPr/>
            <a:r>
              <a:rPr lang="ja-JP" sz="770" b="1" u="none" strike="noStrike">
                <a:solidFill>
                  <a:srgbClr val="2563EB"/>
                </a:solidFill>
                <a:effectLst/>
                <a:uFillTx/>
                <a:latin typeface="HiraginoSans-W5"/>
                <a:ea typeface="HiraginoSans-W5"/>
              </a:rPr>
              <a:t>エージェントが⾃律的に反復</a:t>
            </a:r>
            <a:endParaRPr lang="en-US" sz="770" b="0" u="none" strike="noStrike">
              <a:solidFill>
                <a:srgbClr val="000000"/>
              </a:solidFill>
              <a:effectLst/>
              <a:uFillTx/>
              <a:latin typeface="游明朝体"/>
            </a:endParaRPr>
          </a:p>
        </p:txBody>
      </p:sp>
      <p:sp>
        <p:nvSpPr>
          <p:cNvPr id="401" name=""/>
          <p:cNvSpPr txBox="1"/>
          <p:nvPr/>
        </p:nvSpPr>
        <p:spPr>
          <a:xfrm>
            <a:off x="7520760" y="5333400"/>
            <a:ext cx="1750320" cy="125280"/>
          </a:xfrm>
          <a:prstGeom prst="rect">
            <a:avLst/>
          </a:prstGeom>
          <a:noFill/>
          <a:ln w="0">
            <a:noFill/>
          </a:ln>
        </p:spPr>
        <p:txBody>
          <a:bodyPr wrap="none" lIns="0" tIns="0" rIns="0" bIns="0" anchor="t">
            <a:spAutoFit/>
          </a:bodyPr>
          <a:p>
            <a:pPr/>
            <a:r>
              <a:rPr lang="ja-JP" sz="980" b="1" u="none" strike="noStrike">
                <a:solidFill>
                  <a:srgbClr val="FFFFFF"/>
                </a:solidFill>
                <a:effectLst/>
                <a:uFillTx/>
                <a:latin typeface="HiraginoSans-W6"/>
                <a:ea typeface="HiraginoSans-W6"/>
              </a:rPr>
              <a:t>⼈の介在を最⼩化し⾼速に反復</a:t>
            </a:r>
            <a:endParaRPr lang="en-US" sz="980" b="0" u="none" strike="noStrike">
              <a:solidFill>
                <a:srgbClr val="000000"/>
              </a:solidFill>
              <a:effectLst/>
              <a:uFillTx/>
              <a:latin typeface="游明朝体"/>
            </a:endParaRPr>
          </a:p>
        </p:txBody>
      </p:sp>
      <p:sp>
        <p:nvSpPr>
          <p:cNvPr id="402" name=""/>
          <p:cNvSpPr txBox="1"/>
          <p:nvPr/>
        </p:nvSpPr>
        <p:spPr>
          <a:xfrm>
            <a:off x="7484400" y="5521320"/>
            <a:ext cx="1800000" cy="117720"/>
          </a:xfrm>
          <a:prstGeom prst="rect">
            <a:avLst/>
          </a:prstGeom>
          <a:noFill/>
          <a:ln w="0">
            <a:noFill/>
          </a:ln>
        </p:spPr>
        <p:txBody>
          <a:bodyPr wrap="none" lIns="0" tIns="0" rIns="0" bIns="0" anchor="t">
            <a:spAutoFit/>
          </a:bodyPr>
          <a:p>
            <a:pPr/>
            <a:r>
              <a:rPr lang="ja-JP" sz="820" b="0" u="none" strike="noStrike">
                <a:solidFill>
                  <a:srgbClr val="DBEAFE"/>
                </a:solidFill>
                <a:effectLst/>
                <a:uFillTx/>
                <a:latin typeface="HiraginoSans-W3"/>
                <a:ea typeface="HiraginoSans-W3"/>
              </a:rPr>
              <a:t>半年間で</a:t>
            </a:r>
            <a:r>
              <a:rPr lang="en-US" sz="820" b="0" u="none" strike="noStrike">
                <a:solidFill>
                  <a:srgbClr val="DBEAFE"/>
                </a:solidFill>
                <a:effectLst/>
                <a:uFillTx/>
                <a:latin typeface="HiraginoSans-W3"/>
                <a:ea typeface="HiraginoSans-W3"/>
              </a:rPr>
              <a:t>34</a:t>
            </a:r>
            <a:r>
              <a:rPr lang="ja-JP" sz="820" b="0" u="none" strike="noStrike">
                <a:solidFill>
                  <a:srgbClr val="DBEAFE"/>
                </a:solidFill>
                <a:effectLst/>
                <a:uFillTx/>
                <a:latin typeface="HiraginoSans-W3"/>
                <a:ea typeface="HiraginoSans-W3"/>
              </a:rPr>
              <a:t>件のリポジトリを継続開発</a:t>
            </a:r>
            <a:endParaRPr lang="en-US" sz="820" b="0" u="none" strike="noStrike">
              <a:solidFill>
                <a:srgbClr val="000000"/>
              </a:solidFill>
              <a:effectLst/>
              <a:uFillTx/>
              <a:latin typeface="游明朝体"/>
            </a:endParaRPr>
          </a:p>
        </p:txBody>
      </p:sp>
      <p:sp>
        <p:nvSpPr>
          <p:cNvPr id="403"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7"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 name=""/>
          <p:cNvSpPr/>
          <p:nvPr/>
        </p:nvSpPr>
        <p:spPr>
          <a:xfrm>
            <a:off x="552240" y="5143320"/>
            <a:ext cx="11106360" cy="1276560"/>
          </a:xfrm>
          <a:custGeom>
            <a:avLst/>
            <a:gdLst/>
            <a:ahLst/>
            <a:rect l="0" t="0" r="r" b="b"/>
            <a:pathLst>
              <a:path w="30851" h="3546">
                <a:moveTo>
                  <a:pt x="0" y="3546"/>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3441"/>
                </a:lnTo>
                <a:cubicBezTo>
                  <a:pt x="30851" y="3455"/>
                  <a:pt x="30849" y="3468"/>
                  <a:pt x="30843" y="3481"/>
                </a:cubicBezTo>
                <a:cubicBezTo>
                  <a:pt x="30838" y="3494"/>
                  <a:pt x="30830" y="3505"/>
                  <a:pt x="30820" y="3515"/>
                </a:cubicBezTo>
                <a:cubicBezTo>
                  <a:pt x="30811" y="3525"/>
                  <a:pt x="30799" y="3533"/>
                  <a:pt x="30786" y="3538"/>
                </a:cubicBezTo>
                <a:cubicBezTo>
                  <a:pt x="30773" y="3544"/>
                  <a:pt x="30760" y="3546"/>
                  <a:pt x="30746" y="3546"/>
                </a:cubicBezTo>
                <a:lnTo>
                  <a:pt x="0" y="3546"/>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9" name=""/>
          <p:cNvSpPr/>
          <p:nvPr/>
        </p:nvSpPr>
        <p:spPr>
          <a:xfrm>
            <a:off x="533160" y="514332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 name=""/>
          <p:cNvSpPr txBox="1"/>
          <p:nvPr/>
        </p:nvSpPr>
        <p:spPr>
          <a:xfrm>
            <a:off x="533520" y="475560"/>
            <a:ext cx="245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Claude Code </a:t>
            </a:r>
            <a:endParaRPr lang="en-US" sz="3000" b="0" u="none" strike="noStrike">
              <a:solidFill>
                <a:srgbClr val="000000"/>
              </a:solidFill>
              <a:effectLst/>
              <a:uFillTx/>
              <a:latin typeface="游明朝体"/>
            </a:endParaRPr>
          </a:p>
        </p:txBody>
      </p:sp>
      <p:pic>
        <p:nvPicPr>
          <p:cNvPr id="411" name=""/>
          <p:cNvPicPr/>
          <p:nvPr/>
        </p:nvPicPr>
        <p:blipFill>
          <a:blip r:embed="rId1"/>
          <a:stretch/>
        </p:blipFill>
        <p:spPr>
          <a:xfrm>
            <a:off x="1257120" y="1276200"/>
            <a:ext cx="3999960" cy="2437920"/>
          </a:xfrm>
          <a:prstGeom prst="rect">
            <a:avLst/>
          </a:prstGeom>
          <a:noFill/>
          <a:ln w="0">
            <a:noFill/>
          </a:ln>
        </p:spPr>
      </p:pic>
      <p:sp>
        <p:nvSpPr>
          <p:cNvPr id="412" name=""/>
          <p:cNvSpPr/>
          <p:nvPr/>
        </p:nvSpPr>
        <p:spPr>
          <a:xfrm>
            <a:off x="6295680" y="1428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1"/>
                </a:cubicBezTo>
                <a:cubicBezTo>
                  <a:pt x="0" y="70"/>
                  <a:pt x="2" y="59"/>
                  <a:pt x="6" y="49"/>
                </a:cubicBezTo>
                <a:cubicBezTo>
                  <a:pt x="11" y="40"/>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40"/>
                  <a:pt x="154" y="49"/>
                </a:cubicBezTo>
                <a:cubicBezTo>
                  <a:pt x="158" y="59"/>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 name=""/>
          <p:cNvSpPr txBox="1"/>
          <p:nvPr/>
        </p:nvSpPr>
        <p:spPr>
          <a:xfrm>
            <a:off x="29887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の具体的な使い⽅</a:t>
            </a:r>
            <a:endParaRPr lang="en-US" sz="3000" b="0" u="none" strike="noStrike">
              <a:solidFill>
                <a:srgbClr val="000000"/>
              </a:solidFill>
              <a:effectLst/>
              <a:uFillTx/>
              <a:latin typeface="游明朝体"/>
            </a:endParaRPr>
          </a:p>
        </p:txBody>
      </p:sp>
      <p:sp>
        <p:nvSpPr>
          <p:cNvPr id="414" name=""/>
          <p:cNvSpPr txBox="1"/>
          <p:nvPr/>
        </p:nvSpPr>
        <p:spPr>
          <a:xfrm>
            <a:off x="6477120" y="134208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フォルダにマークダウンファイルを保存（</a:t>
            </a:r>
            <a:endParaRPr lang="en-US" sz="1500" b="0" u="none" strike="noStrike">
              <a:solidFill>
                <a:srgbClr val="000000"/>
              </a:solidFill>
              <a:effectLst/>
              <a:uFillTx/>
              <a:latin typeface="游明朝体"/>
            </a:endParaRPr>
          </a:p>
        </p:txBody>
      </p:sp>
      <p:sp>
        <p:nvSpPr>
          <p:cNvPr id="415" name=""/>
          <p:cNvSpPr txBox="1"/>
          <p:nvPr/>
        </p:nvSpPr>
        <p:spPr>
          <a:xfrm>
            <a:off x="10071720" y="1333080"/>
            <a:ext cx="10839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CLAUDE.md</a:t>
            </a:r>
            <a:endParaRPr lang="en-US" sz="1500" b="0" u="none" strike="noStrike">
              <a:solidFill>
                <a:srgbClr val="000000"/>
              </a:solidFill>
              <a:effectLst/>
              <a:uFillTx/>
              <a:latin typeface="游明朝体"/>
            </a:endParaRPr>
          </a:p>
        </p:txBody>
      </p:sp>
      <p:sp>
        <p:nvSpPr>
          <p:cNvPr id="416" name=""/>
          <p:cNvSpPr txBox="1"/>
          <p:nvPr/>
        </p:nvSpPr>
        <p:spPr>
          <a:xfrm>
            <a:off x="11154960" y="13420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17" name=""/>
          <p:cNvSpPr txBox="1"/>
          <p:nvPr/>
        </p:nvSpPr>
        <p:spPr>
          <a:xfrm>
            <a:off x="6477120" y="1676160"/>
            <a:ext cx="6926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plan.md</a:t>
            </a:r>
            <a:endParaRPr lang="en-US" sz="1500" b="0" u="none" strike="noStrike">
              <a:solidFill>
                <a:srgbClr val="000000"/>
              </a:solidFill>
              <a:effectLst/>
              <a:uFillTx/>
              <a:latin typeface="游明朝体"/>
            </a:endParaRPr>
          </a:p>
        </p:txBody>
      </p:sp>
      <p:sp>
        <p:nvSpPr>
          <p:cNvPr id="418" name=""/>
          <p:cNvSpPr txBox="1"/>
          <p:nvPr/>
        </p:nvSpPr>
        <p:spPr>
          <a:xfrm>
            <a:off x="7169040" y="168480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など）し、</a:t>
            </a:r>
            <a:endParaRPr lang="en-US" sz="1500" b="0" u="none" strike="noStrike">
              <a:solidFill>
                <a:srgbClr val="000000"/>
              </a:solidFill>
              <a:effectLst/>
              <a:uFillTx/>
              <a:latin typeface="游明朝体"/>
            </a:endParaRPr>
          </a:p>
        </p:txBody>
      </p:sp>
      <p:sp>
        <p:nvSpPr>
          <p:cNvPr id="419" name=""/>
          <p:cNvSpPr txBox="1"/>
          <p:nvPr/>
        </p:nvSpPr>
        <p:spPr>
          <a:xfrm>
            <a:off x="8121240" y="167616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20" name=""/>
          <p:cNvSpPr txBox="1"/>
          <p:nvPr/>
        </p:nvSpPr>
        <p:spPr>
          <a:xfrm>
            <a:off x="8294040" y="1684800"/>
            <a:ext cx="3239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に制限事項（セキュリティ）や⽅針を</a:t>
            </a:r>
            <a:endParaRPr lang="en-US" sz="1500" b="0" u="none" strike="noStrike">
              <a:solidFill>
                <a:srgbClr val="000000"/>
              </a:solidFill>
              <a:effectLst/>
              <a:uFillTx/>
              <a:latin typeface="游明朝体"/>
            </a:endParaRPr>
          </a:p>
        </p:txBody>
      </p:sp>
      <p:sp>
        <p:nvSpPr>
          <p:cNvPr id="421" name=""/>
          <p:cNvSpPr/>
          <p:nvPr/>
        </p:nvSpPr>
        <p:spPr>
          <a:xfrm>
            <a:off x="6295680" y="25048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0"/>
                </a:cubicBezTo>
                <a:cubicBezTo>
                  <a:pt x="0" y="69"/>
                  <a:pt x="2" y="59"/>
                  <a:pt x="6" y="49"/>
                </a:cubicBezTo>
                <a:cubicBezTo>
                  <a:pt x="11" y="39"/>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2" name=""/>
          <p:cNvSpPr txBox="1"/>
          <p:nvPr/>
        </p:nvSpPr>
        <p:spPr>
          <a:xfrm>
            <a:off x="6477120" y="202788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読ませて開発</a:t>
            </a:r>
            <a:endParaRPr lang="en-US" sz="1500" b="0" u="none" strike="noStrike">
              <a:solidFill>
                <a:srgbClr val="000000"/>
              </a:solidFill>
              <a:effectLst/>
              <a:uFillTx/>
              <a:latin typeface="游明朝体"/>
            </a:endParaRPr>
          </a:p>
        </p:txBody>
      </p:sp>
      <p:sp>
        <p:nvSpPr>
          <p:cNvPr id="423" name=""/>
          <p:cNvSpPr txBox="1"/>
          <p:nvPr/>
        </p:nvSpPr>
        <p:spPr>
          <a:xfrm>
            <a:off x="6477120" y="241848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チャットで指⽰を出し</a:t>
            </a:r>
            <a:endParaRPr lang="en-US" sz="1500" b="0" u="none" strike="noStrike">
              <a:solidFill>
                <a:srgbClr val="000000"/>
              </a:solidFill>
              <a:effectLst/>
              <a:uFillTx/>
              <a:latin typeface="游明朝体"/>
            </a:endParaRPr>
          </a:p>
        </p:txBody>
      </p:sp>
      <p:sp>
        <p:nvSpPr>
          <p:cNvPr id="424" name=""/>
          <p:cNvSpPr txBox="1"/>
          <p:nvPr/>
        </p:nvSpPr>
        <p:spPr>
          <a:xfrm>
            <a:off x="8381880" y="24094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25" name=""/>
          <p:cNvSpPr txBox="1"/>
          <p:nvPr/>
        </p:nvSpPr>
        <p:spPr>
          <a:xfrm>
            <a:off x="8554680" y="241848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が直接</a:t>
            </a:r>
            <a:endParaRPr lang="en-US" sz="1500" b="0" u="none" strike="noStrike">
              <a:solidFill>
                <a:srgbClr val="000000"/>
              </a:solidFill>
              <a:effectLst/>
              <a:uFillTx/>
              <a:latin typeface="游明朝体"/>
            </a:endParaRPr>
          </a:p>
        </p:txBody>
      </p:sp>
      <p:sp>
        <p:nvSpPr>
          <p:cNvPr id="426" name=""/>
          <p:cNvSpPr txBox="1"/>
          <p:nvPr/>
        </p:nvSpPr>
        <p:spPr>
          <a:xfrm>
            <a:off x="9126360" y="2409480"/>
            <a:ext cx="5900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427" name=""/>
          <p:cNvSpPr txBox="1"/>
          <p:nvPr/>
        </p:nvSpPr>
        <p:spPr>
          <a:xfrm>
            <a:off x="9715680" y="241848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コードを書いて保存</a:t>
            </a:r>
            <a:endParaRPr lang="en-US" sz="1500" b="0" u="none" strike="noStrike">
              <a:solidFill>
                <a:srgbClr val="000000"/>
              </a:solidFill>
              <a:effectLst/>
              <a:uFillTx/>
              <a:latin typeface="游明朝体"/>
            </a:endParaRPr>
          </a:p>
        </p:txBody>
      </p:sp>
      <p:sp>
        <p:nvSpPr>
          <p:cNvPr id="428" name=""/>
          <p:cNvSpPr/>
          <p:nvPr/>
        </p:nvSpPr>
        <p:spPr>
          <a:xfrm>
            <a:off x="6295680" y="323820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0"/>
                </a:cubicBezTo>
                <a:cubicBezTo>
                  <a:pt x="0" y="69"/>
                  <a:pt x="2" y="59"/>
                  <a:pt x="6" y="49"/>
                </a:cubicBezTo>
                <a:cubicBezTo>
                  <a:pt x="11" y="40"/>
                  <a:pt x="16" y="31"/>
                  <a:pt x="24" y="24"/>
                </a:cubicBezTo>
                <a:cubicBezTo>
                  <a:pt x="31" y="16"/>
                  <a:pt x="40" y="10"/>
                  <a:pt x="49" y="6"/>
                </a:cubicBezTo>
                <a:cubicBezTo>
                  <a:pt x="59" y="2"/>
                  <a:pt x="69" y="0"/>
                  <a:pt x="80" y="0"/>
                </a:cubicBezTo>
                <a:cubicBezTo>
                  <a:pt x="90" y="0"/>
                  <a:pt x="100" y="2"/>
                  <a:pt x="110" y="6"/>
                </a:cubicBezTo>
                <a:cubicBezTo>
                  <a:pt x="120" y="10"/>
                  <a:pt x="130"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 name=""/>
          <p:cNvSpPr txBox="1"/>
          <p:nvPr/>
        </p:nvSpPr>
        <p:spPr>
          <a:xfrm>
            <a:off x="6477120" y="276120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（タイプミスもない）</a:t>
            </a:r>
            <a:endParaRPr lang="en-US" sz="1500" b="0" u="none" strike="noStrike">
              <a:solidFill>
                <a:srgbClr val="000000"/>
              </a:solidFill>
              <a:effectLst/>
              <a:uFillTx/>
              <a:latin typeface="游明朝体"/>
            </a:endParaRPr>
          </a:p>
        </p:txBody>
      </p:sp>
      <p:sp>
        <p:nvSpPr>
          <p:cNvPr id="430" name=""/>
          <p:cNvSpPr txBox="1"/>
          <p:nvPr/>
        </p:nvSpPr>
        <p:spPr>
          <a:xfrm>
            <a:off x="6477120" y="315180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チャットの内容（バグ取り、機能追加、</a:t>
            </a:r>
            <a:endParaRPr lang="en-US" sz="1500" b="0" u="none" strike="noStrike">
              <a:solidFill>
                <a:srgbClr val="000000"/>
              </a:solidFill>
              <a:effectLst/>
              <a:uFillTx/>
              <a:latin typeface="游明朝体"/>
            </a:endParaRPr>
          </a:p>
        </p:txBody>
      </p:sp>
      <p:sp>
        <p:nvSpPr>
          <p:cNvPr id="431" name=""/>
          <p:cNvSpPr txBox="1"/>
          <p:nvPr/>
        </p:nvSpPr>
        <p:spPr>
          <a:xfrm>
            <a:off x="9898200" y="31428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Q</a:t>
            </a:r>
            <a:endParaRPr lang="en-US" sz="1500" b="0" u="none" strike="noStrike">
              <a:solidFill>
                <a:srgbClr val="000000"/>
              </a:solidFill>
              <a:effectLst/>
              <a:uFillTx/>
              <a:latin typeface="游明朝体"/>
            </a:endParaRPr>
          </a:p>
        </p:txBody>
      </p:sp>
      <p:sp>
        <p:nvSpPr>
          <p:cNvPr id="432" name=""/>
          <p:cNvSpPr txBox="1"/>
          <p:nvPr/>
        </p:nvSpPr>
        <p:spPr>
          <a:xfrm>
            <a:off x="10043280" y="315180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33" name=""/>
          <p:cNvSpPr txBox="1"/>
          <p:nvPr/>
        </p:nvSpPr>
        <p:spPr>
          <a:xfrm>
            <a:off x="10233720" y="31428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a:t>
            </a:r>
            <a:endParaRPr lang="en-US" sz="1500" b="0" u="none" strike="noStrike">
              <a:solidFill>
                <a:srgbClr val="000000"/>
              </a:solidFill>
              <a:effectLst/>
              <a:uFillTx/>
              <a:latin typeface="游明朝体"/>
            </a:endParaRPr>
          </a:p>
        </p:txBody>
      </p:sp>
      <p:sp>
        <p:nvSpPr>
          <p:cNvPr id="434" name=""/>
          <p:cNvSpPr txBox="1"/>
          <p:nvPr/>
        </p:nvSpPr>
        <p:spPr>
          <a:xfrm>
            <a:off x="10357200" y="315180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）を常時まと</a:t>
            </a:r>
            <a:endParaRPr lang="en-US" sz="1500" b="0" u="none" strike="noStrike">
              <a:solidFill>
                <a:srgbClr val="000000"/>
              </a:solidFill>
              <a:effectLst/>
              <a:uFillTx/>
              <a:latin typeface="游明朝体"/>
            </a:endParaRPr>
          </a:p>
        </p:txBody>
      </p:sp>
      <p:sp>
        <p:nvSpPr>
          <p:cNvPr id="435" name=""/>
          <p:cNvSpPr txBox="1"/>
          <p:nvPr/>
        </p:nvSpPr>
        <p:spPr>
          <a:xfrm>
            <a:off x="6477120" y="3494880"/>
            <a:ext cx="2286720" cy="21204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めさせてマニュアル化 </a:t>
            </a:r>
            <a:r>
              <a:rPr lang="en-US" sz="1500" b="0" u="none" strike="noStrike">
                <a:solidFill>
                  <a:srgbClr val="1A1A2E"/>
                </a:solidFill>
                <a:effectLst/>
                <a:uFillTx/>
                <a:latin typeface="Arial"/>
                <a:ea typeface="Arial"/>
              </a:rPr>
              <a:t>←</a:t>
            </a:r>
            <a:endParaRPr lang="en-US" sz="1500" b="0" u="none" strike="noStrike">
              <a:solidFill>
                <a:srgbClr val="000000"/>
              </a:solidFill>
              <a:effectLst/>
              <a:uFillTx/>
              <a:latin typeface="游明朝体"/>
            </a:endParaRPr>
          </a:p>
        </p:txBody>
      </p:sp>
      <p:sp>
        <p:nvSpPr>
          <p:cNvPr id="436" name=""/>
          <p:cNvSpPr txBox="1"/>
          <p:nvPr/>
        </p:nvSpPr>
        <p:spPr>
          <a:xfrm>
            <a:off x="8738280" y="34858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437" name=""/>
          <p:cNvSpPr txBox="1"/>
          <p:nvPr/>
        </p:nvSpPr>
        <p:spPr>
          <a:xfrm>
            <a:off x="8791200" y="3494880"/>
            <a:ext cx="2858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チャットだと⾃分でやる（⾯倒）</a:t>
            </a:r>
            <a:endParaRPr lang="en-US" sz="1500" b="0" u="none" strike="noStrike">
              <a:solidFill>
                <a:srgbClr val="000000"/>
              </a:solidFill>
              <a:effectLst/>
              <a:uFillTx/>
              <a:latin typeface="游明朝体"/>
            </a:endParaRPr>
          </a:p>
        </p:txBody>
      </p:sp>
      <p:sp>
        <p:nvSpPr>
          <p:cNvPr id="438" name=""/>
          <p:cNvSpPr txBox="1"/>
          <p:nvPr/>
        </p:nvSpPr>
        <p:spPr>
          <a:xfrm>
            <a:off x="6477120" y="383760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が、</a:t>
            </a:r>
            <a:endParaRPr lang="en-US" sz="1500" b="0" u="none" strike="noStrike">
              <a:solidFill>
                <a:srgbClr val="000000"/>
              </a:solidFill>
              <a:effectLst/>
              <a:uFillTx/>
              <a:latin typeface="游明朝体"/>
            </a:endParaRPr>
          </a:p>
        </p:txBody>
      </p:sp>
      <p:sp>
        <p:nvSpPr>
          <p:cNvPr id="439" name=""/>
          <p:cNvSpPr txBox="1"/>
          <p:nvPr/>
        </p:nvSpPr>
        <p:spPr>
          <a:xfrm>
            <a:off x="6858000" y="38286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40" name=""/>
          <p:cNvSpPr/>
          <p:nvPr/>
        </p:nvSpPr>
        <p:spPr>
          <a:xfrm>
            <a:off x="6295680" y="431460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0"/>
                  <a:pt x="0" y="90"/>
                  <a:pt x="0" y="79"/>
                </a:cubicBezTo>
                <a:cubicBezTo>
                  <a:pt x="0" y="69"/>
                  <a:pt x="2" y="59"/>
                  <a:pt x="6" y="49"/>
                </a:cubicBezTo>
                <a:cubicBezTo>
                  <a:pt x="11" y="39"/>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 name=""/>
          <p:cNvSpPr txBox="1"/>
          <p:nvPr/>
        </p:nvSpPr>
        <p:spPr>
          <a:xfrm>
            <a:off x="7030800" y="383760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頼みだと簡単</a:t>
            </a:r>
            <a:endParaRPr lang="en-US" sz="1500" b="0" u="none" strike="noStrike">
              <a:solidFill>
                <a:srgbClr val="000000"/>
              </a:solidFill>
              <a:effectLst/>
              <a:uFillTx/>
              <a:latin typeface="游明朝体"/>
            </a:endParaRPr>
          </a:p>
        </p:txBody>
      </p:sp>
      <p:sp>
        <p:nvSpPr>
          <p:cNvPr id="442" name=""/>
          <p:cNvSpPr txBox="1"/>
          <p:nvPr/>
        </p:nvSpPr>
        <p:spPr>
          <a:xfrm>
            <a:off x="6477120" y="42192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43" name=""/>
          <p:cNvSpPr txBox="1"/>
          <p:nvPr/>
        </p:nvSpPr>
        <p:spPr>
          <a:xfrm>
            <a:off x="6649920" y="422820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作成の</a:t>
            </a:r>
            <a:endParaRPr lang="en-US" sz="1500" b="0" u="none" strike="noStrike">
              <a:solidFill>
                <a:srgbClr val="000000"/>
              </a:solidFill>
              <a:effectLst/>
              <a:uFillTx/>
              <a:latin typeface="游明朝体"/>
            </a:endParaRPr>
          </a:p>
        </p:txBody>
      </p:sp>
      <p:sp>
        <p:nvSpPr>
          <p:cNvPr id="444" name=""/>
          <p:cNvSpPr txBox="1"/>
          <p:nvPr/>
        </p:nvSpPr>
        <p:spPr>
          <a:xfrm>
            <a:off x="7221240" y="4219200"/>
            <a:ext cx="5900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445" name=""/>
          <p:cNvSpPr txBox="1"/>
          <p:nvPr/>
        </p:nvSpPr>
        <p:spPr>
          <a:xfrm>
            <a:off x="7810560" y="422820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コード・ドキュメント</a:t>
            </a:r>
            <a:endParaRPr lang="en-US" sz="1500" b="0" u="none" strike="noStrike">
              <a:solidFill>
                <a:srgbClr val="000000"/>
              </a:solidFill>
              <a:effectLst/>
              <a:uFillTx/>
              <a:latin typeface="游明朝体"/>
            </a:endParaRPr>
          </a:p>
        </p:txBody>
      </p:sp>
      <p:sp>
        <p:nvSpPr>
          <p:cNvPr id="446" name=""/>
          <p:cNvSpPr txBox="1"/>
          <p:nvPr/>
        </p:nvSpPr>
        <p:spPr>
          <a:xfrm>
            <a:off x="9715680" y="42192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447" name=""/>
          <p:cNvSpPr txBox="1"/>
          <p:nvPr/>
        </p:nvSpPr>
        <p:spPr>
          <a:xfrm>
            <a:off x="9768600" y="4228200"/>
            <a:ext cx="191160" cy="2120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Arial"/>
                <a:ea typeface="Arial"/>
              </a:rPr>
              <a:t>→</a:t>
            </a:r>
            <a:endParaRPr lang="en-US" sz="1500" b="0" u="none" strike="noStrike">
              <a:solidFill>
                <a:srgbClr val="000000"/>
              </a:solidFill>
              <a:effectLst/>
              <a:uFillTx/>
              <a:latin typeface="游明朝体"/>
            </a:endParaRPr>
          </a:p>
        </p:txBody>
      </p:sp>
      <p:sp>
        <p:nvSpPr>
          <p:cNvPr id="448" name=""/>
          <p:cNvSpPr txBox="1"/>
          <p:nvPr/>
        </p:nvSpPr>
        <p:spPr>
          <a:xfrm>
            <a:off x="9959040" y="4219200"/>
            <a:ext cx="7099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449" name=""/>
          <p:cNvSpPr txBox="1"/>
          <p:nvPr/>
        </p:nvSpPr>
        <p:spPr>
          <a:xfrm>
            <a:off x="10668240" y="422820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450" name=""/>
          <p:cNvSpPr txBox="1"/>
          <p:nvPr/>
        </p:nvSpPr>
        <p:spPr>
          <a:xfrm>
            <a:off x="11049480" y="4219200"/>
            <a:ext cx="4737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push</a:t>
            </a:r>
            <a:endParaRPr lang="en-US" sz="1500" b="0" u="none" strike="noStrike">
              <a:solidFill>
                <a:srgbClr val="000000"/>
              </a:solidFill>
              <a:effectLst/>
              <a:uFillTx/>
              <a:latin typeface="游明朝体"/>
            </a:endParaRPr>
          </a:p>
        </p:txBody>
      </p:sp>
      <p:sp>
        <p:nvSpPr>
          <p:cNvPr id="451" name=""/>
          <p:cNvSpPr txBox="1"/>
          <p:nvPr/>
        </p:nvSpPr>
        <p:spPr>
          <a:xfrm>
            <a:off x="6477120" y="457092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452" name=""/>
          <p:cNvSpPr txBox="1"/>
          <p:nvPr/>
        </p:nvSpPr>
        <p:spPr>
          <a:xfrm>
            <a:off x="723960" y="5275080"/>
            <a:ext cx="107006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チャットによる開発では継続的・安定的な開発が難しい。毎回説明し、プロンプトで指⽰し、コードを貼り付けて作業再開しなけれ</a:t>
            </a:r>
            <a:endParaRPr lang="en-US" sz="1430" b="0" u="none" strike="noStrike">
              <a:solidFill>
                <a:srgbClr val="000000"/>
              </a:solidFill>
              <a:effectLst/>
              <a:uFillTx/>
              <a:latin typeface="游明朝体"/>
            </a:endParaRPr>
          </a:p>
        </p:txBody>
      </p:sp>
      <p:sp>
        <p:nvSpPr>
          <p:cNvPr id="453" name=""/>
          <p:cNvSpPr txBox="1"/>
          <p:nvPr/>
        </p:nvSpPr>
        <p:spPr>
          <a:xfrm>
            <a:off x="723960" y="5551200"/>
            <a:ext cx="10890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ばならない。</a:t>
            </a:r>
            <a:endParaRPr lang="en-US" sz="1430" b="0" u="none" strike="noStrike">
              <a:solidFill>
                <a:srgbClr val="000000"/>
              </a:solidFill>
              <a:effectLst/>
              <a:uFillTx/>
              <a:latin typeface="游明朝体"/>
            </a:endParaRPr>
          </a:p>
        </p:txBody>
      </p:sp>
      <p:sp>
        <p:nvSpPr>
          <p:cNvPr id="454" name=""/>
          <p:cNvSpPr txBox="1"/>
          <p:nvPr/>
        </p:nvSpPr>
        <p:spPr>
          <a:xfrm>
            <a:off x="723960" y="5809320"/>
            <a:ext cx="106560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Claude Code</a:t>
            </a:r>
            <a:endParaRPr lang="en-US" sz="1430" b="0" u="none" strike="noStrike">
              <a:solidFill>
                <a:srgbClr val="000000"/>
              </a:solidFill>
              <a:effectLst/>
              <a:uFillTx/>
              <a:latin typeface="游明朝体"/>
            </a:endParaRPr>
          </a:p>
        </p:txBody>
      </p:sp>
      <p:sp>
        <p:nvSpPr>
          <p:cNvPr id="455" name=""/>
          <p:cNvSpPr txBox="1"/>
          <p:nvPr/>
        </p:nvSpPr>
        <p:spPr>
          <a:xfrm>
            <a:off x="1786320" y="5817960"/>
            <a:ext cx="70736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では、プロンプトに当たるマークダウンファイルを常に読み込ませて起動し、コードも</a:t>
            </a:r>
            <a:endParaRPr lang="en-US" sz="1430" b="0" u="none" strike="noStrike">
              <a:solidFill>
                <a:srgbClr val="000000"/>
              </a:solidFill>
              <a:effectLst/>
              <a:uFillTx/>
              <a:latin typeface="游明朝体"/>
            </a:endParaRPr>
          </a:p>
        </p:txBody>
      </p:sp>
      <p:sp>
        <p:nvSpPr>
          <p:cNvPr id="456" name=""/>
          <p:cNvSpPr txBox="1"/>
          <p:nvPr/>
        </p:nvSpPr>
        <p:spPr>
          <a:xfrm>
            <a:off x="8822880" y="5809320"/>
            <a:ext cx="2023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git</a:t>
            </a:r>
            <a:endParaRPr lang="en-US" sz="1430" b="0" u="none" strike="noStrike">
              <a:solidFill>
                <a:srgbClr val="000000"/>
              </a:solidFill>
              <a:effectLst/>
              <a:uFillTx/>
              <a:latin typeface="游明朝体"/>
            </a:endParaRPr>
          </a:p>
        </p:txBody>
      </p:sp>
      <p:sp>
        <p:nvSpPr>
          <p:cNvPr id="457" name=""/>
          <p:cNvSpPr txBox="1"/>
          <p:nvPr/>
        </p:nvSpPr>
        <p:spPr>
          <a:xfrm>
            <a:off x="9023760" y="5817960"/>
            <a:ext cx="7261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で管理、</a:t>
            </a:r>
            <a:endParaRPr lang="en-US" sz="1430" b="0" u="none" strike="noStrike">
              <a:solidFill>
                <a:srgbClr val="000000"/>
              </a:solidFill>
              <a:effectLst/>
              <a:uFillTx/>
              <a:latin typeface="游明朝体"/>
            </a:endParaRPr>
          </a:p>
        </p:txBody>
      </p:sp>
      <p:sp>
        <p:nvSpPr>
          <p:cNvPr id="458" name=""/>
          <p:cNvSpPr txBox="1"/>
          <p:nvPr/>
        </p:nvSpPr>
        <p:spPr>
          <a:xfrm>
            <a:off x="9747720" y="5809320"/>
            <a:ext cx="5749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459" name=""/>
          <p:cNvSpPr txBox="1"/>
          <p:nvPr/>
        </p:nvSpPr>
        <p:spPr>
          <a:xfrm>
            <a:off x="10320840" y="5817960"/>
            <a:ext cx="10890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にコードとド</a:t>
            </a:r>
            <a:endParaRPr lang="en-US" sz="1430" b="0" u="none" strike="noStrike">
              <a:solidFill>
                <a:srgbClr val="000000"/>
              </a:solidFill>
              <a:effectLst/>
              <a:uFillTx/>
              <a:latin typeface="游明朝体"/>
            </a:endParaRPr>
          </a:p>
        </p:txBody>
      </p:sp>
      <p:sp>
        <p:nvSpPr>
          <p:cNvPr id="460" name=""/>
          <p:cNvSpPr txBox="1"/>
          <p:nvPr/>
        </p:nvSpPr>
        <p:spPr>
          <a:xfrm>
            <a:off x="723960" y="6094080"/>
            <a:ext cx="96127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キュメントを保存することで、スマホでドキュメント確認や毎⽇の⾃動処理の結果のグラフなどを⾒ることができる。</a:t>
            </a:r>
            <a:endParaRPr lang="en-US" sz="1430" b="0" u="none" strike="noStrike">
              <a:solidFill>
                <a:srgbClr val="000000"/>
              </a:solidFill>
              <a:effectLst/>
              <a:uFillTx/>
              <a:latin typeface="游明朝体"/>
            </a:endParaRPr>
          </a:p>
        </p:txBody>
      </p:sp>
      <p:sp>
        <p:nvSpPr>
          <p:cNvPr id="46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5" name=""/>
          <p:cNvSpPr/>
          <p:nvPr/>
        </p:nvSpPr>
        <p:spPr>
          <a:xfrm>
            <a:off x="533160" y="2314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6" name=""/>
          <p:cNvSpPr/>
          <p:nvPr/>
        </p:nvSpPr>
        <p:spPr>
          <a:xfrm>
            <a:off x="552240" y="4638600"/>
            <a:ext cx="11106360" cy="457560"/>
          </a:xfrm>
          <a:custGeom>
            <a:avLst/>
            <a:gdLst/>
            <a:ahLst/>
            <a:rect l="0" t="0" r="r" b="b"/>
            <a:pathLst>
              <a:path w="30851" h="1271">
                <a:moveTo>
                  <a:pt x="0" y="1271"/>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2"/>
                  <a:pt x="30851" y="106"/>
                </a:cubicBezTo>
                <a:lnTo>
                  <a:pt x="30851" y="1165"/>
                </a:lnTo>
                <a:cubicBezTo>
                  <a:pt x="30851" y="1179"/>
                  <a:pt x="30849" y="1192"/>
                  <a:pt x="30843" y="1205"/>
                </a:cubicBezTo>
                <a:cubicBezTo>
                  <a:pt x="30838" y="1218"/>
                  <a:pt x="30830" y="1230"/>
                  <a:pt x="30820" y="1240"/>
                </a:cubicBezTo>
                <a:cubicBezTo>
                  <a:pt x="30811" y="1250"/>
                  <a:pt x="30799" y="1257"/>
                  <a:pt x="30786" y="1263"/>
                </a:cubicBezTo>
                <a:cubicBezTo>
                  <a:pt x="30773" y="1268"/>
                  <a:pt x="30760" y="1271"/>
                  <a:pt x="30746" y="1271"/>
                </a:cubicBezTo>
                <a:lnTo>
                  <a:pt x="0" y="1271"/>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7" name=""/>
          <p:cNvSpPr/>
          <p:nvPr/>
        </p:nvSpPr>
        <p:spPr>
          <a:xfrm>
            <a:off x="533160" y="463860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 name=""/>
          <p:cNvSpPr txBox="1"/>
          <p:nvPr/>
        </p:nvSpPr>
        <p:spPr>
          <a:xfrm>
            <a:off x="533520" y="1780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469" name=""/>
          <p:cNvSpPr/>
          <p:nvPr/>
        </p:nvSpPr>
        <p:spPr>
          <a:xfrm>
            <a:off x="618840" y="27334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 name=""/>
          <p:cNvSpPr txBox="1"/>
          <p:nvPr/>
        </p:nvSpPr>
        <p:spPr>
          <a:xfrm>
            <a:off x="906840" y="1798200"/>
            <a:ext cx="9144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へサンプルアプリを読ませて開発（応⽤、⾼機能化）</a:t>
            </a:r>
            <a:endParaRPr lang="en-US" sz="3000" b="0" u="none" strike="noStrike">
              <a:solidFill>
                <a:srgbClr val="000000"/>
              </a:solidFill>
              <a:effectLst/>
              <a:uFillTx/>
              <a:latin typeface="游明朝体"/>
            </a:endParaRPr>
          </a:p>
        </p:txBody>
      </p:sp>
      <p:sp>
        <p:nvSpPr>
          <p:cNvPr id="471" name=""/>
          <p:cNvSpPr txBox="1"/>
          <p:nvPr/>
        </p:nvSpPr>
        <p:spPr>
          <a:xfrm>
            <a:off x="799920" y="263808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472" name=""/>
          <p:cNvSpPr txBox="1"/>
          <p:nvPr/>
        </p:nvSpPr>
        <p:spPr>
          <a:xfrm>
            <a:off x="1360800" y="264708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「気象データ分析チャレンジ」にて</a:t>
            </a:r>
            <a:endParaRPr lang="en-US" sz="1500" b="0" u="none" strike="noStrike">
              <a:solidFill>
                <a:srgbClr val="000000"/>
              </a:solidFill>
              <a:effectLst/>
              <a:uFillTx/>
              <a:latin typeface="游明朝体"/>
            </a:endParaRPr>
          </a:p>
        </p:txBody>
      </p:sp>
      <p:sp>
        <p:nvSpPr>
          <p:cNvPr id="473" name=""/>
          <p:cNvSpPr txBox="1"/>
          <p:nvPr/>
        </p:nvSpPr>
        <p:spPr>
          <a:xfrm>
            <a:off x="4397400" y="2638080"/>
            <a:ext cx="6534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Python</a:t>
            </a:r>
            <a:endParaRPr lang="en-US" sz="1500" b="0" u="none" strike="noStrike">
              <a:solidFill>
                <a:srgbClr val="000000"/>
              </a:solidFill>
              <a:effectLst/>
              <a:uFillTx/>
              <a:latin typeface="游明朝体"/>
            </a:endParaRPr>
          </a:p>
        </p:txBody>
      </p:sp>
      <p:sp>
        <p:nvSpPr>
          <p:cNvPr id="474" name=""/>
          <p:cNvSpPr/>
          <p:nvPr/>
        </p:nvSpPr>
        <p:spPr>
          <a:xfrm>
            <a:off x="618840" y="3124080"/>
            <a:ext cx="57600" cy="57600"/>
          </a:xfrm>
          <a:custGeom>
            <a:avLst/>
            <a:gdLst/>
            <a:ahLst/>
            <a:rect l="0" t="0" r="r" b="b"/>
            <a:pathLst>
              <a:path w="160" h="160">
                <a:moveTo>
                  <a:pt x="160" y="79"/>
                </a:moveTo>
                <a:cubicBezTo>
                  <a:pt x="160" y="90"/>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 name=""/>
          <p:cNvSpPr txBox="1"/>
          <p:nvPr/>
        </p:nvSpPr>
        <p:spPr>
          <a:xfrm>
            <a:off x="5050440" y="2647080"/>
            <a:ext cx="4191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・気象データの取り扱い・機械学習の基礎を習得</a:t>
            </a:r>
            <a:endParaRPr lang="en-US" sz="1500" b="0" u="none" strike="noStrike">
              <a:solidFill>
                <a:srgbClr val="000000"/>
              </a:solidFill>
              <a:effectLst/>
              <a:uFillTx/>
              <a:latin typeface="游明朝体"/>
            </a:endParaRPr>
          </a:p>
        </p:txBody>
      </p:sp>
      <p:sp>
        <p:nvSpPr>
          <p:cNvPr id="476" name=""/>
          <p:cNvSpPr txBox="1"/>
          <p:nvPr/>
        </p:nvSpPr>
        <p:spPr>
          <a:xfrm>
            <a:off x="799920" y="303768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同講座を通じて</a:t>
            </a:r>
            <a:endParaRPr lang="en-US" sz="1500" b="0" u="none" strike="noStrike">
              <a:solidFill>
                <a:srgbClr val="000000"/>
              </a:solidFill>
              <a:effectLst/>
              <a:uFillTx/>
              <a:latin typeface="游明朝体"/>
            </a:endParaRPr>
          </a:p>
        </p:txBody>
      </p:sp>
      <p:sp>
        <p:nvSpPr>
          <p:cNvPr id="477" name=""/>
          <p:cNvSpPr txBox="1"/>
          <p:nvPr/>
        </p:nvSpPr>
        <p:spPr>
          <a:xfrm>
            <a:off x="2133720" y="30286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478" name=""/>
          <p:cNvSpPr txBox="1"/>
          <p:nvPr/>
        </p:nvSpPr>
        <p:spPr>
          <a:xfrm>
            <a:off x="2267640" y="303768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479" name=""/>
          <p:cNvSpPr txBox="1"/>
          <p:nvPr/>
        </p:nvSpPr>
        <p:spPr>
          <a:xfrm>
            <a:off x="6056640" y="3028680"/>
            <a:ext cx="8157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480" name=""/>
          <p:cNvSpPr txBox="1"/>
          <p:nvPr/>
        </p:nvSpPr>
        <p:spPr>
          <a:xfrm>
            <a:off x="6871680" y="30376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81" name=""/>
          <p:cNvSpPr txBox="1"/>
          <p:nvPr/>
        </p:nvSpPr>
        <p:spPr>
          <a:xfrm>
            <a:off x="7062120" y="30286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482" name=""/>
          <p:cNvSpPr/>
          <p:nvPr/>
        </p:nvSpPr>
        <p:spPr>
          <a:xfrm>
            <a:off x="618840" y="3514680"/>
            <a:ext cx="57600" cy="57240"/>
          </a:xfrm>
          <a:custGeom>
            <a:avLst/>
            <a:gdLst/>
            <a:ahLst/>
            <a:rect l="0" t="0" r="r" b="b"/>
            <a:pathLst>
              <a:path w="160" h="159">
                <a:moveTo>
                  <a:pt x="160" y="79"/>
                </a:moveTo>
                <a:cubicBezTo>
                  <a:pt x="160" y="90"/>
                  <a:pt x="158" y="100"/>
                  <a:pt x="154" y="109"/>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09"/>
                </a:cubicBezTo>
                <a:cubicBezTo>
                  <a:pt x="2" y="100"/>
                  <a:pt x="0" y="90"/>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 name=""/>
          <p:cNvSpPr txBox="1"/>
          <p:nvPr/>
        </p:nvSpPr>
        <p:spPr>
          <a:xfrm>
            <a:off x="7196400" y="303768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の存在を確認</a:t>
            </a:r>
            <a:endParaRPr lang="en-US" sz="1500" b="0" u="none" strike="noStrike">
              <a:solidFill>
                <a:srgbClr val="000000"/>
              </a:solidFill>
              <a:effectLst/>
              <a:uFillTx/>
              <a:latin typeface="游明朝体"/>
            </a:endParaRPr>
          </a:p>
        </p:txBody>
      </p:sp>
      <p:sp>
        <p:nvSpPr>
          <p:cNvPr id="484" name=""/>
          <p:cNvSpPr txBox="1"/>
          <p:nvPr/>
        </p:nvSpPr>
        <p:spPr>
          <a:xfrm>
            <a:off x="799920" y="342792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⿊良⽒の</a:t>
            </a:r>
            <a:endParaRPr lang="en-US" sz="1500" b="0" u="none" strike="noStrike">
              <a:solidFill>
                <a:srgbClr val="000000"/>
              </a:solidFill>
              <a:effectLst/>
              <a:uFillTx/>
              <a:latin typeface="游明朝体"/>
            </a:endParaRPr>
          </a:p>
        </p:txBody>
      </p:sp>
      <p:sp>
        <p:nvSpPr>
          <p:cNvPr id="485" name=""/>
          <p:cNvSpPr txBox="1"/>
          <p:nvPr/>
        </p:nvSpPr>
        <p:spPr>
          <a:xfrm>
            <a:off x="1562040" y="3418920"/>
            <a:ext cx="515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Note </a:t>
            </a:r>
            <a:endParaRPr lang="en-US" sz="1500" b="0" u="none" strike="noStrike">
              <a:solidFill>
                <a:srgbClr val="000000"/>
              </a:solidFill>
              <a:effectLst/>
              <a:uFillTx/>
              <a:latin typeface="游明朝体"/>
            </a:endParaRPr>
          </a:p>
        </p:txBody>
      </p:sp>
      <p:sp>
        <p:nvSpPr>
          <p:cNvPr id="486" name=""/>
          <p:cNvSpPr txBox="1"/>
          <p:nvPr/>
        </p:nvSpPr>
        <p:spPr>
          <a:xfrm>
            <a:off x="2077200" y="342792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連載記事を参考に</a:t>
            </a:r>
            <a:endParaRPr lang="en-US" sz="1500" b="0" u="none" strike="noStrike">
              <a:solidFill>
                <a:srgbClr val="000000"/>
              </a:solidFill>
              <a:effectLst/>
              <a:uFillTx/>
              <a:latin typeface="游明朝体"/>
            </a:endParaRPr>
          </a:p>
        </p:txBody>
      </p:sp>
      <p:sp>
        <p:nvSpPr>
          <p:cNvPr id="487" name=""/>
          <p:cNvSpPr txBox="1"/>
          <p:nvPr/>
        </p:nvSpPr>
        <p:spPr>
          <a:xfrm>
            <a:off x="3601080" y="3418920"/>
            <a:ext cx="6674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GRIB2 </a:t>
            </a:r>
            <a:endParaRPr lang="en-US" sz="1500" b="0" u="none" strike="noStrike">
              <a:solidFill>
                <a:srgbClr val="000000"/>
              </a:solidFill>
              <a:effectLst/>
              <a:uFillTx/>
              <a:latin typeface="游明朝体"/>
            </a:endParaRPr>
          </a:p>
        </p:txBody>
      </p:sp>
      <p:sp>
        <p:nvSpPr>
          <p:cNvPr id="488" name=""/>
          <p:cNvSpPr/>
          <p:nvPr/>
        </p:nvSpPr>
        <p:spPr>
          <a:xfrm>
            <a:off x="618840" y="3904920"/>
            <a:ext cx="57600" cy="57600"/>
          </a:xfrm>
          <a:custGeom>
            <a:avLst/>
            <a:gdLst/>
            <a:ahLst/>
            <a:rect l="0" t="0" r="r" b="b"/>
            <a:pathLst>
              <a:path w="160" h="160">
                <a:moveTo>
                  <a:pt x="160" y="80"/>
                </a:moveTo>
                <a:cubicBezTo>
                  <a:pt x="160" y="90"/>
                  <a:pt x="158" y="100"/>
                  <a:pt x="154" y="110"/>
                </a:cubicBezTo>
                <a:cubicBezTo>
                  <a:pt x="150" y="120"/>
                  <a:pt x="144" y="128"/>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8"/>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 name=""/>
          <p:cNvSpPr txBox="1"/>
          <p:nvPr/>
        </p:nvSpPr>
        <p:spPr>
          <a:xfrm>
            <a:off x="4267800" y="3427920"/>
            <a:ext cx="4572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データの読み込み処理と天気図作成スクリプトを実装</a:t>
            </a:r>
            <a:endParaRPr lang="en-US" sz="1500" b="0" u="none" strike="noStrike">
              <a:solidFill>
                <a:srgbClr val="000000"/>
              </a:solidFill>
              <a:effectLst/>
              <a:uFillTx/>
              <a:latin typeface="游明朝体"/>
            </a:endParaRPr>
          </a:p>
        </p:txBody>
      </p:sp>
      <p:sp>
        <p:nvSpPr>
          <p:cNvPr id="490" name=""/>
          <p:cNvSpPr txBox="1"/>
          <p:nvPr/>
        </p:nvSpPr>
        <p:spPr>
          <a:xfrm>
            <a:off x="799920" y="381852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気象台職員の</a:t>
            </a:r>
            <a:endParaRPr lang="en-US" sz="1500" b="0" u="none" strike="noStrike">
              <a:solidFill>
                <a:srgbClr val="000000"/>
              </a:solidFill>
              <a:effectLst/>
              <a:uFillTx/>
              <a:latin typeface="游明朝体"/>
            </a:endParaRPr>
          </a:p>
        </p:txBody>
      </p:sp>
      <p:sp>
        <p:nvSpPr>
          <p:cNvPr id="491" name=""/>
          <p:cNvSpPr txBox="1"/>
          <p:nvPr/>
        </p:nvSpPr>
        <p:spPr>
          <a:xfrm>
            <a:off x="1942920" y="380952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492" name=""/>
          <p:cNvSpPr txBox="1"/>
          <p:nvPr/>
        </p:nvSpPr>
        <p:spPr>
          <a:xfrm>
            <a:off x="2302920" y="381852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アプリのコード（</a:t>
            </a:r>
            <a:endParaRPr lang="en-US" sz="1500" b="0" u="none" strike="noStrike">
              <a:solidFill>
                <a:srgbClr val="000000"/>
              </a:solidFill>
              <a:effectLst/>
              <a:uFillTx/>
              <a:latin typeface="游明朝体"/>
            </a:endParaRPr>
          </a:p>
        </p:txBody>
      </p:sp>
      <p:sp>
        <p:nvSpPr>
          <p:cNvPr id="493" name=""/>
          <p:cNvSpPr txBox="1"/>
          <p:nvPr/>
        </p:nvSpPr>
        <p:spPr>
          <a:xfrm>
            <a:off x="3826800" y="3809520"/>
            <a:ext cx="819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javascript</a:t>
            </a:r>
            <a:endParaRPr lang="en-US" sz="1500" b="0" u="none" strike="noStrike">
              <a:solidFill>
                <a:srgbClr val="000000"/>
              </a:solidFill>
              <a:effectLst/>
              <a:uFillTx/>
              <a:latin typeface="游明朝体"/>
            </a:endParaRPr>
          </a:p>
        </p:txBody>
      </p:sp>
      <p:sp>
        <p:nvSpPr>
          <p:cNvPr id="494" name=""/>
          <p:cNvSpPr txBox="1"/>
          <p:nvPr/>
        </p:nvSpPr>
        <p:spPr>
          <a:xfrm>
            <a:off x="4645080" y="381852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495" name=""/>
          <p:cNvSpPr txBox="1"/>
          <p:nvPr/>
        </p:nvSpPr>
        <p:spPr>
          <a:xfrm>
            <a:off x="5026320" y="380952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96" name=""/>
          <p:cNvSpPr txBox="1"/>
          <p:nvPr/>
        </p:nvSpPr>
        <p:spPr>
          <a:xfrm>
            <a:off x="5198760" y="381852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に読ませて、</a:t>
            </a:r>
            <a:endParaRPr lang="en-US" sz="1500" b="0" u="none" strike="noStrike">
              <a:solidFill>
                <a:srgbClr val="000000"/>
              </a:solidFill>
              <a:effectLst/>
              <a:uFillTx/>
              <a:latin typeface="游明朝体"/>
            </a:endParaRPr>
          </a:p>
        </p:txBody>
      </p:sp>
      <p:sp>
        <p:nvSpPr>
          <p:cNvPr id="497" name=""/>
          <p:cNvSpPr txBox="1"/>
          <p:nvPr/>
        </p:nvSpPr>
        <p:spPr>
          <a:xfrm>
            <a:off x="6334200" y="380952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498" name=""/>
          <p:cNvSpPr txBox="1"/>
          <p:nvPr/>
        </p:nvSpPr>
        <p:spPr>
          <a:xfrm>
            <a:off x="6693840" y="3818520"/>
            <a:ext cx="2858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アプリを作成（コード変換も簡単</a:t>
            </a:r>
            <a:endParaRPr lang="en-US" sz="1500" b="0" u="none" strike="noStrike">
              <a:solidFill>
                <a:srgbClr val="000000"/>
              </a:solidFill>
              <a:effectLst/>
              <a:uFillTx/>
              <a:latin typeface="游明朝体"/>
            </a:endParaRPr>
          </a:p>
        </p:txBody>
      </p:sp>
      <p:sp>
        <p:nvSpPr>
          <p:cNvPr id="499" name=""/>
          <p:cNvSpPr txBox="1"/>
          <p:nvPr/>
        </p:nvSpPr>
        <p:spPr>
          <a:xfrm>
            <a:off x="9551520" y="3809520"/>
            <a:ext cx="1764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python&lt;-&gt;javascript</a:t>
            </a:r>
            <a:endParaRPr lang="en-US" sz="1500" b="0" u="none" strike="noStrike">
              <a:solidFill>
                <a:srgbClr val="000000"/>
              </a:solidFill>
              <a:effectLst/>
              <a:uFillTx/>
              <a:latin typeface="游明朝体"/>
            </a:endParaRPr>
          </a:p>
        </p:txBody>
      </p:sp>
      <p:sp>
        <p:nvSpPr>
          <p:cNvPr id="500" name=""/>
          <p:cNvSpPr/>
          <p:nvPr/>
        </p:nvSpPr>
        <p:spPr>
          <a:xfrm>
            <a:off x="618840" y="4295520"/>
            <a:ext cx="57600" cy="57600"/>
          </a:xfrm>
          <a:custGeom>
            <a:avLst/>
            <a:gdLst/>
            <a:ahLst/>
            <a:rect l="0" t="0" r="r" b="b"/>
            <a:pathLst>
              <a:path w="160" h="160">
                <a:moveTo>
                  <a:pt x="160" y="80"/>
                </a:moveTo>
                <a:cubicBezTo>
                  <a:pt x="160" y="90"/>
                  <a:pt x="158" y="100"/>
                  <a:pt x="154" y="110"/>
                </a:cubicBezTo>
                <a:cubicBezTo>
                  <a:pt x="150" y="120"/>
                  <a:pt x="144" y="128"/>
                  <a:pt x="137" y="136"/>
                </a:cubicBezTo>
                <a:cubicBezTo>
                  <a:pt x="129" y="143"/>
                  <a:pt x="121" y="149"/>
                  <a:pt x="111" y="153"/>
                </a:cubicBezTo>
                <a:cubicBezTo>
                  <a:pt x="101" y="158"/>
                  <a:pt x="90" y="160"/>
                  <a:pt x="80" y="160"/>
                </a:cubicBezTo>
                <a:cubicBezTo>
                  <a:pt x="69" y="160"/>
                  <a:pt x="59" y="158"/>
                  <a:pt x="49" y="153"/>
                </a:cubicBezTo>
                <a:cubicBezTo>
                  <a:pt x="40" y="149"/>
                  <a:pt x="31" y="143"/>
                  <a:pt x="24" y="136"/>
                </a:cubicBezTo>
                <a:cubicBezTo>
                  <a:pt x="16" y="128"/>
                  <a:pt x="10" y="120"/>
                  <a:pt x="6" y="110"/>
                </a:cubicBezTo>
                <a:cubicBezTo>
                  <a:pt x="2" y="100"/>
                  <a:pt x="0" y="90"/>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 name=""/>
          <p:cNvSpPr txBox="1"/>
          <p:nvPr/>
        </p:nvSpPr>
        <p:spPr>
          <a:xfrm>
            <a:off x="11314800" y="38185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02" name=""/>
          <p:cNvSpPr txBox="1"/>
          <p:nvPr/>
        </p:nvSpPr>
        <p:spPr>
          <a:xfrm>
            <a:off x="799920" y="420912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公開されている教材コードをベースに、</a:t>
            </a:r>
            <a:endParaRPr lang="en-US" sz="1500" b="0" u="none" strike="noStrike">
              <a:solidFill>
                <a:srgbClr val="000000"/>
              </a:solidFill>
              <a:effectLst/>
              <a:uFillTx/>
              <a:latin typeface="游明朝体"/>
            </a:endParaRPr>
          </a:p>
        </p:txBody>
      </p:sp>
      <p:sp>
        <p:nvSpPr>
          <p:cNvPr id="503" name=""/>
          <p:cNvSpPr txBox="1"/>
          <p:nvPr/>
        </p:nvSpPr>
        <p:spPr>
          <a:xfrm>
            <a:off x="4191120" y="4200120"/>
            <a:ext cx="1172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504" name=""/>
          <p:cNvSpPr txBox="1"/>
          <p:nvPr/>
        </p:nvSpPr>
        <p:spPr>
          <a:xfrm>
            <a:off x="5362560" y="4209120"/>
            <a:ext cx="2096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で機能追加・改修を実施</a:t>
            </a:r>
            <a:endParaRPr lang="en-US" sz="1500" b="0" u="none" strike="noStrike">
              <a:solidFill>
                <a:srgbClr val="000000"/>
              </a:solidFill>
              <a:effectLst/>
              <a:uFillTx/>
              <a:latin typeface="游明朝体"/>
            </a:endParaRPr>
          </a:p>
        </p:txBody>
      </p:sp>
      <p:sp>
        <p:nvSpPr>
          <p:cNvPr id="505" name=""/>
          <p:cNvSpPr txBox="1"/>
          <p:nvPr/>
        </p:nvSpPr>
        <p:spPr>
          <a:xfrm>
            <a:off x="723960" y="4770000"/>
            <a:ext cx="30837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教材・サンプルコードを⼟台として、</a:t>
            </a:r>
            <a:endParaRPr lang="en-US" sz="1430" b="0" u="none" strike="noStrike">
              <a:solidFill>
                <a:srgbClr val="000000"/>
              </a:solidFill>
              <a:effectLst/>
              <a:uFillTx/>
              <a:latin typeface="游明朝体"/>
            </a:endParaRPr>
          </a:p>
        </p:txBody>
      </p:sp>
      <p:sp>
        <p:nvSpPr>
          <p:cNvPr id="506" name=""/>
          <p:cNvSpPr txBox="1"/>
          <p:nvPr/>
        </p:nvSpPr>
        <p:spPr>
          <a:xfrm>
            <a:off x="3773160" y="4761720"/>
            <a:ext cx="111600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Claude Code </a:t>
            </a:r>
            <a:endParaRPr lang="en-US" sz="1430" b="0" u="none" strike="noStrike">
              <a:solidFill>
                <a:srgbClr val="000000"/>
              </a:solidFill>
              <a:effectLst/>
              <a:uFillTx/>
              <a:latin typeface="游明朝体"/>
            </a:endParaRPr>
          </a:p>
        </p:txBody>
      </p:sp>
      <p:sp>
        <p:nvSpPr>
          <p:cNvPr id="507" name=""/>
          <p:cNvSpPr txBox="1"/>
          <p:nvPr/>
        </p:nvSpPr>
        <p:spPr>
          <a:xfrm>
            <a:off x="4886280" y="4770000"/>
            <a:ext cx="32652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と共に機能を拡張していく開発スタイル</a:t>
            </a:r>
            <a:endParaRPr lang="en-US" sz="1430" b="0" u="none" strike="noStrike">
              <a:solidFill>
                <a:srgbClr val="000000"/>
              </a:solidFill>
              <a:effectLst/>
              <a:uFillTx/>
              <a:latin typeface="游明朝体"/>
            </a:endParaRPr>
          </a:p>
        </p:txBody>
      </p:sp>
      <p:sp>
        <p:nvSpPr>
          <p:cNvPr id="508"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2" name=""/>
          <p:cNvSpPr/>
          <p:nvPr/>
        </p:nvSpPr>
        <p:spPr>
          <a:xfrm>
            <a:off x="533160" y="36860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 name=""/>
          <p:cNvSpPr txBox="1"/>
          <p:nvPr/>
        </p:nvSpPr>
        <p:spPr>
          <a:xfrm>
            <a:off x="533520" y="3169800"/>
            <a:ext cx="3429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開発したプロダクト</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7"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 name=""/>
          <p:cNvSpPr/>
          <p:nvPr/>
        </p:nvSpPr>
        <p:spPr>
          <a:xfrm>
            <a:off x="552240" y="5810040"/>
            <a:ext cx="11106360" cy="733680"/>
          </a:xfrm>
          <a:custGeom>
            <a:avLst/>
            <a:gdLst/>
            <a:ahLst/>
            <a:rect l="0" t="0" r="r" b="b"/>
            <a:pathLst>
              <a:path w="30851" h="2038">
                <a:moveTo>
                  <a:pt x="0" y="2038"/>
                </a:moveTo>
                <a:lnTo>
                  <a:pt x="0" y="0"/>
                </a:lnTo>
                <a:lnTo>
                  <a:pt x="30746" y="0"/>
                </a:lnTo>
                <a:cubicBezTo>
                  <a:pt x="30760" y="0"/>
                  <a:pt x="30773" y="3"/>
                  <a:pt x="30786" y="8"/>
                </a:cubicBezTo>
                <a:cubicBezTo>
                  <a:pt x="30799" y="14"/>
                  <a:pt x="30811" y="21"/>
                  <a:pt x="30820" y="31"/>
                </a:cubicBezTo>
                <a:cubicBezTo>
                  <a:pt x="30830" y="41"/>
                  <a:pt x="30838" y="52"/>
                  <a:pt x="30843" y="65"/>
                </a:cubicBezTo>
                <a:cubicBezTo>
                  <a:pt x="30849" y="78"/>
                  <a:pt x="30851" y="92"/>
                  <a:pt x="30851" y="106"/>
                </a:cubicBezTo>
                <a:lnTo>
                  <a:pt x="30851" y="1933"/>
                </a:lnTo>
                <a:cubicBezTo>
                  <a:pt x="30851" y="1947"/>
                  <a:pt x="30849" y="1960"/>
                  <a:pt x="30843" y="1973"/>
                </a:cubicBezTo>
                <a:cubicBezTo>
                  <a:pt x="30838" y="1986"/>
                  <a:pt x="30830" y="1997"/>
                  <a:pt x="30820" y="2007"/>
                </a:cubicBezTo>
                <a:cubicBezTo>
                  <a:pt x="30811" y="2017"/>
                  <a:pt x="30799" y="2025"/>
                  <a:pt x="30786" y="2030"/>
                </a:cubicBezTo>
                <a:cubicBezTo>
                  <a:pt x="30773" y="2036"/>
                  <a:pt x="30760" y="2038"/>
                  <a:pt x="30746" y="2038"/>
                </a:cubicBezTo>
                <a:lnTo>
                  <a:pt x="0" y="2038"/>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9" name=""/>
          <p:cNvSpPr/>
          <p:nvPr/>
        </p:nvSpPr>
        <p:spPr>
          <a:xfrm>
            <a:off x="533160" y="581004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 name=""/>
          <p:cNvSpPr txBox="1"/>
          <p:nvPr/>
        </p:nvSpPr>
        <p:spPr>
          <a:xfrm>
            <a:off x="53352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5</a:t>
            </a:r>
            <a:endParaRPr lang="en-US" sz="3000" b="0" u="none" strike="noStrike">
              <a:solidFill>
                <a:srgbClr val="000000"/>
              </a:solidFill>
              <a:effectLst/>
              <a:uFillTx/>
              <a:latin typeface="游明朝体"/>
            </a:endParaRPr>
          </a:p>
        </p:txBody>
      </p:sp>
      <p:sp>
        <p:nvSpPr>
          <p:cNvPr id="521" name=""/>
          <p:cNvSpPr txBox="1"/>
          <p:nvPr/>
        </p:nvSpPr>
        <p:spPr>
          <a:xfrm>
            <a:off x="745200" y="493560"/>
            <a:ext cx="5715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気象モデルによる進路予測の⽐較</a:t>
            </a:r>
            <a:endParaRPr lang="en-US" sz="3000" b="0" u="none" strike="noStrike">
              <a:solidFill>
                <a:srgbClr val="000000"/>
              </a:solidFill>
              <a:effectLst/>
              <a:uFillTx/>
              <a:latin typeface="游明朝体"/>
            </a:endParaRPr>
          </a:p>
        </p:txBody>
      </p:sp>
      <p:sp>
        <p:nvSpPr>
          <p:cNvPr id="522" name=""/>
          <p:cNvSpPr txBox="1"/>
          <p:nvPr/>
        </p:nvSpPr>
        <p:spPr>
          <a:xfrm>
            <a:off x="533520" y="1304640"/>
            <a:ext cx="434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GSM</a:t>
            </a:r>
            <a:endParaRPr lang="en-US" sz="1500" b="0" u="none" strike="noStrike">
              <a:solidFill>
                <a:srgbClr val="000000"/>
              </a:solidFill>
              <a:effectLst/>
              <a:uFillTx/>
              <a:latin typeface="游明朝体"/>
            </a:endParaRPr>
          </a:p>
        </p:txBody>
      </p:sp>
      <p:sp>
        <p:nvSpPr>
          <p:cNvPr id="523" name=""/>
          <p:cNvSpPr txBox="1"/>
          <p:nvPr/>
        </p:nvSpPr>
        <p:spPr>
          <a:xfrm>
            <a:off x="967320" y="131364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（気象庁）</a:t>
            </a:r>
            <a:endParaRPr lang="en-US" sz="1500" b="0" u="none" strike="noStrike">
              <a:solidFill>
                <a:srgbClr val="000000"/>
              </a:solidFill>
              <a:effectLst/>
              <a:uFillTx/>
              <a:latin typeface="游明朝体"/>
            </a:endParaRPr>
          </a:p>
        </p:txBody>
      </p:sp>
      <p:sp>
        <p:nvSpPr>
          <p:cNvPr id="524" name=""/>
          <p:cNvSpPr txBox="1"/>
          <p:nvPr/>
        </p:nvSpPr>
        <p:spPr>
          <a:xfrm>
            <a:off x="1919880" y="1304640"/>
            <a:ext cx="7063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ECMWF</a:t>
            </a:r>
            <a:endParaRPr lang="en-US" sz="1500" b="0" u="none" strike="noStrike">
              <a:solidFill>
                <a:srgbClr val="000000"/>
              </a:solidFill>
              <a:effectLst/>
              <a:uFillTx/>
              <a:latin typeface="游明朝体"/>
            </a:endParaRPr>
          </a:p>
        </p:txBody>
      </p:sp>
      <p:sp>
        <p:nvSpPr>
          <p:cNvPr id="525" name=""/>
          <p:cNvSpPr txBox="1"/>
          <p:nvPr/>
        </p:nvSpPr>
        <p:spPr>
          <a:xfrm>
            <a:off x="2625480" y="131364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（欧州中期予報センター）</a:t>
            </a:r>
            <a:endParaRPr lang="en-US" sz="1500" b="0" u="none" strike="noStrike">
              <a:solidFill>
                <a:srgbClr val="000000"/>
              </a:solidFill>
              <a:effectLst/>
              <a:uFillTx/>
              <a:latin typeface="游明朝体"/>
            </a:endParaRPr>
          </a:p>
        </p:txBody>
      </p:sp>
      <p:sp>
        <p:nvSpPr>
          <p:cNvPr id="526" name=""/>
          <p:cNvSpPr txBox="1"/>
          <p:nvPr/>
        </p:nvSpPr>
        <p:spPr>
          <a:xfrm>
            <a:off x="4911480" y="1304640"/>
            <a:ext cx="378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GFS</a:t>
            </a:r>
            <a:endParaRPr lang="en-US" sz="1500" b="0" u="none" strike="noStrike">
              <a:solidFill>
                <a:srgbClr val="000000"/>
              </a:solidFill>
              <a:effectLst/>
              <a:uFillTx/>
              <a:latin typeface="游明朝体"/>
            </a:endParaRPr>
          </a:p>
        </p:txBody>
      </p:sp>
      <p:sp>
        <p:nvSpPr>
          <p:cNvPr id="527" name=""/>
          <p:cNvSpPr txBox="1"/>
          <p:nvPr/>
        </p:nvSpPr>
        <p:spPr>
          <a:xfrm>
            <a:off x="5288760" y="131364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（⽶国）</a:t>
            </a:r>
            <a:endParaRPr lang="en-US" sz="1500" b="0" u="none" strike="noStrike">
              <a:solidFill>
                <a:srgbClr val="000000"/>
              </a:solidFill>
              <a:effectLst/>
              <a:uFillTx/>
              <a:latin typeface="游明朝体"/>
            </a:endParaRPr>
          </a:p>
        </p:txBody>
      </p:sp>
      <p:sp>
        <p:nvSpPr>
          <p:cNvPr id="528" name=""/>
          <p:cNvSpPr txBox="1"/>
          <p:nvPr/>
        </p:nvSpPr>
        <p:spPr>
          <a:xfrm>
            <a:off x="6050880" y="1304640"/>
            <a:ext cx="1316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AIFS,AIFS-ENS</a:t>
            </a:r>
            <a:endParaRPr lang="en-US" sz="1500" b="0" u="none" strike="noStrike">
              <a:solidFill>
                <a:srgbClr val="000000"/>
              </a:solidFill>
              <a:effectLst/>
              <a:uFillTx/>
              <a:latin typeface="游明朝体"/>
            </a:endParaRPr>
          </a:p>
        </p:txBody>
      </p:sp>
      <p:sp>
        <p:nvSpPr>
          <p:cNvPr id="529" name=""/>
          <p:cNvSpPr txBox="1"/>
          <p:nvPr/>
        </p:nvSpPr>
        <p:spPr>
          <a:xfrm>
            <a:off x="7366320" y="131364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30" name=""/>
          <p:cNvSpPr txBox="1"/>
          <p:nvPr/>
        </p:nvSpPr>
        <p:spPr>
          <a:xfrm>
            <a:off x="7557120" y="1304640"/>
            <a:ext cx="9320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ECMWF AI</a:t>
            </a:r>
            <a:endParaRPr lang="en-US" sz="1500" b="0" u="none" strike="noStrike">
              <a:solidFill>
                <a:srgbClr val="000000"/>
              </a:solidFill>
              <a:effectLst/>
              <a:uFillTx/>
              <a:latin typeface="游明朝体"/>
            </a:endParaRPr>
          </a:p>
        </p:txBody>
      </p:sp>
      <p:sp>
        <p:nvSpPr>
          <p:cNvPr id="531" name=""/>
          <p:cNvSpPr txBox="1"/>
          <p:nvPr/>
        </p:nvSpPr>
        <p:spPr>
          <a:xfrm>
            <a:off x="8488440" y="131364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予測）による地上気圧予報を並列表</a:t>
            </a:r>
            <a:endParaRPr lang="en-US" sz="1500" b="0" u="none" strike="noStrike">
              <a:solidFill>
                <a:srgbClr val="000000"/>
              </a:solidFill>
              <a:effectLst/>
              <a:uFillTx/>
              <a:latin typeface="游明朝体"/>
            </a:endParaRPr>
          </a:p>
        </p:txBody>
      </p:sp>
      <p:sp>
        <p:nvSpPr>
          <p:cNvPr id="532" name=""/>
          <p:cNvSpPr txBox="1"/>
          <p:nvPr/>
        </p:nvSpPr>
        <p:spPr>
          <a:xfrm>
            <a:off x="533520" y="159912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33" name=""/>
          <p:cNvSpPr txBox="1"/>
          <p:nvPr/>
        </p:nvSpPr>
        <p:spPr>
          <a:xfrm>
            <a:off x="533520" y="188496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例</a:t>
            </a:r>
            <a:endParaRPr lang="en-US" sz="1500" b="0" u="none" strike="noStrike">
              <a:solidFill>
                <a:srgbClr val="000000"/>
              </a:solidFill>
              <a:effectLst/>
              <a:uFillTx/>
              <a:latin typeface="游明朝体"/>
            </a:endParaRPr>
          </a:p>
        </p:txBody>
      </p:sp>
      <p:sp>
        <p:nvSpPr>
          <p:cNvPr id="534" name=""/>
          <p:cNvSpPr txBox="1"/>
          <p:nvPr/>
        </p:nvSpPr>
        <p:spPr>
          <a:xfrm>
            <a:off x="723960" y="1875960"/>
            <a:ext cx="8632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FT=132h</a:t>
            </a:r>
            <a:endParaRPr lang="en-US" sz="1500" b="0" u="none" strike="noStrike">
              <a:solidFill>
                <a:srgbClr val="000000"/>
              </a:solidFill>
              <a:effectLst/>
              <a:uFillTx/>
              <a:latin typeface="游明朝体"/>
            </a:endParaRPr>
          </a:p>
        </p:txBody>
      </p:sp>
      <p:sp>
        <p:nvSpPr>
          <p:cNvPr id="535" name=""/>
          <p:cNvSpPr txBox="1"/>
          <p:nvPr/>
        </p:nvSpPr>
        <p:spPr>
          <a:xfrm>
            <a:off x="1586520" y="188496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予報（</a:t>
            </a:r>
            <a:endParaRPr lang="en-US" sz="1500" b="0" u="none" strike="noStrike">
              <a:solidFill>
                <a:srgbClr val="000000"/>
              </a:solidFill>
              <a:effectLst/>
              <a:uFillTx/>
              <a:latin typeface="游明朝体"/>
            </a:endParaRPr>
          </a:p>
        </p:txBody>
      </p:sp>
      <p:sp>
        <p:nvSpPr>
          <p:cNvPr id="536" name=""/>
          <p:cNvSpPr txBox="1"/>
          <p:nvPr/>
        </p:nvSpPr>
        <p:spPr>
          <a:xfrm>
            <a:off x="2157840" y="1875960"/>
            <a:ext cx="5407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7/10 9</a:t>
            </a:r>
            <a:endParaRPr lang="en-US" sz="1500" b="0" u="none" strike="noStrike">
              <a:solidFill>
                <a:srgbClr val="000000"/>
              </a:solidFill>
              <a:effectLst/>
              <a:uFillTx/>
              <a:latin typeface="游明朝体"/>
            </a:endParaRPr>
          </a:p>
        </p:txBody>
      </p:sp>
      <p:sp>
        <p:nvSpPr>
          <p:cNvPr id="537" name=""/>
          <p:cNvSpPr txBox="1"/>
          <p:nvPr/>
        </p:nvSpPr>
        <p:spPr>
          <a:xfrm>
            <a:off x="2698200" y="188496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時</a:t>
            </a:r>
            <a:endParaRPr lang="en-US" sz="1500" b="0" u="none" strike="noStrike">
              <a:solidFill>
                <a:srgbClr val="000000"/>
              </a:solidFill>
              <a:effectLst/>
              <a:uFillTx/>
              <a:latin typeface="游明朝体"/>
            </a:endParaRPr>
          </a:p>
        </p:txBody>
      </p:sp>
      <p:sp>
        <p:nvSpPr>
          <p:cNvPr id="538" name=""/>
          <p:cNvSpPr txBox="1"/>
          <p:nvPr/>
        </p:nvSpPr>
        <p:spPr>
          <a:xfrm>
            <a:off x="2888640" y="1875960"/>
            <a:ext cx="3322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JST</a:t>
            </a:r>
            <a:endParaRPr lang="en-US" sz="1500" b="0" u="none" strike="noStrike">
              <a:solidFill>
                <a:srgbClr val="000000"/>
              </a:solidFill>
              <a:effectLst/>
              <a:uFillTx/>
              <a:latin typeface="游明朝体"/>
            </a:endParaRPr>
          </a:p>
        </p:txBody>
      </p:sp>
      <p:pic>
        <p:nvPicPr>
          <p:cNvPr id="539" name=""/>
          <p:cNvPicPr/>
          <p:nvPr/>
        </p:nvPicPr>
        <p:blipFill>
          <a:blip r:embed="rId1"/>
          <a:stretch/>
        </p:blipFill>
        <p:spPr>
          <a:xfrm>
            <a:off x="619200" y="2286000"/>
            <a:ext cx="10953360" cy="3295440"/>
          </a:xfrm>
          <a:prstGeom prst="rect">
            <a:avLst/>
          </a:prstGeom>
          <a:noFill/>
          <a:ln w="0">
            <a:noFill/>
          </a:ln>
        </p:spPr>
      </p:pic>
      <p:sp>
        <p:nvSpPr>
          <p:cNvPr id="540" name=""/>
          <p:cNvSpPr txBox="1"/>
          <p:nvPr/>
        </p:nvSpPr>
        <p:spPr>
          <a:xfrm>
            <a:off x="3220200" y="188496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時点）。</a:t>
            </a:r>
            <a:endParaRPr lang="en-US" sz="1500" b="0" u="none" strike="noStrike">
              <a:solidFill>
                <a:srgbClr val="000000"/>
              </a:solidFill>
              <a:effectLst/>
              <a:uFillTx/>
              <a:latin typeface="游明朝体"/>
            </a:endParaRPr>
          </a:p>
        </p:txBody>
      </p:sp>
      <p:sp>
        <p:nvSpPr>
          <p:cNvPr id="541" name=""/>
          <p:cNvSpPr txBox="1"/>
          <p:nvPr/>
        </p:nvSpPr>
        <p:spPr>
          <a:xfrm>
            <a:off x="723960" y="5933160"/>
            <a:ext cx="46440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GSM </a:t>
            </a:r>
            <a:endParaRPr lang="en-US" sz="1430" b="0" u="none" strike="noStrike">
              <a:solidFill>
                <a:srgbClr val="000000"/>
              </a:solidFill>
              <a:effectLst/>
              <a:uFillTx/>
              <a:latin typeface="游明朝体"/>
            </a:endParaRPr>
          </a:p>
        </p:txBody>
      </p:sp>
      <p:sp>
        <p:nvSpPr>
          <p:cNvPr id="542" name=""/>
          <p:cNvSpPr txBox="1"/>
          <p:nvPr/>
        </p:nvSpPr>
        <p:spPr>
          <a:xfrm>
            <a:off x="1186560" y="5941800"/>
            <a:ext cx="5446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を含む</a:t>
            </a:r>
            <a:endParaRPr lang="en-US" sz="1430" b="0" u="none" strike="noStrike">
              <a:solidFill>
                <a:srgbClr val="000000"/>
              </a:solidFill>
              <a:effectLst/>
              <a:uFillTx/>
              <a:latin typeface="游明朝体"/>
            </a:endParaRPr>
          </a:p>
        </p:txBody>
      </p:sp>
      <p:sp>
        <p:nvSpPr>
          <p:cNvPr id="543" name=""/>
          <p:cNvSpPr txBox="1"/>
          <p:nvPr/>
        </p:nvSpPr>
        <p:spPr>
          <a:xfrm>
            <a:off x="1729440" y="593316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544" name=""/>
          <p:cNvSpPr txBox="1"/>
          <p:nvPr/>
        </p:nvSpPr>
        <p:spPr>
          <a:xfrm>
            <a:off x="1829880" y="5941800"/>
            <a:ext cx="56228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モデル⽐較表⽰は独⾃開発。台⾵接近時の進路確認に活⽤している。</a:t>
            </a:r>
            <a:endParaRPr lang="en-US" sz="1430" b="0" u="none" strike="noStrike">
              <a:solidFill>
                <a:srgbClr val="000000"/>
              </a:solidFill>
              <a:effectLst/>
              <a:uFillTx/>
              <a:latin typeface="游明朝体"/>
            </a:endParaRPr>
          </a:p>
        </p:txBody>
      </p:sp>
      <p:sp>
        <p:nvSpPr>
          <p:cNvPr id="545" name=""/>
          <p:cNvSpPr txBox="1"/>
          <p:nvPr/>
        </p:nvSpPr>
        <p:spPr>
          <a:xfrm>
            <a:off x="723960" y="6217920"/>
            <a:ext cx="23583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カラー版天気図や極天気図、</a:t>
            </a:r>
            <a:endParaRPr lang="en-US" sz="1430" b="0" u="none" strike="noStrike">
              <a:solidFill>
                <a:srgbClr val="000000"/>
              </a:solidFill>
              <a:effectLst/>
              <a:uFillTx/>
              <a:latin typeface="游明朝体"/>
            </a:endParaRPr>
          </a:p>
        </p:txBody>
      </p:sp>
      <p:sp>
        <p:nvSpPr>
          <p:cNvPr id="546" name=""/>
          <p:cNvSpPr txBox="1"/>
          <p:nvPr/>
        </p:nvSpPr>
        <p:spPr>
          <a:xfrm>
            <a:off x="3076560" y="620964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547" name=""/>
          <p:cNvSpPr txBox="1"/>
          <p:nvPr/>
        </p:nvSpPr>
        <p:spPr>
          <a:xfrm>
            <a:off x="3177360" y="6217920"/>
            <a:ext cx="50785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⽇平均、エマグラム、断⾯図など、⾼度な天気図作成も可能で</a:t>
            </a:r>
            <a:endParaRPr lang="en-US" sz="1430" b="0" u="none" strike="noStrike">
              <a:solidFill>
                <a:srgbClr val="000000"/>
              </a:solidFill>
              <a:effectLst/>
              <a:uFillTx/>
              <a:latin typeface="游明朝体"/>
            </a:endParaRPr>
          </a:p>
        </p:txBody>
      </p:sp>
      <p:sp>
        <p:nvSpPr>
          <p:cNvPr id="548" name=""/>
          <p:cNvSpPr txBox="1"/>
          <p:nvPr/>
        </p:nvSpPr>
        <p:spPr>
          <a:xfrm>
            <a:off x="8226360" y="6209640"/>
            <a:ext cx="5749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549" name=""/>
          <p:cNvSpPr txBox="1"/>
          <p:nvPr/>
        </p:nvSpPr>
        <p:spPr>
          <a:xfrm>
            <a:off x="8799480" y="6217920"/>
            <a:ext cx="16329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でスクリプトを公開</a:t>
            </a:r>
            <a:endParaRPr lang="en-US" sz="1430" b="0" u="none" strike="noStrike">
              <a:solidFill>
                <a:srgbClr val="000000"/>
              </a:solidFill>
              <a:effectLst/>
              <a:uFillTx/>
              <a:latin typeface="游明朝体"/>
            </a:endParaRPr>
          </a:p>
        </p:txBody>
      </p:sp>
      <p:sp>
        <p:nvSpPr>
          <p:cNvPr id="550"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9</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4"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 name=""/>
          <p:cNvSpPr/>
          <p:nvPr/>
        </p:nvSpPr>
        <p:spPr>
          <a:xfrm>
            <a:off x="618840" y="1428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49"/>
                </a:cubicBezTo>
                <a:cubicBezTo>
                  <a:pt x="158" y="59"/>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 name=""/>
          <p:cNvSpPr txBox="1"/>
          <p:nvPr/>
        </p:nvSpPr>
        <p:spPr>
          <a:xfrm>
            <a:off x="533520" y="493560"/>
            <a:ext cx="10287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衛星画像・レーダー表⽰アプリ、潮位観測表⽰アプリを開発</a:t>
            </a:r>
            <a:endParaRPr lang="en-US" sz="3000" b="0" u="none" strike="noStrike">
              <a:solidFill>
                <a:srgbClr val="000000"/>
              </a:solidFill>
              <a:effectLst/>
              <a:uFillTx/>
              <a:latin typeface="游明朝体"/>
            </a:endParaRPr>
          </a:p>
        </p:txBody>
      </p:sp>
      <p:sp>
        <p:nvSpPr>
          <p:cNvPr id="557" name=""/>
          <p:cNvSpPr txBox="1"/>
          <p:nvPr/>
        </p:nvSpPr>
        <p:spPr>
          <a:xfrm>
            <a:off x="799920" y="134208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気象情報表⽰</a:t>
            </a:r>
            <a:endParaRPr lang="en-US" sz="1500" b="0" u="none" strike="noStrike">
              <a:solidFill>
                <a:srgbClr val="000000"/>
              </a:solidFill>
              <a:effectLst/>
              <a:uFillTx/>
              <a:latin typeface="游明朝体"/>
            </a:endParaRPr>
          </a:p>
        </p:txBody>
      </p:sp>
      <p:sp>
        <p:nvSpPr>
          <p:cNvPr id="558" name=""/>
          <p:cNvSpPr txBox="1"/>
          <p:nvPr/>
        </p:nvSpPr>
        <p:spPr>
          <a:xfrm>
            <a:off x="1942920" y="133308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559" name=""/>
          <p:cNvSpPr txBox="1"/>
          <p:nvPr/>
        </p:nvSpPr>
        <p:spPr>
          <a:xfrm>
            <a:off x="2302920" y="134208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アプリのコードを</a:t>
            </a:r>
            <a:endParaRPr lang="en-US" sz="1500" b="0" u="none" strike="noStrike">
              <a:solidFill>
                <a:srgbClr val="000000"/>
              </a:solidFill>
              <a:effectLst/>
              <a:uFillTx/>
              <a:latin typeface="游明朝体"/>
            </a:endParaRPr>
          </a:p>
        </p:txBody>
      </p:sp>
      <p:sp>
        <p:nvSpPr>
          <p:cNvPr id="560" name=""/>
          <p:cNvSpPr txBox="1"/>
          <p:nvPr/>
        </p:nvSpPr>
        <p:spPr>
          <a:xfrm>
            <a:off x="3826800" y="1333080"/>
            <a:ext cx="1172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Claude Code</a:t>
            </a:r>
            <a:endParaRPr lang="en-US" sz="1500" b="0" u="none" strike="noStrike">
              <a:solidFill>
                <a:srgbClr val="000000"/>
              </a:solidFill>
              <a:effectLst/>
              <a:uFillTx/>
              <a:latin typeface="游明朝体"/>
            </a:endParaRPr>
          </a:p>
        </p:txBody>
      </p:sp>
      <p:sp>
        <p:nvSpPr>
          <p:cNvPr id="561" name=""/>
          <p:cNvSpPr txBox="1"/>
          <p:nvPr/>
        </p:nvSpPr>
        <p:spPr>
          <a:xfrm>
            <a:off x="799920" y="1684800"/>
            <a:ext cx="4382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に読み込ませ、機能単位に分割したサンプルアプリ</a:t>
            </a:r>
            <a:endParaRPr lang="en-US" sz="1500" b="0" u="none" strike="noStrike">
              <a:solidFill>
                <a:srgbClr val="000000"/>
              </a:solidFill>
              <a:effectLst/>
              <a:uFillTx/>
              <a:latin typeface="游明朝体"/>
            </a:endParaRPr>
          </a:p>
        </p:txBody>
      </p:sp>
      <p:sp>
        <p:nvSpPr>
          <p:cNvPr id="562" name=""/>
          <p:cNvSpPr/>
          <p:nvPr/>
        </p:nvSpPr>
        <p:spPr>
          <a:xfrm>
            <a:off x="618840" y="25048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 name=""/>
          <p:cNvSpPr txBox="1"/>
          <p:nvPr/>
        </p:nvSpPr>
        <p:spPr>
          <a:xfrm>
            <a:off x="799920" y="202788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集を作成</a:t>
            </a:r>
            <a:endParaRPr lang="en-US" sz="1500" b="0" u="none" strike="noStrike">
              <a:solidFill>
                <a:srgbClr val="000000"/>
              </a:solidFill>
              <a:effectLst/>
              <a:uFillTx/>
              <a:latin typeface="游明朝体"/>
            </a:endParaRPr>
          </a:p>
        </p:txBody>
      </p:sp>
      <p:sp>
        <p:nvSpPr>
          <p:cNvPr id="564" name=""/>
          <p:cNvSpPr txBox="1"/>
          <p:nvPr/>
        </p:nvSpPr>
        <p:spPr>
          <a:xfrm>
            <a:off x="799920" y="241848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単機能のコードを</a:t>
            </a:r>
            <a:endParaRPr lang="en-US" sz="1500" b="0" u="none" strike="noStrike">
              <a:solidFill>
                <a:srgbClr val="000000"/>
              </a:solidFill>
              <a:effectLst/>
              <a:uFillTx/>
              <a:latin typeface="游明朝体"/>
            </a:endParaRPr>
          </a:p>
        </p:txBody>
      </p:sp>
      <p:sp>
        <p:nvSpPr>
          <p:cNvPr id="565" name=""/>
          <p:cNvSpPr txBox="1"/>
          <p:nvPr/>
        </p:nvSpPr>
        <p:spPr>
          <a:xfrm>
            <a:off x="2324160" y="24094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66" name=""/>
          <p:cNvSpPr txBox="1"/>
          <p:nvPr/>
        </p:nvSpPr>
        <p:spPr>
          <a:xfrm>
            <a:off x="2496960" y="2418480"/>
            <a:ext cx="2667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に読ませて、簡単なアプリを作</a:t>
            </a:r>
            <a:endParaRPr lang="en-US" sz="1500" b="0" u="none" strike="noStrike">
              <a:solidFill>
                <a:srgbClr val="000000"/>
              </a:solidFill>
              <a:effectLst/>
              <a:uFillTx/>
              <a:latin typeface="游明朝体"/>
            </a:endParaRPr>
          </a:p>
        </p:txBody>
      </p:sp>
      <p:sp>
        <p:nvSpPr>
          <p:cNvPr id="567" name=""/>
          <p:cNvSpPr txBox="1"/>
          <p:nvPr/>
        </p:nvSpPr>
        <p:spPr>
          <a:xfrm>
            <a:off x="799920" y="276120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成し、</a:t>
            </a:r>
            <a:endParaRPr lang="en-US" sz="1500" b="0" u="none" strike="noStrike">
              <a:solidFill>
                <a:srgbClr val="000000"/>
              </a:solidFill>
              <a:effectLst/>
              <a:uFillTx/>
              <a:latin typeface="游明朝体"/>
            </a:endParaRPr>
          </a:p>
        </p:txBody>
      </p:sp>
      <p:sp>
        <p:nvSpPr>
          <p:cNvPr id="568" name=""/>
          <p:cNvSpPr txBox="1"/>
          <p:nvPr/>
        </p:nvSpPr>
        <p:spPr>
          <a:xfrm>
            <a:off x="1371600" y="27522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69" name=""/>
          <p:cNvSpPr/>
          <p:nvPr/>
        </p:nvSpPr>
        <p:spPr>
          <a:xfrm>
            <a:off x="618840" y="323820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0" name=""/>
          <p:cNvSpPr txBox="1"/>
          <p:nvPr/>
        </p:nvSpPr>
        <p:spPr>
          <a:xfrm>
            <a:off x="1544400" y="276120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で機能を追加したりバグ取りを⾏う</a:t>
            </a:r>
            <a:endParaRPr lang="en-US" sz="1500" b="0" u="none" strike="noStrike">
              <a:solidFill>
                <a:srgbClr val="000000"/>
              </a:solidFill>
              <a:effectLst/>
              <a:uFillTx/>
              <a:latin typeface="游明朝体"/>
            </a:endParaRPr>
          </a:p>
        </p:txBody>
      </p:sp>
      <p:sp>
        <p:nvSpPr>
          <p:cNvPr id="571" name=""/>
          <p:cNvSpPr txBox="1"/>
          <p:nvPr/>
        </p:nvSpPr>
        <p:spPr>
          <a:xfrm>
            <a:off x="799920" y="3142800"/>
            <a:ext cx="4453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 </a:t>
            </a:r>
            <a:endParaRPr lang="en-US" sz="1500" b="0" u="none" strike="noStrike">
              <a:solidFill>
                <a:srgbClr val="000000"/>
              </a:solidFill>
              <a:effectLst/>
              <a:uFillTx/>
              <a:latin typeface="游明朝体"/>
            </a:endParaRPr>
          </a:p>
        </p:txBody>
      </p:sp>
      <p:sp>
        <p:nvSpPr>
          <p:cNvPr id="572" name=""/>
          <p:cNvSpPr txBox="1"/>
          <p:nvPr/>
        </p:nvSpPr>
        <p:spPr>
          <a:xfrm>
            <a:off x="1233720" y="315180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573" name=""/>
          <p:cNvSpPr txBox="1"/>
          <p:nvPr/>
        </p:nvSpPr>
        <p:spPr>
          <a:xfrm>
            <a:off x="1995840" y="3142800"/>
            <a:ext cx="3643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iOS </a:t>
            </a:r>
            <a:endParaRPr lang="en-US" sz="1500" b="0" u="none" strike="noStrike">
              <a:solidFill>
                <a:srgbClr val="000000"/>
              </a:solidFill>
              <a:effectLst/>
              <a:uFillTx/>
              <a:latin typeface="游明朝体"/>
            </a:endParaRPr>
          </a:p>
        </p:txBody>
      </p:sp>
      <p:sp>
        <p:nvSpPr>
          <p:cNvPr id="574" name=""/>
          <p:cNvSpPr txBox="1"/>
          <p:nvPr/>
        </p:nvSpPr>
        <p:spPr>
          <a:xfrm>
            <a:off x="2359440" y="315180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575" name=""/>
          <p:cNvSpPr txBox="1"/>
          <p:nvPr/>
        </p:nvSpPr>
        <p:spPr>
          <a:xfrm>
            <a:off x="3121200" y="3142800"/>
            <a:ext cx="7239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Android </a:t>
            </a:r>
            <a:endParaRPr lang="en-US" sz="1500" b="0" u="none" strike="noStrike">
              <a:solidFill>
                <a:srgbClr val="000000"/>
              </a:solidFill>
              <a:effectLst/>
              <a:uFillTx/>
              <a:latin typeface="游明朝体"/>
            </a:endParaRPr>
          </a:p>
        </p:txBody>
      </p:sp>
      <p:sp>
        <p:nvSpPr>
          <p:cNvPr id="576" name=""/>
          <p:cNvSpPr txBox="1"/>
          <p:nvPr/>
        </p:nvSpPr>
        <p:spPr>
          <a:xfrm>
            <a:off x="3841200" y="315180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アプリを同時実</a:t>
            </a:r>
            <a:endParaRPr lang="en-US" sz="1500" b="0" u="none" strike="noStrike">
              <a:solidFill>
                <a:srgbClr val="000000"/>
              </a:solidFill>
              <a:effectLst/>
              <a:uFillTx/>
              <a:latin typeface="游明朝体"/>
            </a:endParaRPr>
          </a:p>
        </p:txBody>
      </p:sp>
      <p:sp>
        <p:nvSpPr>
          <p:cNvPr id="577" name=""/>
          <p:cNvSpPr txBox="1"/>
          <p:nvPr/>
        </p:nvSpPr>
        <p:spPr>
          <a:xfrm>
            <a:off x="799920" y="34948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装（</a:t>
            </a:r>
            <a:endParaRPr lang="en-US" sz="1500" b="0" u="none" strike="noStrike">
              <a:solidFill>
                <a:srgbClr val="000000"/>
              </a:solidFill>
              <a:effectLst/>
              <a:uFillTx/>
              <a:latin typeface="游明朝体"/>
            </a:endParaRPr>
          </a:p>
        </p:txBody>
      </p:sp>
      <p:sp>
        <p:nvSpPr>
          <p:cNvPr id="578" name=""/>
          <p:cNvSpPr txBox="1"/>
          <p:nvPr/>
        </p:nvSpPr>
        <p:spPr>
          <a:xfrm>
            <a:off x="1181160" y="3485880"/>
            <a:ext cx="7448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Expo Go</a:t>
            </a:r>
            <a:endParaRPr lang="en-US" sz="1500" b="0" u="none" strike="noStrike">
              <a:solidFill>
                <a:srgbClr val="000000"/>
              </a:solidFill>
              <a:effectLst/>
              <a:uFillTx/>
              <a:latin typeface="游明朝体"/>
            </a:endParaRPr>
          </a:p>
        </p:txBody>
      </p:sp>
      <p:sp>
        <p:nvSpPr>
          <p:cNvPr id="579" name=""/>
          <p:cNvSpPr txBox="1"/>
          <p:nvPr/>
        </p:nvSpPr>
        <p:spPr>
          <a:xfrm>
            <a:off x="1925280" y="349488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を利⽤、現時点では</a:t>
            </a:r>
            <a:endParaRPr lang="en-US" sz="1500" b="0" u="none" strike="noStrike">
              <a:solidFill>
                <a:srgbClr val="000000"/>
              </a:solidFill>
              <a:effectLst/>
              <a:uFillTx/>
              <a:latin typeface="游明朝体"/>
            </a:endParaRPr>
          </a:p>
        </p:txBody>
      </p:sp>
      <p:sp>
        <p:nvSpPr>
          <p:cNvPr id="580" name=""/>
          <p:cNvSpPr txBox="1"/>
          <p:nvPr/>
        </p:nvSpPr>
        <p:spPr>
          <a:xfrm>
            <a:off x="3639960" y="348588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581" name=""/>
          <p:cNvSpPr txBox="1"/>
          <p:nvPr/>
        </p:nvSpPr>
        <p:spPr>
          <a:xfrm>
            <a:off x="3999600" y="349488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アプリのみ公</a:t>
            </a:r>
            <a:endParaRPr lang="en-US" sz="1500" b="0" u="none" strike="noStrike">
              <a:solidFill>
                <a:srgbClr val="000000"/>
              </a:solidFill>
              <a:effectLst/>
              <a:uFillTx/>
              <a:latin typeface="游明朝体"/>
            </a:endParaRPr>
          </a:p>
        </p:txBody>
      </p:sp>
      <p:sp>
        <p:nvSpPr>
          <p:cNvPr id="582" name=""/>
          <p:cNvSpPr/>
          <p:nvPr/>
        </p:nvSpPr>
        <p:spPr>
          <a:xfrm>
            <a:off x="618840" y="431460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 name=""/>
          <p:cNvSpPr txBox="1"/>
          <p:nvPr/>
        </p:nvSpPr>
        <p:spPr>
          <a:xfrm>
            <a:off x="799920" y="383760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開）</a:t>
            </a:r>
            <a:endParaRPr lang="en-US" sz="1500" b="0" u="none" strike="noStrike">
              <a:solidFill>
                <a:srgbClr val="000000"/>
              </a:solidFill>
              <a:effectLst/>
              <a:uFillTx/>
              <a:latin typeface="游明朝体"/>
            </a:endParaRPr>
          </a:p>
        </p:txBody>
      </p:sp>
      <p:sp>
        <p:nvSpPr>
          <p:cNvPr id="584" name=""/>
          <p:cNvSpPr txBox="1"/>
          <p:nvPr/>
        </p:nvSpPr>
        <p:spPr>
          <a:xfrm>
            <a:off x="799920" y="422820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既存の実装を参考に</a:t>
            </a:r>
            <a:endParaRPr lang="en-US" sz="1500" b="0" u="none" strike="noStrike">
              <a:solidFill>
                <a:srgbClr val="000000"/>
              </a:solidFill>
              <a:effectLst/>
              <a:uFillTx/>
              <a:latin typeface="游明朝体"/>
            </a:endParaRPr>
          </a:p>
        </p:txBody>
      </p:sp>
      <p:sp>
        <p:nvSpPr>
          <p:cNvPr id="585" name=""/>
          <p:cNvSpPr txBox="1"/>
          <p:nvPr/>
        </p:nvSpPr>
        <p:spPr>
          <a:xfrm>
            <a:off x="2514600" y="4219200"/>
            <a:ext cx="279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586" name=""/>
          <p:cNvSpPr txBox="1"/>
          <p:nvPr/>
        </p:nvSpPr>
        <p:spPr>
          <a:xfrm>
            <a:off x="2793240" y="422820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で機能を移植・改修する開</a:t>
            </a:r>
            <a:endParaRPr lang="en-US" sz="1500" b="0" u="none" strike="noStrike">
              <a:solidFill>
                <a:srgbClr val="000000"/>
              </a:solidFill>
              <a:effectLst/>
              <a:uFillTx/>
              <a:latin typeface="游明朝体"/>
            </a:endParaRPr>
          </a:p>
        </p:txBody>
      </p:sp>
      <p:sp>
        <p:nvSpPr>
          <p:cNvPr id="587" name=""/>
          <p:cNvSpPr/>
          <p:nvPr/>
        </p:nvSpPr>
        <p:spPr>
          <a:xfrm>
            <a:off x="618840" y="5047920"/>
            <a:ext cx="57600" cy="57600"/>
          </a:xfrm>
          <a:custGeom>
            <a:avLst/>
            <a:gdLst/>
            <a:ahLst/>
            <a:rect l="0" t="0" r="r" b="b"/>
            <a:pathLst>
              <a:path w="160" h="160">
                <a:moveTo>
                  <a:pt x="160" y="80"/>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 name=""/>
          <p:cNvSpPr txBox="1"/>
          <p:nvPr/>
        </p:nvSpPr>
        <p:spPr>
          <a:xfrm>
            <a:off x="799920" y="457092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発⼿法を採⽤</a:t>
            </a:r>
            <a:endParaRPr lang="en-US" sz="1500" b="0" u="none" strike="noStrike">
              <a:solidFill>
                <a:srgbClr val="000000"/>
              </a:solidFill>
              <a:effectLst/>
              <a:uFillTx/>
              <a:latin typeface="游明朝体"/>
            </a:endParaRPr>
          </a:p>
        </p:txBody>
      </p:sp>
      <p:sp>
        <p:nvSpPr>
          <p:cNvPr id="589" name=""/>
          <p:cNvSpPr txBox="1"/>
          <p:nvPr/>
        </p:nvSpPr>
        <p:spPr>
          <a:xfrm>
            <a:off x="799920" y="4961520"/>
            <a:ext cx="4382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気象庁の検潮所データをリアルタイム表⽰する潮位</a:t>
            </a:r>
            <a:endParaRPr lang="en-US" sz="1500" b="0" u="none" strike="noStrike">
              <a:solidFill>
                <a:srgbClr val="000000"/>
              </a:solidFill>
              <a:effectLst/>
              <a:uFillTx/>
              <a:latin typeface="游明朝体"/>
            </a:endParaRPr>
          </a:p>
        </p:txBody>
      </p:sp>
      <p:sp>
        <p:nvSpPr>
          <p:cNvPr id="590" name=""/>
          <p:cNvSpPr txBox="1"/>
          <p:nvPr/>
        </p:nvSpPr>
        <p:spPr>
          <a:xfrm>
            <a:off x="799920" y="5304600"/>
            <a:ext cx="2667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観測アプリも同様の⼿法で開発</a:t>
            </a:r>
            <a:endParaRPr lang="en-US" sz="1500" b="0" u="none" strike="noStrike">
              <a:solidFill>
                <a:srgbClr val="000000"/>
              </a:solidFill>
              <a:effectLst/>
              <a:uFillTx/>
              <a:latin typeface="游明朝体"/>
            </a:endParaRPr>
          </a:p>
        </p:txBody>
      </p:sp>
      <p:sp>
        <p:nvSpPr>
          <p:cNvPr id="591" name=""/>
          <p:cNvSpPr txBox="1"/>
          <p:nvPr/>
        </p:nvSpPr>
        <p:spPr>
          <a:xfrm>
            <a:off x="533520" y="577116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公開</a:t>
            </a:r>
            <a:endParaRPr lang="en-US" sz="1500" b="0" u="none" strike="noStrike">
              <a:solidFill>
                <a:srgbClr val="000000"/>
              </a:solidFill>
              <a:effectLst/>
              <a:uFillTx/>
              <a:latin typeface="游明朝体"/>
            </a:endParaRPr>
          </a:p>
        </p:txBody>
      </p:sp>
      <p:sp>
        <p:nvSpPr>
          <p:cNvPr id="592" name=""/>
          <p:cNvSpPr txBox="1"/>
          <p:nvPr/>
        </p:nvSpPr>
        <p:spPr>
          <a:xfrm>
            <a:off x="914400" y="5762160"/>
            <a:ext cx="41994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https://masauehr.github.io/iphone-weather-</a:t>
            </a:r>
            <a:endParaRPr lang="en-US" sz="1500" b="0" u="none" strike="noStrike">
              <a:solidFill>
                <a:srgbClr val="000000"/>
              </a:solidFill>
              <a:effectLst/>
              <a:uFillTx/>
              <a:latin typeface="游明朝体"/>
            </a:endParaRPr>
          </a:p>
        </p:txBody>
      </p:sp>
      <p:sp>
        <p:nvSpPr>
          <p:cNvPr id="593" name=""/>
          <p:cNvSpPr txBox="1"/>
          <p:nvPr/>
        </p:nvSpPr>
        <p:spPr>
          <a:xfrm>
            <a:off x="533520" y="6048000"/>
            <a:ext cx="837000" cy="222840"/>
          </a:xfrm>
          <a:prstGeom prst="rect">
            <a:avLst/>
          </a:prstGeom>
          <a:noFill/>
          <a:ln w="0">
            <a:noFill/>
          </a:ln>
        </p:spPr>
        <p:txBody>
          <a:bodyPr wrap="none" lIns="0" tIns="0" rIns="0" bIns="0" anchor="t">
            <a:spAutoFit/>
          </a:bodyPr>
          <a:p>
            <a:pPr/>
            <a:r>
              <a:rPr lang="en-US" sz="1500" b="0" u="none" strike="noStrike">
                <a:solidFill>
                  <a:srgbClr val="0969DA"/>
                </a:solidFill>
                <a:effectLst/>
                <a:uFillTx/>
                <a:latin typeface="HelveticaNeue"/>
                <a:ea typeface="HelveticaNeue"/>
              </a:rPr>
              <a:t>app/radar</a:t>
            </a:r>
            <a:endParaRPr lang="en-US" sz="1500" b="0" u="none" strike="noStrike">
              <a:solidFill>
                <a:srgbClr val="000000"/>
              </a:solidFill>
              <a:effectLst/>
              <a:uFillTx/>
              <a:latin typeface="游明朝体"/>
            </a:endParaRPr>
          </a:p>
        </p:txBody>
      </p:sp>
      <p:sp>
        <p:nvSpPr>
          <p:cNvPr id="594" name=""/>
          <p:cNvSpPr txBox="1"/>
          <p:nvPr/>
        </p:nvSpPr>
        <p:spPr>
          <a:xfrm>
            <a:off x="533520" y="634284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公開</a:t>
            </a:r>
            <a:endParaRPr lang="en-US" sz="1500" b="0" u="none" strike="noStrike">
              <a:solidFill>
                <a:srgbClr val="000000"/>
              </a:solidFill>
              <a:effectLst/>
              <a:uFillTx/>
              <a:latin typeface="游明朝体"/>
            </a:endParaRPr>
          </a:p>
        </p:txBody>
      </p:sp>
      <p:pic>
        <p:nvPicPr>
          <p:cNvPr id="595" name=""/>
          <p:cNvPicPr/>
          <p:nvPr/>
        </p:nvPicPr>
        <p:blipFill>
          <a:blip r:embed="rId1"/>
          <a:stretch/>
        </p:blipFill>
        <p:spPr>
          <a:xfrm>
            <a:off x="6095880" y="1276200"/>
            <a:ext cx="2790360" cy="4571640"/>
          </a:xfrm>
          <a:prstGeom prst="rect">
            <a:avLst/>
          </a:prstGeom>
          <a:noFill/>
          <a:ln w="0">
            <a:noFill/>
          </a:ln>
        </p:spPr>
      </p:pic>
      <p:pic>
        <p:nvPicPr>
          <p:cNvPr id="596" name=""/>
          <p:cNvPicPr/>
          <p:nvPr/>
        </p:nvPicPr>
        <p:blipFill>
          <a:blip r:embed="rId2"/>
          <a:stretch/>
        </p:blipFill>
        <p:spPr>
          <a:xfrm>
            <a:off x="9001080" y="1276200"/>
            <a:ext cx="1999800" cy="4571640"/>
          </a:xfrm>
          <a:prstGeom prst="rect">
            <a:avLst/>
          </a:prstGeom>
          <a:noFill/>
          <a:ln w="0">
            <a:noFill/>
          </a:ln>
        </p:spPr>
      </p:pic>
      <p:sp>
        <p:nvSpPr>
          <p:cNvPr id="597" name=""/>
          <p:cNvSpPr txBox="1"/>
          <p:nvPr/>
        </p:nvSpPr>
        <p:spPr>
          <a:xfrm>
            <a:off x="914400" y="6333840"/>
            <a:ext cx="3818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https://masauehr.github.io/tide_viewer/</a:t>
            </a:r>
            <a:endParaRPr lang="en-US" sz="1500" b="0" u="none" strike="noStrike">
              <a:solidFill>
                <a:srgbClr val="000000"/>
              </a:solidFill>
              <a:effectLst/>
              <a:uFillTx/>
              <a:latin typeface="游明朝体"/>
            </a:endParaRPr>
          </a:p>
        </p:txBody>
      </p:sp>
      <p:sp>
        <p:nvSpPr>
          <p:cNvPr id="59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2"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3" name=""/>
          <p:cNvSpPr/>
          <p:nvPr/>
        </p:nvSpPr>
        <p:spPr>
          <a:xfrm>
            <a:off x="533160" y="5895720"/>
            <a:ext cx="11125440" cy="914760"/>
          </a:xfrm>
          <a:custGeom>
            <a:avLst/>
            <a:gdLst/>
            <a:ahLst/>
            <a:rect l="0" t="0" r="r" b="b"/>
            <a:pathLst>
              <a:path w="30904" h="2541">
                <a:moveTo>
                  <a:pt x="0" y="2382"/>
                </a:moveTo>
                <a:lnTo>
                  <a:pt x="0" y="160"/>
                </a:lnTo>
                <a:cubicBezTo>
                  <a:pt x="0" y="150"/>
                  <a:pt x="1" y="139"/>
                  <a:pt x="3" y="129"/>
                </a:cubicBezTo>
                <a:cubicBezTo>
                  <a:pt x="5" y="118"/>
                  <a:pt x="8" y="108"/>
                  <a:pt x="12" y="98"/>
                </a:cubicBezTo>
                <a:cubicBezTo>
                  <a:pt x="16" y="89"/>
                  <a:pt x="21" y="79"/>
                  <a:pt x="27" y="71"/>
                </a:cubicBezTo>
                <a:cubicBezTo>
                  <a:pt x="33" y="62"/>
                  <a:pt x="39" y="54"/>
                  <a:pt x="47" y="47"/>
                </a:cubicBezTo>
                <a:cubicBezTo>
                  <a:pt x="54" y="39"/>
                  <a:pt x="62" y="33"/>
                  <a:pt x="71" y="27"/>
                </a:cubicBezTo>
                <a:cubicBezTo>
                  <a:pt x="79" y="21"/>
                  <a:pt x="89" y="16"/>
                  <a:pt x="98" y="12"/>
                </a:cubicBezTo>
                <a:cubicBezTo>
                  <a:pt x="108" y="8"/>
                  <a:pt x="118" y="5"/>
                  <a:pt x="128" y="3"/>
                </a:cubicBezTo>
                <a:cubicBezTo>
                  <a:pt x="138" y="1"/>
                  <a:pt x="148" y="0"/>
                  <a:pt x="159" y="0"/>
                </a:cubicBezTo>
                <a:lnTo>
                  <a:pt x="30746" y="0"/>
                </a:lnTo>
                <a:cubicBezTo>
                  <a:pt x="30756" y="0"/>
                  <a:pt x="30766" y="1"/>
                  <a:pt x="30777" y="3"/>
                </a:cubicBezTo>
                <a:cubicBezTo>
                  <a:pt x="30787" y="5"/>
                  <a:pt x="30797" y="8"/>
                  <a:pt x="30806" y="12"/>
                </a:cubicBezTo>
                <a:cubicBezTo>
                  <a:pt x="30816" y="16"/>
                  <a:pt x="30825" y="21"/>
                  <a:pt x="30834" y="27"/>
                </a:cubicBezTo>
                <a:cubicBezTo>
                  <a:pt x="30843" y="33"/>
                  <a:pt x="30851" y="39"/>
                  <a:pt x="30858" y="47"/>
                </a:cubicBezTo>
                <a:cubicBezTo>
                  <a:pt x="30865" y="54"/>
                  <a:pt x="30872" y="62"/>
                  <a:pt x="30878" y="71"/>
                </a:cubicBezTo>
                <a:cubicBezTo>
                  <a:pt x="30884" y="79"/>
                  <a:pt x="30888" y="89"/>
                  <a:pt x="30892" y="98"/>
                </a:cubicBezTo>
                <a:cubicBezTo>
                  <a:pt x="30896" y="108"/>
                  <a:pt x="30899" y="118"/>
                  <a:pt x="30901" y="129"/>
                </a:cubicBezTo>
                <a:cubicBezTo>
                  <a:pt x="30903" y="139"/>
                  <a:pt x="30904" y="150"/>
                  <a:pt x="30904" y="160"/>
                </a:cubicBezTo>
                <a:lnTo>
                  <a:pt x="30904" y="2382"/>
                </a:lnTo>
                <a:cubicBezTo>
                  <a:pt x="30904" y="2393"/>
                  <a:pt x="30903" y="2403"/>
                  <a:pt x="30901" y="2413"/>
                </a:cubicBezTo>
                <a:cubicBezTo>
                  <a:pt x="30899" y="2424"/>
                  <a:pt x="30896" y="2434"/>
                  <a:pt x="30892" y="2443"/>
                </a:cubicBezTo>
                <a:cubicBezTo>
                  <a:pt x="30888" y="2453"/>
                  <a:pt x="30884" y="2462"/>
                  <a:pt x="30878" y="2471"/>
                </a:cubicBezTo>
                <a:cubicBezTo>
                  <a:pt x="30872" y="2479"/>
                  <a:pt x="30865" y="2487"/>
                  <a:pt x="30858" y="2495"/>
                </a:cubicBezTo>
                <a:cubicBezTo>
                  <a:pt x="30851" y="2502"/>
                  <a:pt x="30843" y="2509"/>
                  <a:pt x="30834" y="2514"/>
                </a:cubicBezTo>
                <a:cubicBezTo>
                  <a:pt x="30825" y="2520"/>
                  <a:pt x="30816" y="2525"/>
                  <a:pt x="30806" y="2529"/>
                </a:cubicBezTo>
                <a:cubicBezTo>
                  <a:pt x="30797" y="2533"/>
                  <a:pt x="30787" y="2536"/>
                  <a:pt x="30777" y="2538"/>
                </a:cubicBezTo>
                <a:cubicBezTo>
                  <a:pt x="30766" y="2540"/>
                  <a:pt x="30756" y="2541"/>
                  <a:pt x="30746" y="2541"/>
                </a:cubicBezTo>
                <a:lnTo>
                  <a:pt x="159" y="2541"/>
                </a:lnTo>
                <a:cubicBezTo>
                  <a:pt x="148" y="2541"/>
                  <a:pt x="138" y="2540"/>
                  <a:pt x="128" y="2538"/>
                </a:cubicBezTo>
                <a:cubicBezTo>
                  <a:pt x="118" y="2536"/>
                  <a:pt x="108" y="2533"/>
                  <a:pt x="98" y="2529"/>
                </a:cubicBezTo>
                <a:cubicBezTo>
                  <a:pt x="89" y="2525"/>
                  <a:pt x="79" y="2520"/>
                  <a:pt x="71" y="2514"/>
                </a:cubicBezTo>
                <a:cubicBezTo>
                  <a:pt x="62" y="2509"/>
                  <a:pt x="54" y="2502"/>
                  <a:pt x="47" y="2495"/>
                </a:cubicBezTo>
                <a:cubicBezTo>
                  <a:pt x="39" y="2487"/>
                  <a:pt x="33" y="2479"/>
                  <a:pt x="27" y="2471"/>
                </a:cubicBezTo>
                <a:cubicBezTo>
                  <a:pt x="21" y="2462"/>
                  <a:pt x="16" y="2453"/>
                  <a:pt x="12" y="2443"/>
                </a:cubicBezTo>
                <a:cubicBezTo>
                  <a:pt x="8" y="2434"/>
                  <a:pt x="5" y="2424"/>
                  <a:pt x="3" y="2413"/>
                </a:cubicBezTo>
                <a:cubicBezTo>
                  <a:pt x="1" y="2403"/>
                  <a:pt x="0" y="2393"/>
                  <a:pt x="0" y="2382"/>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4"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気象庁データ取得</a:t>
            </a:r>
            <a:endParaRPr lang="en-US" sz="3000" b="0" u="none" strike="noStrike">
              <a:solidFill>
                <a:srgbClr val="000000"/>
              </a:solidFill>
              <a:effectLst/>
              <a:uFillTx/>
              <a:latin typeface="游明朝体"/>
            </a:endParaRPr>
          </a:p>
        </p:txBody>
      </p:sp>
      <p:sp>
        <p:nvSpPr>
          <p:cNvPr id="605" name=""/>
          <p:cNvSpPr txBox="1"/>
          <p:nvPr/>
        </p:nvSpPr>
        <p:spPr>
          <a:xfrm>
            <a:off x="3581280" y="475560"/>
            <a:ext cx="9885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MCP</a:t>
            </a:r>
            <a:endParaRPr lang="en-US" sz="3000" b="0" u="none" strike="noStrike">
              <a:solidFill>
                <a:srgbClr val="000000"/>
              </a:solidFill>
              <a:effectLst/>
              <a:uFillTx/>
              <a:latin typeface="游明朝体"/>
            </a:endParaRPr>
          </a:p>
        </p:txBody>
      </p:sp>
      <p:sp>
        <p:nvSpPr>
          <p:cNvPr id="606" name=""/>
          <p:cNvSpPr txBox="1"/>
          <p:nvPr/>
        </p:nvSpPr>
        <p:spPr>
          <a:xfrm>
            <a:off x="45694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サーバー（</a:t>
            </a:r>
            <a:endParaRPr lang="en-US" sz="3000" b="0" u="none" strike="noStrike">
              <a:solidFill>
                <a:srgbClr val="000000"/>
              </a:solidFill>
              <a:effectLst/>
              <a:uFillTx/>
              <a:latin typeface="游明朝体"/>
            </a:endParaRPr>
          </a:p>
        </p:txBody>
      </p:sp>
      <p:sp>
        <p:nvSpPr>
          <p:cNvPr id="607" name=""/>
          <p:cNvSpPr txBox="1"/>
          <p:nvPr/>
        </p:nvSpPr>
        <p:spPr>
          <a:xfrm>
            <a:off x="6463080" y="475560"/>
            <a:ext cx="16221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jma-mcp</a:t>
            </a:r>
            <a:endParaRPr lang="en-US" sz="3000" b="0" u="none" strike="noStrike">
              <a:solidFill>
                <a:srgbClr val="000000"/>
              </a:solidFill>
              <a:effectLst/>
              <a:uFillTx/>
              <a:latin typeface="游明朝体"/>
            </a:endParaRPr>
          </a:p>
        </p:txBody>
      </p:sp>
      <p:sp>
        <p:nvSpPr>
          <p:cNvPr id="608" name=""/>
          <p:cNvSpPr/>
          <p:nvPr/>
        </p:nvSpPr>
        <p:spPr>
          <a:xfrm>
            <a:off x="552240" y="4362120"/>
            <a:ext cx="5429520" cy="1010160"/>
          </a:xfrm>
          <a:custGeom>
            <a:avLst/>
            <a:gdLst/>
            <a:ahLst/>
            <a:rect l="0" t="0" r="r" b="b"/>
            <a:pathLst>
              <a:path w="15082" h="2806">
                <a:moveTo>
                  <a:pt x="0" y="2806"/>
                </a:moveTo>
                <a:lnTo>
                  <a:pt x="0" y="0"/>
                </a:lnTo>
                <a:lnTo>
                  <a:pt x="14976" y="0"/>
                </a:lnTo>
                <a:cubicBezTo>
                  <a:pt x="14991" y="0"/>
                  <a:pt x="15004" y="3"/>
                  <a:pt x="15017" y="8"/>
                </a:cubicBezTo>
                <a:cubicBezTo>
                  <a:pt x="15030" y="14"/>
                  <a:pt x="15041" y="21"/>
                  <a:pt x="15051" y="31"/>
                </a:cubicBezTo>
                <a:cubicBezTo>
                  <a:pt x="15061" y="41"/>
                  <a:pt x="15069" y="53"/>
                  <a:pt x="15074" y="66"/>
                </a:cubicBezTo>
                <a:cubicBezTo>
                  <a:pt x="15080" y="79"/>
                  <a:pt x="15082" y="92"/>
                  <a:pt x="15082" y="106"/>
                </a:cubicBezTo>
                <a:lnTo>
                  <a:pt x="15082" y="2700"/>
                </a:lnTo>
                <a:cubicBezTo>
                  <a:pt x="15082" y="2714"/>
                  <a:pt x="15080" y="2728"/>
                  <a:pt x="15074" y="2741"/>
                </a:cubicBezTo>
                <a:cubicBezTo>
                  <a:pt x="15069" y="2754"/>
                  <a:pt x="15061" y="2765"/>
                  <a:pt x="15051" y="2775"/>
                </a:cubicBezTo>
                <a:cubicBezTo>
                  <a:pt x="15041" y="2785"/>
                  <a:pt x="15030" y="2793"/>
                  <a:pt x="15017" y="2798"/>
                </a:cubicBezTo>
                <a:cubicBezTo>
                  <a:pt x="15004" y="2803"/>
                  <a:pt x="14991" y="2806"/>
                  <a:pt x="14976" y="2806"/>
                </a:cubicBezTo>
                <a:lnTo>
                  <a:pt x="0" y="2806"/>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9" name=""/>
          <p:cNvSpPr/>
          <p:nvPr/>
        </p:nvSpPr>
        <p:spPr>
          <a:xfrm>
            <a:off x="533160" y="4362120"/>
            <a:ext cx="38520" cy="1010160"/>
          </a:xfrm>
          <a:custGeom>
            <a:avLst/>
            <a:gdLst/>
            <a:ahLst/>
            <a:rect l="0" t="0" r="r" b="b"/>
            <a:pathLst>
              <a:path w="107" h="2806">
                <a:moveTo>
                  <a:pt x="0" y="0"/>
                </a:moveTo>
                <a:lnTo>
                  <a:pt x="107" y="0"/>
                </a:lnTo>
                <a:lnTo>
                  <a:pt x="107" y="2806"/>
                </a:lnTo>
                <a:lnTo>
                  <a:pt x="0" y="2806"/>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0" name=""/>
          <p:cNvSpPr/>
          <p:nvPr/>
        </p:nvSpPr>
        <p:spPr>
          <a:xfrm>
            <a:off x="618840" y="1428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49"/>
                </a:cubicBezTo>
                <a:cubicBezTo>
                  <a:pt x="158" y="59"/>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1" name=""/>
          <p:cNvSpPr txBox="1"/>
          <p:nvPr/>
        </p:nvSpPr>
        <p:spPr>
          <a:xfrm>
            <a:off x="808452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a:t>
            </a:r>
            <a:endParaRPr lang="en-US" sz="3000" b="0" u="none" strike="noStrike">
              <a:solidFill>
                <a:srgbClr val="000000"/>
              </a:solidFill>
              <a:effectLst/>
              <a:uFillTx/>
              <a:latin typeface="游明朝体"/>
            </a:endParaRPr>
          </a:p>
        </p:txBody>
      </p:sp>
      <p:sp>
        <p:nvSpPr>
          <p:cNvPr id="612" name=""/>
          <p:cNvSpPr txBox="1"/>
          <p:nvPr/>
        </p:nvSpPr>
        <p:spPr>
          <a:xfrm>
            <a:off x="799920" y="134208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気象庁サイト（</a:t>
            </a:r>
            <a:endParaRPr lang="en-US" sz="1500" b="0" u="none" strike="noStrike">
              <a:solidFill>
                <a:srgbClr val="000000"/>
              </a:solidFill>
              <a:effectLst/>
              <a:uFillTx/>
              <a:latin typeface="游明朝体"/>
            </a:endParaRPr>
          </a:p>
        </p:txBody>
      </p:sp>
      <p:sp>
        <p:nvSpPr>
          <p:cNvPr id="613" name=""/>
          <p:cNvSpPr txBox="1"/>
          <p:nvPr/>
        </p:nvSpPr>
        <p:spPr>
          <a:xfrm>
            <a:off x="2127960" y="1333080"/>
            <a:ext cx="13028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bosai.jma.go.jp</a:t>
            </a:r>
            <a:endParaRPr lang="en-US" sz="1500" b="0" u="none" strike="noStrike">
              <a:solidFill>
                <a:srgbClr val="000000"/>
              </a:solidFill>
              <a:effectLst/>
              <a:uFillTx/>
              <a:latin typeface="游明朝体"/>
            </a:endParaRPr>
          </a:p>
        </p:txBody>
      </p:sp>
      <p:sp>
        <p:nvSpPr>
          <p:cNvPr id="614" name=""/>
          <p:cNvSpPr txBox="1"/>
          <p:nvPr/>
        </p:nvSpPr>
        <p:spPr>
          <a:xfrm>
            <a:off x="3430080" y="134208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）が内部で使⽤する⾮公開</a:t>
            </a:r>
            <a:endParaRPr lang="en-US" sz="1500" b="0" u="none" strike="noStrike">
              <a:solidFill>
                <a:srgbClr val="000000"/>
              </a:solidFill>
              <a:effectLst/>
              <a:uFillTx/>
              <a:latin typeface="游明朝体"/>
            </a:endParaRPr>
          </a:p>
        </p:txBody>
      </p:sp>
      <p:sp>
        <p:nvSpPr>
          <p:cNvPr id="615" name=""/>
          <p:cNvSpPr txBox="1"/>
          <p:nvPr/>
        </p:nvSpPr>
        <p:spPr>
          <a:xfrm>
            <a:off x="799920" y="1676160"/>
            <a:ext cx="297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API</a:t>
            </a:r>
            <a:endParaRPr lang="en-US" sz="1500" b="0" u="none" strike="noStrike">
              <a:solidFill>
                <a:srgbClr val="000000"/>
              </a:solidFill>
              <a:effectLst/>
              <a:uFillTx/>
              <a:latin typeface="游明朝体"/>
            </a:endParaRPr>
          </a:p>
        </p:txBody>
      </p:sp>
      <p:sp>
        <p:nvSpPr>
          <p:cNvPr id="616" name=""/>
          <p:cNvSpPr txBox="1"/>
          <p:nvPr/>
        </p:nvSpPr>
        <p:spPr>
          <a:xfrm>
            <a:off x="1096200" y="168480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（認証不要）を</a:t>
            </a:r>
            <a:endParaRPr lang="en-US" sz="1500" b="0" u="none" strike="noStrike">
              <a:solidFill>
                <a:srgbClr val="000000"/>
              </a:solidFill>
              <a:effectLst/>
              <a:uFillTx/>
              <a:latin typeface="游明朝体"/>
            </a:endParaRPr>
          </a:p>
        </p:txBody>
      </p:sp>
      <p:sp>
        <p:nvSpPr>
          <p:cNvPr id="617" name=""/>
          <p:cNvSpPr txBox="1"/>
          <p:nvPr/>
        </p:nvSpPr>
        <p:spPr>
          <a:xfrm>
            <a:off x="2430000" y="167616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618" name=""/>
          <p:cNvSpPr txBox="1"/>
          <p:nvPr/>
        </p:nvSpPr>
        <p:spPr>
          <a:xfrm>
            <a:off x="2602440" y="168480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と解析し、</a:t>
            </a:r>
            <a:endParaRPr lang="en-US" sz="1500" b="0" u="none" strike="noStrike">
              <a:solidFill>
                <a:srgbClr val="000000"/>
              </a:solidFill>
              <a:effectLst/>
              <a:uFillTx/>
              <a:latin typeface="游明朝体"/>
            </a:endParaRPr>
          </a:p>
        </p:txBody>
      </p:sp>
      <p:sp>
        <p:nvSpPr>
          <p:cNvPr id="619" name=""/>
          <p:cNvSpPr txBox="1"/>
          <p:nvPr/>
        </p:nvSpPr>
        <p:spPr>
          <a:xfrm>
            <a:off x="3555000" y="1676160"/>
            <a:ext cx="4276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MCP</a:t>
            </a:r>
            <a:endParaRPr lang="en-US" sz="1500" b="0" u="none" strike="noStrike">
              <a:solidFill>
                <a:srgbClr val="000000"/>
              </a:solidFill>
              <a:effectLst/>
              <a:uFillTx/>
              <a:latin typeface="游明朝体"/>
            </a:endParaRPr>
          </a:p>
        </p:txBody>
      </p:sp>
      <p:sp>
        <p:nvSpPr>
          <p:cNvPr id="620" name=""/>
          <p:cNvSpPr/>
          <p:nvPr/>
        </p:nvSpPr>
        <p:spPr>
          <a:xfrm>
            <a:off x="618840" y="216216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80"/>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1" name=""/>
          <p:cNvSpPr txBox="1"/>
          <p:nvPr/>
        </p:nvSpPr>
        <p:spPr>
          <a:xfrm>
            <a:off x="3981960" y="168480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サーバーとして実装</a:t>
            </a:r>
            <a:endParaRPr lang="en-US" sz="1500" b="0" u="none" strike="noStrike">
              <a:solidFill>
                <a:srgbClr val="000000"/>
              </a:solidFill>
              <a:effectLst/>
              <a:uFillTx/>
              <a:latin typeface="游明朝体"/>
            </a:endParaRPr>
          </a:p>
        </p:txBody>
      </p:sp>
      <p:sp>
        <p:nvSpPr>
          <p:cNvPr id="622" name=""/>
          <p:cNvSpPr txBox="1"/>
          <p:nvPr/>
        </p:nvSpPr>
        <p:spPr>
          <a:xfrm>
            <a:off x="799920" y="207540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天気予報・警報／注意報・早期注意情報・観測ランキング・</a:t>
            </a:r>
            <a:endParaRPr lang="en-US" sz="1500" b="0" u="none" strike="noStrike">
              <a:solidFill>
                <a:srgbClr val="000000"/>
              </a:solidFill>
              <a:effectLst/>
              <a:uFillTx/>
              <a:latin typeface="游明朝体"/>
            </a:endParaRPr>
          </a:p>
        </p:txBody>
      </p:sp>
      <p:sp>
        <p:nvSpPr>
          <p:cNvPr id="623" name=""/>
          <p:cNvSpPr txBox="1"/>
          <p:nvPr/>
        </p:nvSpPr>
        <p:spPr>
          <a:xfrm>
            <a:off x="799920" y="241848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潮位など計</a:t>
            </a:r>
            <a:endParaRPr lang="en-US" sz="1500" b="0" u="none" strike="noStrike">
              <a:solidFill>
                <a:srgbClr val="000000"/>
              </a:solidFill>
              <a:effectLst/>
              <a:uFillTx/>
              <a:latin typeface="游明朝体"/>
            </a:endParaRPr>
          </a:p>
        </p:txBody>
      </p:sp>
      <p:sp>
        <p:nvSpPr>
          <p:cNvPr id="624" name=""/>
          <p:cNvSpPr txBox="1"/>
          <p:nvPr/>
        </p:nvSpPr>
        <p:spPr>
          <a:xfrm>
            <a:off x="1752480" y="2409480"/>
            <a:ext cx="2124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21</a:t>
            </a:r>
            <a:endParaRPr lang="en-US" sz="1500" b="0" u="none" strike="noStrike">
              <a:solidFill>
                <a:srgbClr val="000000"/>
              </a:solidFill>
              <a:effectLst/>
              <a:uFillTx/>
              <a:latin typeface="游明朝体"/>
            </a:endParaRPr>
          </a:p>
        </p:txBody>
      </p:sp>
      <p:sp>
        <p:nvSpPr>
          <p:cNvPr id="625" name=""/>
          <p:cNvSpPr/>
          <p:nvPr/>
        </p:nvSpPr>
        <p:spPr>
          <a:xfrm>
            <a:off x="618840" y="2895480"/>
            <a:ext cx="57600" cy="57600"/>
          </a:xfrm>
          <a:custGeom>
            <a:avLst/>
            <a:gdLst/>
            <a:ahLst/>
            <a:rect l="0" t="0" r="r" b="b"/>
            <a:pathLst>
              <a:path w="160" h="160">
                <a:moveTo>
                  <a:pt x="160" y="79"/>
                </a:moveTo>
                <a:cubicBezTo>
                  <a:pt x="160" y="90"/>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6" name=""/>
          <p:cNvSpPr txBox="1"/>
          <p:nvPr/>
        </p:nvSpPr>
        <p:spPr>
          <a:xfrm>
            <a:off x="1964520" y="241848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種のツールを提供</a:t>
            </a:r>
            <a:endParaRPr lang="en-US" sz="1500" b="0" u="none" strike="noStrike">
              <a:solidFill>
                <a:srgbClr val="000000"/>
              </a:solidFill>
              <a:effectLst/>
              <a:uFillTx/>
              <a:latin typeface="游明朝体"/>
            </a:endParaRPr>
          </a:p>
        </p:txBody>
      </p:sp>
      <p:sp>
        <p:nvSpPr>
          <p:cNvPr id="627" name=""/>
          <p:cNvSpPr txBox="1"/>
          <p:nvPr/>
        </p:nvSpPr>
        <p:spPr>
          <a:xfrm>
            <a:off x="799920" y="2800080"/>
            <a:ext cx="9072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HTTP/SSE</a:t>
            </a:r>
            <a:endParaRPr lang="en-US" sz="1500" b="0" u="none" strike="noStrike">
              <a:solidFill>
                <a:srgbClr val="000000"/>
              </a:solidFill>
              <a:effectLst/>
              <a:uFillTx/>
              <a:latin typeface="游明朝体"/>
            </a:endParaRPr>
          </a:p>
        </p:txBody>
      </p:sp>
      <p:sp>
        <p:nvSpPr>
          <p:cNvPr id="628" name=""/>
          <p:cNvSpPr txBox="1"/>
          <p:nvPr/>
        </p:nvSpPr>
        <p:spPr>
          <a:xfrm>
            <a:off x="1706400" y="28090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版（</a:t>
            </a:r>
            <a:endParaRPr lang="en-US" sz="1500" b="0" u="none" strike="noStrike">
              <a:solidFill>
                <a:srgbClr val="000000"/>
              </a:solidFill>
              <a:effectLst/>
              <a:uFillTx/>
              <a:latin typeface="游明朝体"/>
            </a:endParaRPr>
          </a:p>
        </p:txBody>
      </p:sp>
      <p:sp>
        <p:nvSpPr>
          <p:cNvPr id="629" name=""/>
          <p:cNvSpPr txBox="1"/>
          <p:nvPr/>
        </p:nvSpPr>
        <p:spPr>
          <a:xfrm>
            <a:off x="2087640" y="2800080"/>
            <a:ext cx="1433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jma-mcp-remote</a:t>
            </a:r>
            <a:endParaRPr lang="en-US" sz="1500" b="0" u="none" strike="noStrike">
              <a:solidFill>
                <a:srgbClr val="000000"/>
              </a:solidFill>
              <a:effectLst/>
              <a:uFillTx/>
              <a:latin typeface="游明朝体"/>
            </a:endParaRPr>
          </a:p>
        </p:txBody>
      </p:sp>
      <p:sp>
        <p:nvSpPr>
          <p:cNvPr id="630" name=""/>
          <p:cNvSpPr txBox="1"/>
          <p:nvPr/>
        </p:nvSpPr>
        <p:spPr>
          <a:xfrm>
            <a:off x="3516840" y="28090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631" name=""/>
          <p:cNvSpPr txBox="1"/>
          <p:nvPr/>
        </p:nvSpPr>
        <p:spPr>
          <a:xfrm>
            <a:off x="3898080" y="2800080"/>
            <a:ext cx="6181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Render</a:t>
            </a:r>
            <a:endParaRPr lang="en-US" sz="1500" b="0" u="none" strike="noStrike">
              <a:solidFill>
                <a:srgbClr val="000000"/>
              </a:solidFill>
              <a:effectLst/>
              <a:uFillTx/>
              <a:latin typeface="游明朝体"/>
            </a:endParaRPr>
          </a:p>
        </p:txBody>
      </p:sp>
      <p:sp>
        <p:nvSpPr>
          <p:cNvPr id="632" name=""/>
          <p:cNvSpPr txBox="1"/>
          <p:nvPr/>
        </p:nvSpPr>
        <p:spPr>
          <a:xfrm>
            <a:off x="4515480" y="280908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にデプロイし、</a:t>
            </a:r>
            <a:endParaRPr lang="en-US" sz="1500" b="0" u="none" strike="noStrike">
              <a:solidFill>
                <a:srgbClr val="000000"/>
              </a:solidFill>
              <a:effectLst/>
              <a:uFillTx/>
              <a:latin typeface="游明朝体"/>
            </a:endParaRPr>
          </a:p>
        </p:txBody>
      </p:sp>
      <p:sp>
        <p:nvSpPr>
          <p:cNvPr id="633" name=""/>
          <p:cNvSpPr txBox="1"/>
          <p:nvPr/>
        </p:nvSpPr>
        <p:spPr>
          <a:xfrm>
            <a:off x="799920" y="3142800"/>
            <a:ext cx="12463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Claude.ai Web</a:t>
            </a:r>
            <a:endParaRPr lang="en-US" sz="1500" b="0" u="none" strike="noStrike">
              <a:solidFill>
                <a:srgbClr val="000000"/>
              </a:solidFill>
              <a:effectLst/>
              <a:uFillTx/>
              <a:latin typeface="游明朝体"/>
            </a:endParaRPr>
          </a:p>
        </p:txBody>
      </p:sp>
      <p:sp>
        <p:nvSpPr>
          <p:cNvPr id="634" name=""/>
          <p:cNvSpPr txBox="1"/>
          <p:nvPr/>
        </p:nvSpPr>
        <p:spPr>
          <a:xfrm>
            <a:off x="2034720" y="315180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版・デスクトップアプリ・</a:t>
            </a:r>
            <a:endParaRPr lang="en-US" sz="1500" b="0" u="none" strike="noStrike">
              <a:solidFill>
                <a:srgbClr val="000000"/>
              </a:solidFill>
              <a:effectLst/>
              <a:uFillTx/>
              <a:latin typeface="游明朝体"/>
            </a:endParaRPr>
          </a:p>
        </p:txBody>
      </p:sp>
      <p:sp>
        <p:nvSpPr>
          <p:cNvPr id="635" name=""/>
          <p:cNvSpPr txBox="1"/>
          <p:nvPr/>
        </p:nvSpPr>
        <p:spPr>
          <a:xfrm>
            <a:off x="4309200" y="3142800"/>
            <a:ext cx="5900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iPhone</a:t>
            </a:r>
            <a:endParaRPr lang="en-US" sz="1500" b="0" u="none" strike="noStrike">
              <a:solidFill>
                <a:srgbClr val="000000"/>
              </a:solidFill>
              <a:effectLst/>
              <a:uFillTx/>
              <a:latin typeface="游明朝体"/>
            </a:endParaRPr>
          </a:p>
        </p:txBody>
      </p:sp>
      <p:sp>
        <p:nvSpPr>
          <p:cNvPr id="636" name=""/>
          <p:cNvSpPr txBox="1"/>
          <p:nvPr/>
        </p:nvSpPr>
        <p:spPr>
          <a:xfrm>
            <a:off x="4898520" y="315180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版からも利</a:t>
            </a:r>
            <a:endParaRPr lang="en-US" sz="1500" b="0" u="none" strike="noStrike">
              <a:solidFill>
                <a:srgbClr val="000000"/>
              </a:solidFill>
              <a:effectLst/>
              <a:uFillTx/>
              <a:latin typeface="游明朝体"/>
            </a:endParaRPr>
          </a:p>
        </p:txBody>
      </p:sp>
      <p:sp>
        <p:nvSpPr>
          <p:cNvPr id="637" name=""/>
          <p:cNvSpPr txBox="1"/>
          <p:nvPr/>
        </p:nvSpPr>
        <p:spPr>
          <a:xfrm>
            <a:off x="799920" y="349488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⽤可能</a:t>
            </a:r>
            <a:endParaRPr lang="en-US" sz="1500" b="0" u="none" strike="noStrike">
              <a:solidFill>
                <a:srgbClr val="000000"/>
              </a:solidFill>
              <a:effectLst/>
              <a:uFillTx/>
              <a:latin typeface="游明朝体"/>
            </a:endParaRPr>
          </a:p>
        </p:txBody>
      </p:sp>
      <p:sp>
        <p:nvSpPr>
          <p:cNvPr id="638" name=""/>
          <p:cNvSpPr txBox="1"/>
          <p:nvPr/>
        </p:nvSpPr>
        <p:spPr>
          <a:xfrm>
            <a:off x="533520" y="3952440"/>
            <a:ext cx="40132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GitHub: </a:t>
            </a:r>
            <a:r>
              <a:rPr lang="en-US" sz="1500" b="0" u="none" strike="noStrike">
                <a:solidFill>
                  <a:srgbClr val="0969DA"/>
                </a:solidFill>
                <a:effectLst/>
                <a:uFillTx/>
                <a:latin typeface="HelveticaNeue"/>
                <a:ea typeface="HelveticaNeue"/>
              </a:rPr>
              <a:t>https://github.com/masauehr/jma-mcp</a:t>
            </a:r>
            <a:endParaRPr lang="en-US" sz="1500" b="0" u="none" strike="noStrike">
              <a:solidFill>
                <a:srgbClr val="000000"/>
              </a:solidFill>
              <a:effectLst/>
              <a:uFillTx/>
              <a:latin typeface="游明朝体"/>
            </a:endParaRPr>
          </a:p>
        </p:txBody>
      </p:sp>
      <p:sp>
        <p:nvSpPr>
          <p:cNvPr id="639" name=""/>
          <p:cNvSpPr txBox="1"/>
          <p:nvPr/>
        </p:nvSpPr>
        <p:spPr>
          <a:xfrm>
            <a:off x="723960" y="4493880"/>
            <a:ext cx="5446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気象庁</a:t>
            </a:r>
            <a:endParaRPr lang="en-US" sz="1430" b="0" u="none" strike="noStrike">
              <a:solidFill>
                <a:srgbClr val="000000"/>
              </a:solidFill>
              <a:effectLst/>
              <a:uFillTx/>
              <a:latin typeface="游明朝体"/>
            </a:endParaRPr>
          </a:p>
        </p:txBody>
      </p:sp>
      <p:sp>
        <p:nvSpPr>
          <p:cNvPr id="640" name=""/>
          <p:cNvSpPr txBox="1"/>
          <p:nvPr/>
        </p:nvSpPr>
        <p:spPr>
          <a:xfrm>
            <a:off x="1266840" y="4485600"/>
            <a:ext cx="2491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HP</a:t>
            </a:r>
            <a:endParaRPr lang="en-US" sz="1430" b="0" u="none" strike="noStrike">
              <a:solidFill>
                <a:srgbClr val="000000"/>
              </a:solidFill>
              <a:effectLst/>
              <a:uFillTx/>
              <a:latin typeface="游明朝体"/>
            </a:endParaRPr>
          </a:p>
        </p:txBody>
      </p:sp>
      <p:sp>
        <p:nvSpPr>
          <p:cNvPr id="641" name=""/>
          <p:cNvSpPr txBox="1"/>
          <p:nvPr/>
        </p:nvSpPr>
        <p:spPr>
          <a:xfrm>
            <a:off x="1514880" y="4493880"/>
            <a:ext cx="41720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からのデータ取得コードは、以降の別アプリ（検潮</a:t>
            </a:r>
            <a:endParaRPr lang="en-US" sz="1430" b="0" u="none" strike="noStrike">
              <a:solidFill>
                <a:srgbClr val="000000"/>
              </a:solidFill>
              <a:effectLst/>
              <a:uFillTx/>
              <a:latin typeface="游明朝体"/>
            </a:endParaRPr>
          </a:p>
        </p:txBody>
      </p:sp>
      <p:sp>
        <p:nvSpPr>
          <p:cNvPr id="642" name=""/>
          <p:cNvSpPr txBox="1"/>
          <p:nvPr/>
        </p:nvSpPr>
        <p:spPr>
          <a:xfrm>
            <a:off x="723960" y="4770000"/>
            <a:ext cx="27212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所観測データ⼀覧表⽰等）作成で</a:t>
            </a:r>
            <a:endParaRPr lang="en-US" sz="1430" b="0" u="none" strike="noStrike">
              <a:solidFill>
                <a:srgbClr val="000000"/>
              </a:solidFill>
              <a:effectLst/>
              <a:uFillTx/>
              <a:latin typeface="游明朝体"/>
            </a:endParaRPr>
          </a:p>
        </p:txBody>
      </p:sp>
      <p:sp>
        <p:nvSpPr>
          <p:cNvPr id="643" name=""/>
          <p:cNvSpPr txBox="1"/>
          <p:nvPr/>
        </p:nvSpPr>
        <p:spPr>
          <a:xfrm>
            <a:off x="3438360" y="476172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644" name=""/>
          <p:cNvSpPr txBox="1"/>
          <p:nvPr/>
        </p:nvSpPr>
        <p:spPr>
          <a:xfrm>
            <a:off x="3602520" y="4770000"/>
            <a:ext cx="21769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が参考にできるので開発⾼</a:t>
            </a:r>
            <a:endParaRPr lang="en-US" sz="1430" b="0" u="none" strike="noStrike">
              <a:solidFill>
                <a:srgbClr val="000000"/>
              </a:solidFill>
              <a:effectLst/>
              <a:uFillTx/>
              <a:latin typeface="游明朝体"/>
            </a:endParaRPr>
          </a:p>
        </p:txBody>
      </p:sp>
      <p:sp>
        <p:nvSpPr>
          <p:cNvPr id="645" name=""/>
          <p:cNvSpPr/>
          <p:nvPr/>
        </p:nvSpPr>
        <p:spPr>
          <a:xfrm>
            <a:off x="6229080" y="2019240"/>
            <a:ext cx="5429520" cy="1276560"/>
          </a:xfrm>
          <a:custGeom>
            <a:avLst/>
            <a:gdLst/>
            <a:ahLst/>
            <a:rect l="0" t="0" r="r" b="b"/>
            <a:pathLst>
              <a:path w="15082" h="3546">
                <a:moveTo>
                  <a:pt x="0" y="3546"/>
                </a:moveTo>
                <a:lnTo>
                  <a:pt x="0" y="0"/>
                </a:lnTo>
                <a:lnTo>
                  <a:pt x="14977" y="0"/>
                </a:lnTo>
                <a:cubicBezTo>
                  <a:pt x="14991" y="0"/>
                  <a:pt x="15004" y="2"/>
                  <a:pt x="15017" y="8"/>
                </a:cubicBezTo>
                <a:cubicBezTo>
                  <a:pt x="15030" y="13"/>
                  <a:pt x="15042" y="21"/>
                  <a:pt x="15051" y="31"/>
                </a:cubicBezTo>
                <a:cubicBezTo>
                  <a:pt x="15061" y="41"/>
                  <a:pt x="15069" y="52"/>
                  <a:pt x="15074" y="65"/>
                </a:cubicBezTo>
                <a:cubicBezTo>
                  <a:pt x="15080" y="78"/>
                  <a:pt x="15082" y="91"/>
                  <a:pt x="15082" y="105"/>
                </a:cubicBezTo>
                <a:lnTo>
                  <a:pt x="15082" y="3440"/>
                </a:lnTo>
                <a:cubicBezTo>
                  <a:pt x="15082" y="3454"/>
                  <a:pt x="15080" y="3468"/>
                  <a:pt x="15074" y="3481"/>
                </a:cubicBezTo>
                <a:cubicBezTo>
                  <a:pt x="15069" y="3494"/>
                  <a:pt x="15061" y="3505"/>
                  <a:pt x="15051" y="3515"/>
                </a:cubicBezTo>
                <a:cubicBezTo>
                  <a:pt x="15042" y="3525"/>
                  <a:pt x="15030" y="3533"/>
                  <a:pt x="15017" y="3538"/>
                </a:cubicBezTo>
                <a:cubicBezTo>
                  <a:pt x="15004" y="3543"/>
                  <a:pt x="14991" y="3546"/>
                  <a:pt x="14977" y="3546"/>
                </a:cubicBezTo>
                <a:lnTo>
                  <a:pt x="0" y="3546"/>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6" name=""/>
          <p:cNvSpPr/>
          <p:nvPr/>
        </p:nvSpPr>
        <p:spPr>
          <a:xfrm>
            <a:off x="6210000" y="201924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7" name=""/>
          <p:cNvSpPr txBox="1"/>
          <p:nvPr/>
        </p:nvSpPr>
        <p:spPr>
          <a:xfrm>
            <a:off x="723960" y="5036760"/>
            <a:ext cx="9075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速化になる</a:t>
            </a:r>
            <a:endParaRPr lang="en-US" sz="1430" b="0" u="none" strike="noStrike">
              <a:solidFill>
                <a:srgbClr val="000000"/>
              </a:solidFill>
              <a:effectLst/>
              <a:uFillTx/>
              <a:latin typeface="游明朝体"/>
            </a:endParaRPr>
          </a:p>
        </p:txBody>
      </p:sp>
      <p:sp>
        <p:nvSpPr>
          <p:cNvPr id="648" name=""/>
          <p:cNvSpPr txBox="1"/>
          <p:nvPr/>
        </p:nvSpPr>
        <p:spPr>
          <a:xfrm>
            <a:off x="6210360" y="1314000"/>
            <a:ext cx="122832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649" name=""/>
          <p:cNvSpPr txBox="1"/>
          <p:nvPr/>
        </p:nvSpPr>
        <p:spPr>
          <a:xfrm>
            <a:off x="7437960" y="1323000"/>
            <a:ext cx="419184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へ⾃然⾔語で質問するだけで⾃動的にツールを呼</a:t>
            </a:r>
            <a:endParaRPr lang="en-US" sz="1500" b="0" u="none" strike="noStrike">
              <a:solidFill>
                <a:srgbClr val="000000"/>
              </a:solidFill>
              <a:effectLst/>
              <a:uFillTx/>
              <a:latin typeface="游明朝体"/>
            </a:endParaRPr>
          </a:p>
        </p:txBody>
      </p:sp>
      <p:sp>
        <p:nvSpPr>
          <p:cNvPr id="650" name=""/>
          <p:cNvSpPr txBox="1"/>
          <p:nvPr/>
        </p:nvSpPr>
        <p:spPr>
          <a:xfrm>
            <a:off x="6210360" y="1618200"/>
            <a:ext cx="228672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び出し、最新データを取得</a:t>
            </a:r>
            <a:endParaRPr lang="en-US" sz="1500" b="0" u="none" strike="noStrike">
              <a:solidFill>
                <a:srgbClr val="000000"/>
              </a:solidFill>
              <a:effectLst/>
              <a:uFillTx/>
              <a:latin typeface="游明朝体"/>
            </a:endParaRPr>
          </a:p>
        </p:txBody>
      </p:sp>
      <p:sp>
        <p:nvSpPr>
          <p:cNvPr id="651" name=""/>
          <p:cNvSpPr txBox="1"/>
          <p:nvPr/>
        </p:nvSpPr>
        <p:spPr>
          <a:xfrm>
            <a:off x="6400800" y="2150640"/>
            <a:ext cx="23583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「東京の週間天気予報は？」</a:t>
            </a:r>
            <a:endParaRPr lang="en-US" sz="1430" b="0" u="none" strike="noStrike">
              <a:solidFill>
                <a:srgbClr val="000000"/>
              </a:solidFill>
              <a:effectLst/>
              <a:uFillTx/>
              <a:latin typeface="游明朝体"/>
            </a:endParaRPr>
          </a:p>
        </p:txBody>
      </p:sp>
      <p:sp>
        <p:nvSpPr>
          <p:cNvPr id="652" name=""/>
          <p:cNvSpPr txBox="1"/>
          <p:nvPr/>
        </p:nvSpPr>
        <p:spPr>
          <a:xfrm>
            <a:off x="6400800" y="2427120"/>
            <a:ext cx="29023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「沖縄への早期注意情報を教えて」</a:t>
            </a:r>
            <a:endParaRPr lang="en-US" sz="1430" b="0" u="none" strike="noStrike">
              <a:solidFill>
                <a:srgbClr val="000000"/>
              </a:solidFill>
              <a:effectLst/>
              <a:uFillTx/>
              <a:latin typeface="游明朝体"/>
            </a:endParaRPr>
          </a:p>
        </p:txBody>
      </p:sp>
      <p:sp>
        <p:nvSpPr>
          <p:cNvPr id="653" name=""/>
          <p:cNvSpPr txBox="1"/>
          <p:nvPr/>
        </p:nvSpPr>
        <p:spPr>
          <a:xfrm>
            <a:off x="6400800" y="2693880"/>
            <a:ext cx="25398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「那覇の現在の潮位を教えて」</a:t>
            </a:r>
            <a:endParaRPr lang="en-US" sz="1430" b="0" u="none" strike="noStrike">
              <a:solidFill>
                <a:srgbClr val="000000"/>
              </a:solidFill>
              <a:effectLst/>
              <a:uFillTx/>
              <a:latin typeface="游明朝体"/>
            </a:endParaRPr>
          </a:p>
        </p:txBody>
      </p:sp>
      <p:sp>
        <p:nvSpPr>
          <p:cNvPr id="654" name=""/>
          <p:cNvSpPr txBox="1"/>
          <p:nvPr/>
        </p:nvSpPr>
        <p:spPr>
          <a:xfrm>
            <a:off x="6400800" y="2970000"/>
            <a:ext cx="34466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「今⽇の全国降⽔量ランキングを⾒せて」</a:t>
            </a:r>
            <a:endParaRPr lang="en-US" sz="1430" b="0" u="none" strike="noStrike">
              <a:solidFill>
                <a:srgbClr val="000000"/>
              </a:solidFill>
              <a:effectLst/>
              <a:uFillTx/>
              <a:latin typeface="游明朝体"/>
            </a:endParaRPr>
          </a:p>
        </p:txBody>
      </p:sp>
      <p:sp>
        <p:nvSpPr>
          <p:cNvPr id="655" name=""/>
          <p:cNvSpPr txBox="1"/>
          <p:nvPr/>
        </p:nvSpPr>
        <p:spPr>
          <a:xfrm>
            <a:off x="704880" y="6056280"/>
            <a:ext cx="374760" cy="192240"/>
          </a:xfrm>
          <a:prstGeom prst="rect">
            <a:avLst/>
          </a:prstGeom>
          <a:noFill/>
          <a:ln w="0">
            <a:noFill/>
          </a:ln>
        </p:spPr>
        <p:txBody>
          <a:bodyPr wrap="none" lIns="0" tIns="0" rIns="0" bIns="0" anchor="t">
            <a:spAutoFit/>
          </a:bodyPr>
          <a:p>
            <a:pPr/>
            <a:r>
              <a:rPr lang="en-US" sz="1280" b="1" u="none" strike="noStrike">
                <a:solidFill>
                  <a:srgbClr val="EB6834"/>
                </a:solidFill>
                <a:effectLst/>
                <a:uFillTx/>
                <a:latin typeface="HelveticaNeue"/>
                <a:ea typeface="HelveticaNeue"/>
              </a:rPr>
              <a:t>MCP</a:t>
            </a:r>
            <a:endParaRPr lang="en-US" sz="1280" b="0" u="none" strike="noStrike">
              <a:solidFill>
                <a:srgbClr val="000000"/>
              </a:solidFill>
              <a:effectLst/>
              <a:uFillTx/>
              <a:latin typeface="游明朝体"/>
            </a:endParaRPr>
          </a:p>
        </p:txBody>
      </p:sp>
      <p:sp>
        <p:nvSpPr>
          <p:cNvPr id="656" name=""/>
          <p:cNvSpPr txBox="1"/>
          <p:nvPr/>
        </p:nvSpPr>
        <p:spPr>
          <a:xfrm>
            <a:off x="1079640" y="6063840"/>
            <a:ext cx="162360" cy="162000"/>
          </a:xfrm>
          <a:prstGeom prst="rect">
            <a:avLst/>
          </a:prstGeom>
          <a:noFill/>
          <a:ln w="0">
            <a:noFill/>
          </a:ln>
        </p:spPr>
        <p:txBody>
          <a:bodyPr wrap="none" lIns="0" tIns="0" rIns="0" bIns="0" anchor="t">
            <a:spAutoFit/>
          </a:bodyPr>
          <a:p>
            <a:pPr/>
            <a:r>
              <a:rPr lang="ja-JP" sz="1280" b="1" u="none" strike="noStrike">
                <a:solidFill>
                  <a:srgbClr val="EB6834"/>
                </a:solidFill>
                <a:effectLst/>
                <a:uFillTx/>
                <a:latin typeface="HiraginoSans-W5"/>
                <a:ea typeface="HiraginoSans-W5"/>
              </a:rPr>
              <a:t>（</a:t>
            </a:r>
            <a:endParaRPr lang="en-US" sz="1280" b="0" u="none" strike="noStrike">
              <a:solidFill>
                <a:srgbClr val="000000"/>
              </a:solidFill>
              <a:effectLst/>
              <a:uFillTx/>
              <a:latin typeface="游明朝体"/>
            </a:endParaRPr>
          </a:p>
        </p:txBody>
      </p:sp>
      <p:sp>
        <p:nvSpPr>
          <p:cNvPr id="657" name=""/>
          <p:cNvSpPr txBox="1"/>
          <p:nvPr/>
        </p:nvSpPr>
        <p:spPr>
          <a:xfrm>
            <a:off x="1241640" y="6056280"/>
            <a:ext cx="1834200" cy="192240"/>
          </a:xfrm>
          <a:prstGeom prst="rect">
            <a:avLst/>
          </a:prstGeom>
          <a:noFill/>
          <a:ln w="0">
            <a:noFill/>
          </a:ln>
        </p:spPr>
        <p:txBody>
          <a:bodyPr wrap="none" lIns="0" tIns="0" rIns="0" bIns="0" anchor="t">
            <a:spAutoFit/>
          </a:bodyPr>
          <a:p>
            <a:pPr/>
            <a:r>
              <a:rPr lang="en-US" sz="1280" b="1" u="none" strike="noStrike">
                <a:solidFill>
                  <a:srgbClr val="EB6834"/>
                </a:solidFill>
                <a:effectLst/>
                <a:uFillTx/>
                <a:latin typeface="HelveticaNeue"/>
                <a:ea typeface="HelveticaNeue"/>
              </a:rPr>
              <a:t>Model Context Protocol</a:t>
            </a:r>
            <a:endParaRPr lang="en-US" sz="1280" b="0" u="none" strike="noStrike">
              <a:solidFill>
                <a:srgbClr val="000000"/>
              </a:solidFill>
              <a:effectLst/>
              <a:uFillTx/>
              <a:latin typeface="游明朝体"/>
            </a:endParaRPr>
          </a:p>
        </p:txBody>
      </p:sp>
      <p:sp>
        <p:nvSpPr>
          <p:cNvPr id="658" name=""/>
          <p:cNvSpPr txBox="1"/>
          <p:nvPr/>
        </p:nvSpPr>
        <p:spPr>
          <a:xfrm>
            <a:off x="3076560" y="6063840"/>
            <a:ext cx="485280" cy="162000"/>
          </a:xfrm>
          <a:prstGeom prst="rect">
            <a:avLst/>
          </a:prstGeom>
          <a:noFill/>
          <a:ln w="0">
            <a:noFill/>
          </a:ln>
        </p:spPr>
        <p:txBody>
          <a:bodyPr wrap="none" lIns="0" tIns="0" rIns="0" bIns="0" anchor="t">
            <a:spAutoFit/>
          </a:bodyPr>
          <a:p>
            <a:pPr/>
            <a:r>
              <a:rPr lang="ja-JP" sz="1280" b="1" u="none" strike="noStrike">
                <a:solidFill>
                  <a:srgbClr val="EB6834"/>
                </a:solidFill>
                <a:effectLst/>
                <a:uFillTx/>
                <a:latin typeface="HiraginoSans-W5"/>
                <a:ea typeface="HiraginoSans-W5"/>
              </a:rPr>
              <a:t>）とは</a:t>
            </a:r>
            <a:endParaRPr lang="en-US" sz="1280" b="0" u="none" strike="noStrike">
              <a:solidFill>
                <a:srgbClr val="000000"/>
              </a:solidFill>
              <a:effectLst/>
              <a:uFillTx/>
              <a:latin typeface="游明朝体"/>
            </a:endParaRPr>
          </a:p>
        </p:txBody>
      </p:sp>
      <p:sp>
        <p:nvSpPr>
          <p:cNvPr id="659" name=""/>
          <p:cNvSpPr txBox="1"/>
          <p:nvPr/>
        </p:nvSpPr>
        <p:spPr>
          <a:xfrm>
            <a:off x="3562200" y="6056280"/>
            <a:ext cx="79056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 Anthropic</a:t>
            </a:r>
            <a:endParaRPr lang="en-US" sz="1280" b="0" u="none" strike="noStrike">
              <a:solidFill>
                <a:srgbClr val="000000"/>
              </a:solidFill>
              <a:effectLst/>
              <a:uFillTx/>
              <a:latin typeface="游明朝体"/>
            </a:endParaRPr>
          </a:p>
        </p:txBody>
      </p:sp>
      <p:sp>
        <p:nvSpPr>
          <p:cNvPr id="660" name=""/>
          <p:cNvSpPr txBox="1"/>
          <p:nvPr/>
        </p:nvSpPr>
        <p:spPr>
          <a:xfrm>
            <a:off x="4351320" y="6063840"/>
            <a:ext cx="274680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が策定したオープン標準プロトコル。</a:t>
            </a:r>
            <a:endParaRPr lang="en-US" sz="1280" b="0" u="none" strike="noStrike">
              <a:solidFill>
                <a:srgbClr val="000000"/>
              </a:solidFill>
              <a:effectLst/>
              <a:uFillTx/>
              <a:latin typeface="游明朝体"/>
            </a:endParaRPr>
          </a:p>
        </p:txBody>
      </p:sp>
      <p:sp>
        <p:nvSpPr>
          <p:cNvPr id="661" name=""/>
          <p:cNvSpPr txBox="1"/>
          <p:nvPr/>
        </p:nvSpPr>
        <p:spPr>
          <a:xfrm>
            <a:off x="7083000" y="605628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662" name=""/>
          <p:cNvSpPr txBox="1"/>
          <p:nvPr/>
        </p:nvSpPr>
        <p:spPr>
          <a:xfrm>
            <a:off x="7229880" y="6063840"/>
            <a:ext cx="16236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a:t>
            </a:r>
            <a:endParaRPr lang="en-US" sz="1280" b="0" u="none" strike="noStrike">
              <a:solidFill>
                <a:srgbClr val="000000"/>
              </a:solidFill>
              <a:effectLst/>
              <a:uFillTx/>
              <a:latin typeface="游明朝体"/>
            </a:endParaRPr>
          </a:p>
        </p:txBody>
      </p:sp>
      <p:sp>
        <p:nvSpPr>
          <p:cNvPr id="663" name=""/>
          <p:cNvSpPr txBox="1"/>
          <p:nvPr/>
        </p:nvSpPr>
        <p:spPr>
          <a:xfrm>
            <a:off x="7391880" y="6056280"/>
            <a:ext cx="51228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Claude</a:t>
            </a:r>
            <a:endParaRPr lang="en-US" sz="1280" b="0" u="none" strike="noStrike">
              <a:solidFill>
                <a:srgbClr val="000000"/>
              </a:solidFill>
              <a:effectLst/>
              <a:uFillTx/>
              <a:latin typeface="游明朝体"/>
            </a:endParaRPr>
          </a:p>
        </p:txBody>
      </p:sp>
      <p:sp>
        <p:nvSpPr>
          <p:cNvPr id="664" name=""/>
          <p:cNvSpPr txBox="1"/>
          <p:nvPr/>
        </p:nvSpPr>
        <p:spPr>
          <a:xfrm>
            <a:off x="7904520" y="6063840"/>
            <a:ext cx="3554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）と外部ツール・データソースを接続する仕組み</a:t>
            </a:r>
            <a:endParaRPr lang="en-US" sz="1280" b="0" u="none" strike="noStrike">
              <a:solidFill>
                <a:srgbClr val="000000"/>
              </a:solidFill>
              <a:effectLst/>
              <a:uFillTx/>
              <a:latin typeface="游明朝体"/>
            </a:endParaRPr>
          </a:p>
        </p:txBody>
      </p:sp>
      <p:sp>
        <p:nvSpPr>
          <p:cNvPr id="665" name=""/>
          <p:cNvSpPr txBox="1"/>
          <p:nvPr/>
        </p:nvSpPr>
        <p:spPr>
          <a:xfrm>
            <a:off x="704880" y="6301800"/>
            <a:ext cx="113148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で、これにより</a:t>
            </a:r>
            <a:endParaRPr lang="en-US" sz="1280" b="0" u="none" strike="noStrike">
              <a:solidFill>
                <a:srgbClr val="000000"/>
              </a:solidFill>
              <a:effectLst/>
              <a:uFillTx/>
              <a:latin typeface="游明朝体"/>
            </a:endParaRPr>
          </a:p>
        </p:txBody>
      </p:sp>
      <p:sp>
        <p:nvSpPr>
          <p:cNvPr id="666" name=""/>
          <p:cNvSpPr txBox="1"/>
          <p:nvPr/>
        </p:nvSpPr>
        <p:spPr>
          <a:xfrm>
            <a:off x="1830240" y="629424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667" name=""/>
          <p:cNvSpPr txBox="1"/>
          <p:nvPr/>
        </p:nvSpPr>
        <p:spPr>
          <a:xfrm>
            <a:off x="1977120" y="6301800"/>
            <a:ext cx="6785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が学習データにない最新情報やローカル環境の情報をリアルタイムに取得できるようになる。</a:t>
            </a:r>
            <a:endParaRPr lang="en-US" sz="1280" b="0" u="none" strike="noStrike">
              <a:solidFill>
                <a:srgbClr val="000000"/>
              </a:solidFill>
              <a:effectLst/>
              <a:uFillTx/>
              <a:latin typeface="游明朝体"/>
            </a:endParaRPr>
          </a:p>
        </p:txBody>
      </p:sp>
      <p:sp>
        <p:nvSpPr>
          <p:cNvPr id="66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2" name=""/>
          <p:cNvSpPr/>
          <p:nvPr/>
        </p:nvSpPr>
        <p:spPr>
          <a:xfrm>
            <a:off x="533160" y="36860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3" name=""/>
          <p:cNvSpPr txBox="1"/>
          <p:nvPr/>
        </p:nvSpPr>
        <p:spPr>
          <a:xfrm>
            <a:off x="533520" y="3169800"/>
            <a:ext cx="5715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農研機構メッシュ農業気象データ</a:t>
            </a:r>
            <a:endParaRPr lang="en-US" sz="3000" b="0" u="none" strike="noStrike">
              <a:solidFill>
                <a:srgbClr val="000000"/>
              </a:solidFill>
              <a:effectLst/>
              <a:uFillTx/>
              <a:latin typeface="游明朝体"/>
            </a:endParaRPr>
          </a:p>
        </p:txBody>
      </p:sp>
      <p:sp>
        <p:nvSpPr>
          <p:cNvPr id="674" name=""/>
          <p:cNvSpPr txBox="1"/>
          <p:nvPr/>
        </p:nvSpPr>
        <p:spPr>
          <a:xfrm>
            <a:off x="6248520" y="3152160"/>
            <a:ext cx="814680" cy="454680"/>
          </a:xfrm>
          <a:prstGeom prst="rect">
            <a:avLst/>
          </a:prstGeom>
          <a:noFill/>
          <a:ln w="0">
            <a:noFill/>
          </a:ln>
        </p:spPr>
        <p:txBody>
          <a:bodyPr wrap="none" lIns="0" tIns="0" rIns="0" bIns="0" anchor="t">
            <a:spAutoFit/>
          </a:bodyPr>
          <a:p>
            <a:pPr/>
            <a:r>
              <a:rPr lang="en-US" sz="3000" b="1" u="none" strike="noStrike">
                <a:solidFill>
                  <a:srgbClr val="1E3A8A"/>
                </a:solidFill>
                <a:effectLst/>
                <a:uFillTx/>
                <a:latin typeface="HelveticaNeue"/>
                <a:ea typeface="HelveticaNeue"/>
              </a:rPr>
              <a:t> × AI</a:t>
            </a:r>
            <a:endParaRPr lang="en-US" sz="3000" b="0" u="none" strike="noStrike">
              <a:solidFill>
                <a:srgbClr val="000000"/>
              </a:solidFill>
              <a:effectLst/>
              <a:uFillTx/>
              <a:latin typeface="游明朝体"/>
            </a:endParaRPr>
          </a:p>
        </p:txBody>
      </p:sp>
      <p:sp>
        <p:nvSpPr>
          <p:cNvPr id="675" name=""/>
          <p:cNvSpPr txBox="1"/>
          <p:nvPr/>
        </p:nvSpPr>
        <p:spPr>
          <a:xfrm>
            <a:off x="7062120" y="3169800"/>
            <a:ext cx="4572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による機械学習の取り組み</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9"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0" name=""/>
          <p:cNvSpPr/>
          <p:nvPr/>
        </p:nvSpPr>
        <p:spPr>
          <a:xfrm>
            <a:off x="552240" y="6200640"/>
            <a:ext cx="11106360" cy="466920"/>
          </a:xfrm>
          <a:custGeom>
            <a:avLst/>
            <a:gdLst/>
            <a:ahLst/>
            <a:rect l="0" t="0" r="r" b="b"/>
            <a:pathLst>
              <a:path w="30851" h="1297">
                <a:moveTo>
                  <a:pt x="0" y="1297"/>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1191"/>
                </a:lnTo>
                <a:cubicBezTo>
                  <a:pt x="30851" y="1206"/>
                  <a:pt x="30849" y="1219"/>
                  <a:pt x="30843" y="1232"/>
                </a:cubicBezTo>
                <a:cubicBezTo>
                  <a:pt x="30838" y="1245"/>
                  <a:pt x="30830" y="1256"/>
                  <a:pt x="30820" y="1266"/>
                </a:cubicBezTo>
                <a:cubicBezTo>
                  <a:pt x="30811" y="1276"/>
                  <a:pt x="30799" y="1284"/>
                  <a:pt x="30786" y="1289"/>
                </a:cubicBezTo>
                <a:cubicBezTo>
                  <a:pt x="30773" y="1295"/>
                  <a:pt x="30760" y="1297"/>
                  <a:pt x="30746" y="1297"/>
                </a:cubicBezTo>
                <a:lnTo>
                  <a:pt x="0" y="1297"/>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81" name=""/>
          <p:cNvSpPr/>
          <p:nvPr/>
        </p:nvSpPr>
        <p:spPr>
          <a:xfrm>
            <a:off x="533160" y="620064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2" name=""/>
          <p:cNvSpPr/>
          <p:nvPr/>
        </p:nvSpPr>
        <p:spPr>
          <a:xfrm>
            <a:off x="618840" y="1428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49"/>
                </a:cubicBezTo>
                <a:cubicBezTo>
                  <a:pt x="158" y="59"/>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3" name=""/>
          <p:cNvSpPr txBox="1"/>
          <p:nvPr/>
        </p:nvSpPr>
        <p:spPr>
          <a:xfrm>
            <a:off x="533520" y="49356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取り組みのきっかけ</a:t>
            </a:r>
            <a:endParaRPr lang="en-US" sz="3000" b="0" u="none" strike="noStrike">
              <a:solidFill>
                <a:srgbClr val="000000"/>
              </a:solidFill>
              <a:effectLst/>
              <a:uFillTx/>
              <a:latin typeface="游明朝体"/>
            </a:endParaRPr>
          </a:p>
        </p:txBody>
      </p:sp>
      <p:sp>
        <p:nvSpPr>
          <p:cNvPr id="684" name=""/>
          <p:cNvSpPr txBox="1"/>
          <p:nvPr/>
        </p:nvSpPr>
        <p:spPr>
          <a:xfrm>
            <a:off x="799920" y="133308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685" name=""/>
          <p:cNvSpPr txBox="1"/>
          <p:nvPr/>
        </p:nvSpPr>
        <p:spPr>
          <a:xfrm>
            <a:off x="1360800" y="134208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686" name=""/>
          <p:cNvSpPr txBox="1"/>
          <p:nvPr/>
        </p:nvSpPr>
        <p:spPr>
          <a:xfrm>
            <a:off x="799920" y="168480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で、気象データ（気温等）から東京電⼒の電⼒</a:t>
            </a:r>
            <a:endParaRPr lang="en-US" sz="1500" b="0" u="none" strike="noStrike">
              <a:solidFill>
                <a:srgbClr val="000000"/>
              </a:solidFill>
              <a:effectLst/>
              <a:uFillTx/>
              <a:latin typeface="游明朝体"/>
            </a:endParaRPr>
          </a:p>
        </p:txBody>
      </p:sp>
      <p:sp>
        <p:nvSpPr>
          <p:cNvPr id="687" name=""/>
          <p:cNvSpPr txBox="1"/>
          <p:nvPr/>
        </p:nvSpPr>
        <p:spPr>
          <a:xfrm>
            <a:off x="799920" y="202788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消費量をニューラルネットワークで予測する演</a:t>
            </a:r>
            <a:endParaRPr lang="en-US" sz="1500" b="0" u="none" strike="noStrike">
              <a:solidFill>
                <a:srgbClr val="000000"/>
              </a:solidFill>
              <a:effectLst/>
              <a:uFillTx/>
              <a:latin typeface="游明朝体"/>
            </a:endParaRPr>
          </a:p>
        </p:txBody>
      </p:sp>
      <p:sp>
        <p:nvSpPr>
          <p:cNvPr id="688" name=""/>
          <p:cNvSpPr/>
          <p:nvPr/>
        </p:nvSpPr>
        <p:spPr>
          <a:xfrm>
            <a:off x="618840" y="284796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80"/>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9" name=""/>
          <p:cNvSpPr txBox="1"/>
          <p:nvPr/>
        </p:nvSpPr>
        <p:spPr>
          <a:xfrm>
            <a:off x="799920" y="237060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習に取り組んだ</a:t>
            </a:r>
            <a:endParaRPr lang="en-US" sz="1500" b="0" u="none" strike="noStrike">
              <a:solidFill>
                <a:srgbClr val="000000"/>
              </a:solidFill>
              <a:effectLst/>
              <a:uFillTx/>
              <a:latin typeface="游明朝体"/>
            </a:endParaRPr>
          </a:p>
        </p:txBody>
      </p:sp>
      <p:sp>
        <p:nvSpPr>
          <p:cNvPr id="690" name=""/>
          <p:cNvSpPr txBox="1"/>
          <p:nvPr/>
        </p:nvSpPr>
        <p:spPr>
          <a:xfrm>
            <a:off x="799920" y="276120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気温だけの単回帰では</a:t>
            </a:r>
            <a:endParaRPr lang="en-US" sz="1500" b="0" u="none" strike="noStrike">
              <a:solidFill>
                <a:srgbClr val="000000"/>
              </a:solidFill>
              <a:effectLst/>
              <a:uFillTx/>
              <a:latin typeface="游明朝体"/>
            </a:endParaRPr>
          </a:p>
        </p:txBody>
      </p:sp>
      <p:sp>
        <p:nvSpPr>
          <p:cNvPr id="691" name=""/>
          <p:cNvSpPr txBox="1"/>
          <p:nvPr/>
        </p:nvSpPr>
        <p:spPr>
          <a:xfrm>
            <a:off x="2705040" y="2752200"/>
            <a:ext cx="785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R²=0.03 </a:t>
            </a:r>
            <a:endParaRPr lang="en-US" sz="1500" b="0" u="none" strike="noStrike">
              <a:solidFill>
                <a:srgbClr val="000000"/>
              </a:solidFill>
              <a:effectLst/>
              <a:uFillTx/>
              <a:latin typeface="游明朝体"/>
            </a:endParaRPr>
          </a:p>
        </p:txBody>
      </p:sp>
      <p:sp>
        <p:nvSpPr>
          <p:cNvPr id="692" name=""/>
          <p:cNvSpPr txBox="1"/>
          <p:nvPr/>
        </p:nvSpPr>
        <p:spPr>
          <a:xfrm>
            <a:off x="3489840" y="276120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とほぼ無相関だ</a:t>
            </a:r>
            <a:endParaRPr lang="en-US" sz="1500" b="0" u="none" strike="noStrike">
              <a:solidFill>
                <a:srgbClr val="000000"/>
              </a:solidFill>
              <a:effectLst/>
              <a:uFillTx/>
              <a:latin typeface="游明朝体"/>
            </a:endParaRPr>
          </a:p>
        </p:txBody>
      </p:sp>
      <p:sp>
        <p:nvSpPr>
          <p:cNvPr id="693" name=""/>
          <p:cNvSpPr txBox="1"/>
          <p:nvPr/>
        </p:nvSpPr>
        <p:spPr>
          <a:xfrm>
            <a:off x="799920" y="310428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ったが、複数の気象・時刻要素を使ったニュー</a:t>
            </a:r>
            <a:endParaRPr lang="en-US" sz="1500" b="0" u="none" strike="noStrike">
              <a:solidFill>
                <a:srgbClr val="000000"/>
              </a:solidFill>
              <a:effectLst/>
              <a:uFillTx/>
              <a:latin typeface="游明朝体"/>
            </a:endParaRPr>
          </a:p>
        </p:txBody>
      </p:sp>
      <p:sp>
        <p:nvSpPr>
          <p:cNvPr id="694" name=""/>
          <p:cNvSpPr txBox="1"/>
          <p:nvPr/>
        </p:nvSpPr>
        <p:spPr>
          <a:xfrm>
            <a:off x="799920" y="344700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ラルネットワークでは</a:t>
            </a:r>
            <a:endParaRPr lang="en-US" sz="1500" b="0" u="none" strike="noStrike">
              <a:solidFill>
                <a:srgbClr val="000000"/>
              </a:solidFill>
              <a:effectLst/>
              <a:uFillTx/>
              <a:latin typeface="游明朝体"/>
            </a:endParaRPr>
          </a:p>
        </p:txBody>
      </p:sp>
      <p:sp>
        <p:nvSpPr>
          <p:cNvPr id="695" name=""/>
          <p:cNvSpPr txBox="1"/>
          <p:nvPr/>
        </p:nvSpPr>
        <p:spPr>
          <a:xfrm>
            <a:off x="2697480" y="3438000"/>
            <a:ext cx="785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R²=0.87 </a:t>
            </a:r>
            <a:endParaRPr lang="en-US" sz="1500" b="0" u="none" strike="noStrike">
              <a:solidFill>
                <a:srgbClr val="000000"/>
              </a:solidFill>
              <a:effectLst/>
              <a:uFillTx/>
              <a:latin typeface="游明朝体"/>
            </a:endParaRPr>
          </a:p>
        </p:txBody>
      </p:sp>
      <p:sp>
        <p:nvSpPr>
          <p:cNvPr id="696" name=""/>
          <p:cNvSpPr/>
          <p:nvPr/>
        </p:nvSpPr>
        <p:spPr>
          <a:xfrm>
            <a:off x="618840" y="39337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70"/>
                  <a:pt x="2" y="60"/>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7" name=""/>
          <p:cNvSpPr txBox="1"/>
          <p:nvPr/>
        </p:nvSpPr>
        <p:spPr>
          <a:xfrm>
            <a:off x="3482280" y="344700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まで精度が向上</a:t>
            </a:r>
            <a:endParaRPr lang="en-US" sz="1500" b="0" u="none" strike="noStrike">
              <a:solidFill>
                <a:srgbClr val="000000"/>
              </a:solidFill>
              <a:effectLst/>
              <a:uFillTx/>
              <a:latin typeface="游明朝体"/>
            </a:endParaRPr>
          </a:p>
        </p:txBody>
      </p:sp>
      <p:sp>
        <p:nvSpPr>
          <p:cNvPr id="698" name=""/>
          <p:cNvSpPr txBox="1"/>
          <p:nvPr/>
        </p:nvSpPr>
        <p:spPr>
          <a:xfrm>
            <a:off x="799920" y="3847320"/>
            <a:ext cx="2286720" cy="21204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気象データ（説明変数）</a:t>
            </a:r>
            <a:r>
              <a:rPr lang="en-US" sz="1500" b="1" u="none" strike="noStrike">
                <a:solidFill>
                  <a:srgbClr val="EB6834"/>
                </a:solidFill>
                <a:effectLst/>
                <a:uFillTx/>
                <a:latin typeface="Arial"/>
                <a:ea typeface="Arial"/>
              </a:rPr>
              <a:t>→</a:t>
            </a:r>
            <a:endParaRPr lang="en-US" sz="1500" b="0" u="none" strike="noStrike">
              <a:solidFill>
                <a:srgbClr val="000000"/>
              </a:solidFill>
              <a:effectLst/>
              <a:uFillTx/>
              <a:latin typeface="游明朝体"/>
            </a:endParaRPr>
          </a:p>
        </p:txBody>
      </p:sp>
      <p:sp>
        <p:nvSpPr>
          <p:cNvPr id="699" name=""/>
          <p:cNvSpPr txBox="1"/>
          <p:nvPr/>
        </p:nvSpPr>
        <p:spPr>
          <a:xfrm>
            <a:off x="3085920" y="3838320"/>
            <a:ext cx="19008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700" name=""/>
          <p:cNvSpPr txBox="1"/>
          <p:nvPr/>
        </p:nvSpPr>
        <p:spPr>
          <a:xfrm>
            <a:off x="3139200" y="3847320"/>
            <a:ext cx="1715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電⼒消費量（⽬的変</a:t>
            </a:r>
            <a:endParaRPr lang="en-US" sz="1500" b="0" u="none" strike="noStrike">
              <a:solidFill>
                <a:srgbClr val="000000"/>
              </a:solidFill>
              <a:effectLst/>
              <a:uFillTx/>
              <a:latin typeface="游明朝体"/>
            </a:endParaRPr>
          </a:p>
        </p:txBody>
      </p:sp>
      <p:sp>
        <p:nvSpPr>
          <p:cNvPr id="701" name=""/>
          <p:cNvSpPr txBox="1"/>
          <p:nvPr/>
        </p:nvSpPr>
        <p:spPr>
          <a:xfrm>
            <a:off x="799920" y="4199400"/>
            <a:ext cx="4001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数）という構造を、⾃宅の太陽光発電にも応⽤</a:t>
            </a:r>
            <a:endParaRPr lang="en-US" sz="1500" b="0" u="none" strike="noStrike">
              <a:solidFill>
                <a:srgbClr val="000000"/>
              </a:solidFill>
              <a:effectLst/>
              <a:uFillTx/>
              <a:latin typeface="游明朝体"/>
            </a:endParaRPr>
          </a:p>
        </p:txBody>
      </p:sp>
      <p:sp>
        <p:nvSpPr>
          <p:cNvPr id="702" name=""/>
          <p:cNvSpPr/>
          <p:nvPr/>
        </p:nvSpPr>
        <p:spPr>
          <a:xfrm>
            <a:off x="618840" y="5028840"/>
            <a:ext cx="57600" cy="57600"/>
          </a:xfrm>
          <a:custGeom>
            <a:avLst/>
            <a:gdLst/>
            <a:ahLst/>
            <a:rect l="0" t="0" r="r" b="b"/>
            <a:pathLst>
              <a:path w="160" h="160">
                <a:moveTo>
                  <a:pt x="160" y="81"/>
                </a:moveTo>
                <a:cubicBezTo>
                  <a:pt x="160" y="91"/>
                  <a:pt x="158" y="102"/>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2"/>
                  <a:pt x="0" y="91"/>
                  <a:pt x="0" y="81"/>
                </a:cubicBezTo>
                <a:cubicBezTo>
                  <a:pt x="0" y="70"/>
                  <a:pt x="2" y="60"/>
                  <a:pt x="6" y="50"/>
                </a:cubicBezTo>
                <a:cubicBezTo>
                  <a:pt x="10" y="41"/>
                  <a:pt x="16" y="32"/>
                  <a:pt x="24" y="25"/>
                </a:cubicBezTo>
                <a:cubicBezTo>
                  <a:pt x="31" y="17"/>
                  <a:pt x="40" y="11"/>
                  <a:pt x="49" y="7"/>
                </a:cubicBezTo>
                <a:cubicBezTo>
                  <a:pt x="59" y="3"/>
                  <a:pt x="69" y="0"/>
                  <a:pt x="80" y="0"/>
                </a:cubicBezTo>
                <a:cubicBezTo>
                  <a:pt x="90" y="0"/>
                  <a:pt x="101" y="3"/>
                  <a:pt x="111" y="7"/>
                </a:cubicBezTo>
                <a:cubicBezTo>
                  <a:pt x="121" y="11"/>
                  <a:pt x="129" y="17"/>
                  <a:pt x="137" y="25"/>
                </a:cubicBezTo>
                <a:cubicBezTo>
                  <a:pt x="144" y="32"/>
                  <a:pt x="150" y="41"/>
                  <a:pt x="154" y="50"/>
                </a:cubicBezTo>
                <a:cubicBezTo>
                  <a:pt x="158" y="60"/>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3" name=""/>
          <p:cNvSpPr txBox="1"/>
          <p:nvPr/>
        </p:nvSpPr>
        <p:spPr>
          <a:xfrm>
            <a:off x="799920" y="4551840"/>
            <a:ext cx="15246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できないかと着想</a:t>
            </a:r>
            <a:endParaRPr lang="en-US" sz="1500" b="0" u="none" strike="noStrike">
              <a:solidFill>
                <a:srgbClr val="000000"/>
              </a:solidFill>
              <a:effectLst/>
              <a:uFillTx/>
              <a:latin typeface="游明朝体"/>
            </a:endParaRPr>
          </a:p>
        </p:txBody>
      </p:sp>
      <p:sp>
        <p:nvSpPr>
          <p:cNvPr id="704" name=""/>
          <p:cNvSpPr txBox="1"/>
          <p:nvPr/>
        </p:nvSpPr>
        <p:spPr>
          <a:xfrm>
            <a:off x="799920" y="494244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チャレンジで学んだ⼿法をベースに、農研機構</a:t>
            </a:r>
            <a:endParaRPr lang="en-US" sz="1500" b="0" u="none" strike="noStrike">
              <a:solidFill>
                <a:srgbClr val="000000"/>
              </a:solidFill>
              <a:effectLst/>
              <a:uFillTx/>
              <a:latin typeface="游明朝体"/>
            </a:endParaRPr>
          </a:p>
        </p:txBody>
      </p:sp>
      <p:sp>
        <p:nvSpPr>
          <p:cNvPr id="705" name=""/>
          <p:cNvSpPr txBox="1"/>
          <p:nvPr/>
        </p:nvSpPr>
        <p:spPr>
          <a:xfrm>
            <a:off x="799920" y="528552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メッシュ農業気象データを使った独⾃モデルの</a:t>
            </a:r>
            <a:endParaRPr lang="en-US" sz="1500" b="0" u="none" strike="noStrike">
              <a:solidFill>
                <a:srgbClr val="000000"/>
              </a:solidFill>
              <a:effectLst/>
              <a:uFillTx/>
              <a:latin typeface="游明朝体"/>
            </a:endParaRPr>
          </a:p>
        </p:txBody>
      </p:sp>
      <p:pic>
        <p:nvPicPr>
          <p:cNvPr id="706" name=""/>
          <p:cNvPicPr/>
          <p:nvPr/>
        </p:nvPicPr>
        <p:blipFill>
          <a:blip r:embed="rId1"/>
          <a:stretch/>
        </p:blipFill>
        <p:spPr>
          <a:xfrm>
            <a:off x="4952880" y="1276200"/>
            <a:ext cx="3400200" cy="3333240"/>
          </a:xfrm>
          <a:prstGeom prst="rect">
            <a:avLst/>
          </a:prstGeom>
          <a:noFill/>
          <a:ln w="0">
            <a:noFill/>
          </a:ln>
        </p:spPr>
      </p:pic>
      <p:pic>
        <p:nvPicPr>
          <p:cNvPr id="707" name=""/>
          <p:cNvPicPr/>
          <p:nvPr/>
        </p:nvPicPr>
        <p:blipFill>
          <a:blip r:embed="rId2"/>
          <a:stretch/>
        </p:blipFill>
        <p:spPr>
          <a:xfrm>
            <a:off x="8429760" y="1276200"/>
            <a:ext cx="3400200" cy="3333240"/>
          </a:xfrm>
          <a:prstGeom prst="rect">
            <a:avLst/>
          </a:prstGeom>
          <a:noFill/>
          <a:ln w="0">
            <a:noFill/>
          </a:ln>
        </p:spPr>
      </p:pic>
      <p:sp>
        <p:nvSpPr>
          <p:cNvPr id="708" name=""/>
          <p:cNvSpPr txBox="1"/>
          <p:nvPr/>
        </p:nvSpPr>
        <p:spPr>
          <a:xfrm>
            <a:off x="799920" y="562824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開発に着⼿</a:t>
            </a:r>
            <a:endParaRPr lang="en-US" sz="1500" b="0" u="none" strike="noStrike">
              <a:solidFill>
                <a:srgbClr val="000000"/>
              </a:solidFill>
              <a:effectLst/>
              <a:uFillTx/>
              <a:latin typeface="游明朝体"/>
            </a:endParaRPr>
          </a:p>
        </p:txBody>
      </p:sp>
      <p:sp>
        <p:nvSpPr>
          <p:cNvPr id="709" name=""/>
          <p:cNvSpPr txBox="1"/>
          <p:nvPr/>
        </p:nvSpPr>
        <p:spPr>
          <a:xfrm>
            <a:off x="5128560" y="4664160"/>
            <a:ext cx="39096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WXBC</a:t>
            </a:r>
            <a:endParaRPr lang="en-US" sz="1050" b="0" u="none" strike="noStrike">
              <a:solidFill>
                <a:srgbClr val="000000"/>
              </a:solidFill>
              <a:effectLst/>
              <a:uFillTx/>
              <a:latin typeface="游明朝体"/>
            </a:endParaRPr>
          </a:p>
        </p:txBody>
      </p:sp>
      <p:sp>
        <p:nvSpPr>
          <p:cNvPr id="710" name=""/>
          <p:cNvSpPr txBox="1"/>
          <p:nvPr/>
        </p:nvSpPr>
        <p:spPr>
          <a:xfrm>
            <a:off x="5520960" y="467028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「アメダス気象データ分析チャレンジ」教材より 左</a:t>
            </a:r>
            <a:endParaRPr lang="en-US" sz="1050" b="0" u="none" strike="noStrike">
              <a:solidFill>
                <a:srgbClr val="000000"/>
              </a:solidFill>
              <a:effectLst/>
              <a:uFillTx/>
              <a:latin typeface="游明朝体"/>
            </a:endParaRPr>
          </a:p>
        </p:txBody>
      </p:sp>
      <p:sp>
        <p:nvSpPr>
          <p:cNvPr id="711" name=""/>
          <p:cNvSpPr txBox="1"/>
          <p:nvPr/>
        </p:nvSpPr>
        <p:spPr>
          <a:xfrm>
            <a:off x="8702640" y="466416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712" name=""/>
          <p:cNvSpPr txBox="1"/>
          <p:nvPr/>
        </p:nvSpPr>
        <p:spPr>
          <a:xfrm>
            <a:off x="8776800" y="4670280"/>
            <a:ext cx="17244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気温と電⼒消費量の単回帰（</a:t>
            </a:r>
            <a:endParaRPr lang="en-US" sz="1050" b="0" u="none" strike="noStrike">
              <a:solidFill>
                <a:srgbClr val="000000"/>
              </a:solidFill>
              <a:effectLst/>
              <a:uFillTx/>
              <a:latin typeface="游明朝体"/>
            </a:endParaRPr>
          </a:p>
        </p:txBody>
      </p:sp>
      <p:sp>
        <p:nvSpPr>
          <p:cNvPr id="713" name=""/>
          <p:cNvSpPr txBox="1"/>
          <p:nvPr/>
        </p:nvSpPr>
        <p:spPr>
          <a:xfrm>
            <a:off x="10510560" y="466416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R²=0.03</a:t>
            </a:r>
            <a:endParaRPr lang="en-US" sz="1050" b="0" u="none" strike="noStrike">
              <a:solidFill>
                <a:srgbClr val="000000"/>
              </a:solidFill>
              <a:effectLst/>
              <a:uFillTx/>
              <a:latin typeface="游明朝体"/>
            </a:endParaRPr>
          </a:p>
        </p:txBody>
      </p:sp>
      <p:sp>
        <p:nvSpPr>
          <p:cNvPr id="714" name=""/>
          <p:cNvSpPr txBox="1"/>
          <p:nvPr/>
        </p:nvSpPr>
        <p:spPr>
          <a:xfrm>
            <a:off x="10985760" y="4670280"/>
            <a:ext cx="39852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） 右</a:t>
            </a:r>
            <a:endParaRPr lang="en-US" sz="1050" b="0" u="none" strike="noStrike">
              <a:solidFill>
                <a:srgbClr val="000000"/>
              </a:solidFill>
              <a:effectLst/>
              <a:uFillTx/>
              <a:latin typeface="游明朝体"/>
            </a:endParaRPr>
          </a:p>
        </p:txBody>
      </p:sp>
      <p:sp>
        <p:nvSpPr>
          <p:cNvPr id="715" name=""/>
          <p:cNvSpPr txBox="1"/>
          <p:nvPr/>
        </p:nvSpPr>
        <p:spPr>
          <a:xfrm>
            <a:off x="11319120" y="466416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716" name=""/>
          <p:cNvSpPr txBox="1"/>
          <p:nvPr/>
        </p:nvSpPr>
        <p:spPr>
          <a:xfrm>
            <a:off x="11393280" y="4670280"/>
            <a:ext cx="26604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ニュ</a:t>
            </a:r>
            <a:endParaRPr lang="en-US" sz="1050" b="0" u="none" strike="noStrike">
              <a:solidFill>
                <a:srgbClr val="000000"/>
              </a:solidFill>
              <a:effectLst/>
              <a:uFillTx/>
              <a:latin typeface="游明朝体"/>
            </a:endParaRPr>
          </a:p>
        </p:txBody>
      </p:sp>
      <p:sp>
        <p:nvSpPr>
          <p:cNvPr id="717" name=""/>
          <p:cNvSpPr txBox="1"/>
          <p:nvPr/>
        </p:nvSpPr>
        <p:spPr>
          <a:xfrm>
            <a:off x="6489720" y="487044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ーラルネットワークによる予測値と実測値の散布図（</a:t>
            </a:r>
            <a:endParaRPr lang="en-US" sz="1050" b="0" u="none" strike="noStrike">
              <a:solidFill>
                <a:srgbClr val="000000"/>
              </a:solidFill>
              <a:effectLst/>
              <a:uFillTx/>
              <a:latin typeface="游明朝体"/>
            </a:endParaRPr>
          </a:p>
        </p:txBody>
      </p:sp>
      <p:sp>
        <p:nvSpPr>
          <p:cNvPr id="718" name=""/>
          <p:cNvSpPr txBox="1"/>
          <p:nvPr/>
        </p:nvSpPr>
        <p:spPr>
          <a:xfrm>
            <a:off x="9680760" y="486432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R²=0.87</a:t>
            </a:r>
            <a:endParaRPr lang="en-US" sz="1050" b="0" u="none" strike="noStrike">
              <a:solidFill>
                <a:srgbClr val="000000"/>
              </a:solidFill>
              <a:effectLst/>
              <a:uFillTx/>
              <a:latin typeface="游明朝体"/>
            </a:endParaRPr>
          </a:p>
        </p:txBody>
      </p:sp>
      <p:sp>
        <p:nvSpPr>
          <p:cNvPr id="719" name=""/>
          <p:cNvSpPr txBox="1"/>
          <p:nvPr/>
        </p:nvSpPr>
        <p:spPr>
          <a:xfrm>
            <a:off x="10155960" y="4870440"/>
            <a:ext cx="1332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a:t>
            </a:r>
            <a:endParaRPr lang="en-US" sz="1050" b="0" u="none" strike="noStrike">
              <a:solidFill>
                <a:srgbClr val="000000"/>
              </a:solidFill>
              <a:effectLst/>
              <a:uFillTx/>
              <a:latin typeface="游明朝体"/>
            </a:endParaRPr>
          </a:p>
        </p:txBody>
      </p:sp>
      <p:sp>
        <p:nvSpPr>
          <p:cNvPr id="720" name=""/>
          <p:cNvSpPr txBox="1"/>
          <p:nvPr/>
        </p:nvSpPr>
        <p:spPr>
          <a:xfrm>
            <a:off x="723960" y="6332400"/>
            <a:ext cx="67107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教材で学んだ⼿法を、⾃分の⽣活に⾝近な太陽光発電というテーマに転⽤したのが</a:t>
            </a:r>
            <a:endParaRPr lang="en-US" sz="1430" b="0" u="none" strike="noStrike">
              <a:solidFill>
                <a:srgbClr val="000000"/>
              </a:solidFill>
              <a:effectLst/>
              <a:uFillTx/>
              <a:latin typeface="游明朝体"/>
            </a:endParaRPr>
          </a:p>
        </p:txBody>
      </p:sp>
      <p:sp>
        <p:nvSpPr>
          <p:cNvPr id="721" name=""/>
          <p:cNvSpPr txBox="1"/>
          <p:nvPr/>
        </p:nvSpPr>
        <p:spPr>
          <a:xfrm>
            <a:off x="7414560" y="6323760"/>
            <a:ext cx="104544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ml_forecast </a:t>
            </a:r>
            <a:endParaRPr lang="en-US" sz="1430" b="0" u="none" strike="noStrike">
              <a:solidFill>
                <a:srgbClr val="000000"/>
              </a:solidFill>
              <a:effectLst/>
              <a:uFillTx/>
              <a:latin typeface="游明朝体"/>
            </a:endParaRPr>
          </a:p>
        </p:txBody>
      </p:sp>
      <p:sp>
        <p:nvSpPr>
          <p:cNvPr id="722" name=""/>
          <p:cNvSpPr txBox="1"/>
          <p:nvPr/>
        </p:nvSpPr>
        <p:spPr>
          <a:xfrm>
            <a:off x="8453880" y="6332400"/>
            <a:ext cx="7261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の出発点</a:t>
            </a:r>
            <a:endParaRPr lang="en-US" sz="1430" b="0" u="none" strike="noStrike">
              <a:solidFill>
                <a:srgbClr val="000000"/>
              </a:solidFill>
              <a:effectLst/>
              <a:uFillTx/>
              <a:latin typeface="游明朝体"/>
            </a:endParaRPr>
          </a:p>
        </p:txBody>
      </p:sp>
      <p:sp>
        <p:nvSpPr>
          <p:cNvPr id="723"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7" name=""/>
          <p:cNvSpPr/>
          <p:nvPr/>
        </p:nvSpPr>
        <p:spPr>
          <a:xfrm>
            <a:off x="533160" y="143820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8" name=""/>
          <p:cNvSpPr/>
          <p:nvPr/>
        </p:nvSpPr>
        <p:spPr>
          <a:xfrm>
            <a:off x="552240" y="5514840"/>
            <a:ext cx="11106360" cy="457560"/>
          </a:xfrm>
          <a:custGeom>
            <a:avLst/>
            <a:gdLst/>
            <a:ahLst/>
            <a:rect l="0" t="0" r="r" b="b"/>
            <a:pathLst>
              <a:path w="30851" h="1271">
                <a:moveTo>
                  <a:pt x="0" y="1271"/>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1165"/>
                </a:lnTo>
                <a:cubicBezTo>
                  <a:pt x="30851" y="1179"/>
                  <a:pt x="30849" y="1193"/>
                  <a:pt x="30843" y="1206"/>
                </a:cubicBezTo>
                <a:cubicBezTo>
                  <a:pt x="30838" y="1219"/>
                  <a:pt x="30830" y="1230"/>
                  <a:pt x="30820" y="1240"/>
                </a:cubicBezTo>
                <a:cubicBezTo>
                  <a:pt x="30811" y="1250"/>
                  <a:pt x="30799" y="1257"/>
                  <a:pt x="30786" y="1263"/>
                </a:cubicBezTo>
                <a:cubicBezTo>
                  <a:pt x="30773" y="1268"/>
                  <a:pt x="30760" y="1271"/>
                  <a:pt x="30746" y="1271"/>
                </a:cubicBezTo>
                <a:lnTo>
                  <a:pt x="0" y="1271"/>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9" name=""/>
          <p:cNvSpPr/>
          <p:nvPr/>
        </p:nvSpPr>
        <p:spPr>
          <a:xfrm>
            <a:off x="533160" y="551484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0" name=""/>
          <p:cNvSpPr txBox="1"/>
          <p:nvPr/>
        </p:nvSpPr>
        <p:spPr>
          <a:xfrm>
            <a:off x="533520" y="921960"/>
            <a:ext cx="6477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教師データ（太陽光発電量）の取得を</a:t>
            </a:r>
            <a:endParaRPr lang="en-US" sz="3000" b="0" u="none" strike="noStrike">
              <a:solidFill>
                <a:srgbClr val="000000"/>
              </a:solidFill>
              <a:effectLst/>
              <a:uFillTx/>
              <a:latin typeface="游明朝体"/>
            </a:endParaRPr>
          </a:p>
        </p:txBody>
      </p:sp>
      <p:sp>
        <p:nvSpPr>
          <p:cNvPr id="731" name=""/>
          <p:cNvSpPr txBox="1"/>
          <p:nvPr/>
        </p:nvSpPr>
        <p:spPr>
          <a:xfrm>
            <a:off x="7010280" y="9039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732" name=""/>
          <p:cNvSpPr txBox="1"/>
          <p:nvPr/>
        </p:nvSpPr>
        <p:spPr>
          <a:xfrm>
            <a:off x="7383600" y="921960"/>
            <a:ext cx="1143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で解決</a:t>
            </a:r>
            <a:endParaRPr lang="en-US" sz="3000" b="0" u="none" strike="noStrike">
              <a:solidFill>
                <a:srgbClr val="000000"/>
              </a:solidFill>
              <a:effectLst/>
              <a:uFillTx/>
              <a:latin typeface="游明朝体"/>
            </a:endParaRPr>
          </a:p>
        </p:txBody>
      </p:sp>
      <p:sp>
        <p:nvSpPr>
          <p:cNvPr id="733" name=""/>
          <p:cNvSpPr txBox="1"/>
          <p:nvPr/>
        </p:nvSpPr>
        <p:spPr>
          <a:xfrm>
            <a:off x="533520" y="1742040"/>
            <a:ext cx="5334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太陽光発電アプリの⽉次棒グラフのスクリーンショットを画像</a:t>
            </a:r>
            <a:endParaRPr lang="en-US" sz="1500" b="0" u="none" strike="noStrike">
              <a:solidFill>
                <a:srgbClr val="000000"/>
              </a:solidFill>
              <a:effectLst/>
              <a:uFillTx/>
              <a:latin typeface="游明朝体"/>
            </a:endParaRPr>
          </a:p>
        </p:txBody>
      </p:sp>
      <p:sp>
        <p:nvSpPr>
          <p:cNvPr id="734" name=""/>
          <p:cNvSpPr txBox="1"/>
          <p:nvPr/>
        </p:nvSpPr>
        <p:spPr>
          <a:xfrm>
            <a:off x="533520" y="2027880"/>
            <a:ext cx="4763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処理で⾃動解析し、教師データとなる⽇別発電量を抽出</a:t>
            </a:r>
            <a:endParaRPr lang="en-US" sz="1500" b="0" u="none" strike="noStrike">
              <a:solidFill>
                <a:srgbClr val="000000"/>
              </a:solidFill>
              <a:effectLst/>
              <a:uFillTx/>
              <a:latin typeface="游明朝体"/>
            </a:endParaRPr>
          </a:p>
        </p:txBody>
      </p:sp>
      <p:sp>
        <p:nvSpPr>
          <p:cNvPr id="735" name=""/>
          <p:cNvSpPr/>
          <p:nvPr/>
        </p:nvSpPr>
        <p:spPr>
          <a:xfrm>
            <a:off x="723600" y="2342880"/>
            <a:ext cx="2429280" cy="200520"/>
          </a:xfrm>
          <a:custGeom>
            <a:avLst/>
            <a:gdLst/>
            <a:ahLst/>
            <a:rect l="0" t="0" r="r" b="b"/>
            <a:pathLst>
              <a:path w="6748" h="557">
                <a:moveTo>
                  <a:pt x="0" y="477"/>
                </a:moveTo>
                <a:lnTo>
                  <a:pt x="0" y="80"/>
                </a:lnTo>
                <a:cubicBezTo>
                  <a:pt x="0" y="69"/>
                  <a:pt x="2" y="59"/>
                  <a:pt x="6" y="49"/>
                </a:cubicBezTo>
                <a:cubicBezTo>
                  <a:pt x="10" y="40"/>
                  <a:pt x="16" y="31"/>
                  <a:pt x="24" y="23"/>
                </a:cubicBezTo>
                <a:cubicBezTo>
                  <a:pt x="31" y="16"/>
                  <a:pt x="40" y="10"/>
                  <a:pt x="49" y="6"/>
                </a:cubicBezTo>
                <a:cubicBezTo>
                  <a:pt x="59" y="2"/>
                  <a:pt x="69" y="0"/>
                  <a:pt x="80" y="0"/>
                </a:cubicBezTo>
                <a:lnTo>
                  <a:pt x="6669" y="0"/>
                </a:lnTo>
                <a:cubicBezTo>
                  <a:pt x="6679" y="0"/>
                  <a:pt x="6689" y="2"/>
                  <a:pt x="6699" y="6"/>
                </a:cubicBezTo>
                <a:cubicBezTo>
                  <a:pt x="6709" y="10"/>
                  <a:pt x="6718" y="16"/>
                  <a:pt x="6725" y="23"/>
                </a:cubicBezTo>
                <a:cubicBezTo>
                  <a:pt x="6732" y="31"/>
                  <a:pt x="6738" y="40"/>
                  <a:pt x="6742" y="49"/>
                </a:cubicBezTo>
                <a:cubicBezTo>
                  <a:pt x="6746" y="59"/>
                  <a:pt x="6748" y="69"/>
                  <a:pt x="6748" y="80"/>
                </a:cubicBezTo>
                <a:lnTo>
                  <a:pt x="6748" y="477"/>
                </a:lnTo>
                <a:cubicBezTo>
                  <a:pt x="6748" y="488"/>
                  <a:pt x="6746" y="498"/>
                  <a:pt x="6742" y="508"/>
                </a:cubicBezTo>
                <a:cubicBezTo>
                  <a:pt x="6738" y="518"/>
                  <a:pt x="6732" y="526"/>
                  <a:pt x="6725" y="534"/>
                </a:cubicBezTo>
                <a:cubicBezTo>
                  <a:pt x="6718" y="541"/>
                  <a:pt x="6709" y="547"/>
                  <a:pt x="6699" y="551"/>
                </a:cubicBezTo>
                <a:cubicBezTo>
                  <a:pt x="6689" y="555"/>
                  <a:pt x="6679" y="557"/>
                  <a:pt x="6669" y="557"/>
                </a:cubicBezTo>
                <a:lnTo>
                  <a:pt x="80" y="557"/>
                </a:lnTo>
                <a:cubicBezTo>
                  <a:pt x="69" y="557"/>
                  <a:pt x="59" y="555"/>
                  <a:pt x="49" y="551"/>
                </a:cubicBezTo>
                <a:cubicBezTo>
                  <a:pt x="40" y="547"/>
                  <a:pt x="31" y="541"/>
                  <a:pt x="24" y="534"/>
                </a:cubicBezTo>
                <a:cubicBezTo>
                  <a:pt x="16" y="526"/>
                  <a:pt x="10" y="518"/>
                  <a:pt x="6" y="508"/>
                </a:cubicBezTo>
                <a:cubicBezTo>
                  <a:pt x="2" y="498"/>
                  <a:pt x="0" y="488"/>
                  <a:pt x="0" y="477"/>
                </a:cubicBez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36" name=""/>
          <p:cNvSpPr txBox="1"/>
          <p:nvPr/>
        </p:nvSpPr>
        <p:spPr>
          <a:xfrm>
            <a:off x="533520" y="23137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737" name=""/>
          <p:cNvSpPr txBox="1"/>
          <p:nvPr/>
        </p:nvSpPr>
        <p:spPr>
          <a:xfrm>
            <a:off x="771480" y="2351160"/>
            <a:ext cx="2327400" cy="183240"/>
          </a:xfrm>
          <a:prstGeom prst="rect">
            <a:avLst/>
          </a:prstGeom>
          <a:noFill/>
          <a:ln w="0">
            <a:noFill/>
          </a:ln>
        </p:spPr>
        <p:txBody>
          <a:bodyPr wrap="none" lIns="0" tIns="0" rIns="0" bIns="0" anchor="t">
            <a:spAutoFit/>
          </a:bodyPr>
          <a:p>
            <a:pPr/>
            <a:r>
              <a:rPr lang="en-US" sz="1280" b="0" u="none" strike="noStrike">
                <a:solidFill>
                  <a:srgbClr val="4A3AA7"/>
                </a:solidFill>
                <a:effectLst/>
                <a:uFillTx/>
                <a:latin typeface="CourierNew"/>
                <a:ea typeface="CourierNew"/>
              </a:rPr>
              <a:t>extract_hatuden_daily.py</a:t>
            </a:r>
            <a:endParaRPr lang="en-US" sz="1280" b="0" u="none" strike="noStrike">
              <a:solidFill>
                <a:srgbClr val="000000"/>
              </a:solidFill>
              <a:effectLst/>
              <a:uFillTx/>
              <a:latin typeface="游明朝体"/>
            </a:endParaRPr>
          </a:p>
        </p:txBody>
      </p:sp>
      <p:sp>
        <p:nvSpPr>
          <p:cNvPr id="738" name=""/>
          <p:cNvSpPr/>
          <p:nvPr/>
        </p:nvSpPr>
        <p:spPr>
          <a:xfrm>
            <a:off x="618840" y="28666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5"/>
                </a:cubicBezTo>
                <a:cubicBezTo>
                  <a:pt x="31" y="17"/>
                  <a:pt x="40" y="11"/>
                  <a:pt x="49" y="6"/>
                </a:cubicBezTo>
                <a:cubicBezTo>
                  <a:pt x="59" y="2"/>
                  <a:pt x="69" y="0"/>
                  <a:pt x="80" y="0"/>
                </a:cubicBezTo>
                <a:cubicBezTo>
                  <a:pt x="90" y="0"/>
                  <a:pt x="101" y="2"/>
                  <a:pt x="111" y="6"/>
                </a:cubicBezTo>
                <a:cubicBezTo>
                  <a:pt x="121" y="11"/>
                  <a:pt x="129" y="17"/>
                  <a:pt x="137" y="25"/>
                </a:cubicBezTo>
                <a:cubicBezTo>
                  <a:pt x="144" y="32"/>
                  <a:pt x="150" y="41"/>
                  <a:pt x="154" y="50"/>
                </a:cubicBezTo>
                <a:cubicBezTo>
                  <a:pt x="158" y="60"/>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9" name=""/>
          <p:cNvSpPr txBox="1"/>
          <p:nvPr/>
        </p:nvSpPr>
        <p:spPr>
          <a:xfrm>
            <a:off x="3151440" y="231372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740" name=""/>
          <p:cNvSpPr txBox="1"/>
          <p:nvPr/>
        </p:nvSpPr>
        <p:spPr>
          <a:xfrm>
            <a:off x="799920" y="278028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緑⾊のバー（発電量）をピクセル⾊で検出し、バーの⾼さか</a:t>
            </a:r>
            <a:endParaRPr lang="en-US" sz="1500" b="0" u="none" strike="noStrike">
              <a:solidFill>
                <a:srgbClr val="000000"/>
              </a:solidFill>
              <a:effectLst/>
              <a:uFillTx/>
              <a:latin typeface="游明朝体"/>
            </a:endParaRPr>
          </a:p>
        </p:txBody>
      </p:sp>
      <p:sp>
        <p:nvSpPr>
          <p:cNvPr id="741" name=""/>
          <p:cNvSpPr/>
          <p:nvPr/>
        </p:nvSpPr>
        <p:spPr>
          <a:xfrm>
            <a:off x="618840" y="36003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40"/>
                  <a:pt x="154" y="50"/>
                </a:cubicBezTo>
                <a:cubicBezTo>
                  <a:pt x="158" y="59"/>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2" name=""/>
          <p:cNvSpPr txBox="1"/>
          <p:nvPr/>
        </p:nvSpPr>
        <p:spPr>
          <a:xfrm>
            <a:off x="799920" y="312336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ら数値化</a:t>
            </a:r>
            <a:endParaRPr lang="en-US" sz="1500" b="0" u="none" strike="noStrike">
              <a:solidFill>
                <a:srgbClr val="000000"/>
              </a:solidFill>
              <a:effectLst/>
              <a:uFillTx/>
              <a:latin typeface="游明朝体"/>
            </a:endParaRPr>
          </a:p>
        </p:txBody>
      </p:sp>
      <p:sp>
        <p:nvSpPr>
          <p:cNvPr id="743" name=""/>
          <p:cNvSpPr txBox="1"/>
          <p:nvPr/>
        </p:nvSpPr>
        <p:spPr>
          <a:xfrm>
            <a:off x="799920" y="351360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アプリが表⽰する⽉次合計値でスケーリングし、⽬標値との</a:t>
            </a:r>
            <a:endParaRPr lang="en-US" sz="1500" b="0" u="none" strike="noStrike">
              <a:solidFill>
                <a:srgbClr val="000000"/>
              </a:solidFill>
              <a:effectLst/>
              <a:uFillTx/>
              <a:latin typeface="游明朝体"/>
            </a:endParaRPr>
          </a:p>
        </p:txBody>
      </p:sp>
      <p:sp>
        <p:nvSpPr>
          <p:cNvPr id="744" name=""/>
          <p:cNvSpPr txBox="1"/>
          <p:nvPr/>
        </p:nvSpPr>
        <p:spPr>
          <a:xfrm>
            <a:off x="799920" y="38566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誤差</a:t>
            </a:r>
            <a:endParaRPr lang="en-US" sz="1500" b="0" u="none" strike="noStrike">
              <a:solidFill>
                <a:srgbClr val="000000"/>
              </a:solidFill>
              <a:effectLst/>
              <a:uFillTx/>
              <a:latin typeface="游明朝体"/>
            </a:endParaRPr>
          </a:p>
        </p:txBody>
      </p:sp>
      <p:sp>
        <p:nvSpPr>
          <p:cNvPr id="745" name=""/>
          <p:cNvSpPr txBox="1"/>
          <p:nvPr/>
        </p:nvSpPr>
        <p:spPr>
          <a:xfrm>
            <a:off x="1181160" y="3847680"/>
            <a:ext cx="10256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±0.03 kWh </a:t>
            </a:r>
            <a:endParaRPr lang="en-US" sz="1500" b="0" u="none" strike="noStrike">
              <a:solidFill>
                <a:srgbClr val="000000"/>
              </a:solidFill>
              <a:effectLst/>
              <a:uFillTx/>
              <a:latin typeface="游明朝体"/>
            </a:endParaRPr>
          </a:p>
        </p:txBody>
      </p:sp>
      <p:sp>
        <p:nvSpPr>
          <p:cNvPr id="746" name=""/>
          <p:cNvSpPr/>
          <p:nvPr/>
        </p:nvSpPr>
        <p:spPr>
          <a:xfrm>
            <a:off x="618840" y="43336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7" name=""/>
          <p:cNvSpPr txBox="1"/>
          <p:nvPr/>
        </p:nvSpPr>
        <p:spPr>
          <a:xfrm>
            <a:off x="2206080" y="385668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以内に補正</a:t>
            </a:r>
            <a:endParaRPr lang="en-US" sz="1500" b="0" u="none" strike="noStrike">
              <a:solidFill>
                <a:srgbClr val="000000"/>
              </a:solidFill>
              <a:effectLst/>
              <a:uFillTx/>
              <a:latin typeface="游明朝体"/>
            </a:endParaRPr>
          </a:p>
        </p:txBody>
      </p:sp>
      <p:sp>
        <p:nvSpPr>
          <p:cNvPr id="748" name=""/>
          <p:cNvSpPr txBox="1"/>
          <p:nvPr/>
        </p:nvSpPr>
        <p:spPr>
          <a:xfrm>
            <a:off x="799920" y="424728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画像データから発電量を読み取る仕組みと⼿⼊⼒で発電量を</a:t>
            </a:r>
            <a:endParaRPr lang="en-US" sz="1500" b="0" u="none" strike="noStrike">
              <a:solidFill>
                <a:srgbClr val="000000"/>
              </a:solidFill>
              <a:effectLst/>
              <a:uFillTx/>
              <a:latin typeface="游明朝体"/>
            </a:endParaRPr>
          </a:p>
        </p:txBody>
      </p:sp>
      <p:sp>
        <p:nvSpPr>
          <p:cNvPr id="749" name=""/>
          <p:cNvSpPr txBox="1"/>
          <p:nvPr/>
        </p:nvSpPr>
        <p:spPr>
          <a:xfrm>
            <a:off x="799920" y="459000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追加するアプリ（</a:t>
            </a:r>
            <a:endParaRPr lang="en-US" sz="1500" b="0" u="none" strike="noStrike">
              <a:solidFill>
                <a:srgbClr val="000000"/>
              </a:solidFill>
              <a:effectLst/>
              <a:uFillTx/>
              <a:latin typeface="游明朝体"/>
            </a:endParaRPr>
          </a:p>
        </p:txBody>
      </p:sp>
      <p:sp>
        <p:nvSpPr>
          <p:cNvPr id="750" name=""/>
          <p:cNvSpPr txBox="1"/>
          <p:nvPr/>
        </p:nvSpPr>
        <p:spPr>
          <a:xfrm>
            <a:off x="2324160" y="4581000"/>
            <a:ext cx="1532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Jupyter Notebook</a:t>
            </a:r>
            <a:endParaRPr lang="en-US" sz="1500" b="0" u="none" strike="noStrike">
              <a:solidFill>
                <a:srgbClr val="000000"/>
              </a:solidFill>
              <a:effectLst/>
              <a:uFillTx/>
              <a:latin typeface="游明朝体"/>
            </a:endParaRPr>
          </a:p>
        </p:txBody>
      </p:sp>
      <p:sp>
        <p:nvSpPr>
          <p:cNvPr id="751" name=""/>
          <p:cNvSpPr txBox="1"/>
          <p:nvPr/>
        </p:nvSpPr>
        <p:spPr>
          <a:xfrm>
            <a:off x="3855600" y="4590000"/>
            <a:ext cx="2096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）を作成し、⽇々の精度</a:t>
            </a:r>
            <a:endParaRPr lang="en-US" sz="1500" b="0" u="none" strike="noStrike">
              <a:solidFill>
                <a:srgbClr val="000000"/>
              </a:solidFill>
              <a:effectLst/>
              <a:uFillTx/>
              <a:latin typeface="游明朝体"/>
            </a:endParaRPr>
          </a:p>
        </p:txBody>
      </p:sp>
      <p:pic>
        <p:nvPicPr>
          <p:cNvPr id="752" name=""/>
          <p:cNvPicPr/>
          <p:nvPr/>
        </p:nvPicPr>
        <p:blipFill>
          <a:blip r:embed="rId1"/>
          <a:stretch/>
        </p:blipFill>
        <p:spPr>
          <a:xfrm>
            <a:off x="6458040" y="1704960"/>
            <a:ext cx="4952520" cy="2809440"/>
          </a:xfrm>
          <a:prstGeom prst="rect">
            <a:avLst/>
          </a:prstGeom>
          <a:noFill/>
          <a:ln w="0">
            <a:noFill/>
          </a:ln>
        </p:spPr>
      </p:pic>
      <p:sp>
        <p:nvSpPr>
          <p:cNvPr id="753" name=""/>
          <p:cNvSpPr txBox="1"/>
          <p:nvPr/>
        </p:nvSpPr>
        <p:spPr>
          <a:xfrm>
            <a:off x="799920" y="493308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検証にも活⽤</a:t>
            </a:r>
            <a:endParaRPr lang="en-US" sz="1500" b="0" u="none" strike="noStrike">
              <a:solidFill>
                <a:srgbClr val="000000"/>
              </a:solidFill>
              <a:effectLst/>
              <a:uFillTx/>
              <a:latin typeface="游明朝体"/>
            </a:endParaRPr>
          </a:p>
        </p:txBody>
      </p:sp>
      <p:sp>
        <p:nvSpPr>
          <p:cNvPr id="754" name=""/>
          <p:cNvSpPr txBox="1"/>
          <p:nvPr/>
        </p:nvSpPr>
        <p:spPr>
          <a:xfrm>
            <a:off x="723960" y="5646600"/>
            <a:ext cx="79804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スクリーンショットを撮るだけで教師データが増える。⼿⼊⼒なしで学習データを⽇々蓄積できる</a:t>
            </a:r>
            <a:endParaRPr lang="en-US" sz="1430" b="0" u="none" strike="noStrike">
              <a:solidFill>
                <a:srgbClr val="000000"/>
              </a:solidFill>
              <a:effectLst/>
              <a:uFillTx/>
              <a:latin typeface="游明朝体"/>
            </a:endParaRPr>
          </a:p>
        </p:txBody>
      </p:sp>
      <p:sp>
        <p:nvSpPr>
          <p:cNvPr id="75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9"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0" name=""/>
          <p:cNvSpPr/>
          <p:nvPr/>
        </p:nvSpPr>
        <p:spPr>
          <a:xfrm>
            <a:off x="542880" y="3981240"/>
            <a:ext cx="1648080" cy="381240"/>
          </a:xfrm>
          <a:custGeom>
            <a:avLst/>
            <a:gdLst/>
            <a:ahLst/>
            <a:rect l="0" t="0" r="r" b="b"/>
            <a:pathLst>
              <a:path w="4578" h="1059">
                <a:moveTo>
                  <a:pt x="20" y="20"/>
                </a:moveTo>
                <a:cubicBezTo>
                  <a:pt x="27" y="13"/>
                  <a:pt x="35" y="6"/>
                  <a:pt x="44" y="0"/>
                </a:cubicBezTo>
                <a:lnTo>
                  <a:pt x="4578" y="0"/>
                </a:lnTo>
                <a:lnTo>
                  <a:pt x="4578" y="1059"/>
                </a:lnTo>
                <a:lnTo>
                  <a:pt x="0" y="1059"/>
                </a:lnTo>
                <a:lnTo>
                  <a:pt x="0" y="45"/>
                </a:lnTo>
                <a:cubicBezTo>
                  <a:pt x="5" y="36"/>
                  <a:pt x="12" y="28"/>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1" name=""/>
          <p:cNvSpPr/>
          <p:nvPr/>
        </p:nvSpPr>
        <p:spPr>
          <a:xfrm>
            <a:off x="2190600" y="398124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2" name=""/>
          <p:cNvSpPr/>
          <p:nvPr/>
        </p:nvSpPr>
        <p:spPr>
          <a:xfrm>
            <a:off x="3352680" y="398124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763" name=""/>
          <p:cNvPicPr/>
          <p:nvPr/>
        </p:nvPicPr>
        <p:blipFill>
          <a:blip r:embed="rId1"/>
          <a:stretch/>
        </p:blipFill>
        <p:spPr>
          <a:xfrm>
            <a:off x="533520" y="3962520"/>
            <a:ext cx="5447880" cy="1549080"/>
          </a:xfrm>
          <a:prstGeom prst="rect">
            <a:avLst/>
          </a:prstGeom>
          <a:noFill/>
          <a:ln w="0">
            <a:noFill/>
          </a:ln>
        </p:spPr>
      </p:pic>
      <p:pic>
        <p:nvPicPr>
          <p:cNvPr id="764" name=""/>
          <p:cNvPicPr/>
          <p:nvPr/>
        </p:nvPicPr>
        <p:blipFill>
          <a:blip r:embed="rId2"/>
          <a:stretch/>
        </p:blipFill>
        <p:spPr>
          <a:xfrm>
            <a:off x="533520" y="5511960"/>
            <a:ext cx="5447880" cy="0"/>
          </a:xfrm>
          <a:prstGeom prst="rect">
            <a:avLst/>
          </a:prstGeom>
          <a:noFill/>
          <a:ln w="0">
            <a:noFill/>
          </a:ln>
        </p:spPr>
      </p:pic>
      <p:pic>
        <p:nvPicPr>
          <p:cNvPr id="765" name=""/>
          <p:cNvPicPr/>
          <p:nvPr/>
        </p:nvPicPr>
        <p:blipFill>
          <a:blip r:embed="rId3"/>
          <a:stretch/>
        </p:blipFill>
        <p:spPr>
          <a:xfrm>
            <a:off x="533520" y="3962520"/>
            <a:ext cx="5447880" cy="1549080"/>
          </a:xfrm>
          <a:prstGeom prst="rect">
            <a:avLst/>
          </a:prstGeom>
          <a:noFill/>
          <a:ln w="0">
            <a:noFill/>
          </a:ln>
        </p:spPr>
      </p:pic>
      <p:pic>
        <p:nvPicPr>
          <p:cNvPr id="766" name=""/>
          <p:cNvPicPr/>
          <p:nvPr/>
        </p:nvPicPr>
        <p:blipFill>
          <a:blip r:embed="rId4"/>
          <a:stretch/>
        </p:blipFill>
        <p:spPr>
          <a:xfrm>
            <a:off x="533520" y="5511960"/>
            <a:ext cx="5447880" cy="0"/>
          </a:xfrm>
          <a:prstGeom prst="rect">
            <a:avLst/>
          </a:prstGeom>
          <a:noFill/>
          <a:ln w="0">
            <a:noFill/>
          </a:ln>
        </p:spPr>
      </p:pic>
      <p:pic>
        <p:nvPicPr>
          <p:cNvPr id="767" name=""/>
          <p:cNvPicPr/>
          <p:nvPr/>
        </p:nvPicPr>
        <p:blipFill>
          <a:blip r:embed="rId5"/>
          <a:stretch/>
        </p:blipFill>
        <p:spPr>
          <a:xfrm>
            <a:off x="533520" y="3962520"/>
            <a:ext cx="5447880" cy="1549080"/>
          </a:xfrm>
          <a:prstGeom prst="rect">
            <a:avLst/>
          </a:prstGeom>
          <a:noFill/>
          <a:ln w="0">
            <a:noFill/>
          </a:ln>
        </p:spPr>
      </p:pic>
      <p:pic>
        <p:nvPicPr>
          <p:cNvPr id="768" name=""/>
          <p:cNvPicPr/>
          <p:nvPr/>
        </p:nvPicPr>
        <p:blipFill>
          <a:blip r:embed="rId6"/>
          <a:stretch/>
        </p:blipFill>
        <p:spPr>
          <a:xfrm>
            <a:off x="533520" y="5511960"/>
            <a:ext cx="5447880" cy="0"/>
          </a:xfrm>
          <a:prstGeom prst="rect">
            <a:avLst/>
          </a:prstGeom>
          <a:noFill/>
          <a:ln w="0">
            <a:noFill/>
          </a:ln>
        </p:spPr>
      </p:pic>
      <p:sp>
        <p:nvSpPr>
          <p:cNvPr id="769" name=""/>
          <p:cNvSpPr/>
          <p:nvPr/>
        </p:nvSpPr>
        <p:spPr>
          <a:xfrm>
            <a:off x="542880" y="436212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0" name=""/>
          <p:cNvSpPr/>
          <p:nvPr/>
        </p:nvSpPr>
        <p:spPr>
          <a:xfrm>
            <a:off x="2190600" y="436212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1" name=""/>
          <p:cNvSpPr/>
          <p:nvPr/>
        </p:nvSpPr>
        <p:spPr>
          <a:xfrm>
            <a:off x="3352680" y="436212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2" name=""/>
          <p:cNvSpPr/>
          <p:nvPr/>
        </p:nvSpPr>
        <p:spPr>
          <a:xfrm>
            <a:off x="542880" y="47433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3" name=""/>
          <p:cNvSpPr/>
          <p:nvPr/>
        </p:nvSpPr>
        <p:spPr>
          <a:xfrm>
            <a:off x="2190600" y="47433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4" name=""/>
          <p:cNvSpPr/>
          <p:nvPr/>
        </p:nvSpPr>
        <p:spPr>
          <a:xfrm>
            <a:off x="3352680" y="47433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5" name=""/>
          <p:cNvSpPr/>
          <p:nvPr/>
        </p:nvSpPr>
        <p:spPr>
          <a:xfrm>
            <a:off x="542880" y="47433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6" name=""/>
          <p:cNvSpPr/>
          <p:nvPr/>
        </p:nvSpPr>
        <p:spPr>
          <a:xfrm>
            <a:off x="2190600" y="47433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7" name=""/>
          <p:cNvSpPr/>
          <p:nvPr/>
        </p:nvSpPr>
        <p:spPr>
          <a:xfrm>
            <a:off x="3352680" y="47433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8" name=""/>
          <p:cNvSpPr/>
          <p:nvPr/>
        </p:nvSpPr>
        <p:spPr>
          <a:xfrm>
            <a:off x="542880" y="5124240"/>
            <a:ext cx="1648080" cy="381240"/>
          </a:xfrm>
          <a:custGeom>
            <a:avLst/>
            <a:gdLst/>
            <a:ahLst/>
            <a:rect l="0" t="0" r="r" b="b"/>
            <a:pathLst>
              <a:path w="4578" h="1059">
                <a:moveTo>
                  <a:pt x="132" y="1059"/>
                </a:moveTo>
                <a:cubicBezTo>
                  <a:pt x="111" y="1059"/>
                  <a:pt x="91" y="1055"/>
                  <a:pt x="71" y="1047"/>
                </a:cubicBezTo>
                <a:cubicBezTo>
                  <a:pt x="52" y="1039"/>
                  <a:pt x="35" y="1028"/>
                  <a:pt x="20" y="1013"/>
                </a:cubicBezTo>
                <a:cubicBezTo>
                  <a:pt x="12" y="1005"/>
                  <a:pt x="5" y="997"/>
                  <a:pt x="0" y="988"/>
                </a:cubicBezTo>
                <a:lnTo>
                  <a:pt x="0" y="0"/>
                </a:lnTo>
                <a:lnTo>
                  <a:pt x="4578" y="0"/>
                </a:lnTo>
                <a:lnTo>
                  <a:pt x="4578" y="1059"/>
                </a:lnTo>
                <a:lnTo>
                  <a:pt x="132"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9" name=""/>
          <p:cNvSpPr/>
          <p:nvPr/>
        </p:nvSpPr>
        <p:spPr>
          <a:xfrm>
            <a:off x="2190600" y="512424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0" name=""/>
          <p:cNvSpPr/>
          <p:nvPr/>
        </p:nvSpPr>
        <p:spPr>
          <a:xfrm>
            <a:off x="3352680" y="512424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1" name=""/>
          <p:cNvSpPr/>
          <p:nvPr/>
        </p:nvSpPr>
        <p:spPr>
          <a:xfrm>
            <a:off x="533160" y="3997440"/>
            <a:ext cx="10080" cy="365040"/>
          </a:xfrm>
          <a:custGeom>
            <a:avLst/>
            <a:gdLst/>
            <a:ahLst/>
            <a:rect l="0" t="0" r="r" b="b"/>
            <a:pathLst>
              <a:path w="28" h="1014">
                <a:moveTo>
                  <a:pt x="12" y="27"/>
                </a:moveTo>
                <a:cubicBezTo>
                  <a:pt x="17" y="17"/>
                  <a:pt x="22" y="8"/>
                  <a:pt x="28" y="0"/>
                </a:cubicBezTo>
                <a:lnTo>
                  <a:pt x="28" y="1014"/>
                </a:lnTo>
                <a:lnTo>
                  <a:pt x="0" y="1014"/>
                </a:lnTo>
                <a:lnTo>
                  <a:pt x="0" y="87"/>
                </a:lnTo>
                <a:cubicBezTo>
                  <a:pt x="0" y="66"/>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2" name=""/>
          <p:cNvSpPr/>
          <p:nvPr/>
        </p:nvSpPr>
        <p:spPr>
          <a:xfrm>
            <a:off x="558720" y="3971880"/>
            <a:ext cx="1632240" cy="9720"/>
          </a:xfrm>
          <a:custGeom>
            <a:avLst/>
            <a:gdLst/>
            <a:ahLst/>
            <a:rect l="0" t="0" r="r" b="b"/>
            <a:pathLst>
              <a:path w="4534" h="27">
                <a:moveTo>
                  <a:pt x="27" y="13"/>
                </a:moveTo>
                <a:cubicBezTo>
                  <a:pt x="47" y="5"/>
                  <a:pt x="67" y="0"/>
                  <a:pt x="88" y="0"/>
                </a:cubicBezTo>
                <a:lnTo>
                  <a:pt x="4534" y="0"/>
                </a:lnTo>
                <a:lnTo>
                  <a:pt x="4534" y="27"/>
                </a:lnTo>
                <a:lnTo>
                  <a:pt x="0" y="27"/>
                </a:lnTo>
                <a:cubicBezTo>
                  <a:pt x="9" y="21"/>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3" name=""/>
          <p:cNvSpPr/>
          <p:nvPr/>
        </p:nvSpPr>
        <p:spPr>
          <a:xfrm>
            <a:off x="2180880" y="397188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4" name=""/>
          <p:cNvSpPr/>
          <p:nvPr/>
        </p:nvSpPr>
        <p:spPr>
          <a:xfrm>
            <a:off x="2190600" y="397188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5" name=""/>
          <p:cNvSpPr/>
          <p:nvPr/>
        </p:nvSpPr>
        <p:spPr>
          <a:xfrm>
            <a:off x="3342960" y="397188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6" name=""/>
          <p:cNvSpPr/>
          <p:nvPr/>
        </p:nvSpPr>
        <p:spPr>
          <a:xfrm>
            <a:off x="3352680" y="397188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7" name=""/>
          <p:cNvSpPr/>
          <p:nvPr/>
        </p:nvSpPr>
        <p:spPr>
          <a:xfrm>
            <a:off x="4733640" y="397188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8" name=""/>
          <p:cNvSpPr/>
          <p:nvPr/>
        </p:nvSpPr>
        <p:spPr>
          <a:xfrm>
            <a:off x="533160" y="435276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9" name=""/>
          <p:cNvSpPr/>
          <p:nvPr/>
        </p:nvSpPr>
        <p:spPr>
          <a:xfrm>
            <a:off x="2190600" y="435276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0" name=""/>
          <p:cNvSpPr/>
          <p:nvPr/>
        </p:nvSpPr>
        <p:spPr>
          <a:xfrm>
            <a:off x="3352680" y="435276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1" name=""/>
          <p:cNvSpPr/>
          <p:nvPr/>
        </p:nvSpPr>
        <p:spPr>
          <a:xfrm>
            <a:off x="533160" y="43621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2" name=""/>
          <p:cNvSpPr/>
          <p:nvPr/>
        </p:nvSpPr>
        <p:spPr>
          <a:xfrm>
            <a:off x="2180880" y="43621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3" name=""/>
          <p:cNvSpPr/>
          <p:nvPr/>
        </p:nvSpPr>
        <p:spPr>
          <a:xfrm>
            <a:off x="3342960" y="43621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4" name=""/>
          <p:cNvSpPr/>
          <p:nvPr/>
        </p:nvSpPr>
        <p:spPr>
          <a:xfrm>
            <a:off x="4733640" y="43621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5" name=""/>
          <p:cNvSpPr/>
          <p:nvPr/>
        </p:nvSpPr>
        <p:spPr>
          <a:xfrm>
            <a:off x="533160" y="47433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6" name=""/>
          <p:cNvSpPr/>
          <p:nvPr/>
        </p:nvSpPr>
        <p:spPr>
          <a:xfrm>
            <a:off x="533160" y="473364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7" name=""/>
          <p:cNvSpPr/>
          <p:nvPr/>
        </p:nvSpPr>
        <p:spPr>
          <a:xfrm>
            <a:off x="2180880" y="47433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8" name=""/>
          <p:cNvSpPr/>
          <p:nvPr/>
        </p:nvSpPr>
        <p:spPr>
          <a:xfrm>
            <a:off x="2190600" y="473364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9" name=""/>
          <p:cNvSpPr/>
          <p:nvPr/>
        </p:nvSpPr>
        <p:spPr>
          <a:xfrm>
            <a:off x="3342960" y="47433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0" name=""/>
          <p:cNvSpPr/>
          <p:nvPr/>
        </p:nvSpPr>
        <p:spPr>
          <a:xfrm>
            <a:off x="3352680" y="473364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1" name=""/>
          <p:cNvSpPr/>
          <p:nvPr/>
        </p:nvSpPr>
        <p:spPr>
          <a:xfrm>
            <a:off x="4733640" y="47433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2" name=""/>
          <p:cNvSpPr/>
          <p:nvPr/>
        </p:nvSpPr>
        <p:spPr>
          <a:xfrm>
            <a:off x="533160" y="5124240"/>
            <a:ext cx="10080" cy="355680"/>
          </a:xfrm>
          <a:custGeom>
            <a:avLst/>
            <a:gdLst/>
            <a:ahLst/>
            <a:rect l="0" t="0" r="r" b="b"/>
            <a:pathLst>
              <a:path w="28" h="988">
                <a:moveTo>
                  <a:pt x="12" y="961"/>
                </a:moveTo>
                <a:cubicBezTo>
                  <a:pt x="4" y="942"/>
                  <a:pt x="0" y="922"/>
                  <a:pt x="0" y="901"/>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3" name=""/>
          <p:cNvSpPr/>
          <p:nvPr/>
        </p:nvSpPr>
        <p:spPr>
          <a:xfrm>
            <a:off x="533160" y="51148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4" name=""/>
          <p:cNvSpPr/>
          <p:nvPr/>
        </p:nvSpPr>
        <p:spPr>
          <a:xfrm>
            <a:off x="2180880" y="51242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5" name=""/>
          <p:cNvSpPr/>
          <p:nvPr/>
        </p:nvSpPr>
        <p:spPr>
          <a:xfrm>
            <a:off x="2190600" y="511488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6" name=""/>
          <p:cNvSpPr/>
          <p:nvPr/>
        </p:nvSpPr>
        <p:spPr>
          <a:xfrm>
            <a:off x="3342960" y="51242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7" name=""/>
          <p:cNvSpPr/>
          <p:nvPr/>
        </p:nvSpPr>
        <p:spPr>
          <a:xfrm>
            <a:off x="3352680" y="511488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8" name=""/>
          <p:cNvSpPr/>
          <p:nvPr/>
        </p:nvSpPr>
        <p:spPr>
          <a:xfrm>
            <a:off x="4733640" y="51242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9" name=""/>
          <p:cNvSpPr/>
          <p:nvPr/>
        </p:nvSpPr>
        <p:spPr>
          <a:xfrm>
            <a:off x="558720" y="5495760"/>
            <a:ext cx="1632240" cy="9720"/>
          </a:xfrm>
          <a:custGeom>
            <a:avLst/>
            <a:gdLst/>
            <a:ahLst/>
            <a:rect l="0" t="0" r="r" b="b"/>
            <a:pathLst>
              <a:path w="4534" h="27">
                <a:moveTo>
                  <a:pt x="88" y="27"/>
                </a:moveTo>
                <a:cubicBezTo>
                  <a:pt x="67" y="27"/>
                  <a:pt x="47" y="23"/>
                  <a:pt x="27" y="15"/>
                </a:cubicBezTo>
                <a:cubicBezTo>
                  <a:pt x="18" y="11"/>
                  <a:pt x="9" y="6"/>
                  <a:pt x="0" y="0"/>
                </a:cubicBezTo>
                <a:lnTo>
                  <a:pt x="4534" y="0"/>
                </a:lnTo>
                <a:lnTo>
                  <a:pt x="4534"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0" name=""/>
          <p:cNvSpPr/>
          <p:nvPr/>
        </p:nvSpPr>
        <p:spPr>
          <a:xfrm>
            <a:off x="2190600" y="5495760"/>
            <a:ext cx="1162440" cy="9720"/>
          </a:xfrm>
          <a:custGeom>
            <a:avLst/>
            <a:gdLst/>
            <a:ahLst/>
            <a:rect l="0" t="0" r="r" b="b"/>
            <a:pathLst>
              <a:path w="3229" h="27">
                <a:moveTo>
                  <a:pt x="0" y="27"/>
                </a:moveTo>
                <a:lnTo>
                  <a:pt x="0" y="0"/>
                </a:lnTo>
                <a:lnTo>
                  <a:pt x="3229" y="0"/>
                </a:lnTo>
                <a:lnTo>
                  <a:pt x="3229"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1" name=""/>
          <p:cNvSpPr/>
          <p:nvPr/>
        </p:nvSpPr>
        <p:spPr>
          <a:xfrm>
            <a:off x="3352680" y="5495760"/>
            <a:ext cx="1391040" cy="9720"/>
          </a:xfrm>
          <a:custGeom>
            <a:avLst/>
            <a:gdLst/>
            <a:ahLst/>
            <a:rect l="0" t="0" r="r" b="b"/>
            <a:pathLst>
              <a:path w="3864" h="27">
                <a:moveTo>
                  <a:pt x="0" y="27"/>
                </a:moveTo>
                <a:lnTo>
                  <a:pt x="0" y="0"/>
                </a:lnTo>
                <a:lnTo>
                  <a:pt x="3864" y="0"/>
                </a:lnTo>
                <a:lnTo>
                  <a:pt x="3864"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2" name=""/>
          <p:cNvSpPr/>
          <p:nvPr/>
        </p:nvSpPr>
        <p:spPr>
          <a:xfrm>
            <a:off x="618840" y="1428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49"/>
                </a:cubicBezTo>
                <a:cubicBezTo>
                  <a:pt x="158" y="59"/>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3" name=""/>
          <p:cNvSpPr txBox="1"/>
          <p:nvPr/>
        </p:nvSpPr>
        <p:spPr>
          <a:xfrm>
            <a:off x="533520" y="493560"/>
            <a:ext cx="6858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農業気象データによる太陽光発電量予測</a:t>
            </a:r>
            <a:endParaRPr lang="en-US" sz="3000" b="0" u="none" strike="noStrike">
              <a:solidFill>
                <a:srgbClr val="000000"/>
              </a:solidFill>
              <a:effectLst/>
              <a:uFillTx/>
              <a:latin typeface="游明朝体"/>
            </a:endParaRPr>
          </a:p>
        </p:txBody>
      </p:sp>
      <p:sp>
        <p:nvSpPr>
          <p:cNvPr id="814" name=""/>
          <p:cNvSpPr txBox="1"/>
          <p:nvPr/>
        </p:nvSpPr>
        <p:spPr>
          <a:xfrm>
            <a:off x="799920" y="134208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815" name=""/>
          <p:cNvSpPr txBox="1"/>
          <p:nvPr/>
        </p:nvSpPr>
        <p:spPr>
          <a:xfrm>
            <a:off x="4589280" y="1333080"/>
            <a:ext cx="8157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816" name=""/>
          <p:cNvSpPr txBox="1"/>
          <p:nvPr/>
        </p:nvSpPr>
        <p:spPr>
          <a:xfrm>
            <a:off x="5403960" y="13420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817" name=""/>
          <p:cNvSpPr txBox="1"/>
          <p:nvPr/>
        </p:nvSpPr>
        <p:spPr>
          <a:xfrm>
            <a:off x="5594760" y="13330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18" name=""/>
          <p:cNvSpPr txBox="1"/>
          <p:nvPr/>
        </p:nvSpPr>
        <p:spPr>
          <a:xfrm>
            <a:off x="5700600" y="13420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全</a:t>
            </a:r>
            <a:endParaRPr lang="en-US" sz="1500" b="0" u="none" strike="noStrike">
              <a:solidFill>
                <a:srgbClr val="000000"/>
              </a:solidFill>
              <a:effectLst/>
              <a:uFillTx/>
              <a:latin typeface="游明朝体"/>
            </a:endParaRPr>
          </a:p>
        </p:txBody>
      </p:sp>
      <p:sp>
        <p:nvSpPr>
          <p:cNvPr id="819" name=""/>
          <p:cNvSpPr/>
          <p:nvPr/>
        </p:nvSpPr>
        <p:spPr>
          <a:xfrm>
            <a:off x="618840" y="216216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80"/>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0" name=""/>
          <p:cNvSpPr txBox="1"/>
          <p:nvPr/>
        </p:nvSpPr>
        <p:spPr>
          <a:xfrm>
            <a:off x="799920" y="168480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国をメッシュ単位で網羅する気象データ</a:t>
            </a:r>
            <a:endParaRPr lang="en-US" sz="1500" b="0" u="none" strike="noStrike">
              <a:solidFill>
                <a:srgbClr val="000000"/>
              </a:solidFill>
              <a:effectLst/>
              <a:uFillTx/>
              <a:latin typeface="游明朝体"/>
            </a:endParaRPr>
          </a:p>
        </p:txBody>
      </p:sp>
      <p:sp>
        <p:nvSpPr>
          <p:cNvPr id="821" name=""/>
          <p:cNvSpPr txBox="1"/>
          <p:nvPr/>
        </p:nvSpPr>
        <p:spPr>
          <a:xfrm>
            <a:off x="799920" y="206640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822" name=""/>
          <p:cNvSpPr txBox="1"/>
          <p:nvPr/>
        </p:nvSpPr>
        <p:spPr>
          <a:xfrm>
            <a:off x="1360800" y="2075400"/>
            <a:ext cx="4572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「アメダス気象データ分析チャレンジ」の公開コード</a:t>
            </a:r>
            <a:endParaRPr lang="en-US" sz="1500" b="0" u="none" strike="noStrike">
              <a:solidFill>
                <a:srgbClr val="000000"/>
              </a:solidFill>
              <a:effectLst/>
              <a:uFillTx/>
              <a:latin typeface="游明朝体"/>
            </a:endParaRPr>
          </a:p>
        </p:txBody>
      </p:sp>
      <p:sp>
        <p:nvSpPr>
          <p:cNvPr id="823" name=""/>
          <p:cNvSpPr/>
          <p:nvPr/>
        </p:nvSpPr>
        <p:spPr>
          <a:xfrm>
            <a:off x="618840" y="2895480"/>
            <a:ext cx="57600" cy="57600"/>
          </a:xfrm>
          <a:custGeom>
            <a:avLst/>
            <a:gdLst/>
            <a:ahLst/>
            <a:rect l="0" t="0" r="r" b="b"/>
            <a:pathLst>
              <a:path w="160" h="160">
                <a:moveTo>
                  <a:pt x="160" y="79"/>
                </a:moveTo>
                <a:cubicBezTo>
                  <a:pt x="160" y="90"/>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4" name=""/>
          <p:cNvSpPr txBox="1"/>
          <p:nvPr/>
        </p:nvSpPr>
        <p:spPr>
          <a:xfrm>
            <a:off x="799920" y="241848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を参考にモデルを構築</a:t>
            </a:r>
            <a:endParaRPr lang="en-US" sz="1500" b="0" u="none" strike="noStrike">
              <a:solidFill>
                <a:srgbClr val="000000"/>
              </a:solidFill>
              <a:effectLst/>
              <a:uFillTx/>
              <a:latin typeface="游明朝体"/>
            </a:endParaRPr>
          </a:p>
        </p:txBody>
      </p:sp>
      <p:sp>
        <p:nvSpPr>
          <p:cNvPr id="825" name=""/>
          <p:cNvSpPr txBox="1"/>
          <p:nvPr/>
        </p:nvSpPr>
        <p:spPr>
          <a:xfrm>
            <a:off x="799920" y="280908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説明変数</a:t>
            </a:r>
            <a:endParaRPr lang="en-US" sz="1500" b="0" u="none" strike="noStrike">
              <a:solidFill>
                <a:srgbClr val="000000"/>
              </a:solidFill>
              <a:effectLst/>
              <a:uFillTx/>
              <a:latin typeface="游明朝体"/>
            </a:endParaRPr>
          </a:p>
        </p:txBody>
      </p:sp>
      <p:sp>
        <p:nvSpPr>
          <p:cNvPr id="826" name=""/>
          <p:cNvSpPr txBox="1"/>
          <p:nvPr/>
        </p:nvSpPr>
        <p:spPr>
          <a:xfrm>
            <a:off x="1562040" y="28000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27" name=""/>
          <p:cNvSpPr txBox="1"/>
          <p:nvPr/>
        </p:nvSpPr>
        <p:spPr>
          <a:xfrm>
            <a:off x="1667880" y="2809080"/>
            <a:ext cx="4191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全天⽇射量・⽇照時間等の気象予報値／⽬的変数</a:t>
            </a:r>
            <a:endParaRPr lang="en-US" sz="1500" b="0" u="none" strike="noStrike">
              <a:solidFill>
                <a:srgbClr val="000000"/>
              </a:solidFill>
              <a:effectLst/>
              <a:uFillTx/>
              <a:latin typeface="游明朝体"/>
            </a:endParaRPr>
          </a:p>
        </p:txBody>
      </p:sp>
      <p:sp>
        <p:nvSpPr>
          <p:cNvPr id="828" name=""/>
          <p:cNvSpPr txBox="1"/>
          <p:nvPr/>
        </p:nvSpPr>
        <p:spPr>
          <a:xfrm>
            <a:off x="5859000" y="28000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829" name=""/>
          <p:cNvSpPr/>
          <p:nvPr/>
        </p:nvSpPr>
        <p:spPr>
          <a:xfrm>
            <a:off x="618840" y="3628800"/>
            <a:ext cx="57600" cy="57600"/>
          </a:xfrm>
          <a:custGeom>
            <a:avLst/>
            <a:gdLst/>
            <a:ahLst/>
            <a:rect l="0" t="0" r="r" b="b"/>
            <a:pathLst>
              <a:path w="160" h="160">
                <a:moveTo>
                  <a:pt x="160" y="79"/>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0" name=""/>
          <p:cNvSpPr txBox="1"/>
          <p:nvPr/>
        </p:nvSpPr>
        <p:spPr>
          <a:xfrm>
            <a:off x="799920" y="315180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実測発電量</a:t>
            </a:r>
            <a:endParaRPr lang="en-US" sz="1500" b="0" u="none" strike="noStrike">
              <a:solidFill>
                <a:srgbClr val="000000"/>
              </a:solidFill>
              <a:effectLst/>
              <a:uFillTx/>
              <a:latin typeface="游明朝体"/>
            </a:endParaRPr>
          </a:p>
        </p:txBody>
      </p:sp>
      <p:sp>
        <p:nvSpPr>
          <p:cNvPr id="831" name=""/>
          <p:cNvSpPr txBox="1"/>
          <p:nvPr/>
        </p:nvSpPr>
        <p:spPr>
          <a:xfrm>
            <a:off x="799920" y="354240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毎朝</a:t>
            </a:r>
            <a:endParaRPr lang="en-US" sz="1500" b="0" u="none" strike="noStrike">
              <a:solidFill>
                <a:srgbClr val="000000"/>
              </a:solidFill>
              <a:effectLst/>
              <a:uFillTx/>
              <a:latin typeface="游明朝体"/>
            </a:endParaRPr>
          </a:p>
        </p:txBody>
      </p:sp>
      <p:sp>
        <p:nvSpPr>
          <p:cNvPr id="832" name=""/>
          <p:cNvSpPr txBox="1"/>
          <p:nvPr/>
        </p:nvSpPr>
        <p:spPr>
          <a:xfrm>
            <a:off x="1181160" y="3533400"/>
            <a:ext cx="371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6:30</a:t>
            </a:r>
            <a:endParaRPr lang="en-US" sz="1500" b="0" u="none" strike="noStrike">
              <a:solidFill>
                <a:srgbClr val="000000"/>
              </a:solidFill>
              <a:effectLst/>
              <a:uFillTx/>
              <a:latin typeface="游明朝体"/>
            </a:endParaRPr>
          </a:p>
        </p:txBody>
      </p:sp>
      <p:sp>
        <p:nvSpPr>
          <p:cNvPr id="833" name=""/>
          <p:cNvSpPr txBox="1"/>
          <p:nvPr/>
        </p:nvSpPr>
        <p:spPr>
          <a:xfrm>
            <a:off x="1551960" y="354240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に予測を⾃動更新し、</a:t>
            </a:r>
            <a:endParaRPr lang="en-US" sz="1500" b="0" u="none" strike="noStrike">
              <a:solidFill>
                <a:srgbClr val="000000"/>
              </a:solidFill>
              <a:effectLst/>
              <a:uFillTx/>
              <a:latin typeface="游明朝体"/>
            </a:endParaRPr>
          </a:p>
        </p:txBody>
      </p:sp>
      <p:sp>
        <p:nvSpPr>
          <p:cNvPr id="834" name=""/>
          <p:cNvSpPr txBox="1"/>
          <p:nvPr/>
        </p:nvSpPr>
        <p:spPr>
          <a:xfrm>
            <a:off x="3456720" y="3533400"/>
            <a:ext cx="657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GitHub </a:t>
            </a:r>
            <a:endParaRPr lang="en-US" sz="1500" b="0" u="none" strike="noStrike">
              <a:solidFill>
                <a:srgbClr val="000000"/>
              </a:solidFill>
              <a:effectLst/>
              <a:uFillTx/>
              <a:latin typeface="游明朝体"/>
            </a:endParaRPr>
          </a:p>
        </p:txBody>
      </p:sp>
      <p:sp>
        <p:nvSpPr>
          <p:cNvPr id="835" name=""/>
          <p:cNvSpPr txBox="1"/>
          <p:nvPr/>
        </p:nvSpPr>
        <p:spPr>
          <a:xfrm>
            <a:off x="4113000" y="354240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で結果を確認</a:t>
            </a:r>
            <a:endParaRPr lang="en-US" sz="1500" b="0" u="none" strike="noStrike">
              <a:solidFill>
                <a:srgbClr val="000000"/>
              </a:solidFill>
              <a:effectLst/>
              <a:uFillTx/>
              <a:latin typeface="游明朝体"/>
            </a:endParaRPr>
          </a:p>
        </p:txBody>
      </p:sp>
      <p:sp>
        <p:nvSpPr>
          <p:cNvPr id="836" name=""/>
          <p:cNvSpPr txBox="1"/>
          <p:nvPr/>
        </p:nvSpPr>
        <p:spPr>
          <a:xfrm>
            <a:off x="666720" y="407376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モデル</a:t>
            </a:r>
            <a:endParaRPr lang="en-US" sz="1350" b="0" u="none" strike="noStrike">
              <a:solidFill>
                <a:srgbClr val="000000"/>
              </a:solidFill>
              <a:effectLst/>
              <a:uFillTx/>
              <a:latin typeface="游明朝体"/>
            </a:endParaRPr>
          </a:p>
        </p:txBody>
      </p:sp>
      <p:sp>
        <p:nvSpPr>
          <p:cNvPr id="837" name=""/>
          <p:cNvSpPr txBox="1"/>
          <p:nvPr/>
        </p:nvSpPr>
        <p:spPr>
          <a:xfrm>
            <a:off x="2317680" y="4065840"/>
            <a:ext cx="1908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R²</a:t>
            </a:r>
            <a:endParaRPr lang="en-US" sz="1350" b="0" u="none" strike="noStrike">
              <a:solidFill>
                <a:srgbClr val="000000"/>
              </a:solidFill>
              <a:effectLst/>
              <a:uFillTx/>
              <a:latin typeface="游明朝体"/>
            </a:endParaRPr>
          </a:p>
        </p:txBody>
      </p:sp>
      <p:sp>
        <p:nvSpPr>
          <p:cNvPr id="838" name=""/>
          <p:cNvSpPr txBox="1"/>
          <p:nvPr/>
        </p:nvSpPr>
        <p:spPr>
          <a:xfrm>
            <a:off x="2508840" y="407376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39" name=""/>
          <p:cNvSpPr txBox="1"/>
          <p:nvPr/>
        </p:nvSpPr>
        <p:spPr>
          <a:xfrm>
            <a:off x="2680200" y="4065840"/>
            <a:ext cx="367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OOF</a:t>
            </a:r>
            <a:endParaRPr lang="en-US" sz="1350" b="0" u="none" strike="noStrike">
              <a:solidFill>
                <a:srgbClr val="000000"/>
              </a:solidFill>
              <a:effectLst/>
              <a:uFillTx/>
              <a:latin typeface="游明朝体"/>
            </a:endParaRPr>
          </a:p>
        </p:txBody>
      </p:sp>
      <p:sp>
        <p:nvSpPr>
          <p:cNvPr id="840" name=""/>
          <p:cNvSpPr txBox="1"/>
          <p:nvPr/>
        </p:nvSpPr>
        <p:spPr>
          <a:xfrm>
            <a:off x="3048840" y="407376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41" name=""/>
          <p:cNvSpPr txBox="1"/>
          <p:nvPr/>
        </p:nvSpPr>
        <p:spPr>
          <a:xfrm>
            <a:off x="3477240" y="4065840"/>
            <a:ext cx="90468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 (kWh/</a:t>
            </a:r>
            <a:endParaRPr lang="en-US" sz="1350" b="0" u="none" strike="noStrike">
              <a:solidFill>
                <a:srgbClr val="000000"/>
              </a:solidFill>
              <a:effectLst/>
              <a:uFillTx/>
              <a:latin typeface="游明朝体"/>
            </a:endParaRPr>
          </a:p>
        </p:txBody>
      </p:sp>
      <p:sp>
        <p:nvSpPr>
          <p:cNvPr id="842" name=""/>
          <p:cNvSpPr txBox="1"/>
          <p:nvPr/>
        </p:nvSpPr>
        <p:spPr>
          <a:xfrm>
            <a:off x="4385520" y="407376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43" name=""/>
          <p:cNvSpPr txBox="1"/>
          <p:nvPr/>
        </p:nvSpPr>
        <p:spPr>
          <a:xfrm>
            <a:off x="4556880" y="4065840"/>
            <a:ext cx="1710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844" name=""/>
          <p:cNvSpPr txBox="1"/>
          <p:nvPr/>
        </p:nvSpPr>
        <p:spPr>
          <a:xfrm>
            <a:off x="666720" y="4446720"/>
            <a:ext cx="1255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Random Forest</a:t>
            </a:r>
            <a:endParaRPr lang="en-US" sz="1350" b="0" u="none" strike="noStrike">
              <a:solidFill>
                <a:srgbClr val="000000"/>
              </a:solidFill>
              <a:effectLst/>
              <a:uFillTx/>
              <a:latin typeface="游明朝体"/>
            </a:endParaRPr>
          </a:p>
        </p:txBody>
      </p:sp>
      <p:sp>
        <p:nvSpPr>
          <p:cNvPr id="845" name=""/>
          <p:cNvSpPr txBox="1"/>
          <p:nvPr/>
        </p:nvSpPr>
        <p:spPr>
          <a:xfrm>
            <a:off x="2317680" y="4446720"/>
            <a:ext cx="4276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0.846</a:t>
            </a:r>
            <a:endParaRPr lang="en-US" sz="1350" b="0" u="none" strike="noStrike">
              <a:solidFill>
                <a:srgbClr val="000000"/>
              </a:solidFill>
              <a:effectLst/>
              <a:uFillTx/>
              <a:latin typeface="游明朝体"/>
            </a:endParaRPr>
          </a:p>
        </p:txBody>
      </p:sp>
      <p:sp>
        <p:nvSpPr>
          <p:cNvPr id="846" name=""/>
          <p:cNvSpPr txBox="1"/>
          <p:nvPr/>
        </p:nvSpPr>
        <p:spPr>
          <a:xfrm>
            <a:off x="3477240" y="4446720"/>
            <a:ext cx="333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1.89</a:t>
            </a:r>
            <a:endParaRPr lang="en-US" sz="1350" b="0" u="none" strike="noStrike">
              <a:solidFill>
                <a:srgbClr val="000000"/>
              </a:solidFill>
              <a:effectLst/>
              <a:uFillTx/>
              <a:latin typeface="游明朝体"/>
            </a:endParaRPr>
          </a:p>
        </p:txBody>
      </p:sp>
      <p:sp>
        <p:nvSpPr>
          <p:cNvPr id="847" name=""/>
          <p:cNvSpPr txBox="1"/>
          <p:nvPr/>
        </p:nvSpPr>
        <p:spPr>
          <a:xfrm>
            <a:off x="666720" y="4827960"/>
            <a:ext cx="13885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Gradient Boosting</a:t>
            </a:r>
            <a:endParaRPr lang="en-US" sz="1350" b="0" u="none" strike="noStrike">
              <a:solidFill>
                <a:srgbClr val="000000"/>
              </a:solidFill>
              <a:effectLst/>
              <a:uFillTx/>
              <a:latin typeface="游明朝体"/>
            </a:endParaRPr>
          </a:p>
        </p:txBody>
      </p:sp>
      <p:sp>
        <p:nvSpPr>
          <p:cNvPr id="848" name=""/>
          <p:cNvSpPr txBox="1"/>
          <p:nvPr/>
        </p:nvSpPr>
        <p:spPr>
          <a:xfrm>
            <a:off x="2317680" y="4827960"/>
            <a:ext cx="4276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0.840</a:t>
            </a:r>
            <a:endParaRPr lang="en-US" sz="1350" b="0" u="none" strike="noStrike">
              <a:solidFill>
                <a:srgbClr val="000000"/>
              </a:solidFill>
              <a:effectLst/>
              <a:uFillTx/>
              <a:latin typeface="游明朝体"/>
            </a:endParaRPr>
          </a:p>
        </p:txBody>
      </p:sp>
      <p:sp>
        <p:nvSpPr>
          <p:cNvPr id="849" name=""/>
          <p:cNvSpPr txBox="1"/>
          <p:nvPr/>
        </p:nvSpPr>
        <p:spPr>
          <a:xfrm>
            <a:off x="3477240" y="48279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850" name=""/>
          <p:cNvSpPr txBox="1"/>
          <p:nvPr/>
        </p:nvSpPr>
        <p:spPr>
          <a:xfrm>
            <a:off x="666720" y="5208840"/>
            <a:ext cx="4939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Ridge </a:t>
            </a:r>
            <a:endParaRPr lang="en-US" sz="1350" b="0" u="none" strike="noStrike">
              <a:solidFill>
                <a:srgbClr val="000000"/>
              </a:solidFill>
              <a:effectLst/>
              <a:uFillTx/>
              <a:latin typeface="游明朝体"/>
            </a:endParaRPr>
          </a:p>
        </p:txBody>
      </p:sp>
      <p:sp>
        <p:nvSpPr>
          <p:cNvPr id="851" name=""/>
          <p:cNvSpPr txBox="1"/>
          <p:nvPr/>
        </p:nvSpPr>
        <p:spPr>
          <a:xfrm>
            <a:off x="1162080" y="521676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回帰</a:t>
            </a:r>
            <a:endParaRPr lang="en-US" sz="1350" b="0" u="none" strike="noStrike">
              <a:solidFill>
                <a:srgbClr val="000000"/>
              </a:solidFill>
              <a:effectLst/>
              <a:uFillTx/>
              <a:latin typeface="游明朝体"/>
            </a:endParaRPr>
          </a:p>
        </p:txBody>
      </p:sp>
      <p:sp>
        <p:nvSpPr>
          <p:cNvPr id="852" name=""/>
          <p:cNvSpPr txBox="1"/>
          <p:nvPr/>
        </p:nvSpPr>
        <p:spPr>
          <a:xfrm>
            <a:off x="2317680" y="5208840"/>
            <a:ext cx="4276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0.813</a:t>
            </a:r>
            <a:endParaRPr lang="en-US" sz="1350" b="0" u="none" strike="noStrike">
              <a:solidFill>
                <a:srgbClr val="000000"/>
              </a:solidFill>
              <a:effectLst/>
              <a:uFillTx/>
              <a:latin typeface="游明朝体"/>
            </a:endParaRPr>
          </a:p>
        </p:txBody>
      </p:sp>
      <p:sp>
        <p:nvSpPr>
          <p:cNvPr id="853" name=""/>
          <p:cNvSpPr txBox="1"/>
          <p:nvPr/>
        </p:nvSpPr>
        <p:spPr>
          <a:xfrm>
            <a:off x="3477240" y="52088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854" name=""/>
          <p:cNvSpPr txBox="1"/>
          <p:nvPr/>
        </p:nvSpPr>
        <p:spPr>
          <a:xfrm>
            <a:off x="533520" y="5685480"/>
            <a:ext cx="191160" cy="21204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Arial"/>
                <a:ea typeface="Arial"/>
              </a:rPr>
              <a:t>→</a:t>
            </a:r>
            <a:endParaRPr lang="en-US" sz="1500" b="0" u="none" strike="noStrike">
              <a:solidFill>
                <a:srgbClr val="000000"/>
              </a:solidFill>
              <a:effectLst/>
              <a:uFillTx/>
              <a:latin typeface="游明朝体"/>
            </a:endParaRPr>
          </a:p>
        </p:txBody>
      </p:sp>
      <p:sp>
        <p:nvSpPr>
          <p:cNvPr id="855" name=""/>
          <p:cNvSpPr txBox="1"/>
          <p:nvPr/>
        </p:nvSpPr>
        <p:spPr>
          <a:xfrm>
            <a:off x="723960" y="5676480"/>
            <a:ext cx="19008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56" name=""/>
          <p:cNvSpPr txBox="1"/>
          <p:nvPr/>
        </p:nvSpPr>
        <p:spPr>
          <a:xfrm>
            <a:off x="776880" y="5685480"/>
            <a:ext cx="362016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複数モデルを⽐較検討し、精度が最も⾼い</a:t>
            </a:r>
            <a:endParaRPr lang="en-US" sz="1500" b="0" u="none" strike="noStrike">
              <a:solidFill>
                <a:srgbClr val="000000"/>
              </a:solidFill>
              <a:effectLst/>
              <a:uFillTx/>
              <a:latin typeface="游明朝体"/>
            </a:endParaRPr>
          </a:p>
        </p:txBody>
      </p:sp>
      <p:sp>
        <p:nvSpPr>
          <p:cNvPr id="857" name=""/>
          <p:cNvSpPr txBox="1"/>
          <p:nvPr/>
        </p:nvSpPr>
        <p:spPr>
          <a:xfrm>
            <a:off x="4386960" y="5676480"/>
            <a:ext cx="145404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Random Forest</a:t>
            </a:r>
            <a:endParaRPr lang="en-US" sz="1500" b="0" u="none" strike="noStrike">
              <a:solidFill>
                <a:srgbClr val="000000"/>
              </a:solidFill>
              <a:effectLst/>
              <a:uFillTx/>
              <a:latin typeface="游明朝体"/>
            </a:endParaRPr>
          </a:p>
        </p:txBody>
      </p:sp>
      <p:pic>
        <p:nvPicPr>
          <p:cNvPr id="858" name=""/>
          <p:cNvPicPr/>
          <p:nvPr/>
        </p:nvPicPr>
        <p:blipFill>
          <a:blip r:embed="rId7"/>
          <a:stretch/>
        </p:blipFill>
        <p:spPr>
          <a:xfrm>
            <a:off x="7496280" y="609480"/>
            <a:ext cx="2876040" cy="2856960"/>
          </a:xfrm>
          <a:prstGeom prst="rect">
            <a:avLst/>
          </a:prstGeom>
          <a:noFill/>
          <a:ln w="0">
            <a:noFill/>
          </a:ln>
        </p:spPr>
      </p:pic>
      <p:pic>
        <p:nvPicPr>
          <p:cNvPr id="859" name=""/>
          <p:cNvPicPr/>
          <p:nvPr/>
        </p:nvPicPr>
        <p:blipFill>
          <a:blip r:embed="rId8"/>
          <a:stretch/>
        </p:blipFill>
        <p:spPr>
          <a:xfrm>
            <a:off x="6486480" y="3543120"/>
            <a:ext cx="4895640" cy="2857320"/>
          </a:xfrm>
          <a:prstGeom prst="rect">
            <a:avLst/>
          </a:prstGeom>
          <a:noFill/>
          <a:ln w="0">
            <a:noFill/>
          </a:ln>
        </p:spPr>
      </p:pic>
      <p:sp>
        <p:nvSpPr>
          <p:cNvPr id="860" name=""/>
          <p:cNvSpPr txBox="1"/>
          <p:nvPr/>
        </p:nvSpPr>
        <p:spPr>
          <a:xfrm>
            <a:off x="533520" y="5980680"/>
            <a:ext cx="1715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を現⾏モデルに採⽤</a:t>
            </a:r>
            <a:endParaRPr lang="en-US" sz="1500" b="0" u="none" strike="noStrike">
              <a:solidFill>
                <a:srgbClr val="000000"/>
              </a:solidFill>
              <a:effectLst/>
              <a:uFillTx/>
              <a:latin typeface="游明朝体"/>
            </a:endParaRPr>
          </a:p>
        </p:txBody>
      </p:sp>
      <p:sp>
        <p:nvSpPr>
          <p:cNvPr id="86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5"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6" name=""/>
          <p:cNvSpPr/>
          <p:nvPr/>
        </p:nvSpPr>
        <p:spPr>
          <a:xfrm>
            <a:off x="552240" y="6057720"/>
            <a:ext cx="11106360" cy="466920"/>
          </a:xfrm>
          <a:custGeom>
            <a:avLst/>
            <a:gdLst/>
            <a:ahLst/>
            <a:rect l="0" t="0" r="r" b="b"/>
            <a:pathLst>
              <a:path w="30851" h="1297">
                <a:moveTo>
                  <a:pt x="0" y="1297"/>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1192"/>
                </a:lnTo>
                <a:cubicBezTo>
                  <a:pt x="30851" y="1206"/>
                  <a:pt x="30849" y="1219"/>
                  <a:pt x="30843" y="1232"/>
                </a:cubicBezTo>
                <a:cubicBezTo>
                  <a:pt x="30838" y="1245"/>
                  <a:pt x="30830" y="1257"/>
                  <a:pt x="30820" y="1266"/>
                </a:cubicBezTo>
                <a:cubicBezTo>
                  <a:pt x="30811" y="1276"/>
                  <a:pt x="30799" y="1284"/>
                  <a:pt x="30786" y="1289"/>
                </a:cubicBezTo>
                <a:cubicBezTo>
                  <a:pt x="30773" y="1295"/>
                  <a:pt x="30760" y="1297"/>
                  <a:pt x="30746" y="1297"/>
                </a:cubicBezTo>
                <a:lnTo>
                  <a:pt x="0" y="1297"/>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7" name=""/>
          <p:cNvSpPr/>
          <p:nvPr/>
        </p:nvSpPr>
        <p:spPr>
          <a:xfrm>
            <a:off x="533160" y="605772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8" name=""/>
          <p:cNvSpPr txBox="1"/>
          <p:nvPr/>
        </p:nvSpPr>
        <p:spPr>
          <a:xfrm>
            <a:off x="533520" y="475560"/>
            <a:ext cx="273024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ml_forecast — </a:t>
            </a:r>
            <a:endParaRPr lang="en-US" sz="3000" b="0" u="none" strike="noStrike">
              <a:solidFill>
                <a:srgbClr val="000000"/>
              </a:solidFill>
              <a:effectLst/>
              <a:uFillTx/>
              <a:latin typeface="游明朝体"/>
            </a:endParaRPr>
          </a:p>
        </p:txBody>
      </p:sp>
      <p:sp>
        <p:nvSpPr>
          <p:cNvPr id="869" name=""/>
          <p:cNvSpPr txBox="1"/>
          <p:nvPr/>
        </p:nvSpPr>
        <p:spPr>
          <a:xfrm>
            <a:off x="325620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⾃宅太陽光発電量</a:t>
            </a:r>
            <a:endParaRPr lang="en-US" sz="3000" b="0" u="none" strike="noStrike">
              <a:solidFill>
                <a:srgbClr val="000000"/>
              </a:solidFill>
              <a:effectLst/>
              <a:uFillTx/>
              <a:latin typeface="游明朝体"/>
            </a:endParaRPr>
          </a:p>
        </p:txBody>
      </p:sp>
      <p:sp>
        <p:nvSpPr>
          <p:cNvPr id="870" name=""/>
          <p:cNvSpPr txBox="1"/>
          <p:nvPr/>
        </p:nvSpPr>
        <p:spPr>
          <a:xfrm>
            <a:off x="630396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a:t>
            </a:r>
            <a:endParaRPr lang="en-US" sz="3000" b="0" u="none" strike="noStrike">
              <a:solidFill>
                <a:srgbClr val="000000"/>
              </a:solidFill>
              <a:effectLst/>
              <a:uFillTx/>
              <a:latin typeface="游明朝体"/>
            </a:endParaRPr>
          </a:p>
        </p:txBody>
      </p:sp>
      <p:sp>
        <p:nvSpPr>
          <p:cNvPr id="871" name=""/>
          <p:cNvSpPr/>
          <p:nvPr/>
        </p:nvSpPr>
        <p:spPr>
          <a:xfrm>
            <a:off x="542880" y="2761920"/>
            <a:ext cx="952560" cy="381600"/>
          </a:xfrm>
          <a:custGeom>
            <a:avLst/>
            <a:gdLst/>
            <a:ahLst/>
            <a:rect l="0" t="0" r="r" b="b"/>
            <a:pathLst>
              <a:path w="2646" h="1060">
                <a:moveTo>
                  <a:pt x="20" y="47"/>
                </a:moveTo>
                <a:cubicBezTo>
                  <a:pt x="35" y="32"/>
                  <a:pt x="52" y="21"/>
                  <a:pt x="71" y="12"/>
                </a:cubicBezTo>
                <a:cubicBezTo>
                  <a:pt x="91" y="4"/>
                  <a:pt x="111" y="0"/>
                  <a:pt x="132" y="0"/>
                </a:cubicBezTo>
                <a:lnTo>
                  <a:pt x="2646" y="0"/>
                </a:lnTo>
                <a:lnTo>
                  <a:pt x="2646" y="1060"/>
                </a:lnTo>
                <a:lnTo>
                  <a:pt x="0" y="1060"/>
                </a:lnTo>
                <a:lnTo>
                  <a:pt x="0" y="71"/>
                </a:lnTo>
                <a:cubicBezTo>
                  <a:pt x="5" y="63"/>
                  <a:pt x="12" y="54"/>
                  <a:pt x="20" y="47"/>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2" name=""/>
          <p:cNvSpPr/>
          <p:nvPr/>
        </p:nvSpPr>
        <p:spPr>
          <a:xfrm>
            <a:off x="1495080" y="276192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3" name=""/>
          <p:cNvSpPr/>
          <p:nvPr/>
        </p:nvSpPr>
        <p:spPr>
          <a:xfrm>
            <a:off x="2114280" y="276192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4" name=""/>
          <p:cNvSpPr/>
          <p:nvPr/>
        </p:nvSpPr>
        <p:spPr>
          <a:xfrm>
            <a:off x="2885760" y="276192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5" name=""/>
          <p:cNvSpPr/>
          <p:nvPr/>
        </p:nvSpPr>
        <p:spPr>
          <a:xfrm>
            <a:off x="3495600" y="276192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6" name=""/>
          <p:cNvSpPr/>
          <p:nvPr/>
        </p:nvSpPr>
        <p:spPr>
          <a:xfrm>
            <a:off x="4095720" y="276192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7" name=""/>
          <p:cNvSpPr/>
          <p:nvPr/>
        </p:nvSpPr>
        <p:spPr>
          <a:xfrm>
            <a:off x="4686120" y="276192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878" name=""/>
          <p:cNvPicPr/>
          <p:nvPr/>
        </p:nvPicPr>
        <p:blipFill>
          <a:blip r:embed="rId1"/>
          <a:stretch/>
        </p:blipFill>
        <p:spPr>
          <a:xfrm>
            <a:off x="533520" y="2755800"/>
            <a:ext cx="5447880" cy="2311200"/>
          </a:xfrm>
          <a:prstGeom prst="rect">
            <a:avLst/>
          </a:prstGeom>
          <a:noFill/>
          <a:ln w="0">
            <a:noFill/>
          </a:ln>
        </p:spPr>
      </p:pic>
      <p:pic>
        <p:nvPicPr>
          <p:cNvPr id="879" name=""/>
          <p:cNvPicPr/>
          <p:nvPr/>
        </p:nvPicPr>
        <p:blipFill>
          <a:blip r:embed="rId2"/>
          <a:stretch/>
        </p:blipFill>
        <p:spPr>
          <a:xfrm>
            <a:off x="533520" y="2755800"/>
            <a:ext cx="5447880" cy="2311200"/>
          </a:xfrm>
          <a:prstGeom prst="rect">
            <a:avLst/>
          </a:prstGeom>
          <a:noFill/>
          <a:ln w="0">
            <a:noFill/>
          </a:ln>
        </p:spPr>
      </p:pic>
      <p:pic>
        <p:nvPicPr>
          <p:cNvPr id="880" name=""/>
          <p:cNvPicPr/>
          <p:nvPr/>
        </p:nvPicPr>
        <p:blipFill>
          <a:blip r:embed="rId3"/>
          <a:stretch/>
        </p:blipFill>
        <p:spPr>
          <a:xfrm>
            <a:off x="533520" y="2755800"/>
            <a:ext cx="5447880" cy="2311200"/>
          </a:xfrm>
          <a:prstGeom prst="rect">
            <a:avLst/>
          </a:prstGeom>
          <a:noFill/>
          <a:ln w="0">
            <a:noFill/>
          </a:ln>
        </p:spPr>
      </p:pic>
      <p:pic>
        <p:nvPicPr>
          <p:cNvPr id="881" name=""/>
          <p:cNvPicPr/>
          <p:nvPr/>
        </p:nvPicPr>
        <p:blipFill>
          <a:blip r:embed="rId4"/>
          <a:stretch/>
        </p:blipFill>
        <p:spPr>
          <a:xfrm>
            <a:off x="533520" y="2755800"/>
            <a:ext cx="5447880" cy="2311200"/>
          </a:xfrm>
          <a:prstGeom prst="rect">
            <a:avLst/>
          </a:prstGeom>
          <a:noFill/>
          <a:ln w="0">
            <a:noFill/>
          </a:ln>
        </p:spPr>
      </p:pic>
      <p:pic>
        <p:nvPicPr>
          <p:cNvPr id="882" name=""/>
          <p:cNvPicPr/>
          <p:nvPr/>
        </p:nvPicPr>
        <p:blipFill>
          <a:blip r:embed="rId5"/>
          <a:stretch/>
        </p:blipFill>
        <p:spPr>
          <a:xfrm>
            <a:off x="533520" y="2755800"/>
            <a:ext cx="5447880" cy="2311200"/>
          </a:xfrm>
          <a:prstGeom prst="rect">
            <a:avLst/>
          </a:prstGeom>
          <a:noFill/>
          <a:ln w="0">
            <a:noFill/>
          </a:ln>
        </p:spPr>
      </p:pic>
      <p:pic>
        <p:nvPicPr>
          <p:cNvPr id="883" name=""/>
          <p:cNvPicPr/>
          <p:nvPr/>
        </p:nvPicPr>
        <p:blipFill>
          <a:blip r:embed="rId6"/>
          <a:stretch/>
        </p:blipFill>
        <p:spPr>
          <a:xfrm>
            <a:off x="533520" y="2755800"/>
            <a:ext cx="5447880" cy="2311200"/>
          </a:xfrm>
          <a:prstGeom prst="rect">
            <a:avLst/>
          </a:prstGeom>
          <a:noFill/>
          <a:ln w="0">
            <a:noFill/>
          </a:ln>
        </p:spPr>
      </p:pic>
      <p:pic>
        <p:nvPicPr>
          <p:cNvPr id="884" name=""/>
          <p:cNvPicPr/>
          <p:nvPr/>
        </p:nvPicPr>
        <p:blipFill>
          <a:blip r:embed="rId7"/>
          <a:stretch/>
        </p:blipFill>
        <p:spPr>
          <a:xfrm>
            <a:off x="533520" y="2755800"/>
            <a:ext cx="5447880" cy="2311200"/>
          </a:xfrm>
          <a:prstGeom prst="rect">
            <a:avLst/>
          </a:prstGeom>
          <a:noFill/>
          <a:ln w="0">
            <a:noFill/>
          </a:ln>
        </p:spPr>
      </p:pic>
      <p:sp>
        <p:nvSpPr>
          <p:cNvPr id="885" name=""/>
          <p:cNvSpPr/>
          <p:nvPr/>
        </p:nvSpPr>
        <p:spPr>
          <a:xfrm>
            <a:off x="542880" y="31431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6" name=""/>
          <p:cNvSpPr/>
          <p:nvPr/>
        </p:nvSpPr>
        <p:spPr>
          <a:xfrm>
            <a:off x="1495080" y="31431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7" name=""/>
          <p:cNvSpPr/>
          <p:nvPr/>
        </p:nvSpPr>
        <p:spPr>
          <a:xfrm>
            <a:off x="2114280" y="31431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8" name=""/>
          <p:cNvSpPr/>
          <p:nvPr/>
        </p:nvSpPr>
        <p:spPr>
          <a:xfrm>
            <a:off x="2885760" y="31431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9" name=""/>
          <p:cNvSpPr/>
          <p:nvPr/>
        </p:nvSpPr>
        <p:spPr>
          <a:xfrm>
            <a:off x="3495600" y="31431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0" name=""/>
          <p:cNvSpPr/>
          <p:nvPr/>
        </p:nvSpPr>
        <p:spPr>
          <a:xfrm>
            <a:off x="4095720" y="3143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1" name=""/>
          <p:cNvSpPr/>
          <p:nvPr/>
        </p:nvSpPr>
        <p:spPr>
          <a:xfrm>
            <a:off x="4686120" y="3143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2" name=""/>
          <p:cNvSpPr/>
          <p:nvPr/>
        </p:nvSpPr>
        <p:spPr>
          <a:xfrm>
            <a:off x="542880" y="352404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3" name=""/>
          <p:cNvSpPr/>
          <p:nvPr/>
        </p:nvSpPr>
        <p:spPr>
          <a:xfrm>
            <a:off x="1495080" y="352404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4" name=""/>
          <p:cNvSpPr/>
          <p:nvPr/>
        </p:nvSpPr>
        <p:spPr>
          <a:xfrm>
            <a:off x="2114280" y="352404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5" name=""/>
          <p:cNvSpPr/>
          <p:nvPr/>
        </p:nvSpPr>
        <p:spPr>
          <a:xfrm>
            <a:off x="2885760" y="352404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6" name=""/>
          <p:cNvSpPr/>
          <p:nvPr/>
        </p:nvSpPr>
        <p:spPr>
          <a:xfrm>
            <a:off x="3495600" y="352404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7" name=""/>
          <p:cNvSpPr/>
          <p:nvPr/>
        </p:nvSpPr>
        <p:spPr>
          <a:xfrm>
            <a:off x="4095720" y="3524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8" name=""/>
          <p:cNvSpPr/>
          <p:nvPr/>
        </p:nvSpPr>
        <p:spPr>
          <a:xfrm>
            <a:off x="4686120" y="3524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9" name=""/>
          <p:cNvSpPr/>
          <p:nvPr/>
        </p:nvSpPr>
        <p:spPr>
          <a:xfrm>
            <a:off x="542880" y="352404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0" name=""/>
          <p:cNvSpPr/>
          <p:nvPr/>
        </p:nvSpPr>
        <p:spPr>
          <a:xfrm>
            <a:off x="1495080" y="352404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1" name=""/>
          <p:cNvSpPr/>
          <p:nvPr/>
        </p:nvSpPr>
        <p:spPr>
          <a:xfrm>
            <a:off x="2114280" y="352404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2" name=""/>
          <p:cNvSpPr/>
          <p:nvPr/>
        </p:nvSpPr>
        <p:spPr>
          <a:xfrm>
            <a:off x="2885760" y="352404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3" name=""/>
          <p:cNvSpPr/>
          <p:nvPr/>
        </p:nvSpPr>
        <p:spPr>
          <a:xfrm>
            <a:off x="3495600" y="352404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4" name=""/>
          <p:cNvSpPr/>
          <p:nvPr/>
        </p:nvSpPr>
        <p:spPr>
          <a:xfrm>
            <a:off x="4095720" y="3524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5" name=""/>
          <p:cNvSpPr/>
          <p:nvPr/>
        </p:nvSpPr>
        <p:spPr>
          <a:xfrm>
            <a:off x="4686120" y="3524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6" name=""/>
          <p:cNvSpPr/>
          <p:nvPr/>
        </p:nvSpPr>
        <p:spPr>
          <a:xfrm>
            <a:off x="542880" y="390492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7" name=""/>
          <p:cNvSpPr/>
          <p:nvPr/>
        </p:nvSpPr>
        <p:spPr>
          <a:xfrm>
            <a:off x="1495080" y="390492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8" name=""/>
          <p:cNvSpPr/>
          <p:nvPr/>
        </p:nvSpPr>
        <p:spPr>
          <a:xfrm>
            <a:off x="2114280" y="390492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9" name=""/>
          <p:cNvSpPr/>
          <p:nvPr/>
        </p:nvSpPr>
        <p:spPr>
          <a:xfrm>
            <a:off x="2885760" y="390492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0" name=""/>
          <p:cNvSpPr/>
          <p:nvPr/>
        </p:nvSpPr>
        <p:spPr>
          <a:xfrm>
            <a:off x="3495600" y="390492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1" name=""/>
          <p:cNvSpPr/>
          <p:nvPr/>
        </p:nvSpPr>
        <p:spPr>
          <a:xfrm>
            <a:off x="4095720" y="390492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2" name=""/>
          <p:cNvSpPr/>
          <p:nvPr/>
        </p:nvSpPr>
        <p:spPr>
          <a:xfrm>
            <a:off x="4686120" y="390492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3" name=""/>
          <p:cNvSpPr/>
          <p:nvPr/>
        </p:nvSpPr>
        <p:spPr>
          <a:xfrm>
            <a:off x="542880" y="42861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4" name=""/>
          <p:cNvSpPr/>
          <p:nvPr/>
        </p:nvSpPr>
        <p:spPr>
          <a:xfrm>
            <a:off x="1495080" y="42861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5" name=""/>
          <p:cNvSpPr/>
          <p:nvPr/>
        </p:nvSpPr>
        <p:spPr>
          <a:xfrm>
            <a:off x="2114280" y="42861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6" name=""/>
          <p:cNvSpPr/>
          <p:nvPr/>
        </p:nvSpPr>
        <p:spPr>
          <a:xfrm>
            <a:off x="2885760" y="42861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7" name=""/>
          <p:cNvSpPr/>
          <p:nvPr/>
        </p:nvSpPr>
        <p:spPr>
          <a:xfrm>
            <a:off x="3495600" y="42861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8" name=""/>
          <p:cNvSpPr/>
          <p:nvPr/>
        </p:nvSpPr>
        <p:spPr>
          <a:xfrm>
            <a:off x="4095720" y="4286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9" name=""/>
          <p:cNvSpPr/>
          <p:nvPr/>
        </p:nvSpPr>
        <p:spPr>
          <a:xfrm>
            <a:off x="4686120" y="4286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0" name=""/>
          <p:cNvSpPr/>
          <p:nvPr/>
        </p:nvSpPr>
        <p:spPr>
          <a:xfrm>
            <a:off x="542880" y="42861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1" name=""/>
          <p:cNvSpPr/>
          <p:nvPr/>
        </p:nvSpPr>
        <p:spPr>
          <a:xfrm>
            <a:off x="1495080" y="42861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2" name=""/>
          <p:cNvSpPr/>
          <p:nvPr/>
        </p:nvSpPr>
        <p:spPr>
          <a:xfrm>
            <a:off x="2114280" y="42861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3" name=""/>
          <p:cNvSpPr/>
          <p:nvPr/>
        </p:nvSpPr>
        <p:spPr>
          <a:xfrm>
            <a:off x="2885760" y="42861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4" name=""/>
          <p:cNvSpPr/>
          <p:nvPr/>
        </p:nvSpPr>
        <p:spPr>
          <a:xfrm>
            <a:off x="3495600" y="42861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5" name=""/>
          <p:cNvSpPr/>
          <p:nvPr/>
        </p:nvSpPr>
        <p:spPr>
          <a:xfrm>
            <a:off x="4095720" y="4286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6" name=""/>
          <p:cNvSpPr/>
          <p:nvPr/>
        </p:nvSpPr>
        <p:spPr>
          <a:xfrm>
            <a:off x="4686120" y="4286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7" name=""/>
          <p:cNvSpPr/>
          <p:nvPr/>
        </p:nvSpPr>
        <p:spPr>
          <a:xfrm>
            <a:off x="542880" y="4667040"/>
            <a:ext cx="952560" cy="381240"/>
          </a:xfrm>
          <a:custGeom>
            <a:avLst/>
            <a:gdLst/>
            <a:ahLst/>
            <a:rect l="0" t="0" r="r" b="b"/>
            <a:pathLst>
              <a:path w="2646" h="1059">
                <a:moveTo>
                  <a:pt x="20" y="1039"/>
                </a:moveTo>
                <a:cubicBezTo>
                  <a:pt x="12" y="1032"/>
                  <a:pt x="5" y="1024"/>
                  <a:pt x="0" y="1015"/>
                </a:cubicBezTo>
                <a:lnTo>
                  <a:pt x="0" y="0"/>
                </a:lnTo>
                <a:lnTo>
                  <a:pt x="2646" y="0"/>
                </a:lnTo>
                <a:lnTo>
                  <a:pt x="2646" y="1059"/>
                </a:lnTo>
                <a:lnTo>
                  <a:pt x="44" y="1059"/>
                </a:lnTo>
                <a:cubicBezTo>
                  <a:pt x="35" y="1054"/>
                  <a:pt x="27" y="1047"/>
                  <a:pt x="20" y="1039"/>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8" name=""/>
          <p:cNvSpPr/>
          <p:nvPr/>
        </p:nvSpPr>
        <p:spPr>
          <a:xfrm>
            <a:off x="1495080" y="466704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9" name=""/>
          <p:cNvSpPr/>
          <p:nvPr/>
        </p:nvSpPr>
        <p:spPr>
          <a:xfrm>
            <a:off x="2114280" y="466704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0" name=""/>
          <p:cNvSpPr/>
          <p:nvPr/>
        </p:nvSpPr>
        <p:spPr>
          <a:xfrm>
            <a:off x="2885760" y="466704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1" name=""/>
          <p:cNvSpPr/>
          <p:nvPr/>
        </p:nvSpPr>
        <p:spPr>
          <a:xfrm>
            <a:off x="3495600" y="466704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2" name=""/>
          <p:cNvSpPr/>
          <p:nvPr/>
        </p:nvSpPr>
        <p:spPr>
          <a:xfrm>
            <a:off x="4095720" y="4667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3" name=""/>
          <p:cNvSpPr/>
          <p:nvPr/>
        </p:nvSpPr>
        <p:spPr>
          <a:xfrm>
            <a:off x="4686120" y="4667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4" name=""/>
          <p:cNvSpPr/>
          <p:nvPr/>
        </p:nvSpPr>
        <p:spPr>
          <a:xfrm>
            <a:off x="533160" y="278748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5" name=""/>
          <p:cNvSpPr/>
          <p:nvPr/>
        </p:nvSpPr>
        <p:spPr>
          <a:xfrm>
            <a:off x="558720" y="2761920"/>
            <a:ext cx="936720" cy="10080"/>
          </a:xfrm>
          <a:custGeom>
            <a:avLst/>
            <a:gdLst/>
            <a:ahLst/>
            <a:rect l="0" t="0" r="r" b="b"/>
            <a:pathLst>
              <a:path w="2602" h="28">
                <a:moveTo>
                  <a:pt x="27" y="13"/>
                </a:moveTo>
                <a:cubicBezTo>
                  <a:pt x="47" y="4"/>
                  <a:pt x="67" y="0"/>
                  <a:pt x="88" y="0"/>
                </a:cubicBezTo>
                <a:lnTo>
                  <a:pt x="2602" y="0"/>
                </a:lnTo>
                <a:lnTo>
                  <a:pt x="2602" y="28"/>
                </a:lnTo>
                <a:lnTo>
                  <a:pt x="0" y="28"/>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6" name=""/>
          <p:cNvSpPr/>
          <p:nvPr/>
        </p:nvSpPr>
        <p:spPr>
          <a:xfrm>
            <a:off x="1485720" y="276192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7" name=""/>
          <p:cNvSpPr/>
          <p:nvPr/>
        </p:nvSpPr>
        <p:spPr>
          <a:xfrm>
            <a:off x="1495080" y="276192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8" name=""/>
          <p:cNvSpPr/>
          <p:nvPr/>
        </p:nvSpPr>
        <p:spPr>
          <a:xfrm>
            <a:off x="2114280" y="276192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9" name=""/>
          <p:cNvSpPr/>
          <p:nvPr/>
        </p:nvSpPr>
        <p:spPr>
          <a:xfrm>
            <a:off x="2124000" y="276192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0" name=""/>
          <p:cNvSpPr/>
          <p:nvPr/>
        </p:nvSpPr>
        <p:spPr>
          <a:xfrm>
            <a:off x="2885760" y="276192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1" name=""/>
          <p:cNvSpPr/>
          <p:nvPr/>
        </p:nvSpPr>
        <p:spPr>
          <a:xfrm>
            <a:off x="2895480" y="276192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2" name=""/>
          <p:cNvSpPr/>
          <p:nvPr/>
        </p:nvSpPr>
        <p:spPr>
          <a:xfrm>
            <a:off x="3485880" y="276192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3" name=""/>
          <p:cNvSpPr/>
          <p:nvPr/>
        </p:nvSpPr>
        <p:spPr>
          <a:xfrm>
            <a:off x="3495600" y="276192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4" name=""/>
          <p:cNvSpPr/>
          <p:nvPr/>
        </p:nvSpPr>
        <p:spPr>
          <a:xfrm>
            <a:off x="4086000" y="276192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5" name=""/>
          <p:cNvSpPr/>
          <p:nvPr/>
        </p:nvSpPr>
        <p:spPr>
          <a:xfrm>
            <a:off x="4095720" y="276192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6" name=""/>
          <p:cNvSpPr/>
          <p:nvPr/>
        </p:nvSpPr>
        <p:spPr>
          <a:xfrm>
            <a:off x="4676760" y="276192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7" name=""/>
          <p:cNvSpPr/>
          <p:nvPr/>
        </p:nvSpPr>
        <p:spPr>
          <a:xfrm>
            <a:off x="4686120" y="276192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8" name=""/>
          <p:cNvSpPr/>
          <p:nvPr/>
        </p:nvSpPr>
        <p:spPr>
          <a:xfrm>
            <a:off x="5267160" y="276192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9" name=""/>
          <p:cNvSpPr/>
          <p:nvPr/>
        </p:nvSpPr>
        <p:spPr>
          <a:xfrm>
            <a:off x="533160" y="314316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0" name=""/>
          <p:cNvSpPr/>
          <p:nvPr/>
        </p:nvSpPr>
        <p:spPr>
          <a:xfrm>
            <a:off x="1495080" y="31431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1" name=""/>
          <p:cNvSpPr/>
          <p:nvPr/>
        </p:nvSpPr>
        <p:spPr>
          <a:xfrm>
            <a:off x="2124000" y="31431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2" name=""/>
          <p:cNvSpPr/>
          <p:nvPr/>
        </p:nvSpPr>
        <p:spPr>
          <a:xfrm>
            <a:off x="2895480" y="31431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3" name=""/>
          <p:cNvSpPr/>
          <p:nvPr/>
        </p:nvSpPr>
        <p:spPr>
          <a:xfrm>
            <a:off x="3495600" y="31431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4" name=""/>
          <p:cNvSpPr/>
          <p:nvPr/>
        </p:nvSpPr>
        <p:spPr>
          <a:xfrm>
            <a:off x="4095720" y="31431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5" name=""/>
          <p:cNvSpPr/>
          <p:nvPr/>
        </p:nvSpPr>
        <p:spPr>
          <a:xfrm>
            <a:off x="4686120" y="31431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6" name=""/>
          <p:cNvSpPr/>
          <p:nvPr/>
        </p:nvSpPr>
        <p:spPr>
          <a:xfrm>
            <a:off x="533160" y="3152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7" name=""/>
          <p:cNvSpPr/>
          <p:nvPr/>
        </p:nvSpPr>
        <p:spPr>
          <a:xfrm>
            <a:off x="1485720" y="3152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8" name=""/>
          <p:cNvSpPr/>
          <p:nvPr/>
        </p:nvSpPr>
        <p:spPr>
          <a:xfrm>
            <a:off x="2114280" y="3152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9" name=""/>
          <p:cNvSpPr/>
          <p:nvPr/>
        </p:nvSpPr>
        <p:spPr>
          <a:xfrm>
            <a:off x="2885760" y="3152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0" name=""/>
          <p:cNvSpPr/>
          <p:nvPr/>
        </p:nvSpPr>
        <p:spPr>
          <a:xfrm>
            <a:off x="3485880" y="3152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1" name=""/>
          <p:cNvSpPr/>
          <p:nvPr/>
        </p:nvSpPr>
        <p:spPr>
          <a:xfrm>
            <a:off x="4086000" y="3152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2" name=""/>
          <p:cNvSpPr/>
          <p:nvPr/>
        </p:nvSpPr>
        <p:spPr>
          <a:xfrm>
            <a:off x="4676760" y="3152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3" name=""/>
          <p:cNvSpPr/>
          <p:nvPr/>
        </p:nvSpPr>
        <p:spPr>
          <a:xfrm>
            <a:off x="5267160" y="3152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4" name=""/>
          <p:cNvSpPr/>
          <p:nvPr/>
        </p:nvSpPr>
        <p:spPr>
          <a:xfrm>
            <a:off x="533160" y="3533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5" name=""/>
          <p:cNvSpPr/>
          <p:nvPr/>
        </p:nvSpPr>
        <p:spPr>
          <a:xfrm>
            <a:off x="533160" y="35240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6" name=""/>
          <p:cNvSpPr/>
          <p:nvPr/>
        </p:nvSpPr>
        <p:spPr>
          <a:xfrm>
            <a:off x="1485720" y="35337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7" name=""/>
          <p:cNvSpPr/>
          <p:nvPr/>
        </p:nvSpPr>
        <p:spPr>
          <a:xfrm>
            <a:off x="1495080" y="35240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8" name=""/>
          <p:cNvSpPr/>
          <p:nvPr/>
        </p:nvSpPr>
        <p:spPr>
          <a:xfrm>
            <a:off x="2114280" y="3533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9" name=""/>
          <p:cNvSpPr/>
          <p:nvPr/>
        </p:nvSpPr>
        <p:spPr>
          <a:xfrm>
            <a:off x="2124000" y="35240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0" name=""/>
          <p:cNvSpPr/>
          <p:nvPr/>
        </p:nvSpPr>
        <p:spPr>
          <a:xfrm>
            <a:off x="2885760" y="3533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1" name=""/>
          <p:cNvSpPr/>
          <p:nvPr/>
        </p:nvSpPr>
        <p:spPr>
          <a:xfrm>
            <a:off x="2895480" y="35240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2" name=""/>
          <p:cNvSpPr/>
          <p:nvPr/>
        </p:nvSpPr>
        <p:spPr>
          <a:xfrm>
            <a:off x="3485880" y="3533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3" name=""/>
          <p:cNvSpPr/>
          <p:nvPr/>
        </p:nvSpPr>
        <p:spPr>
          <a:xfrm>
            <a:off x="3495600" y="35240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4" name=""/>
          <p:cNvSpPr/>
          <p:nvPr/>
        </p:nvSpPr>
        <p:spPr>
          <a:xfrm>
            <a:off x="4086000" y="3533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5" name=""/>
          <p:cNvSpPr/>
          <p:nvPr/>
        </p:nvSpPr>
        <p:spPr>
          <a:xfrm>
            <a:off x="4095720" y="35240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6" name=""/>
          <p:cNvSpPr/>
          <p:nvPr/>
        </p:nvSpPr>
        <p:spPr>
          <a:xfrm>
            <a:off x="4676760" y="35337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7" name=""/>
          <p:cNvSpPr/>
          <p:nvPr/>
        </p:nvSpPr>
        <p:spPr>
          <a:xfrm>
            <a:off x="4686120" y="35240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8" name=""/>
          <p:cNvSpPr/>
          <p:nvPr/>
        </p:nvSpPr>
        <p:spPr>
          <a:xfrm>
            <a:off x="5267160" y="35337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9" name=""/>
          <p:cNvSpPr/>
          <p:nvPr/>
        </p:nvSpPr>
        <p:spPr>
          <a:xfrm>
            <a:off x="533160" y="39146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0" name=""/>
          <p:cNvSpPr/>
          <p:nvPr/>
        </p:nvSpPr>
        <p:spPr>
          <a:xfrm>
            <a:off x="533160" y="390492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1" name=""/>
          <p:cNvSpPr/>
          <p:nvPr/>
        </p:nvSpPr>
        <p:spPr>
          <a:xfrm>
            <a:off x="1485720" y="39146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2" name=""/>
          <p:cNvSpPr/>
          <p:nvPr/>
        </p:nvSpPr>
        <p:spPr>
          <a:xfrm>
            <a:off x="1495080" y="390492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3" name=""/>
          <p:cNvSpPr/>
          <p:nvPr/>
        </p:nvSpPr>
        <p:spPr>
          <a:xfrm>
            <a:off x="2114280" y="39146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4" name=""/>
          <p:cNvSpPr/>
          <p:nvPr/>
        </p:nvSpPr>
        <p:spPr>
          <a:xfrm>
            <a:off x="2124000" y="390492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5" name=""/>
          <p:cNvSpPr/>
          <p:nvPr/>
        </p:nvSpPr>
        <p:spPr>
          <a:xfrm>
            <a:off x="2885760" y="39146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6" name=""/>
          <p:cNvSpPr/>
          <p:nvPr/>
        </p:nvSpPr>
        <p:spPr>
          <a:xfrm>
            <a:off x="2895480" y="390492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7" name=""/>
          <p:cNvSpPr/>
          <p:nvPr/>
        </p:nvSpPr>
        <p:spPr>
          <a:xfrm>
            <a:off x="3485880" y="39146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8" name=""/>
          <p:cNvSpPr/>
          <p:nvPr/>
        </p:nvSpPr>
        <p:spPr>
          <a:xfrm>
            <a:off x="3495600" y="390492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9" name=""/>
          <p:cNvSpPr/>
          <p:nvPr/>
        </p:nvSpPr>
        <p:spPr>
          <a:xfrm>
            <a:off x="4086000" y="39146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0" name=""/>
          <p:cNvSpPr/>
          <p:nvPr/>
        </p:nvSpPr>
        <p:spPr>
          <a:xfrm>
            <a:off x="4095720" y="390492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1" name=""/>
          <p:cNvSpPr/>
          <p:nvPr/>
        </p:nvSpPr>
        <p:spPr>
          <a:xfrm>
            <a:off x="4676760" y="39146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2" name=""/>
          <p:cNvSpPr/>
          <p:nvPr/>
        </p:nvSpPr>
        <p:spPr>
          <a:xfrm>
            <a:off x="4686120" y="390492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3" name=""/>
          <p:cNvSpPr/>
          <p:nvPr/>
        </p:nvSpPr>
        <p:spPr>
          <a:xfrm>
            <a:off x="5267160" y="39146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4" name=""/>
          <p:cNvSpPr/>
          <p:nvPr/>
        </p:nvSpPr>
        <p:spPr>
          <a:xfrm>
            <a:off x="533160" y="4295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5" name=""/>
          <p:cNvSpPr/>
          <p:nvPr/>
        </p:nvSpPr>
        <p:spPr>
          <a:xfrm>
            <a:off x="533160" y="428616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6" name=""/>
          <p:cNvSpPr/>
          <p:nvPr/>
        </p:nvSpPr>
        <p:spPr>
          <a:xfrm>
            <a:off x="1485720" y="4295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7" name=""/>
          <p:cNvSpPr/>
          <p:nvPr/>
        </p:nvSpPr>
        <p:spPr>
          <a:xfrm>
            <a:off x="1495080" y="42861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8" name=""/>
          <p:cNvSpPr/>
          <p:nvPr/>
        </p:nvSpPr>
        <p:spPr>
          <a:xfrm>
            <a:off x="2114280" y="4295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9" name=""/>
          <p:cNvSpPr/>
          <p:nvPr/>
        </p:nvSpPr>
        <p:spPr>
          <a:xfrm>
            <a:off x="2124000" y="42861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0" name=""/>
          <p:cNvSpPr/>
          <p:nvPr/>
        </p:nvSpPr>
        <p:spPr>
          <a:xfrm>
            <a:off x="2885760" y="4295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1" name=""/>
          <p:cNvSpPr/>
          <p:nvPr/>
        </p:nvSpPr>
        <p:spPr>
          <a:xfrm>
            <a:off x="2895480" y="42861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2" name=""/>
          <p:cNvSpPr/>
          <p:nvPr/>
        </p:nvSpPr>
        <p:spPr>
          <a:xfrm>
            <a:off x="3485880" y="4295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3" name=""/>
          <p:cNvSpPr/>
          <p:nvPr/>
        </p:nvSpPr>
        <p:spPr>
          <a:xfrm>
            <a:off x="3495600" y="42861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4" name=""/>
          <p:cNvSpPr/>
          <p:nvPr/>
        </p:nvSpPr>
        <p:spPr>
          <a:xfrm>
            <a:off x="4086000" y="4295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5" name=""/>
          <p:cNvSpPr/>
          <p:nvPr/>
        </p:nvSpPr>
        <p:spPr>
          <a:xfrm>
            <a:off x="4095720" y="42861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6" name=""/>
          <p:cNvSpPr/>
          <p:nvPr/>
        </p:nvSpPr>
        <p:spPr>
          <a:xfrm>
            <a:off x="4676760" y="4295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7" name=""/>
          <p:cNvSpPr/>
          <p:nvPr/>
        </p:nvSpPr>
        <p:spPr>
          <a:xfrm>
            <a:off x="4686120" y="42861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8" name=""/>
          <p:cNvSpPr/>
          <p:nvPr/>
        </p:nvSpPr>
        <p:spPr>
          <a:xfrm>
            <a:off x="5267160" y="4295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9" name=""/>
          <p:cNvSpPr/>
          <p:nvPr/>
        </p:nvSpPr>
        <p:spPr>
          <a:xfrm>
            <a:off x="533160" y="4676760"/>
            <a:ext cx="10080" cy="355680"/>
          </a:xfrm>
          <a:custGeom>
            <a:avLst/>
            <a:gdLst/>
            <a:ahLst/>
            <a:rect l="0" t="0" r="r" b="b"/>
            <a:pathLst>
              <a:path w="28" h="988">
                <a:moveTo>
                  <a:pt x="12" y="961"/>
                </a:moveTo>
                <a:cubicBezTo>
                  <a:pt x="4" y="941"/>
                  <a:pt x="0" y="921"/>
                  <a:pt x="0" y="900"/>
                </a:cubicBezTo>
                <a:lnTo>
                  <a:pt x="0" y="0"/>
                </a:lnTo>
                <a:lnTo>
                  <a:pt x="28" y="0"/>
                </a:lnTo>
                <a:lnTo>
                  <a:pt x="28" y="988"/>
                </a:lnTo>
                <a:cubicBezTo>
                  <a:pt x="22" y="979"/>
                  <a:pt x="17" y="970"/>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0" name=""/>
          <p:cNvSpPr/>
          <p:nvPr/>
        </p:nvSpPr>
        <p:spPr>
          <a:xfrm>
            <a:off x="533160" y="46670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1" name=""/>
          <p:cNvSpPr/>
          <p:nvPr/>
        </p:nvSpPr>
        <p:spPr>
          <a:xfrm>
            <a:off x="1485720" y="467676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2" name=""/>
          <p:cNvSpPr/>
          <p:nvPr/>
        </p:nvSpPr>
        <p:spPr>
          <a:xfrm>
            <a:off x="1495080" y="46670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3" name=""/>
          <p:cNvSpPr/>
          <p:nvPr/>
        </p:nvSpPr>
        <p:spPr>
          <a:xfrm>
            <a:off x="2114280" y="467676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4" name=""/>
          <p:cNvSpPr/>
          <p:nvPr/>
        </p:nvSpPr>
        <p:spPr>
          <a:xfrm>
            <a:off x="2124000" y="46670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5" name=""/>
          <p:cNvSpPr/>
          <p:nvPr/>
        </p:nvSpPr>
        <p:spPr>
          <a:xfrm>
            <a:off x="2885760" y="467676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6" name=""/>
          <p:cNvSpPr/>
          <p:nvPr/>
        </p:nvSpPr>
        <p:spPr>
          <a:xfrm>
            <a:off x="2895480" y="46670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7" name=""/>
          <p:cNvSpPr/>
          <p:nvPr/>
        </p:nvSpPr>
        <p:spPr>
          <a:xfrm>
            <a:off x="3485880" y="467676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8" name=""/>
          <p:cNvSpPr/>
          <p:nvPr/>
        </p:nvSpPr>
        <p:spPr>
          <a:xfrm>
            <a:off x="3495600" y="46670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9" name=""/>
          <p:cNvSpPr/>
          <p:nvPr/>
        </p:nvSpPr>
        <p:spPr>
          <a:xfrm>
            <a:off x="4086000" y="467676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0" name=""/>
          <p:cNvSpPr/>
          <p:nvPr/>
        </p:nvSpPr>
        <p:spPr>
          <a:xfrm>
            <a:off x="4095720" y="46670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1" name=""/>
          <p:cNvSpPr/>
          <p:nvPr/>
        </p:nvSpPr>
        <p:spPr>
          <a:xfrm>
            <a:off x="4676760" y="467676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2" name=""/>
          <p:cNvSpPr/>
          <p:nvPr/>
        </p:nvSpPr>
        <p:spPr>
          <a:xfrm>
            <a:off x="4686120" y="46670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3" name=""/>
          <p:cNvSpPr/>
          <p:nvPr/>
        </p:nvSpPr>
        <p:spPr>
          <a:xfrm>
            <a:off x="5267160" y="467676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4" name=""/>
          <p:cNvSpPr/>
          <p:nvPr/>
        </p:nvSpPr>
        <p:spPr>
          <a:xfrm>
            <a:off x="558720" y="5047920"/>
            <a:ext cx="936720" cy="10080"/>
          </a:xfrm>
          <a:custGeom>
            <a:avLst/>
            <a:gdLst/>
            <a:ahLst/>
            <a:rect l="0" t="0" r="r" b="b"/>
            <a:pathLst>
              <a:path w="2602" h="28">
                <a:moveTo>
                  <a:pt x="88" y="28"/>
                </a:moveTo>
                <a:cubicBezTo>
                  <a:pt x="67" y="28"/>
                  <a:pt x="47" y="24"/>
                  <a:pt x="27" y="16"/>
                </a:cubicBezTo>
                <a:cubicBezTo>
                  <a:pt x="18" y="12"/>
                  <a:pt x="9" y="7"/>
                  <a:pt x="0" y="0"/>
                </a:cubicBezTo>
                <a:lnTo>
                  <a:pt x="2602" y="0"/>
                </a:lnTo>
                <a:lnTo>
                  <a:pt x="2602"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5" name=""/>
          <p:cNvSpPr/>
          <p:nvPr/>
        </p:nvSpPr>
        <p:spPr>
          <a:xfrm>
            <a:off x="1495080" y="5047920"/>
            <a:ext cx="629280" cy="10080"/>
          </a:xfrm>
          <a:custGeom>
            <a:avLst/>
            <a:gdLst/>
            <a:ahLst/>
            <a:rect l="0" t="0" r="r" b="b"/>
            <a:pathLst>
              <a:path w="1748" h="28">
                <a:moveTo>
                  <a:pt x="0" y="28"/>
                </a:moveTo>
                <a:lnTo>
                  <a:pt x="0" y="0"/>
                </a:lnTo>
                <a:lnTo>
                  <a:pt x="1748" y="0"/>
                </a:lnTo>
                <a:lnTo>
                  <a:pt x="174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6" name=""/>
          <p:cNvSpPr/>
          <p:nvPr/>
        </p:nvSpPr>
        <p:spPr>
          <a:xfrm>
            <a:off x="2124000" y="5047920"/>
            <a:ext cx="771840" cy="10080"/>
          </a:xfrm>
          <a:custGeom>
            <a:avLst/>
            <a:gdLst/>
            <a:ahLst/>
            <a:rect l="0" t="0" r="r" b="b"/>
            <a:pathLst>
              <a:path w="2144" h="28">
                <a:moveTo>
                  <a:pt x="0" y="28"/>
                </a:moveTo>
                <a:lnTo>
                  <a:pt x="0" y="0"/>
                </a:lnTo>
                <a:lnTo>
                  <a:pt x="2144" y="0"/>
                </a:lnTo>
                <a:lnTo>
                  <a:pt x="2144"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7" name=""/>
          <p:cNvSpPr/>
          <p:nvPr/>
        </p:nvSpPr>
        <p:spPr>
          <a:xfrm>
            <a:off x="2895480" y="5047920"/>
            <a:ext cx="600480" cy="10080"/>
          </a:xfrm>
          <a:custGeom>
            <a:avLst/>
            <a:gdLst/>
            <a:ahLst/>
            <a:rect l="0" t="0" r="r" b="b"/>
            <a:pathLst>
              <a:path w="1668" h="28">
                <a:moveTo>
                  <a:pt x="0" y="28"/>
                </a:moveTo>
                <a:lnTo>
                  <a:pt x="0" y="0"/>
                </a:lnTo>
                <a:lnTo>
                  <a:pt x="1668" y="0"/>
                </a:lnTo>
                <a:lnTo>
                  <a:pt x="166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8" name=""/>
          <p:cNvSpPr/>
          <p:nvPr/>
        </p:nvSpPr>
        <p:spPr>
          <a:xfrm>
            <a:off x="3495600" y="5047920"/>
            <a:ext cx="600480" cy="10080"/>
          </a:xfrm>
          <a:custGeom>
            <a:avLst/>
            <a:gdLst/>
            <a:ahLst/>
            <a:rect l="0" t="0" r="r" b="b"/>
            <a:pathLst>
              <a:path w="1668" h="28">
                <a:moveTo>
                  <a:pt x="0" y="28"/>
                </a:moveTo>
                <a:lnTo>
                  <a:pt x="0" y="0"/>
                </a:lnTo>
                <a:lnTo>
                  <a:pt x="1668" y="0"/>
                </a:lnTo>
                <a:lnTo>
                  <a:pt x="166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9" name=""/>
          <p:cNvSpPr/>
          <p:nvPr/>
        </p:nvSpPr>
        <p:spPr>
          <a:xfrm>
            <a:off x="4095720" y="5047920"/>
            <a:ext cx="590760" cy="10080"/>
          </a:xfrm>
          <a:custGeom>
            <a:avLst/>
            <a:gdLst/>
            <a:ahLst/>
            <a:rect l="0" t="0" r="r" b="b"/>
            <a:pathLst>
              <a:path w="1641" h="28">
                <a:moveTo>
                  <a:pt x="0" y="28"/>
                </a:moveTo>
                <a:lnTo>
                  <a:pt x="0" y="0"/>
                </a:lnTo>
                <a:lnTo>
                  <a:pt x="1641" y="0"/>
                </a:lnTo>
                <a:lnTo>
                  <a:pt x="1641"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0" name=""/>
          <p:cNvSpPr/>
          <p:nvPr/>
        </p:nvSpPr>
        <p:spPr>
          <a:xfrm>
            <a:off x="4686120" y="5047920"/>
            <a:ext cx="590760" cy="10080"/>
          </a:xfrm>
          <a:custGeom>
            <a:avLst/>
            <a:gdLst/>
            <a:ahLst/>
            <a:rect l="0" t="0" r="r" b="b"/>
            <a:pathLst>
              <a:path w="1641" h="28">
                <a:moveTo>
                  <a:pt x="0" y="28"/>
                </a:moveTo>
                <a:lnTo>
                  <a:pt x="0" y="0"/>
                </a:lnTo>
                <a:lnTo>
                  <a:pt x="1641" y="0"/>
                </a:lnTo>
                <a:lnTo>
                  <a:pt x="1641"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1" name=""/>
          <p:cNvSpPr txBox="1"/>
          <p:nvPr/>
        </p:nvSpPr>
        <p:spPr>
          <a:xfrm>
            <a:off x="640980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機械学習予測</a:t>
            </a:r>
            <a:endParaRPr lang="en-US" sz="3000" b="0" u="none" strike="noStrike">
              <a:solidFill>
                <a:srgbClr val="000000"/>
              </a:solidFill>
              <a:effectLst/>
              <a:uFillTx/>
              <a:latin typeface="游明朝体"/>
            </a:endParaRPr>
          </a:p>
        </p:txBody>
      </p:sp>
      <p:sp>
        <p:nvSpPr>
          <p:cNvPr id="1032" name=""/>
          <p:cNvSpPr txBox="1"/>
          <p:nvPr/>
        </p:nvSpPr>
        <p:spPr>
          <a:xfrm>
            <a:off x="533520" y="131364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1033" name=""/>
          <p:cNvSpPr txBox="1"/>
          <p:nvPr/>
        </p:nvSpPr>
        <p:spPr>
          <a:xfrm>
            <a:off x="4322520" y="1304640"/>
            <a:ext cx="8157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1034" name=""/>
          <p:cNvSpPr txBox="1"/>
          <p:nvPr/>
        </p:nvSpPr>
        <p:spPr>
          <a:xfrm>
            <a:off x="5137560" y="131364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a:t>
            </a:r>
            <a:endParaRPr lang="en-US" sz="1500" b="0" u="none" strike="noStrike">
              <a:solidFill>
                <a:srgbClr val="000000"/>
              </a:solidFill>
              <a:effectLst/>
              <a:uFillTx/>
              <a:latin typeface="游明朝体"/>
            </a:endParaRPr>
          </a:p>
        </p:txBody>
      </p:sp>
      <p:sp>
        <p:nvSpPr>
          <p:cNvPr id="1035" name=""/>
          <p:cNvSpPr txBox="1"/>
          <p:nvPr/>
        </p:nvSpPr>
        <p:spPr>
          <a:xfrm>
            <a:off x="533520" y="1590120"/>
            <a:ext cx="3992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1036" name=""/>
          <p:cNvSpPr txBox="1"/>
          <p:nvPr/>
        </p:nvSpPr>
        <p:spPr>
          <a:xfrm>
            <a:off x="932040" y="15991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037" name=""/>
          <p:cNvSpPr txBox="1"/>
          <p:nvPr/>
        </p:nvSpPr>
        <p:spPr>
          <a:xfrm>
            <a:off x="1122480" y="1590120"/>
            <a:ext cx="462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1038" name=""/>
          <p:cNvSpPr txBox="1"/>
          <p:nvPr/>
        </p:nvSpPr>
        <p:spPr>
          <a:xfrm>
            <a:off x="1584360" y="159912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平年⽐・</a:t>
            </a:r>
            <a:endParaRPr lang="en-US" sz="1500" b="0" u="none" strike="noStrike">
              <a:solidFill>
                <a:srgbClr val="000000"/>
              </a:solidFill>
              <a:effectLst/>
              <a:uFillTx/>
              <a:latin typeface="游明朝体"/>
            </a:endParaRPr>
          </a:p>
        </p:txBody>
      </p:sp>
      <p:sp>
        <p:nvSpPr>
          <p:cNvPr id="1039" name=""/>
          <p:cNvSpPr txBox="1"/>
          <p:nvPr/>
        </p:nvSpPr>
        <p:spPr>
          <a:xfrm>
            <a:off x="2346480" y="1590120"/>
            <a:ext cx="38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SSD</a:t>
            </a:r>
            <a:endParaRPr lang="en-US" sz="1500" b="0" u="none" strike="noStrike">
              <a:solidFill>
                <a:srgbClr val="000000"/>
              </a:solidFill>
              <a:effectLst/>
              <a:uFillTx/>
              <a:latin typeface="游明朝体"/>
            </a:endParaRPr>
          </a:p>
        </p:txBody>
      </p:sp>
      <p:sp>
        <p:nvSpPr>
          <p:cNvPr id="1040" name=""/>
          <p:cNvSpPr txBox="1"/>
          <p:nvPr/>
        </p:nvSpPr>
        <p:spPr>
          <a:xfrm>
            <a:off x="2727360" y="1599120"/>
            <a:ext cx="3239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を説明変数に、⾃宅の⽇別太陽光発電</a:t>
            </a:r>
            <a:endParaRPr lang="en-US" sz="1500" b="0" u="none" strike="noStrike">
              <a:solidFill>
                <a:srgbClr val="000000"/>
              </a:solidFill>
              <a:effectLst/>
              <a:uFillTx/>
              <a:latin typeface="游明朝体"/>
            </a:endParaRPr>
          </a:p>
        </p:txBody>
      </p:sp>
      <p:sp>
        <p:nvSpPr>
          <p:cNvPr id="1041" name=""/>
          <p:cNvSpPr txBox="1"/>
          <p:nvPr/>
        </p:nvSpPr>
        <p:spPr>
          <a:xfrm>
            <a:off x="533520" y="188496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量（</a:t>
            </a:r>
            <a:endParaRPr lang="en-US" sz="1500" b="0" u="none" strike="noStrike">
              <a:solidFill>
                <a:srgbClr val="000000"/>
              </a:solidFill>
              <a:effectLst/>
              <a:uFillTx/>
              <a:latin typeface="游明朝体"/>
            </a:endParaRPr>
          </a:p>
        </p:txBody>
      </p:sp>
      <p:sp>
        <p:nvSpPr>
          <p:cNvPr id="1042" name=""/>
          <p:cNvSpPr txBox="1"/>
          <p:nvPr/>
        </p:nvSpPr>
        <p:spPr>
          <a:xfrm>
            <a:off x="914400" y="1875960"/>
            <a:ext cx="3819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kWh</a:t>
            </a:r>
            <a:endParaRPr lang="en-US" sz="1500" b="0" u="none" strike="noStrike">
              <a:solidFill>
                <a:srgbClr val="000000"/>
              </a:solidFill>
              <a:effectLst/>
              <a:uFillTx/>
              <a:latin typeface="游明朝体"/>
            </a:endParaRPr>
          </a:p>
        </p:txBody>
      </p:sp>
      <p:sp>
        <p:nvSpPr>
          <p:cNvPr id="1043" name=""/>
          <p:cNvSpPr txBox="1"/>
          <p:nvPr/>
        </p:nvSpPr>
        <p:spPr>
          <a:xfrm>
            <a:off x="1295640" y="188496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1044" name=""/>
          <p:cNvSpPr txBox="1"/>
          <p:nvPr/>
        </p:nvSpPr>
        <p:spPr>
          <a:xfrm>
            <a:off x="1676520" y="1875960"/>
            <a:ext cx="1316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Random Forest</a:t>
            </a:r>
            <a:endParaRPr lang="en-US" sz="1500" b="0" u="none" strike="noStrike">
              <a:solidFill>
                <a:srgbClr val="000000"/>
              </a:solidFill>
              <a:effectLst/>
              <a:uFillTx/>
              <a:latin typeface="游明朝体"/>
            </a:endParaRPr>
          </a:p>
        </p:txBody>
      </p:sp>
      <p:sp>
        <p:nvSpPr>
          <p:cNvPr id="1045" name=""/>
          <p:cNvSpPr txBox="1"/>
          <p:nvPr/>
        </p:nvSpPr>
        <p:spPr>
          <a:xfrm>
            <a:off x="2989440" y="188496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で予測。</a:t>
            </a:r>
            <a:endParaRPr lang="en-US" sz="1500" b="0" u="none" strike="noStrike">
              <a:solidFill>
                <a:srgbClr val="000000"/>
              </a:solidFill>
              <a:effectLst/>
              <a:uFillTx/>
              <a:latin typeface="游明朝体"/>
            </a:endParaRPr>
          </a:p>
        </p:txBody>
      </p:sp>
      <p:sp>
        <p:nvSpPr>
          <p:cNvPr id="1046" name=""/>
          <p:cNvSpPr txBox="1"/>
          <p:nvPr/>
        </p:nvSpPr>
        <p:spPr>
          <a:xfrm>
            <a:off x="533520" y="2372760"/>
            <a:ext cx="4183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直近</a:t>
            </a:r>
            <a:endParaRPr lang="en-US" sz="1650" b="0" u="none" strike="noStrike">
              <a:solidFill>
                <a:srgbClr val="000000"/>
              </a:solidFill>
              <a:effectLst/>
              <a:uFillTx/>
              <a:latin typeface="游明朝体"/>
            </a:endParaRPr>
          </a:p>
        </p:txBody>
      </p:sp>
      <p:sp>
        <p:nvSpPr>
          <p:cNvPr id="1047" name=""/>
          <p:cNvSpPr txBox="1"/>
          <p:nvPr/>
        </p:nvSpPr>
        <p:spPr>
          <a:xfrm>
            <a:off x="952560" y="2362680"/>
            <a:ext cx="209160" cy="250200"/>
          </a:xfrm>
          <a:prstGeom prst="rect">
            <a:avLst/>
          </a:prstGeom>
          <a:noFill/>
          <a:ln w="0">
            <a:noFill/>
          </a:ln>
        </p:spPr>
        <p:txBody>
          <a:bodyPr wrap="none" lIns="0" tIns="0" rIns="0" bIns="0" anchor="t">
            <a:spAutoFit/>
          </a:bodyPr>
          <a:p>
            <a:pPr/>
            <a:r>
              <a:rPr lang="en-US" sz="1650" b="1" u="none" strike="noStrike">
                <a:solidFill>
                  <a:srgbClr val="EB6834"/>
                </a:solidFill>
                <a:effectLst/>
                <a:uFillTx/>
                <a:latin typeface="HelveticaNeue"/>
                <a:ea typeface="HelveticaNeue"/>
              </a:rPr>
              <a:t>5</a:t>
            </a:r>
            <a:endParaRPr lang="en-US" sz="1650" b="0" u="none" strike="noStrike">
              <a:solidFill>
                <a:srgbClr val="000000"/>
              </a:solidFill>
              <a:effectLst/>
              <a:uFillTx/>
              <a:latin typeface="游明朝体"/>
            </a:endParaRPr>
          </a:p>
        </p:txBody>
      </p:sp>
      <p:sp>
        <p:nvSpPr>
          <p:cNvPr id="1048" name=""/>
          <p:cNvSpPr txBox="1"/>
          <p:nvPr/>
        </p:nvSpPr>
        <p:spPr>
          <a:xfrm>
            <a:off x="1068840" y="2372760"/>
            <a:ext cx="27151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⽇間の発電量予測（最終更新</a:t>
            </a:r>
            <a:endParaRPr lang="en-US" sz="1650" b="0" u="none" strike="noStrike">
              <a:solidFill>
                <a:srgbClr val="000000"/>
              </a:solidFill>
              <a:effectLst/>
              <a:uFillTx/>
              <a:latin typeface="游明朝体"/>
            </a:endParaRPr>
          </a:p>
        </p:txBody>
      </p:sp>
      <p:sp>
        <p:nvSpPr>
          <p:cNvPr id="1049" name=""/>
          <p:cNvSpPr txBox="1"/>
          <p:nvPr/>
        </p:nvSpPr>
        <p:spPr>
          <a:xfrm>
            <a:off x="3793320" y="2362680"/>
            <a:ext cx="1215360" cy="250200"/>
          </a:xfrm>
          <a:prstGeom prst="rect">
            <a:avLst/>
          </a:prstGeom>
          <a:noFill/>
          <a:ln w="0">
            <a:noFill/>
          </a:ln>
        </p:spPr>
        <p:txBody>
          <a:bodyPr wrap="none" lIns="0" tIns="0" rIns="0" bIns="0" anchor="t">
            <a:spAutoFit/>
          </a:bodyPr>
          <a:p>
            <a:pPr/>
            <a:r>
              <a:rPr lang="en-US" sz="1650" b="1" u="none" strike="noStrike">
                <a:solidFill>
                  <a:srgbClr val="EB6834"/>
                </a:solidFill>
                <a:effectLst/>
                <a:uFillTx/>
                <a:latin typeface="HelveticaNeue"/>
                <a:ea typeface="HelveticaNeue"/>
              </a:rPr>
              <a:t>: 2026-07-05</a:t>
            </a:r>
            <a:endParaRPr lang="en-US" sz="1650" b="0" u="none" strike="noStrike">
              <a:solidFill>
                <a:srgbClr val="000000"/>
              </a:solidFill>
              <a:effectLst/>
              <a:uFillTx/>
              <a:latin typeface="游明朝体"/>
            </a:endParaRPr>
          </a:p>
        </p:txBody>
      </p:sp>
      <p:sp>
        <p:nvSpPr>
          <p:cNvPr id="1050" name=""/>
          <p:cNvSpPr txBox="1"/>
          <p:nvPr/>
        </p:nvSpPr>
        <p:spPr>
          <a:xfrm>
            <a:off x="5012280" y="2372760"/>
            <a:ext cx="2095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a:t>
            </a:r>
            <a:endParaRPr lang="en-US" sz="1650" b="0" u="none" strike="noStrike">
              <a:solidFill>
                <a:srgbClr val="000000"/>
              </a:solidFill>
              <a:effectLst/>
              <a:uFillTx/>
              <a:latin typeface="游明朝体"/>
            </a:endParaRPr>
          </a:p>
        </p:txBody>
      </p:sp>
      <p:sp>
        <p:nvSpPr>
          <p:cNvPr id="1051" name=""/>
          <p:cNvSpPr txBox="1"/>
          <p:nvPr/>
        </p:nvSpPr>
        <p:spPr>
          <a:xfrm>
            <a:off x="666720" y="286416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⽇付</a:t>
            </a:r>
            <a:endParaRPr lang="en-US" sz="1350" b="0" u="none" strike="noStrike">
              <a:solidFill>
                <a:srgbClr val="000000"/>
              </a:solidFill>
              <a:effectLst/>
              <a:uFillTx/>
              <a:latin typeface="游明朝体"/>
            </a:endParaRPr>
          </a:p>
        </p:txBody>
      </p:sp>
      <p:sp>
        <p:nvSpPr>
          <p:cNvPr id="1052" name=""/>
          <p:cNvSpPr txBox="1"/>
          <p:nvPr/>
        </p:nvSpPr>
        <p:spPr>
          <a:xfrm>
            <a:off x="1622520" y="2856240"/>
            <a:ext cx="36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053" name=""/>
          <p:cNvSpPr txBox="1"/>
          <p:nvPr/>
        </p:nvSpPr>
        <p:spPr>
          <a:xfrm>
            <a:off x="2244960" y="286416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平年⽐</a:t>
            </a:r>
            <a:endParaRPr lang="en-US" sz="1350" b="0" u="none" strike="noStrike">
              <a:solidFill>
                <a:srgbClr val="000000"/>
              </a:solidFill>
              <a:effectLst/>
              <a:uFillTx/>
              <a:latin typeface="游明朝体"/>
            </a:endParaRPr>
          </a:p>
        </p:txBody>
      </p:sp>
      <p:sp>
        <p:nvSpPr>
          <p:cNvPr id="1054" name=""/>
          <p:cNvSpPr txBox="1"/>
          <p:nvPr/>
        </p:nvSpPr>
        <p:spPr>
          <a:xfrm>
            <a:off x="3016440" y="285624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055" name=""/>
          <p:cNvSpPr txBox="1"/>
          <p:nvPr/>
        </p:nvSpPr>
        <p:spPr>
          <a:xfrm>
            <a:off x="3623400" y="286416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a:t>
            </a:r>
            <a:endParaRPr lang="en-US" sz="1350" b="0" u="none" strike="noStrike">
              <a:solidFill>
                <a:srgbClr val="000000"/>
              </a:solidFill>
              <a:effectLst/>
              <a:uFillTx/>
              <a:latin typeface="游明朝体"/>
            </a:endParaRPr>
          </a:p>
        </p:txBody>
      </p:sp>
      <p:sp>
        <p:nvSpPr>
          <p:cNvPr id="1056" name=""/>
          <p:cNvSpPr txBox="1"/>
          <p:nvPr/>
        </p:nvSpPr>
        <p:spPr>
          <a:xfrm>
            <a:off x="4223520" y="285624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057" name=""/>
          <p:cNvSpPr txBox="1"/>
          <p:nvPr/>
        </p:nvSpPr>
        <p:spPr>
          <a:xfrm>
            <a:off x="4814280" y="285624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058" name=""/>
          <p:cNvSpPr txBox="1"/>
          <p:nvPr/>
        </p:nvSpPr>
        <p:spPr>
          <a:xfrm>
            <a:off x="666720" y="3237120"/>
            <a:ext cx="4813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07/05(</a:t>
            </a:r>
            <a:endParaRPr lang="en-US" sz="1350" b="0" u="none" strike="noStrike">
              <a:solidFill>
                <a:srgbClr val="000000"/>
              </a:solidFill>
              <a:effectLst/>
              <a:uFillTx/>
              <a:latin typeface="游明朝体"/>
            </a:endParaRPr>
          </a:p>
        </p:txBody>
      </p:sp>
      <p:sp>
        <p:nvSpPr>
          <p:cNvPr id="1059" name=""/>
          <p:cNvSpPr txBox="1"/>
          <p:nvPr/>
        </p:nvSpPr>
        <p:spPr>
          <a:xfrm>
            <a:off x="1149480" y="3245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60" name=""/>
          <p:cNvSpPr txBox="1"/>
          <p:nvPr/>
        </p:nvSpPr>
        <p:spPr>
          <a:xfrm>
            <a:off x="1320840" y="323712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61" name=""/>
          <p:cNvSpPr txBox="1"/>
          <p:nvPr/>
        </p:nvSpPr>
        <p:spPr>
          <a:xfrm>
            <a:off x="1622520" y="3237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30.4</a:t>
            </a:r>
            <a:endParaRPr lang="en-US" sz="1350" b="0" u="none" strike="noStrike">
              <a:solidFill>
                <a:srgbClr val="000000"/>
              </a:solidFill>
              <a:effectLst/>
              <a:uFillTx/>
              <a:latin typeface="游明朝体"/>
            </a:endParaRPr>
          </a:p>
        </p:txBody>
      </p:sp>
      <p:sp>
        <p:nvSpPr>
          <p:cNvPr id="1062" name=""/>
          <p:cNvSpPr txBox="1"/>
          <p:nvPr/>
        </p:nvSpPr>
        <p:spPr>
          <a:xfrm>
            <a:off x="2244960" y="3237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1.48</a:t>
            </a:r>
            <a:endParaRPr lang="en-US" sz="1350" b="0" u="none" strike="noStrike">
              <a:solidFill>
                <a:srgbClr val="000000"/>
              </a:solidFill>
              <a:effectLst/>
              <a:uFillTx/>
              <a:latin typeface="游明朝体"/>
            </a:endParaRPr>
          </a:p>
        </p:txBody>
      </p:sp>
      <p:sp>
        <p:nvSpPr>
          <p:cNvPr id="1063" name=""/>
          <p:cNvSpPr txBox="1"/>
          <p:nvPr/>
        </p:nvSpPr>
        <p:spPr>
          <a:xfrm>
            <a:off x="3016440" y="3237120"/>
            <a:ext cx="237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1064" name=""/>
          <p:cNvSpPr txBox="1"/>
          <p:nvPr/>
        </p:nvSpPr>
        <p:spPr>
          <a:xfrm>
            <a:off x="3623400" y="324540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65" name=""/>
          <p:cNvSpPr txBox="1"/>
          <p:nvPr/>
        </p:nvSpPr>
        <p:spPr>
          <a:xfrm>
            <a:off x="4223520" y="3237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18.4</a:t>
            </a:r>
            <a:endParaRPr lang="en-US" sz="1350" b="0" u="none" strike="noStrike">
              <a:solidFill>
                <a:srgbClr val="000000"/>
              </a:solidFill>
              <a:effectLst/>
              <a:uFillTx/>
              <a:latin typeface="游明朝体"/>
            </a:endParaRPr>
          </a:p>
        </p:txBody>
      </p:sp>
      <p:sp>
        <p:nvSpPr>
          <p:cNvPr id="1066" name=""/>
          <p:cNvSpPr txBox="1"/>
          <p:nvPr/>
        </p:nvSpPr>
        <p:spPr>
          <a:xfrm>
            <a:off x="4814280" y="3237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1067" name=""/>
          <p:cNvSpPr txBox="1"/>
          <p:nvPr/>
        </p:nvSpPr>
        <p:spPr>
          <a:xfrm>
            <a:off x="666720" y="3618360"/>
            <a:ext cx="4813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07/06(</a:t>
            </a:r>
            <a:endParaRPr lang="en-US" sz="1350" b="0" u="none" strike="noStrike">
              <a:solidFill>
                <a:srgbClr val="000000"/>
              </a:solidFill>
              <a:effectLst/>
              <a:uFillTx/>
              <a:latin typeface="游明朝体"/>
            </a:endParaRPr>
          </a:p>
        </p:txBody>
      </p:sp>
      <p:sp>
        <p:nvSpPr>
          <p:cNvPr id="1068" name=""/>
          <p:cNvSpPr txBox="1"/>
          <p:nvPr/>
        </p:nvSpPr>
        <p:spPr>
          <a:xfrm>
            <a:off x="1149480" y="36262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69" name=""/>
          <p:cNvSpPr txBox="1"/>
          <p:nvPr/>
        </p:nvSpPr>
        <p:spPr>
          <a:xfrm>
            <a:off x="1320840" y="361836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70" name=""/>
          <p:cNvSpPr txBox="1"/>
          <p:nvPr/>
        </p:nvSpPr>
        <p:spPr>
          <a:xfrm>
            <a:off x="1622520" y="3618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32.4</a:t>
            </a:r>
            <a:endParaRPr lang="en-US" sz="1350" b="0" u="none" strike="noStrike">
              <a:solidFill>
                <a:srgbClr val="000000"/>
              </a:solidFill>
              <a:effectLst/>
              <a:uFillTx/>
              <a:latin typeface="游明朝体"/>
            </a:endParaRPr>
          </a:p>
        </p:txBody>
      </p:sp>
      <p:sp>
        <p:nvSpPr>
          <p:cNvPr id="1071" name=""/>
          <p:cNvSpPr txBox="1"/>
          <p:nvPr/>
        </p:nvSpPr>
        <p:spPr>
          <a:xfrm>
            <a:off x="2244960" y="3618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1.59</a:t>
            </a:r>
            <a:endParaRPr lang="en-US" sz="1350" b="0" u="none" strike="noStrike">
              <a:solidFill>
                <a:srgbClr val="000000"/>
              </a:solidFill>
              <a:effectLst/>
              <a:uFillTx/>
              <a:latin typeface="游明朝体"/>
            </a:endParaRPr>
          </a:p>
        </p:txBody>
      </p:sp>
      <p:sp>
        <p:nvSpPr>
          <p:cNvPr id="1072" name=""/>
          <p:cNvSpPr txBox="1"/>
          <p:nvPr/>
        </p:nvSpPr>
        <p:spPr>
          <a:xfrm>
            <a:off x="3016440" y="3618360"/>
            <a:ext cx="237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1073" name=""/>
          <p:cNvSpPr txBox="1"/>
          <p:nvPr/>
        </p:nvSpPr>
        <p:spPr>
          <a:xfrm>
            <a:off x="3623400" y="362628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74" name=""/>
          <p:cNvSpPr txBox="1"/>
          <p:nvPr/>
        </p:nvSpPr>
        <p:spPr>
          <a:xfrm>
            <a:off x="4223520" y="3618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18.5</a:t>
            </a:r>
            <a:endParaRPr lang="en-US" sz="1350" b="0" u="none" strike="noStrike">
              <a:solidFill>
                <a:srgbClr val="000000"/>
              </a:solidFill>
              <a:effectLst/>
              <a:uFillTx/>
              <a:latin typeface="游明朝体"/>
            </a:endParaRPr>
          </a:p>
        </p:txBody>
      </p:sp>
      <p:sp>
        <p:nvSpPr>
          <p:cNvPr id="1075" name=""/>
          <p:cNvSpPr txBox="1"/>
          <p:nvPr/>
        </p:nvSpPr>
        <p:spPr>
          <a:xfrm>
            <a:off x="4814280" y="3618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20.1</a:t>
            </a:r>
            <a:endParaRPr lang="en-US" sz="1350" b="0" u="none" strike="noStrike">
              <a:solidFill>
                <a:srgbClr val="000000"/>
              </a:solidFill>
              <a:effectLst/>
              <a:uFillTx/>
              <a:latin typeface="游明朝体"/>
            </a:endParaRPr>
          </a:p>
        </p:txBody>
      </p:sp>
      <p:sp>
        <p:nvSpPr>
          <p:cNvPr id="1076" name=""/>
          <p:cNvSpPr txBox="1"/>
          <p:nvPr/>
        </p:nvSpPr>
        <p:spPr>
          <a:xfrm>
            <a:off x="666720" y="3999240"/>
            <a:ext cx="4813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07/07(</a:t>
            </a:r>
            <a:endParaRPr lang="en-US" sz="1350" b="0" u="none" strike="noStrike">
              <a:solidFill>
                <a:srgbClr val="000000"/>
              </a:solidFill>
              <a:effectLst/>
              <a:uFillTx/>
              <a:latin typeface="游明朝体"/>
            </a:endParaRPr>
          </a:p>
        </p:txBody>
      </p:sp>
      <p:sp>
        <p:nvSpPr>
          <p:cNvPr id="1077" name=""/>
          <p:cNvSpPr txBox="1"/>
          <p:nvPr/>
        </p:nvSpPr>
        <p:spPr>
          <a:xfrm>
            <a:off x="1149480" y="400716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78" name=""/>
          <p:cNvSpPr txBox="1"/>
          <p:nvPr/>
        </p:nvSpPr>
        <p:spPr>
          <a:xfrm>
            <a:off x="1320840" y="399924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79" name=""/>
          <p:cNvSpPr txBox="1"/>
          <p:nvPr/>
        </p:nvSpPr>
        <p:spPr>
          <a:xfrm>
            <a:off x="1622520" y="39992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24.1</a:t>
            </a:r>
            <a:endParaRPr lang="en-US" sz="1350" b="0" u="none" strike="noStrike">
              <a:solidFill>
                <a:srgbClr val="000000"/>
              </a:solidFill>
              <a:effectLst/>
              <a:uFillTx/>
              <a:latin typeface="游明朝体"/>
            </a:endParaRPr>
          </a:p>
        </p:txBody>
      </p:sp>
      <p:sp>
        <p:nvSpPr>
          <p:cNvPr id="1080" name=""/>
          <p:cNvSpPr txBox="1"/>
          <p:nvPr/>
        </p:nvSpPr>
        <p:spPr>
          <a:xfrm>
            <a:off x="2244960" y="39992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1.18</a:t>
            </a:r>
            <a:endParaRPr lang="en-US" sz="1350" b="0" u="none" strike="noStrike">
              <a:solidFill>
                <a:srgbClr val="000000"/>
              </a:solidFill>
              <a:effectLst/>
              <a:uFillTx/>
              <a:latin typeface="游明朝体"/>
            </a:endParaRPr>
          </a:p>
        </p:txBody>
      </p:sp>
      <p:sp>
        <p:nvSpPr>
          <p:cNvPr id="1081" name=""/>
          <p:cNvSpPr txBox="1"/>
          <p:nvPr/>
        </p:nvSpPr>
        <p:spPr>
          <a:xfrm>
            <a:off x="3016440" y="3999240"/>
            <a:ext cx="237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082" name=""/>
          <p:cNvSpPr txBox="1"/>
          <p:nvPr/>
        </p:nvSpPr>
        <p:spPr>
          <a:xfrm>
            <a:off x="3623400" y="400716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83" name=""/>
          <p:cNvSpPr txBox="1"/>
          <p:nvPr/>
        </p:nvSpPr>
        <p:spPr>
          <a:xfrm>
            <a:off x="4223520" y="39992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1084" name=""/>
          <p:cNvSpPr txBox="1"/>
          <p:nvPr/>
        </p:nvSpPr>
        <p:spPr>
          <a:xfrm>
            <a:off x="4814280" y="39992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18.2</a:t>
            </a:r>
            <a:endParaRPr lang="en-US" sz="1350" b="0" u="none" strike="noStrike">
              <a:solidFill>
                <a:srgbClr val="000000"/>
              </a:solidFill>
              <a:effectLst/>
              <a:uFillTx/>
              <a:latin typeface="游明朝体"/>
            </a:endParaRPr>
          </a:p>
        </p:txBody>
      </p:sp>
      <p:sp>
        <p:nvSpPr>
          <p:cNvPr id="1085" name=""/>
          <p:cNvSpPr txBox="1"/>
          <p:nvPr/>
        </p:nvSpPr>
        <p:spPr>
          <a:xfrm>
            <a:off x="666720" y="4380120"/>
            <a:ext cx="4813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07/08(</a:t>
            </a:r>
            <a:endParaRPr lang="en-US" sz="1350" b="0" u="none" strike="noStrike">
              <a:solidFill>
                <a:srgbClr val="000000"/>
              </a:solidFill>
              <a:effectLst/>
              <a:uFillTx/>
              <a:latin typeface="游明朝体"/>
            </a:endParaRPr>
          </a:p>
        </p:txBody>
      </p:sp>
      <p:sp>
        <p:nvSpPr>
          <p:cNvPr id="1086" name=""/>
          <p:cNvSpPr txBox="1"/>
          <p:nvPr/>
        </p:nvSpPr>
        <p:spPr>
          <a:xfrm>
            <a:off x="1149480" y="4388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87" name=""/>
          <p:cNvSpPr txBox="1"/>
          <p:nvPr/>
        </p:nvSpPr>
        <p:spPr>
          <a:xfrm>
            <a:off x="1320840" y="438012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88" name=""/>
          <p:cNvSpPr txBox="1"/>
          <p:nvPr/>
        </p:nvSpPr>
        <p:spPr>
          <a:xfrm>
            <a:off x="1622520" y="4380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1089" name=""/>
          <p:cNvSpPr txBox="1"/>
          <p:nvPr/>
        </p:nvSpPr>
        <p:spPr>
          <a:xfrm>
            <a:off x="2244960" y="4380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1.05</a:t>
            </a:r>
            <a:endParaRPr lang="en-US" sz="1350" b="0" u="none" strike="noStrike">
              <a:solidFill>
                <a:srgbClr val="000000"/>
              </a:solidFill>
              <a:effectLst/>
              <a:uFillTx/>
              <a:latin typeface="游明朝体"/>
            </a:endParaRPr>
          </a:p>
        </p:txBody>
      </p:sp>
      <p:sp>
        <p:nvSpPr>
          <p:cNvPr id="1090" name=""/>
          <p:cNvSpPr txBox="1"/>
          <p:nvPr/>
        </p:nvSpPr>
        <p:spPr>
          <a:xfrm>
            <a:off x="3016440" y="4380120"/>
            <a:ext cx="237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091" name=""/>
          <p:cNvSpPr txBox="1"/>
          <p:nvPr/>
        </p:nvSpPr>
        <p:spPr>
          <a:xfrm>
            <a:off x="3623400" y="438840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92" name=""/>
          <p:cNvSpPr txBox="1"/>
          <p:nvPr/>
        </p:nvSpPr>
        <p:spPr>
          <a:xfrm>
            <a:off x="4223520" y="4380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16.4</a:t>
            </a:r>
            <a:endParaRPr lang="en-US" sz="1350" b="0" u="none" strike="noStrike">
              <a:solidFill>
                <a:srgbClr val="000000"/>
              </a:solidFill>
              <a:effectLst/>
              <a:uFillTx/>
              <a:latin typeface="游明朝体"/>
            </a:endParaRPr>
          </a:p>
        </p:txBody>
      </p:sp>
      <p:sp>
        <p:nvSpPr>
          <p:cNvPr id="1093" name=""/>
          <p:cNvSpPr txBox="1"/>
          <p:nvPr/>
        </p:nvSpPr>
        <p:spPr>
          <a:xfrm>
            <a:off x="4814280" y="4380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17.2</a:t>
            </a:r>
            <a:endParaRPr lang="en-US" sz="1350" b="0" u="none" strike="noStrike">
              <a:solidFill>
                <a:srgbClr val="000000"/>
              </a:solidFill>
              <a:effectLst/>
              <a:uFillTx/>
              <a:latin typeface="游明朝体"/>
            </a:endParaRPr>
          </a:p>
        </p:txBody>
      </p:sp>
      <p:sp>
        <p:nvSpPr>
          <p:cNvPr id="1094" name=""/>
          <p:cNvSpPr txBox="1"/>
          <p:nvPr/>
        </p:nvSpPr>
        <p:spPr>
          <a:xfrm>
            <a:off x="666720" y="4761360"/>
            <a:ext cx="4813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07/09(</a:t>
            </a:r>
            <a:endParaRPr lang="en-US" sz="1350" b="0" u="none" strike="noStrike">
              <a:solidFill>
                <a:srgbClr val="000000"/>
              </a:solidFill>
              <a:effectLst/>
              <a:uFillTx/>
              <a:latin typeface="游明朝体"/>
            </a:endParaRPr>
          </a:p>
        </p:txBody>
      </p:sp>
      <p:sp>
        <p:nvSpPr>
          <p:cNvPr id="1095" name=""/>
          <p:cNvSpPr txBox="1"/>
          <p:nvPr/>
        </p:nvSpPr>
        <p:spPr>
          <a:xfrm>
            <a:off x="1149480" y="47692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96" name=""/>
          <p:cNvSpPr txBox="1"/>
          <p:nvPr/>
        </p:nvSpPr>
        <p:spPr>
          <a:xfrm>
            <a:off x="1320840" y="476136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97" name=""/>
          <p:cNvSpPr txBox="1"/>
          <p:nvPr/>
        </p:nvSpPr>
        <p:spPr>
          <a:xfrm>
            <a:off x="1622520" y="4761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1098" name=""/>
          <p:cNvSpPr txBox="1"/>
          <p:nvPr/>
        </p:nvSpPr>
        <p:spPr>
          <a:xfrm>
            <a:off x="2244960" y="4761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1.10</a:t>
            </a:r>
            <a:endParaRPr lang="en-US" sz="1350" b="0" u="none" strike="noStrike">
              <a:solidFill>
                <a:srgbClr val="000000"/>
              </a:solidFill>
              <a:effectLst/>
              <a:uFillTx/>
              <a:latin typeface="游明朝体"/>
            </a:endParaRPr>
          </a:p>
        </p:txBody>
      </p:sp>
      <p:sp>
        <p:nvSpPr>
          <p:cNvPr id="1099" name=""/>
          <p:cNvSpPr txBox="1"/>
          <p:nvPr/>
        </p:nvSpPr>
        <p:spPr>
          <a:xfrm>
            <a:off x="3016440" y="4761360"/>
            <a:ext cx="237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100" name=""/>
          <p:cNvSpPr txBox="1"/>
          <p:nvPr/>
        </p:nvSpPr>
        <p:spPr>
          <a:xfrm>
            <a:off x="3623400" y="476928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101" name=""/>
          <p:cNvSpPr txBox="1"/>
          <p:nvPr/>
        </p:nvSpPr>
        <p:spPr>
          <a:xfrm>
            <a:off x="4223520" y="4761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1102" name=""/>
          <p:cNvSpPr txBox="1"/>
          <p:nvPr/>
        </p:nvSpPr>
        <p:spPr>
          <a:xfrm>
            <a:off x="4814280" y="4761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18.1</a:t>
            </a:r>
            <a:endParaRPr lang="en-US" sz="1350" b="0" u="none" strike="noStrike">
              <a:solidFill>
                <a:srgbClr val="000000"/>
              </a:solidFill>
              <a:effectLst/>
              <a:uFillTx/>
              <a:latin typeface="游明朝体"/>
            </a:endParaRPr>
          </a:p>
        </p:txBody>
      </p:sp>
      <p:sp>
        <p:nvSpPr>
          <p:cNvPr id="1103" name=""/>
          <p:cNvSpPr txBox="1"/>
          <p:nvPr/>
        </p:nvSpPr>
        <p:spPr>
          <a:xfrm>
            <a:off x="533520" y="52282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単位</a:t>
            </a:r>
            <a:endParaRPr lang="en-US" sz="1500" b="0" u="none" strike="noStrike">
              <a:solidFill>
                <a:srgbClr val="000000"/>
              </a:solidFill>
              <a:effectLst/>
              <a:uFillTx/>
              <a:latin typeface="游明朝体"/>
            </a:endParaRPr>
          </a:p>
        </p:txBody>
      </p:sp>
      <p:sp>
        <p:nvSpPr>
          <p:cNvPr id="1104" name=""/>
          <p:cNvSpPr txBox="1"/>
          <p:nvPr/>
        </p:nvSpPr>
        <p:spPr>
          <a:xfrm>
            <a:off x="914400" y="5219280"/>
            <a:ext cx="11581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GSR(MJ/m²)</a:t>
            </a:r>
            <a:endParaRPr lang="en-US" sz="1500" b="0" u="none" strike="noStrike">
              <a:solidFill>
                <a:srgbClr val="000000"/>
              </a:solidFill>
              <a:effectLst/>
              <a:uFillTx/>
              <a:latin typeface="游明朝体"/>
            </a:endParaRPr>
          </a:p>
        </p:txBody>
      </p:sp>
      <p:sp>
        <p:nvSpPr>
          <p:cNvPr id="1105" name=""/>
          <p:cNvSpPr txBox="1"/>
          <p:nvPr/>
        </p:nvSpPr>
        <p:spPr>
          <a:xfrm>
            <a:off x="2071800" y="52282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06" name=""/>
          <p:cNvSpPr txBox="1"/>
          <p:nvPr/>
        </p:nvSpPr>
        <p:spPr>
          <a:xfrm>
            <a:off x="2262240" y="5219280"/>
            <a:ext cx="5864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SSD(h)</a:t>
            </a:r>
            <a:endParaRPr lang="en-US" sz="1500" b="0" u="none" strike="noStrike">
              <a:solidFill>
                <a:srgbClr val="000000"/>
              </a:solidFill>
              <a:effectLst/>
              <a:uFillTx/>
              <a:latin typeface="游明朝体"/>
            </a:endParaRPr>
          </a:p>
        </p:txBody>
      </p:sp>
      <p:sp>
        <p:nvSpPr>
          <p:cNvPr id="1107" name=""/>
          <p:cNvSpPr txBox="1"/>
          <p:nvPr/>
        </p:nvSpPr>
        <p:spPr>
          <a:xfrm>
            <a:off x="2847960" y="52282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08" name=""/>
          <p:cNvSpPr txBox="1"/>
          <p:nvPr/>
        </p:nvSpPr>
        <p:spPr>
          <a:xfrm>
            <a:off x="3038400" y="5219280"/>
            <a:ext cx="10594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v3/v3b(kWh)</a:t>
            </a:r>
            <a:endParaRPr lang="en-US" sz="1500" b="0" u="none" strike="noStrike">
              <a:solidFill>
                <a:srgbClr val="000000"/>
              </a:solidFill>
              <a:effectLst/>
              <a:uFillTx/>
              <a:latin typeface="游明朝体"/>
            </a:endParaRPr>
          </a:p>
        </p:txBody>
      </p:sp>
      <p:sp>
        <p:nvSpPr>
          <p:cNvPr id="1109" name=""/>
          <p:cNvSpPr txBox="1"/>
          <p:nvPr/>
        </p:nvSpPr>
        <p:spPr>
          <a:xfrm>
            <a:off x="4096800" y="5228280"/>
            <a:ext cx="762840" cy="19116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iraginoSans-W3"/>
                <a:ea typeface="HiraginoSans-W3"/>
              </a:rPr>
              <a:t> モデル</a:t>
            </a:r>
            <a:endParaRPr lang="en-US" sz="1500" b="0" u="none" strike="noStrike">
              <a:solidFill>
                <a:srgbClr val="000000"/>
              </a:solidFill>
              <a:effectLst/>
              <a:uFillTx/>
              <a:latin typeface="游明朝体"/>
            </a:endParaRPr>
          </a:p>
        </p:txBody>
      </p:sp>
      <p:sp>
        <p:nvSpPr>
          <p:cNvPr id="1110" name=""/>
          <p:cNvSpPr txBox="1"/>
          <p:nvPr/>
        </p:nvSpPr>
        <p:spPr>
          <a:xfrm>
            <a:off x="4847400" y="5219280"/>
            <a:ext cx="830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Random</a:t>
            </a:r>
            <a:endParaRPr lang="en-US" sz="1500" b="0" u="none" strike="noStrike">
              <a:solidFill>
                <a:srgbClr val="000000"/>
              </a:solidFill>
              <a:effectLst/>
              <a:uFillTx/>
              <a:latin typeface="游明朝体"/>
            </a:endParaRPr>
          </a:p>
        </p:txBody>
      </p:sp>
      <p:sp>
        <p:nvSpPr>
          <p:cNvPr id="1111" name=""/>
          <p:cNvSpPr txBox="1"/>
          <p:nvPr/>
        </p:nvSpPr>
        <p:spPr>
          <a:xfrm>
            <a:off x="533520" y="5505120"/>
            <a:ext cx="794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Forest v3</a:t>
            </a:r>
            <a:endParaRPr lang="en-US" sz="1500" b="0" u="none" strike="noStrike">
              <a:solidFill>
                <a:srgbClr val="000000"/>
              </a:solidFill>
              <a:effectLst/>
              <a:uFillTx/>
              <a:latin typeface="游明朝体"/>
            </a:endParaRPr>
          </a:p>
        </p:txBody>
      </p:sp>
      <p:sp>
        <p:nvSpPr>
          <p:cNvPr id="1112" name=""/>
          <p:cNvSpPr txBox="1"/>
          <p:nvPr/>
        </p:nvSpPr>
        <p:spPr>
          <a:xfrm>
            <a:off x="1323720" y="55141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13" name=""/>
          <p:cNvSpPr txBox="1"/>
          <p:nvPr/>
        </p:nvSpPr>
        <p:spPr>
          <a:xfrm>
            <a:off x="1514160" y="5505120"/>
            <a:ext cx="16959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CV MAE=2.09 kWh/</a:t>
            </a:r>
            <a:endParaRPr lang="en-US" sz="1500" b="0" u="none" strike="noStrike">
              <a:solidFill>
                <a:srgbClr val="000000"/>
              </a:solidFill>
              <a:effectLst/>
              <a:uFillTx/>
              <a:latin typeface="游明朝体"/>
            </a:endParaRPr>
          </a:p>
        </p:txBody>
      </p:sp>
      <p:sp>
        <p:nvSpPr>
          <p:cNvPr id="1114" name=""/>
          <p:cNvSpPr txBox="1"/>
          <p:nvPr/>
        </p:nvSpPr>
        <p:spPr>
          <a:xfrm>
            <a:off x="3209400" y="551412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pic>
        <p:nvPicPr>
          <p:cNvPr id="1115" name=""/>
          <p:cNvPicPr/>
          <p:nvPr/>
        </p:nvPicPr>
        <p:blipFill>
          <a:blip r:embed="rId8"/>
          <a:stretch/>
        </p:blipFill>
        <p:spPr>
          <a:xfrm>
            <a:off x="6210360" y="1714320"/>
            <a:ext cx="5447880" cy="3362040"/>
          </a:xfrm>
          <a:prstGeom prst="rect">
            <a:avLst/>
          </a:prstGeom>
          <a:noFill/>
          <a:ln w="0">
            <a:noFill/>
          </a:ln>
        </p:spPr>
      </p:pic>
      <p:sp>
        <p:nvSpPr>
          <p:cNvPr id="1116" name=""/>
          <p:cNvSpPr txBox="1"/>
          <p:nvPr/>
        </p:nvSpPr>
        <p:spPr>
          <a:xfrm>
            <a:off x="8096400" y="1347840"/>
            <a:ext cx="167724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太陽光発電量予測の検証</a:t>
            </a:r>
            <a:endParaRPr lang="en-US" sz="1200" b="0" u="none" strike="noStrike">
              <a:solidFill>
                <a:srgbClr val="000000"/>
              </a:solidFill>
              <a:effectLst/>
              <a:uFillTx/>
              <a:latin typeface="游明朝体"/>
            </a:endParaRPr>
          </a:p>
        </p:txBody>
      </p:sp>
      <p:sp>
        <p:nvSpPr>
          <p:cNvPr id="1117" name=""/>
          <p:cNvSpPr txBox="1"/>
          <p:nvPr/>
        </p:nvSpPr>
        <p:spPr>
          <a:xfrm>
            <a:off x="723960" y="6189480"/>
            <a:ext cx="52599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精度評価は継続中。⽇次での予測・検証サイクルを運⽤している</a:t>
            </a:r>
            <a:endParaRPr lang="en-US" sz="1430" b="0" u="none" strike="noStrike">
              <a:solidFill>
                <a:srgbClr val="000000"/>
              </a:solidFill>
              <a:effectLst/>
              <a:uFillTx/>
              <a:latin typeface="游明朝体"/>
            </a:endParaRPr>
          </a:p>
        </p:txBody>
      </p:sp>
      <p:sp>
        <p:nvSpPr>
          <p:cNvPr id="111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2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2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22" name=""/>
          <p:cNvSpPr/>
          <p:nvPr/>
        </p:nvSpPr>
        <p:spPr>
          <a:xfrm>
            <a:off x="533160" y="13712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3" name=""/>
          <p:cNvSpPr/>
          <p:nvPr/>
        </p:nvSpPr>
        <p:spPr>
          <a:xfrm>
            <a:off x="618840" y="179064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6"/>
                  <a:pt x="40" y="11"/>
                  <a:pt x="49" y="7"/>
                </a:cubicBezTo>
                <a:cubicBezTo>
                  <a:pt x="59" y="2"/>
                  <a:pt x="69" y="0"/>
                  <a:pt x="80" y="0"/>
                </a:cubicBezTo>
                <a:cubicBezTo>
                  <a:pt x="90" y="0"/>
                  <a:pt x="101" y="2"/>
                  <a:pt x="111" y="7"/>
                </a:cubicBezTo>
                <a:cubicBezTo>
                  <a:pt x="121" y="11"/>
                  <a:pt x="129" y="16"/>
                  <a:pt x="137" y="24"/>
                </a:cubicBezTo>
                <a:cubicBezTo>
                  <a:pt x="144" y="31"/>
                  <a:pt x="150" y="40"/>
                  <a:pt x="154" y="50"/>
                </a:cubicBezTo>
                <a:cubicBezTo>
                  <a:pt x="158" y="59"/>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4" name=""/>
          <p:cNvSpPr txBox="1"/>
          <p:nvPr/>
        </p:nvSpPr>
        <p:spPr>
          <a:xfrm>
            <a:off x="533520" y="855360"/>
            <a:ext cx="5334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運⽤を通じた説明変数の⾒直し</a:t>
            </a:r>
            <a:endParaRPr lang="en-US" sz="3000" b="0" u="none" strike="noStrike">
              <a:solidFill>
                <a:srgbClr val="000000"/>
              </a:solidFill>
              <a:effectLst/>
              <a:uFillTx/>
              <a:latin typeface="游明朝体"/>
            </a:endParaRPr>
          </a:p>
        </p:txBody>
      </p:sp>
      <p:sp>
        <p:nvSpPr>
          <p:cNvPr id="1125" name=""/>
          <p:cNvSpPr txBox="1"/>
          <p:nvPr/>
        </p:nvSpPr>
        <p:spPr>
          <a:xfrm>
            <a:off x="799920" y="170388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初期モデルは説明変数の選定を含めて⽣成</a:t>
            </a:r>
            <a:endParaRPr lang="en-US" sz="1500" b="0" u="none" strike="noStrike">
              <a:solidFill>
                <a:srgbClr val="000000"/>
              </a:solidFill>
              <a:effectLst/>
              <a:uFillTx/>
              <a:latin typeface="游明朝体"/>
            </a:endParaRPr>
          </a:p>
        </p:txBody>
      </p:sp>
      <p:sp>
        <p:nvSpPr>
          <p:cNvPr id="1126" name=""/>
          <p:cNvSpPr txBox="1"/>
          <p:nvPr/>
        </p:nvSpPr>
        <p:spPr>
          <a:xfrm>
            <a:off x="4402440" y="16952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127" name=""/>
          <p:cNvSpPr txBox="1"/>
          <p:nvPr/>
        </p:nvSpPr>
        <p:spPr>
          <a:xfrm>
            <a:off x="4575240" y="17038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a:t>
            </a:r>
            <a:endParaRPr lang="en-US" sz="1500" b="0" u="none" strike="noStrike">
              <a:solidFill>
                <a:srgbClr val="000000"/>
              </a:solidFill>
              <a:effectLst/>
              <a:uFillTx/>
              <a:latin typeface="游明朝体"/>
            </a:endParaRPr>
          </a:p>
        </p:txBody>
      </p:sp>
      <p:sp>
        <p:nvSpPr>
          <p:cNvPr id="1128" name=""/>
          <p:cNvSpPr/>
          <p:nvPr/>
        </p:nvSpPr>
        <p:spPr>
          <a:xfrm>
            <a:off x="618840" y="252396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80"/>
                </a:cubicBezTo>
                <a:cubicBezTo>
                  <a:pt x="0" y="70"/>
                  <a:pt x="2" y="60"/>
                  <a:pt x="6" y="50"/>
                </a:cubicBezTo>
                <a:cubicBezTo>
                  <a:pt x="10" y="40"/>
                  <a:pt x="16" y="32"/>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2"/>
                  <a:pt x="150" y="40"/>
                  <a:pt x="154" y="50"/>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9" name=""/>
          <p:cNvSpPr txBox="1"/>
          <p:nvPr/>
        </p:nvSpPr>
        <p:spPr>
          <a:xfrm>
            <a:off x="799920" y="204696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⼀任し、⼀定の精度を確保</a:t>
            </a:r>
            <a:endParaRPr lang="en-US" sz="1500" b="0" u="none" strike="noStrike">
              <a:solidFill>
                <a:srgbClr val="000000"/>
              </a:solidFill>
              <a:effectLst/>
              <a:uFillTx/>
              <a:latin typeface="游明朝体"/>
            </a:endParaRPr>
          </a:p>
        </p:txBody>
      </p:sp>
      <p:sp>
        <p:nvSpPr>
          <p:cNvPr id="1130" name=""/>
          <p:cNvSpPr txBox="1"/>
          <p:nvPr/>
        </p:nvSpPr>
        <p:spPr>
          <a:xfrm>
            <a:off x="799920" y="243756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運⽤開始から約</a:t>
            </a:r>
            <a:endParaRPr lang="en-US" sz="1500" b="0" u="none" strike="noStrike">
              <a:solidFill>
                <a:srgbClr val="000000"/>
              </a:solidFill>
              <a:effectLst/>
              <a:uFillTx/>
              <a:latin typeface="游明朝体"/>
            </a:endParaRPr>
          </a:p>
        </p:txBody>
      </p:sp>
      <p:sp>
        <p:nvSpPr>
          <p:cNvPr id="1131" name=""/>
          <p:cNvSpPr txBox="1"/>
          <p:nvPr/>
        </p:nvSpPr>
        <p:spPr>
          <a:xfrm>
            <a:off x="2133720" y="242856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1</a:t>
            </a:r>
            <a:endParaRPr lang="en-US" sz="1500" b="0" u="none" strike="noStrike">
              <a:solidFill>
                <a:srgbClr val="000000"/>
              </a:solidFill>
              <a:effectLst/>
              <a:uFillTx/>
              <a:latin typeface="游明朝体"/>
            </a:endParaRPr>
          </a:p>
        </p:txBody>
      </p:sp>
      <p:sp>
        <p:nvSpPr>
          <p:cNvPr id="1132" name=""/>
          <p:cNvSpPr txBox="1"/>
          <p:nvPr/>
        </p:nvSpPr>
        <p:spPr>
          <a:xfrm>
            <a:off x="2239560" y="2437560"/>
            <a:ext cx="2477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ヶ⽉後、予測値に異常が⾒ら</a:t>
            </a:r>
            <a:endParaRPr lang="en-US" sz="1500" b="0" u="none" strike="noStrike">
              <a:solidFill>
                <a:srgbClr val="000000"/>
              </a:solidFill>
              <a:effectLst/>
              <a:uFillTx/>
              <a:latin typeface="游明朝体"/>
            </a:endParaRPr>
          </a:p>
        </p:txBody>
      </p:sp>
      <p:sp>
        <p:nvSpPr>
          <p:cNvPr id="1133" name=""/>
          <p:cNvSpPr/>
          <p:nvPr/>
        </p:nvSpPr>
        <p:spPr>
          <a:xfrm>
            <a:off x="618840" y="32572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1"/>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1"/>
                  <a:pt x="154" y="50"/>
                </a:cubicBezTo>
                <a:cubicBezTo>
                  <a:pt x="158" y="60"/>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4" name=""/>
          <p:cNvSpPr txBox="1"/>
          <p:nvPr/>
        </p:nvSpPr>
        <p:spPr>
          <a:xfrm>
            <a:off x="799920" y="278028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れたため要因を調査</a:t>
            </a:r>
            <a:endParaRPr lang="en-US" sz="1500" b="0" u="none" strike="noStrike">
              <a:solidFill>
                <a:srgbClr val="000000"/>
              </a:solidFill>
              <a:effectLst/>
              <a:uFillTx/>
              <a:latin typeface="游明朝体"/>
            </a:endParaRPr>
          </a:p>
        </p:txBody>
      </p:sp>
      <p:sp>
        <p:nvSpPr>
          <p:cNvPr id="1135" name=""/>
          <p:cNvSpPr txBox="1"/>
          <p:nvPr/>
        </p:nvSpPr>
        <p:spPr>
          <a:xfrm>
            <a:off x="799920" y="31618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5</a:t>
            </a:r>
            <a:endParaRPr lang="en-US" sz="1500" b="0" u="none" strike="noStrike">
              <a:solidFill>
                <a:srgbClr val="000000"/>
              </a:solidFill>
              <a:effectLst/>
              <a:uFillTx/>
              <a:latin typeface="游明朝体"/>
            </a:endParaRPr>
          </a:p>
        </p:txBody>
      </p:sp>
      <p:sp>
        <p:nvSpPr>
          <p:cNvPr id="1136" name=""/>
          <p:cNvSpPr txBox="1"/>
          <p:nvPr/>
        </p:nvSpPr>
        <p:spPr>
          <a:xfrm>
            <a:off x="906120" y="317088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⽇前の⽇射量やその移動平均など、妥当性の</a:t>
            </a:r>
            <a:endParaRPr lang="en-US" sz="1500" b="0" u="none" strike="noStrike">
              <a:solidFill>
                <a:srgbClr val="000000"/>
              </a:solidFill>
              <a:effectLst/>
              <a:uFillTx/>
              <a:latin typeface="游明朝体"/>
            </a:endParaRPr>
          </a:p>
        </p:txBody>
      </p:sp>
      <p:sp>
        <p:nvSpPr>
          <p:cNvPr id="1137" name=""/>
          <p:cNvSpPr/>
          <p:nvPr/>
        </p:nvSpPr>
        <p:spPr>
          <a:xfrm>
            <a:off x="618840" y="399096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80"/>
                </a:cubicBezTo>
                <a:cubicBezTo>
                  <a:pt x="0" y="69"/>
                  <a:pt x="2" y="59"/>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8" name=""/>
          <p:cNvSpPr txBox="1"/>
          <p:nvPr/>
        </p:nvSpPr>
        <p:spPr>
          <a:xfrm>
            <a:off x="799920" y="351360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低い説明変数が含まれていたことが判明</a:t>
            </a:r>
            <a:endParaRPr lang="en-US" sz="1500" b="0" u="none" strike="noStrike">
              <a:solidFill>
                <a:srgbClr val="000000"/>
              </a:solidFill>
              <a:effectLst/>
              <a:uFillTx/>
              <a:latin typeface="游明朝体"/>
            </a:endParaRPr>
          </a:p>
        </p:txBody>
      </p:sp>
      <p:sp>
        <p:nvSpPr>
          <p:cNvPr id="1139" name=""/>
          <p:cNvSpPr/>
          <p:nvPr/>
        </p:nvSpPr>
        <p:spPr>
          <a:xfrm>
            <a:off x="5124240" y="2266920"/>
            <a:ext cx="810000" cy="638280"/>
          </a:xfrm>
          <a:custGeom>
            <a:avLst/>
            <a:gdLst/>
            <a:ahLst/>
            <a:rect l="0" t="0" r="r" b="b"/>
            <a:pathLst>
              <a:path w="2250" h="1773">
                <a:moveTo>
                  <a:pt x="12" y="98"/>
                </a:moveTo>
                <a:cubicBezTo>
                  <a:pt x="20" y="78"/>
                  <a:pt x="32" y="61"/>
                  <a:pt x="47" y="46"/>
                </a:cubicBezTo>
                <a:cubicBezTo>
                  <a:pt x="61" y="31"/>
                  <a:pt x="79" y="20"/>
                  <a:pt x="98" y="12"/>
                </a:cubicBezTo>
                <a:cubicBezTo>
                  <a:pt x="118" y="4"/>
                  <a:pt x="138" y="0"/>
                  <a:pt x="159" y="0"/>
                </a:cubicBezTo>
                <a:lnTo>
                  <a:pt x="2250" y="0"/>
                </a:lnTo>
                <a:lnTo>
                  <a:pt x="2250" y="1773"/>
                </a:lnTo>
                <a:lnTo>
                  <a:pt x="0" y="1773"/>
                </a:lnTo>
                <a:lnTo>
                  <a:pt x="0" y="158"/>
                </a:lnTo>
                <a:cubicBezTo>
                  <a:pt x="0" y="137"/>
                  <a:pt x="4" y="117"/>
                  <a:pt x="12" y="98"/>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0" name=""/>
          <p:cNvSpPr/>
          <p:nvPr/>
        </p:nvSpPr>
        <p:spPr>
          <a:xfrm>
            <a:off x="5933880" y="226692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1" name=""/>
          <p:cNvSpPr/>
          <p:nvPr/>
        </p:nvSpPr>
        <p:spPr>
          <a:xfrm>
            <a:off x="7134120" y="226692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2" name=""/>
          <p:cNvSpPr/>
          <p:nvPr/>
        </p:nvSpPr>
        <p:spPr>
          <a:xfrm>
            <a:off x="10848960" y="2266920"/>
            <a:ext cx="809640" cy="638280"/>
          </a:xfrm>
          <a:custGeom>
            <a:avLst/>
            <a:gdLst/>
            <a:ahLst/>
            <a:rect l="0" t="0" r="r" b="b"/>
            <a:pathLst>
              <a:path w="2249" h="1773">
                <a:moveTo>
                  <a:pt x="2151" y="12"/>
                </a:moveTo>
                <a:cubicBezTo>
                  <a:pt x="2171" y="20"/>
                  <a:pt x="2188" y="31"/>
                  <a:pt x="2203" y="46"/>
                </a:cubicBezTo>
                <a:cubicBezTo>
                  <a:pt x="2218" y="61"/>
                  <a:pt x="2229" y="78"/>
                  <a:pt x="2237" y="98"/>
                </a:cubicBezTo>
                <a:cubicBezTo>
                  <a:pt x="2245" y="117"/>
                  <a:pt x="2249" y="137"/>
                  <a:pt x="2249" y="158"/>
                </a:cubicBezTo>
                <a:lnTo>
                  <a:pt x="2249" y="1773"/>
                </a:lnTo>
                <a:lnTo>
                  <a:pt x="0" y="1773"/>
                </a:lnTo>
                <a:lnTo>
                  <a:pt x="0" y="0"/>
                </a:lnTo>
                <a:lnTo>
                  <a:pt x="2091" y="0"/>
                </a:lnTo>
                <a:cubicBezTo>
                  <a:pt x="2112" y="0"/>
                  <a:pt x="2132" y="4"/>
                  <a:pt x="2151" y="12"/>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1143" name=""/>
          <p:cNvPicPr/>
          <p:nvPr/>
        </p:nvPicPr>
        <p:blipFill>
          <a:blip r:embed="rId1"/>
          <a:stretch/>
        </p:blipFill>
        <p:spPr>
          <a:xfrm>
            <a:off x="5118120" y="2260440"/>
            <a:ext cx="6540120" cy="3212640"/>
          </a:xfrm>
          <a:prstGeom prst="rect">
            <a:avLst/>
          </a:prstGeom>
          <a:noFill/>
          <a:ln w="0">
            <a:noFill/>
          </a:ln>
        </p:spPr>
      </p:pic>
      <p:pic>
        <p:nvPicPr>
          <p:cNvPr id="1144" name=""/>
          <p:cNvPicPr/>
          <p:nvPr/>
        </p:nvPicPr>
        <p:blipFill>
          <a:blip r:embed="rId2"/>
          <a:stretch/>
        </p:blipFill>
        <p:spPr>
          <a:xfrm>
            <a:off x="5118120" y="2260440"/>
            <a:ext cx="0" cy="3212640"/>
          </a:xfrm>
          <a:prstGeom prst="rect">
            <a:avLst/>
          </a:prstGeom>
          <a:noFill/>
          <a:ln w="0">
            <a:noFill/>
          </a:ln>
        </p:spPr>
      </p:pic>
      <p:pic>
        <p:nvPicPr>
          <p:cNvPr id="1145" name=""/>
          <p:cNvPicPr/>
          <p:nvPr/>
        </p:nvPicPr>
        <p:blipFill>
          <a:blip r:embed="rId3"/>
          <a:stretch/>
        </p:blipFill>
        <p:spPr>
          <a:xfrm>
            <a:off x="5118120" y="5473800"/>
            <a:ext cx="6540120" cy="0"/>
          </a:xfrm>
          <a:prstGeom prst="rect">
            <a:avLst/>
          </a:prstGeom>
          <a:noFill/>
          <a:ln w="0">
            <a:noFill/>
          </a:ln>
        </p:spPr>
      </p:pic>
      <p:pic>
        <p:nvPicPr>
          <p:cNvPr id="1146" name=""/>
          <p:cNvPicPr/>
          <p:nvPr/>
        </p:nvPicPr>
        <p:blipFill>
          <a:blip r:embed="rId4"/>
          <a:stretch/>
        </p:blipFill>
        <p:spPr>
          <a:xfrm>
            <a:off x="5118120" y="2260440"/>
            <a:ext cx="6540120" cy="3212640"/>
          </a:xfrm>
          <a:prstGeom prst="rect">
            <a:avLst/>
          </a:prstGeom>
          <a:noFill/>
          <a:ln w="0">
            <a:noFill/>
          </a:ln>
        </p:spPr>
      </p:pic>
      <p:pic>
        <p:nvPicPr>
          <p:cNvPr id="1147" name=""/>
          <p:cNvPicPr/>
          <p:nvPr/>
        </p:nvPicPr>
        <p:blipFill>
          <a:blip r:embed="rId5"/>
          <a:stretch/>
        </p:blipFill>
        <p:spPr>
          <a:xfrm>
            <a:off x="5118120" y="2260440"/>
            <a:ext cx="0" cy="3212640"/>
          </a:xfrm>
          <a:prstGeom prst="rect">
            <a:avLst/>
          </a:prstGeom>
          <a:noFill/>
          <a:ln w="0">
            <a:noFill/>
          </a:ln>
        </p:spPr>
      </p:pic>
      <p:pic>
        <p:nvPicPr>
          <p:cNvPr id="1148" name=""/>
          <p:cNvPicPr/>
          <p:nvPr/>
        </p:nvPicPr>
        <p:blipFill>
          <a:blip r:embed="rId6"/>
          <a:stretch/>
        </p:blipFill>
        <p:spPr>
          <a:xfrm>
            <a:off x="5118120" y="5473800"/>
            <a:ext cx="6540120" cy="0"/>
          </a:xfrm>
          <a:prstGeom prst="rect">
            <a:avLst/>
          </a:prstGeom>
          <a:noFill/>
          <a:ln w="0">
            <a:noFill/>
          </a:ln>
        </p:spPr>
      </p:pic>
      <p:pic>
        <p:nvPicPr>
          <p:cNvPr id="1149" name=""/>
          <p:cNvPicPr/>
          <p:nvPr/>
        </p:nvPicPr>
        <p:blipFill>
          <a:blip r:embed="rId7"/>
          <a:stretch/>
        </p:blipFill>
        <p:spPr>
          <a:xfrm>
            <a:off x="5118120" y="2260440"/>
            <a:ext cx="6540120" cy="3212640"/>
          </a:xfrm>
          <a:prstGeom prst="rect">
            <a:avLst/>
          </a:prstGeom>
          <a:noFill/>
          <a:ln w="0">
            <a:noFill/>
          </a:ln>
        </p:spPr>
      </p:pic>
      <p:pic>
        <p:nvPicPr>
          <p:cNvPr id="1150" name=""/>
          <p:cNvPicPr/>
          <p:nvPr/>
        </p:nvPicPr>
        <p:blipFill>
          <a:blip r:embed="rId8"/>
          <a:stretch/>
        </p:blipFill>
        <p:spPr>
          <a:xfrm>
            <a:off x="5118120" y="2260440"/>
            <a:ext cx="0" cy="3212640"/>
          </a:xfrm>
          <a:prstGeom prst="rect">
            <a:avLst/>
          </a:prstGeom>
          <a:noFill/>
          <a:ln w="0">
            <a:noFill/>
          </a:ln>
        </p:spPr>
      </p:pic>
      <p:pic>
        <p:nvPicPr>
          <p:cNvPr id="1151" name=""/>
          <p:cNvPicPr/>
          <p:nvPr/>
        </p:nvPicPr>
        <p:blipFill>
          <a:blip r:embed="rId9"/>
          <a:stretch/>
        </p:blipFill>
        <p:spPr>
          <a:xfrm>
            <a:off x="5118120" y="5473800"/>
            <a:ext cx="6540120" cy="0"/>
          </a:xfrm>
          <a:prstGeom prst="rect">
            <a:avLst/>
          </a:prstGeom>
          <a:noFill/>
          <a:ln w="0">
            <a:noFill/>
          </a:ln>
        </p:spPr>
      </p:pic>
      <p:pic>
        <p:nvPicPr>
          <p:cNvPr id="1152" name=""/>
          <p:cNvPicPr/>
          <p:nvPr/>
        </p:nvPicPr>
        <p:blipFill>
          <a:blip r:embed="rId10"/>
          <a:stretch/>
        </p:blipFill>
        <p:spPr>
          <a:xfrm>
            <a:off x="5118120" y="2260440"/>
            <a:ext cx="6540120" cy="3212640"/>
          </a:xfrm>
          <a:prstGeom prst="rect">
            <a:avLst/>
          </a:prstGeom>
          <a:noFill/>
          <a:ln w="0">
            <a:noFill/>
          </a:ln>
        </p:spPr>
      </p:pic>
      <p:pic>
        <p:nvPicPr>
          <p:cNvPr id="1153" name=""/>
          <p:cNvPicPr/>
          <p:nvPr/>
        </p:nvPicPr>
        <p:blipFill>
          <a:blip r:embed="rId11"/>
          <a:stretch/>
        </p:blipFill>
        <p:spPr>
          <a:xfrm>
            <a:off x="5118120" y="2260440"/>
            <a:ext cx="0" cy="3212640"/>
          </a:xfrm>
          <a:prstGeom prst="rect">
            <a:avLst/>
          </a:prstGeom>
          <a:noFill/>
          <a:ln w="0">
            <a:noFill/>
          </a:ln>
        </p:spPr>
      </p:pic>
      <p:pic>
        <p:nvPicPr>
          <p:cNvPr id="1154" name=""/>
          <p:cNvPicPr/>
          <p:nvPr/>
        </p:nvPicPr>
        <p:blipFill>
          <a:blip r:embed="rId12"/>
          <a:stretch/>
        </p:blipFill>
        <p:spPr>
          <a:xfrm>
            <a:off x="5118120" y="5473800"/>
            <a:ext cx="6540120" cy="0"/>
          </a:xfrm>
          <a:prstGeom prst="rect">
            <a:avLst/>
          </a:prstGeom>
          <a:noFill/>
          <a:ln w="0">
            <a:noFill/>
          </a:ln>
        </p:spPr>
      </p:pic>
      <p:sp>
        <p:nvSpPr>
          <p:cNvPr id="1155" name=""/>
          <p:cNvSpPr/>
          <p:nvPr/>
        </p:nvSpPr>
        <p:spPr>
          <a:xfrm>
            <a:off x="5124240" y="290484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6" name=""/>
          <p:cNvSpPr/>
          <p:nvPr/>
        </p:nvSpPr>
        <p:spPr>
          <a:xfrm>
            <a:off x="5933880" y="29048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7" name=""/>
          <p:cNvSpPr/>
          <p:nvPr/>
        </p:nvSpPr>
        <p:spPr>
          <a:xfrm>
            <a:off x="7134120" y="29048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8" name=""/>
          <p:cNvSpPr/>
          <p:nvPr/>
        </p:nvSpPr>
        <p:spPr>
          <a:xfrm>
            <a:off x="10848960" y="290484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9"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0"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1"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2"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3"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4"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5"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6"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7" name=""/>
          <p:cNvSpPr/>
          <p:nvPr/>
        </p:nvSpPr>
        <p:spPr>
          <a:xfrm>
            <a:off x="5124240" y="418140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8" name=""/>
          <p:cNvSpPr/>
          <p:nvPr/>
        </p:nvSpPr>
        <p:spPr>
          <a:xfrm>
            <a:off x="5933880" y="418140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9" name=""/>
          <p:cNvSpPr/>
          <p:nvPr/>
        </p:nvSpPr>
        <p:spPr>
          <a:xfrm>
            <a:off x="7134120" y="418140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0" name=""/>
          <p:cNvSpPr/>
          <p:nvPr/>
        </p:nvSpPr>
        <p:spPr>
          <a:xfrm>
            <a:off x="10848960" y="418140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1" name=""/>
          <p:cNvSpPr/>
          <p:nvPr/>
        </p:nvSpPr>
        <p:spPr>
          <a:xfrm>
            <a:off x="5124240" y="4819320"/>
            <a:ext cx="810000" cy="638640"/>
          </a:xfrm>
          <a:custGeom>
            <a:avLst/>
            <a:gdLst/>
            <a:ahLst/>
            <a:rect l="0" t="0" r="r" b="b"/>
            <a:pathLst>
              <a:path w="2250" h="1774">
                <a:moveTo>
                  <a:pt x="47" y="1754"/>
                </a:moveTo>
                <a:cubicBezTo>
                  <a:pt x="32" y="1739"/>
                  <a:pt x="20" y="1722"/>
                  <a:pt x="12" y="1703"/>
                </a:cubicBezTo>
                <a:cubicBezTo>
                  <a:pt x="4" y="1683"/>
                  <a:pt x="0" y="1662"/>
                  <a:pt x="0" y="1641"/>
                </a:cubicBezTo>
                <a:lnTo>
                  <a:pt x="0" y="0"/>
                </a:lnTo>
                <a:lnTo>
                  <a:pt x="2250" y="0"/>
                </a:lnTo>
                <a:lnTo>
                  <a:pt x="2250" y="1774"/>
                </a:lnTo>
                <a:lnTo>
                  <a:pt x="71" y="1774"/>
                </a:lnTo>
                <a:cubicBezTo>
                  <a:pt x="62" y="1768"/>
                  <a:pt x="54" y="1762"/>
                  <a:pt x="47" y="1754"/>
                </a:cubicBez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2" name=""/>
          <p:cNvSpPr/>
          <p:nvPr/>
        </p:nvSpPr>
        <p:spPr>
          <a:xfrm>
            <a:off x="5933880" y="48193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3" name=""/>
          <p:cNvSpPr/>
          <p:nvPr/>
        </p:nvSpPr>
        <p:spPr>
          <a:xfrm>
            <a:off x="7134120" y="48193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4" name=""/>
          <p:cNvSpPr/>
          <p:nvPr/>
        </p:nvSpPr>
        <p:spPr>
          <a:xfrm>
            <a:off x="10848960" y="4819320"/>
            <a:ext cx="809640" cy="638640"/>
          </a:xfrm>
          <a:custGeom>
            <a:avLst/>
            <a:gdLst/>
            <a:ahLst/>
            <a:rect l="0" t="0" r="r" b="b"/>
            <a:pathLst>
              <a:path w="2249" h="1774">
                <a:moveTo>
                  <a:pt x="2249" y="1641"/>
                </a:moveTo>
                <a:cubicBezTo>
                  <a:pt x="2249" y="1662"/>
                  <a:pt x="2245" y="1683"/>
                  <a:pt x="2237" y="1703"/>
                </a:cubicBezTo>
                <a:cubicBezTo>
                  <a:pt x="2229" y="1722"/>
                  <a:pt x="2218" y="1739"/>
                  <a:pt x="2203" y="1754"/>
                </a:cubicBezTo>
                <a:cubicBezTo>
                  <a:pt x="2195" y="1762"/>
                  <a:pt x="2187" y="1768"/>
                  <a:pt x="2179" y="1774"/>
                </a:cubicBezTo>
                <a:lnTo>
                  <a:pt x="0" y="1774"/>
                </a:lnTo>
                <a:lnTo>
                  <a:pt x="0" y="0"/>
                </a:lnTo>
                <a:lnTo>
                  <a:pt x="2249" y="0"/>
                </a:lnTo>
                <a:lnTo>
                  <a:pt x="2249" y="1641"/>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5" name=""/>
          <p:cNvSpPr/>
          <p:nvPr/>
        </p:nvSpPr>
        <p:spPr>
          <a:xfrm>
            <a:off x="5124240" y="4819320"/>
            <a:ext cx="810000" cy="638640"/>
          </a:xfrm>
          <a:custGeom>
            <a:avLst/>
            <a:gdLst/>
            <a:ahLst/>
            <a:rect l="0" t="0" r="r" b="b"/>
            <a:pathLst>
              <a:path w="2250" h="1774">
                <a:moveTo>
                  <a:pt x="47" y="1754"/>
                </a:moveTo>
                <a:cubicBezTo>
                  <a:pt x="32" y="1739"/>
                  <a:pt x="20" y="1722"/>
                  <a:pt x="12" y="1703"/>
                </a:cubicBezTo>
                <a:cubicBezTo>
                  <a:pt x="4" y="1683"/>
                  <a:pt x="0" y="1662"/>
                  <a:pt x="0" y="1641"/>
                </a:cubicBezTo>
                <a:lnTo>
                  <a:pt x="0" y="0"/>
                </a:lnTo>
                <a:lnTo>
                  <a:pt x="2250" y="0"/>
                </a:lnTo>
                <a:lnTo>
                  <a:pt x="2250" y="1774"/>
                </a:lnTo>
                <a:lnTo>
                  <a:pt x="71" y="1774"/>
                </a:lnTo>
                <a:cubicBezTo>
                  <a:pt x="62" y="1768"/>
                  <a:pt x="54" y="1762"/>
                  <a:pt x="47" y="1754"/>
                </a:cubicBez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6" name=""/>
          <p:cNvSpPr/>
          <p:nvPr/>
        </p:nvSpPr>
        <p:spPr>
          <a:xfrm>
            <a:off x="5933880" y="48193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7" name=""/>
          <p:cNvSpPr/>
          <p:nvPr/>
        </p:nvSpPr>
        <p:spPr>
          <a:xfrm>
            <a:off x="7134120" y="48193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8" name=""/>
          <p:cNvSpPr/>
          <p:nvPr/>
        </p:nvSpPr>
        <p:spPr>
          <a:xfrm>
            <a:off x="10848960" y="4819320"/>
            <a:ext cx="809640" cy="638640"/>
          </a:xfrm>
          <a:custGeom>
            <a:avLst/>
            <a:gdLst/>
            <a:ahLst/>
            <a:rect l="0" t="0" r="r" b="b"/>
            <a:pathLst>
              <a:path w="2249" h="1774">
                <a:moveTo>
                  <a:pt x="2249" y="1641"/>
                </a:moveTo>
                <a:cubicBezTo>
                  <a:pt x="2249" y="1662"/>
                  <a:pt x="2245" y="1683"/>
                  <a:pt x="2237" y="1703"/>
                </a:cubicBezTo>
                <a:cubicBezTo>
                  <a:pt x="2229" y="1722"/>
                  <a:pt x="2218" y="1739"/>
                  <a:pt x="2203" y="1754"/>
                </a:cubicBezTo>
                <a:cubicBezTo>
                  <a:pt x="2195" y="1762"/>
                  <a:pt x="2187" y="1768"/>
                  <a:pt x="2179" y="1774"/>
                </a:cubicBezTo>
                <a:lnTo>
                  <a:pt x="0" y="1774"/>
                </a:lnTo>
                <a:lnTo>
                  <a:pt x="0" y="0"/>
                </a:lnTo>
                <a:lnTo>
                  <a:pt x="2249" y="0"/>
                </a:lnTo>
                <a:lnTo>
                  <a:pt x="2249" y="1641"/>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9" name=""/>
          <p:cNvSpPr/>
          <p:nvPr/>
        </p:nvSpPr>
        <p:spPr>
          <a:xfrm>
            <a:off x="5124240" y="2292480"/>
            <a:ext cx="10440" cy="622440"/>
          </a:xfrm>
          <a:custGeom>
            <a:avLst/>
            <a:gdLst/>
            <a:ahLst/>
            <a:rect l="0" t="0" r="r" b="b"/>
            <a:pathLst>
              <a:path w="29" h="1729">
                <a:moveTo>
                  <a:pt x="13" y="27"/>
                </a:moveTo>
                <a:cubicBezTo>
                  <a:pt x="17" y="17"/>
                  <a:pt x="22" y="8"/>
                  <a:pt x="29" y="0"/>
                </a:cubicBezTo>
                <a:lnTo>
                  <a:pt x="29" y="1729"/>
                </a:lnTo>
                <a:lnTo>
                  <a:pt x="0" y="1729"/>
                </a:lnTo>
                <a:lnTo>
                  <a:pt x="0" y="87"/>
                </a:lnTo>
                <a:cubicBezTo>
                  <a:pt x="0" y="66"/>
                  <a:pt x="5" y="46"/>
                  <a:pt x="13"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0" name=""/>
          <p:cNvSpPr/>
          <p:nvPr/>
        </p:nvSpPr>
        <p:spPr>
          <a:xfrm>
            <a:off x="5149800" y="2266920"/>
            <a:ext cx="784440" cy="9720"/>
          </a:xfrm>
          <a:custGeom>
            <a:avLst/>
            <a:gdLst/>
            <a:ahLst/>
            <a:rect l="0" t="0" r="r" b="b"/>
            <a:pathLst>
              <a:path w="2179" h="27">
                <a:moveTo>
                  <a:pt x="27" y="13"/>
                </a:moveTo>
                <a:cubicBezTo>
                  <a:pt x="47" y="4"/>
                  <a:pt x="67" y="0"/>
                  <a:pt x="88" y="0"/>
                </a:cubicBezTo>
                <a:lnTo>
                  <a:pt x="2179" y="0"/>
                </a:lnTo>
                <a:lnTo>
                  <a:pt x="2179" y="27"/>
                </a:lnTo>
                <a:lnTo>
                  <a:pt x="0" y="27"/>
                </a:lnTo>
                <a:cubicBezTo>
                  <a:pt x="8" y="21"/>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1" name=""/>
          <p:cNvSpPr/>
          <p:nvPr/>
        </p:nvSpPr>
        <p:spPr>
          <a:xfrm>
            <a:off x="5924520" y="2266920"/>
            <a:ext cx="9720" cy="648000"/>
          </a:xfrm>
          <a:custGeom>
            <a:avLst/>
            <a:gdLst/>
            <a:ahLst/>
            <a:rect l="0" t="0" r="r" b="b"/>
            <a:pathLst>
              <a:path w="27" h="1800">
                <a:moveTo>
                  <a:pt x="0" y="0"/>
                </a:moveTo>
                <a:lnTo>
                  <a:pt x="27" y="0"/>
                </a:lnTo>
                <a:lnTo>
                  <a:pt x="27"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2" name=""/>
          <p:cNvSpPr/>
          <p:nvPr/>
        </p:nvSpPr>
        <p:spPr>
          <a:xfrm>
            <a:off x="5933880" y="226692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3" name=""/>
          <p:cNvSpPr/>
          <p:nvPr/>
        </p:nvSpPr>
        <p:spPr>
          <a:xfrm>
            <a:off x="7124400" y="226692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4" name=""/>
          <p:cNvSpPr/>
          <p:nvPr/>
        </p:nvSpPr>
        <p:spPr>
          <a:xfrm>
            <a:off x="7134120" y="226692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5" name=""/>
          <p:cNvSpPr/>
          <p:nvPr/>
        </p:nvSpPr>
        <p:spPr>
          <a:xfrm>
            <a:off x="10839240" y="226692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6" name=""/>
          <p:cNvSpPr/>
          <p:nvPr/>
        </p:nvSpPr>
        <p:spPr>
          <a:xfrm>
            <a:off x="10848960" y="2266920"/>
            <a:ext cx="784440" cy="9720"/>
          </a:xfrm>
          <a:custGeom>
            <a:avLst/>
            <a:gdLst/>
            <a:ahLst/>
            <a:rect l="0" t="0" r="r" b="b"/>
            <a:pathLst>
              <a:path w="2179" h="27">
                <a:moveTo>
                  <a:pt x="2151" y="13"/>
                </a:moveTo>
                <a:cubicBezTo>
                  <a:pt x="2161" y="17"/>
                  <a:pt x="2170" y="21"/>
                  <a:pt x="2179" y="27"/>
                </a:cubicBezTo>
                <a:lnTo>
                  <a:pt x="0" y="27"/>
                </a:lnTo>
                <a:lnTo>
                  <a:pt x="0" y="0"/>
                </a:lnTo>
                <a:lnTo>
                  <a:pt x="2091" y="0"/>
                </a:lnTo>
                <a:cubicBezTo>
                  <a:pt x="2112" y="0"/>
                  <a:pt x="2132" y="4"/>
                  <a:pt x="2151"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7" name=""/>
          <p:cNvSpPr/>
          <p:nvPr/>
        </p:nvSpPr>
        <p:spPr>
          <a:xfrm>
            <a:off x="11648880" y="2292480"/>
            <a:ext cx="9720" cy="622440"/>
          </a:xfrm>
          <a:custGeom>
            <a:avLst/>
            <a:gdLst/>
            <a:ahLst/>
            <a:rect l="0" t="0" r="r" b="b"/>
            <a:pathLst>
              <a:path w="27" h="1729">
                <a:moveTo>
                  <a:pt x="14" y="27"/>
                </a:moveTo>
                <a:cubicBezTo>
                  <a:pt x="22" y="46"/>
                  <a:pt x="27" y="66"/>
                  <a:pt x="27" y="87"/>
                </a:cubicBezTo>
                <a:lnTo>
                  <a:pt x="27" y="1729"/>
                </a:lnTo>
                <a:lnTo>
                  <a:pt x="0" y="1729"/>
                </a:lnTo>
                <a:lnTo>
                  <a:pt x="0" y="0"/>
                </a:lnTo>
                <a:cubicBezTo>
                  <a:pt x="6" y="8"/>
                  <a:pt x="10" y="17"/>
                  <a:pt x="14"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8" name=""/>
          <p:cNvSpPr/>
          <p:nvPr/>
        </p:nvSpPr>
        <p:spPr>
          <a:xfrm>
            <a:off x="5124240" y="290484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9" name=""/>
          <p:cNvSpPr/>
          <p:nvPr/>
        </p:nvSpPr>
        <p:spPr>
          <a:xfrm>
            <a:off x="5933880" y="290484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0" name=""/>
          <p:cNvSpPr/>
          <p:nvPr/>
        </p:nvSpPr>
        <p:spPr>
          <a:xfrm>
            <a:off x="7134120" y="290484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1" name=""/>
          <p:cNvSpPr/>
          <p:nvPr/>
        </p:nvSpPr>
        <p:spPr>
          <a:xfrm>
            <a:off x="10848960" y="290484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2" name=""/>
          <p:cNvSpPr/>
          <p:nvPr/>
        </p:nvSpPr>
        <p:spPr>
          <a:xfrm>
            <a:off x="5124240" y="2914560"/>
            <a:ext cx="10440" cy="638280"/>
          </a:xfrm>
          <a:custGeom>
            <a:avLst/>
            <a:gdLst/>
            <a:ahLst/>
            <a:rect l="0" t="0" r="r" b="b"/>
            <a:pathLst>
              <a:path w="29" h="1773">
                <a:moveTo>
                  <a:pt x="0" y="0"/>
                </a:moveTo>
                <a:lnTo>
                  <a:pt x="29" y="0"/>
                </a:lnTo>
                <a:lnTo>
                  <a:pt x="29"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3" name=""/>
          <p:cNvSpPr/>
          <p:nvPr/>
        </p:nvSpPr>
        <p:spPr>
          <a:xfrm>
            <a:off x="5924520" y="2914560"/>
            <a:ext cx="9720" cy="638280"/>
          </a:xfrm>
          <a:custGeom>
            <a:avLst/>
            <a:gdLst/>
            <a:ahLst/>
            <a:rect l="0" t="0" r="r" b="b"/>
            <a:pathLst>
              <a:path w="27" h="1773">
                <a:moveTo>
                  <a:pt x="0" y="0"/>
                </a:moveTo>
                <a:lnTo>
                  <a:pt x="27" y="0"/>
                </a:lnTo>
                <a:lnTo>
                  <a:pt x="27"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4" name=""/>
          <p:cNvSpPr/>
          <p:nvPr/>
        </p:nvSpPr>
        <p:spPr>
          <a:xfrm>
            <a:off x="7124400" y="291456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5" name=""/>
          <p:cNvSpPr/>
          <p:nvPr/>
        </p:nvSpPr>
        <p:spPr>
          <a:xfrm>
            <a:off x="10839240" y="291456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6" name=""/>
          <p:cNvSpPr/>
          <p:nvPr/>
        </p:nvSpPr>
        <p:spPr>
          <a:xfrm>
            <a:off x="11648880" y="2914560"/>
            <a:ext cx="9720" cy="638280"/>
          </a:xfrm>
          <a:custGeom>
            <a:avLst/>
            <a:gdLst/>
            <a:ahLst/>
            <a:rect l="0" t="0" r="r" b="b"/>
            <a:pathLst>
              <a:path w="27" h="1773">
                <a:moveTo>
                  <a:pt x="27" y="1773"/>
                </a:moveTo>
                <a:lnTo>
                  <a:pt x="0" y="1773"/>
                </a:lnTo>
                <a:lnTo>
                  <a:pt x="0" y="0"/>
                </a:lnTo>
                <a:lnTo>
                  <a:pt x="27" y="0"/>
                </a:lnTo>
                <a:lnTo>
                  <a:pt x="27" y="1773"/>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7" name=""/>
          <p:cNvSpPr/>
          <p:nvPr/>
        </p:nvSpPr>
        <p:spPr>
          <a:xfrm>
            <a:off x="5124240" y="355248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8" name=""/>
          <p:cNvSpPr/>
          <p:nvPr/>
        </p:nvSpPr>
        <p:spPr>
          <a:xfrm>
            <a:off x="5124240" y="354312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9" name=""/>
          <p:cNvSpPr/>
          <p:nvPr/>
        </p:nvSpPr>
        <p:spPr>
          <a:xfrm>
            <a:off x="5924520" y="355248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0" name=""/>
          <p:cNvSpPr/>
          <p:nvPr/>
        </p:nvSpPr>
        <p:spPr>
          <a:xfrm>
            <a:off x="5933880" y="354312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1" name=""/>
          <p:cNvSpPr/>
          <p:nvPr/>
        </p:nvSpPr>
        <p:spPr>
          <a:xfrm>
            <a:off x="7124400" y="355248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2" name=""/>
          <p:cNvSpPr/>
          <p:nvPr/>
        </p:nvSpPr>
        <p:spPr>
          <a:xfrm>
            <a:off x="7134120" y="354312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3" name=""/>
          <p:cNvSpPr/>
          <p:nvPr/>
        </p:nvSpPr>
        <p:spPr>
          <a:xfrm>
            <a:off x="10839240" y="355248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4" name=""/>
          <p:cNvSpPr/>
          <p:nvPr/>
        </p:nvSpPr>
        <p:spPr>
          <a:xfrm>
            <a:off x="10848960" y="354312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5" name=""/>
          <p:cNvSpPr/>
          <p:nvPr/>
        </p:nvSpPr>
        <p:spPr>
          <a:xfrm>
            <a:off x="11648880" y="355248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6" name=""/>
          <p:cNvSpPr/>
          <p:nvPr/>
        </p:nvSpPr>
        <p:spPr>
          <a:xfrm>
            <a:off x="5124240" y="419076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7" name=""/>
          <p:cNvSpPr/>
          <p:nvPr/>
        </p:nvSpPr>
        <p:spPr>
          <a:xfrm>
            <a:off x="5124240" y="418140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8" name=""/>
          <p:cNvSpPr/>
          <p:nvPr/>
        </p:nvSpPr>
        <p:spPr>
          <a:xfrm>
            <a:off x="5924520" y="419076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9" name=""/>
          <p:cNvSpPr/>
          <p:nvPr/>
        </p:nvSpPr>
        <p:spPr>
          <a:xfrm>
            <a:off x="5933880" y="418140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0" name=""/>
          <p:cNvSpPr/>
          <p:nvPr/>
        </p:nvSpPr>
        <p:spPr>
          <a:xfrm>
            <a:off x="7124400" y="419076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1" name=""/>
          <p:cNvSpPr/>
          <p:nvPr/>
        </p:nvSpPr>
        <p:spPr>
          <a:xfrm>
            <a:off x="7134120" y="418140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2" name=""/>
          <p:cNvSpPr/>
          <p:nvPr/>
        </p:nvSpPr>
        <p:spPr>
          <a:xfrm>
            <a:off x="10839240" y="419076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3" name=""/>
          <p:cNvSpPr/>
          <p:nvPr/>
        </p:nvSpPr>
        <p:spPr>
          <a:xfrm>
            <a:off x="10848960" y="418140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4" name=""/>
          <p:cNvSpPr/>
          <p:nvPr/>
        </p:nvSpPr>
        <p:spPr>
          <a:xfrm>
            <a:off x="11648880" y="419076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5" name=""/>
          <p:cNvSpPr/>
          <p:nvPr/>
        </p:nvSpPr>
        <p:spPr>
          <a:xfrm>
            <a:off x="5124240" y="4829040"/>
            <a:ext cx="10440" cy="613080"/>
          </a:xfrm>
          <a:custGeom>
            <a:avLst/>
            <a:gdLst/>
            <a:ahLst/>
            <a:rect l="0" t="0" r="r" b="b"/>
            <a:pathLst>
              <a:path w="29" h="1703">
                <a:moveTo>
                  <a:pt x="13" y="1676"/>
                </a:moveTo>
                <a:cubicBezTo>
                  <a:pt x="5" y="1656"/>
                  <a:pt x="0" y="1636"/>
                  <a:pt x="0" y="1615"/>
                </a:cubicBezTo>
                <a:lnTo>
                  <a:pt x="0" y="0"/>
                </a:lnTo>
                <a:lnTo>
                  <a:pt x="29" y="0"/>
                </a:lnTo>
                <a:lnTo>
                  <a:pt x="29" y="1703"/>
                </a:lnTo>
                <a:cubicBezTo>
                  <a:pt x="22" y="1694"/>
                  <a:pt x="17" y="1685"/>
                  <a:pt x="13" y="1676"/>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6" name=""/>
          <p:cNvSpPr/>
          <p:nvPr/>
        </p:nvSpPr>
        <p:spPr>
          <a:xfrm>
            <a:off x="5124240" y="481932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7" name=""/>
          <p:cNvSpPr/>
          <p:nvPr/>
        </p:nvSpPr>
        <p:spPr>
          <a:xfrm>
            <a:off x="5924520" y="4829040"/>
            <a:ext cx="9720" cy="638640"/>
          </a:xfrm>
          <a:custGeom>
            <a:avLst/>
            <a:gdLst/>
            <a:ahLst/>
            <a:rect l="0" t="0" r="r" b="b"/>
            <a:pathLst>
              <a:path w="27" h="1774">
                <a:moveTo>
                  <a:pt x="0" y="1774"/>
                </a:moveTo>
                <a:lnTo>
                  <a:pt x="0" y="0"/>
                </a:lnTo>
                <a:lnTo>
                  <a:pt x="27" y="0"/>
                </a:lnTo>
                <a:lnTo>
                  <a:pt x="27"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8" name=""/>
          <p:cNvSpPr/>
          <p:nvPr/>
        </p:nvSpPr>
        <p:spPr>
          <a:xfrm>
            <a:off x="5933880" y="481932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9" name=""/>
          <p:cNvSpPr/>
          <p:nvPr/>
        </p:nvSpPr>
        <p:spPr>
          <a:xfrm>
            <a:off x="7124400" y="482904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0" name=""/>
          <p:cNvSpPr/>
          <p:nvPr/>
        </p:nvSpPr>
        <p:spPr>
          <a:xfrm>
            <a:off x="7134120" y="481932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1" name=""/>
          <p:cNvSpPr/>
          <p:nvPr/>
        </p:nvSpPr>
        <p:spPr>
          <a:xfrm>
            <a:off x="10839240" y="482904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2" name=""/>
          <p:cNvSpPr/>
          <p:nvPr/>
        </p:nvSpPr>
        <p:spPr>
          <a:xfrm>
            <a:off x="10848960" y="481932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3" name=""/>
          <p:cNvSpPr/>
          <p:nvPr/>
        </p:nvSpPr>
        <p:spPr>
          <a:xfrm>
            <a:off x="11648880" y="4829040"/>
            <a:ext cx="9720" cy="613080"/>
          </a:xfrm>
          <a:custGeom>
            <a:avLst/>
            <a:gdLst/>
            <a:ahLst/>
            <a:rect l="0" t="0" r="r" b="b"/>
            <a:pathLst>
              <a:path w="27" h="1703">
                <a:moveTo>
                  <a:pt x="27" y="1615"/>
                </a:moveTo>
                <a:cubicBezTo>
                  <a:pt x="27" y="1636"/>
                  <a:pt x="22" y="1656"/>
                  <a:pt x="14" y="1676"/>
                </a:cubicBezTo>
                <a:cubicBezTo>
                  <a:pt x="10" y="1685"/>
                  <a:pt x="6" y="1694"/>
                  <a:pt x="0" y="1703"/>
                </a:cubicBezTo>
                <a:lnTo>
                  <a:pt x="0" y="0"/>
                </a:lnTo>
                <a:lnTo>
                  <a:pt x="27" y="0"/>
                </a:lnTo>
                <a:lnTo>
                  <a:pt x="27" y="161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4" name=""/>
          <p:cNvSpPr/>
          <p:nvPr/>
        </p:nvSpPr>
        <p:spPr>
          <a:xfrm>
            <a:off x="5149800" y="5457600"/>
            <a:ext cx="784440" cy="10080"/>
          </a:xfrm>
          <a:custGeom>
            <a:avLst/>
            <a:gdLst/>
            <a:ahLst/>
            <a:rect l="0" t="0" r="r" b="b"/>
            <a:pathLst>
              <a:path w="2179" h="28">
                <a:moveTo>
                  <a:pt x="88" y="28"/>
                </a:moveTo>
                <a:cubicBezTo>
                  <a:pt x="67" y="28"/>
                  <a:pt x="47" y="24"/>
                  <a:pt x="27" y="15"/>
                </a:cubicBezTo>
                <a:cubicBezTo>
                  <a:pt x="18" y="12"/>
                  <a:pt x="8" y="6"/>
                  <a:pt x="0" y="0"/>
                </a:cubicBezTo>
                <a:lnTo>
                  <a:pt x="2179" y="0"/>
                </a:lnTo>
                <a:lnTo>
                  <a:pt x="2179"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5" name=""/>
          <p:cNvSpPr/>
          <p:nvPr/>
        </p:nvSpPr>
        <p:spPr>
          <a:xfrm>
            <a:off x="5933880" y="5457600"/>
            <a:ext cx="1200600" cy="10080"/>
          </a:xfrm>
          <a:custGeom>
            <a:avLst/>
            <a:gdLst/>
            <a:ahLst/>
            <a:rect l="0" t="0" r="r" b="b"/>
            <a:pathLst>
              <a:path w="3335" h="28">
                <a:moveTo>
                  <a:pt x="0" y="28"/>
                </a:moveTo>
                <a:lnTo>
                  <a:pt x="0" y="0"/>
                </a:lnTo>
                <a:lnTo>
                  <a:pt x="3335" y="0"/>
                </a:lnTo>
                <a:lnTo>
                  <a:pt x="3335"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6" name=""/>
          <p:cNvSpPr/>
          <p:nvPr/>
        </p:nvSpPr>
        <p:spPr>
          <a:xfrm>
            <a:off x="7134120" y="5457600"/>
            <a:ext cx="3715200" cy="10080"/>
          </a:xfrm>
          <a:custGeom>
            <a:avLst/>
            <a:gdLst/>
            <a:ahLst/>
            <a:rect l="0" t="0" r="r" b="b"/>
            <a:pathLst>
              <a:path w="10320" h="28">
                <a:moveTo>
                  <a:pt x="0" y="28"/>
                </a:moveTo>
                <a:lnTo>
                  <a:pt x="0" y="0"/>
                </a:lnTo>
                <a:lnTo>
                  <a:pt x="10320" y="0"/>
                </a:lnTo>
                <a:lnTo>
                  <a:pt x="10320"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7" name=""/>
          <p:cNvSpPr/>
          <p:nvPr/>
        </p:nvSpPr>
        <p:spPr>
          <a:xfrm>
            <a:off x="10848960" y="5457600"/>
            <a:ext cx="784440" cy="10080"/>
          </a:xfrm>
          <a:custGeom>
            <a:avLst/>
            <a:gdLst/>
            <a:ahLst/>
            <a:rect l="0" t="0" r="r" b="b"/>
            <a:pathLst>
              <a:path w="2179" h="28">
                <a:moveTo>
                  <a:pt x="2151" y="15"/>
                </a:moveTo>
                <a:cubicBezTo>
                  <a:pt x="2132" y="24"/>
                  <a:pt x="2112" y="28"/>
                  <a:pt x="2091" y="28"/>
                </a:cubicBezTo>
                <a:lnTo>
                  <a:pt x="0" y="28"/>
                </a:lnTo>
                <a:lnTo>
                  <a:pt x="0" y="0"/>
                </a:lnTo>
                <a:lnTo>
                  <a:pt x="2179" y="0"/>
                </a:lnTo>
                <a:cubicBezTo>
                  <a:pt x="2170" y="6"/>
                  <a:pt x="2161" y="12"/>
                  <a:pt x="2151" y="15"/>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8" name=""/>
          <p:cNvSpPr txBox="1"/>
          <p:nvPr/>
        </p:nvSpPr>
        <p:spPr>
          <a:xfrm>
            <a:off x="799920" y="390420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説明変数を⾒直し、モデルを再構築</a:t>
            </a:r>
            <a:endParaRPr lang="en-US" sz="1500" b="0" u="none" strike="noStrike">
              <a:solidFill>
                <a:srgbClr val="000000"/>
              </a:solidFill>
              <a:effectLst/>
              <a:uFillTx/>
              <a:latin typeface="游明朝体"/>
            </a:endParaRPr>
          </a:p>
        </p:txBody>
      </p:sp>
      <p:sp>
        <p:nvSpPr>
          <p:cNvPr id="1229" name=""/>
          <p:cNvSpPr txBox="1"/>
          <p:nvPr/>
        </p:nvSpPr>
        <p:spPr>
          <a:xfrm>
            <a:off x="5120640" y="1877400"/>
            <a:ext cx="10447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モデル変遷</a:t>
            </a:r>
            <a:endParaRPr lang="en-US" sz="1650" b="0" u="none" strike="noStrike">
              <a:solidFill>
                <a:srgbClr val="000000"/>
              </a:solidFill>
              <a:effectLst/>
              <a:uFillTx/>
              <a:latin typeface="游明朝体"/>
            </a:endParaRPr>
          </a:p>
        </p:txBody>
      </p:sp>
      <p:sp>
        <p:nvSpPr>
          <p:cNvPr id="1230" name=""/>
          <p:cNvSpPr txBox="1"/>
          <p:nvPr/>
        </p:nvSpPr>
        <p:spPr>
          <a:xfrm>
            <a:off x="5253840" y="236880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バージ</a:t>
            </a:r>
            <a:endParaRPr lang="en-US" sz="1350" b="0" u="none" strike="noStrike">
              <a:solidFill>
                <a:srgbClr val="000000"/>
              </a:solidFill>
              <a:effectLst/>
              <a:uFillTx/>
              <a:latin typeface="游明朝体"/>
            </a:endParaRPr>
          </a:p>
        </p:txBody>
      </p:sp>
      <p:sp>
        <p:nvSpPr>
          <p:cNvPr id="1231" name=""/>
          <p:cNvSpPr txBox="1"/>
          <p:nvPr/>
        </p:nvSpPr>
        <p:spPr>
          <a:xfrm>
            <a:off x="5253840" y="262620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ョン</a:t>
            </a:r>
            <a:endParaRPr lang="en-US" sz="1350" b="0" u="none" strike="noStrike">
              <a:solidFill>
                <a:srgbClr val="000000"/>
              </a:solidFill>
              <a:effectLst/>
              <a:uFillTx/>
              <a:latin typeface="游明朝体"/>
            </a:endParaRPr>
          </a:p>
        </p:txBody>
      </p:sp>
      <p:sp>
        <p:nvSpPr>
          <p:cNvPr id="1232" name=""/>
          <p:cNvSpPr txBox="1"/>
          <p:nvPr/>
        </p:nvSpPr>
        <p:spPr>
          <a:xfrm>
            <a:off x="6058080" y="24926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期間</a:t>
            </a:r>
            <a:endParaRPr lang="en-US" sz="1350" b="0" u="none" strike="noStrike">
              <a:solidFill>
                <a:srgbClr val="000000"/>
              </a:solidFill>
              <a:effectLst/>
              <a:uFillTx/>
              <a:latin typeface="游明朝体"/>
            </a:endParaRPr>
          </a:p>
        </p:txBody>
      </p:sp>
      <p:sp>
        <p:nvSpPr>
          <p:cNvPr id="1233" name=""/>
          <p:cNvSpPr txBox="1"/>
          <p:nvPr/>
        </p:nvSpPr>
        <p:spPr>
          <a:xfrm>
            <a:off x="7261920" y="249264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説明変数</a:t>
            </a:r>
            <a:endParaRPr lang="en-US" sz="1350" b="0" u="none" strike="noStrike">
              <a:solidFill>
                <a:srgbClr val="000000"/>
              </a:solidFill>
              <a:effectLst/>
              <a:uFillTx/>
              <a:latin typeface="游明朝体"/>
            </a:endParaRPr>
          </a:p>
        </p:txBody>
      </p:sp>
      <p:sp>
        <p:nvSpPr>
          <p:cNvPr id="1234" name=""/>
          <p:cNvSpPr txBox="1"/>
          <p:nvPr/>
        </p:nvSpPr>
        <p:spPr>
          <a:xfrm>
            <a:off x="10973520" y="2360880"/>
            <a:ext cx="234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CV</a:t>
            </a:r>
            <a:endParaRPr lang="en-US" sz="1350" b="0" u="none" strike="noStrike">
              <a:solidFill>
                <a:srgbClr val="000000"/>
              </a:solidFill>
              <a:effectLst/>
              <a:uFillTx/>
              <a:latin typeface="游明朝体"/>
            </a:endParaRPr>
          </a:p>
        </p:txBody>
      </p:sp>
      <p:sp>
        <p:nvSpPr>
          <p:cNvPr id="1235" name=""/>
          <p:cNvSpPr txBox="1"/>
          <p:nvPr/>
        </p:nvSpPr>
        <p:spPr>
          <a:xfrm>
            <a:off x="10973520" y="2617920"/>
            <a:ext cx="3830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a:t>
            </a:r>
            <a:endParaRPr lang="en-US" sz="1350" b="0" u="none" strike="noStrike">
              <a:solidFill>
                <a:srgbClr val="000000"/>
              </a:solidFill>
              <a:effectLst/>
              <a:uFillTx/>
              <a:latin typeface="游明朝体"/>
            </a:endParaRPr>
          </a:p>
        </p:txBody>
      </p:sp>
      <p:sp>
        <p:nvSpPr>
          <p:cNvPr id="1236" name=""/>
          <p:cNvSpPr txBox="1"/>
          <p:nvPr/>
        </p:nvSpPr>
        <p:spPr>
          <a:xfrm>
            <a:off x="5253840" y="3123000"/>
            <a:ext cx="181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v1</a:t>
            </a:r>
            <a:endParaRPr lang="en-US" sz="1350" b="0" u="none" strike="noStrike">
              <a:solidFill>
                <a:srgbClr val="000000"/>
              </a:solidFill>
              <a:effectLst/>
              <a:uFillTx/>
              <a:latin typeface="游明朝体"/>
            </a:endParaRPr>
          </a:p>
        </p:txBody>
      </p:sp>
      <p:sp>
        <p:nvSpPr>
          <p:cNvPr id="1237" name=""/>
          <p:cNvSpPr txBox="1"/>
          <p:nvPr/>
        </p:nvSpPr>
        <p:spPr>
          <a:xfrm>
            <a:off x="6058080" y="30070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38" name=""/>
          <p:cNvSpPr txBox="1"/>
          <p:nvPr/>
        </p:nvSpPr>
        <p:spPr>
          <a:xfrm>
            <a:off x="6229440" y="2999160"/>
            <a:ext cx="703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1239" name=""/>
          <p:cNvSpPr txBox="1"/>
          <p:nvPr/>
        </p:nvSpPr>
        <p:spPr>
          <a:xfrm>
            <a:off x="6058080" y="3256200"/>
            <a:ext cx="1904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17</a:t>
            </a:r>
            <a:endParaRPr lang="en-US" sz="1350" b="0" u="none" strike="noStrike">
              <a:solidFill>
                <a:srgbClr val="000000"/>
              </a:solidFill>
              <a:effectLst/>
              <a:uFillTx/>
              <a:latin typeface="游明朝体"/>
            </a:endParaRPr>
          </a:p>
        </p:txBody>
      </p:sp>
      <p:sp>
        <p:nvSpPr>
          <p:cNvPr id="1240" name=""/>
          <p:cNvSpPr txBox="1"/>
          <p:nvPr/>
        </p:nvSpPr>
        <p:spPr>
          <a:xfrm>
            <a:off x="7261920" y="299916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8</a:t>
            </a:r>
            <a:endParaRPr lang="en-US" sz="1350" b="0" u="none" strike="noStrike">
              <a:solidFill>
                <a:srgbClr val="000000"/>
              </a:solidFill>
              <a:effectLst/>
              <a:uFillTx/>
              <a:latin typeface="游明朝体"/>
            </a:endParaRPr>
          </a:p>
        </p:txBody>
      </p:sp>
      <p:sp>
        <p:nvSpPr>
          <p:cNvPr id="1241" name=""/>
          <p:cNvSpPr txBox="1"/>
          <p:nvPr/>
        </p:nvSpPr>
        <p:spPr>
          <a:xfrm>
            <a:off x="7356960" y="300708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242" name=""/>
          <p:cNvSpPr txBox="1"/>
          <p:nvPr/>
        </p:nvSpPr>
        <p:spPr>
          <a:xfrm>
            <a:off x="7871400" y="2999160"/>
            <a:ext cx="3578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43" name=""/>
          <p:cNvSpPr txBox="1"/>
          <p:nvPr/>
        </p:nvSpPr>
        <p:spPr>
          <a:xfrm>
            <a:off x="8229960" y="30070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44" name=""/>
          <p:cNvSpPr txBox="1"/>
          <p:nvPr/>
        </p:nvSpPr>
        <p:spPr>
          <a:xfrm>
            <a:off x="8401680" y="2999160"/>
            <a:ext cx="768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TMP_max</a:t>
            </a:r>
            <a:endParaRPr lang="en-US" sz="1350" b="0" u="none" strike="noStrike">
              <a:solidFill>
                <a:srgbClr val="000000"/>
              </a:solidFill>
              <a:effectLst/>
              <a:uFillTx/>
              <a:latin typeface="游明朝体"/>
            </a:endParaRPr>
          </a:p>
        </p:txBody>
      </p:sp>
      <p:sp>
        <p:nvSpPr>
          <p:cNvPr id="1245" name=""/>
          <p:cNvSpPr txBox="1"/>
          <p:nvPr/>
        </p:nvSpPr>
        <p:spPr>
          <a:xfrm>
            <a:off x="9173160" y="300708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46" name=""/>
          <p:cNvSpPr txBox="1"/>
          <p:nvPr/>
        </p:nvSpPr>
        <p:spPr>
          <a:xfrm>
            <a:off x="9516240" y="2999160"/>
            <a:ext cx="5508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sin/cos</a:t>
            </a:r>
            <a:endParaRPr lang="en-US" sz="1350" b="0" u="none" strike="noStrike">
              <a:solidFill>
                <a:srgbClr val="000000"/>
              </a:solidFill>
              <a:effectLst/>
              <a:uFillTx/>
              <a:latin typeface="游明朝体"/>
            </a:endParaRPr>
          </a:p>
        </p:txBody>
      </p:sp>
      <p:sp>
        <p:nvSpPr>
          <p:cNvPr id="1247" name=""/>
          <p:cNvSpPr txBox="1"/>
          <p:nvPr/>
        </p:nvSpPr>
        <p:spPr>
          <a:xfrm>
            <a:off x="10068480" y="30070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48" name=""/>
          <p:cNvSpPr txBox="1"/>
          <p:nvPr/>
        </p:nvSpPr>
        <p:spPr>
          <a:xfrm>
            <a:off x="7261920" y="3256200"/>
            <a:ext cx="11764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GSR_5day_avg</a:t>
            </a:r>
            <a:endParaRPr lang="en-US" sz="1350" b="0" u="none" strike="noStrike">
              <a:solidFill>
                <a:srgbClr val="000000"/>
              </a:solidFill>
              <a:effectLst/>
              <a:uFillTx/>
              <a:latin typeface="游明朝体"/>
            </a:endParaRPr>
          </a:p>
        </p:txBody>
      </p:sp>
      <p:sp>
        <p:nvSpPr>
          <p:cNvPr id="1249" name=""/>
          <p:cNvSpPr txBox="1"/>
          <p:nvPr/>
        </p:nvSpPr>
        <p:spPr>
          <a:xfrm>
            <a:off x="8442720" y="32644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50" name=""/>
          <p:cNvSpPr txBox="1"/>
          <p:nvPr/>
        </p:nvSpPr>
        <p:spPr>
          <a:xfrm>
            <a:off x="8614440" y="3256200"/>
            <a:ext cx="1189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GSR_5day_ago</a:t>
            </a:r>
            <a:endParaRPr lang="en-US" sz="1350" b="0" u="none" strike="noStrike">
              <a:solidFill>
                <a:srgbClr val="000000"/>
              </a:solidFill>
              <a:effectLst/>
              <a:uFillTx/>
              <a:latin typeface="游明朝体"/>
            </a:endParaRPr>
          </a:p>
        </p:txBody>
      </p:sp>
      <p:sp>
        <p:nvSpPr>
          <p:cNvPr id="1251" name=""/>
          <p:cNvSpPr txBox="1"/>
          <p:nvPr/>
        </p:nvSpPr>
        <p:spPr>
          <a:xfrm>
            <a:off x="9808200" y="326448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1252" name=""/>
          <p:cNvSpPr txBox="1"/>
          <p:nvPr/>
        </p:nvSpPr>
        <p:spPr>
          <a:xfrm>
            <a:off x="10973520" y="3123000"/>
            <a:ext cx="1713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253" name=""/>
          <p:cNvSpPr txBox="1"/>
          <p:nvPr/>
        </p:nvSpPr>
        <p:spPr>
          <a:xfrm>
            <a:off x="5253840" y="3760920"/>
            <a:ext cx="181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v2</a:t>
            </a:r>
            <a:endParaRPr lang="en-US" sz="1350" b="0" u="none" strike="noStrike">
              <a:solidFill>
                <a:srgbClr val="000000"/>
              </a:solidFill>
              <a:effectLst/>
              <a:uFillTx/>
              <a:latin typeface="游明朝体"/>
            </a:endParaRPr>
          </a:p>
        </p:txBody>
      </p:sp>
      <p:sp>
        <p:nvSpPr>
          <p:cNvPr id="1254" name=""/>
          <p:cNvSpPr txBox="1"/>
          <p:nvPr/>
        </p:nvSpPr>
        <p:spPr>
          <a:xfrm>
            <a:off x="6058080" y="3637080"/>
            <a:ext cx="703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1255" name=""/>
          <p:cNvSpPr txBox="1"/>
          <p:nvPr/>
        </p:nvSpPr>
        <p:spPr>
          <a:xfrm>
            <a:off x="6058080" y="3894480"/>
            <a:ext cx="1904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18</a:t>
            </a:r>
            <a:endParaRPr lang="en-US" sz="1350" b="0" u="none" strike="noStrike">
              <a:solidFill>
                <a:srgbClr val="000000"/>
              </a:solidFill>
              <a:effectLst/>
              <a:uFillTx/>
              <a:latin typeface="游明朝体"/>
            </a:endParaRPr>
          </a:p>
        </p:txBody>
      </p:sp>
      <p:sp>
        <p:nvSpPr>
          <p:cNvPr id="1256" name=""/>
          <p:cNvSpPr txBox="1"/>
          <p:nvPr/>
        </p:nvSpPr>
        <p:spPr>
          <a:xfrm>
            <a:off x="6248880" y="3902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57" name=""/>
          <p:cNvSpPr txBox="1"/>
          <p:nvPr/>
        </p:nvSpPr>
        <p:spPr>
          <a:xfrm>
            <a:off x="6420240" y="3894480"/>
            <a:ext cx="4467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06-06</a:t>
            </a:r>
            <a:endParaRPr lang="en-US" sz="1350" b="0" u="none" strike="noStrike">
              <a:solidFill>
                <a:srgbClr val="000000"/>
              </a:solidFill>
              <a:effectLst/>
              <a:uFillTx/>
              <a:latin typeface="游明朝体"/>
            </a:endParaRPr>
          </a:p>
        </p:txBody>
      </p:sp>
      <p:sp>
        <p:nvSpPr>
          <p:cNvPr id="1258" name=""/>
          <p:cNvSpPr txBox="1"/>
          <p:nvPr/>
        </p:nvSpPr>
        <p:spPr>
          <a:xfrm>
            <a:off x="7261920" y="376092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6</a:t>
            </a:r>
            <a:endParaRPr lang="en-US" sz="1350" b="0" u="none" strike="noStrike">
              <a:solidFill>
                <a:srgbClr val="000000"/>
              </a:solidFill>
              <a:effectLst/>
              <a:uFillTx/>
              <a:latin typeface="游明朝体"/>
            </a:endParaRPr>
          </a:p>
        </p:txBody>
      </p:sp>
      <p:sp>
        <p:nvSpPr>
          <p:cNvPr id="1259" name=""/>
          <p:cNvSpPr txBox="1"/>
          <p:nvPr/>
        </p:nvSpPr>
        <p:spPr>
          <a:xfrm>
            <a:off x="7356960" y="376920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260" name=""/>
          <p:cNvSpPr txBox="1"/>
          <p:nvPr/>
        </p:nvSpPr>
        <p:spPr>
          <a:xfrm>
            <a:off x="7871400" y="3760920"/>
            <a:ext cx="3578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61" name=""/>
          <p:cNvSpPr txBox="1"/>
          <p:nvPr/>
        </p:nvSpPr>
        <p:spPr>
          <a:xfrm>
            <a:off x="8229960" y="37692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62" name=""/>
          <p:cNvSpPr txBox="1"/>
          <p:nvPr/>
        </p:nvSpPr>
        <p:spPr>
          <a:xfrm>
            <a:off x="8401680" y="3760920"/>
            <a:ext cx="7812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263" name=""/>
          <p:cNvSpPr txBox="1"/>
          <p:nvPr/>
        </p:nvSpPr>
        <p:spPr>
          <a:xfrm>
            <a:off x="9185760" y="37692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64" name=""/>
          <p:cNvSpPr txBox="1"/>
          <p:nvPr/>
        </p:nvSpPr>
        <p:spPr>
          <a:xfrm>
            <a:off x="9357120" y="3760920"/>
            <a:ext cx="8164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TMP_max </a:t>
            </a:r>
            <a:endParaRPr lang="en-US" sz="1350" b="0" u="none" strike="noStrike">
              <a:solidFill>
                <a:srgbClr val="000000"/>
              </a:solidFill>
              <a:effectLst/>
              <a:uFillTx/>
              <a:latin typeface="游明朝体"/>
            </a:endParaRPr>
          </a:p>
        </p:txBody>
      </p:sp>
      <p:sp>
        <p:nvSpPr>
          <p:cNvPr id="1265" name=""/>
          <p:cNvSpPr txBox="1"/>
          <p:nvPr/>
        </p:nvSpPr>
        <p:spPr>
          <a:xfrm>
            <a:off x="10176480" y="376920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1266" name=""/>
          <p:cNvSpPr txBox="1"/>
          <p:nvPr/>
        </p:nvSpPr>
        <p:spPr>
          <a:xfrm>
            <a:off x="10973520" y="363708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1267" name=""/>
          <p:cNvSpPr txBox="1"/>
          <p:nvPr/>
        </p:nvSpPr>
        <p:spPr>
          <a:xfrm>
            <a:off x="10973520" y="3894480"/>
            <a:ext cx="3423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268" name=""/>
          <p:cNvSpPr txBox="1"/>
          <p:nvPr/>
        </p:nvSpPr>
        <p:spPr>
          <a:xfrm>
            <a:off x="5253840" y="4399200"/>
            <a:ext cx="184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269" name=""/>
          <p:cNvSpPr txBox="1"/>
          <p:nvPr/>
        </p:nvSpPr>
        <p:spPr>
          <a:xfrm>
            <a:off x="6058080" y="4275360"/>
            <a:ext cx="7092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1270" name=""/>
          <p:cNvSpPr txBox="1"/>
          <p:nvPr/>
        </p:nvSpPr>
        <p:spPr>
          <a:xfrm>
            <a:off x="6058080" y="4532760"/>
            <a:ext cx="1904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07</a:t>
            </a:r>
            <a:endParaRPr lang="en-US" sz="1350" b="0" u="none" strike="noStrike">
              <a:solidFill>
                <a:srgbClr val="000000"/>
              </a:solidFill>
              <a:effectLst/>
              <a:uFillTx/>
              <a:latin typeface="游明朝体"/>
            </a:endParaRPr>
          </a:p>
        </p:txBody>
      </p:sp>
      <p:sp>
        <p:nvSpPr>
          <p:cNvPr id="1271" name=""/>
          <p:cNvSpPr txBox="1"/>
          <p:nvPr/>
        </p:nvSpPr>
        <p:spPr>
          <a:xfrm>
            <a:off x="6248880" y="454068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272" name=""/>
          <p:cNvSpPr txBox="1"/>
          <p:nvPr/>
        </p:nvSpPr>
        <p:spPr>
          <a:xfrm>
            <a:off x="7261920" y="4399200"/>
            <a:ext cx="171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1273" name=""/>
          <p:cNvSpPr txBox="1"/>
          <p:nvPr/>
        </p:nvSpPr>
        <p:spPr>
          <a:xfrm>
            <a:off x="7356960" y="4407480"/>
            <a:ext cx="51264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変数（</a:t>
            </a:r>
            <a:endParaRPr lang="en-US" sz="1350" b="0" u="none" strike="noStrike">
              <a:solidFill>
                <a:srgbClr val="000000"/>
              </a:solidFill>
              <a:effectLst/>
              <a:uFillTx/>
              <a:latin typeface="游明朝体"/>
            </a:endParaRPr>
          </a:p>
        </p:txBody>
      </p:sp>
      <p:sp>
        <p:nvSpPr>
          <p:cNvPr id="1274" name=""/>
          <p:cNvSpPr txBox="1"/>
          <p:nvPr/>
        </p:nvSpPr>
        <p:spPr>
          <a:xfrm>
            <a:off x="7871400" y="4399200"/>
            <a:ext cx="364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75" name=""/>
          <p:cNvSpPr txBox="1"/>
          <p:nvPr/>
        </p:nvSpPr>
        <p:spPr>
          <a:xfrm>
            <a:off x="8236800" y="440748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276" name=""/>
          <p:cNvSpPr txBox="1"/>
          <p:nvPr/>
        </p:nvSpPr>
        <p:spPr>
          <a:xfrm>
            <a:off x="8408160" y="4399200"/>
            <a:ext cx="8222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277" name=""/>
          <p:cNvSpPr txBox="1"/>
          <p:nvPr/>
        </p:nvSpPr>
        <p:spPr>
          <a:xfrm>
            <a:off x="9233280" y="440748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278" name=""/>
          <p:cNvSpPr txBox="1"/>
          <p:nvPr/>
        </p:nvSpPr>
        <p:spPr>
          <a:xfrm>
            <a:off x="9405000" y="4399200"/>
            <a:ext cx="3488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279" name=""/>
          <p:cNvSpPr txBox="1"/>
          <p:nvPr/>
        </p:nvSpPr>
        <p:spPr>
          <a:xfrm>
            <a:off x="9754560" y="440748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280" name=""/>
          <p:cNvSpPr txBox="1"/>
          <p:nvPr/>
        </p:nvSpPr>
        <p:spPr>
          <a:xfrm>
            <a:off x="10973520" y="4275360"/>
            <a:ext cx="333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2.08</a:t>
            </a:r>
            <a:endParaRPr lang="en-US" sz="1350" b="0" u="none" strike="noStrike">
              <a:solidFill>
                <a:srgbClr val="000000"/>
              </a:solidFill>
              <a:effectLst/>
              <a:uFillTx/>
              <a:latin typeface="游明朝体"/>
            </a:endParaRPr>
          </a:p>
        </p:txBody>
      </p:sp>
      <p:sp>
        <p:nvSpPr>
          <p:cNvPr id="1281" name=""/>
          <p:cNvSpPr txBox="1"/>
          <p:nvPr/>
        </p:nvSpPr>
        <p:spPr>
          <a:xfrm>
            <a:off x="10973520" y="4532760"/>
            <a:ext cx="3610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282" name=""/>
          <p:cNvSpPr txBox="1"/>
          <p:nvPr/>
        </p:nvSpPr>
        <p:spPr>
          <a:xfrm>
            <a:off x="5253840" y="5037480"/>
            <a:ext cx="2822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283" name=""/>
          <p:cNvSpPr txBox="1"/>
          <p:nvPr/>
        </p:nvSpPr>
        <p:spPr>
          <a:xfrm>
            <a:off x="6058080" y="4913640"/>
            <a:ext cx="703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1284" name=""/>
          <p:cNvSpPr txBox="1"/>
          <p:nvPr/>
        </p:nvSpPr>
        <p:spPr>
          <a:xfrm>
            <a:off x="6058080" y="5170680"/>
            <a:ext cx="1904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23</a:t>
            </a:r>
            <a:endParaRPr lang="en-US" sz="1350" b="0" u="none" strike="noStrike">
              <a:solidFill>
                <a:srgbClr val="000000"/>
              </a:solidFill>
              <a:effectLst/>
              <a:uFillTx/>
              <a:latin typeface="游明朝体"/>
            </a:endParaRPr>
          </a:p>
        </p:txBody>
      </p:sp>
      <p:sp>
        <p:nvSpPr>
          <p:cNvPr id="1285" name=""/>
          <p:cNvSpPr txBox="1"/>
          <p:nvPr/>
        </p:nvSpPr>
        <p:spPr>
          <a:xfrm>
            <a:off x="6248880" y="517896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86" name=""/>
          <p:cNvSpPr txBox="1"/>
          <p:nvPr/>
        </p:nvSpPr>
        <p:spPr>
          <a:xfrm>
            <a:off x="7261920" y="503748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1287" name=""/>
          <p:cNvSpPr txBox="1"/>
          <p:nvPr/>
        </p:nvSpPr>
        <p:spPr>
          <a:xfrm>
            <a:off x="7356960" y="504540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288" name=""/>
          <p:cNvSpPr txBox="1"/>
          <p:nvPr/>
        </p:nvSpPr>
        <p:spPr>
          <a:xfrm>
            <a:off x="7871400" y="5037480"/>
            <a:ext cx="3578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89" name=""/>
          <p:cNvSpPr txBox="1"/>
          <p:nvPr/>
        </p:nvSpPr>
        <p:spPr>
          <a:xfrm>
            <a:off x="8229960" y="5045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90" name=""/>
          <p:cNvSpPr txBox="1"/>
          <p:nvPr/>
        </p:nvSpPr>
        <p:spPr>
          <a:xfrm>
            <a:off x="8401680" y="5037480"/>
            <a:ext cx="7812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291" name=""/>
          <p:cNvSpPr txBox="1"/>
          <p:nvPr/>
        </p:nvSpPr>
        <p:spPr>
          <a:xfrm>
            <a:off x="9185760" y="5045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92" name=""/>
          <p:cNvSpPr txBox="1"/>
          <p:nvPr/>
        </p:nvSpPr>
        <p:spPr>
          <a:xfrm>
            <a:off x="9357120" y="5037480"/>
            <a:ext cx="342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293" name=""/>
          <p:cNvSpPr txBox="1"/>
          <p:nvPr/>
        </p:nvSpPr>
        <p:spPr>
          <a:xfrm>
            <a:off x="9699840" y="504540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除外）</a:t>
            </a:r>
            <a:endParaRPr lang="en-US" sz="1350" b="0" u="none" strike="noStrike">
              <a:solidFill>
                <a:srgbClr val="000000"/>
              </a:solidFill>
              <a:effectLst/>
              <a:uFillTx/>
              <a:latin typeface="游明朝体"/>
            </a:endParaRPr>
          </a:p>
        </p:txBody>
      </p:sp>
      <p:sp>
        <p:nvSpPr>
          <p:cNvPr id="1294" name=""/>
          <p:cNvSpPr txBox="1"/>
          <p:nvPr/>
        </p:nvSpPr>
        <p:spPr>
          <a:xfrm>
            <a:off x="10973520" y="49136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2.22</a:t>
            </a:r>
            <a:endParaRPr lang="en-US" sz="1350" b="0" u="none" strike="noStrike">
              <a:solidFill>
                <a:srgbClr val="000000"/>
              </a:solidFill>
              <a:effectLst/>
              <a:uFillTx/>
              <a:latin typeface="游明朝体"/>
            </a:endParaRPr>
          </a:p>
        </p:txBody>
      </p:sp>
      <p:sp>
        <p:nvSpPr>
          <p:cNvPr id="1295" name=""/>
          <p:cNvSpPr txBox="1"/>
          <p:nvPr/>
        </p:nvSpPr>
        <p:spPr>
          <a:xfrm>
            <a:off x="10973520" y="5170680"/>
            <a:ext cx="3423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296" name=""/>
          <p:cNvSpPr txBox="1"/>
          <p:nvPr/>
        </p:nvSpPr>
        <p:spPr>
          <a:xfrm>
            <a:off x="5120640" y="563796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変数を絞り込むたびに精度が向上（</a:t>
            </a:r>
            <a:endParaRPr lang="en-US" sz="1500" b="0" u="none" strike="noStrike">
              <a:solidFill>
                <a:srgbClr val="000000"/>
              </a:solidFill>
              <a:effectLst/>
              <a:uFillTx/>
              <a:latin typeface="游明朝体"/>
            </a:endParaRPr>
          </a:p>
        </p:txBody>
      </p:sp>
      <p:sp>
        <p:nvSpPr>
          <p:cNvPr id="1297" name=""/>
          <p:cNvSpPr txBox="1"/>
          <p:nvPr/>
        </p:nvSpPr>
        <p:spPr>
          <a:xfrm>
            <a:off x="8168760" y="5628960"/>
            <a:ext cx="1136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CV MAE 2.23</a:t>
            </a:r>
            <a:endParaRPr lang="en-US" sz="1500" b="0" u="none" strike="noStrike">
              <a:solidFill>
                <a:srgbClr val="000000"/>
              </a:solidFill>
              <a:effectLst/>
              <a:uFillTx/>
              <a:latin typeface="游明朝体"/>
            </a:endParaRPr>
          </a:p>
        </p:txBody>
      </p:sp>
      <p:sp>
        <p:nvSpPr>
          <p:cNvPr id="1298" name=""/>
          <p:cNvSpPr txBox="1"/>
          <p:nvPr/>
        </p:nvSpPr>
        <p:spPr>
          <a:xfrm>
            <a:off x="9304920" y="5637960"/>
            <a:ext cx="191160" cy="2120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Arial"/>
                <a:ea typeface="Arial"/>
              </a:rPr>
              <a:t>→</a:t>
            </a:r>
            <a:endParaRPr lang="en-US" sz="1500" b="0" u="none" strike="noStrike">
              <a:solidFill>
                <a:srgbClr val="000000"/>
              </a:solidFill>
              <a:effectLst/>
              <a:uFillTx/>
              <a:latin typeface="游明朝体"/>
            </a:endParaRPr>
          </a:p>
        </p:txBody>
      </p:sp>
      <p:sp>
        <p:nvSpPr>
          <p:cNvPr id="1299" name=""/>
          <p:cNvSpPr txBox="1"/>
          <p:nvPr/>
        </p:nvSpPr>
        <p:spPr>
          <a:xfrm>
            <a:off x="9495360" y="5628960"/>
            <a:ext cx="8056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2.08 kWh</a:t>
            </a:r>
            <a:endParaRPr lang="en-US" sz="1500" b="0" u="none" strike="noStrike">
              <a:solidFill>
                <a:srgbClr val="000000"/>
              </a:solidFill>
              <a:effectLst/>
              <a:uFillTx/>
              <a:latin typeface="游明朝体"/>
            </a:endParaRPr>
          </a:p>
        </p:txBody>
      </p:sp>
      <p:sp>
        <p:nvSpPr>
          <p:cNvPr id="1300" name=""/>
          <p:cNvSpPr txBox="1"/>
          <p:nvPr/>
        </p:nvSpPr>
        <p:spPr>
          <a:xfrm>
            <a:off x="10300320" y="563796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30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0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0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05"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6" name=""/>
          <p:cNvSpPr/>
          <p:nvPr/>
        </p:nvSpPr>
        <p:spPr>
          <a:xfrm>
            <a:off x="552240" y="6162480"/>
            <a:ext cx="11106360" cy="695520"/>
          </a:xfrm>
          <a:custGeom>
            <a:avLst/>
            <a:gdLst/>
            <a:ahLst/>
            <a:rect l="0" t="0" r="r" b="b"/>
            <a:pathLst>
              <a:path w="30851" h="1932">
                <a:moveTo>
                  <a:pt x="0" y="1932"/>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1932"/>
                </a:lnTo>
                <a:lnTo>
                  <a:pt x="0" y="1932"/>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07" name=""/>
          <p:cNvSpPr/>
          <p:nvPr/>
        </p:nvSpPr>
        <p:spPr>
          <a:xfrm>
            <a:off x="533160" y="6162480"/>
            <a:ext cx="38520" cy="695520"/>
          </a:xfrm>
          <a:custGeom>
            <a:avLst/>
            <a:gdLst/>
            <a:ahLst/>
            <a:rect l="0" t="0" r="r" b="b"/>
            <a:pathLst>
              <a:path w="107" h="1932">
                <a:moveTo>
                  <a:pt x="0" y="0"/>
                </a:moveTo>
                <a:lnTo>
                  <a:pt x="107" y="0"/>
                </a:lnTo>
                <a:lnTo>
                  <a:pt x="107" y="1932"/>
                </a:lnTo>
                <a:lnTo>
                  <a:pt x="0" y="1932"/>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8" name=""/>
          <p:cNvSpPr txBox="1"/>
          <p:nvPr/>
        </p:nvSpPr>
        <p:spPr>
          <a:xfrm>
            <a:off x="53352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現⾏モデル（</a:t>
            </a:r>
            <a:endParaRPr lang="en-US" sz="3000" b="0" u="none" strike="noStrike">
              <a:solidFill>
                <a:srgbClr val="000000"/>
              </a:solidFill>
              <a:effectLst/>
              <a:uFillTx/>
              <a:latin typeface="游明朝体"/>
            </a:endParaRPr>
          </a:p>
        </p:txBody>
      </p:sp>
      <p:sp>
        <p:nvSpPr>
          <p:cNvPr id="1309" name=""/>
          <p:cNvSpPr txBox="1"/>
          <p:nvPr/>
        </p:nvSpPr>
        <p:spPr>
          <a:xfrm>
            <a:off x="2800440" y="475560"/>
            <a:ext cx="15123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v3 / v3b </a:t>
            </a:r>
            <a:endParaRPr lang="en-US" sz="3000" b="0" u="none" strike="noStrike">
              <a:solidFill>
                <a:srgbClr val="000000"/>
              </a:solidFill>
              <a:effectLst/>
              <a:uFillTx/>
              <a:latin typeface="游明朝体"/>
            </a:endParaRPr>
          </a:p>
        </p:txBody>
      </p:sp>
      <p:sp>
        <p:nvSpPr>
          <p:cNvPr id="1310" name=""/>
          <p:cNvSpPr/>
          <p:nvPr/>
        </p:nvSpPr>
        <p:spPr>
          <a:xfrm>
            <a:off x="552240" y="1419120"/>
            <a:ext cx="6515640" cy="466920"/>
          </a:xfrm>
          <a:custGeom>
            <a:avLst/>
            <a:gdLst/>
            <a:ahLst/>
            <a:rect l="0" t="0" r="r" b="b"/>
            <a:pathLst>
              <a:path w="18099" h="1297">
                <a:moveTo>
                  <a:pt x="0" y="1297"/>
                </a:moveTo>
                <a:lnTo>
                  <a:pt x="0" y="0"/>
                </a:lnTo>
                <a:lnTo>
                  <a:pt x="17993" y="0"/>
                </a:lnTo>
                <a:cubicBezTo>
                  <a:pt x="18007" y="0"/>
                  <a:pt x="18020" y="2"/>
                  <a:pt x="18033" y="8"/>
                </a:cubicBezTo>
                <a:cubicBezTo>
                  <a:pt x="18046" y="13"/>
                  <a:pt x="18058" y="21"/>
                  <a:pt x="18068" y="31"/>
                </a:cubicBezTo>
                <a:cubicBezTo>
                  <a:pt x="18078" y="41"/>
                  <a:pt x="18085" y="52"/>
                  <a:pt x="18091" y="65"/>
                </a:cubicBezTo>
                <a:cubicBezTo>
                  <a:pt x="18096" y="78"/>
                  <a:pt x="18099" y="92"/>
                  <a:pt x="18099" y="106"/>
                </a:cubicBezTo>
                <a:lnTo>
                  <a:pt x="18099" y="1191"/>
                </a:lnTo>
                <a:cubicBezTo>
                  <a:pt x="18099" y="1205"/>
                  <a:pt x="18096" y="1219"/>
                  <a:pt x="18091" y="1232"/>
                </a:cubicBezTo>
                <a:cubicBezTo>
                  <a:pt x="18085" y="1245"/>
                  <a:pt x="18078" y="1256"/>
                  <a:pt x="18068" y="1266"/>
                </a:cubicBezTo>
                <a:cubicBezTo>
                  <a:pt x="18058" y="1276"/>
                  <a:pt x="18046" y="1284"/>
                  <a:pt x="18033" y="1289"/>
                </a:cubicBezTo>
                <a:cubicBezTo>
                  <a:pt x="18020" y="1295"/>
                  <a:pt x="18007" y="1297"/>
                  <a:pt x="17993" y="1297"/>
                </a:cubicBezTo>
                <a:lnTo>
                  <a:pt x="0" y="1297"/>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11" name=""/>
          <p:cNvSpPr/>
          <p:nvPr/>
        </p:nvSpPr>
        <p:spPr>
          <a:xfrm>
            <a:off x="533160" y="141912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2" name=""/>
          <p:cNvSpPr/>
          <p:nvPr/>
        </p:nvSpPr>
        <p:spPr>
          <a:xfrm>
            <a:off x="542880" y="2028600"/>
            <a:ext cx="943200" cy="381240"/>
          </a:xfrm>
          <a:custGeom>
            <a:avLst/>
            <a:gdLst/>
            <a:ahLst/>
            <a:rect l="0" t="0" r="r" b="b"/>
            <a:pathLst>
              <a:path w="2620" h="1059">
                <a:moveTo>
                  <a:pt x="20" y="47"/>
                </a:moveTo>
                <a:cubicBezTo>
                  <a:pt x="35" y="32"/>
                  <a:pt x="52" y="20"/>
                  <a:pt x="71" y="12"/>
                </a:cubicBezTo>
                <a:cubicBezTo>
                  <a:pt x="91" y="4"/>
                  <a:pt x="111" y="0"/>
                  <a:pt x="132" y="0"/>
                </a:cubicBezTo>
                <a:lnTo>
                  <a:pt x="2620" y="0"/>
                </a:lnTo>
                <a:lnTo>
                  <a:pt x="2620" y="1059"/>
                </a:lnTo>
                <a:lnTo>
                  <a:pt x="0" y="1059"/>
                </a:lnTo>
                <a:lnTo>
                  <a:pt x="0" y="71"/>
                </a:lnTo>
                <a:cubicBezTo>
                  <a:pt x="5" y="62"/>
                  <a:pt x="12" y="54"/>
                  <a:pt x="20" y="47"/>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13" name=""/>
          <p:cNvSpPr/>
          <p:nvPr/>
        </p:nvSpPr>
        <p:spPr>
          <a:xfrm>
            <a:off x="1485720" y="202860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14" name=""/>
          <p:cNvSpPr/>
          <p:nvPr/>
        </p:nvSpPr>
        <p:spPr>
          <a:xfrm>
            <a:off x="4495680" y="202860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1315" name=""/>
          <p:cNvPicPr/>
          <p:nvPr/>
        </p:nvPicPr>
        <p:blipFill>
          <a:blip r:embed="rId1"/>
          <a:stretch/>
        </p:blipFill>
        <p:spPr>
          <a:xfrm>
            <a:off x="533520" y="2019240"/>
            <a:ext cx="6540120" cy="1561680"/>
          </a:xfrm>
          <a:prstGeom prst="rect">
            <a:avLst/>
          </a:prstGeom>
          <a:noFill/>
          <a:ln w="0">
            <a:noFill/>
          </a:ln>
        </p:spPr>
      </p:pic>
      <p:pic>
        <p:nvPicPr>
          <p:cNvPr id="1316" name=""/>
          <p:cNvPicPr/>
          <p:nvPr/>
        </p:nvPicPr>
        <p:blipFill>
          <a:blip r:embed="rId2"/>
          <a:stretch/>
        </p:blipFill>
        <p:spPr>
          <a:xfrm>
            <a:off x="533520" y="2019240"/>
            <a:ext cx="6540120" cy="1561680"/>
          </a:xfrm>
          <a:prstGeom prst="rect">
            <a:avLst/>
          </a:prstGeom>
          <a:noFill/>
          <a:ln w="0">
            <a:noFill/>
          </a:ln>
        </p:spPr>
      </p:pic>
      <p:pic>
        <p:nvPicPr>
          <p:cNvPr id="1317" name=""/>
          <p:cNvPicPr/>
          <p:nvPr/>
        </p:nvPicPr>
        <p:blipFill>
          <a:blip r:embed="rId3"/>
          <a:stretch/>
        </p:blipFill>
        <p:spPr>
          <a:xfrm>
            <a:off x="533520" y="2019240"/>
            <a:ext cx="6540120" cy="1561680"/>
          </a:xfrm>
          <a:prstGeom prst="rect">
            <a:avLst/>
          </a:prstGeom>
          <a:noFill/>
          <a:ln w="0">
            <a:noFill/>
          </a:ln>
        </p:spPr>
      </p:pic>
      <p:sp>
        <p:nvSpPr>
          <p:cNvPr id="1318" name=""/>
          <p:cNvSpPr/>
          <p:nvPr/>
        </p:nvSpPr>
        <p:spPr>
          <a:xfrm>
            <a:off x="542880" y="2409480"/>
            <a:ext cx="943200" cy="381600"/>
          </a:xfrm>
          <a:custGeom>
            <a:avLst/>
            <a:gdLst/>
            <a:ahLst/>
            <a:rect l="0" t="0" r="r" b="b"/>
            <a:pathLst>
              <a:path w="2620" h="1060">
                <a:moveTo>
                  <a:pt x="0" y="0"/>
                </a:moveTo>
                <a:lnTo>
                  <a:pt x="2620" y="0"/>
                </a:lnTo>
                <a:lnTo>
                  <a:pt x="2620"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19" name=""/>
          <p:cNvSpPr/>
          <p:nvPr/>
        </p:nvSpPr>
        <p:spPr>
          <a:xfrm>
            <a:off x="1485720" y="240948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0" name=""/>
          <p:cNvSpPr/>
          <p:nvPr/>
        </p:nvSpPr>
        <p:spPr>
          <a:xfrm>
            <a:off x="4495680" y="240948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1" name=""/>
          <p:cNvSpPr/>
          <p:nvPr/>
        </p:nvSpPr>
        <p:spPr>
          <a:xfrm>
            <a:off x="542880" y="27907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2" name=""/>
          <p:cNvSpPr/>
          <p:nvPr/>
        </p:nvSpPr>
        <p:spPr>
          <a:xfrm>
            <a:off x="1485720" y="27907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3" name=""/>
          <p:cNvSpPr/>
          <p:nvPr/>
        </p:nvSpPr>
        <p:spPr>
          <a:xfrm>
            <a:off x="4495680" y="27907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4" name=""/>
          <p:cNvSpPr/>
          <p:nvPr/>
        </p:nvSpPr>
        <p:spPr>
          <a:xfrm>
            <a:off x="542880" y="27907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5" name=""/>
          <p:cNvSpPr/>
          <p:nvPr/>
        </p:nvSpPr>
        <p:spPr>
          <a:xfrm>
            <a:off x="1485720" y="27907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6" name=""/>
          <p:cNvSpPr/>
          <p:nvPr/>
        </p:nvSpPr>
        <p:spPr>
          <a:xfrm>
            <a:off x="4495680" y="27907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7" name=""/>
          <p:cNvSpPr/>
          <p:nvPr/>
        </p:nvSpPr>
        <p:spPr>
          <a:xfrm>
            <a:off x="542880" y="3171600"/>
            <a:ext cx="943200" cy="390960"/>
          </a:xfrm>
          <a:custGeom>
            <a:avLst/>
            <a:gdLst/>
            <a:ahLst/>
            <a:rect l="0" t="0" r="r" b="b"/>
            <a:pathLst>
              <a:path w="2620" h="1086">
                <a:moveTo>
                  <a:pt x="20" y="1066"/>
                </a:moveTo>
                <a:cubicBezTo>
                  <a:pt x="12" y="1058"/>
                  <a:pt x="5" y="1050"/>
                  <a:pt x="0" y="1041"/>
                </a:cubicBezTo>
                <a:lnTo>
                  <a:pt x="0" y="0"/>
                </a:lnTo>
                <a:lnTo>
                  <a:pt x="2620" y="0"/>
                </a:lnTo>
                <a:lnTo>
                  <a:pt x="2620" y="1086"/>
                </a:lnTo>
                <a:lnTo>
                  <a:pt x="44" y="1086"/>
                </a:lnTo>
                <a:cubicBezTo>
                  <a:pt x="35" y="1080"/>
                  <a:pt x="27" y="1073"/>
                  <a:pt x="20" y="106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8" name=""/>
          <p:cNvSpPr/>
          <p:nvPr/>
        </p:nvSpPr>
        <p:spPr>
          <a:xfrm>
            <a:off x="1485720" y="3171600"/>
            <a:ext cx="3010320" cy="390960"/>
          </a:xfrm>
          <a:custGeom>
            <a:avLst/>
            <a:gdLst/>
            <a:ahLst/>
            <a:rect l="0" t="0" r="r" b="b"/>
            <a:pathLst>
              <a:path w="8362" h="1086">
                <a:moveTo>
                  <a:pt x="0" y="0"/>
                </a:moveTo>
                <a:lnTo>
                  <a:pt x="8362" y="0"/>
                </a:lnTo>
                <a:lnTo>
                  <a:pt x="8362" y="1086"/>
                </a:lnTo>
                <a:lnTo>
                  <a:pt x="0" y="1086"/>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9" name=""/>
          <p:cNvSpPr/>
          <p:nvPr/>
        </p:nvSpPr>
        <p:spPr>
          <a:xfrm>
            <a:off x="4495680" y="3171600"/>
            <a:ext cx="2495880" cy="390960"/>
          </a:xfrm>
          <a:custGeom>
            <a:avLst/>
            <a:gdLst/>
            <a:ahLst/>
            <a:rect l="0" t="0" r="r" b="b"/>
            <a:pathLst>
              <a:path w="6933" h="1086">
                <a:moveTo>
                  <a:pt x="0" y="0"/>
                </a:moveTo>
                <a:lnTo>
                  <a:pt x="6933" y="0"/>
                </a:lnTo>
                <a:lnTo>
                  <a:pt x="6933" y="1086"/>
                </a:lnTo>
                <a:lnTo>
                  <a:pt x="0" y="1086"/>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0" name=""/>
          <p:cNvSpPr/>
          <p:nvPr/>
        </p:nvSpPr>
        <p:spPr>
          <a:xfrm>
            <a:off x="533160" y="205416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1" name=""/>
          <p:cNvSpPr/>
          <p:nvPr/>
        </p:nvSpPr>
        <p:spPr>
          <a:xfrm>
            <a:off x="558720" y="2028600"/>
            <a:ext cx="927360" cy="10080"/>
          </a:xfrm>
          <a:custGeom>
            <a:avLst/>
            <a:gdLst/>
            <a:ahLst/>
            <a:rect l="0" t="0" r="r" b="b"/>
            <a:pathLst>
              <a:path w="2576" h="28">
                <a:moveTo>
                  <a:pt x="27" y="12"/>
                </a:moveTo>
                <a:cubicBezTo>
                  <a:pt x="47" y="4"/>
                  <a:pt x="67" y="0"/>
                  <a:pt x="88" y="0"/>
                </a:cubicBezTo>
                <a:lnTo>
                  <a:pt x="2576" y="0"/>
                </a:lnTo>
                <a:lnTo>
                  <a:pt x="2576" y="28"/>
                </a:lnTo>
                <a:lnTo>
                  <a:pt x="0" y="28"/>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2" name=""/>
          <p:cNvSpPr/>
          <p:nvPr/>
        </p:nvSpPr>
        <p:spPr>
          <a:xfrm>
            <a:off x="1476360" y="202860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3" name=""/>
          <p:cNvSpPr/>
          <p:nvPr/>
        </p:nvSpPr>
        <p:spPr>
          <a:xfrm>
            <a:off x="1485720" y="2028600"/>
            <a:ext cx="3010320" cy="10080"/>
          </a:xfrm>
          <a:custGeom>
            <a:avLst/>
            <a:gdLst/>
            <a:ahLst/>
            <a:rect l="0" t="0" r="r" b="b"/>
            <a:pathLst>
              <a:path w="8362" h="28">
                <a:moveTo>
                  <a:pt x="0" y="0"/>
                </a:moveTo>
                <a:lnTo>
                  <a:pt x="8362" y="0"/>
                </a:lnTo>
                <a:lnTo>
                  <a:pt x="8362"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4" name=""/>
          <p:cNvSpPr/>
          <p:nvPr/>
        </p:nvSpPr>
        <p:spPr>
          <a:xfrm>
            <a:off x="4485960" y="202860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5" name=""/>
          <p:cNvSpPr/>
          <p:nvPr/>
        </p:nvSpPr>
        <p:spPr>
          <a:xfrm>
            <a:off x="4495680" y="2028600"/>
            <a:ext cx="2505240" cy="10080"/>
          </a:xfrm>
          <a:custGeom>
            <a:avLst/>
            <a:gdLst/>
            <a:ahLst/>
            <a:rect l="0" t="0" r="r" b="b"/>
            <a:pathLst>
              <a:path w="6959" h="28">
                <a:moveTo>
                  <a:pt x="0" y="0"/>
                </a:moveTo>
                <a:lnTo>
                  <a:pt x="6959" y="0"/>
                </a:lnTo>
                <a:lnTo>
                  <a:pt x="695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6" name=""/>
          <p:cNvSpPr/>
          <p:nvPr/>
        </p:nvSpPr>
        <p:spPr>
          <a:xfrm>
            <a:off x="6991200" y="202860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7" name=""/>
          <p:cNvSpPr/>
          <p:nvPr/>
        </p:nvSpPr>
        <p:spPr>
          <a:xfrm>
            <a:off x="533160" y="2409480"/>
            <a:ext cx="952920" cy="10080"/>
          </a:xfrm>
          <a:custGeom>
            <a:avLst/>
            <a:gdLst/>
            <a:ahLst/>
            <a:rect l="0" t="0" r="r" b="b"/>
            <a:pathLst>
              <a:path w="2647" h="28">
                <a:moveTo>
                  <a:pt x="0" y="0"/>
                </a:moveTo>
                <a:lnTo>
                  <a:pt x="2647" y="0"/>
                </a:lnTo>
                <a:lnTo>
                  <a:pt x="2647"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8" name=""/>
          <p:cNvSpPr/>
          <p:nvPr/>
        </p:nvSpPr>
        <p:spPr>
          <a:xfrm>
            <a:off x="1485720" y="2409480"/>
            <a:ext cx="3010320" cy="10080"/>
          </a:xfrm>
          <a:custGeom>
            <a:avLst/>
            <a:gdLst/>
            <a:ahLst/>
            <a:rect l="0" t="0" r="r" b="b"/>
            <a:pathLst>
              <a:path w="8362" h="28">
                <a:moveTo>
                  <a:pt x="0" y="0"/>
                </a:moveTo>
                <a:lnTo>
                  <a:pt x="8362" y="0"/>
                </a:lnTo>
                <a:lnTo>
                  <a:pt x="8362"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9" name=""/>
          <p:cNvSpPr/>
          <p:nvPr/>
        </p:nvSpPr>
        <p:spPr>
          <a:xfrm>
            <a:off x="4495680" y="2409480"/>
            <a:ext cx="2505240" cy="10080"/>
          </a:xfrm>
          <a:custGeom>
            <a:avLst/>
            <a:gdLst/>
            <a:ahLst/>
            <a:rect l="0" t="0" r="r" b="b"/>
            <a:pathLst>
              <a:path w="6959" h="28">
                <a:moveTo>
                  <a:pt x="0" y="0"/>
                </a:moveTo>
                <a:lnTo>
                  <a:pt x="6959" y="0"/>
                </a:lnTo>
                <a:lnTo>
                  <a:pt x="695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0" name=""/>
          <p:cNvSpPr/>
          <p:nvPr/>
        </p:nvSpPr>
        <p:spPr>
          <a:xfrm>
            <a:off x="533160" y="24192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1" name=""/>
          <p:cNvSpPr/>
          <p:nvPr/>
        </p:nvSpPr>
        <p:spPr>
          <a:xfrm>
            <a:off x="1476360" y="24192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2" name=""/>
          <p:cNvSpPr/>
          <p:nvPr/>
        </p:nvSpPr>
        <p:spPr>
          <a:xfrm>
            <a:off x="4485960" y="24192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3" name=""/>
          <p:cNvSpPr/>
          <p:nvPr/>
        </p:nvSpPr>
        <p:spPr>
          <a:xfrm>
            <a:off x="6991200" y="24192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4" name=""/>
          <p:cNvSpPr/>
          <p:nvPr/>
        </p:nvSpPr>
        <p:spPr>
          <a:xfrm>
            <a:off x="533160" y="28000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5" name=""/>
          <p:cNvSpPr/>
          <p:nvPr/>
        </p:nvSpPr>
        <p:spPr>
          <a:xfrm>
            <a:off x="533160" y="279072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6" name=""/>
          <p:cNvSpPr/>
          <p:nvPr/>
        </p:nvSpPr>
        <p:spPr>
          <a:xfrm>
            <a:off x="1476360" y="28000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7" name=""/>
          <p:cNvSpPr/>
          <p:nvPr/>
        </p:nvSpPr>
        <p:spPr>
          <a:xfrm>
            <a:off x="1485720" y="279072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8" name=""/>
          <p:cNvSpPr/>
          <p:nvPr/>
        </p:nvSpPr>
        <p:spPr>
          <a:xfrm>
            <a:off x="4485960" y="28000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9" name=""/>
          <p:cNvSpPr/>
          <p:nvPr/>
        </p:nvSpPr>
        <p:spPr>
          <a:xfrm>
            <a:off x="4495680" y="279072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0" name=""/>
          <p:cNvSpPr/>
          <p:nvPr/>
        </p:nvSpPr>
        <p:spPr>
          <a:xfrm>
            <a:off x="6991200" y="28000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1" name=""/>
          <p:cNvSpPr/>
          <p:nvPr/>
        </p:nvSpPr>
        <p:spPr>
          <a:xfrm>
            <a:off x="533160" y="3181320"/>
            <a:ext cx="10080" cy="365040"/>
          </a:xfrm>
          <a:custGeom>
            <a:avLst/>
            <a:gdLst/>
            <a:ahLst/>
            <a:rect l="0" t="0" r="r" b="b"/>
            <a:pathLst>
              <a:path w="28" h="1014">
                <a:moveTo>
                  <a:pt x="12" y="987"/>
                </a:moveTo>
                <a:cubicBezTo>
                  <a:pt x="4" y="968"/>
                  <a:pt x="0" y="948"/>
                  <a:pt x="0" y="927"/>
                </a:cubicBezTo>
                <a:lnTo>
                  <a:pt x="0" y="0"/>
                </a:lnTo>
                <a:lnTo>
                  <a:pt x="28" y="0"/>
                </a:lnTo>
                <a:lnTo>
                  <a:pt x="28" y="1014"/>
                </a:lnTo>
                <a:cubicBezTo>
                  <a:pt x="22" y="1006"/>
                  <a:pt x="17" y="997"/>
                  <a:pt x="12" y="98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2" name=""/>
          <p:cNvSpPr/>
          <p:nvPr/>
        </p:nvSpPr>
        <p:spPr>
          <a:xfrm>
            <a:off x="533160" y="3171600"/>
            <a:ext cx="952920" cy="10080"/>
          </a:xfrm>
          <a:custGeom>
            <a:avLst/>
            <a:gdLst/>
            <a:ahLst/>
            <a:rect l="0" t="0" r="r" b="b"/>
            <a:pathLst>
              <a:path w="2647" h="28">
                <a:moveTo>
                  <a:pt x="0" y="0"/>
                </a:moveTo>
                <a:lnTo>
                  <a:pt x="2647" y="0"/>
                </a:lnTo>
                <a:lnTo>
                  <a:pt x="2647"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3" name=""/>
          <p:cNvSpPr/>
          <p:nvPr/>
        </p:nvSpPr>
        <p:spPr>
          <a:xfrm>
            <a:off x="1476360" y="3181320"/>
            <a:ext cx="9720" cy="390600"/>
          </a:xfrm>
          <a:custGeom>
            <a:avLst/>
            <a:gdLst/>
            <a:ahLst/>
            <a:rect l="0" t="0" r="r" b="b"/>
            <a:pathLst>
              <a:path w="27" h="1085">
                <a:moveTo>
                  <a:pt x="0" y="1085"/>
                </a:moveTo>
                <a:lnTo>
                  <a:pt x="0" y="0"/>
                </a:lnTo>
                <a:lnTo>
                  <a:pt x="27" y="0"/>
                </a:lnTo>
                <a:lnTo>
                  <a:pt x="27" y="1085"/>
                </a:lnTo>
                <a:lnTo>
                  <a:pt x="0" y="108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4" name=""/>
          <p:cNvSpPr/>
          <p:nvPr/>
        </p:nvSpPr>
        <p:spPr>
          <a:xfrm>
            <a:off x="1485720" y="3171600"/>
            <a:ext cx="3010320" cy="10080"/>
          </a:xfrm>
          <a:custGeom>
            <a:avLst/>
            <a:gdLst/>
            <a:ahLst/>
            <a:rect l="0" t="0" r="r" b="b"/>
            <a:pathLst>
              <a:path w="8362" h="28">
                <a:moveTo>
                  <a:pt x="0" y="0"/>
                </a:moveTo>
                <a:lnTo>
                  <a:pt x="8362" y="0"/>
                </a:lnTo>
                <a:lnTo>
                  <a:pt x="8362"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5" name=""/>
          <p:cNvSpPr/>
          <p:nvPr/>
        </p:nvSpPr>
        <p:spPr>
          <a:xfrm>
            <a:off x="4485960" y="3181320"/>
            <a:ext cx="10080" cy="390600"/>
          </a:xfrm>
          <a:custGeom>
            <a:avLst/>
            <a:gdLst/>
            <a:ahLst/>
            <a:rect l="0" t="0" r="r" b="b"/>
            <a:pathLst>
              <a:path w="28" h="1085">
                <a:moveTo>
                  <a:pt x="0" y="1085"/>
                </a:moveTo>
                <a:lnTo>
                  <a:pt x="0" y="0"/>
                </a:lnTo>
                <a:lnTo>
                  <a:pt x="28" y="0"/>
                </a:lnTo>
                <a:lnTo>
                  <a:pt x="28" y="1085"/>
                </a:lnTo>
                <a:lnTo>
                  <a:pt x="0" y="108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6" name=""/>
          <p:cNvSpPr/>
          <p:nvPr/>
        </p:nvSpPr>
        <p:spPr>
          <a:xfrm>
            <a:off x="4495680" y="3171600"/>
            <a:ext cx="2505240" cy="10080"/>
          </a:xfrm>
          <a:custGeom>
            <a:avLst/>
            <a:gdLst/>
            <a:ahLst/>
            <a:rect l="0" t="0" r="r" b="b"/>
            <a:pathLst>
              <a:path w="6959" h="28">
                <a:moveTo>
                  <a:pt x="0" y="0"/>
                </a:moveTo>
                <a:lnTo>
                  <a:pt x="6959" y="0"/>
                </a:lnTo>
                <a:lnTo>
                  <a:pt x="695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7" name=""/>
          <p:cNvSpPr/>
          <p:nvPr/>
        </p:nvSpPr>
        <p:spPr>
          <a:xfrm>
            <a:off x="6991200" y="3181320"/>
            <a:ext cx="9720" cy="390600"/>
          </a:xfrm>
          <a:custGeom>
            <a:avLst/>
            <a:gdLst/>
            <a:ahLst/>
            <a:rect l="0" t="0" r="r" b="b"/>
            <a:pathLst>
              <a:path w="27" h="1085">
                <a:moveTo>
                  <a:pt x="0" y="1085"/>
                </a:moveTo>
                <a:lnTo>
                  <a:pt x="0" y="0"/>
                </a:lnTo>
                <a:lnTo>
                  <a:pt x="27" y="0"/>
                </a:lnTo>
                <a:lnTo>
                  <a:pt x="27" y="1085"/>
                </a:lnTo>
                <a:lnTo>
                  <a:pt x="0" y="108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8" name=""/>
          <p:cNvSpPr/>
          <p:nvPr/>
        </p:nvSpPr>
        <p:spPr>
          <a:xfrm>
            <a:off x="558720" y="3562200"/>
            <a:ext cx="927360" cy="9720"/>
          </a:xfrm>
          <a:custGeom>
            <a:avLst/>
            <a:gdLst/>
            <a:ahLst/>
            <a:rect l="0" t="0" r="r" b="b"/>
            <a:pathLst>
              <a:path w="2576" h="27">
                <a:moveTo>
                  <a:pt x="88" y="27"/>
                </a:moveTo>
                <a:cubicBezTo>
                  <a:pt x="67" y="27"/>
                  <a:pt x="47" y="22"/>
                  <a:pt x="27" y="14"/>
                </a:cubicBezTo>
                <a:cubicBezTo>
                  <a:pt x="18" y="10"/>
                  <a:pt x="9" y="6"/>
                  <a:pt x="0" y="0"/>
                </a:cubicBezTo>
                <a:lnTo>
                  <a:pt x="2576" y="0"/>
                </a:lnTo>
                <a:lnTo>
                  <a:pt x="2576"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9" name=""/>
          <p:cNvSpPr/>
          <p:nvPr/>
        </p:nvSpPr>
        <p:spPr>
          <a:xfrm>
            <a:off x="1485720" y="3562200"/>
            <a:ext cx="3010320" cy="9720"/>
          </a:xfrm>
          <a:custGeom>
            <a:avLst/>
            <a:gdLst/>
            <a:ahLst/>
            <a:rect l="0" t="0" r="r" b="b"/>
            <a:pathLst>
              <a:path w="8362" h="27">
                <a:moveTo>
                  <a:pt x="0" y="27"/>
                </a:moveTo>
                <a:lnTo>
                  <a:pt x="0" y="0"/>
                </a:lnTo>
                <a:lnTo>
                  <a:pt x="8362" y="0"/>
                </a:lnTo>
                <a:lnTo>
                  <a:pt x="8362"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0" name=""/>
          <p:cNvSpPr/>
          <p:nvPr/>
        </p:nvSpPr>
        <p:spPr>
          <a:xfrm>
            <a:off x="4495680" y="3562200"/>
            <a:ext cx="2505240" cy="9720"/>
          </a:xfrm>
          <a:custGeom>
            <a:avLst/>
            <a:gdLst/>
            <a:ahLst/>
            <a:rect l="0" t="0" r="r" b="b"/>
            <a:pathLst>
              <a:path w="6959" h="27">
                <a:moveTo>
                  <a:pt x="0" y="27"/>
                </a:moveTo>
                <a:lnTo>
                  <a:pt x="0" y="0"/>
                </a:lnTo>
                <a:lnTo>
                  <a:pt x="6959" y="0"/>
                </a:lnTo>
                <a:lnTo>
                  <a:pt x="6959"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1" name=""/>
          <p:cNvSpPr/>
          <p:nvPr/>
        </p:nvSpPr>
        <p:spPr>
          <a:xfrm>
            <a:off x="542880" y="4733640"/>
            <a:ext cx="2181600" cy="381600"/>
          </a:xfrm>
          <a:custGeom>
            <a:avLst/>
            <a:gdLst/>
            <a:ahLst/>
            <a:rect l="0" t="0" r="r" b="b"/>
            <a:pathLst>
              <a:path w="6060" h="1060">
                <a:moveTo>
                  <a:pt x="20" y="20"/>
                </a:moveTo>
                <a:cubicBezTo>
                  <a:pt x="27" y="13"/>
                  <a:pt x="35" y="6"/>
                  <a:pt x="44" y="0"/>
                </a:cubicBezTo>
                <a:lnTo>
                  <a:pt x="6060" y="0"/>
                </a:lnTo>
                <a:lnTo>
                  <a:pt x="6060" y="1060"/>
                </a:lnTo>
                <a:lnTo>
                  <a:pt x="0" y="1060"/>
                </a:lnTo>
                <a:lnTo>
                  <a:pt x="0" y="45"/>
                </a:lnTo>
                <a:cubicBezTo>
                  <a:pt x="5" y="36"/>
                  <a:pt x="12" y="28"/>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2" name=""/>
          <p:cNvSpPr/>
          <p:nvPr/>
        </p:nvSpPr>
        <p:spPr>
          <a:xfrm>
            <a:off x="2724120" y="4733640"/>
            <a:ext cx="1562400" cy="381600"/>
          </a:xfrm>
          <a:custGeom>
            <a:avLst/>
            <a:gdLst/>
            <a:ahLst/>
            <a:rect l="0" t="0" r="r" b="b"/>
            <a:pathLst>
              <a:path w="4340" h="1060">
                <a:moveTo>
                  <a:pt x="0" y="0"/>
                </a:moveTo>
                <a:lnTo>
                  <a:pt x="4340" y="0"/>
                </a:lnTo>
                <a:lnTo>
                  <a:pt x="4340"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3" name=""/>
          <p:cNvSpPr/>
          <p:nvPr/>
        </p:nvSpPr>
        <p:spPr>
          <a:xfrm>
            <a:off x="4286160" y="4733640"/>
            <a:ext cx="1667160" cy="381600"/>
          </a:xfrm>
          <a:custGeom>
            <a:avLst/>
            <a:gdLst/>
            <a:ahLst/>
            <a:rect l="0" t="0" r="r" b="b"/>
            <a:pathLst>
              <a:path w="4631" h="1060">
                <a:moveTo>
                  <a:pt x="0" y="0"/>
                </a:moveTo>
                <a:lnTo>
                  <a:pt x="4631" y="0"/>
                </a:lnTo>
                <a:lnTo>
                  <a:pt x="463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1364" name=""/>
          <p:cNvPicPr/>
          <p:nvPr/>
        </p:nvPicPr>
        <p:blipFill>
          <a:blip r:embed="rId4"/>
          <a:stretch/>
        </p:blipFill>
        <p:spPr>
          <a:xfrm>
            <a:off x="533520" y="4724280"/>
            <a:ext cx="6540120" cy="1155240"/>
          </a:xfrm>
          <a:prstGeom prst="rect">
            <a:avLst/>
          </a:prstGeom>
          <a:noFill/>
          <a:ln w="0">
            <a:noFill/>
          </a:ln>
        </p:spPr>
      </p:pic>
      <p:pic>
        <p:nvPicPr>
          <p:cNvPr id="1365" name=""/>
          <p:cNvPicPr/>
          <p:nvPr/>
        </p:nvPicPr>
        <p:blipFill>
          <a:blip r:embed="rId5"/>
          <a:stretch/>
        </p:blipFill>
        <p:spPr>
          <a:xfrm>
            <a:off x="533520" y="5880240"/>
            <a:ext cx="6540120" cy="0"/>
          </a:xfrm>
          <a:prstGeom prst="rect">
            <a:avLst/>
          </a:prstGeom>
          <a:noFill/>
          <a:ln w="0">
            <a:noFill/>
          </a:ln>
        </p:spPr>
      </p:pic>
      <p:pic>
        <p:nvPicPr>
          <p:cNvPr id="1366" name=""/>
          <p:cNvPicPr/>
          <p:nvPr/>
        </p:nvPicPr>
        <p:blipFill>
          <a:blip r:embed="rId6"/>
          <a:stretch/>
        </p:blipFill>
        <p:spPr>
          <a:xfrm>
            <a:off x="533520" y="4724280"/>
            <a:ext cx="6540120" cy="1155240"/>
          </a:xfrm>
          <a:prstGeom prst="rect">
            <a:avLst/>
          </a:prstGeom>
          <a:noFill/>
          <a:ln w="0">
            <a:noFill/>
          </a:ln>
        </p:spPr>
      </p:pic>
      <p:pic>
        <p:nvPicPr>
          <p:cNvPr id="1367" name=""/>
          <p:cNvPicPr/>
          <p:nvPr/>
        </p:nvPicPr>
        <p:blipFill>
          <a:blip r:embed="rId7"/>
          <a:stretch/>
        </p:blipFill>
        <p:spPr>
          <a:xfrm>
            <a:off x="533520" y="5880240"/>
            <a:ext cx="6540120" cy="0"/>
          </a:xfrm>
          <a:prstGeom prst="rect">
            <a:avLst/>
          </a:prstGeom>
          <a:noFill/>
          <a:ln w="0">
            <a:noFill/>
          </a:ln>
        </p:spPr>
      </p:pic>
      <p:pic>
        <p:nvPicPr>
          <p:cNvPr id="1368" name=""/>
          <p:cNvPicPr/>
          <p:nvPr/>
        </p:nvPicPr>
        <p:blipFill>
          <a:blip r:embed="rId8"/>
          <a:stretch/>
        </p:blipFill>
        <p:spPr>
          <a:xfrm>
            <a:off x="533520" y="4724280"/>
            <a:ext cx="6540120" cy="1155240"/>
          </a:xfrm>
          <a:prstGeom prst="rect">
            <a:avLst/>
          </a:prstGeom>
          <a:noFill/>
          <a:ln w="0">
            <a:noFill/>
          </a:ln>
        </p:spPr>
      </p:pic>
      <p:pic>
        <p:nvPicPr>
          <p:cNvPr id="1369" name=""/>
          <p:cNvPicPr/>
          <p:nvPr/>
        </p:nvPicPr>
        <p:blipFill>
          <a:blip r:embed="rId9"/>
          <a:stretch/>
        </p:blipFill>
        <p:spPr>
          <a:xfrm>
            <a:off x="533520" y="5880240"/>
            <a:ext cx="6540120" cy="0"/>
          </a:xfrm>
          <a:prstGeom prst="rect">
            <a:avLst/>
          </a:prstGeom>
          <a:noFill/>
          <a:ln w="0">
            <a:noFill/>
          </a:ln>
        </p:spPr>
      </p:pic>
      <p:sp>
        <p:nvSpPr>
          <p:cNvPr id="1370" name=""/>
          <p:cNvSpPr/>
          <p:nvPr/>
        </p:nvSpPr>
        <p:spPr>
          <a:xfrm>
            <a:off x="542880" y="511488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1" name=""/>
          <p:cNvSpPr/>
          <p:nvPr/>
        </p:nvSpPr>
        <p:spPr>
          <a:xfrm>
            <a:off x="2724120" y="511488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2" name=""/>
          <p:cNvSpPr/>
          <p:nvPr/>
        </p:nvSpPr>
        <p:spPr>
          <a:xfrm>
            <a:off x="4286160" y="511488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3" name=""/>
          <p:cNvSpPr/>
          <p:nvPr/>
        </p:nvSpPr>
        <p:spPr>
          <a:xfrm>
            <a:off x="542880" y="5495760"/>
            <a:ext cx="2181600" cy="381240"/>
          </a:xfrm>
          <a:custGeom>
            <a:avLst/>
            <a:gdLst/>
            <a:ahLst/>
            <a:rect l="0" t="0" r="r" b="b"/>
            <a:pathLst>
              <a:path w="6060" h="1059">
                <a:moveTo>
                  <a:pt x="132" y="1059"/>
                </a:moveTo>
                <a:cubicBezTo>
                  <a:pt x="111" y="1059"/>
                  <a:pt x="91" y="1055"/>
                  <a:pt x="71" y="1047"/>
                </a:cubicBezTo>
                <a:cubicBezTo>
                  <a:pt x="52" y="1039"/>
                  <a:pt x="35" y="1028"/>
                  <a:pt x="20" y="1013"/>
                </a:cubicBezTo>
                <a:cubicBezTo>
                  <a:pt x="12" y="1005"/>
                  <a:pt x="5" y="997"/>
                  <a:pt x="0" y="988"/>
                </a:cubicBezTo>
                <a:lnTo>
                  <a:pt x="0" y="0"/>
                </a:lnTo>
                <a:lnTo>
                  <a:pt x="6060" y="0"/>
                </a:lnTo>
                <a:lnTo>
                  <a:pt x="6060" y="1059"/>
                </a:lnTo>
                <a:lnTo>
                  <a:pt x="132"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4" name=""/>
          <p:cNvSpPr/>
          <p:nvPr/>
        </p:nvSpPr>
        <p:spPr>
          <a:xfrm>
            <a:off x="2724120" y="5495760"/>
            <a:ext cx="1562400" cy="381240"/>
          </a:xfrm>
          <a:custGeom>
            <a:avLst/>
            <a:gdLst/>
            <a:ahLst/>
            <a:rect l="0" t="0" r="r" b="b"/>
            <a:pathLst>
              <a:path w="4340" h="1059">
                <a:moveTo>
                  <a:pt x="0" y="1059"/>
                </a:moveTo>
                <a:lnTo>
                  <a:pt x="0" y="0"/>
                </a:lnTo>
                <a:lnTo>
                  <a:pt x="4340" y="0"/>
                </a:lnTo>
                <a:lnTo>
                  <a:pt x="4340" y="1059"/>
                </a:lnTo>
                <a:lnTo>
                  <a:pt x="0"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5" name=""/>
          <p:cNvSpPr/>
          <p:nvPr/>
        </p:nvSpPr>
        <p:spPr>
          <a:xfrm>
            <a:off x="4286160" y="5495760"/>
            <a:ext cx="1667160" cy="381240"/>
          </a:xfrm>
          <a:custGeom>
            <a:avLst/>
            <a:gdLst/>
            <a:ahLst/>
            <a:rect l="0" t="0" r="r" b="b"/>
            <a:pathLst>
              <a:path w="4631" h="1059">
                <a:moveTo>
                  <a:pt x="0" y="1059"/>
                </a:moveTo>
                <a:lnTo>
                  <a:pt x="0" y="0"/>
                </a:lnTo>
                <a:lnTo>
                  <a:pt x="4631" y="0"/>
                </a:lnTo>
                <a:lnTo>
                  <a:pt x="4631" y="1059"/>
                </a:lnTo>
                <a:lnTo>
                  <a:pt x="0"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6" name=""/>
          <p:cNvSpPr/>
          <p:nvPr/>
        </p:nvSpPr>
        <p:spPr>
          <a:xfrm>
            <a:off x="542880" y="5495760"/>
            <a:ext cx="2181600" cy="381240"/>
          </a:xfrm>
          <a:custGeom>
            <a:avLst/>
            <a:gdLst/>
            <a:ahLst/>
            <a:rect l="0" t="0" r="r" b="b"/>
            <a:pathLst>
              <a:path w="6060" h="1059">
                <a:moveTo>
                  <a:pt x="132" y="1059"/>
                </a:moveTo>
                <a:cubicBezTo>
                  <a:pt x="111" y="1059"/>
                  <a:pt x="91" y="1055"/>
                  <a:pt x="71" y="1047"/>
                </a:cubicBezTo>
                <a:cubicBezTo>
                  <a:pt x="52" y="1039"/>
                  <a:pt x="35" y="1028"/>
                  <a:pt x="20" y="1013"/>
                </a:cubicBezTo>
                <a:cubicBezTo>
                  <a:pt x="12" y="1005"/>
                  <a:pt x="5" y="997"/>
                  <a:pt x="0" y="988"/>
                </a:cubicBezTo>
                <a:lnTo>
                  <a:pt x="0" y="0"/>
                </a:lnTo>
                <a:lnTo>
                  <a:pt x="6060" y="0"/>
                </a:lnTo>
                <a:lnTo>
                  <a:pt x="6060" y="1059"/>
                </a:lnTo>
                <a:lnTo>
                  <a:pt x="132" y="1059"/>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7" name=""/>
          <p:cNvSpPr/>
          <p:nvPr/>
        </p:nvSpPr>
        <p:spPr>
          <a:xfrm>
            <a:off x="2724120" y="5495760"/>
            <a:ext cx="1562400" cy="381240"/>
          </a:xfrm>
          <a:custGeom>
            <a:avLst/>
            <a:gdLst/>
            <a:ahLst/>
            <a:rect l="0" t="0" r="r" b="b"/>
            <a:pathLst>
              <a:path w="4340" h="1059">
                <a:moveTo>
                  <a:pt x="0" y="1059"/>
                </a:moveTo>
                <a:lnTo>
                  <a:pt x="0" y="0"/>
                </a:lnTo>
                <a:lnTo>
                  <a:pt x="4340" y="0"/>
                </a:lnTo>
                <a:lnTo>
                  <a:pt x="4340" y="1059"/>
                </a:lnTo>
                <a:lnTo>
                  <a:pt x="0" y="1059"/>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8" name=""/>
          <p:cNvSpPr/>
          <p:nvPr/>
        </p:nvSpPr>
        <p:spPr>
          <a:xfrm>
            <a:off x="4286160" y="5495760"/>
            <a:ext cx="1667160" cy="381240"/>
          </a:xfrm>
          <a:custGeom>
            <a:avLst/>
            <a:gdLst/>
            <a:ahLst/>
            <a:rect l="0" t="0" r="r" b="b"/>
            <a:pathLst>
              <a:path w="4631" h="1059">
                <a:moveTo>
                  <a:pt x="0" y="1059"/>
                </a:moveTo>
                <a:lnTo>
                  <a:pt x="0" y="0"/>
                </a:lnTo>
                <a:lnTo>
                  <a:pt x="4631" y="0"/>
                </a:lnTo>
                <a:lnTo>
                  <a:pt x="4631" y="1059"/>
                </a:lnTo>
                <a:lnTo>
                  <a:pt x="0" y="1059"/>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9" name=""/>
          <p:cNvSpPr/>
          <p:nvPr/>
        </p:nvSpPr>
        <p:spPr>
          <a:xfrm>
            <a:off x="533160" y="4749840"/>
            <a:ext cx="10080" cy="365400"/>
          </a:xfrm>
          <a:custGeom>
            <a:avLst/>
            <a:gdLst/>
            <a:ahLst/>
            <a:rect l="0" t="0" r="r" b="b"/>
            <a:pathLst>
              <a:path w="28" h="1015">
                <a:moveTo>
                  <a:pt x="12" y="27"/>
                </a:moveTo>
                <a:cubicBezTo>
                  <a:pt x="17" y="17"/>
                  <a:pt x="22" y="8"/>
                  <a:pt x="28" y="0"/>
                </a:cubicBezTo>
                <a:lnTo>
                  <a:pt x="28" y="1015"/>
                </a:lnTo>
                <a:lnTo>
                  <a:pt x="0" y="1015"/>
                </a:lnTo>
                <a:lnTo>
                  <a:pt x="0" y="88"/>
                </a:lnTo>
                <a:cubicBezTo>
                  <a:pt x="0" y="67"/>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0" name=""/>
          <p:cNvSpPr/>
          <p:nvPr/>
        </p:nvSpPr>
        <p:spPr>
          <a:xfrm>
            <a:off x="558720" y="4724280"/>
            <a:ext cx="2175120" cy="9720"/>
          </a:xfrm>
          <a:custGeom>
            <a:avLst/>
            <a:gdLst/>
            <a:ahLst/>
            <a:rect l="0" t="0" r="r" b="b"/>
            <a:pathLst>
              <a:path w="6042" h="27">
                <a:moveTo>
                  <a:pt x="27" y="12"/>
                </a:moveTo>
                <a:cubicBezTo>
                  <a:pt x="47" y="4"/>
                  <a:pt x="67" y="0"/>
                  <a:pt x="88" y="0"/>
                </a:cubicBezTo>
                <a:lnTo>
                  <a:pt x="6042" y="0"/>
                </a:lnTo>
                <a:lnTo>
                  <a:pt x="6042" y="27"/>
                </a:lnTo>
                <a:lnTo>
                  <a:pt x="0" y="27"/>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1" name=""/>
          <p:cNvSpPr/>
          <p:nvPr/>
        </p:nvSpPr>
        <p:spPr>
          <a:xfrm>
            <a:off x="2724120" y="472428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2" name=""/>
          <p:cNvSpPr/>
          <p:nvPr/>
        </p:nvSpPr>
        <p:spPr>
          <a:xfrm>
            <a:off x="2733480" y="472428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3" name=""/>
          <p:cNvSpPr/>
          <p:nvPr/>
        </p:nvSpPr>
        <p:spPr>
          <a:xfrm>
            <a:off x="4286160" y="472428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4" name=""/>
          <p:cNvSpPr/>
          <p:nvPr/>
        </p:nvSpPr>
        <p:spPr>
          <a:xfrm>
            <a:off x="4295520" y="47242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5" name=""/>
          <p:cNvSpPr/>
          <p:nvPr/>
        </p:nvSpPr>
        <p:spPr>
          <a:xfrm>
            <a:off x="5943240" y="472428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6" name=""/>
          <p:cNvSpPr/>
          <p:nvPr/>
        </p:nvSpPr>
        <p:spPr>
          <a:xfrm>
            <a:off x="533160" y="5105160"/>
            <a:ext cx="2200680" cy="10080"/>
          </a:xfrm>
          <a:custGeom>
            <a:avLst/>
            <a:gdLst/>
            <a:ahLst/>
            <a:rect l="0" t="0" r="r" b="b"/>
            <a:pathLst>
              <a:path w="6113" h="28">
                <a:moveTo>
                  <a:pt x="0" y="0"/>
                </a:moveTo>
                <a:lnTo>
                  <a:pt x="6113" y="0"/>
                </a:lnTo>
                <a:lnTo>
                  <a:pt x="611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7" name=""/>
          <p:cNvSpPr/>
          <p:nvPr/>
        </p:nvSpPr>
        <p:spPr>
          <a:xfrm>
            <a:off x="2733480" y="5105160"/>
            <a:ext cx="1562400" cy="10080"/>
          </a:xfrm>
          <a:custGeom>
            <a:avLst/>
            <a:gdLst/>
            <a:ahLst/>
            <a:rect l="0" t="0" r="r" b="b"/>
            <a:pathLst>
              <a:path w="4340" h="28">
                <a:moveTo>
                  <a:pt x="0" y="0"/>
                </a:moveTo>
                <a:lnTo>
                  <a:pt x="4340" y="0"/>
                </a:lnTo>
                <a:lnTo>
                  <a:pt x="434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8" name=""/>
          <p:cNvSpPr/>
          <p:nvPr/>
        </p:nvSpPr>
        <p:spPr>
          <a:xfrm>
            <a:off x="4295520" y="510516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9" name=""/>
          <p:cNvSpPr/>
          <p:nvPr/>
        </p:nvSpPr>
        <p:spPr>
          <a:xfrm>
            <a:off x="533160" y="511488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0" name=""/>
          <p:cNvSpPr/>
          <p:nvPr/>
        </p:nvSpPr>
        <p:spPr>
          <a:xfrm>
            <a:off x="2724120" y="511488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1" name=""/>
          <p:cNvSpPr/>
          <p:nvPr/>
        </p:nvSpPr>
        <p:spPr>
          <a:xfrm>
            <a:off x="4286160" y="511488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2" name=""/>
          <p:cNvSpPr/>
          <p:nvPr/>
        </p:nvSpPr>
        <p:spPr>
          <a:xfrm>
            <a:off x="5943240" y="511488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3" name=""/>
          <p:cNvSpPr/>
          <p:nvPr/>
        </p:nvSpPr>
        <p:spPr>
          <a:xfrm>
            <a:off x="533160" y="5495760"/>
            <a:ext cx="10080" cy="355680"/>
          </a:xfrm>
          <a:custGeom>
            <a:avLst/>
            <a:gdLst/>
            <a:ahLst/>
            <a:rect l="0" t="0" r="r" b="b"/>
            <a:pathLst>
              <a:path w="28" h="988">
                <a:moveTo>
                  <a:pt x="12" y="961"/>
                </a:moveTo>
                <a:cubicBezTo>
                  <a:pt x="4" y="942"/>
                  <a:pt x="0" y="922"/>
                  <a:pt x="0" y="901"/>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4" name=""/>
          <p:cNvSpPr/>
          <p:nvPr/>
        </p:nvSpPr>
        <p:spPr>
          <a:xfrm>
            <a:off x="533160" y="5486040"/>
            <a:ext cx="2200680" cy="10080"/>
          </a:xfrm>
          <a:custGeom>
            <a:avLst/>
            <a:gdLst/>
            <a:ahLst/>
            <a:rect l="0" t="0" r="r" b="b"/>
            <a:pathLst>
              <a:path w="6113" h="28">
                <a:moveTo>
                  <a:pt x="0" y="0"/>
                </a:moveTo>
                <a:lnTo>
                  <a:pt x="6113" y="0"/>
                </a:lnTo>
                <a:lnTo>
                  <a:pt x="611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5" name=""/>
          <p:cNvSpPr/>
          <p:nvPr/>
        </p:nvSpPr>
        <p:spPr>
          <a:xfrm>
            <a:off x="2724120" y="549576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6" name=""/>
          <p:cNvSpPr/>
          <p:nvPr/>
        </p:nvSpPr>
        <p:spPr>
          <a:xfrm>
            <a:off x="2733480" y="5486040"/>
            <a:ext cx="1562400" cy="10080"/>
          </a:xfrm>
          <a:custGeom>
            <a:avLst/>
            <a:gdLst/>
            <a:ahLst/>
            <a:rect l="0" t="0" r="r" b="b"/>
            <a:pathLst>
              <a:path w="4340" h="28">
                <a:moveTo>
                  <a:pt x="0" y="0"/>
                </a:moveTo>
                <a:lnTo>
                  <a:pt x="4340" y="0"/>
                </a:lnTo>
                <a:lnTo>
                  <a:pt x="434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7" name=""/>
          <p:cNvSpPr/>
          <p:nvPr/>
        </p:nvSpPr>
        <p:spPr>
          <a:xfrm>
            <a:off x="4286160" y="549576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8" name=""/>
          <p:cNvSpPr/>
          <p:nvPr/>
        </p:nvSpPr>
        <p:spPr>
          <a:xfrm>
            <a:off x="4295520" y="548604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9" name=""/>
          <p:cNvSpPr/>
          <p:nvPr/>
        </p:nvSpPr>
        <p:spPr>
          <a:xfrm>
            <a:off x="5943240" y="549576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0" name=""/>
          <p:cNvSpPr/>
          <p:nvPr/>
        </p:nvSpPr>
        <p:spPr>
          <a:xfrm>
            <a:off x="558720" y="5867280"/>
            <a:ext cx="2175120" cy="9720"/>
          </a:xfrm>
          <a:custGeom>
            <a:avLst/>
            <a:gdLst/>
            <a:ahLst/>
            <a:rect l="0" t="0" r="r" b="b"/>
            <a:pathLst>
              <a:path w="6042" h="27">
                <a:moveTo>
                  <a:pt x="88" y="27"/>
                </a:moveTo>
                <a:cubicBezTo>
                  <a:pt x="67" y="27"/>
                  <a:pt x="47" y="23"/>
                  <a:pt x="27" y="14"/>
                </a:cubicBezTo>
                <a:cubicBezTo>
                  <a:pt x="18" y="10"/>
                  <a:pt x="9" y="5"/>
                  <a:pt x="0" y="0"/>
                </a:cubicBezTo>
                <a:lnTo>
                  <a:pt x="6042" y="0"/>
                </a:lnTo>
                <a:lnTo>
                  <a:pt x="6042"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1" name=""/>
          <p:cNvSpPr/>
          <p:nvPr/>
        </p:nvSpPr>
        <p:spPr>
          <a:xfrm>
            <a:off x="2733480" y="5867280"/>
            <a:ext cx="1562400" cy="9720"/>
          </a:xfrm>
          <a:custGeom>
            <a:avLst/>
            <a:gdLst/>
            <a:ahLst/>
            <a:rect l="0" t="0" r="r" b="b"/>
            <a:pathLst>
              <a:path w="4340" h="27">
                <a:moveTo>
                  <a:pt x="0" y="27"/>
                </a:moveTo>
                <a:lnTo>
                  <a:pt x="0" y="0"/>
                </a:lnTo>
                <a:lnTo>
                  <a:pt x="4340" y="0"/>
                </a:lnTo>
                <a:lnTo>
                  <a:pt x="4340"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2" name=""/>
          <p:cNvSpPr/>
          <p:nvPr/>
        </p:nvSpPr>
        <p:spPr>
          <a:xfrm>
            <a:off x="4295520" y="5867280"/>
            <a:ext cx="1657800" cy="9720"/>
          </a:xfrm>
          <a:custGeom>
            <a:avLst/>
            <a:gdLst/>
            <a:ahLst/>
            <a:rect l="0" t="0" r="r" b="b"/>
            <a:pathLst>
              <a:path w="4605" h="27">
                <a:moveTo>
                  <a:pt x="0" y="27"/>
                </a:moveTo>
                <a:lnTo>
                  <a:pt x="0" y="0"/>
                </a:lnTo>
                <a:lnTo>
                  <a:pt x="4605" y="0"/>
                </a:lnTo>
                <a:lnTo>
                  <a:pt x="4605"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3" name=""/>
          <p:cNvSpPr txBox="1"/>
          <p:nvPr/>
        </p:nvSpPr>
        <p:spPr>
          <a:xfrm>
            <a:off x="43120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並⾏稼働）</a:t>
            </a:r>
            <a:endParaRPr lang="en-US" sz="3000" b="0" u="none" strike="noStrike">
              <a:solidFill>
                <a:srgbClr val="000000"/>
              </a:solidFill>
              <a:effectLst/>
              <a:uFillTx/>
              <a:latin typeface="游明朝体"/>
            </a:endParaRPr>
          </a:p>
        </p:txBody>
      </p:sp>
      <p:sp>
        <p:nvSpPr>
          <p:cNvPr id="1404" name=""/>
          <p:cNvSpPr txBox="1"/>
          <p:nvPr/>
        </p:nvSpPr>
        <p:spPr>
          <a:xfrm>
            <a:off x="723960" y="1542240"/>
            <a:ext cx="100548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2026-06-07 </a:t>
            </a:r>
            <a:endParaRPr lang="en-US" sz="1430" b="0" u="none" strike="noStrike">
              <a:solidFill>
                <a:srgbClr val="000000"/>
              </a:solidFill>
              <a:effectLst/>
              <a:uFillTx/>
              <a:latin typeface="游明朝体"/>
            </a:endParaRPr>
          </a:p>
        </p:txBody>
      </p:sp>
      <p:sp>
        <p:nvSpPr>
          <p:cNvPr id="1405" name=""/>
          <p:cNvSpPr txBox="1"/>
          <p:nvPr/>
        </p:nvSpPr>
        <p:spPr>
          <a:xfrm>
            <a:off x="1726560" y="1550880"/>
            <a:ext cx="3636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1406" name=""/>
          <p:cNvSpPr txBox="1"/>
          <p:nvPr/>
        </p:nvSpPr>
        <p:spPr>
          <a:xfrm>
            <a:off x="2088360" y="1542240"/>
            <a:ext cx="29664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 v3 </a:t>
            </a:r>
            <a:endParaRPr lang="en-US" sz="1430" b="0" u="none" strike="noStrike">
              <a:solidFill>
                <a:srgbClr val="000000"/>
              </a:solidFill>
              <a:effectLst/>
              <a:uFillTx/>
              <a:latin typeface="游明朝体"/>
            </a:endParaRPr>
          </a:p>
        </p:txBody>
      </p:sp>
      <p:sp>
        <p:nvSpPr>
          <p:cNvPr id="1407" name=""/>
          <p:cNvSpPr txBox="1"/>
          <p:nvPr/>
        </p:nvSpPr>
        <p:spPr>
          <a:xfrm>
            <a:off x="2383920" y="1550880"/>
            <a:ext cx="54468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移⾏・</a:t>
            </a:r>
            <a:endParaRPr lang="en-US" sz="1430" b="0" u="none" strike="noStrike">
              <a:solidFill>
                <a:srgbClr val="000000"/>
              </a:solidFill>
              <a:effectLst/>
              <a:uFillTx/>
              <a:latin typeface="游明朝体"/>
            </a:endParaRPr>
          </a:p>
        </p:txBody>
      </p:sp>
      <p:sp>
        <p:nvSpPr>
          <p:cNvPr id="1408" name=""/>
          <p:cNvSpPr txBox="1"/>
          <p:nvPr/>
        </p:nvSpPr>
        <p:spPr>
          <a:xfrm>
            <a:off x="2926800" y="1542240"/>
            <a:ext cx="100548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2026-06-23 </a:t>
            </a:r>
            <a:endParaRPr lang="en-US" sz="1430" b="0" u="none" strike="noStrike">
              <a:solidFill>
                <a:srgbClr val="000000"/>
              </a:solidFill>
              <a:effectLst/>
              <a:uFillTx/>
              <a:latin typeface="游明朝体"/>
            </a:endParaRPr>
          </a:p>
        </p:txBody>
      </p:sp>
      <p:sp>
        <p:nvSpPr>
          <p:cNvPr id="1409" name=""/>
          <p:cNvSpPr txBox="1"/>
          <p:nvPr/>
        </p:nvSpPr>
        <p:spPr>
          <a:xfrm>
            <a:off x="3929400" y="1550880"/>
            <a:ext cx="3636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1410" name=""/>
          <p:cNvSpPr txBox="1"/>
          <p:nvPr/>
        </p:nvSpPr>
        <p:spPr>
          <a:xfrm>
            <a:off x="4291200" y="1542240"/>
            <a:ext cx="40752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 v3b </a:t>
            </a:r>
            <a:endParaRPr lang="en-US" sz="1430" b="0" u="none" strike="noStrike">
              <a:solidFill>
                <a:srgbClr val="000000"/>
              </a:solidFill>
              <a:effectLst/>
              <a:uFillTx/>
              <a:latin typeface="游明朝体"/>
            </a:endParaRPr>
          </a:p>
        </p:txBody>
      </p:sp>
      <p:sp>
        <p:nvSpPr>
          <p:cNvPr id="1411" name=""/>
          <p:cNvSpPr txBox="1"/>
          <p:nvPr/>
        </p:nvSpPr>
        <p:spPr>
          <a:xfrm>
            <a:off x="4697280" y="1550880"/>
            <a:ext cx="72612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並⾏稼働</a:t>
            </a:r>
            <a:endParaRPr lang="en-US" sz="1430" b="0" u="none" strike="noStrike">
              <a:solidFill>
                <a:srgbClr val="000000"/>
              </a:solidFill>
              <a:effectLst/>
              <a:uFillTx/>
              <a:latin typeface="游明朝体"/>
            </a:endParaRPr>
          </a:p>
        </p:txBody>
      </p:sp>
      <p:sp>
        <p:nvSpPr>
          <p:cNvPr id="1412" name=""/>
          <p:cNvSpPr txBox="1"/>
          <p:nvPr/>
        </p:nvSpPr>
        <p:spPr>
          <a:xfrm>
            <a:off x="666720" y="21308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項⽬</a:t>
            </a:r>
            <a:endParaRPr lang="en-US" sz="1350" b="0" u="none" strike="noStrike">
              <a:solidFill>
                <a:srgbClr val="000000"/>
              </a:solidFill>
              <a:effectLst/>
              <a:uFillTx/>
              <a:latin typeface="游明朝体"/>
            </a:endParaRPr>
          </a:p>
        </p:txBody>
      </p:sp>
      <p:sp>
        <p:nvSpPr>
          <p:cNvPr id="1413" name=""/>
          <p:cNvSpPr txBox="1"/>
          <p:nvPr/>
        </p:nvSpPr>
        <p:spPr>
          <a:xfrm>
            <a:off x="1609560" y="212292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414" name=""/>
          <p:cNvSpPr txBox="1"/>
          <p:nvPr/>
        </p:nvSpPr>
        <p:spPr>
          <a:xfrm>
            <a:off x="1794240" y="213084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15" name=""/>
          <p:cNvSpPr txBox="1"/>
          <p:nvPr/>
        </p:nvSpPr>
        <p:spPr>
          <a:xfrm>
            <a:off x="1965600" y="212292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16" name=""/>
          <p:cNvSpPr txBox="1"/>
          <p:nvPr/>
        </p:nvSpPr>
        <p:spPr>
          <a:xfrm>
            <a:off x="2315160" y="21308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あり）</a:t>
            </a:r>
            <a:endParaRPr lang="en-US" sz="1350" b="0" u="none" strike="noStrike">
              <a:solidFill>
                <a:srgbClr val="000000"/>
              </a:solidFill>
              <a:effectLst/>
              <a:uFillTx/>
              <a:latin typeface="游明朝体"/>
            </a:endParaRPr>
          </a:p>
        </p:txBody>
      </p:sp>
      <p:sp>
        <p:nvSpPr>
          <p:cNvPr id="1417" name=""/>
          <p:cNvSpPr txBox="1"/>
          <p:nvPr/>
        </p:nvSpPr>
        <p:spPr>
          <a:xfrm>
            <a:off x="4622760" y="212292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418" name=""/>
          <p:cNvSpPr txBox="1"/>
          <p:nvPr/>
        </p:nvSpPr>
        <p:spPr>
          <a:xfrm>
            <a:off x="4911840" y="213084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19" name=""/>
          <p:cNvSpPr txBox="1"/>
          <p:nvPr/>
        </p:nvSpPr>
        <p:spPr>
          <a:xfrm>
            <a:off x="5083560" y="212292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20" name=""/>
          <p:cNvSpPr txBox="1"/>
          <p:nvPr/>
        </p:nvSpPr>
        <p:spPr>
          <a:xfrm>
            <a:off x="5433120" y="21308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なし）</a:t>
            </a:r>
            <a:endParaRPr lang="en-US" sz="1350" b="0" u="none" strike="noStrike">
              <a:solidFill>
                <a:srgbClr val="000000"/>
              </a:solidFill>
              <a:effectLst/>
              <a:uFillTx/>
              <a:latin typeface="游明朝体"/>
            </a:endParaRPr>
          </a:p>
        </p:txBody>
      </p:sp>
      <p:sp>
        <p:nvSpPr>
          <p:cNvPr id="1421" name=""/>
          <p:cNvSpPr txBox="1"/>
          <p:nvPr/>
        </p:nvSpPr>
        <p:spPr>
          <a:xfrm>
            <a:off x="666720" y="251172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説明変数</a:t>
            </a:r>
            <a:endParaRPr lang="en-US" sz="1350" b="0" u="none" strike="noStrike">
              <a:solidFill>
                <a:srgbClr val="000000"/>
              </a:solidFill>
              <a:effectLst/>
              <a:uFillTx/>
              <a:latin typeface="游明朝体"/>
            </a:endParaRPr>
          </a:p>
        </p:txBody>
      </p:sp>
      <p:sp>
        <p:nvSpPr>
          <p:cNvPr id="1422" name=""/>
          <p:cNvSpPr txBox="1"/>
          <p:nvPr/>
        </p:nvSpPr>
        <p:spPr>
          <a:xfrm>
            <a:off x="1609560" y="2503800"/>
            <a:ext cx="3578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23" name=""/>
          <p:cNvSpPr txBox="1"/>
          <p:nvPr/>
        </p:nvSpPr>
        <p:spPr>
          <a:xfrm>
            <a:off x="1968480" y="251172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24" name=""/>
          <p:cNvSpPr txBox="1"/>
          <p:nvPr/>
        </p:nvSpPr>
        <p:spPr>
          <a:xfrm>
            <a:off x="2139840" y="2503800"/>
            <a:ext cx="4147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25" name=""/>
          <p:cNvSpPr txBox="1"/>
          <p:nvPr/>
        </p:nvSpPr>
        <p:spPr>
          <a:xfrm>
            <a:off x="2555640" y="251172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1426" name=""/>
          <p:cNvSpPr txBox="1"/>
          <p:nvPr/>
        </p:nvSpPr>
        <p:spPr>
          <a:xfrm>
            <a:off x="3241440" y="2503800"/>
            <a:ext cx="342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27" name=""/>
          <p:cNvSpPr txBox="1"/>
          <p:nvPr/>
        </p:nvSpPr>
        <p:spPr>
          <a:xfrm>
            <a:off x="3584160" y="251172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28" name=""/>
          <p:cNvSpPr txBox="1"/>
          <p:nvPr/>
        </p:nvSpPr>
        <p:spPr>
          <a:xfrm>
            <a:off x="3755880" y="250380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1429" name=""/>
          <p:cNvSpPr txBox="1"/>
          <p:nvPr/>
        </p:nvSpPr>
        <p:spPr>
          <a:xfrm>
            <a:off x="3850920" y="251172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430" name=""/>
          <p:cNvSpPr txBox="1"/>
          <p:nvPr/>
        </p:nvSpPr>
        <p:spPr>
          <a:xfrm>
            <a:off x="4622760" y="2503800"/>
            <a:ext cx="3578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31" name=""/>
          <p:cNvSpPr txBox="1"/>
          <p:nvPr/>
        </p:nvSpPr>
        <p:spPr>
          <a:xfrm>
            <a:off x="4981320" y="251172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32" name=""/>
          <p:cNvSpPr txBox="1"/>
          <p:nvPr/>
        </p:nvSpPr>
        <p:spPr>
          <a:xfrm>
            <a:off x="5153040" y="2503800"/>
            <a:ext cx="4147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33" name=""/>
          <p:cNvSpPr txBox="1"/>
          <p:nvPr/>
        </p:nvSpPr>
        <p:spPr>
          <a:xfrm>
            <a:off x="5568480" y="251172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1434" name=""/>
          <p:cNvSpPr txBox="1"/>
          <p:nvPr/>
        </p:nvSpPr>
        <p:spPr>
          <a:xfrm>
            <a:off x="6254280" y="250380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1435" name=""/>
          <p:cNvSpPr txBox="1"/>
          <p:nvPr/>
        </p:nvSpPr>
        <p:spPr>
          <a:xfrm>
            <a:off x="6349680" y="251172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436" name=""/>
          <p:cNvSpPr txBox="1"/>
          <p:nvPr/>
        </p:nvSpPr>
        <p:spPr>
          <a:xfrm>
            <a:off x="666720" y="2884680"/>
            <a:ext cx="6393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CV MAE</a:t>
            </a:r>
            <a:endParaRPr lang="en-US" sz="1350" b="0" u="none" strike="noStrike">
              <a:solidFill>
                <a:srgbClr val="000000"/>
              </a:solidFill>
              <a:effectLst/>
              <a:uFillTx/>
              <a:latin typeface="游明朝体"/>
            </a:endParaRPr>
          </a:p>
        </p:txBody>
      </p:sp>
      <p:sp>
        <p:nvSpPr>
          <p:cNvPr id="1437" name=""/>
          <p:cNvSpPr txBox="1"/>
          <p:nvPr/>
        </p:nvSpPr>
        <p:spPr>
          <a:xfrm>
            <a:off x="1609560" y="2884680"/>
            <a:ext cx="8038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2.08 kWh/</a:t>
            </a:r>
            <a:endParaRPr lang="en-US" sz="1350" b="0" u="none" strike="noStrike">
              <a:solidFill>
                <a:srgbClr val="000000"/>
              </a:solidFill>
              <a:effectLst/>
              <a:uFillTx/>
              <a:latin typeface="游明朝体"/>
            </a:endParaRPr>
          </a:p>
        </p:txBody>
      </p:sp>
      <p:sp>
        <p:nvSpPr>
          <p:cNvPr id="1438" name=""/>
          <p:cNvSpPr txBox="1"/>
          <p:nvPr/>
        </p:nvSpPr>
        <p:spPr>
          <a:xfrm>
            <a:off x="2416680" y="289296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39" name=""/>
          <p:cNvSpPr txBox="1"/>
          <p:nvPr/>
        </p:nvSpPr>
        <p:spPr>
          <a:xfrm>
            <a:off x="4622760" y="2884680"/>
            <a:ext cx="7786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2.22 kWh/</a:t>
            </a:r>
            <a:endParaRPr lang="en-US" sz="1350" b="0" u="none" strike="noStrike">
              <a:solidFill>
                <a:srgbClr val="000000"/>
              </a:solidFill>
              <a:effectLst/>
              <a:uFillTx/>
              <a:latin typeface="游明朝体"/>
            </a:endParaRPr>
          </a:p>
        </p:txBody>
      </p:sp>
      <p:sp>
        <p:nvSpPr>
          <p:cNvPr id="1440" name=""/>
          <p:cNvSpPr txBox="1"/>
          <p:nvPr/>
        </p:nvSpPr>
        <p:spPr>
          <a:xfrm>
            <a:off x="5404320" y="289296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41" name=""/>
          <p:cNvSpPr/>
          <p:nvPr/>
        </p:nvSpPr>
        <p:spPr>
          <a:xfrm>
            <a:off x="1609560" y="3295440"/>
            <a:ext cx="1581480" cy="190800"/>
          </a:xfrm>
          <a:custGeom>
            <a:avLst/>
            <a:gdLst/>
            <a:ahLst/>
            <a:rect l="0" t="0" r="r" b="b"/>
            <a:pathLst>
              <a:path w="4393" h="530">
                <a:moveTo>
                  <a:pt x="0" y="451"/>
                </a:moveTo>
                <a:lnTo>
                  <a:pt x="0" y="79"/>
                </a:lnTo>
                <a:cubicBezTo>
                  <a:pt x="0" y="69"/>
                  <a:pt x="2" y="59"/>
                  <a:pt x="6" y="49"/>
                </a:cubicBezTo>
                <a:cubicBezTo>
                  <a:pt x="10" y="39"/>
                  <a:pt x="16" y="31"/>
                  <a:pt x="23" y="23"/>
                </a:cubicBezTo>
                <a:cubicBezTo>
                  <a:pt x="31" y="16"/>
                  <a:pt x="39" y="10"/>
                  <a:pt x="49" y="6"/>
                </a:cubicBezTo>
                <a:cubicBezTo>
                  <a:pt x="59" y="2"/>
                  <a:pt x="69" y="0"/>
                  <a:pt x="79" y="0"/>
                </a:cubicBezTo>
                <a:lnTo>
                  <a:pt x="4314" y="0"/>
                </a:lnTo>
                <a:cubicBezTo>
                  <a:pt x="4324" y="0"/>
                  <a:pt x="4334" y="2"/>
                  <a:pt x="4344" y="6"/>
                </a:cubicBezTo>
                <a:cubicBezTo>
                  <a:pt x="4354" y="10"/>
                  <a:pt x="4362" y="16"/>
                  <a:pt x="4370" y="23"/>
                </a:cubicBezTo>
                <a:cubicBezTo>
                  <a:pt x="4377" y="31"/>
                  <a:pt x="4383" y="39"/>
                  <a:pt x="4387" y="49"/>
                </a:cubicBezTo>
                <a:cubicBezTo>
                  <a:pt x="4391" y="59"/>
                  <a:pt x="4393" y="69"/>
                  <a:pt x="4393" y="79"/>
                </a:cubicBezTo>
                <a:lnTo>
                  <a:pt x="4393" y="451"/>
                </a:lnTo>
                <a:cubicBezTo>
                  <a:pt x="4393" y="461"/>
                  <a:pt x="4391" y="472"/>
                  <a:pt x="4387" y="481"/>
                </a:cubicBezTo>
                <a:cubicBezTo>
                  <a:pt x="4383" y="491"/>
                  <a:pt x="4377" y="500"/>
                  <a:pt x="4370" y="507"/>
                </a:cubicBezTo>
                <a:cubicBezTo>
                  <a:pt x="4362" y="514"/>
                  <a:pt x="4354" y="520"/>
                  <a:pt x="4344" y="524"/>
                </a:cubicBezTo>
                <a:cubicBezTo>
                  <a:pt x="4334" y="528"/>
                  <a:pt x="4324" y="530"/>
                  <a:pt x="4314" y="530"/>
                </a:cubicBezTo>
                <a:lnTo>
                  <a:pt x="79" y="530"/>
                </a:lnTo>
                <a:cubicBezTo>
                  <a:pt x="69" y="530"/>
                  <a:pt x="59" y="528"/>
                  <a:pt x="49" y="524"/>
                </a:cubicBezTo>
                <a:cubicBezTo>
                  <a:pt x="39" y="520"/>
                  <a:pt x="31" y="514"/>
                  <a:pt x="23" y="507"/>
                </a:cubicBezTo>
                <a:cubicBezTo>
                  <a:pt x="16" y="500"/>
                  <a:pt x="10" y="491"/>
                  <a:pt x="6" y="481"/>
                </a:cubicBezTo>
                <a:cubicBezTo>
                  <a:pt x="2" y="472"/>
                  <a:pt x="0" y="461"/>
                  <a:pt x="0" y="451"/>
                </a:cubicBez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42" name=""/>
          <p:cNvSpPr txBox="1"/>
          <p:nvPr/>
        </p:nvSpPr>
        <p:spPr>
          <a:xfrm>
            <a:off x="666720" y="327384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ファイル</a:t>
            </a:r>
            <a:endParaRPr lang="en-US" sz="1350" b="0" u="none" strike="noStrike">
              <a:solidFill>
                <a:srgbClr val="000000"/>
              </a:solidFill>
              <a:effectLst/>
              <a:uFillTx/>
              <a:latin typeface="游明朝体"/>
            </a:endParaRPr>
          </a:p>
        </p:txBody>
      </p:sp>
      <p:sp>
        <p:nvSpPr>
          <p:cNvPr id="1443" name=""/>
          <p:cNvSpPr/>
          <p:nvPr/>
        </p:nvSpPr>
        <p:spPr>
          <a:xfrm>
            <a:off x="4619520" y="3295440"/>
            <a:ext cx="2200680" cy="190800"/>
          </a:xfrm>
          <a:custGeom>
            <a:avLst/>
            <a:gdLst/>
            <a:ahLst/>
            <a:rect l="0" t="0" r="r" b="b"/>
            <a:pathLst>
              <a:path w="6113" h="530">
                <a:moveTo>
                  <a:pt x="0" y="451"/>
                </a:moveTo>
                <a:lnTo>
                  <a:pt x="0" y="79"/>
                </a:lnTo>
                <a:cubicBezTo>
                  <a:pt x="0" y="69"/>
                  <a:pt x="2" y="59"/>
                  <a:pt x="6" y="49"/>
                </a:cubicBezTo>
                <a:cubicBezTo>
                  <a:pt x="10" y="39"/>
                  <a:pt x="16" y="31"/>
                  <a:pt x="23" y="23"/>
                </a:cubicBezTo>
                <a:cubicBezTo>
                  <a:pt x="30" y="16"/>
                  <a:pt x="39" y="10"/>
                  <a:pt x="49" y="6"/>
                </a:cubicBezTo>
                <a:cubicBezTo>
                  <a:pt x="59" y="2"/>
                  <a:pt x="69" y="0"/>
                  <a:pt x="79" y="0"/>
                </a:cubicBezTo>
                <a:lnTo>
                  <a:pt x="6033" y="0"/>
                </a:lnTo>
                <a:cubicBezTo>
                  <a:pt x="6044" y="0"/>
                  <a:pt x="6054" y="2"/>
                  <a:pt x="6064" y="6"/>
                </a:cubicBezTo>
                <a:cubicBezTo>
                  <a:pt x="6073" y="10"/>
                  <a:pt x="6082" y="16"/>
                  <a:pt x="6089" y="23"/>
                </a:cubicBezTo>
                <a:cubicBezTo>
                  <a:pt x="6097" y="31"/>
                  <a:pt x="6103" y="39"/>
                  <a:pt x="6107" y="49"/>
                </a:cubicBezTo>
                <a:cubicBezTo>
                  <a:pt x="6111" y="59"/>
                  <a:pt x="6113" y="69"/>
                  <a:pt x="6113" y="79"/>
                </a:cubicBezTo>
                <a:lnTo>
                  <a:pt x="6113" y="451"/>
                </a:lnTo>
                <a:cubicBezTo>
                  <a:pt x="6113" y="461"/>
                  <a:pt x="6111" y="472"/>
                  <a:pt x="6107" y="481"/>
                </a:cubicBezTo>
                <a:cubicBezTo>
                  <a:pt x="6103" y="491"/>
                  <a:pt x="6097" y="500"/>
                  <a:pt x="6089" y="507"/>
                </a:cubicBezTo>
                <a:cubicBezTo>
                  <a:pt x="6082" y="514"/>
                  <a:pt x="6073" y="520"/>
                  <a:pt x="6064" y="524"/>
                </a:cubicBezTo>
                <a:cubicBezTo>
                  <a:pt x="6054" y="528"/>
                  <a:pt x="6044" y="530"/>
                  <a:pt x="6033" y="530"/>
                </a:cubicBezTo>
                <a:lnTo>
                  <a:pt x="79" y="530"/>
                </a:lnTo>
                <a:cubicBezTo>
                  <a:pt x="69" y="530"/>
                  <a:pt x="59" y="528"/>
                  <a:pt x="49" y="524"/>
                </a:cubicBezTo>
                <a:cubicBezTo>
                  <a:pt x="39" y="520"/>
                  <a:pt x="30" y="514"/>
                  <a:pt x="23" y="507"/>
                </a:cubicBezTo>
                <a:cubicBezTo>
                  <a:pt x="16" y="500"/>
                  <a:pt x="10" y="491"/>
                  <a:pt x="6" y="481"/>
                </a:cubicBezTo>
                <a:cubicBezTo>
                  <a:pt x="2" y="472"/>
                  <a:pt x="0" y="461"/>
                  <a:pt x="0" y="451"/>
                </a:cubicBez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44" name=""/>
          <p:cNvSpPr txBox="1"/>
          <p:nvPr/>
        </p:nvSpPr>
        <p:spPr>
          <a:xfrm>
            <a:off x="1657440" y="3307680"/>
            <a:ext cx="1477800" cy="164880"/>
          </a:xfrm>
          <a:prstGeom prst="rect">
            <a:avLst/>
          </a:prstGeom>
          <a:noFill/>
          <a:ln w="0">
            <a:noFill/>
          </a:ln>
        </p:spPr>
        <p:txBody>
          <a:bodyPr wrap="none" lIns="0" tIns="0" rIns="0" bIns="0" anchor="t">
            <a:spAutoFit/>
          </a:bodyPr>
          <a:p>
            <a:pPr/>
            <a:r>
              <a:rPr lang="en-US" sz="1150" b="0" u="none" strike="noStrike">
                <a:solidFill>
                  <a:srgbClr val="4A3AA7"/>
                </a:solidFill>
                <a:effectLst/>
                <a:uFillTx/>
                <a:latin typeface="CourierNew"/>
                <a:ea typeface="CourierNew"/>
              </a:rPr>
              <a:t>rf_hatuden.joblib</a:t>
            </a:r>
            <a:endParaRPr lang="en-US" sz="1150" b="0" u="none" strike="noStrike">
              <a:solidFill>
                <a:srgbClr val="000000"/>
              </a:solidFill>
              <a:effectLst/>
              <a:uFillTx/>
              <a:latin typeface="游明朝体"/>
            </a:endParaRPr>
          </a:p>
        </p:txBody>
      </p:sp>
      <p:sp>
        <p:nvSpPr>
          <p:cNvPr id="1445" name=""/>
          <p:cNvSpPr txBox="1"/>
          <p:nvPr/>
        </p:nvSpPr>
        <p:spPr>
          <a:xfrm>
            <a:off x="4670280" y="3307680"/>
            <a:ext cx="2085840" cy="164880"/>
          </a:xfrm>
          <a:prstGeom prst="rect">
            <a:avLst/>
          </a:prstGeom>
          <a:noFill/>
          <a:ln w="0">
            <a:noFill/>
          </a:ln>
        </p:spPr>
        <p:txBody>
          <a:bodyPr wrap="none" lIns="0" tIns="0" rIns="0" bIns="0" anchor="t">
            <a:spAutoFit/>
          </a:bodyPr>
          <a:p>
            <a:pPr/>
            <a:r>
              <a:rPr lang="en-US" sz="1150" b="0" u="none" strike="noStrike">
                <a:solidFill>
                  <a:srgbClr val="4A3AA7"/>
                </a:solidFill>
                <a:effectLst/>
                <a:uFillTx/>
                <a:latin typeface="CourierNew"/>
                <a:ea typeface="CourierNew"/>
              </a:rPr>
              <a:t>rf_hatuden_no_ssd.joblib</a:t>
            </a:r>
            <a:endParaRPr lang="en-US" sz="1150" b="0" u="none" strike="noStrike">
              <a:solidFill>
                <a:srgbClr val="000000"/>
              </a:solidFill>
              <a:effectLst/>
              <a:uFillTx/>
              <a:latin typeface="游明朝体"/>
            </a:endParaRPr>
          </a:p>
        </p:txBody>
      </p:sp>
      <p:sp>
        <p:nvSpPr>
          <p:cNvPr id="1446" name=""/>
          <p:cNvSpPr txBox="1"/>
          <p:nvPr/>
        </p:nvSpPr>
        <p:spPr>
          <a:xfrm>
            <a:off x="533520" y="3751920"/>
            <a:ext cx="133416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並⾏稼働の理由</a:t>
            </a:r>
            <a:endParaRPr lang="en-US" sz="1500" b="0" u="none" strike="noStrike">
              <a:solidFill>
                <a:srgbClr val="000000"/>
              </a:solidFill>
              <a:effectLst/>
              <a:uFillTx/>
              <a:latin typeface="游明朝体"/>
            </a:endParaRPr>
          </a:p>
        </p:txBody>
      </p:sp>
      <p:sp>
        <p:nvSpPr>
          <p:cNvPr id="1447" name=""/>
          <p:cNvSpPr txBox="1"/>
          <p:nvPr/>
        </p:nvSpPr>
        <p:spPr>
          <a:xfrm>
            <a:off x="1866960" y="3742920"/>
            <a:ext cx="5407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SSD </a:t>
            </a:r>
            <a:endParaRPr lang="en-US" sz="1500" b="0" u="none" strike="noStrike">
              <a:solidFill>
                <a:srgbClr val="000000"/>
              </a:solidFill>
              <a:effectLst/>
              <a:uFillTx/>
              <a:latin typeface="游明朝体"/>
            </a:endParaRPr>
          </a:p>
        </p:txBody>
      </p:sp>
      <p:sp>
        <p:nvSpPr>
          <p:cNvPr id="1448" name=""/>
          <p:cNvSpPr txBox="1"/>
          <p:nvPr/>
        </p:nvSpPr>
        <p:spPr>
          <a:xfrm>
            <a:off x="2406600" y="375192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予報が晴れ⽇に著しく過⼩評価（翌⽇予報</a:t>
            </a:r>
            <a:endParaRPr lang="en-US" sz="1500" b="0" u="none" strike="noStrike">
              <a:solidFill>
                <a:srgbClr val="000000"/>
              </a:solidFill>
              <a:effectLst/>
              <a:uFillTx/>
              <a:latin typeface="游明朝体"/>
            </a:endParaRPr>
          </a:p>
        </p:txBody>
      </p:sp>
      <p:sp>
        <p:nvSpPr>
          <p:cNvPr id="1449" name=""/>
          <p:cNvSpPr txBox="1"/>
          <p:nvPr/>
        </p:nvSpPr>
        <p:spPr>
          <a:xfrm>
            <a:off x="533520" y="4028760"/>
            <a:ext cx="13269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bias=−7.7h/day</a:t>
            </a:r>
            <a:endParaRPr lang="en-US" sz="1500" b="0" u="none" strike="noStrike">
              <a:solidFill>
                <a:srgbClr val="000000"/>
              </a:solidFill>
              <a:effectLst/>
              <a:uFillTx/>
              <a:latin typeface="游明朝体"/>
            </a:endParaRPr>
          </a:p>
        </p:txBody>
      </p:sp>
      <p:sp>
        <p:nvSpPr>
          <p:cNvPr id="1450" name=""/>
          <p:cNvSpPr txBox="1"/>
          <p:nvPr/>
        </p:nvSpPr>
        <p:spPr>
          <a:xfrm>
            <a:off x="1859400" y="403776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）されており、</a:t>
            </a:r>
            <a:endParaRPr lang="en-US" sz="1500" b="0" u="none" strike="noStrike">
              <a:solidFill>
                <a:srgbClr val="000000"/>
              </a:solidFill>
              <a:effectLst/>
              <a:uFillTx/>
              <a:latin typeface="游明朝体"/>
            </a:endParaRPr>
          </a:p>
        </p:txBody>
      </p:sp>
      <p:sp>
        <p:nvSpPr>
          <p:cNvPr id="1451" name=""/>
          <p:cNvSpPr txBox="1"/>
          <p:nvPr/>
        </p:nvSpPr>
        <p:spPr>
          <a:xfrm>
            <a:off x="3183480" y="4028760"/>
            <a:ext cx="254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v3 </a:t>
            </a:r>
            <a:endParaRPr lang="en-US" sz="1500" b="0" u="none" strike="noStrike">
              <a:solidFill>
                <a:srgbClr val="000000"/>
              </a:solidFill>
              <a:effectLst/>
              <a:uFillTx/>
              <a:latin typeface="游明朝体"/>
            </a:endParaRPr>
          </a:p>
        </p:txBody>
      </p:sp>
      <p:sp>
        <p:nvSpPr>
          <p:cNvPr id="1452" name=""/>
          <p:cNvSpPr txBox="1"/>
          <p:nvPr/>
        </p:nvSpPr>
        <p:spPr>
          <a:xfrm>
            <a:off x="3437640" y="403776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の発電量予測を系統的に引き下げている可</a:t>
            </a:r>
            <a:endParaRPr lang="en-US" sz="1500" b="0" u="none" strike="noStrike">
              <a:solidFill>
                <a:srgbClr val="000000"/>
              </a:solidFill>
              <a:effectLst/>
              <a:uFillTx/>
              <a:latin typeface="游明朝体"/>
            </a:endParaRPr>
          </a:p>
        </p:txBody>
      </p:sp>
      <p:sp>
        <p:nvSpPr>
          <p:cNvPr id="1453" name=""/>
          <p:cNvSpPr txBox="1"/>
          <p:nvPr/>
        </p:nvSpPr>
        <p:spPr>
          <a:xfrm>
            <a:off x="533520" y="432324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能性を検証中。</a:t>
            </a:r>
            <a:endParaRPr lang="en-US" sz="1500" b="0" u="none" strike="noStrike">
              <a:solidFill>
                <a:srgbClr val="000000"/>
              </a:solidFill>
              <a:effectLst/>
              <a:uFillTx/>
              <a:latin typeface="游明朝体"/>
            </a:endParaRPr>
          </a:p>
        </p:txBody>
      </p:sp>
      <p:sp>
        <p:nvSpPr>
          <p:cNvPr id="1454" name=""/>
          <p:cNvSpPr txBox="1"/>
          <p:nvPr/>
        </p:nvSpPr>
        <p:spPr>
          <a:xfrm>
            <a:off x="666720" y="482652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天気区分</a:t>
            </a:r>
            <a:endParaRPr lang="en-US" sz="1350" b="0" u="none" strike="noStrike">
              <a:solidFill>
                <a:srgbClr val="000000"/>
              </a:solidFill>
              <a:effectLst/>
              <a:uFillTx/>
              <a:latin typeface="游明朝体"/>
            </a:endParaRPr>
          </a:p>
        </p:txBody>
      </p:sp>
      <p:sp>
        <p:nvSpPr>
          <p:cNvPr id="1455" name=""/>
          <p:cNvSpPr txBox="1"/>
          <p:nvPr/>
        </p:nvSpPr>
        <p:spPr>
          <a:xfrm>
            <a:off x="2855880" y="4818240"/>
            <a:ext cx="6141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 MAE</a:t>
            </a:r>
            <a:endParaRPr lang="en-US" sz="1350" b="0" u="none" strike="noStrike">
              <a:solidFill>
                <a:srgbClr val="000000"/>
              </a:solidFill>
              <a:effectLst/>
              <a:uFillTx/>
              <a:latin typeface="游明朝体"/>
            </a:endParaRPr>
          </a:p>
        </p:txBody>
      </p:sp>
      <p:sp>
        <p:nvSpPr>
          <p:cNvPr id="1456" name=""/>
          <p:cNvSpPr txBox="1"/>
          <p:nvPr/>
        </p:nvSpPr>
        <p:spPr>
          <a:xfrm>
            <a:off x="3472200" y="482652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1457" name=""/>
          <p:cNvSpPr txBox="1"/>
          <p:nvPr/>
        </p:nvSpPr>
        <p:spPr>
          <a:xfrm>
            <a:off x="4415040" y="4818240"/>
            <a:ext cx="718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 MAE</a:t>
            </a:r>
            <a:endParaRPr lang="en-US" sz="1350" b="0" u="none" strike="noStrike">
              <a:solidFill>
                <a:srgbClr val="000000"/>
              </a:solidFill>
              <a:effectLst/>
              <a:uFillTx/>
              <a:latin typeface="游明朝体"/>
            </a:endParaRPr>
          </a:p>
        </p:txBody>
      </p:sp>
      <p:sp>
        <p:nvSpPr>
          <p:cNvPr id="1458" name=""/>
          <p:cNvSpPr txBox="1"/>
          <p:nvPr/>
        </p:nvSpPr>
        <p:spPr>
          <a:xfrm>
            <a:off x="5136120" y="482652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1459" name=""/>
          <p:cNvSpPr txBox="1"/>
          <p:nvPr/>
        </p:nvSpPr>
        <p:spPr>
          <a:xfrm>
            <a:off x="666720" y="520740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460" name=""/>
          <p:cNvSpPr txBox="1"/>
          <p:nvPr/>
        </p:nvSpPr>
        <p:spPr>
          <a:xfrm>
            <a:off x="1352520" y="5199480"/>
            <a:ext cx="342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61" name=""/>
          <p:cNvSpPr txBox="1"/>
          <p:nvPr/>
        </p:nvSpPr>
        <p:spPr>
          <a:xfrm>
            <a:off x="1695600" y="520740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1462" name=""/>
          <p:cNvSpPr txBox="1"/>
          <p:nvPr/>
        </p:nvSpPr>
        <p:spPr>
          <a:xfrm>
            <a:off x="2038320" y="5199480"/>
            <a:ext cx="3877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 ≥ 5h</a:t>
            </a:r>
            <a:endParaRPr lang="en-US" sz="1350" b="0" u="none" strike="noStrike">
              <a:solidFill>
                <a:srgbClr val="000000"/>
              </a:solidFill>
              <a:effectLst/>
              <a:uFillTx/>
              <a:latin typeface="游明朝体"/>
            </a:endParaRPr>
          </a:p>
        </p:txBody>
      </p:sp>
      <p:sp>
        <p:nvSpPr>
          <p:cNvPr id="1463" name=""/>
          <p:cNvSpPr txBox="1"/>
          <p:nvPr/>
        </p:nvSpPr>
        <p:spPr>
          <a:xfrm>
            <a:off x="2427120" y="5207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64" name=""/>
          <p:cNvSpPr txBox="1"/>
          <p:nvPr/>
        </p:nvSpPr>
        <p:spPr>
          <a:xfrm>
            <a:off x="2855880" y="5199480"/>
            <a:ext cx="740520" cy="203040"/>
          </a:xfrm>
          <a:prstGeom prst="rect">
            <a:avLst/>
          </a:prstGeom>
          <a:noFill/>
          <a:ln w="0">
            <a:noFill/>
          </a:ln>
        </p:spPr>
        <p:txBody>
          <a:bodyPr wrap="none" lIns="0" tIns="0" rIns="0" bIns="0" anchor="t">
            <a:spAutoFit/>
          </a:bodyPr>
          <a:p>
            <a:pPr/>
            <a:r>
              <a:rPr lang="en-US" sz="1350" b="1" u="none" strike="noStrike">
                <a:solidFill>
                  <a:srgbClr val="E34948"/>
                </a:solidFill>
                <a:effectLst/>
                <a:uFillTx/>
                <a:latin typeface="HelveticaNeue"/>
                <a:ea typeface="HelveticaNeue"/>
              </a:rPr>
              <a:t>3.68 kWh</a:t>
            </a:r>
            <a:endParaRPr lang="en-US" sz="1350" b="0" u="none" strike="noStrike">
              <a:solidFill>
                <a:srgbClr val="000000"/>
              </a:solidFill>
              <a:effectLst/>
              <a:uFillTx/>
              <a:latin typeface="游明朝体"/>
            </a:endParaRPr>
          </a:p>
        </p:txBody>
      </p:sp>
      <p:sp>
        <p:nvSpPr>
          <p:cNvPr id="1465" name=""/>
          <p:cNvSpPr txBox="1"/>
          <p:nvPr/>
        </p:nvSpPr>
        <p:spPr>
          <a:xfrm>
            <a:off x="4415040" y="5199480"/>
            <a:ext cx="7405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1.73 kWh</a:t>
            </a:r>
            <a:endParaRPr lang="en-US" sz="1350" b="0" u="none" strike="noStrike">
              <a:solidFill>
                <a:srgbClr val="000000"/>
              </a:solidFill>
              <a:effectLst/>
              <a:uFillTx/>
              <a:latin typeface="游明朝体"/>
            </a:endParaRPr>
          </a:p>
        </p:txBody>
      </p:sp>
      <p:sp>
        <p:nvSpPr>
          <p:cNvPr id="1466" name=""/>
          <p:cNvSpPr txBox="1"/>
          <p:nvPr/>
        </p:nvSpPr>
        <p:spPr>
          <a:xfrm>
            <a:off x="666720" y="558828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曇り⽇（</a:t>
            </a:r>
            <a:endParaRPr lang="en-US" sz="1350" b="0" u="none" strike="noStrike">
              <a:solidFill>
                <a:srgbClr val="000000"/>
              </a:solidFill>
              <a:effectLst/>
              <a:uFillTx/>
              <a:latin typeface="游明朝体"/>
            </a:endParaRPr>
          </a:p>
        </p:txBody>
      </p:sp>
      <p:sp>
        <p:nvSpPr>
          <p:cNvPr id="1467" name=""/>
          <p:cNvSpPr txBox="1"/>
          <p:nvPr/>
        </p:nvSpPr>
        <p:spPr>
          <a:xfrm>
            <a:off x="1352520" y="5580360"/>
            <a:ext cx="342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68" name=""/>
          <p:cNvSpPr txBox="1"/>
          <p:nvPr/>
        </p:nvSpPr>
        <p:spPr>
          <a:xfrm>
            <a:off x="1695600" y="558828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1469" name=""/>
          <p:cNvSpPr txBox="1"/>
          <p:nvPr/>
        </p:nvSpPr>
        <p:spPr>
          <a:xfrm>
            <a:off x="2038320" y="5580360"/>
            <a:ext cx="3877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 &lt; 5h</a:t>
            </a:r>
            <a:endParaRPr lang="en-US" sz="1350" b="0" u="none" strike="noStrike">
              <a:solidFill>
                <a:srgbClr val="000000"/>
              </a:solidFill>
              <a:effectLst/>
              <a:uFillTx/>
              <a:latin typeface="游明朝体"/>
            </a:endParaRPr>
          </a:p>
        </p:txBody>
      </p:sp>
      <p:sp>
        <p:nvSpPr>
          <p:cNvPr id="1470" name=""/>
          <p:cNvSpPr txBox="1"/>
          <p:nvPr/>
        </p:nvSpPr>
        <p:spPr>
          <a:xfrm>
            <a:off x="2427120" y="55882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71" name=""/>
          <p:cNvSpPr txBox="1"/>
          <p:nvPr/>
        </p:nvSpPr>
        <p:spPr>
          <a:xfrm>
            <a:off x="2855880" y="5580360"/>
            <a:ext cx="7405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2.61 kWh</a:t>
            </a:r>
            <a:endParaRPr lang="en-US" sz="1350" b="0" u="none" strike="noStrike">
              <a:solidFill>
                <a:srgbClr val="000000"/>
              </a:solidFill>
              <a:effectLst/>
              <a:uFillTx/>
              <a:latin typeface="游明朝体"/>
            </a:endParaRPr>
          </a:p>
        </p:txBody>
      </p:sp>
      <p:sp>
        <p:nvSpPr>
          <p:cNvPr id="1472" name=""/>
          <p:cNvSpPr txBox="1"/>
          <p:nvPr/>
        </p:nvSpPr>
        <p:spPr>
          <a:xfrm>
            <a:off x="4415040" y="5580360"/>
            <a:ext cx="7218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3.22 kWh</a:t>
            </a:r>
            <a:endParaRPr lang="en-US" sz="1350" b="0" u="none" strike="noStrike">
              <a:solidFill>
                <a:srgbClr val="000000"/>
              </a:solidFill>
              <a:effectLst/>
              <a:uFillTx/>
              <a:latin typeface="游明朝体"/>
            </a:endParaRPr>
          </a:p>
        </p:txBody>
      </p:sp>
      <p:sp>
        <p:nvSpPr>
          <p:cNvPr id="1473" name=""/>
          <p:cNvSpPr txBox="1"/>
          <p:nvPr/>
        </p:nvSpPr>
        <p:spPr>
          <a:xfrm>
            <a:off x="8097480" y="1340640"/>
            <a:ext cx="32544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GSR</a:t>
            </a:r>
            <a:endParaRPr lang="en-US" sz="1200" b="0" u="none" strike="noStrike">
              <a:solidFill>
                <a:srgbClr val="000000"/>
              </a:solidFill>
              <a:effectLst/>
              <a:uFillTx/>
              <a:latin typeface="游明朝体"/>
            </a:endParaRPr>
          </a:p>
        </p:txBody>
      </p:sp>
      <p:pic>
        <p:nvPicPr>
          <p:cNvPr id="1474" name=""/>
          <p:cNvPicPr/>
          <p:nvPr/>
        </p:nvPicPr>
        <p:blipFill>
          <a:blip r:embed="rId10"/>
          <a:stretch/>
        </p:blipFill>
        <p:spPr>
          <a:xfrm>
            <a:off x="7296120" y="1714320"/>
            <a:ext cx="4362120" cy="1352160"/>
          </a:xfrm>
          <a:prstGeom prst="rect">
            <a:avLst/>
          </a:prstGeom>
          <a:noFill/>
          <a:ln w="0">
            <a:noFill/>
          </a:ln>
        </p:spPr>
      </p:pic>
      <p:sp>
        <p:nvSpPr>
          <p:cNvPr id="1475" name=""/>
          <p:cNvSpPr txBox="1"/>
          <p:nvPr/>
        </p:nvSpPr>
        <p:spPr>
          <a:xfrm>
            <a:off x="8422200" y="1347840"/>
            <a:ext cx="243900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（全天⽇射量）の予測と実測の検証</a:t>
            </a:r>
            <a:endParaRPr lang="en-US" sz="1200" b="0" u="none" strike="noStrike">
              <a:solidFill>
                <a:srgbClr val="000000"/>
              </a:solidFill>
              <a:effectLst/>
              <a:uFillTx/>
              <a:latin typeface="游明朝体"/>
            </a:endParaRPr>
          </a:p>
        </p:txBody>
      </p:sp>
      <p:sp>
        <p:nvSpPr>
          <p:cNvPr id="1476" name=""/>
          <p:cNvSpPr txBox="1"/>
          <p:nvPr/>
        </p:nvSpPr>
        <p:spPr>
          <a:xfrm>
            <a:off x="8180640" y="3360240"/>
            <a:ext cx="31140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SSD</a:t>
            </a:r>
            <a:endParaRPr lang="en-US" sz="1200" b="0" u="none" strike="noStrike">
              <a:solidFill>
                <a:srgbClr val="000000"/>
              </a:solidFill>
              <a:effectLst/>
              <a:uFillTx/>
              <a:latin typeface="游明朝体"/>
            </a:endParaRPr>
          </a:p>
        </p:txBody>
      </p:sp>
      <p:pic>
        <p:nvPicPr>
          <p:cNvPr id="1477" name=""/>
          <p:cNvPicPr/>
          <p:nvPr/>
        </p:nvPicPr>
        <p:blipFill>
          <a:blip r:embed="rId11"/>
          <a:stretch/>
        </p:blipFill>
        <p:spPr>
          <a:xfrm>
            <a:off x="7296120" y="3733920"/>
            <a:ext cx="4362120" cy="1352160"/>
          </a:xfrm>
          <a:prstGeom prst="rect">
            <a:avLst/>
          </a:prstGeom>
          <a:noFill/>
          <a:ln w="0">
            <a:noFill/>
          </a:ln>
        </p:spPr>
      </p:pic>
      <p:sp>
        <p:nvSpPr>
          <p:cNvPr id="1478" name=""/>
          <p:cNvSpPr txBox="1"/>
          <p:nvPr/>
        </p:nvSpPr>
        <p:spPr>
          <a:xfrm>
            <a:off x="8491680" y="3367440"/>
            <a:ext cx="228672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（⽇照時間）の予測と実測の検証</a:t>
            </a:r>
            <a:endParaRPr lang="en-US" sz="1200" b="0" u="none" strike="noStrike">
              <a:solidFill>
                <a:srgbClr val="000000"/>
              </a:solidFill>
              <a:effectLst/>
              <a:uFillTx/>
              <a:latin typeface="游明朝体"/>
            </a:endParaRPr>
          </a:p>
        </p:txBody>
      </p:sp>
      <p:sp>
        <p:nvSpPr>
          <p:cNvPr id="1479" name=""/>
          <p:cNvSpPr txBox="1"/>
          <p:nvPr/>
        </p:nvSpPr>
        <p:spPr>
          <a:xfrm>
            <a:off x="723960" y="6294240"/>
            <a:ext cx="108820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発電量予測は蓄電池の充電判断にも活⽤（晴天時は太陽光優先、悪天候時は夜間電⼒）。個⼈宅では不要でも、⼤規模な太陽光＋蓄電</a:t>
            </a:r>
            <a:endParaRPr lang="en-US" sz="1430" b="0" u="none" strike="noStrike">
              <a:solidFill>
                <a:srgbClr val="000000"/>
              </a:solidFill>
              <a:effectLst/>
              <a:uFillTx/>
              <a:latin typeface="游明朝体"/>
            </a:endParaRPr>
          </a:p>
        </p:txBody>
      </p:sp>
      <p:sp>
        <p:nvSpPr>
          <p:cNvPr id="1480" name=""/>
          <p:cNvSpPr txBox="1"/>
          <p:nvPr/>
        </p:nvSpPr>
        <p:spPr>
          <a:xfrm>
            <a:off x="723960" y="6561000"/>
            <a:ext cx="23583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池運⽤では有効と考えられる</a:t>
            </a:r>
            <a:endParaRPr lang="en-US" sz="1430" b="0" u="none" strike="noStrike">
              <a:solidFill>
                <a:srgbClr val="000000"/>
              </a:solidFill>
              <a:effectLst/>
              <a:uFillTx/>
              <a:latin typeface="游明朝体"/>
            </a:endParaRPr>
          </a:p>
        </p:txBody>
      </p:sp>
      <p:sp>
        <p:nvSpPr>
          <p:cNvPr id="148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18</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5" name=""/>
          <p:cNvSpPr/>
          <p:nvPr/>
        </p:nvSpPr>
        <p:spPr>
          <a:xfrm>
            <a:off x="533160" y="36860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86" name=""/>
          <p:cNvSpPr txBox="1"/>
          <p:nvPr/>
        </p:nvSpPr>
        <p:spPr>
          <a:xfrm>
            <a:off x="533520" y="3169800"/>
            <a:ext cx="419184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バイブコーディングとは</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90" name=""/>
          <p:cNvSpPr/>
          <p:nvPr/>
        </p:nvSpPr>
        <p:spPr>
          <a:xfrm>
            <a:off x="533160" y="127620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1" name=""/>
          <p:cNvSpPr/>
          <p:nvPr/>
        </p:nvSpPr>
        <p:spPr>
          <a:xfrm>
            <a:off x="552240" y="2809800"/>
            <a:ext cx="11106360" cy="1229040"/>
          </a:xfrm>
          <a:custGeom>
            <a:avLst/>
            <a:gdLst/>
            <a:ahLst/>
            <a:rect l="0" t="0" r="r" b="b"/>
            <a:pathLst>
              <a:path w="30851" h="3414">
                <a:moveTo>
                  <a:pt x="0" y="3308"/>
                </a:moveTo>
                <a:lnTo>
                  <a:pt x="0" y="106"/>
                </a:lnTo>
                <a:cubicBezTo>
                  <a:pt x="0" y="92"/>
                  <a:pt x="1" y="78"/>
                  <a:pt x="4" y="65"/>
                </a:cubicBezTo>
                <a:cubicBezTo>
                  <a:pt x="7" y="52"/>
                  <a:pt x="11" y="41"/>
                  <a:pt x="16" y="31"/>
                </a:cubicBezTo>
                <a:cubicBezTo>
                  <a:pt x="21" y="21"/>
                  <a:pt x="26" y="13"/>
                  <a:pt x="33" y="8"/>
                </a:cubicBezTo>
                <a:cubicBezTo>
                  <a:pt x="39" y="2"/>
                  <a:pt x="46" y="0"/>
                  <a:pt x="53" y="0"/>
                </a:cubicBezTo>
                <a:lnTo>
                  <a:pt x="30746" y="0"/>
                </a:lnTo>
                <a:cubicBezTo>
                  <a:pt x="30760" y="0"/>
                  <a:pt x="30773" y="2"/>
                  <a:pt x="30786" y="8"/>
                </a:cubicBezTo>
                <a:cubicBezTo>
                  <a:pt x="30799" y="13"/>
                  <a:pt x="30811" y="21"/>
                  <a:pt x="30820" y="31"/>
                </a:cubicBezTo>
                <a:cubicBezTo>
                  <a:pt x="30830" y="41"/>
                  <a:pt x="30838" y="52"/>
                  <a:pt x="30843" y="65"/>
                </a:cubicBezTo>
                <a:cubicBezTo>
                  <a:pt x="30849" y="78"/>
                  <a:pt x="30851" y="92"/>
                  <a:pt x="30851" y="106"/>
                </a:cubicBezTo>
                <a:lnTo>
                  <a:pt x="30851" y="3308"/>
                </a:lnTo>
                <a:cubicBezTo>
                  <a:pt x="30851" y="3322"/>
                  <a:pt x="30849" y="3336"/>
                  <a:pt x="30843" y="3348"/>
                </a:cubicBezTo>
                <a:cubicBezTo>
                  <a:pt x="30838" y="3361"/>
                  <a:pt x="30830" y="3373"/>
                  <a:pt x="30820" y="3383"/>
                </a:cubicBezTo>
                <a:cubicBezTo>
                  <a:pt x="30811" y="3393"/>
                  <a:pt x="30799" y="3400"/>
                  <a:pt x="30786" y="3406"/>
                </a:cubicBezTo>
                <a:cubicBezTo>
                  <a:pt x="30773" y="3411"/>
                  <a:pt x="30760" y="3414"/>
                  <a:pt x="30746" y="3414"/>
                </a:cubicBezTo>
                <a:lnTo>
                  <a:pt x="53" y="3414"/>
                </a:lnTo>
                <a:cubicBezTo>
                  <a:pt x="46" y="3414"/>
                  <a:pt x="39" y="3411"/>
                  <a:pt x="33" y="3406"/>
                </a:cubicBezTo>
                <a:cubicBezTo>
                  <a:pt x="26" y="3400"/>
                  <a:pt x="21" y="3393"/>
                  <a:pt x="16" y="3383"/>
                </a:cubicBezTo>
                <a:cubicBezTo>
                  <a:pt x="11" y="3373"/>
                  <a:pt x="7" y="3361"/>
                  <a:pt x="4" y="3348"/>
                </a:cubicBezTo>
                <a:cubicBezTo>
                  <a:pt x="1" y="3336"/>
                  <a:pt x="0" y="3322"/>
                  <a:pt x="0" y="3308"/>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92" name=""/>
          <p:cNvSpPr/>
          <p:nvPr/>
        </p:nvSpPr>
        <p:spPr>
          <a:xfrm>
            <a:off x="533160" y="2809800"/>
            <a:ext cx="38520" cy="1229040"/>
          </a:xfrm>
          <a:custGeom>
            <a:avLst/>
            <a:gdLst/>
            <a:ahLst/>
            <a:rect l="0" t="0" r="r" b="b"/>
            <a:pathLst>
              <a:path w="107" h="3414">
                <a:moveTo>
                  <a:pt x="0" y="0"/>
                </a:moveTo>
                <a:lnTo>
                  <a:pt x="107" y="0"/>
                </a:lnTo>
                <a:lnTo>
                  <a:pt x="107" y="3414"/>
                </a:lnTo>
                <a:lnTo>
                  <a:pt x="0" y="3414"/>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3" name=""/>
          <p:cNvSpPr/>
          <p:nvPr/>
        </p:nvSpPr>
        <p:spPr>
          <a:xfrm>
            <a:off x="552240" y="5133960"/>
            <a:ext cx="11106360" cy="1000440"/>
          </a:xfrm>
          <a:custGeom>
            <a:avLst/>
            <a:gdLst/>
            <a:ahLst/>
            <a:rect l="0" t="0" r="r" b="b"/>
            <a:pathLst>
              <a:path w="30851" h="2779">
                <a:moveTo>
                  <a:pt x="0" y="2779"/>
                </a:moveTo>
                <a:lnTo>
                  <a:pt x="0" y="0"/>
                </a:lnTo>
                <a:lnTo>
                  <a:pt x="30746" y="0"/>
                </a:lnTo>
                <a:cubicBezTo>
                  <a:pt x="30760" y="0"/>
                  <a:pt x="30773" y="2"/>
                  <a:pt x="30786" y="8"/>
                </a:cubicBezTo>
                <a:cubicBezTo>
                  <a:pt x="30799" y="13"/>
                  <a:pt x="30811" y="21"/>
                  <a:pt x="30820" y="31"/>
                </a:cubicBezTo>
                <a:cubicBezTo>
                  <a:pt x="30830" y="40"/>
                  <a:pt x="30838" y="52"/>
                  <a:pt x="30843" y="65"/>
                </a:cubicBezTo>
                <a:cubicBezTo>
                  <a:pt x="30849" y="78"/>
                  <a:pt x="30851" y="91"/>
                  <a:pt x="30851" y="105"/>
                </a:cubicBezTo>
                <a:lnTo>
                  <a:pt x="30851" y="2673"/>
                </a:lnTo>
                <a:cubicBezTo>
                  <a:pt x="30851" y="2687"/>
                  <a:pt x="30849" y="2700"/>
                  <a:pt x="30843" y="2713"/>
                </a:cubicBezTo>
                <a:cubicBezTo>
                  <a:pt x="30838" y="2726"/>
                  <a:pt x="30830" y="2738"/>
                  <a:pt x="30820" y="2748"/>
                </a:cubicBezTo>
                <a:cubicBezTo>
                  <a:pt x="30811" y="2758"/>
                  <a:pt x="30799" y="2765"/>
                  <a:pt x="30786" y="2771"/>
                </a:cubicBezTo>
                <a:cubicBezTo>
                  <a:pt x="30773" y="2776"/>
                  <a:pt x="30760" y="2779"/>
                  <a:pt x="30746" y="2779"/>
                </a:cubicBezTo>
                <a:lnTo>
                  <a:pt x="0" y="2779"/>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94" name=""/>
          <p:cNvSpPr/>
          <p:nvPr/>
        </p:nvSpPr>
        <p:spPr>
          <a:xfrm>
            <a:off x="533160" y="5133960"/>
            <a:ext cx="38520" cy="1000440"/>
          </a:xfrm>
          <a:custGeom>
            <a:avLst/>
            <a:gdLst/>
            <a:ahLst/>
            <a:rect l="0" t="0" r="r" b="b"/>
            <a:pathLst>
              <a:path w="107" h="2779">
                <a:moveTo>
                  <a:pt x="0" y="0"/>
                </a:moveTo>
                <a:lnTo>
                  <a:pt x="107" y="0"/>
                </a:lnTo>
                <a:lnTo>
                  <a:pt x="107" y="2779"/>
                </a:lnTo>
                <a:lnTo>
                  <a:pt x="0" y="2779"/>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5" name=""/>
          <p:cNvSpPr txBox="1"/>
          <p:nvPr/>
        </p:nvSpPr>
        <p:spPr>
          <a:xfrm>
            <a:off x="533520" y="7599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a:t>
            </a:r>
            <a:endParaRPr lang="en-US" sz="3000" b="0" u="none" strike="noStrike">
              <a:solidFill>
                <a:srgbClr val="000000"/>
              </a:solidFill>
              <a:effectLst/>
              <a:uFillTx/>
              <a:latin typeface="游明朝体"/>
            </a:endParaRPr>
          </a:p>
        </p:txBody>
      </p:sp>
      <p:sp>
        <p:nvSpPr>
          <p:cNvPr id="1496" name=""/>
          <p:cNvSpPr txBox="1"/>
          <p:nvPr/>
        </p:nvSpPr>
        <p:spPr>
          <a:xfrm>
            <a:off x="914400" y="742320"/>
            <a:ext cx="209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a:t>
            </a:r>
            <a:endParaRPr lang="en-US" sz="3000" b="0" u="none" strike="noStrike">
              <a:solidFill>
                <a:srgbClr val="000000"/>
              </a:solidFill>
              <a:effectLst/>
              <a:uFillTx/>
              <a:latin typeface="游明朝体"/>
            </a:endParaRPr>
          </a:p>
        </p:txBody>
      </p:sp>
      <p:sp>
        <p:nvSpPr>
          <p:cNvPr id="1497" name=""/>
          <p:cNvSpPr/>
          <p:nvPr/>
        </p:nvSpPr>
        <p:spPr>
          <a:xfrm>
            <a:off x="618840" y="169524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8" name=""/>
          <p:cNvSpPr txBox="1"/>
          <p:nvPr/>
        </p:nvSpPr>
        <p:spPr>
          <a:xfrm>
            <a:off x="3009600" y="75996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」という⾔葉の由来</a:t>
            </a:r>
            <a:endParaRPr lang="en-US" sz="3000" b="0" u="none" strike="noStrike">
              <a:solidFill>
                <a:srgbClr val="000000"/>
              </a:solidFill>
              <a:effectLst/>
              <a:uFillTx/>
              <a:latin typeface="游明朝体"/>
            </a:endParaRPr>
          </a:p>
        </p:txBody>
      </p:sp>
      <p:sp>
        <p:nvSpPr>
          <p:cNvPr id="1499" name=""/>
          <p:cNvSpPr txBox="1"/>
          <p:nvPr/>
        </p:nvSpPr>
        <p:spPr>
          <a:xfrm>
            <a:off x="799920" y="1599840"/>
            <a:ext cx="4244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2025</a:t>
            </a:r>
            <a:endParaRPr lang="en-US" sz="1500" b="0" u="none" strike="noStrike">
              <a:solidFill>
                <a:srgbClr val="000000"/>
              </a:solidFill>
              <a:effectLst/>
              <a:uFillTx/>
              <a:latin typeface="游明朝体"/>
            </a:endParaRPr>
          </a:p>
        </p:txBody>
      </p:sp>
      <p:sp>
        <p:nvSpPr>
          <p:cNvPr id="1500" name=""/>
          <p:cNvSpPr txBox="1"/>
          <p:nvPr/>
        </p:nvSpPr>
        <p:spPr>
          <a:xfrm>
            <a:off x="1223640" y="160884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年</a:t>
            </a:r>
            <a:endParaRPr lang="en-US" sz="1500" b="0" u="none" strike="noStrike">
              <a:solidFill>
                <a:srgbClr val="000000"/>
              </a:solidFill>
              <a:effectLst/>
              <a:uFillTx/>
              <a:latin typeface="游明朝体"/>
            </a:endParaRPr>
          </a:p>
        </p:txBody>
      </p:sp>
      <p:sp>
        <p:nvSpPr>
          <p:cNvPr id="1501" name=""/>
          <p:cNvSpPr txBox="1"/>
          <p:nvPr/>
        </p:nvSpPr>
        <p:spPr>
          <a:xfrm>
            <a:off x="1414440" y="1599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1502" name=""/>
          <p:cNvSpPr txBox="1"/>
          <p:nvPr/>
        </p:nvSpPr>
        <p:spPr>
          <a:xfrm>
            <a:off x="1520280" y="160884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503" name=""/>
          <p:cNvSpPr txBox="1"/>
          <p:nvPr/>
        </p:nvSpPr>
        <p:spPr>
          <a:xfrm>
            <a:off x="1901160" y="1599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504" name=""/>
          <p:cNvSpPr txBox="1"/>
          <p:nvPr/>
        </p:nvSpPr>
        <p:spPr>
          <a:xfrm>
            <a:off x="2073960" y="1608840"/>
            <a:ext cx="3239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研究者アンドレイ・カルパシー⽒（元</a:t>
            </a:r>
            <a:endParaRPr lang="en-US" sz="1500" b="0" u="none" strike="noStrike">
              <a:solidFill>
                <a:srgbClr val="000000"/>
              </a:solidFill>
              <a:effectLst/>
              <a:uFillTx/>
              <a:latin typeface="游明朝体"/>
            </a:endParaRPr>
          </a:p>
        </p:txBody>
      </p:sp>
      <p:sp>
        <p:nvSpPr>
          <p:cNvPr id="1505" name=""/>
          <p:cNvSpPr txBox="1"/>
          <p:nvPr/>
        </p:nvSpPr>
        <p:spPr>
          <a:xfrm>
            <a:off x="5306760" y="1599840"/>
            <a:ext cx="677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Tesla AI</a:t>
            </a:r>
            <a:endParaRPr lang="en-US" sz="1500" b="0" u="none" strike="noStrike">
              <a:solidFill>
                <a:srgbClr val="000000"/>
              </a:solidFill>
              <a:effectLst/>
              <a:uFillTx/>
              <a:latin typeface="游明朝体"/>
            </a:endParaRPr>
          </a:p>
        </p:txBody>
      </p:sp>
      <p:sp>
        <p:nvSpPr>
          <p:cNvPr id="1506" name=""/>
          <p:cNvSpPr txBox="1"/>
          <p:nvPr/>
        </p:nvSpPr>
        <p:spPr>
          <a:xfrm>
            <a:off x="5962680" y="160884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責任者・</a:t>
            </a:r>
            <a:endParaRPr lang="en-US" sz="1500" b="0" u="none" strike="noStrike">
              <a:solidFill>
                <a:srgbClr val="000000"/>
              </a:solidFill>
              <a:effectLst/>
              <a:uFillTx/>
              <a:latin typeface="游明朝体"/>
            </a:endParaRPr>
          </a:p>
        </p:txBody>
      </p:sp>
      <p:sp>
        <p:nvSpPr>
          <p:cNvPr id="1507" name=""/>
          <p:cNvSpPr txBox="1"/>
          <p:nvPr/>
        </p:nvSpPr>
        <p:spPr>
          <a:xfrm>
            <a:off x="6724800" y="1599840"/>
            <a:ext cx="639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OpenAI</a:t>
            </a:r>
            <a:endParaRPr lang="en-US" sz="1500" b="0" u="none" strike="noStrike">
              <a:solidFill>
                <a:srgbClr val="000000"/>
              </a:solidFill>
              <a:effectLst/>
              <a:uFillTx/>
              <a:latin typeface="游明朝体"/>
            </a:endParaRPr>
          </a:p>
        </p:txBody>
      </p:sp>
      <p:sp>
        <p:nvSpPr>
          <p:cNvPr id="1508" name=""/>
          <p:cNvSpPr txBox="1"/>
          <p:nvPr/>
        </p:nvSpPr>
        <p:spPr>
          <a:xfrm>
            <a:off x="7363440" y="160884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共同創業者）が</a:t>
            </a:r>
            <a:endParaRPr lang="en-US" sz="1500" b="0" u="none" strike="noStrike">
              <a:solidFill>
                <a:srgbClr val="000000"/>
              </a:solidFill>
              <a:effectLst/>
              <a:uFillTx/>
              <a:latin typeface="游明朝体"/>
            </a:endParaRPr>
          </a:p>
        </p:txBody>
      </p:sp>
      <p:sp>
        <p:nvSpPr>
          <p:cNvPr id="1509" name=""/>
          <p:cNvSpPr txBox="1"/>
          <p:nvPr/>
        </p:nvSpPr>
        <p:spPr>
          <a:xfrm>
            <a:off x="8697240" y="1599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X</a:t>
            </a:r>
            <a:endParaRPr lang="en-US" sz="1500" b="0" u="none" strike="noStrike">
              <a:solidFill>
                <a:srgbClr val="000000"/>
              </a:solidFill>
              <a:effectLst/>
              <a:uFillTx/>
              <a:latin typeface="游明朝体"/>
            </a:endParaRPr>
          </a:p>
        </p:txBody>
      </p:sp>
      <p:sp>
        <p:nvSpPr>
          <p:cNvPr id="1510" name=""/>
          <p:cNvSpPr/>
          <p:nvPr/>
        </p:nvSpPr>
        <p:spPr>
          <a:xfrm>
            <a:off x="618840" y="2085840"/>
            <a:ext cx="57600" cy="57600"/>
          </a:xfrm>
          <a:custGeom>
            <a:avLst/>
            <a:gdLst/>
            <a:ahLst/>
            <a:rect l="0" t="0" r="r" b="b"/>
            <a:pathLst>
              <a:path w="160" h="160">
                <a:moveTo>
                  <a:pt x="160" y="79"/>
                </a:moveTo>
                <a:cubicBezTo>
                  <a:pt x="160" y="90"/>
                  <a:pt x="158" y="100"/>
                  <a:pt x="154" y="110"/>
                </a:cubicBezTo>
                <a:cubicBezTo>
                  <a:pt x="150" y="119"/>
                  <a:pt x="144" y="128"/>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1" name=""/>
          <p:cNvSpPr txBox="1"/>
          <p:nvPr/>
        </p:nvSpPr>
        <p:spPr>
          <a:xfrm>
            <a:off x="8813520" y="160884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で提唱</a:t>
            </a:r>
            <a:endParaRPr lang="en-US" sz="1500" b="0" u="none" strike="noStrike">
              <a:solidFill>
                <a:srgbClr val="000000"/>
              </a:solidFill>
              <a:effectLst/>
              <a:uFillTx/>
              <a:latin typeface="游明朝体"/>
            </a:endParaRPr>
          </a:p>
        </p:txBody>
      </p:sp>
      <p:sp>
        <p:nvSpPr>
          <p:cNvPr id="1512" name=""/>
          <p:cNvSpPr txBox="1"/>
          <p:nvPr/>
        </p:nvSpPr>
        <p:spPr>
          <a:xfrm>
            <a:off x="799920" y="1999440"/>
            <a:ext cx="5334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⽇本では通常そのまま「バイブコーディング」と呼ばれる。「</a:t>
            </a:r>
            <a:endParaRPr lang="en-US" sz="1500" b="0" u="none" strike="noStrike">
              <a:solidFill>
                <a:srgbClr val="000000"/>
              </a:solidFill>
              <a:effectLst/>
              <a:uFillTx/>
              <a:latin typeface="游明朝体"/>
            </a:endParaRPr>
          </a:p>
        </p:txBody>
      </p:sp>
      <p:sp>
        <p:nvSpPr>
          <p:cNvPr id="1513" name=""/>
          <p:cNvSpPr txBox="1"/>
          <p:nvPr/>
        </p:nvSpPr>
        <p:spPr>
          <a:xfrm>
            <a:off x="6015960" y="1990440"/>
            <a:ext cx="353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vibe</a:t>
            </a:r>
            <a:endParaRPr lang="en-US" sz="1500" b="0" u="none" strike="noStrike">
              <a:solidFill>
                <a:srgbClr val="000000"/>
              </a:solidFill>
              <a:effectLst/>
              <a:uFillTx/>
              <a:latin typeface="游明朝体"/>
            </a:endParaRPr>
          </a:p>
        </p:txBody>
      </p:sp>
      <p:sp>
        <p:nvSpPr>
          <p:cNvPr id="1514" name=""/>
          <p:cNvSpPr txBox="1"/>
          <p:nvPr/>
        </p:nvSpPr>
        <p:spPr>
          <a:xfrm>
            <a:off x="6368760" y="1999440"/>
            <a:ext cx="5334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」は「雰囲気」や「ノリ」を意味し、「ノリで開発する」と説</a:t>
            </a:r>
            <a:endParaRPr lang="en-US" sz="1500" b="0" u="none" strike="noStrike">
              <a:solidFill>
                <a:srgbClr val="000000"/>
              </a:solidFill>
              <a:effectLst/>
              <a:uFillTx/>
              <a:latin typeface="游明朝体"/>
            </a:endParaRPr>
          </a:p>
        </p:txBody>
      </p:sp>
      <p:sp>
        <p:nvSpPr>
          <p:cNvPr id="1515" name=""/>
          <p:cNvSpPr txBox="1"/>
          <p:nvPr/>
        </p:nvSpPr>
        <p:spPr>
          <a:xfrm>
            <a:off x="799920" y="234216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明されることもある。</a:t>
            </a:r>
            <a:endParaRPr lang="en-US" sz="1500" b="0" u="none" strike="noStrike">
              <a:solidFill>
                <a:srgbClr val="000000"/>
              </a:solidFill>
              <a:effectLst/>
              <a:uFillTx/>
              <a:latin typeface="游明朝体"/>
            </a:endParaRPr>
          </a:p>
        </p:txBody>
      </p:sp>
      <p:sp>
        <p:nvSpPr>
          <p:cNvPr id="1516" name=""/>
          <p:cNvSpPr txBox="1"/>
          <p:nvPr/>
        </p:nvSpPr>
        <p:spPr>
          <a:xfrm>
            <a:off x="762120" y="2989440"/>
            <a:ext cx="10600920" cy="20304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"There's a new kind of coding I call </a:t>
            </a:r>
            <a:r>
              <a:rPr lang="en-US" sz="1350" b="1" u="none" strike="noStrike">
                <a:solidFill>
                  <a:srgbClr val="EB6834"/>
                </a:solidFill>
                <a:effectLst/>
                <a:uFillTx/>
                <a:latin typeface="HelveticaNeue"/>
                <a:ea typeface="HelveticaNeue"/>
              </a:rPr>
              <a:t>'vibe coding'</a:t>
            </a:r>
            <a:r>
              <a:rPr lang="en-US" sz="1350" b="0" u="none" strike="noStrike">
                <a:solidFill>
                  <a:srgbClr val="1A1A2E"/>
                </a:solidFill>
                <a:effectLst/>
                <a:uFillTx/>
                <a:latin typeface="HelveticaNeue"/>
                <a:ea typeface="HelveticaNeue"/>
              </a:rPr>
              <a:t>, where you fully give in to the vibes, embrace exponentials, and forget that the code even</a:t>
            </a:r>
            <a:endParaRPr lang="en-US" sz="1350" b="0" u="none" strike="noStrike">
              <a:solidFill>
                <a:srgbClr val="000000"/>
              </a:solidFill>
              <a:effectLst/>
              <a:uFillTx/>
              <a:latin typeface="游明朝体"/>
            </a:endParaRPr>
          </a:p>
        </p:txBody>
      </p:sp>
      <p:sp>
        <p:nvSpPr>
          <p:cNvPr id="1517" name=""/>
          <p:cNvSpPr txBox="1"/>
          <p:nvPr/>
        </p:nvSpPr>
        <p:spPr>
          <a:xfrm>
            <a:off x="762120" y="3246840"/>
            <a:ext cx="46314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exists. [...] It's not too bad for throwaway weekend projects."</a:t>
            </a:r>
            <a:endParaRPr lang="en-US" sz="1350" b="0" u="none" strike="noStrike">
              <a:solidFill>
                <a:srgbClr val="000000"/>
              </a:solidFill>
              <a:effectLst/>
              <a:uFillTx/>
              <a:latin typeface="游明朝体"/>
            </a:endParaRPr>
          </a:p>
        </p:txBody>
      </p:sp>
      <p:sp>
        <p:nvSpPr>
          <p:cNvPr id="1518" name=""/>
          <p:cNvSpPr/>
          <p:nvPr/>
        </p:nvSpPr>
        <p:spPr>
          <a:xfrm>
            <a:off x="618840" y="43909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70"/>
                  <a:pt x="2" y="60"/>
                  <a:pt x="6" y="50"/>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50"/>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9" name=""/>
          <p:cNvSpPr txBox="1"/>
          <p:nvPr/>
        </p:nvSpPr>
        <p:spPr>
          <a:xfrm>
            <a:off x="762120" y="3503880"/>
            <a:ext cx="22676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 Andrej Karpathy (2025/2/2)</a:t>
            </a:r>
            <a:endParaRPr lang="en-US" sz="1350" b="0" u="none" strike="noStrike">
              <a:solidFill>
                <a:srgbClr val="000000"/>
              </a:solidFill>
              <a:effectLst/>
              <a:uFillTx/>
              <a:latin typeface="游明朝体"/>
            </a:endParaRPr>
          </a:p>
        </p:txBody>
      </p:sp>
      <p:sp>
        <p:nvSpPr>
          <p:cNvPr id="1520" name=""/>
          <p:cNvSpPr/>
          <p:nvPr/>
        </p:nvSpPr>
        <p:spPr>
          <a:xfrm>
            <a:off x="618840" y="47908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1" name=""/>
          <p:cNvSpPr txBox="1"/>
          <p:nvPr/>
        </p:nvSpPr>
        <p:spPr>
          <a:xfrm>
            <a:off x="799920" y="4304520"/>
            <a:ext cx="104785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提唱者本⼈が「</a:t>
            </a:r>
            <a:r>
              <a:rPr lang="ja-JP" sz="1500" b="1" u="none" strike="noStrike">
                <a:solidFill>
                  <a:srgbClr val="EB6834"/>
                </a:solidFill>
                <a:effectLst/>
                <a:uFillTx/>
                <a:latin typeface="HiraginoSans-W5"/>
                <a:ea typeface="HiraginoSans-W5"/>
              </a:rPr>
              <a:t>使い捨ての週末プロジェクト向け</a:t>
            </a:r>
            <a:r>
              <a:rPr lang="ja-JP" sz="1500" b="0" u="none" strike="noStrike">
                <a:solidFill>
                  <a:srgbClr val="1A1A2E"/>
                </a:solidFill>
                <a:effectLst/>
                <a:uFillTx/>
                <a:latin typeface="HiraginoSans-W3"/>
                <a:ea typeface="HiraginoSans-W3"/>
              </a:rPr>
              <a:t>」と明⾔し、当初は個⼈プロジェクトを念頭に置いたスタイルとして紹介</a:t>
            </a:r>
            <a:endParaRPr lang="en-US" sz="1500" b="0" u="none" strike="noStrike">
              <a:solidFill>
                <a:srgbClr val="000000"/>
              </a:solidFill>
              <a:effectLst/>
              <a:uFillTx/>
              <a:latin typeface="游明朝体"/>
            </a:endParaRPr>
          </a:p>
        </p:txBody>
      </p:sp>
      <p:sp>
        <p:nvSpPr>
          <p:cNvPr id="1522" name=""/>
          <p:cNvSpPr txBox="1"/>
          <p:nvPr/>
        </p:nvSpPr>
        <p:spPr>
          <a:xfrm>
            <a:off x="799920" y="4704480"/>
            <a:ext cx="104785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コードを⼀⾏ずつ書くのではなく、</a:t>
            </a:r>
            <a:r>
              <a:rPr lang="ja-JP" sz="1500" b="1" u="none" strike="noStrike">
                <a:solidFill>
                  <a:srgbClr val="EB6834"/>
                </a:solidFill>
                <a:effectLst/>
                <a:uFillTx/>
                <a:latin typeface="HiraginoSans-W5"/>
                <a:ea typeface="HiraginoSans-W5"/>
              </a:rPr>
              <a:t>⾒て・⾔って・動かして・貼り付ける</a:t>
            </a:r>
            <a:r>
              <a:rPr lang="ja-JP" sz="1500" b="0" u="none" strike="noStrike">
                <a:solidFill>
                  <a:srgbClr val="1A1A2E"/>
                </a:solidFill>
                <a:effectLst/>
                <a:uFillTx/>
                <a:latin typeface="HiraginoSans-W3"/>
                <a:ea typeface="HiraginoSans-W3"/>
              </a:rPr>
              <a:t>を繰り返し、アイデアを素早く形にするのが得意</a:t>
            </a:r>
            <a:endParaRPr lang="en-US" sz="1500" b="0" u="none" strike="noStrike">
              <a:solidFill>
                <a:srgbClr val="000000"/>
              </a:solidFill>
              <a:effectLst/>
              <a:uFillTx/>
              <a:latin typeface="游明朝体"/>
            </a:endParaRPr>
          </a:p>
        </p:txBody>
      </p:sp>
      <p:sp>
        <p:nvSpPr>
          <p:cNvPr id="1523" name=""/>
          <p:cNvSpPr txBox="1"/>
          <p:nvPr/>
        </p:nvSpPr>
        <p:spPr>
          <a:xfrm>
            <a:off x="723960" y="5265360"/>
            <a:ext cx="72612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個⼈開発</a:t>
            </a:r>
            <a:endParaRPr lang="en-US" sz="1430" b="0" u="none" strike="noStrike">
              <a:solidFill>
                <a:srgbClr val="000000"/>
              </a:solidFill>
              <a:effectLst/>
              <a:uFillTx/>
              <a:latin typeface="游明朝体"/>
            </a:endParaRPr>
          </a:p>
        </p:txBody>
      </p:sp>
      <p:sp>
        <p:nvSpPr>
          <p:cNvPr id="1524" name=""/>
          <p:cNvSpPr txBox="1"/>
          <p:nvPr/>
        </p:nvSpPr>
        <p:spPr>
          <a:xfrm>
            <a:off x="1447920" y="525708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525" name=""/>
          <p:cNvSpPr txBox="1"/>
          <p:nvPr/>
        </p:nvSpPr>
        <p:spPr>
          <a:xfrm>
            <a:off x="1548360" y="5265360"/>
            <a:ext cx="72550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業務知識を持つ⼈が⾃らツールを試作しやすくなったことから、個⼈開発との相性が良い</a:t>
            </a:r>
            <a:endParaRPr lang="en-US" sz="1430" b="0" u="none" strike="noStrike">
              <a:solidFill>
                <a:srgbClr val="000000"/>
              </a:solidFill>
              <a:effectLst/>
              <a:uFillTx/>
              <a:latin typeface="游明朝体"/>
            </a:endParaRPr>
          </a:p>
        </p:txBody>
      </p:sp>
      <p:sp>
        <p:nvSpPr>
          <p:cNvPr id="1526" name=""/>
          <p:cNvSpPr txBox="1"/>
          <p:nvPr/>
        </p:nvSpPr>
        <p:spPr>
          <a:xfrm>
            <a:off x="723960" y="5532120"/>
            <a:ext cx="10890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企業でも活⽤</a:t>
            </a:r>
            <a:endParaRPr lang="en-US" sz="1430" b="0" u="none" strike="noStrike">
              <a:solidFill>
                <a:srgbClr val="000000"/>
              </a:solidFill>
              <a:effectLst/>
              <a:uFillTx/>
              <a:latin typeface="游明朝体"/>
            </a:endParaRPr>
          </a:p>
        </p:txBody>
      </p:sp>
      <p:sp>
        <p:nvSpPr>
          <p:cNvPr id="1527" name=""/>
          <p:cNvSpPr txBox="1"/>
          <p:nvPr/>
        </p:nvSpPr>
        <p:spPr>
          <a:xfrm>
            <a:off x="1809720" y="552384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528" name=""/>
          <p:cNvSpPr txBox="1"/>
          <p:nvPr/>
        </p:nvSpPr>
        <p:spPr>
          <a:xfrm>
            <a:off x="1910520" y="5532120"/>
            <a:ext cx="96127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企業では試作品の作成や社内ツールの開発、アイデアの検証に活⽤。ただし利⽤者向けには、⼈によるテストや改善が</a:t>
            </a:r>
            <a:endParaRPr lang="en-US" sz="1430" b="0" u="none" strike="noStrike">
              <a:solidFill>
                <a:srgbClr val="000000"/>
              </a:solidFill>
              <a:effectLst/>
              <a:uFillTx/>
              <a:latin typeface="游明朝体"/>
            </a:endParaRPr>
          </a:p>
        </p:txBody>
      </p:sp>
      <p:sp>
        <p:nvSpPr>
          <p:cNvPr id="1529" name=""/>
          <p:cNvSpPr txBox="1"/>
          <p:nvPr/>
        </p:nvSpPr>
        <p:spPr>
          <a:xfrm>
            <a:off x="723960" y="5808240"/>
            <a:ext cx="3636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必要</a:t>
            </a:r>
            <a:endParaRPr lang="en-US" sz="1430" b="0" u="none" strike="noStrike">
              <a:solidFill>
                <a:srgbClr val="000000"/>
              </a:solidFill>
              <a:effectLst/>
              <a:uFillTx/>
              <a:latin typeface="游明朝体"/>
            </a:endParaRPr>
          </a:p>
        </p:txBody>
      </p:sp>
      <p:sp>
        <p:nvSpPr>
          <p:cNvPr id="1530"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20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3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3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3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34"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5" name=""/>
          <p:cNvSpPr txBox="1"/>
          <p:nvPr/>
        </p:nvSpPr>
        <p:spPr>
          <a:xfrm>
            <a:off x="533520" y="475560"/>
            <a:ext cx="393048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 X GitHub </a:t>
            </a:r>
            <a:endParaRPr lang="en-US" sz="3000" b="0" u="none" strike="noStrike">
              <a:solidFill>
                <a:srgbClr val="000000"/>
              </a:solidFill>
              <a:effectLst/>
              <a:uFillTx/>
              <a:latin typeface="游明朝体"/>
            </a:endParaRPr>
          </a:p>
        </p:txBody>
      </p:sp>
      <p:sp>
        <p:nvSpPr>
          <p:cNvPr id="1536" name=""/>
          <p:cNvSpPr/>
          <p:nvPr/>
        </p:nvSpPr>
        <p:spPr>
          <a:xfrm>
            <a:off x="1228680" y="1276200"/>
            <a:ext cx="5143680" cy="5553360"/>
          </a:xfrm>
          <a:custGeom>
            <a:avLst/>
            <a:gdLst/>
            <a:ahLst/>
            <a:rect l="0" t="0" r="r" b="b"/>
            <a:pathLst>
              <a:path w="14288" h="15426">
                <a:moveTo>
                  <a:pt x="0" y="0"/>
                </a:moveTo>
                <a:lnTo>
                  <a:pt x="14288" y="0"/>
                </a:lnTo>
                <a:lnTo>
                  <a:pt x="14288" y="15426"/>
                </a:lnTo>
                <a:lnTo>
                  <a:pt x="0" y="15426"/>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37" name=""/>
          <p:cNvSpPr/>
          <p:nvPr/>
        </p:nvSpPr>
        <p:spPr>
          <a:xfrm>
            <a:off x="4091400" y="2921760"/>
            <a:ext cx="974880" cy="975600"/>
          </a:xfrm>
          <a:custGeom>
            <a:avLst/>
            <a:gdLst/>
            <a:ahLst/>
            <a:rect l="0" t="0" r="r" b="b"/>
            <a:pathLst>
              <a:path w="2708" h="2710">
                <a:moveTo>
                  <a:pt x="25" y="1"/>
                </a:moveTo>
                <a:lnTo>
                  <a:pt x="43" y="7"/>
                </a:lnTo>
                <a:cubicBezTo>
                  <a:pt x="48" y="9"/>
                  <a:pt x="51" y="12"/>
                  <a:pt x="54" y="17"/>
                </a:cubicBezTo>
                <a:cubicBezTo>
                  <a:pt x="56" y="21"/>
                  <a:pt x="56" y="26"/>
                  <a:pt x="55" y="31"/>
                </a:cubicBezTo>
                <a:cubicBezTo>
                  <a:pt x="53" y="36"/>
                  <a:pt x="50" y="40"/>
                  <a:pt x="45" y="42"/>
                </a:cubicBezTo>
                <a:cubicBezTo>
                  <a:pt x="40" y="44"/>
                  <a:pt x="36" y="45"/>
                  <a:pt x="31" y="43"/>
                </a:cubicBezTo>
                <a:lnTo>
                  <a:pt x="12" y="37"/>
                </a:lnTo>
                <a:cubicBezTo>
                  <a:pt x="8" y="35"/>
                  <a:pt x="4" y="32"/>
                  <a:pt x="2" y="27"/>
                </a:cubicBezTo>
                <a:cubicBezTo>
                  <a:pt x="-1" y="22"/>
                  <a:pt x="-1" y="18"/>
                  <a:pt x="1" y="13"/>
                </a:cubicBezTo>
                <a:cubicBezTo>
                  <a:pt x="2" y="8"/>
                  <a:pt x="6" y="4"/>
                  <a:pt x="10" y="2"/>
                </a:cubicBezTo>
                <a:cubicBezTo>
                  <a:pt x="15" y="0"/>
                  <a:pt x="20" y="-1"/>
                  <a:pt x="25" y="1"/>
                </a:cubicBezTo>
                <a:moveTo>
                  <a:pt x="169" y="53"/>
                </a:moveTo>
                <a:lnTo>
                  <a:pt x="187" y="59"/>
                </a:lnTo>
                <a:cubicBezTo>
                  <a:pt x="192" y="61"/>
                  <a:pt x="195" y="64"/>
                  <a:pt x="197" y="69"/>
                </a:cubicBezTo>
                <a:cubicBezTo>
                  <a:pt x="200" y="74"/>
                  <a:pt x="200" y="79"/>
                  <a:pt x="198" y="83"/>
                </a:cubicBezTo>
                <a:cubicBezTo>
                  <a:pt x="196" y="88"/>
                  <a:pt x="193" y="92"/>
                  <a:pt x="188" y="94"/>
                </a:cubicBezTo>
                <a:cubicBezTo>
                  <a:pt x="183" y="96"/>
                  <a:pt x="179" y="96"/>
                  <a:pt x="174" y="94"/>
                </a:cubicBezTo>
                <a:lnTo>
                  <a:pt x="156" y="88"/>
                </a:lnTo>
                <a:cubicBezTo>
                  <a:pt x="151" y="86"/>
                  <a:pt x="148" y="83"/>
                  <a:pt x="145" y="78"/>
                </a:cubicBezTo>
                <a:cubicBezTo>
                  <a:pt x="143" y="73"/>
                  <a:pt x="143" y="68"/>
                  <a:pt x="145" y="64"/>
                </a:cubicBezTo>
                <a:cubicBezTo>
                  <a:pt x="147" y="59"/>
                  <a:pt x="150" y="55"/>
                  <a:pt x="155" y="53"/>
                </a:cubicBezTo>
                <a:cubicBezTo>
                  <a:pt x="160" y="51"/>
                  <a:pt x="164" y="51"/>
                  <a:pt x="169" y="53"/>
                </a:cubicBezTo>
                <a:moveTo>
                  <a:pt x="310" y="108"/>
                </a:moveTo>
                <a:lnTo>
                  <a:pt x="328" y="115"/>
                </a:lnTo>
                <a:cubicBezTo>
                  <a:pt x="332" y="117"/>
                  <a:pt x="336" y="120"/>
                  <a:pt x="338" y="125"/>
                </a:cubicBezTo>
                <a:cubicBezTo>
                  <a:pt x="340" y="130"/>
                  <a:pt x="340" y="134"/>
                  <a:pt x="338" y="139"/>
                </a:cubicBezTo>
                <a:cubicBezTo>
                  <a:pt x="336" y="144"/>
                  <a:pt x="332" y="147"/>
                  <a:pt x="328" y="149"/>
                </a:cubicBezTo>
                <a:cubicBezTo>
                  <a:pt x="323" y="151"/>
                  <a:pt x="318" y="151"/>
                  <a:pt x="313" y="149"/>
                </a:cubicBezTo>
                <a:lnTo>
                  <a:pt x="296" y="142"/>
                </a:lnTo>
                <a:cubicBezTo>
                  <a:pt x="291" y="140"/>
                  <a:pt x="288" y="137"/>
                  <a:pt x="286" y="132"/>
                </a:cubicBezTo>
                <a:cubicBezTo>
                  <a:pt x="284" y="127"/>
                  <a:pt x="284" y="123"/>
                  <a:pt x="286" y="118"/>
                </a:cubicBezTo>
                <a:cubicBezTo>
                  <a:pt x="288" y="113"/>
                  <a:pt x="291" y="110"/>
                  <a:pt x="296" y="108"/>
                </a:cubicBezTo>
                <a:cubicBezTo>
                  <a:pt x="301" y="106"/>
                  <a:pt x="305" y="106"/>
                  <a:pt x="310" y="108"/>
                </a:cubicBezTo>
                <a:moveTo>
                  <a:pt x="448" y="166"/>
                </a:moveTo>
                <a:lnTo>
                  <a:pt x="465" y="174"/>
                </a:lnTo>
                <a:cubicBezTo>
                  <a:pt x="469" y="176"/>
                  <a:pt x="473" y="179"/>
                  <a:pt x="474" y="184"/>
                </a:cubicBezTo>
                <a:cubicBezTo>
                  <a:pt x="476" y="189"/>
                  <a:pt x="476" y="194"/>
                  <a:pt x="474" y="199"/>
                </a:cubicBezTo>
                <a:cubicBezTo>
                  <a:pt x="472" y="203"/>
                  <a:pt x="468" y="207"/>
                  <a:pt x="464" y="208"/>
                </a:cubicBezTo>
                <a:cubicBezTo>
                  <a:pt x="459" y="210"/>
                  <a:pt x="454" y="210"/>
                  <a:pt x="449" y="208"/>
                </a:cubicBezTo>
                <a:lnTo>
                  <a:pt x="432" y="201"/>
                </a:lnTo>
                <a:cubicBezTo>
                  <a:pt x="428" y="198"/>
                  <a:pt x="424" y="195"/>
                  <a:pt x="422" y="190"/>
                </a:cubicBezTo>
                <a:cubicBezTo>
                  <a:pt x="421" y="185"/>
                  <a:pt x="421" y="180"/>
                  <a:pt x="423" y="176"/>
                </a:cubicBezTo>
                <a:cubicBezTo>
                  <a:pt x="425" y="171"/>
                  <a:pt x="428" y="168"/>
                  <a:pt x="433" y="166"/>
                </a:cubicBezTo>
                <a:cubicBezTo>
                  <a:pt x="438" y="164"/>
                  <a:pt x="443" y="164"/>
                  <a:pt x="448" y="166"/>
                </a:cubicBezTo>
                <a:moveTo>
                  <a:pt x="585" y="230"/>
                </a:moveTo>
                <a:lnTo>
                  <a:pt x="602" y="238"/>
                </a:lnTo>
                <a:cubicBezTo>
                  <a:pt x="607" y="240"/>
                  <a:pt x="610" y="244"/>
                  <a:pt x="611" y="249"/>
                </a:cubicBezTo>
                <a:cubicBezTo>
                  <a:pt x="613" y="254"/>
                  <a:pt x="613" y="259"/>
                  <a:pt x="611" y="263"/>
                </a:cubicBezTo>
                <a:cubicBezTo>
                  <a:pt x="608" y="268"/>
                  <a:pt x="605" y="271"/>
                  <a:pt x="600" y="273"/>
                </a:cubicBezTo>
                <a:cubicBezTo>
                  <a:pt x="595" y="275"/>
                  <a:pt x="590" y="274"/>
                  <a:pt x="585" y="272"/>
                </a:cubicBezTo>
                <a:lnTo>
                  <a:pt x="568" y="264"/>
                </a:lnTo>
                <a:cubicBezTo>
                  <a:pt x="564" y="261"/>
                  <a:pt x="561" y="258"/>
                  <a:pt x="559" y="253"/>
                </a:cubicBezTo>
                <a:cubicBezTo>
                  <a:pt x="557" y="248"/>
                  <a:pt x="557" y="243"/>
                  <a:pt x="560" y="239"/>
                </a:cubicBezTo>
                <a:cubicBezTo>
                  <a:pt x="562" y="234"/>
                  <a:pt x="566" y="231"/>
                  <a:pt x="570" y="229"/>
                </a:cubicBezTo>
                <a:cubicBezTo>
                  <a:pt x="575" y="227"/>
                  <a:pt x="580" y="228"/>
                  <a:pt x="585" y="230"/>
                </a:cubicBezTo>
                <a:moveTo>
                  <a:pt x="720" y="298"/>
                </a:moveTo>
                <a:lnTo>
                  <a:pt x="737" y="307"/>
                </a:lnTo>
                <a:cubicBezTo>
                  <a:pt x="742" y="310"/>
                  <a:pt x="745" y="313"/>
                  <a:pt x="746" y="318"/>
                </a:cubicBezTo>
                <a:cubicBezTo>
                  <a:pt x="748" y="323"/>
                  <a:pt x="747" y="328"/>
                  <a:pt x="745" y="333"/>
                </a:cubicBezTo>
                <a:cubicBezTo>
                  <a:pt x="743" y="337"/>
                  <a:pt x="739" y="340"/>
                  <a:pt x="734" y="342"/>
                </a:cubicBezTo>
                <a:cubicBezTo>
                  <a:pt x="729" y="343"/>
                  <a:pt x="724" y="343"/>
                  <a:pt x="720" y="340"/>
                </a:cubicBezTo>
                <a:lnTo>
                  <a:pt x="703" y="332"/>
                </a:lnTo>
                <a:cubicBezTo>
                  <a:pt x="698" y="329"/>
                  <a:pt x="695" y="325"/>
                  <a:pt x="694" y="320"/>
                </a:cubicBezTo>
                <a:cubicBezTo>
                  <a:pt x="692" y="316"/>
                  <a:pt x="693" y="311"/>
                  <a:pt x="695" y="306"/>
                </a:cubicBezTo>
                <a:cubicBezTo>
                  <a:pt x="698" y="302"/>
                  <a:pt x="701" y="299"/>
                  <a:pt x="706" y="297"/>
                </a:cubicBezTo>
                <a:cubicBezTo>
                  <a:pt x="711" y="295"/>
                  <a:pt x="716" y="296"/>
                  <a:pt x="720" y="298"/>
                </a:cubicBezTo>
                <a:moveTo>
                  <a:pt x="853" y="371"/>
                </a:moveTo>
                <a:lnTo>
                  <a:pt x="869" y="380"/>
                </a:lnTo>
                <a:cubicBezTo>
                  <a:pt x="874" y="383"/>
                  <a:pt x="877" y="386"/>
                  <a:pt x="878" y="391"/>
                </a:cubicBezTo>
                <a:cubicBezTo>
                  <a:pt x="880" y="396"/>
                  <a:pt x="879" y="401"/>
                  <a:pt x="876" y="406"/>
                </a:cubicBezTo>
                <a:cubicBezTo>
                  <a:pt x="874" y="410"/>
                  <a:pt x="870" y="413"/>
                  <a:pt x="865" y="414"/>
                </a:cubicBezTo>
                <a:cubicBezTo>
                  <a:pt x="860" y="416"/>
                  <a:pt x="855" y="415"/>
                  <a:pt x="851" y="413"/>
                </a:cubicBezTo>
                <a:lnTo>
                  <a:pt x="835" y="403"/>
                </a:lnTo>
                <a:cubicBezTo>
                  <a:pt x="830" y="401"/>
                  <a:pt x="827" y="397"/>
                  <a:pt x="826" y="392"/>
                </a:cubicBezTo>
                <a:cubicBezTo>
                  <a:pt x="824" y="387"/>
                  <a:pt x="825" y="382"/>
                  <a:pt x="828" y="378"/>
                </a:cubicBezTo>
                <a:cubicBezTo>
                  <a:pt x="830" y="373"/>
                  <a:pt x="834" y="370"/>
                  <a:pt x="839" y="369"/>
                </a:cubicBezTo>
                <a:cubicBezTo>
                  <a:pt x="844" y="367"/>
                  <a:pt x="849" y="368"/>
                  <a:pt x="853" y="371"/>
                </a:cubicBezTo>
                <a:moveTo>
                  <a:pt x="982" y="448"/>
                </a:moveTo>
                <a:lnTo>
                  <a:pt x="999" y="458"/>
                </a:lnTo>
                <a:cubicBezTo>
                  <a:pt x="1003" y="460"/>
                  <a:pt x="1006" y="464"/>
                  <a:pt x="1007" y="469"/>
                </a:cubicBezTo>
                <a:cubicBezTo>
                  <a:pt x="1008" y="474"/>
                  <a:pt x="1007" y="479"/>
                  <a:pt x="1005" y="484"/>
                </a:cubicBezTo>
                <a:cubicBezTo>
                  <a:pt x="1002" y="488"/>
                  <a:pt x="998" y="491"/>
                  <a:pt x="993" y="492"/>
                </a:cubicBezTo>
                <a:cubicBezTo>
                  <a:pt x="988" y="493"/>
                  <a:pt x="983" y="492"/>
                  <a:pt x="979" y="490"/>
                </a:cubicBezTo>
                <a:lnTo>
                  <a:pt x="963" y="480"/>
                </a:lnTo>
                <a:cubicBezTo>
                  <a:pt x="958" y="477"/>
                  <a:pt x="955" y="473"/>
                  <a:pt x="954" y="468"/>
                </a:cubicBezTo>
                <a:cubicBezTo>
                  <a:pt x="953" y="463"/>
                  <a:pt x="954" y="458"/>
                  <a:pt x="957" y="454"/>
                </a:cubicBezTo>
                <a:cubicBezTo>
                  <a:pt x="959" y="449"/>
                  <a:pt x="963" y="446"/>
                  <a:pt x="968" y="445"/>
                </a:cubicBezTo>
                <a:cubicBezTo>
                  <a:pt x="973" y="444"/>
                  <a:pt x="978" y="445"/>
                  <a:pt x="982" y="448"/>
                </a:cubicBezTo>
                <a:moveTo>
                  <a:pt x="1110" y="530"/>
                </a:moveTo>
                <a:lnTo>
                  <a:pt x="1126" y="541"/>
                </a:lnTo>
                <a:cubicBezTo>
                  <a:pt x="1130" y="543"/>
                  <a:pt x="1133" y="547"/>
                  <a:pt x="1134" y="553"/>
                </a:cubicBezTo>
                <a:cubicBezTo>
                  <a:pt x="1135" y="558"/>
                  <a:pt x="1134" y="562"/>
                  <a:pt x="1131" y="567"/>
                </a:cubicBezTo>
                <a:cubicBezTo>
                  <a:pt x="1128" y="571"/>
                  <a:pt x="1124" y="574"/>
                  <a:pt x="1119" y="575"/>
                </a:cubicBezTo>
                <a:cubicBezTo>
                  <a:pt x="1114" y="576"/>
                  <a:pt x="1109" y="575"/>
                  <a:pt x="1105" y="572"/>
                </a:cubicBezTo>
                <a:lnTo>
                  <a:pt x="1089" y="561"/>
                </a:lnTo>
                <a:cubicBezTo>
                  <a:pt x="1085" y="558"/>
                  <a:pt x="1082" y="554"/>
                  <a:pt x="1081" y="549"/>
                </a:cubicBezTo>
                <a:cubicBezTo>
                  <a:pt x="1080" y="544"/>
                  <a:pt x="1081" y="539"/>
                  <a:pt x="1084" y="535"/>
                </a:cubicBezTo>
                <a:cubicBezTo>
                  <a:pt x="1087" y="531"/>
                  <a:pt x="1091" y="528"/>
                  <a:pt x="1096" y="527"/>
                </a:cubicBezTo>
                <a:cubicBezTo>
                  <a:pt x="1101" y="526"/>
                  <a:pt x="1106" y="527"/>
                  <a:pt x="1110" y="530"/>
                </a:cubicBezTo>
                <a:moveTo>
                  <a:pt x="1234" y="617"/>
                </a:moveTo>
                <a:lnTo>
                  <a:pt x="1249" y="628"/>
                </a:lnTo>
                <a:cubicBezTo>
                  <a:pt x="1253" y="631"/>
                  <a:pt x="1256" y="635"/>
                  <a:pt x="1256" y="640"/>
                </a:cubicBezTo>
                <a:cubicBezTo>
                  <a:pt x="1257" y="645"/>
                  <a:pt x="1256" y="650"/>
                  <a:pt x="1253" y="654"/>
                </a:cubicBezTo>
                <a:cubicBezTo>
                  <a:pt x="1250" y="658"/>
                  <a:pt x="1246" y="661"/>
                  <a:pt x="1241" y="661"/>
                </a:cubicBezTo>
                <a:cubicBezTo>
                  <a:pt x="1236" y="662"/>
                  <a:pt x="1231" y="661"/>
                  <a:pt x="1227" y="658"/>
                </a:cubicBezTo>
                <a:lnTo>
                  <a:pt x="1212" y="647"/>
                </a:lnTo>
                <a:cubicBezTo>
                  <a:pt x="1207" y="644"/>
                  <a:pt x="1205" y="640"/>
                  <a:pt x="1204" y="635"/>
                </a:cubicBezTo>
                <a:cubicBezTo>
                  <a:pt x="1203" y="629"/>
                  <a:pt x="1204" y="625"/>
                  <a:pt x="1208" y="621"/>
                </a:cubicBezTo>
                <a:cubicBezTo>
                  <a:pt x="1211" y="616"/>
                  <a:pt x="1215" y="614"/>
                  <a:pt x="1220" y="613"/>
                </a:cubicBezTo>
                <a:cubicBezTo>
                  <a:pt x="1225" y="612"/>
                  <a:pt x="1230" y="613"/>
                  <a:pt x="1234" y="617"/>
                </a:cubicBezTo>
                <a:moveTo>
                  <a:pt x="1354" y="707"/>
                </a:moveTo>
                <a:lnTo>
                  <a:pt x="1368" y="719"/>
                </a:lnTo>
                <a:cubicBezTo>
                  <a:pt x="1372" y="722"/>
                  <a:pt x="1375" y="726"/>
                  <a:pt x="1375" y="732"/>
                </a:cubicBezTo>
                <a:cubicBezTo>
                  <a:pt x="1376" y="737"/>
                  <a:pt x="1375" y="741"/>
                  <a:pt x="1371" y="745"/>
                </a:cubicBezTo>
                <a:cubicBezTo>
                  <a:pt x="1368" y="750"/>
                  <a:pt x="1364" y="752"/>
                  <a:pt x="1359" y="752"/>
                </a:cubicBezTo>
                <a:cubicBezTo>
                  <a:pt x="1354" y="753"/>
                  <a:pt x="1349" y="752"/>
                  <a:pt x="1345" y="749"/>
                </a:cubicBezTo>
                <a:lnTo>
                  <a:pt x="1330" y="737"/>
                </a:lnTo>
                <a:cubicBezTo>
                  <a:pt x="1326" y="734"/>
                  <a:pt x="1324" y="729"/>
                  <a:pt x="1323" y="724"/>
                </a:cubicBezTo>
                <a:cubicBezTo>
                  <a:pt x="1323" y="719"/>
                  <a:pt x="1324" y="714"/>
                  <a:pt x="1327" y="710"/>
                </a:cubicBezTo>
                <a:cubicBezTo>
                  <a:pt x="1330" y="706"/>
                  <a:pt x="1335" y="704"/>
                  <a:pt x="1340" y="703"/>
                </a:cubicBezTo>
                <a:cubicBezTo>
                  <a:pt x="1345" y="703"/>
                  <a:pt x="1350" y="704"/>
                  <a:pt x="1354" y="707"/>
                </a:cubicBezTo>
                <a:moveTo>
                  <a:pt x="1471" y="803"/>
                </a:moveTo>
                <a:lnTo>
                  <a:pt x="1485" y="816"/>
                </a:lnTo>
                <a:cubicBezTo>
                  <a:pt x="1489" y="819"/>
                  <a:pt x="1491" y="823"/>
                  <a:pt x="1492" y="829"/>
                </a:cubicBezTo>
                <a:cubicBezTo>
                  <a:pt x="1492" y="834"/>
                  <a:pt x="1491" y="838"/>
                  <a:pt x="1487" y="842"/>
                </a:cubicBezTo>
                <a:cubicBezTo>
                  <a:pt x="1484" y="846"/>
                  <a:pt x="1480" y="848"/>
                  <a:pt x="1474" y="849"/>
                </a:cubicBezTo>
                <a:cubicBezTo>
                  <a:pt x="1469" y="849"/>
                  <a:pt x="1465" y="848"/>
                  <a:pt x="1461" y="844"/>
                </a:cubicBezTo>
                <a:lnTo>
                  <a:pt x="1446" y="832"/>
                </a:lnTo>
                <a:cubicBezTo>
                  <a:pt x="1442" y="829"/>
                  <a:pt x="1440" y="824"/>
                  <a:pt x="1440" y="819"/>
                </a:cubicBezTo>
                <a:cubicBezTo>
                  <a:pt x="1439" y="814"/>
                  <a:pt x="1441" y="809"/>
                  <a:pt x="1444" y="805"/>
                </a:cubicBezTo>
                <a:cubicBezTo>
                  <a:pt x="1448" y="802"/>
                  <a:pt x="1452" y="799"/>
                  <a:pt x="1457" y="799"/>
                </a:cubicBezTo>
                <a:cubicBezTo>
                  <a:pt x="1462" y="799"/>
                  <a:pt x="1467" y="800"/>
                  <a:pt x="1471" y="803"/>
                </a:cubicBezTo>
                <a:moveTo>
                  <a:pt x="1584" y="904"/>
                </a:moveTo>
                <a:lnTo>
                  <a:pt x="1598" y="917"/>
                </a:lnTo>
                <a:cubicBezTo>
                  <a:pt x="1602" y="920"/>
                  <a:pt x="1604" y="924"/>
                  <a:pt x="1604" y="930"/>
                </a:cubicBezTo>
                <a:cubicBezTo>
                  <a:pt x="1604" y="935"/>
                  <a:pt x="1602" y="939"/>
                  <a:pt x="1599" y="943"/>
                </a:cubicBezTo>
                <a:cubicBezTo>
                  <a:pt x="1595" y="947"/>
                  <a:pt x="1591" y="949"/>
                  <a:pt x="1586" y="949"/>
                </a:cubicBezTo>
                <a:cubicBezTo>
                  <a:pt x="1580" y="949"/>
                  <a:pt x="1576" y="948"/>
                  <a:pt x="1572" y="944"/>
                </a:cubicBezTo>
                <a:lnTo>
                  <a:pt x="1558" y="931"/>
                </a:lnTo>
                <a:cubicBezTo>
                  <a:pt x="1555" y="928"/>
                  <a:pt x="1553" y="923"/>
                  <a:pt x="1552" y="918"/>
                </a:cubicBezTo>
                <a:cubicBezTo>
                  <a:pt x="1552" y="913"/>
                  <a:pt x="1554" y="909"/>
                  <a:pt x="1557" y="905"/>
                </a:cubicBezTo>
                <a:cubicBezTo>
                  <a:pt x="1561" y="901"/>
                  <a:pt x="1565" y="899"/>
                  <a:pt x="1570" y="899"/>
                </a:cubicBezTo>
                <a:cubicBezTo>
                  <a:pt x="1576" y="899"/>
                  <a:pt x="1580" y="900"/>
                  <a:pt x="1584" y="904"/>
                </a:cubicBezTo>
                <a:moveTo>
                  <a:pt x="1693" y="1008"/>
                </a:moveTo>
                <a:lnTo>
                  <a:pt x="1706" y="1022"/>
                </a:lnTo>
                <a:cubicBezTo>
                  <a:pt x="1710" y="1025"/>
                  <a:pt x="1712" y="1030"/>
                  <a:pt x="1712" y="1035"/>
                </a:cubicBezTo>
                <a:cubicBezTo>
                  <a:pt x="1712" y="1040"/>
                  <a:pt x="1710" y="1044"/>
                  <a:pt x="1706" y="1048"/>
                </a:cubicBezTo>
                <a:cubicBezTo>
                  <a:pt x="1702" y="1052"/>
                  <a:pt x="1698" y="1054"/>
                  <a:pt x="1693" y="1054"/>
                </a:cubicBezTo>
                <a:cubicBezTo>
                  <a:pt x="1688" y="1054"/>
                  <a:pt x="1683" y="1052"/>
                  <a:pt x="1679" y="1048"/>
                </a:cubicBezTo>
                <a:lnTo>
                  <a:pt x="1666" y="1035"/>
                </a:lnTo>
                <a:cubicBezTo>
                  <a:pt x="1663" y="1031"/>
                  <a:pt x="1661" y="1027"/>
                  <a:pt x="1661" y="1021"/>
                </a:cubicBezTo>
                <a:cubicBezTo>
                  <a:pt x="1661" y="1016"/>
                  <a:pt x="1663" y="1012"/>
                  <a:pt x="1666" y="1008"/>
                </a:cubicBezTo>
                <a:cubicBezTo>
                  <a:pt x="1670" y="1005"/>
                  <a:pt x="1674" y="1003"/>
                  <a:pt x="1680" y="1003"/>
                </a:cubicBezTo>
                <a:cubicBezTo>
                  <a:pt x="1685" y="1003"/>
                  <a:pt x="1689" y="1005"/>
                  <a:pt x="1693" y="1008"/>
                </a:cubicBezTo>
                <a:moveTo>
                  <a:pt x="1798" y="1117"/>
                </a:moveTo>
                <a:lnTo>
                  <a:pt x="1810" y="1131"/>
                </a:lnTo>
                <a:cubicBezTo>
                  <a:pt x="1814" y="1135"/>
                  <a:pt x="1815" y="1139"/>
                  <a:pt x="1815" y="1144"/>
                </a:cubicBezTo>
                <a:cubicBezTo>
                  <a:pt x="1815" y="1149"/>
                  <a:pt x="1813" y="1154"/>
                  <a:pt x="1809" y="1157"/>
                </a:cubicBezTo>
                <a:cubicBezTo>
                  <a:pt x="1805" y="1161"/>
                  <a:pt x="1801" y="1162"/>
                  <a:pt x="1796" y="1162"/>
                </a:cubicBezTo>
                <a:cubicBezTo>
                  <a:pt x="1791" y="1162"/>
                  <a:pt x="1786" y="1160"/>
                  <a:pt x="1783" y="1156"/>
                </a:cubicBezTo>
                <a:lnTo>
                  <a:pt x="1770" y="1142"/>
                </a:lnTo>
                <a:cubicBezTo>
                  <a:pt x="1766" y="1139"/>
                  <a:pt x="1765" y="1134"/>
                  <a:pt x="1765" y="1129"/>
                </a:cubicBezTo>
                <a:cubicBezTo>
                  <a:pt x="1765" y="1124"/>
                  <a:pt x="1767" y="1119"/>
                  <a:pt x="1771" y="1116"/>
                </a:cubicBezTo>
                <a:cubicBezTo>
                  <a:pt x="1775" y="1112"/>
                  <a:pt x="1779" y="1111"/>
                  <a:pt x="1784" y="1111"/>
                </a:cubicBezTo>
                <a:cubicBezTo>
                  <a:pt x="1790" y="1111"/>
                  <a:pt x="1794" y="1113"/>
                  <a:pt x="1798" y="1117"/>
                </a:cubicBezTo>
                <a:moveTo>
                  <a:pt x="1898" y="1230"/>
                </a:moveTo>
                <a:lnTo>
                  <a:pt x="1910" y="1244"/>
                </a:lnTo>
                <a:cubicBezTo>
                  <a:pt x="1914" y="1248"/>
                  <a:pt x="1915" y="1253"/>
                  <a:pt x="1915" y="1258"/>
                </a:cubicBezTo>
                <a:cubicBezTo>
                  <a:pt x="1914" y="1263"/>
                  <a:pt x="1912" y="1267"/>
                  <a:pt x="1908" y="1271"/>
                </a:cubicBezTo>
                <a:cubicBezTo>
                  <a:pt x="1904" y="1274"/>
                  <a:pt x="1900" y="1275"/>
                  <a:pt x="1894" y="1275"/>
                </a:cubicBezTo>
                <a:cubicBezTo>
                  <a:pt x="1889" y="1275"/>
                  <a:pt x="1885" y="1272"/>
                  <a:pt x="1882" y="1269"/>
                </a:cubicBezTo>
                <a:lnTo>
                  <a:pt x="1869" y="1254"/>
                </a:lnTo>
                <a:cubicBezTo>
                  <a:pt x="1866" y="1250"/>
                  <a:pt x="1865" y="1246"/>
                  <a:pt x="1865" y="1240"/>
                </a:cubicBezTo>
                <a:cubicBezTo>
                  <a:pt x="1865" y="1235"/>
                  <a:pt x="1868" y="1231"/>
                  <a:pt x="1872" y="1228"/>
                </a:cubicBezTo>
                <a:cubicBezTo>
                  <a:pt x="1876" y="1224"/>
                  <a:pt x="1880" y="1223"/>
                  <a:pt x="1885" y="1223"/>
                </a:cubicBezTo>
                <a:cubicBezTo>
                  <a:pt x="1890" y="1224"/>
                  <a:pt x="1895" y="1226"/>
                  <a:pt x="1898" y="1230"/>
                </a:cubicBezTo>
                <a:moveTo>
                  <a:pt x="1994" y="1347"/>
                </a:moveTo>
                <a:lnTo>
                  <a:pt x="2006" y="1363"/>
                </a:lnTo>
                <a:cubicBezTo>
                  <a:pt x="2009" y="1367"/>
                  <a:pt x="2011" y="1371"/>
                  <a:pt x="2010" y="1377"/>
                </a:cubicBezTo>
                <a:cubicBezTo>
                  <a:pt x="2009" y="1382"/>
                  <a:pt x="2007" y="1386"/>
                  <a:pt x="2003" y="1389"/>
                </a:cubicBezTo>
                <a:cubicBezTo>
                  <a:pt x="1999" y="1392"/>
                  <a:pt x="1994" y="1394"/>
                  <a:pt x="1989" y="1393"/>
                </a:cubicBezTo>
                <a:cubicBezTo>
                  <a:pt x="1984" y="1392"/>
                  <a:pt x="1980" y="1390"/>
                  <a:pt x="1977" y="1386"/>
                </a:cubicBezTo>
                <a:lnTo>
                  <a:pt x="1965" y="1371"/>
                </a:lnTo>
                <a:cubicBezTo>
                  <a:pt x="1962" y="1367"/>
                  <a:pt x="1960" y="1361"/>
                  <a:pt x="1961" y="1356"/>
                </a:cubicBezTo>
                <a:cubicBezTo>
                  <a:pt x="1962" y="1351"/>
                  <a:pt x="1964" y="1347"/>
                  <a:pt x="1968" y="1344"/>
                </a:cubicBezTo>
                <a:cubicBezTo>
                  <a:pt x="1972" y="1340"/>
                  <a:pt x="1977" y="1339"/>
                  <a:pt x="1982" y="1340"/>
                </a:cubicBezTo>
                <a:cubicBezTo>
                  <a:pt x="1987" y="1340"/>
                  <a:pt x="1991" y="1343"/>
                  <a:pt x="1994" y="1347"/>
                </a:cubicBezTo>
                <a:moveTo>
                  <a:pt x="2085" y="1468"/>
                </a:moveTo>
                <a:lnTo>
                  <a:pt x="2097" y="1483"/>
                </a:lnTo>
                <a:cubicBezTo>
                  <a:pt x="2100" y="1487"/>
                  <a:pt x="2101" y="1492"/>
                  <a:pt x="2100" y="1497"/>
                </a:cubicBezTo>
                <a:cubicBezTo>
                  <a:pt x="2099" y="1502"/>
                  <a:pt x="2097" y="1506"/>
                  <a:pt x="2092" y="1509"/>
                </a:cubicBezTo>
                <a:cubicBezTo>
                  <a:pt x="2088" y="1512"/>
                  <a:pt x="2084" y="1513"/>
                  <a:pt x="2078" y="1512"/>
                </a:cubicBezTo>
                <a:cubicBezTo>
                  <a:pt x="2073" y="1512"/>
                  <a:pt x="2069" y="1509"/>
                  <a:pt x="2066" y="1505"/>
                </a:cubicBezTo>
                <a:lnTo>
                  <a:pt x="2055" y="1490"/>
                </a:lnTo>
                <a:cubicBezTo>
                  <a:pt x="2052" y="1485"/>
                  <a:pt x="2051" y="1481"/>
                  <a:pt x="2052" y="1476"/>
                </a:cubicBezTo>
                <a:cubicBezTo>
                  <a:pt x="2053" y="1471"/>
                  <a:pt x="2055" y="1466"/>
                  <a:pt x="2059" y="1463"/>
                </a:cubicBezTo>
                <a:cubicBezTo>
                  <a:pt x="2063" y="1460"/>
                  <a:pt x="2068" y="1459"/>
                  <a:pt x="2073" y="1460"/>
                </a:cubicBezTo>
                <a:cubicBezTo>
                  <a:pt x="2078" y="1461"/>
                  <a:pt x="2082" y="1463"/>
                  <a:pt x="2085" y="1468"/>
                </a:cubicBezTo>
                <a:moveTo>
                  <a:pt x="2172" y="1591"/>
                </a:moveTo>
                <a:lnTo>
                  <a:pt x="2183" y="1607"/>
                </a:lnTo>
                <a:cubicBezTo>
                  <a:pt x="2186" y="1611"/>
                  <a:pt x="2187" y="1616"/>
                  <a:pt x="2186" y="1621"/>
                </a:cubicBezTo>
                <a:cubicBezTo>
                  <a:pt x="2185" y="1626"/>
                  <a:pt x="2182" y="1630"/>
                  <a:pt x="2178" y="1633"/>
                </a:cubicBezTo>
                <a:cubicBezTo>
                  <a:pt x="2173" y="1636"/>
                  <a:pt x="2169" y="1637"/>
                  <a:pt x="2164" y="1636"/>
                </a:cubicBezTo>
                <a:cubicBezTo>
                  <a:pt x="2158" y="1635"/>
                  <a:pt x="2154" y="1632"/>
                  <a:pt x="2152" y="1628"/>
                </a:cubicBezTo>
                <a:lnTo>
                  <a:pt x="2141" y="1612"/>
                </a:lnTo>
                <a:cubicBezTo>
                  <a:pt x="2138" y="1608"/>
                  <a:pt x="2137" y="1603"/>
                  <a:pt x="2138" y="1598"/>
                </a:cubicBezTo>
                <a:cubicBezTo>
                  <a:pt x="2139" y="1593"/>
                  <a:pt x="2142" y="1589"/>
                  <a:pt x="2146" y="1586"/>
                </a:cubicBezTo>
                <a:cubicBezTo>
                  <a:pt x="2150" y="1583"/>
                  <a:pt x="2155" y="1582"/>
                  <a:pt x="2160" y="1583"/>
                </a:cubicBezTo>
                <a:cubicBezTo>
                  <a:pt x="2165" y="1584"/>
                  <a:pt x="2169" y="1587"/>
                  <a:pt x="2172" y="1591"/>
                </a:cubicBezTo>
                <a:moveTo>
                  <a:pt x="2255" y="1718"/>
                </a:moveTo>
                <a:lnTo>
                  <a:pt x="2265" y="1735"/>
                </a:lnTo>
                <a:cubicBezTo>
                  <a:pt x="2268" y="1739"/>
                  <a:pt x="2268" y="1744"/>
                  <a:pt x="2267" y="1749"/>
                </a:cubicBezTo>
                <a:cubicBezTo>
                  <a:pt x="2266" y="1754"/>
                  <a:pt x="2263" y="1758"/>
                  <a:pt x="2259" y="1761"/>
                </a:cubicBezTo>
                <a:cubicBezTo>
                  <a:pt x="2254" y="1763"/>
                  <a:pt x="2250" y="1764"/>
                  <a:pt x="2245" y="1763"/>
                </a:cubicBezTo>
                <a:cubicBezTo>
                  <a:pt x="2240" y="1762"/>
                  <a:pt x="2236" y="1759"/>
                  <a:pt x="2233" y="1754"/>
                </a:cubicBezTo>
                <a:lnTo>
                  <a:pt x="2223" y="1738"/>
                </a:lnTo>
                <a:cubicBezTo>
                  <a:pt x="2220" y="1734"/>
                  <a:pt x="2219" y="1729"/>
                  <a:pt x="2221" y="1724"/>
                </a:cubicBezTo>
                <a:cubicBezTo>
                  <a:pt x="2222" y="1719"/>
                  <a:pt x="2225" y="1715"/>
                  <a:pt x="2229" y="1712"/>
                </a:cubicBezTo>
                <a:cubicBezTo>
                  <a:pt x="2233" y="1710"/>
                  <a:pt x="2238" y="1709"/>
                  <a:pt x="2243" y="1710"/>
                </a:cubicBezTo>
                <a:cubicBezTo>
                  <a:pt x="2248" y="1711"/>
                  <a:pt x="2252" y="1714"/>
                  <a:pt x="2255" y="1718"/>
                </a:cubicBezTo>
                <a:moveTo>
                  <a:pt x="2332" y="1848"/>
                </a:moveTo>
                <a:lnTo>
                  <a:pt x="2341" y="1864"/>
                </a:lnTo>
                <a:cubicBezTo>
                  <a:pt x="2344" y="1868"/>
                  <a:pt x="2345" y="1873"/>
                  <a:pt x="2343" y="1878"/>
                </a:cubicBezTo>
                <a:cubicBezTo>
                  <a:pt x="2342" y="1883"/>
                  <a:pt x="2339" y="1887"/>
                  <a:pt x="2334" y="1889"/>
                </a:cubicBezTo>
                <a:cubicBezTo>
                  <a:pt x="2330" y="1892"/>
                  <a:pt x="2325" y="1893"/>
                  <a:pt x="2320" y="1891"/>
                </a:cubicBezTo>
                <a:cubicBezTo>
                  <a:pt x="2315" y="1890"/>
                  <a:pt x="2311" y="1887"/>
                  <a:pt x="2309" y="1882"/>
                </a:cubicBezTo>
                <a:lnTo>
                  <a:pt x="2300" y="1866"/>
                </a:lnTo>
                <a:cubicBezTo>
                  <a:pt x="2297" y="1862"/>
                  <a:pt x="2296" y="1857"/>
                  <a:pt x="2298" y="1852"/>
                </a:cubicBezTo>
                <a:cubicBezTo>
                  <a:pt x="2299" y="1847"/>
                  <a:pt x="2302" y="1843"/>
                  <a:pt x="2307" y="1841"/>
                </a:cubicBezTo>
                <a:cubicBezTo>
                  <a:pt x="2311" y="1838"/>
                  <a:pt x="2316" y="1837"/>
                  <a:pt x="2321" y="1839"/>
                </a:cubicBezTo>
                <a:cubicBezTo>
                  <a:pt x="2326" y="1840"/>
                  <a:pt x="2330" y="1843"/>
                  <a:pt x="2332" y="1848"/>
                </a:cubicBezTo>
                <a:moveTo>
                  <a:pt x="2405" y="1979"/>
                </a:moveTo>
                <a:lnTo>
                  <a:pt x="2414" y="1996"/>
                </a:lnTo>
                <a:cubicBezTo>
                  <a:pt x="2416" y="2001"/>
                  <a:pt x="2416" y="2005"/>
                  <a:pt x="2415" y="2010"/>
                </a:cubicBezTo>
                <a:cubicBezTo>
                  <a:pt x="2413" y="2015"/>
                  <a:pt x="2410" y="2019"/>
                  <a:pt x="2406" y="2021"/>
                </a:cubicBezTo>
                <a:cubicBezTo>
                  <a:pt x="2401" y="2024"/>
                  <a:pt x="2396" y="2024"/>
                  <a:pt x="2391" y="2023"/>
                </a:cubicBezTo>
                <a:cubicBezTo>
                  <a:pt x="2386" y="2021"/>
                  <a:pt x="2383" y="2018"/>
                  <a:pt x="2380" y="2013"/>
                </a:cubicBezTo>
                <a:lnTo>
                  <a:pt x="2372" y="1997"/>
                </a:lnTo>
                <a:cubicBezTo>
                  <a:pt x="2369" y="1992"/>
                  <a:pt x="2369" y="1987"/>
                  <a:pt x="2370" y="1982"/>
                </a:cubicBezTo>
                <a:cubicBezTo>
                  <a:pt x="2372" y="1978"/>
                  <a:pt x="2375" y="1974"/>
                  <a:pt x="2379" y="1971"/>
                </a:cubicBezTo>
                <a:cubicBezTo>
                  <a:pt x="2384" y="1969"/>
                  <a:pt x="2389" y="1969"/>
                  <a:pt x="2394" y="1970"/>
                </a:cubicBezTo>
                <a:cubicBezTo>
                  <a:pt x="2399" y="1972"/>
                  <a:pt x="2402" y="1975"/>
                  <a:pt x="2405" y="1979"/>
                </a:cubicBezTo>
                <a:moveTo>
                  <a:pt x="2474" y="2115"/>
                </a:moveTo>
                <a:lnTo>
                  <a:pt x="2482" y="2132"/>
                </a:lnTo>
                <a:cubicBezTo>
                  <a:pt x="2484" y="2137"/>
                  <a:pt x="2484" y="2141"/>
                  <a:pt x="2483" y="2146"/>
                </a:cubicBezTo>
                <a:cubicBezTo>
                  <a:pt x="2481" y="2151"/>
                  <a:pt x="2478" y="2155"/>
                  <a:pt x="2473" y="2157"/>
                </a:cubicBezTo>
                <a:cubicBezTo>
                  <a:pt x="2468" y="2159"/>
                  <a:pt x="2464" y="2160"/>
                  <a:pt x="2459" y="2158"/>
                </a:cubicBezTo>
                <a:cubicBezTo>
                  <a:pt x="2454" y="2156"/>
                  <a:pt x="2450" y="2153"/>
                  <a:pt x="2448" y="2148"/>
                </a:cubicBezTo>
                <a:lnTo>
                  <a:pt x="2440" y="2131"/>
                </a:lnTo>
                <a:cubicBezTo>
                  <a:pt x="2437" y="2126"/>
                  <a:pt x="2437" y="2122"/>
                  <a:pt x="2439" y="2117"/>
                </a:cubicBezTo>
                <a:cubicBezTo>
                  <a:pt x="2441" y="2112"/>
                  <a:pt x="2444" y="2108"/>
                  <a:pt x="2448" y="2106"/>
                </a:cubicBezTo>
                <a:cubicBezTo>
                  <a:pt x="2453" y="2104"/>
                  <a:pt x="2458" y="2103"/>
                  <a:pt x="2463" y="2105"/>
                </a:cubicBezTo>
                <a:cubicBezTo>
                  <a:pt x="2468" y="2107"/>
                  <a:pt x="2471" y="2110"/>
                  <a:pt x="2474" y="2115"/>
                </a:cubicBezTo>
                <a:moveTo>
                  <a:pt x="2538" y="2252"/>
                </a:moveTo>
                <a:lnTo>
                  <a:pt x="2545" y="2269"/>
                </a:lnTo>
                <a:cubicBezTo>
                  <a:pt x="2547" y="2274"/>
                  <a:pt x="2547" y="2279"/>
                  <a:pt x="2545" y="2283"/>
                </a:cubicBezTo>
                <a:cubicBezTo>
                  <a:pt x="2544" y="2288"/>
                  <a:pt x="2540" y="2292"/>
                  <a:pt x="2536" y="2294"/>
                </a:cubicBezTo>
                <a:cubicBezTo>
                  <a:pt x="2531" y="2296"/>
                  <a:pt x="2526" y="2296"/>
                  <a:pt x="2521" y="2294"/>
                </a:cubicBezTo>
                <a:cubicBezTo>
                  <a:pt x="2516" y="2292"/>
                  <a:pt x="2513" y="2289"/>
                  <a:pt x="2511" y="2284"/>
                </a:cubicBezTo>
                <a:lnTo>
                  <a:pt x="2503" y="2267"/>
                </a:lnTo>
                <a:cubicBezTo>
                  <a:pt x="2501" y="2263"/>
                  <a:pt x="2501" y="2258"/>
                  <a:pt x="2503" y="2253"/>
                </a:cubicBezTo>
                <a:cubicBezTo>
                  <a:pt x="2505" y="2248"/>
                  <a:pt x="2508" y="2245"/>
                  <a:pt x="2513" y="2243"/>
                </a:cubicBezTo>
                <a:cubicBezTo>
                  <a:pt x="2517" y="2240"/>
                  <a:pt x="2522" y="2240"/>
                  <a:pt x="2527" y="2242"/>
                </a:cubicBezTo>
                <a:cubicBezTo>
                  <a:pt x="2532" y="2244"/>
                  <a:pt x="2535" y="2247"/>
                  <a:pt x="2538" y="2252"/>
                </a:cubicBezTo>
                <a:moveTo>
                  <a:pt x="2596" y="2389"/>
                </a:moveTo>
                <a:lnTo>
                  <a:pt x="2603" y="2407"/>
                </a:lnTo>
                <a:cubicBezTo>
                  <a:pt x="2605" y="2412"/>
                  <a:pt x="2605" y="2416"/>
                  <a:pt x="2603" y="2421"/>
                </a:cubicBezTo>
                <a:cubicBezTo>
                  <a:pt x="2601" y="2426"/>
                  <a:pt x="2598" y="2429"/>
                  <a:pt x="2593" y="2431"/>
                </a:cubicBezTo>
                <a:cubicBezTo>
                  <a:pt x="2588" y="2433"/>
                  <a:pt x="2584" y="2433"/>
                  <a:pt x="2579" y="2431"/>
                </a:cubicBezTo>
                <a:cubicBezTo>
                  <a:pt x="2574" y="2429"/>
                  <a:pt x="2571" y="2426"/>
                  <a:pt x="2569" y="2421"/>
                </a:cubicBezTo>
                <a:lnTo>
                  <a:pt x="2562" y="2404"/>
                </a:lnTo>
                <a:cubicBezTo>
                  <a:pt x="2560" y="2399"/>
                  <a:pt x="2560" y="2394"/>
                  <a:pt x="2562" y="2389"/>
                </a:cubicBezTo>
                <a:cubicBezTo>
                  <a:pt x="2564" y="2384"/>
                  <a:pt x="2567" y="2381"/>
                  <a:pt x="2572" y="2379"/>
                </a:cubicBezTo>
                <a:cubicBezTo>
                  <a:pt x="2577" y="2377"/>
                  <a:pt x="2581" y="2377"/>
                  <a:pt x="2586" y="2379"/>
                </a:cubicBezTo>
                <a:cubicBezTo>
                  <a:pt x="2591" y="2381"/>
                  <a:pt x="2594" y="2385"/>
                  <a:pt x="2596" y="2389"/>
                </a:cubicBezTo>
                <a:moveTo>
                  <a:pt x="2652" y="2530"/>
                </a:moveTo>
                <a:lnTo>
                  <a:pt x="2658" y="2548"/>
                </a:lnTo>
                <a:cubicBezTo>
                  <a:pt x="2660" y="2553"/>
                  <a:pt x="2660" y="2558"/>
                  <a:pt x="2658" y="2563"/>
                </a:cubicBezTo>
                <a:cubicBezTo>
                  <a:pt x="2656" y="2567"/>
                  <a:pt x="2652" y="2571"/>
                  <a:pt x="2647" y="2572"/>
                </a:cubicBezTo>
                <a:cubicBezTo>
                  <a:pt x="2642" y="2574"/>
                  <a:pt x="2638" y="2574"/>
                  <a:pt x="2633" y="2572"/>
                </a:cubicBezTo>
                <a:cubicBezTo>
                  <a:pt x="2628" y="2570"/>
                  <a:pt x="2625" y="2566"/>
                  <a:pt x="2623" y="2561"/>
                </a:cubicBezTo>
                <a:lnTo>
                  <a:pt x="2616" y="2543"/>
                </a:lnTo>
                <a:cubicBezTo>
                  <a:pt x="2615" y="2539"/>
                  <a:pt x="2615" y="2534"/>
                  <a:pt x="2617" y="2529"/>
                </a:cubicBezTo>
                <a:cubicBezTo>
                  <a:pt x="2619" y="2524"/>
                  <a:pt x="2623" y="2521"/>
                  <a:pt x="2627" y="2519"/>
                </a:cubicBezTo>
                <a:cubicBezTo>
                  <a:pt x="2632" y="2517"/>
                  <a:pt x="2637" y="2518"/>
                  <a:pt x="2642" y="2520"/>
                </a:cubicBezTo>
                <a:cubicBezTo>
                  <a:pt x="2647" y="2522"/>
                  <a:pt x="2650" y="2525"/>
                  <a:pt x="2652" y="2530"/>
                </a:cubicBezTo>
                <a:moveTo>
                  <a:pt x="2703" y="2675"/>
                </a:moveTo>
                <a:lnTo>
                  <a:pt x="2707" y="2685"/>
                </a:lnTo>
                <a:cubicBezTo>
                  <a:pt x="2708" y="2690"/>
                  <a:pt x="2708" y="2695"/>
                  <a:pt x="2706" y="2699"/>
                </a:cubicBezTo>
                <a:cubicBezTo>
                  <a:pt x="2704" y="2704"/>
                  <a:pt x="2700" y="2707"/>
                  <a:pt x="2695" y="2709"/>
                </a:cubicBezTo>
                <a:cubicBezTo>
                  <a:pt x="2690" y="2711"/>
                  <a:pt x="2685" y="2710"/>
                  <a:pt x="2681" y="2708"/>
                </a:cubicBezTo>
                <a:cubicBezTo>
                  <a:pt x="2676" y="2706"/>
                  <a:pt x="2673" y="2702"/>
                  <a:pt x="2671" y="2697"/>
                </a:cubicBezTo>
                <a:lnTo>
                  <a:pt x="2668" y="2687"/>
                </a:lnTo>
                <a:cubicBezTo>
                  <a:pt x="2666" y="2682"/>
                  <a:pt x="2666" y="2677"/>
                  <a:pt x="2669" y="2672"/>
                </a:cubicBezTo>
                <a:cubicBezTo>
                  <a:pt x="2671" y="2668"/>
                  <a:pt x="2675" y="2665"/>
                  <a:pt x="2679" y="2663"/>
                </a:cubicBezTo>
                <a:cubicBezTo>
                  <a:pt x="2684" y="2661"/>
                  <a:pt x="2689" y="2662"/>
                  <a:pt x="2694" y="2664"/>
                </a:cubicBezTo>
                <a:cubicBezTo>
                  <a:pt x="2698" y="2666"/>
                  <a:pt x="2702" y="2670"/>
                  <a:pt x="2703" y="267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8" name=""/>
          <p:cNvSpPr/>
          <p:nvPr/>
        </p:nvSpPr>
        <p:spPr>
          <a:xfrm>
            <a:off x="5001120" y="3819240"/>
            <a:ext cx="77040" cy="71280"/>
          </a:xfrm>
          <a:custGeom>
            <a:avLst/>
            <a:gdLst/>
            <a:ahLst/>
            <a:rect l="0" t="0" r="r" b="b"/>
            <a:pathLst>
              <a:path fill="none" w="214" h="198">
                <a:moveTo>
                  <a:pt x="214" y="0"/>
                </a:moveTo>
                <a:lnTo>
                  <a:pt x="162" y="198"/>
                </a:lnTo>
                <a:lnTo>
                  <a:pt x="0" y="74"/>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39" name=""/>
          <p:cNvSpPr/>
          <p:nvPr/>
        </p:nvSpPr>
        <p:spPr>
          <a:xfrm>
            <a:off x="4091400" y="4479480"/>
            <a:ext cx="974880" cy="975600"/>
          </a:xfrm>
          <a:custGeom>
            <a:avLst/>
            <a:gdLst/>
            <a:ahLst/>
            <a:rect l="0" t="0" r="r" b="b"/>
            <a:pathLst>
              <a:path w="2708" h="2710">
                <a:moveTo>
                  <a:pt x="2707" y="25"/>
                </a:moveTo>
                <a:lnTo>
                  <a:pt x="2701" y="43"/>
                </a:lnTo>
                <a:cubicBezTo>
                  <a:pt x="2699" y="48"/>
                  <a:pt x="2696" y="51"/>
                  <a:pt x="2691" y="54"/>
                </a:cubicBezTo>
                <a:cubicBezTo>
                  <a:pt x="2686" y="56"/>
                  <a:pt x="2682" y="56"/>
                  <a:pt x="2677" y="54"/>
                </a:cubicBezTo>
                <a:cubicBezTo>
                  <a:pt x="2672" y="53"/>
                  <a:pt x="2668" y="50"/>
                  <a:pt x="2666" y="45"/>
                </a:cubicBezTo>
                <a:cubicBezTo>
                  <a:pt x="2664" y="40"/>
                  <a:pt x="2663" y="35"/>
                  <a:pt x="2665" y="31"/>
                </a:cubicBezTo>
                <a:lnTo>
                  <a:pt x="2671" y="12"/>
                </a:lnTo>
                <a:cubicBezTo>
                  <a:pt x="2673" y="7"/>
                  <a:pt x="2676" y="4"/>
                  <a:pt x="2681" y="2"/>
                </a:cubicBezTo>
                <a:cubicBezTo>
                  <a:pt x="2685" y="-1"/>
                  <a:pt x="2690" y="-1"/>
                  <a:pt x="2695" y="1"/>
                </a:cubicBezTo>
                <a:cubicBezTo>
                  <a:pt x="2700" y="2"/>
                  <a:pt x="2704" y="5"/>
                  <a:pt x="2706" y="10"/>
                </a:cubicBezTo>
                <a:cubicBezTo>
                  <a:pt x="2708" y="15"/>
                  <a:pt x="2708" y="20"/>
                  <a:pt x="2707" y="25"/>
                </a:cubicBezTo>
                <a:moveTo>
                  <a:pt x="2655" y="169"/>
                </a:moveTo>
                <a:lnTo>
                  <a:pt x="2649" y="187"/>
                </a:lnTo>
                <a:cubicBezTo>
                  <a:pt x="2647" y="192"/>
                  <a:pt x="2644" y="195"/>
                  <a:pt x="2639" y="197"/>
                </a:cubicBezTo>
                <a:cubicBezTo>
                  <a:pt x="2634" y="200"/>
                  <a:pt x="2629" y="200"/>
                  <a:pt x="2624" y="198"/>
                </a:cubicBezTo>
                <a:cubicBezTo>
                  <a:pt x="2620" y="196"/>
                  <a:pt x="2616" y="193"/>
                  <a:pt x="2614" y="188"/>
                </a:cubicBezTo>
                <a:cubicBezTo>
                  <a:pt x="2612" y="183"/>
                  <a:pt x="2612" y="179"/>
                  <a:pt x="2613" y="174"/>
                </a:cubicBezTo>
                <a:lnTo>
                  <a:pt x="2620" y="156"/>
                </a:lnTo>
                <a:cubicBezTo>
                  <a:pt x="2622" y="151"/>
                  <a:pt x="2625" y="148"/>
                  <a:pt x="2630" y="145"/>
                </a:cubicBezTo>
                <a:cubicBezTo>
                  <a:pt x="2635" y="143"/>
                  <a:pt x="2639" y="143"/>
                  <a:pt x="2644" y="145"/>
                </a:cubicBezTo>
                <a:cubicBezTo>
                  <a:pt x="2649" y="147"/>
                  <a:pt x="2653" y="150"/>
                  <a:pt x="2655" y="155"/>
                </a:cubicBezTo>
                <a:cubicBezTo>
                  <a:pt x="2657" y="159"/>
                  <a:pt x="2657" y="164"/>
                  <a:pt x="2655" y="169"/>
                </a:cubicBezTo>
                <a:moveTo>
                  <a:pt x="2600" y="310"/>
                </a:moveTo>
                <a:lnTo>
                  <a:pt x="2593" y="328"/>
                </a:lnTo>
                <a:cubicBezTo>
                  <a:pt x="2591" y="332"/>
                  <a:pt x="2588" y="336"/>
                  <a:pt x="2583" y="338"/>
                </a:cubicBezTo>
                <a:cubicBezTo>
                  <a:pt x="2578" y="340"/>
                  <a:pt x="2574" y="340"/>
                  <a:pt x="2569" y="338"/>
                </a:cubicBezTo>
                <a:cubicBezTo>
                  <a:pt x="2564" y="336"/>
                  <a:pt x="2561" y="333"/>
                  <a:pt x="2559" y="328"/>
                </a:cubicBezTo>
                <a:cubicBezTo>
                  <a:pt x="2557" y="323"/>
                  <a:pt x="2556" y="318"/>
                  <a:pt x="2558" y="313"/>
                </a:cubicBezTo>
                <a:lnTo>
                  <a:pt x="2566" y="296"/>
                </a:lnTo>
                <a:cubicBezTo>
                  <a:pt x="2568" y="291"/>
                  <a:pt x="2571" y="288"/>
                  <a:pt x="2576" y="286"/>
                </a:cubicBezTo>
                <a:cubicBezTo>
                  <a:pt x="2580" y="284"/>
                  <a:pt x="2585" y="284"/>
                  <a:pt x="2590" y="286"/>
                </a:cubicBezTo>
                <a:cubicBezTo>
                  <a:pt x="2595" y="288"/>
                  <a:pt x="2598" y="291"/>
                  <a:pt x="2600" y="296"/>
                </a:cubicBezTo>
                <a:cubicBezTo>
                  <a:pt x="2602" y="301"/>
                  <a:pt x="2602" y="305"/>
                  <a:pt x="2600" y="310"/>
                </a:cubicBezTo>
                <a:moveTo>
                  <a:pt x="2542" y="448"/>
                </a:moveTo>
                <a:lnTo>
                  <a:pt x="2534" y="465"/>
                </a:lnTo>
                <a:cubicBezTo>
                  <a:pt x="2532" y="470"/>
                  <a:pt x="2529" y="473"/>
                  <a:pt x="2524" y="475"/>
                </a:cubicBezTo>
                <a:cubicBezTo>
                  <a:pt x="2519" y="477"/>
                  <a:pt x="2514" y="476"/>
                  <a:pt x="2509" y="474"/>
                </a:cubicBezTo>
                <a:cubicBezTo>
                  <a:pt x="2505" y="472"/>
                  <a:pt x="2501" y="469"/>
                  <a:pt x="2500" y="464"/>
                </a:cubicBezTo>
                <a:cubicBezTo>
                  <a:pt x="2498" y="459"/>
                  <a:pt x="2498" y="454"/>
                  <a:pt x="2500" y="449"/>
                </a:cubicBezTo>
                <a:lnTo>
                  <a:pt x="2507" y="433"/>
                </a:lnTo>
                <a:cubicBezTo>
                  <a:pt x="2510" y="428"/>
                  <a:pt x="2513" y="424"/>
                  <a:pt x="2518" y="423"/>
                </a:cubicBezTo>
                <a:cubicBezTo>
                  <a:pt x="2523" y="421"/>
                  <a:pt x="2528" y="421"/>
                  <a:pt x="2532" y="423"/>
                </a:cubicBezTo>
                <a:cubicBezTo>
                  <a:pt x="2537" y="425"/>
                  <a:pt x="2540" y="429"/>
                  <a:pt x="2542" y="433"/>
                </a:cubicBezTo>
                <a:cubicBezTo>
                  <a:pt x="2544" y="438"/>
                  <a:pt x="2544" y="443"/>
                  <a:pt x="2542" y="448"/>
                </a:cubicBezTo>
                <a:moveTo>
                  <a:pt x="2478" y="585"/>
                </a:moveTo>
                <a:lnTo>
                  <a:pt x="2470" y="602"/>
                </a:lnTo>
                <a:cubicBezTo>
                  <a:pt x="2468" y="607"/>
                  <a:pt x="2464" y="610"/>
                  <a:pt x="2459" y="612"/>
                </a:cubicBezTo>
                <a:cubicBezTo>
                  <a:pt x="2454" y="613"/>
                  <a:pt x="2449" y="613"/>
                  <a:pt x="2445" y="611"/>
                </a:cubicBezTo>
                <a:cubicBezTo>
                  <a:pt x="2440" y="609"/>
                  <a:pt x="2437" y="605"/>
                  <a:pt x="2435" y="600"/>
                </a:cubicBezTo>
                <a:cubicBezTo>
                  <a:pt x="2434" y="595"/>
                  <a:pt x="2434" y="590"/>
                  <a:pt x="2436" y="586"/>
                </a:cubicBezTo>
                <a:lnTo>
                  <a:pt x="2444" y="569"/>
                </a:lnTo>
                <a:cubicBezTo>
                  <a:pt x="2447" y="564"/>
                  <a:pt x="2450" y="561"/>
                  <a:pt x="2455" y="559"/>
                </a:cubicBezTo>
                <a:cubicBezTo>
                  <a:pt x="2460" y="557"/>
                  <a:pt x="2465" y="558"/>
                  <a:pt x="2470" y="560"/>
                </a:cubicBezTo>
                <a:cubicBezTo>
                  <a:pt x="2474" y="562"/>
                  <a:pt x="2477" y="566"/>
                  <a:pt x="2479" y="571"/>
                </a:cubicBezTo>
                <a:cubicBezTo>
                  <a:pt x="2481" y="576"/>
                  <a:pt x="2480" y="580"/>
                  <a:pt x="2478" y="585"/>
                </a:cubicBezTo>
                <a:moveTo>
                  <a:pt x="2410" y="721"/>
                </a:moveTo>
                <a:lnTo>
                  <a:pt x="2401" y="737"/>
                </a:lnTo>
                <a:cubicBezTo>
                  <a:pt x="2398" y="742"/>
                  <a:pt x="2395" y="745"/>
                  <a:pt x="2390" y="747"/>
                </a:cubicBezTo>
                <a:cubicBezTo>
                  <a:pt x="2385" y="748"/>
                  <a:pt x="2380" y="748"/>
                  <a:pt x="2376" y="745"/>
                </a:cubicBezTo>
                <a:cubicBezTo>
                  <a:pt x="2371" y="743"/>
                  <a:pt x="2368" y="739"/>
                  <a:pt x="2366" y="734"/>
                </a:cubicBezTo>
                <a:cubicBezTo>
                  <a:pt x="2365" y="729"/>
                  <a:pt x="2365" y="724"/>
                  <a:pt x="2368" y="720"/>
                </a:cubicBezTo>
                <a:lnTo>
                  <a:pt x="2376" y="703"/>
                </a:lnTo>
                <a:cubicBezTo>
                  <a:pt x="2379" y="699"/>
                  <a:pt x="2383" y="696"/>
                  <a:pt x="2388" y="694"/>
                </a:cubicBezTo>
                <a:cubicBezTo>
                  <a:pt x="2393" y="693"/>
                  <a:pt x="2397" y="693"/>
                  <a:pt x="2402" y="695"/>
                </a:cubicBezTo>
                <a:cubicBezTo>
                  <a:pt x="2406" y="698"/>
                  <a:pt x="2410" y="702"/>
                  <a:pt x="2411" y="707"/>
                </a:cubicBezTo>
                <a:cubicBezTo>
                  <a:pt x="2413" y="711"/>
                  <a:pt x="2412" y="716"/>
                  <a:pt x="2410" y="721"/>
                </a:cubicBezTo>
                <a:moveTo>
                  <a:pt x="2337" y="853"/>
                </a:moveTo>
                <a:lnTo>
                  <a:pt x="2328" y="869"/>
                </a:lnTo>
                <a:cubicBezTo>
                  <a:pt x="2326" y="873"/>
                  <a:pt x="2322" y="876"/>
                  <a:pt x="2317" y="878"/>
                </a:cubicBezTo>
                <a:cubicBezTo>
                  <a:pt x="2312" y="879"/>
                  <a:pt x="2307" y="878"/>
                  <a:pt x="2302" y="876"/>
                </a:cubicBezTo>
                <a:cubicBezTo>
                  <a:pt x="2298" y="873"/>
                  <a:pt x="2295" y="869"/>
                  <a:pt x="2294" y="864"/>
                </a:cubicBezTo>
                <a:cubicBezTo>
                  <a:pt x="2292" y="859"/>
                  <a:pt x="2293" y="855"/>
                  <a:pt x="2296" y="850"/>
                </a:cubicBezTo>
                <a:lnTo>
                  <a:pt x="2305" y="834"/>
                </a:lnTo>
                <a:cubicBezTo>
                  <a:pt x="2307" y="830"/>
                  <a:pt x="2311" y="827"/>
                  <a:pt x="2316" y="825"/>
                </a:cubicBezTo>
                <a:cubicBezTo>
                  <a:pt x="2321" y="824"/>
                  <a:pt x="2326" y="824"/>
                  <a:pt x="2330" y="827"/>
                </a:cubicBezTo>
                <a:cubicBezTo>
                  <a:pt x="2335" y="830"/>
                  <a:pt x="2338" y="833"/>
                  <a:pt x="2339" y="838"/>
                </a:cubicBezTo>
                <a:cubicBezTo>
                  <a:pt x="2341" y="843"/>
                  <a:pt x="2340" y="848"/>
                  <a:pt x="2337" y="853"/>
                </a:cubicBezTo>
                <a:moveTo>
                  <a:pt x="2261" y="982"/>
                </a:moveTo>
                <a:lnTo>
                  <a:pt x="2251" y="998"/>
                </a:lnTo>
                <a:cubicBezTo>
                  <a:pt x="2248" y="1002"/>
                  <a:pt x="2244" y="1005"/>
                  <a:pt x="2239" y="1006"/>
                </a:cubicBezTo>
                <a:cubicBezTo>
                  <a:pt x="2234" y="1008"/>
                  <a:pt x="2229" y="1007"/>
                  <a:pt x="2225" y="1004"/>
                </a:cubicBezTo>
                <a:cubicBezTo>
                  <a:pt x="2220" y="1001"/>
                  <a:pt x="2217" y="997"/>
                  <a:pt x="2216" y="992"/>
                </a:cubicBezTo>
                <a:cubicBezTo>
                  <a:pt x="2215" y="987"/>
                  <a:pt x="2216" y="983"/>
                  <a:pt x="2219" y="978"/>
                </a:cubicBezTo>
                <a:lnTo>
                  <a:pt x="2229" y="962"/>
                </a:lnTo>
                <a:cubicBezTo>
                  <a:pt x="2231" y="958"/>
                  <a:pt x="2235" y="955"/>
                  <a:pt x="2240" y="954"/>
                </a:cubicBezTo>
                <a:cubicBezTo>
                  <a:pt x="2245" y="953"/>
                  <a:pt x="2250" y="953"/>
                  <a:pt x="2255" y="956"/>
                </a:cubicBezTo>
                <a:cubicBezTo>
                  <a:pt x="2259" y="959"/>
                  <a:pt x="2262" y="963"/>
                  <a:pt x="2263" y="968"/>
                </a:cubicBezTo>
                <a:cubicBezTo>
                  <a:pt x="2264" y="973"/>
                  <a:pt x="2263" y="978"/>
                  <a:pt x="2261" y="982"/>
                </a:cubicBezTo>
                <a:moveTo>
                  <a:pt x="2178" y="1110"/>
                </a:moveTo>
                <a:lnTo>
                  <a:pt x="2168" y="1125"/>
                </a:lnTo>
                <a:cubicBezTo>
                  <a:pt x="2165" y="1130"/>
                  <a:pt x="2161" y="1132"/>
                  <a:pt x="2156" y="1133"/>
                </a:cubicBezTo>
                <a:cubicBezTo>
                  <a:pt x="2151" y="1134"/>
                  <a:pt x="2146" y="1133"/>
                  <a:pt x="2142" y="1130"/>
                </a:cubicBezTo>
                <a:cubicBezTo>
                  <a:pt x="2137" y="1128"/>
                  <a:pt x="2135" y="1124"/>
                  <a:pt x="2134" y="1118"/>
                </a:cubicBezTo>
                <a:cubicBezTo>
                  <a:pt x="2133" y="1113"/>
                  <a:pt x="2134" y="1109"/>
                  <a:pt x="2136" y="1104"/>
                </a:cubicBezTo>
                <a:lnTo>
                  <a:pt x="2147" y="1089"/>
                </a:lnTo>
                <a:cubicBezTo>
                  <a:pt x="2150" y="1084"/>
                  <a:pt x="2154" y="1082"/>
                  <a:pt x="2159" y="1081"/>
                </a:cubicBezTo>
                <a:cubicBezTo>
                  <a:pt x="2164" y="1080"/>
                  <a:pt x="2169" y="1081"/>
                  <a:pt x="2173" y="1084"/>
                </a:cubicBezTo>
                <a:cubicBezTo>
                  <a:pt x="2177" y="1087"/>
                  <a:pt x="2180" y="1091"/>
                  <a:pt x="2181" y="1096"/>
                </a:cubicBezTo>
                <a:cubicBezTo>
                  <a:pt x="2182" y="1101"/>
                  <a:pt x="2181" y="1105"/>
                  <a:pt x="2178" y="1110"/>
                </a:cubicBezTo>
                <a:moveTo>
                  <a:pt x="2092" y="1233"/>
                </a:moveTo>
                <a:lnTo>
                  <a:pt x="2081" y="1249"/>
                </a:lnTo>
                <a:cubicBezTo>
                  <a:pt x="2078" y="1253"/>
                  <a:pt x="2073" y="1255"/>
                  <a:pt x="2068" y="1256"/>
                </a:cubicBezTo>
                <a:cubicBezTo>
                  <a:pt x="2063" y="1257"/>
                  <a:pt x="2059" y="1256"/>
                  <a:pt x="2054" y="1253"/>
                </a:cubicBezTo>
                <a:cubicBezTo>
                  <a:pt x="2050" y="1250"/>
                  <a:pt x="2048" y="1245"/>
                  <a:pt x="2047" y="1240"/>
                </a:cubicBezTo>
                <a:cubicBezTo>
                  <a:pt x="2046" y="1235"/>
                  <a:pt x="2047" y="1231"/>
                  <a:pt x="2050" y="1226"/>
                </a:cubicBezTo>
                <a:lnTo>
                  <a:pt x="2061" y="1211"/>
                </a:lnTo>
                <a:cubicBezTo>
                  <a:pt x="2064" y="1207"/>
                  <a:pt x="2069" y="1205"/>
                  <a:pt x="2074" y="1204"/>
                </a:cubicBezTo>
                <a:cubicBezTo>
                  <a:pt x="2079" y="1203"/>
                  <a:pt x="2083" y="1204"/>
                  <a:pt x="2088" y="1207"/>
                </a:cubicBezTo>
                <a:cubicBezTo>
                  <a:pt x="2092" y="1210"/>
                  <a:pt x="2094" y="1214"/>
                  <a:pt x="2095" y="1219"/>
                </a:cubicBezTo>
                <a:cubicBezTo>
                  <a:pt x="2096" y="1225"/>
                  <a:pt x="2095" y="1229"/>
                  <a:pt x="2092" y="1233"/>
                </a:cubicBezTo>
                <a:moveTo>
                  <a:pt x="2001" y="1353"/>
                </a:moveTo>
                <a:lnTo>
                  <a:pt x="1989" y="1368"/>
                </a:lnTo>
                <a:cubicBezTo>
                  <a:pt x="1986" y="1372"/>
                  <a:pt x="1982" y="1375"/>
                  <a:pt x="1977" y="1375"/>
                </a:cubicBezTo>
                <a:cubicBezTo>
                  <a:pt x="1972" y="1376"/>
                  <a:pt x="1967" y="1374"/>
                  <a:pt x="1963" y="1371"/>
                </a:cubicBezTo>
                <a:cubicBezTo>
                  <a:pt x="1959" y="1368"/>
                  <a:pt x="1956" y="1364"/>
                  <a:pt x="1956" y="1359"/>
                </a:cubicBezTo>
                <a:cubicBezTo>
                  <a:pt x="1955" y="1354"/>
                  <a:pt x="1957" y="1349"/>
                  <a:pt x="1960" y="1345"/>
                </a:cubicBezTo>
                <a:lnTo>
                  <a:pt x="1972" y="1330"/>
                </a:lnTo>
                <a:cubicBezTo>
                  <a:pt x="1975" y="1326"/>
                  <a:pt x="1979" y="1324"/>
                  <a:pt x="1984" y="1323"/>
                </a:cubicBezTo>
                <a:cubicBezTo>
                  <a:pt x="1989" y="1322"/>
                  <a:pt x="1994" y="1324"/>
                  <a:pt x="1998" y="1327"/>
                </a:cubicBezTo>
                <a:cubicBezTo>
                  <a:pt x="2002" y="1330"/>
                  <a:pt x="2004" y="1334"/>
                  <a:pt x="2005" y="1339"/>
                </a:cubicBezTo>
                <a:cubicBezTo>
                  <a:pt x="2006" y="1345"/>
                  <a:pt x="2004" y="1349"/>
                  <a:pt x="2001" y="1353"/>
                </a:cubicBezTo>
                <a:moveTo>
                  <a:pt x="1905" y="1471"/>
                </a:moveTo>
                <a:lnTo>
                  <a:pt x="1893" y="1485"/>
                </a:lnTo>
                <a:cubicBezTo>
                  <a:pt x="1889" y="1489"/>
                  <a:pt x="1885" y="1491"/>
                  <a:pt x="1880" y="1491"/>
                </a:cubicBezTo>
                <a:cubicBezTo>
                  <a:pt x="1875" y="1492"/>
                  <a:pt x="1870" y="1490"/>
                  <a:pt x="1866" y="1487"/>
                </a:cubicBezTo>
                <a:cubicBezTo>
                  <a:pt x="1862" y="1484"/>
                  <a:pt x="1860" y="1479"/>
                  <a:pt x="1860" y="1474"/>
                </a:cubicBezTo>
                <a:cubicBezTo>
                  <a:pt x="1859" y="1469"/>
                  <a:pt x="1861" y="1464"/>
                  <a:pt x="1864" y="1461"/>
                </a:cubicBezTo>
                <a:lnTo>
                  <a:pt x="1876" y="1446"/>
                </a:lnTo>
                <a:cubicBezTo>
                  <a:pt x="1880" y="1442"/>
                  <a:pt x="1884" y="1440"/>
                  <a:pt x="1889" y="1440"/>
                </a:cubicBezTo>
                <a:cubicBezTo>
                  <a:pt x="1894" y="1439"/>
                  <a:pt x="1899" y="1441"/>
                  <a:pt x="1903" y="1444"/>
                </a:cubicBezTo>
                <a:cubicBezTo>
                  <a:pt x="1907" y="1448"/>
                  <a:pt x="1909" y="1452"/>
                  <a:pt x="1909" y="1457"/>
                </a:cubicBezTo>
                <a:cubicBezTo>
                  <a:pt x="1910" y="1462"/>
                  <a:pt x="1908" y="1467"/>
                  <a:pt x="1905" y="1471"/>
                </a:cubicBezTo>
                <a:moveTo>
                  <a:pt x="1805" y="1584"/>
                </a:moveTo>
                <a:lnTo>
                  <a:pt x="1792" y="1598"/>
                </a:lnTo>
                <a:cubicBezTo>
                  <a:pt x="1788" y="1601"/>
                  <a:pt x="1784" y="1603"/>
                  <a:pt x="1779" y="1604"/>
                </a:cubicBezTo>
                <a:cubicBezTo>
                  <a:pt x="1774" y="1604"/>
                  <a:pt x="1769" y="1602"/>
                  <a:pt x="1765" y="1599"/>
                </a:cubicBezTo>
                <a:cubicBezTo>
                  <a:pt x="1762" y="1595"/>
                  <a:pt x="1760" y="1591"/>
                  <a:pt x="1759" y="1586"/>
                </a:cubicBezTo>
                <a:cubicBezTo>
                  <a:pt x="1759" y="1580"/>
                  <a:pt x="1761" y="1576"/>
                  <a:pt x="1764" y="1572"/>
                </a:cubicBezTo>
                <a:lnTo>
                  <a:pt x="1777" y="1558"/>
                </a:lnTo>
                <a:cubicBezTo>
                  <a:pt x="1781" y="1554"/>
                  <a:pt x="1785" y="1552"/>
                  <a:pt x="1790" y="1552"/>
                </a:cubicBezTo>
                <a:cubicBezTo>
                  <a:pt x="1795" y="1552"/>
                  <a:pt x="1800" y="1554"/>
                  <a:pt x="1804" y="1557"/>
                </a:cubicBezTo>
                <a:cubicBezTo>
                  <a:pt x="1807" y="1561"/>
                  <a:pt x="1810" y="1565"/>
                  <a:pt x="1810" y="1570"/>
                </a:cubicBezTo>
                <a:cubicBezTo>
                  <a:pt x="1810" y="1576"/>
                  <a:pt x="1808" y="1580"/>
                  <a:pt x="1805" y="1584"/>
                </a:cubicBezTo>
                <a:moveTo>
                  <a:pt x="1700" y="1693"/>
                </a:moveTo>
                <a:lnTo>
                  <a:pt x="1687" y="1706"/>
                </a:lnTo>
                <a:cubicBezTo>
                  <a:pt x="1683" y="1710"/>
                  <a:pt x="1679" y="1712"/>
                  <a:pt x="1674" y="1712"/>
                </a:cubicBezTo>
                <a:cubicBezTo>
                  <a:pt x="1669" y="1712"/>
                  <a:pt x="1664" y="1710"/>
                  <a:pt x="1660" y="1706"/>
                </a:cubicBezTo>
                <a:cubicBezTo>
                  <a:pt x="1657" y="1702"/>
                  <a:pt x="1655" y="1698"/>
                  <a:pt x="1655" y="1693"/>
                </a:cubicBezTo>
                <a:cubicBezTo>
                  <a:pt x="1655" y="1688"/>
                  <a:pt x="1657" y="1683"/>
                  <a:pt x="1660" y="1679"/>
                </a:cubicBezTo>
                <a:lnTo>
                  <a:pt x="1674" y="1666"/>
                </a:lnTo>
                <a:cubicBezTo>
                  <a:pt x="1677" y="1662"/>
                  <a:pt x="1682" y="1661"/>
                  <a:pt x="1687" y="1661"/>
                </a:cubicBezTo>
                <a:cubicBezTo>
                  <a:pt x="1692" y="1661"/>
                  <a:pt x="1697" y="1663"/>
                  <a:pt x="1700" y="1666"/>
                </a:cubicBezTo>
                <a:cubicBezTo>
                  <a:pt x="1704" y="1670"/>
                  <a:pt x="1706" y="1674"/>
                  <a:pt x="1706" y="1680"/>
                </a:cubicBezTo>
                <a:cubicBezTo>
                  <a:pt x="1706" y="1685"/>
                  <a:pt x="1704" y="1689"/>
                  <a:pt x="1700" y="1693"/>
                </a:cubicBezTo>
                <a:moveTo>
                  <a:pt x="1592" y="1798"/>
                </a:moveTo>
                <a:lnTo>
                  <a:pt x="1578" y="1810"/>
                </a:lnTo>
                <a:cubicBezTo>
                  <a:pt x="1574" y="1814"/>
                  <a:pt x="1570" y="1816"/>
                  <a:pt x="1564" y="1815"/>
                </a:cubicBezTo>
                <a:cubicBezTo>
                  <a:pt x="1559" y="1815"/>
                  <a:pt x="1555" y="1813"/>
                  <a:pt x="1551" y="1809"/>
                </a:cubicBezTo>
                <a:cubicBezTo>
                  <a:pt x="1548" y="1805"/>
                  <a:pt x="1546" y="1801"/>
                  <a:pt x="1546" y="1796"/>
                </a:cubicBezTo>
                <a:cubicBezTo>
                  <a:pt x="1547" y="1791"/>
                  <a:pt x="1549" y="1786"/>
                  <a:pt x="1552" y="1783"/>
                </a:cubicBezTo>
                <a:lnTo>
                  <a:pt x="1566" y="1770"/>
                </a:lnTo>
                <a:cubicBezTo>
                  <a:pt x="1570" y="1766"/>
                  <a:pt x="1574" y="1765"/>
                  <a:pt x="1580" y="1765"/>
                </a:cubicBezTo>
                <a:cubicBezTo>
                  <a:pt x="1585" y="1765"/>
                  <a:pt x="1589" y="1767"/>
                  <a:pt x="1593" y="1771"/>
                </a:cubicBezTo>
                <a:cubicBezTo>
                  <a:pt x="1596" y="1775"/>
                  <a:pt x="1598" y="1779"/>
                  <a:pt x="1598" y="1785"/>
                </a:cubicBezTo>
                <a:cubicBezTo>
                  <a:pt x="1597" y="1790"/>
                  <a:pt x="1595" y="1794"/>
                  <a:pt x="1592" y="1798"/>
                </a:cubicBezTo>
                <a:moveTo>
                  <a:pt x="1479" y="1898"/>
                </a:moveTo>
                <a:lnTo>
                  <a:pt x="1465" y="1910"/>
                </a:lnTo>
                <a:cubicBezTo>
                  <a:pt x="1461" y="1914"/>
                  <a:pt x="1456" y="1915"/>
                  <a:pt x="1451" y="1915"/>
                </a:cubicBezTo>
                <a:cubicBezTo>
                  <a:pt x="1446" y="1914"/>
                  <a:pt x="1441" y="1912"/>
                  <a:pt x="1438" y="1908"/>
                </a:cubicBezTo>
                <a:cubicBezTo>
                  <a:pt x="1435" y="1904"/>
                  <a:pt x="1433" y="1900"/>
                  <a:pt x="1434" y="1895"/>
                </a:cubicBezTo>
                <a:cubicBezTo>
                  <a:pt x="1434" y="1889"/>
                  <a:pt x="1436" y="1885"/>
                  <a:pt x="1440" y="1882"/>
                </a:cubicBezTo>
                <a:lnTo>
                  <a:pt x="1454" y="1870"/>
                </a:lnTo>
                <a:cubicBezTo>
                  <a:pt x="1458" y="1866"/>
                  <a:pt x="1463" y="1865"/>
                  <a:pt x="1468" y="1865"/>
                </a:cubicBezTo>
                <a:cubicBezTo>
                  <a:pt x="1473" y="1866"/>
                  <a:pt x="1478" y="1868"/>
                  <a:pt x="1481" y="1872"/>
                </a:cubicBezTo>
                <a:cubicBezTo>
                  <a:pt x="1484" y="1876"/>
                  <a:pt x="1486" y="1880"/>
                  <a:pt x="1485" y="1885"/>
                </a:cubicBezTo>
                <a:cubicBezTo>
                  <a:pt x="1485" y="1891"/>
                  <a:pt x="1483" y="1895"/>
                  <a:pt x="1479" y="1898"/>
                </a:cubicBezTo>
                <a:moveTo>
                  <a:pt x="1362" y="1995"/>
                </a:moveTo>
                <a:lnTo>
                  <a:pt x="1347" y="2006"/>
                </a:lnTo>
                <a:cubicBezTo>
                  <a:pt x="1343" y="2010"/>
                  <a:pt x="1338" y="2011"/>
                  <a:pt x="1333" y="2010"/>
                </a:cubicBezTo>
                <a:cubicBezTo>
                  <a:pt x="1328" y="2010"/>
                  <a:pt x="1324" y="2007"/>
                  <a:pt x="1321" y="2003"/>
                </a:cubicBezTo>
                <a:cubicBezTo>
                  <a:pt x="1317" y="1999"/>
                  <a:pt x="1316" y="1994"/>
                  <a:pt x="1317" y="1989"/>
                </a:cubicBezTo>
                <a:cubicBezTo>
                  <a:pt x="1317" y="1984"/>
                  <a:pt x="1320" y="1980"/>
                  <a:pt x="1324" y="1977"/>
                </a:cubicBezTo>
                <a:lnTo>
                  <a:pt x="1339" y="1965"/>
                </a:lnTo>
                <a:cubicBezTo>
                  <a:pt x="1343" y="1962"/>
                  <a:pt x="1347" y="1961"/>
                  <a:pt x="1353" y="1961"/>
                </a:cubicBezTo>
                <a:cubicBezTo>
                  <a:pt x="1358" y="1962"/>
                  <a:pt x="1362" y="1964"/>
                  <a:pt x="1365" y="1968"/>
                </a:cubicBezTo>
                <a:cubicBezTo>
                  <a:pt x="1368" y="1972"/>
                  <a:pt x="1370" y="1977"/>
                  <a:pt x="1369" y="1982"/>
                </a:cubicBezTo>
                <a:cubicBezTo>
                  <a:pt x="1368" y="1987"/>
                  <a:pt x="1366" y="1991"/>
                  <a:pt x="1362" y="1995"/>
                </a:cubicBezTo>
                <a:moveTo>
                  <a:pt x="1242" y="2086"/>
                </a:moveTo>
                <a:lnTo>
                  <a:pt x="1227" y="2097"/>
                </a:lnTo>
                <a:cubicBezTo>
                  <a:pt x="1223" y="2100"/>
                  <a:pt x="1218" y="2101"/>
                  <a:pt x="1213" y="2100"/>
                </a:cubicBezTo>
                <a:cubicBezTo>
                  <a:pt x="1208" y="2099"/>
                  <a:pt x="1204" y="2097"/>
                  <a:pt x="1201" y="2093"/>
                </a:cubicBezTo>
                <a:cubicBezTo>
                  <a:pt x="1198" y="2088"/>
                  <a:pt x="1197" y="2084"/>
                  <a:pt x="1198" y="2079"/>
                </a:cubicBezTo>
                <a:cubicBezTo>
                  <a:pt x="1198" y="2073"/>
                  <a:pt x="1201" y="2069"/>
                  <a:pt x="1205" y="2066"/>
                </a:cubicBezTo>
                <a:lnTo>
                  <a:pt x="1220" y="2055"/>
                </a:lnTo>
                <a:cubicBezTo>
                  <a:pt x="1224" y="2052"/>
                  <a:pt x="1229" y="2051"/>
                  <a:pt x="1234" y="2052"/>
                </a:cubicBezTo>
                <a:cubicBezTo>
                  <a:pt x="1239" y="2053"/>
                  <a:pt x="1243" y="2055"/>
                  <a:pt x="1246" y="2059"/>
                </a:cubicBezTo>
                <a:cubicBezTo>
                  <a:pt x="1249" y="2064"/>
                  <a:pt x="1251" y="2068"/>
                  <a:pt x="1250" y="2073"/>
                </a:cubicBezTo>
                <a:cubicBezTo>
                  <a:pt x="1249" y="2079"/>
                  <a:pt x="1246" y="2083"/>
                  <a:pt x="1242" y="2086"/>
                </a:cubicBezTo>
                <a:moveTo>
                  <a:pt x="1119" y="2173"/>
                </a:moveTo>
                <a:lnTo>
                  <a:pt x="1103" y="2183"/>
                </a:lnTo>
                <a:cubicBezTo>
                  <a:pt x="1099" y="2186"/>
                  <a:pt x="1094" y="2187"/>
                  <a:pt x="1089" y="2186"/>
                </a:cubicBezTo>
                <a:cubicBezTo>
                  <a:pt x="1084" y="2185"/>
                  <a:pt x="1080" y="2182"/>
                  <a:pt x="1077" y="2178"/>
                </a:cubicBezTo>
                <a:cubicBezTo>
                  <a:pt x="1074" y="2174"/>
                  <a:pt x="1073" y="2169"/>
                  <a:pt x="1074" y="2164"/>
                </a:cubicBezTo>
                <a:cubicBezTo>
                  <a:pt x="1075" y="2159"/>
                  <a:pt x="1078" y="2155"/>
                  <a:pt x="1082" y="2152"/>
                </a:cubicBezTo>
                <a:lnTo>
                  <a:pt x="1098" y="2141"/>
                </a:lnTo>
                <a:cubicBezTo>
                  <a:pt x="1102" y="2138"/>
                  <a:pt x="1107" y="2137"/>
                  <a:pt x="1112" y="2138"/>
                </a:cubicBezTo>
                <a:cubicBezTo>
                  <a:pt x="1117" y="2139"/>
                  <a:pt x="1121" y="2142"/>
                  <a:pt x="1124" y="2146"/>
                </a:cubicBezTo>
                <a:cubicBezTo>
                  <a:pt x="1127" y="2151"/>
                  <a:pt x="1128" y="2155"/>
                  <a:pt x="1127" y="2161"/>
                </a:cubicBezTo>
                <a:cubicBezTo>
                  <a:pt x="1126" y="2166"/>
                  <a:pt x="1123" y="2170"/>
                  <a:pt x="1119" y="2173"/>
                </a:cubicBezTo>
                <a:moveTo>
                  <a:pt x="991" y="2255"/>
                </a:moveTo>
                <a:lnTo>
                  <a:pt x="975" y="2265"/>
                </a:lnTo>
                <a:cubicBezTo>
                  <a:pt x="971" y="2268"/>
                  <a:pt x="966" y="2269"/>
                  <a:pt x="961" y="2268"/>
                </a:cubicBezTo>
                <a:cubicBezTo>
                  <a:pt x="956" y="2266"/>
                  <a:pt x="952" y="2264"/>
                  <a:pt x="949" y="2259"/>
                </a:cubicBezTo>
                <a:cubicBezTo>
                  <a:pt x="947" y="2255"/>
                  <a:pt x="946" y="2250"/>
                  <a:pt x="947" y="2245"/>
                </a:cubicBezTo>
                <a:cubicBezTo>
                  <a:pt x="948" y="2240"/>
                  <a:pt x="951" y="2236"/>
                  <a:pt x="956" y="2233"/>
                </a:cubicBezTo>
                <a:lnTo>
                  <a:pt x="972" y="2223"/>
                </a:lnTo>
                <a:cubicBezTo>
                  <a:pt x="976" y="2221"/>
                  <a:pt x="981" y="2220"/>
                  <a:pt x="986" y="2221"/>
                </a:cubicBezTo>
                <a:cubicBezTo>
                  <a:pt x="991" y="2222"/>
                  <a:pt x="995" y="2225"/>
                  <a:pt x="998" y="2229"/>
                </a:cubicBezTo>
                <a:cubicBezTo>
                  <a:pt x="1000" y="2234"/>
                  <a:pt x="1001" y="2239"/>
                  <a:pt x="1000" y="2244"/>
                </a:cubicBezTo>
                <a:cubicBezTo>
                  <a:pt x="999" y="2249"/>
                  <a:pt x="996" y="2253"/>
                  <a:pt x="991" y="2255"/>
                </a:cubicBezTo>
                <a:moveTo>
                  <a:pt x="862" y="2333"/>
                </a:moveTo>
                <a:lnTo>
                  <a:pt x="846" y="2342"/>
                </a:lnTo>
                <a:cubicBezTo>
                  <a:pt x="842" y="2344"/>
                  <a:pt x="837" y="2345"/>
                  <a:pt x="832" y="2344"/>
                </a:cubicBezTo>
                <a:cubicBezTo>
                  <a:pt x="827" y="2342"/>
                  <a:pt x="823" y="2339"/>
                  <a:pt x="821" y="2335"/>
                </a:cubicBezTo>
                <a:cubicBezTo>
                  <a:pt x="818" y="2330"/>
                  <a:pt x="816" y="2326"/>
                  <a:pt x="819" y="2321"/>
                </a:cubicBezTo>
                <a:cubicBezTo>
                  <a:pt x="820" y="2316"/>
                  <a:pt x="823" y="2312"/>
                  <a:pt x="828" y="2309"/>
                </a:cubicBezTo>
                <a:lnTo>
                  <a:pt x="844" y="2300"/>
                </a:lnTo>
                <a:cubicBezTo>
                  <a:pt x="848" y="2297"/>
                  <a:pt x="853" y="2297"/>
                  <a:pt x="858" y="2298"/>
                </a:cubicBezTo>
                <a:cubicBezTo>
                  <a:pt x="863" y="2299"/>
                  <a:pt x="867" y="2302"/>
                  <a:pt x="869" y="2307"/>
                </a:cubicBezTo>
                <a:cubicBezTo>
                  <a:pt x="872" y="2311"/>
                  <a:pt x="873" y="2316"/>
                  <a:pt x="871" y="2321"/>
                </a:cubicBezTo>
                <a:cubicBezTo>
                  <a:pt x="870" y="2326"/>
                  <a:pt x="867" y="2330"/>
                  <a:pt x="862" y="2333"/>
                </a:cubicBezTo>
                <a:moveTo>
                  <a:pt x="730" y="2405"/>
                </a:moveTo>
                <a:lnTo>
                  <a:pt x="713" y="2414"/>
                </a:lnTo>
                <a:cubicBezTo>
                  <a:pt x="709" y="2416"/>
                  <a:pt x="704" y="2417"/>
                  <a:pt x="699" y="2415"/>
                </a:cubicBezTo>
                <a:cubicBezTo>
                  <a:pt x="694" y="2414"/>
                  <a:pt x="690" y="2411"/>
                  <a:pt x="688" y="2406"/>
                </a:cubicBezTo>
                <a:cubicBezTo>
                  <a:pt x="685" y="2402"/>
                  <a:pt x="685" y="2397"/>
                  <a:pt x="686" y="2392"/>
                </a:cubicBezTo>
                <a:cubicBezTo>
                  <a:pt x="688" y="2387"/>
                  <a:pt x="691" y="2383"/>
                  <a:pt x="696" y="2381"/>
                </a:cubicBezTo>
                <a:lnTo>
                  <a:pt x="712" y="2372"/>
                </a:lnTo>
                <a:cubicBezTo>
                  <a:pt x="717" y="2370"/>
                  <a:pt x="722" y="2369"/>
                  <a:pt x="727" y="2371"/>
                </a:cubicBezTo>
                <a:cubicBezTo>
                  <a:pt x="732" y="2372"/>
                  <a:pt x="735" y="2375"/>
                  <a:pt x="738" y="2380"/>
                </a:cubicBezTo>
                <a:cubicBezTo>
                  <a:pt x="740" y="2384"/>
                  <a:pt x="741" y="2389"/>
                  <a:pt x="739" y="2394"/>
                </a:cubicBezTo>
                <a:cubicBezTo>
                  <a:pt x="737" y="2399"/>
                  <a:pt x="734" y="2403"/>
                  <a:pt x="730" y="2405"/>
                </a:cubicBezTo>
                <a:moveTo>
                  <a:pt x="594" y="2475"/>
                </a:moveTo>
                <a:lnTo>
                  <a:pt x="577" y="2483"/>
                </a:lnTo>
                <a:cubicBezTo>
                  <a:pt x="573" y="2486"/>
                  <a:pt x="568" y="2486"/>
                  <a:pt x="563" y="2484"/>
                </a:cubicBezTo>
                <a:cubicBezTo>
                  <a:pt x="558" y="2482"/>
                  <a:pt x="554" y="2479"/>
                  <a:pt x="552" y="2475"/>
                </a:cubicBezTo>
                <a:cubicBezTo>
                  <a:pt x="550" y="2470"/>
                  <a:pt x="550" y="2465"/>
                  <a:pt x="551" y="2460"/>
                </a:cubicBezTo>
                <a:cubicBezTo>
                  <a:pt x="553" y="2455"/>
                  <a:pt x="556" y="2452"/>
                  <a:pt x="561" y="2448"/>
                </a:cubicBezTo>
                <a:lnTo>
                  <a:pt x="578" y="2440"/>
                </a:lnTo>
                <a:cubicBezTo>
                  <a:pt x="583" y="2438"/>
                  <a:pt x="588" y="2438"/>
                  <a:pt x="592" y="2439"/>
                </a:cubicBezTo>
                <a:cubicBezTo>
                  <a:pt x="597" y="2441"/>
                  <a:pt x="601" y="2444"/>
                  <a:pt x="603" y="2449"/>
                </a:cubicBezTo>
                <a:cubicBezTo>
                  <a:pt x="605" y="2455"/>
                  <a:pt x="606" y="2459"/>
                  <a:pt x="604" y="2464"/>
                </a:cubicBezTo>
                <a:cubicBezTo>
                  <a:pt x="602" y="2469"/>
                  <a:pt x="599" y="2473"/>
                  <a:pt x="594" y="2475"/>
                </a:cubicBezTo>
                <a:moveTo>
                  <a:pt x="457" y="2539"/>
                </a:moveTo>
                <a:lnTo>
                  <a:pt x="440" y="2547"/>
                </a:lnTo>
                <a:cubicBezTo>
                  <a:pt x="436" y="2549"/>
                  <a:pt x="431" y="2549"/>
                  <a:pt x="426" y="2547"/>
                </a:cubicBezTo>
                <a:cubicBezTo>
                  <a:pt x="421" y="2545"/>
                  <a:pt x="418" y="2542"/>
                  <a:pt x="415" y="2537"/>
                </a:cubicBezTo>
                <a:cubicBezTo>
                  <a:pt x="413" y="2532"/>
                  <a:pt x="413" y="2528"/>
                  <a:pt x="415" y="2523"/>
                </a:cubicBezTo>
                <a:cubicBezTo>
                  <a:pt x="417" y="2518"/>
                  <a:pt x="420" y="2514"/>
                  <a:pt x="425" y="2512"/>
                </a:cubicBezTo>
                <a:lnTo>
                  <a:pt x="442" y="2505"/>
                </a:lnTo>
                <a:cubicBezTo>
                  <a:pt x="447" y="2503"/>
                  <a:pt x="451" y="2502"/>
                  <a:pt x="456" y="2504"/>
                </a:cubicBezTo>
                <a:cubicBezTo>
                  <a:pt x="461" y="2506"/>
                  <a:pt x="465" y="2510"/>
                  <a:pt x="467" y="2514"/>
                </a:cubicBezTo>
                <a:cubicBezTo>
                  <a:pt x="469" y="2519"/>
                  <a:pt x="469" y="2524"/>
                  <a:pt x="467" y="2529"/>
                </a:cubicBezTo>
                <a:cubicBezTo>
                  <a:pt x="465" y="2533"/>
                  <a:pt x="462" y="2537"/>
                  <a:pt x="457" y="2539"/>
                </a:cubicBezTo>
                <a:moveTo>
                  <a:pt x="320" y="2598"/>
                </a:moveTo>
                <a:lnTo>
                  <a:pt x="303" y="2605"/>
                </a:lnTo>
                <a:cubicBezTo>
                  <a:pt x="298" y="2607"/>
                  <a:pt x="293" y="2607"/>
                  <a:pt x="288" y="2605"/>
                </a:cubicBezTo>
                <a:cubicBezTo>
                  <a:pt x="283" y="2603"/>
                  <a:pt x="280" y="2599"/>
                  <a:pt x="278" y="2595"/>
                </a:cubicBezTo>
                <a:cubicBezTo>
                  <a:pt x="276" y="2590"/>
                  <a:pt x="276" y="2585"/>
                  <a:pt x="278" y="2580"/>
                </a:cubicBezTo>
                <a:cubicBezTo>
                  <a:pt x="280" y="2575"/>
                  <a:pt x="284" y="2572"/>
                  <a:pt x="288" y="2570"/>
                </a:cubicBezTo>
                <a:lnTo>
                  <a:pt x="306" y="2563"/>
                </a:lnTo>
                <a:cubicBezTo>
                  <a:pt x="311" y="2561"/>
                  <a:pt x="315" y="2561"/>
                  <a:pt x="320" y="2563"/>
                </a:cubicBezTo>
                <a:cubicBezTo>
                  <a:pt x="325" y="2565"/>
                  <a:pt x="328" y="2569"/>
                  <a:pt x="330" y="2573"/>
                </a:cubicBezTo>
                <a:cubicBezTo>
                  <a:pt x="332" y="2578"/>
                  <a:pt x="332" y="2583"/>
                  <a:pt x="330" y="2588"/>
                </a:cubicBezTo>
                <a:cubicBezTo>
                  <a:pt x="328" y="2593"/>
                  <a:pt x="325" y="2596"/>
                  <a:pt x="320" y="2598"/>
                </a:cubicBezTo>
                <a:moveTo>
                  <a:pt x="179" y="2653"/>
                </a:moveTo>
                <a:lnTo>
                  <a:pt x="161" y="2660"/>
                </a:lnTo>
                <a:cubicBezTo>
                  <a:pt x="157" y="2662"/>
                  <a:pt x="152" y="2661"/>
                  <a:pt x="147" y="2659"/>
                </a:cubicBezTo>
                <a:cubicBezTo>
                  <a:pt x="142" y="2657"/>
                  <a:pt x="139" y="2654"/>
                  <a:pt x="137" y="2649"/>
                </a:cubicBezTo>
                <a:cubicBezTo>
                  <a:pt x="135" y="2644"/>
                  <a:pt x="136" y="2639"/>
                  <a:pt x="138" y="2634"/>
                </a:cubicBezTo>
                <a:cubicBezTo>
                  <a:pt x="140" y="2630"/>
                  <a:pt x="143" y="2626"/>
                  <a:pt x="148" y="2625"/>
                </a:cubicBezTo>
                <a:lnTo>
                  <a:pt x="166" y="2618"/>
                </a:lnTo>
                <a:cubicBezTo>
                  <a:pt x="171" y="2616"/>
                  <a:pt x="176" y="2616"/>
                  <a:pt x="180" y="2618"/>
                </a:cubicBezTo>
                <a:cubicBezTo>
                  <a:pt x="185" y="2621"/>
                  <a:pt x="188" y="2624"/>
                  <a:pt x="190" y="2629"/>
                </a:cubicBezTo>
                <a:cubicBezTo>
                  <a:pt x="192" y="2634"/>
                  <a:pt x="192" y="2639"/>
                  <a:pt x="190" y="2643"/>
                </a:cubicBezTo>
                <a:cubicBezTo>
                  <a:pt x="188" y="2648"/>
                  <a:pt x="184" y="2651"/>
                  <a:pt x="179" y="2653"/>
                </a:cubicBezTo>
                <a:moveTo>
                  <a:pt x="35" y="2705"/>
                </a:moveTo>
                <a:lnTo>
                  <a:pt x="25" y="2708"/>
                </a:lnTo>
                <a:cubicBezTo>
                  <a:pt x="20" y="2710"/>
                  <a:pt x="15" y="2710"/>
                  <a:pt x="10" y="2708"/>
                </a:cubicBezTo>
                <a:cubicBezTo>
                  <a:pt x="6" y="2705"/>
                  <a:pt x="2" y="2702"/>
                  <a:pt x="1" y="2697"/>
                </a:cubicBezTo>
                <a:cubicBezTo>
                  <a:pt x="-1" y="2692"/>
                  <a:pt x="-1" y="2687"/>
                  <a:pt x="2" y="2682"/>
                </a:cubicBezTo>
                <a:cubicBezTo>
                  <a:pt x="4" y="2678"/>
                  <a:pt x="8" y="2675"/>
                  <a:pt x="12" y="2673"/>
                </a:cubicBezTo>
                <a:lnTo>
                  <a:pt x="23" y="2669"/>
                </a:lnTo>
                <a:cubicBezTo>
                  <a:pt x="28" y="2668"/>
                  <a:pt x="32" y="2668"/>
                  <a:pt x="37" y="2670"/>
                </a:cubicBezTo>
                <a:cubicBezTo>
                  <a:pt x="42" y="2673"/>
                  <a:pt x="45" y="2676"/>
                  <a:pt x="47" y="2681"/>
                </a:cubicBezTo>
                <a:cubicBezTo>
                  <a:pt x="48" y="2686"/>
                  <a:pt x="48" y="2691"/>
                  <a:pt x="46" y="2695"/>
                </a:cubicBezTo>
                <a:cubicBezTo>
                  <a:pt x="43" y="2700"/>
                  <a:pt x="40" y="2703"/>
                  <a:pt x="35" y="270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0" name=""/>
          <p:cNvSpPr/>
          <p:nvPr/>
        </p:nvSpPr>
        <p:spPr>
          <a:xfrm>
            <a:off x="4098240" y="5389560"/>
            <a:ext cx="70920" cy="77400"/>
          </a:xfrm>
          <a:custGeom>
            <a:avLst/>
            <a:gdLst/>
            <a:ahLst/>
            <a:rect l="0" t="0" r="r" b="b"/>
            <a:pathLst>
              <a:path fill="none" w="197" h="215">
                <a:moveTo>
                  <a:pt x="197" y="215"/>
                </a:moveTo>
                <a:lnTo>
                  <a:pt x="0" y="163"/>
                </a:lnTo>
                <a:lnTo>
                  <a:pt x="124" y="0"/>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41" name=""/>
          <p:cNvSpPr/>
          <p:nvPr/>
        </p:nvSpPr>
        <p:spPr>
          <a:xfrm>
            <a:off x="2534760" y="4479480"/>
            <a:ext cx="974880" cy="975600"/>
          </a:xfrm>
          <a:custGeom>
            <a:avLst/>
            <a:gdLst/>
            <a:ahLst/>
            <a:rect l="0" t="0" r="r" b="b"/>
            <a:pathLst>
              <a:path w="2708" h="2710">
                <a:moveTo>
                  <a:pt x="2683" y="2708"/>
                </a:moveTo>
                <a:lnTo>
                  <a:pt x="2665" y="2702"/>
                </a:lnTo>
                <a:cubicBezTo>
                  <a:pt x="2660" y="2701"/>
                  <a:pt x="2656" y="2697"/>
                  <a:pt x="2654" y="2693"/>
                </a:cubicBezTo>
                <a:cubicBezTo>
                  <a:pt x="2652" y="2688"/>
                  <a:pt x="2652" y="2683"/>
                  <a:pt x="2653" y="2678"/>
                </a:cubicBezTo>
                <a:cubicBezTo>
                  <a:pt x="2655" y="2673"/>
                  <a:pt x="2658" y="2670"/>
                  <a:pt x="2663" y="2668"/>
                </a:cubicBezTo>
                <a:cubicBezTo>
                  <a:pt x="2667" y="2665"/>
                  <a:pt x="2672" y="2665"/>
                  <a:pt x="2677" y="2667"/>
                </a:cubicBezTo>
                <a:lnTo>
                  <a:pt x="2695" y="2673"/>
                </a:lnTo>
                <a:cubicBezTo>
                  <a:pt x="2700" y="2675"/>
                  <a:pt x="2704" y="2678"/>
                  <a:pt x="2706" y="2682"/>
                </a:cubicBezTo>
                <a:cubicBezTo>
                  <a:pt x="2708" y="2687"/>
                  <a:pt x="2709" y="2692"/>
                  <a:pt x="2707" y="2697"/>
                </a:cubicBezTo>
                <a:cubicBezTo>
                  <a:pt x="2705" y="2702"/>
                  <a:pt x="2702" y="2705"/>
                  <a:pt x="2697" y="2708"/>
                </a:cubicBezTo>
                <a:cubicBezTo>
                  <a:pt x="2693" y="2710"/>
                  <a:pt x="2688" y="2710"/>
                  <a:pt x="2683" y="2708"/>
                </a:cubicBezTo>
                <a:moveTo>
                  <a:pt x="2539" y="2657"/>
                </a:moveTo>
                <a:lnTo>
                  <a:pt x="2521" y="2650"/>
                </a:lnTo>
                <a:cubicBezTo>
                  <a:pt x="2516" y="2648"/>
                  <a:pt x="2512" y="2645"/>
                  <a:pt x="2510" y="2640"/>
                </a:cubicBezTo>
                <a:cubicBezTo>
                  <a:pt x="2508" y="2636"/>
                  <a:pt x="2508" y="2631"/>
                  <a:pt x="2510" y="2626"/>
                </a:cubicBezTo>
                <a:cubicBezTo>
                  <a:pt x="2512" y="2621"/>
                  <a:pt x="2515" y="2618"/>
                  <a:pt x="2520" y="2616"/>
                </a:cubicBezTo>
                <a:cubicBezTo>
                  <a:pt x="2524" y="2613"/>
                  <a:pt x="2529" y="2613"/>
                  <a:pt x="2534" y="2615"/>
                </a:cubicBezTo>
                <a:lnTo>
                  <a:pt x="2552" y="2622"/>
                </a:lnTo>
                <a:cubicBezTo>
                  <a:pt x="2557" y="2624"/>
                  <a:pt x="2560" y="2627"/>
                  <a:pt x="2562" y="2632"/>
                </a:cubicBezTo>
                <a:cubicBezTo>
                  <a:pt x="2564" y="2636"/>
                  <a:pt x="2565" y="2641"/>
                  <a:pt x="2563" y="2646"/>
                </a:cubicBezTo>
                <a:cubicBezTo>
                  <a:pt x="2561" y="2651"/>
                  <a:pt x="2558" y="2654"/>
                  <a:pt x="2553" y="2656"/>
                </a:cubicBezTo>
                <a:cubicBezTo>
                  <a:pt x="2548" y="2659"/>
                  <a:pt x="2543" y="2659"/>
                  <a:pt x="2539" y="2657"/>
                </a:cubicBezTo>
                <a:moveTo>
                  <a:pt x="2397" y="2602"/>
                </a:moveTo>
                <a:lnTo>
                  <a:pt x="2379" y="2595"/>
                </a:lnTo>
                <a:cubicBezTo>
                  <a:pt x="2374" y="2593"/>
                  <a:pt x="2371" y="2589"/>
                  <a:pt x="2369" y="2585"/>
                </a:cubicBezTo>
                <a:cubicBezTo>
                  <a:pt x="2367" y="2580"/>
                  <a:pt x="2367" y="2575"/>
                  <a:pt x="2369" y="2570"/>
                </a:cubicBezTo>
                <a:cubicBezTo>
                  <a:pt x="2371" y="2565"/>
                  <a:pt x="2374" y="2562"/>
                  <a:pt x="2379" y="2560"/>
                </a:cubicBezTo>
                <a:cubicBezTo>
                  <a:pt x="2384" y="2558"/>
                  <a:pt x="2389" y="2558"/>
                  <a:pt x="2394" y="2560"/>
                </a:cubicBezTo>
                <a:lnTo>
                  <a:pt x="2411" y="2567"/>
                </a:lnTo>
                <a:cubicBezTo>
                  <a:pt x="2416" y="2569"/>
                  <a:pt x="2419" y="2572"/>
                  <a:pt x="2421" y="2577"/>
                </a:cubicBezTo>
                <a:cubicBezTo>
                  <a:pt x="2423" y="2582"/>
                  <a:pt x="2423" y="2587"/>
                  <a:pt x="2421" y="2592"/>
                </a:cubicBezTo>
                <a:cubicBezTo>
                  <a:pt x="2419" y="2596"/>
                  <a:pt x="2416" y="2600"/>
                  <a:pt x="2411" y="2602"/>
                </a:cubicBezTo>
                <a:cubicBezTo>
                  <a:pt x="2406" y="2604"/>
                  <a:pt x="2401" y="2604"/>
                  <a:pt x="2397" y="2602"/>
                </a:cubicBezTo>
                <a:moveTo>
                  <a:pt x="2259" y="2543"/>
                </a:moveTo>
                <a:lnTo>
                  <a:pt x="2242" y="2536"/>
                </a:lnTo>
                <a:cubicBezTo>
                  <a:pt x="2237" y="2534"/>
                  <a:pt x="2234" y="2530"/>
                  <a:pt x="2232" y="2525"/>
                </a:cubicBezTo>
                <a:cubicBezTo>
                  <a:pt x="2230" y="2520"/>
                  <a:pt x="2231" y="2516"/>
                  <a:pt x="2233" y="2511"/>
                </a:cubicBezTo>
                <a:cubicBezTo>
                  <a:pt x="2235" y="2506"/>
                  <a:pt x="2238" y="2503"/>
                  <a:pt x="2243" y="2501"/>
                </a:cubicBezTo>
                <a:cubicBezTo>
                  <a:pt x="2248" y="2499"/>
                  <a:pt x="2253" y="2499"/>
                  <a:pt x="2257" y="2501"/>
                </a:cubicBezTo>
                <a:lnTo>
                  <a:pt x="2274" y="2509"/>
                </a:lnTo>
                <a:cubicBezTo>
                  <a:pt x="2279" y="2511"/>
                  <a:pt x="2282" y="2515"/>
                  <a:pt x="2284" y="2519"/>
                </a:cubicBezTo>
                <a:cubicBezTo>
                  <a:pt x="2286" y="2524"/>
                  <a:pt x="2286" y="2529"/>
                  <a:pt x="2284" y="2534"/>
                </a:cubicBezTo>
                <a:cubicBezTo>
                  <a:pt x="2282" y="2539"/>
                  <a:pt x="2278" y="2542"/>
                  <a:pt x="2273" y="2544"/>
                </a:cubicBezTo>
                <a:cubicBezTo>
                  <a:pt x="2269" y="2546"/>
                  <a:pt x="2264" y="2545"/>
                  <a:pt x="2259" y="2543"/>
                </a:cubicBezTo>
                <a:moveTo>
                  <a:pt x="2122" y="2480"/>
                </a:moveTo>
                <a:lnTo>
                  <a:pt x="2105" y="2471"/>
                </a:lnTo>
                <a:cubicBezTo>
                  <a:pt x="2100" y="2469"/>
                  <a:pt x="2097" y="2465"/>
                  <a:pt x="2095" y="2461"/>
                </a:cubicBezTo>
                <a:cubicBezTo>
                  <a:pt x="2094" y="2456"/>
                  <a:pt x="2094" y="2450"/>
                  <a:pt x="2096" y="2445"/>
                </a:cubicBezTo>
                <a:cubicBezTo>
                  <a:pt x="2098" y="2441"/>
                  <a:pt x="2102" y="2437"/>
                  <a:pt x="2107" y="2436"/>
                </a:cubicBezTo>
                <a:cubicBezTo>
                  <a:pt x="2112" y="2434"/>
                  <a:pt x="2117" y="2434"/>
                  <a:pt x="2121" y="2437"/>
                </a:cubicBezTo>
                <a:lnTo>
                  <a:pt x="2138" y="2445"/>
                </a:lnTo>
                <a:cubicBezTo>
                  <a:pt x="2143" y="2447"/>
                  <a:pt x="2146" y="2452"/>
                  <a:pt x="2148" y="2457"/>
                </a:cubicBezTo>
                <a:cubicBezTo>
                  <a:pt x="2150" y="2462"/>
                  <a:pt x="2149" y="2466"/>
                  <a:pt x="2147" y="2471"/>
                </a:cubicBezTo>
                <a:cubicBezTo>
                  <a:pt x="2145" y="2476"/>
                  <a:pt x="2141" y="2479"/>
                  <a:pt x="2136" y="2481"/>
                </a:cubicBezTo>
                <a:cubicBezTo>
                  <a:pt x="2131" y="2482"/>
                  <a:pt x="2127" y="2482"/>
                  <a:pt x="2122" y="2480"/>
                </a:cubicBezTo>
                <a:moveTo>
                  <a:pt x="1986" y="2410"/>
                </a:moveTo>
                <a:lnTo>
                  <a:pt x="1970" y="2401"/>
                </a:lnTo>
                <a:cubicBezTo>
                  <a:pt x="1965" y="2399"/>
                  <a:pt x="1962" y="2395"/>
                  <a:pt x="1960" y="2390"/>
                </a:cubicBezTo>
                <a:cubicBezTo>
                  <a:pt x="1959" y="2385"/>
                  <a:pt x="1959" y="2381"/>
                  <a:pt x="1962" y="2376"/>
                </a:cubicBezTo>
                <a:cubicBezTo>
                  <a:pt x="1964" y="2371"/>
                  <a:pt x="1968" y="2368"/>
                  <a:pt x="1973" y="2367"/>
                </a:cubicBezTo>
                <a:cubicBezTo>
                  <a:pt x="1978" y="2365"/>
                  <a:pt x="1983" y="2366"/>
                  <a:pt x="1987" y="2368"/>
                </a:cubicBezTo>
                <a:lnTo>
                  <a:pt x="2004" y="2377"/>
                </a:lnTo>
                <a:cubicBezTo>
                  <a:pt x="2008" y="2379"/>
                  <a:pt x="2011" y="2383"/>
                  <a:pt x="2013" y="2388"/>
                </a:cubicBezTo>
                <a:cubicBezTo>
                  <a:pt x="2015" y="2393"/>
                  <a:pt x="2014" y="2398"/>
                  <a:pt x="2012" y="2402"/>
                </a:cubicBezTo>
                <a:cubicBezTo>
                  <a:pt x="2009" y="2407"/>
                  <a:pt x="2006" y="2410"/>
                  <a:pt x="2001" y="2412"/>
                </a:cubicBezTo>
                <a:cubicBezTo>
                  <a:pt x="1996" y="2413"/>
                  <a:pt x="1991" y="2413"/>
                  <a:pt x="1986" y="2410"/>
                </a:cubicBezTo>
                <a:moveTo>
                  <a:pt x="1854" y="2338"/>
                </a:moveTo>
                <a:lnTo>
                  <a:pt x="1838" y="2329"/>
                </a:lnTo>
                <a:cubicBezTo>
                  <a:pt x="1834" y="2326"/>
                  <a:pt x="1831" y="2322"/>
                  <a:pt x="1830" y="2317"/>
                </a:cubicBezTo>
                <a:cubicBezTo>
                  <a:pt x="1828" y="2312"/>
                  <a:pt x="1829" y="2307"/>
                  <a:pt x="1831" y="2303"/>
                </a:cubicBezTo>
                <a:cubicBezTo>
                  <a:pt x="1834" y="2298"/>
                  <a:pt x="1838" y="2295"/>
                  <a:pt x="1843" y="2294"/>
                </a:cubicBezTo>
                <a:cubicBezTo>
                  <a:pt x="1848" y="2293"/>
                  <a:pt x="1853" y="2293"/>
                  <a:pt x="1857" y="2296"/>
                </a:cubicBezTo>
                <a:lnTo>
                  <a:pt x="1873" y="2305"/>
                </a:lnTo>
                <a:cubicBezTo>
                  <a:pt x="1878" y="2308"/>
                  <a:pt x="1881" y="2312"/>
                  <a:pt x="1882" y="2317"/>
                </a:cubicBezTo>
                <a:cubicBezTo>
                  <a:pt x="1883" y="2322"/>
                  <a:pt x="1883" y="2326"/>
                  <a:pt x="1880" y="2331"/>
                </a:cubicBezTo>
                <a:cubicBezTo>
                  <a:pt x="1878" y="2335"/>
                  <a:pt x="1874" y="2338"/>
                  <a:pt x="1869" y="2340"/>
                </a:cubicBezTo>
                <a:cubicBezTo>
                  <a:pt x="1864" y="2341"/>
                  <a:pt x="1859" y="2340"/>
                  <a:pt x="1854" y="2338"/>
                </a:cubicBezTo>
                <a:moveTo>
                  <a:pt x="1725" y="2261"/>
                </a:moveTo>
                <a:lnTo>
                  <a:pt x="1709" y="2251"/>
                </a:lnTo>
                <a:cubicBezTo>
                  <a:pt x="1705" y="2248"/>
                  <a:pt x="1702" y="2244"/>
                  <a:pt x="1701" y="2239"/>
                </a:cubicBezTo>
                <a:cubicBezTo>
                  <a:pt x="1700" y="2234"/>
                  <a:pt x="1700" y="2229"/>
                  <a:pt x="1703" y="2225"/>
                </a:cubicBezTo>
                <a:cubicBezTo>
                  <a:pt x="1706" y="2221"/>
                  <a:pt x="1710" y="2218"/>
                  <a:pt x="1715" y="2217"/>
                </a:cubicBezTo>
                <a:cubicBezTo>
                  <a:pt x="1720" y="2215"/>
                  <a:pt x="1725" y="2216"/>
                  <a:pt x="1729" y="2219"/>
                </a:cubicBezTo>
                <a:lnTo>
                  <a:pt x="1745" y="2229"/>
                </a:lnTo>
                <a:cubicBezTo>
                  <a:pt x="1750" y="2232"/>
                  <a:pt x="1752" y="2236"/>
                  <a:pt x="1754" y="2241"/>
                </a:cubicBezTo>
                <a:cubicBezTo>
                  <a:pt x="1755" y="2246"/>
                  <a:pt x="1754" y="2250"/>
                  <a:pt x="1751" y="2255"/>
                </a:cubicBezTo>
                <a:cubicBezTo>
                  <a:pt x="1748" y="2259"/>
                  <a:pt x="1745" y="2262"/>
                  <a:pt x="1740" y="2263"/>
                </a:cubicBezTo>
                <a:cubicBezTo>
                  <a:pt x="1734" y="2264"/>
                  <a:pt x="1730" y="2264"/>
                  <a:pt x="1725" y="2261"/>
                </a:cubicBezTo>
                <a:moveTo>
                  <a:pt x="1598" y="2178"/>
                </a:moveTo>
                <a:lnTo>
                  <a:pt x="1582" y="2168"/>
                </a:lnTo>
                <a:cubicBezTo>
                  <a:pt x="1578" y="2165"/>
                  <a:pt x="1575" y="2161"/>
                  <a:pt x="1574" y="2156"/>
                </a:cubicBezTo>
                <a:cubicBezTo>
                  <a:pt x="1573" y="2151"/>
                  <a:pt x="1574" y="2146"/>
                  <a:pt x="1577" y="2142"/>
                </a:cubicBezTo>
                <a:cubicBezTo>
                  <a:pt x="1580" y="2137"/>
                  <a:pt x="1584" y="2135"/>
                  <a:pt x="1589" y="2134"/>
                </a:cubicBezTo>
                <a:cubicBezTo>
                  <a:pt x="1594" y="2133"/>
                  <a:pt x="1599" y="2134"/>
                  <a:pt x="1603" y="2137"/>
                </a:cubicBezTo>
                <a:lnTo>
                  <a:pt x="1619" y="2147"/>
                </a:lnTo>
                <a:cubicBezTo>
                  <a:pt x="1623" y="2150"/>
                  <a:pt x="1626" y="2154"/>
                  <a:pt x="1627" y="2159"/>
                </a:cubicBezTo>
                <a:cubicBezTo>
                  <a:pt x="1628" y="2164"/>
                  <a:pt x="1627" y="2169"/>
                  <a:pt x="1624" y="2173"/>
                </a:cubicBezTo>
                <a:cubicBezTo>
                  <a:pt x="1621" y="2178"/>
                  <a:pt x="1617" y="2180"/>
                  <a:pt x="1612" y="2181"/>
                </a:cubicBezTo>
                <a:cubicBezTo>
                  <a:pt x="1607" y="2182"/>
                  <a:pt x="1602" y="2181"/>
                  <a:pt x="1598" y="2178"/>
                </a:cubicBezTo>
                <a:moveTo>
                  <a:pt x="1474" y="2092"/>
                </a:moveTo>
                <a:lnTo>
                  <a:pt x="1459" y="2081"/>
                </a:lnTo>
                <a:cubicBezTo>
                  <a:pt x="1455" y="2078"/>
                  <a:pt x="1452" y="2074"/>
                  <a:pt x="1451" y="2069"/>
                </a:cubicBezTo>
                <a:cubicBezTo>
                  <a:pt x="1451" y="2063"/>
                  <a:pt x="1452" y="2059"/>
                  <a:pt x="1455" y="2055"/>
                </a:cubicBezTo>
                <a:cubicBezTo>
                  <a:pt x="1458" y="2050"/>
                  <a:pt x="1462" y="2048"/>
                  <a:pt x="1467" y="2047"/>
                </a:cubicBezTo>
                <a:cubicBezTo>
                  <a:pt x="1472" y="2046"/>
                  <a:pt x="1477" y="2047"/>
                  <a:pt x="1481" y="2051"/>
                </a:cubicBezTo>
                <a:lnTo>
                  <a:pt x="1496" y="2062"/>
                </a:lnTo>
                <a:cubicBezTo>
                  <a:pt x="1500" y="2065"/>
                  <a:pt x="1503" y="2069"/>
                  <a:pt x="1504" y="2074"/>
                </a:cubicBezTo>
                <a:cubicBezTo>
                  <a:pt x="1504" y="2079"/>
                  <a:pt x="1503" y="2084"/>
                  <a:pt x="1500" y="2088"/>
                </a:cubicBezTo>
                <a:cubicBezTo>
                  <a:pt x="1497" y="2092"/>
                  <a:pt x="1493" y="2095"/>
                  <a:pt x="1488" y="2095"/>
                </a:cubicBezTo>
                <a:cubicBezTo>
                  <a:pt x="1483" y="2096"/>
                  <a:pt x="1478" y="2095"/>
                  <a:pt x="1474" y="2092"/>
                </a:cubicBezTo>
                <a:moveTo>
                  <a:pt x="1354" y="2001"/>
                </a:moveTo>
                <a:lnTo>
                  <a:pt x="1339" y="1989"/>
                </a:lnTo>
                <a:cubicBezTo>
                  <a:pt x="1335" y="1986"/>
                  <a:pt x="1333" y="1982"/>
                  <a:pt x="1332" y="1977"/>
                </a:cubicBezTo>
                <a:cubicBezTo>
                  <a:pt x="1332" y="1972"/>
                  <a:pt x="1333" y="1967"/>
                  <a:pt x="1336" y="1963"/>
                </a:cubicBezTo>
                <a:cubicBezTo>
                  <a:pt x="1339" y="1959"/>
                  <a:pt x="1344" y="1957"/>
                  <a:pt x="1349" y="1956"/>
                </a:cubicBezTo>
                <a:cubicBezTo>
                  <a:pt x="1354" y="1955"/>
                  <a:pt x="1359" y="1957"/>
                  <a:pt x="1363" y="1960"/>
                </a:cubicBezTo>
                <a:lnTo>
                  <a:pt x="1377" y="1972"/>
                </a:lnTo>
                <a:cubicBezTo>
                  <a:pt x="1382" y="1975"/>
                  <a:pt x="1384" y="1979"/>
                  <a:pt x="1385" y="1984"/>
                </a:cubicBezTo>
                <a:cubicBezTo>
                  <a:pt x="1385" y="1989"/>
                  <a:pt x="1384" y="1994"/>
                  <a:pt x="1381" y="1998"/>
                </a:cubicBezTo>
                <a:cubicBezTo>
                  <a:pt x="1377" y="2002"/>
                  <a:pt x="1373" y="2005"/>
                  <a:pt x="1368" y="2005"/>
                </a:cubicBezTo>
                <a:cubicBezTo>
                  <a:pt x="1363" y="2006"/>
                  <a:pt x="1358" y="2004"/>
                  <a:pt x="1354" y="2001"/>
                </a:cubicBezTo>
                <a:moveTo>
                  <a:pt x="1237" y="1905"/>
                </a:moveTo>
                <a:lnTo>
                  <a:pt x="1223" y="1893"/>
                </a:lnTo>
                <a:cubicBezTo>
                  <a:pt x="1219" y="1889"/>
                  <a:pt x="1216" y="1885"/>
                  <a:pt x="1216" y="1880"/>
                </a:cubicBezTo>
                <a:cubicBezTo>
                  <a:pt x="1216" y="1875"/>
                  <a:pt x="1217" y="1870"/>
                  <a:pt x="1221" y="1866"/>
                </a:cubicBezTo>
                <a:cubicBezTo>
                  <a:pt x="1224" y="1862"/>
                  <a:pt x="1228" y="1860"/>
                  <a:pt x="1233" y="1860"/>
                </a:cubicBezTo>
                <a:cubicBezTo>
                  <a:pt x="1239" y="1859"/>
                  <a:pt x="1243" y="1861"/>
                  <a:pt x="1247" y="1864"/>
                </a:cubicBezTo>
                <a:lnTo>
                  <a:pt x="1261" y="1876"/>
                </a:lnTo>
                <a:cubicBezTo>
                  <a:pt x="1265" y="1880"/>
                  <a:pt x="1267" y="1884"/>
                  <a:pt x="1268" y="1889"/>
                </a:cubicBezTo>
                <a:cubicBezTo>
                  <a:pt x="1268" y="1895"/>
                  <a:pt x="1267" y="1899"/>
                  <a:pt x="1263" y="1903"/>
                </a:cubicBezTo>
                <a:cubicBezTo>
                  <a:pt x="1260" y="1907"/>
                  <a:pt x="1256" y="1909"/>
                  <a:pt x="1251" y="1910"/>
                </a:cubicBezTo>
                <a:cubicBezTo>
                  <a:pt x="1245" y="1910"/>
                  <a:pt x="1241" y="1908"/>
                  <a:pt x="1237" y="1905"/>
                </a:cubicBezTo>
                <a:moveTo>
                  <a:pt x="1124" y="1805"/>
                </a:moveTo>
                <a:lnTo>
                  <a:pt x="1110" y="1792"/>
                </a:lnTo>
                <a:cubicBezTo>
                  <a:pt x="1106" y="1788"/>
                  <a:pt x="1104" y="1784"/>
                  <a:pt x="1104" y="1779"/>
                </a:cubicBezTo>
                <a:cubicBezTo>
                  <a:pt x="1104" y="1774"/>
                  <a:pt x="1106" y="1769"/>
                  <a:pt x="1109" y="1765"/>
                </a:cubicBezTo>
                <a:cubicBezTo>
                  <a:pt x="1113" y="1762"/>
                  <a:pt x="1117" y="1760"/>
                  <a:pt x="1122" y="1759"/>
                </a:cubicBezTo>
                <a:cubicBezTo>
                  <a:pt x="1127" y="1759"/>
                  <a:pt x="1132" y="1761"/>
                  <a:pt x="1136" y="1764"/>
                </a:cubicBezTo>
                <a:lnTo>
                  <a:pt x="1149" y="1777"/>
                </a:lnTo>
                <a:cubicBezTo>
                  <a:pt x="1153" y="1781"/>
                  <a:pt x="1155" y="1785"/>
                  <a:pt x="1155" y="1790"/>
                </a:cubicBezTo>
                <a:cubicBezTo>
                  <a:pt x="1156" y="1795"/>
                  <a:pt x="1154" y="1800"/>
                  <a:pt x="1150" y="1804"/>
                </a:cubicBezTo>
                <a:cubicBezTo>
                  <a:pt x="1147" y="1808"/>
                  <a:pt x="1143" y="1810"/>
                  <a:pt x="1137" y="1810"/>
                </a:cubicBezTo>
                <a:cubicBezTo>
                  <a:pt x="1132" y="1810"/>
                  <a:pt x="1128" y="1808"/>
                  <a:pt x="1124" y="1805"/>
                </a:cubicBezTo>
                <a:moveTo>
                  <a:pt x="1015" y="1700"/>
                </a:moveTo>
                <a:lnTo>
                  <a:pt x="1011" y="1697"/>
                </a:lnTo>
                <a:lnTo>
                  <a:pt x="1002" y="1687"/>
                </a:lnTo>
                <a:cubicBezTo>
                  <a:pt x="998" y="1683"/>
                  <a:pt x="996" y="1679"/>
                  <a:pt x="996" y="1674"/>
                </a:cubicBezTo>
                <a:cubicBezTo>
                  <a:pt x="996" y="1668"/>
                  <a:pt x="998" y="1664"/>
                  <a:pt x="1002" y="1660"/>
                </a:cubicBezTo>
                <a:cubicBezTo>
                  <a:pt x="1005" y="1657"/>
                  <a:pt x="1010" y="1655"/>
                  <a:pt x="1015" y="1655"/>
                </a:cubicBezTo>
                <a:cubicBezTo>
                  <a:pt x="1020" y="1655"/>
                  <a:pt x="1025" y="1657"/>
                  <a:pt x="1028" y="1660"/>
                </a:cubicBezTo>
                <a:lnTo>
                  <a:pt x="1038" y="1670"/>
                </a:lnTo>
                <a:lnTo>
                  <a:pt x="1042" y="1674"/>
                </a:lnTo>
                <a:cubicBezTo>
                  <a:pt x="1045" y="1677"/>
                  <a:pt x="1047" y="1682"/>
                  <a:pt x="1047" y="1687"/>
                </a:cubicBezTo>
                <a:cubicBezTo>
                  <a:pt x="1047" y="1692"/>
                  <a:pt x="1045" y="1697"/>
                  <a:pt x="1042" y="1700"/>
                </a:cubicBezTo>
                <a:cubicBezTo>
                  <a:pt x="1038" y="1704"/>
                  <a:pt x="1033" y="1706"/>
                  <a:pt x="1028" y="1706"/>
                </a:cubicBezTo>
                <a:cubicBezTo>
                  <a:pt x="1023" y="1706"/>
                  <a:pt x="1019" y="1704"/>
                  <a:pt x="1015" y="1700"/>
                </a:cubicBezTo>
                <a:moveTo>
                  <a:pt x="910" y="1592"/>
                </a:moveTo>
                <a:lnTo>
                  <a:pt x="897" y="1578"/>
                </a:lnTo>
                <a:cubicBezTo>
                  <a:pt x="894" y="1574"/>
                  <a:pt x="892" y="1569"/>
                  <a:pt x="893" y="1564"/>
                </a:cubicBezTo>
                <a:cubicBezTo>
                  <a:pt x="893" y="1559"/>
                  <a:pt x="895" y="1555"/>
                  <a:pt x="899" y="1551"/>
                </a:cubicBezTo>
                <a:cubicBezTo>
                  <a:pt x="902" y="1548"/>
                  <a:pt x="907" y="1546"/>
                  <a:pt x="912" y="1546"/>
                </a:cubicBezTo>
                <a:cubicBezTo>
                  <a:pt x="917" y="1546"/>
                  <a:pt x="922" y="1548"/>
                  <a:pt x="925" y="1552"/>
                </a:cubicBezTo>
                <a:lnTo>
                  <a:pt x="938" y="1566"/>
                </a:lnTo>
                <a:cubicBezTo>
                  <a:pt x="941" y="1570"/>
                  <a:pt x="943" y="1574"/>
                  <a:pt x="943" y="1580"/>
                </a:cubicBezTo>
                <a:cubicBezTo>
                  <a:pt x="943" y="1585"/>
                  <a:pt x="941" y="1589"/>
                  <a:pt x="937" y="1593"/>
                </a:cubicBezTo>
                <a:cubicBezTo>
                  <a:pt x="933" y="1596"/>
                  <a:pt x="928" y="1598"/>
                  <a:pt x="923" y="1598"/>
                </a:cubicBezTo>
                <a:cubicBezTo>
                  <a:pt x="918" y="1597"/>
                  <a:pt x="914" y="1595"/>
                  <a:pt x="910" y="1592"/>
                </a:cubicBezTo>
                <a:moveTo>
                  <a:pt x="810" y="1479"/>
                </a:moveTo>
                <a:lnTo>
                  <a:pt x="797" y="1464"/>
                </a:lnTo>
                <a:cubicBezTo>
                  <a:pt x="794" y="1460"/>
                  <a:pt x="793" y="1456"/>
                  <a:pt x="793" y="1451"/>
                </a:cubicBezTo>
                <a:cubicBezTo>
                  <a:pt x="793" y="1446"/>
                  <a:pt x="796" y="1441"/>
                  <a:pt x="800" y="1438"/>
                </a:cubicBezTo>
                <a:cubicBezTo>
                  <a:pt x="804" y="1435"/>
                  <a:pt x="808" y="1433"/>
                  <a:pt x="813" y="1433"/>
                </a:cubicBezTo>
                <a:cubicBezTo>
                  <a:pt x="818" y="1434"/>
                  <a:pt x="823" y="1436"/>
                  <a:pt x="826" y="1440"/>
                </a:cubicBezTo>
                <a:lnTo>
                  <a:pt x="838" y="1454"/>
                </a:lnTo>
                <a:cubicBezTo>
                  <a:pt x="842" y="1458"/>
                  <a:pt x="843" y="1463"/>
                  <a:pt x="843" y="1468"/>
                </a:cubicBezTo>
                <a:cubicBezTo>
                  <a:pt x="842" y="1473"/>
                  <a:pt x="840" y="1477"/>
                  <a:pt x="836" y="1481"/>
                </a:cubicBezTo>
                <a:cubicBezTo>
                  <a:pt x="832" y="1484"/>
                  <a:pt x="828" y="1486"/>
                  <a:pt x="822" y="1485"/>
                </a:cubicBezTo>
                <a:cubicBezTo>
                  <a:pt x="817" y="1485"/>
                  <a:pt x="813" y="1483"/>
                  <a:pt x="810" y="1479"/>
                </a:cubicBezTo>
                <a:moveTo>
                  <a:pt x="713" y="1362"/>
                </a:moveTo>
                <a:lnTo>
                  <a:pt x="702" y="1347"/>
                </a:lnTo>
                <a:cubicBezTo>
                  <a:pt x="698" y="1343"/>
                  <a:pt x="697" y="1338"/>
                  <a:pt x="698" y="1333"/>
                </a:cubicBezTo>
                <a:cubicBezTo>
                  <a:pt x="698" y="1328"/>
                  <a:pt x="701" y="1324"/>
                  <a:pt x="705" y="1320"/>
                </a:cubicBezTo>
                <a:cubicBezTo>
                  <a:pt x="709" y="1317"/>
                  <a:pt x="713" y="1316"/>
                  <a:pt x="719" y="1317"/>
                </a:cubicBezTo>
                <a:cubicBezTo>
                  <a:pt x="724" y="1317"/>
                  <a:pt x="728" y="1319"/>
                  <a:pt x="731" y="1324"/>
                </a:cubicBezTo>
                <a:lnTo>
                  <a:pt x="743" y="1338"/>
                </a:lnTo>
                <a:cubicBezTo>
                  <a:pt x="746" y="1342"/>
                  <a:pt x="747" y="1347"/>
                  <a:pt x="747" y="1352"/>
                </a:cubicBezTo>
                <a:cubicBezTo>
                  <a:pt x="746" y="1357"/>
                  <a:pt x="744" y="1362"/>
                  <a:pt x="740" y="1365"/>
                </a:cubicBezTo>
                <a:cubicBezTo>
                  <a:pt x="736" y="1368"/>
                  <a:pt x="731" y="1369"/>
                  <a:pt x="726" y="1369"/>
                </a:cubicBezTo>
                <a:cubicBezTo>
                  <a:pt x="721" y="1368"/>
                  <a:pt x="717" y="1366"/>
                  <a:pt x="713" y="1362"/>
                </a:cubicBezTo>
                <a:moveTo>
                  <a:pt x="622" y="1242"/>
                </a:moveTo>
                <a:lnTo>
                  <a:pt x="611" y="1227"/>
                </a:lnTo>
                <a:cubicBezTo>
                  <a:pt x="608" y="1223"/>
                  <a:pt x="607" y="1218"/>
                  <a:pt x="608" y="1213"/>
                </a:cubicBezTo>
                <a:cubicBezTo>
                  <a:pt x="609" y="1208"/>
                  <a:pt x="611" y="1204"/>
                  <a:pt x="615" y="1201"/>
                </a:cubicBezTo>
                <a:cubicBezTo>
                  <a:pt x="620" y="1197"/>
                  <a:pt x="624" y="1196"/>
                  <a:pt x="629" y="1197"/>
                </a:cubicBezTo>
                <a:cubicBezTo>
                  <a:pt x="634" y="1198"/>
                  <a:pt x="639" y="1200"/>
                  <a:pt x="642" y="1205"/>
                </a:cubicBezTo>
                <a:lnTo>
                  <a:pt x="653" y="1220"/>
                </a:lnTo>
                <a:cubicBezTo>
                  <a:pt x="656" y="1224"/>
                  <a:pt x="657" y="1229"/>
                  <a:pt x="656" y="1234"/>
                </a:cubicBezTo>
                <a:cubicBezTo>
                  <a:pt x="655" y="1239"/>
                  <a:pt x="653" y="1243"/>
                  <a:pt x="649" y="1246"/>
                </a:cubicBezTo>
                <a:cubicBezTo>
                  <a:pt x="644" y="1249"/>
                  <a:pt x="640" y="1250"/>
                  <a:pt x="635" y="1249"/>
                </a:cubicBezTo>
                <a:cubicBezTo>
                  <a:pt x="629" y="1249"/>
                  <a:pt x="625" y="1246"/>
                  <a:pt x="622" y="1242"/>
                </a:cubicBezTo>
                <a:moveTo>
                  <a:pt x="536" y="1119"/>
                </a:moveTo>
                <a:lnTo>
                  <a:pt x="525" y="1103"/>
                </a:lnTo>
                <a:cubicBezTo>
                  <a:pt x="522" y="1099"/>
                  <a:pt x="521" y="1094"/>
                  <a:pt x="522" y="1089"/>
                </a:cubicBezTo>
                <a:cubicBezTo>
                  <a:pt x="523" y="1084"/>
                  <a:pt x="526" y="1080"/>
                  <a:pt x="530" y="1077"/>
                </a:cubicBezTo>
                <a:cubicBezTo>
                  <a:pt x="534" y="1074"/>
                  <a:pt x="539" y="1073"/>
                  <a:pt x="544" y="1074"/>
                </a:cubicBezTo>
                <a:cubicBezTo>
                  <a:pt x="549" y="1075"/>
                  <a:pt x="553" y="1078"/>
                  <a:pt x="556" y="1082"/>
                </a:cubicBezTo>
                <a:lnTo>
                  <a:pt x="567" y="1098"/>
                </a:lnTo>
                <a:cubicBezTo>
                  <a:pt x="570" y="1102"/>
                  <a:pt x="571" y="1107"/>
                  <a:pt x="570" y="1112"/>
                </a:cubicBezTo>
                <a:cubicBezTo>
                  <a:pt x="569" y="1117"/>
                  <a:pt x="566" y="1121"/>
                  <a:pt x="562" y="1124"/>
                </a:cubicBezTo>
                <a:cubicBezTo>
                  <a:pt x="557" y="1127"/>
                  <a:pt x="553" y="1127"/>
                  <a:pt x="547" y="1126"/>
                </a:cubicBezTo>
                <a:cubicBezTo>
                  <a:pt x="542" y="1125"/>
                  <a:pt x="538" y="1123"/>
                  <a:pt x="536" y="1119"/>
                </a:cubicBezTo>
                <a:moveTo>
                  <a:pt x="453" y="991"/>
                </a:moveTo>
                <a:lnTo>
                  <a:pt x="443" y="975"/>
                </a:lnTo>
                <a:cubicBezTo>
                  <a:pt x="440" y="970"/>
                  <a:pt x="439" y="966"/>
                  <a:pt x="440" y="961"/>
                </a:cubicBezTo>
                <a:cubicBezTo>
                  <a:pt x="442" y="956"/>
                  <a:pt x="444" y="952"/>
                  <a:pt x="449" y="949"/>
                </a:cubicBezTo>
                <a:cubicBezTo>
                  <a:pt x="453" y="946"/>
                  <a:pt x="458" y="945"/>
                  <a:pt x="463" y="947"/>
                </a:cubicBezTo>
                <a:cubicBezTo>
                  <a:pt x="468" y="948"/>
                  <a:pt x="472" y="951"/>
                  <a:pt x="475" y="955"/>
                </a:cubicBezTo>
                <a:lnTo>
                  <a:pt x="485" y="971"/>
                </a:lnTo>
                <a:cubicBezTo>
                  <a:pt x="488" y="976"/>
                  <a:pt x="488" y="980"/>
                  <a:pt x="487" y="985"/>
                </a:cubicBezTo>
                <a:cubicBezTo>
                  <a:pt x="486" y="990"/>
                  <a:pt x="483" y="994"/>
                  <a:pt x="479" y="997"/>
                </a:cubicBezTo>
                <a:cubicBezTo>
                  <a:pt x="474" y="1000"/>
                  <a:pt x="470" y="1001"/>
                  <a:pt x="465" y="999"/>
                </a:cubicBezTo>
                <a:cubicBezTo>
                  <a:pt x="459" y="998"/>
                  <a:pt x="456" y="995"/>
                  <a:pt x="453" y="991"/>
                </a:cubicBezTo>
                <a:moveTo>
                  <a:pt x="376" y="862"/>
                </a:moveTo>
                <a:lnTo>
                  <a:pt x="366" y="846"/>
                </a:lnTo>
                <a:cubicBezTo>
                  <a:pt x="364" y="841"/>
                  <a:pt x="363" y="836"/>
                  <a:pt x="364" y="831"/>
                </a:cubicBezTo>
                <a:cubicBezTo>
                  <a:pt x="366" y="826"/>
                  <a:pt x="369" y="823"/>
                  <a:pt x="373" y="820"/>
                </a:cubicBezTo>
                <a:cubicBezTo>
                  <a:pt x="378" y="817"/>
                  <a:pt x="383" y="817"/>
                  <a:pt x="388" y="818"/>
                </a:cubicBezTo>
                <a:cubicBezTo>
                  <a:pt x="393" y="820"/>
                  <a:pt x="396" y="822"/>
                  <a:pt x="399" y="827"/>
                </a:cubicBezTo>
                <a:lnTo>
                  <a:pt x="408" y="843"/>
                </a:lnTo>
                <a:cubicBezTo>
                  <a:pt x="411" y="848"/>
                  <a:pt x="411" y="852"/>
                  <a:pt x="410" y="857"/>
                </a:cubicBezTo>
                <a:cubicBezTo>
                  <a:pt x="409" y="862"/>
                  <a:pt x="406" y="866"/>
                  <a:pt x="401" y="869"/>
                </a:cubicBezTo>
                <a:cubicBezTo>
                  <a:pt x="397" y="871"/>
                  <a:pt x="392" y="872"/>
                  <a:pt x="387" y="871"/>
                </a:cubicBezTo>
                <a:cubicBezTo>
                  <a:pt x="382" y="869"/>
                  <a:pt x="378" y="866"/>
                  <a:pt x="376" y="862"/>
                </a:cubicBezTo>
                <a:moveTo>
                  <a:pt x="303" y="730"/>
                </a:moveTo>
                <a:lnTo>
                  <a:pt x="294" y="714"/>
                </a:lnTo>
                <a:cubicBezTo>
                  <a:pt x="292" y="709"/>
                  <a:pt x="291" y="704"/>
                  <a:pt x="293" y="699"/>
                </a:cubicBezTo>
                <a:cubicBezTo>
                  <a:pt x="294" y="694"/>
                  <a:pt x="297" y="691"/>
                  <a:pt x="302" y="688"/>
                </a:cubicBezTo>
                <a:cubicBezTo>
                  <a:pt x="307" y="686"/>
                  <a:pt x="311" y="685"/>
                  <a:pt x="316" y="687"/>
                </a:cubicBezTo>
                <a:cubicBezTo>
                  <a:pt x="321" y="688"/>
                  <a:pt x="325" y="691"/>
                  <a:pt x="327" y="696"/>
                </a:cubicBezTo>
                <a:lnTo>
                  <a:pt x="336" y="713"/>
                </a:lnTo>
                <a:cubicBezTo>
                  <a:pt x="339" y="717"/>
                  <a:pt x="339" y="722"/>
                  <a:pt x="338" y="727"/>
                </a:cubicBezTo>
                <a:cubicBezTo>
                  <a:pt x="336" y="732"/>
                  <a:pt x="333" y="736"/>
                  <a:pt x="328" y="738"/>
                </a:cubicBezTo>
                <a:cubicBezTo>
                  <a:pt x="324" y="741"/>
                  <a:pt x="319" y="741"/>
                  <a:pt x="314" y="739"/>
                </a:cubicBezTo>
                <a:cubicBezTo>
                  <a:pt x="309" y="738"/>
                  <a:pt x="305" y="735"/>
                  <a:pt x="303" y="730"/>
                </a:cubicBezTo>
                <a:moveTo>
                  <a:pt x="234" y="595"/>
                </a:moveTo>
                <a:lnTo>
                  <a:pt x="226" y="578"/>
                </a:lnTo>
                <a:cubicBezTo>
                  <a:pt x="224" y="573"/>
                  <a:pt x="223" y="568"/>
                  <a:pt x="225" y="563"/>
                </a:cubicBezTo>
                <a:cubicBezTo>
                  <a:pt x="227" y="558"/>
                  <a:pt x="230" y="555"/>
                  <a:pt x="235" y="552"/>
                </a:cubicBezTo>
                <a:cubicBezTo>
                  <a:pt x="239" y="550"/>
                  <a:pt x="244" y="550"/>
                  <a:pt x="249" y="552"/>
                </a:cubicBezTo>
                <a:cubicBezTo>
                  <a:pt x="254" y="553"/>
                  <a:pt x="258" y="557"/>
                  <a:pt x="260" y="561"/>
                </a:cubicBezTo>
                <a:lnTo>
                  <a:pt x="268" y="578"/>
                </a:lnTo>
                <a:cubicBezTo>
                  <a:pt x="270" y="583"/>
                  <a:pt x="271" y="588"/>
                  <a:pt x="269" y="593"/>
                </a:cubicBezTo>
                <a:cubicBezTo>
                  <a:pt x="267" y="598"/>
                  <a:pt x="264" y="601"/>
                  <a:pt x="259" y="603"/>
                </a:cubicBezTo>
                <a:cubicBezTo>
                  <a:pt x="255" y="606"/>
                  <a:pt x="250" y="606"/>
                  <a:pt x="245" y="604"/>
                </a:cubicBezTo>
                <a:cubicBezTo>
                  <a:pt x="240" y="603"/>
                  <a:pt x="236" y="599"/>
                  <a:pt x="234" y="595"/>
                </a:cubicBezTo>
                <a:moveTo>
                  <a:pt x="170" y="457"/>
                </a:moveTo>
                <a:lnTo>
                  <a:pt x="163" y="440"/>
                </a:lnTo>
                <a:cubicBezTo>
                  <a:pt x="161" y="436"/>
                  <a:pt x="160" y="431"/>
                  <a:pt x="162" y="426"/>
                </a:cubicBezTo>
                <a:cubicBezTo>
                  <a:pt x="164" y="421"/>
                  <a:pt x="167" y="418"/>
                  <a:pt x="172" y="416"/>
                </a:cubicBezTo>
                <a:cubicBezTo>
                  <a:pt x="177" y="414"/>
                  <a:pt x="182" y="413"/>
                  <a:pt x="187" y="415"/>
                </a:cubicBezTo>
                <a:cubicBezTo>
                  <a:pt x="191" y="417"/>
                  <a:pt x="195" y="420"/>
                  <a:pt x="197" y="425"/>
                </a:cubicBezTo>
                <a:lnTo>
                  <a:pt x="205" y="442"/>
                </a:lnTo>
                <a:cubicBezTo>
                  <a:pt x="207" y="447"/>
                  <a:pt x="207" y="452"/>
                  <a:pt x="205" y="456"/>
                </a:cubicBezTo>
                <a:cubicBezTo>
                  <a:pt x="203" y="461"/>
                  <a:pt x="200" y="465"/>
                  <a:pt x="195" y="467"/>
                </a:cubicBezTo>
                <a:cubicBezTo>
                  <a:pt x="190" y="469"/>
                  <a:pt x="185" y="469"/>
                  <a:pt x="181" y="467"/>
                </a:cubicBezTo>
                <a:cubicBezTo>
                  <a:pt x="176" y="465"/>
                  <a:pt x="172" y="462"/>
                  <a:pt x="170" y="457"/>
                </a:cubicBezTo>
                <a:moveTo>
                  <a:pt x="111" y="320"/>
                </a:moveTo>
                <a:lnTo>
                  <a:pt x="104" y="303"/>
                </a:lnTo>
                <a:cubicBezTo>
                  <a:pt x="102" y="298"/>
                  <a:pt x="102" y="293"/>
                  <a:pt x="104" y="288"/>
                </a:cubicBezTo>
                <a:cubicBezTo>
                  <a:pt x="106" y="283"/>
                  <a:pt x="110" y="280"/>
                  <a:pt x="115" y="278"/>
                </a:cubicBezTo>
                <a:cubicBezTo>
                  <a:pt x="119" y="276"/>
                  <a:pt x="124" y="276"/>
                  <a:pt x="129" y="278"/>
                </a:cubicBezTo>
                <a:cubicBezTo>
                  <a:pt x="134" y="280"/>
                  <a:pt x="137" y="284"/>
                  <a:pt x="139" y="288"/>
                </a:cubicBezTo>
                <a:lnTo>
                  <a:pt x="146" y="306"/>
                </a:lnTo>
                <a:cubicBezTo>
                  <a:pt x="148" y="311"/>
                  <a:pt x="148" y="315"/>
                  <a:pt x="146" y="320"/>
                </a:cubicBezTo>
                <a:cubicBezTo>
                  <a:pt x="144" y="325"/>
                  <a:pt x="141" y="328"/>
                  <a:pt x="136" y="330"/>
                </a:cubicBezTo>
                <a:cubicBezTo>
                  <a:pt x="131" y="332"/>
                  <a:pt x="126" y="332"/>
                  <a:pt x="122" y="330"/>
                </a:cubicBezTo>
                <a:cubicBezTo>
                  <a:pt x="117" y="328"/>
                  <a:pt x="113" y="325"/>
                  <a:pt x="111" y="320"/>
                </a:cubicBezTo>
                <a:moveTo>
                  <a:pt x="56" y="179"/>
                </a:moveTo>
                <a:lnTo>
                  <a:pt x="50" y="161"/>
                </a:lnTo>
                <a:cubicBezTo>
                  <a:pt x="48" y="157"/>
                  <a:pt x="48" y="152"/>
                  <a:pt x="50" y="147"/>
                </a:cubicBezTo>
                <a:cubicBezTo>
                  <a:pt x="52" y="142"/>
                  <a:pt x="56" y="139"/>
                  <a:pt x="61" y="137"/>
                </a:cubicBezTo>
                <a:cubicBezTo>
                  <a:pt x="65" y="135"/>
                  <a:pt x="70" y="136"/>
                  <a:pt x="75" y="138"/>
                </a:cubicBezTo>
                <a:cubicBezTo>
                  <a:pt x="80" y="140"/>
                  <a:pt x="83" y="143"/>
                  <a:pt x="85" y="148"/>
                </a:cubicBezTo>
                <a:lnTo>
                  <a:pt x="91" y="166"/>
                </a:lnTo>
                <a:cubicBezTo>
                  <a:pt x="93" y="171"/>
                  <a:pt x="93" y="176"/>
                  <a:pt x="91" y="180"/>
                </a:cubicBezTo>
                <a:cubicBezTo>
                  <a:pt x="89" y="185"/>
                  <a:pt x="85" y="188"/>
                  <a:pt x="80" y="190"/>
                </a:cubicBezTo>
                <a:cubicBezTo>
                  <a:pt x="75" y="192"/>
                  <a:pt x="71" y="192"/>
                  <a:pt x="66" y="190"/>
                </a:cubicBezTo>
                <a:cubicBezTo>
                  <a:pt x="61" y="188"/>
                  <a:pt x="58" y="184"/>
                  <a:pt x="56" y="179"/>
                </a:cubicBezTo>
                <a:moveTo>
                  <a:pt x="4" y="35"/>
                </a:moveTo>
                <a:lnTo>
                  <a:pt x="1" y="25"/>
                </a:lnTo>
                <a:cubicBezTo>
                  <a:pt x="-1" y="20"/>
                  <a:pt x="0" y="15"/>
                  <a:pt x="2" y="10"/>
                </a:cubicBezTo>
                <a:cubicBezTo>
                  <a:pt x="4" y="5"/>
                  <a:pt x="8" y="2"/>
                  <a:pt x="13" y="1"/>
                </a:cubicBezTo>
                <a:cubicBezTo>
                  <a:pt x="18" y="-1"/>
                  <a:pt x="22" y="-1"/>
                  <a:pt x="27" y="2"/>
                </a:cubicBezTo>
                <a:cubicBezTo>
                  <a:pt x="32" y="4"/>
                  <a:pt x="35" y="7"/>
                  <a:pt x="37" y="12"/>
                </a:cubicBezTo>
                <a:lnTo>
                  <a:pt x="40" y="23"/>
                </a:lnTo>
                <a:cubicBezTo>
                  <a:pt x="42" y="28"/>
                  <a:pt x="41" y="32"/>
                  <a:pt x="39" y="37"/>
                </a:cubicBezTo>
                <a:cubicBezTo>
                  <a:pt x="37" y="42"/>
                  <a:pt x="33" y="45"/>
                  <a:pt x="28" y="47"/>
                </a:cubicBezTo>
                <a:cubicBezTo>
                  <a:pt x="23" y="48"/>
                  <a:pt x="19" y="48"/>
                  <a:pt x="14" y="46"/>
                </a:cubicBezTo>
                <a:cubicBezTo>
                  <a:pt x="9" y="43"/>
                  <a:pt x="6" y="40"/>
                  <a:pt x="4" y="3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2" name=""/>
          <p:cNvSpPr/>
          <p:nvPr/>
        </p:nvSpPr>
        <p:spPr>
          <a:xfrm>
            <a:off x="2522520" y="4485960"/>
            <a:ext cx="77400" cy="71280"/>
          </a:xfrm>
          <a:custGeom>
            <a:avLst/>
            <a:gdLst/>
            <a:ahLst/>
            <a:rect l="0" t="0" r="r" b="b"/>
            <a:pathLst>
              <a:path fill="none" w="215" h="198">
                <a:moveTo>
                  <a:pt x="0" y="198"/>
                </a:moveTo>
                <a:lnTo>
                  <a:pt x="53" y="0"/>
                </a:lnTo>
                <a:lnTo>
                  <a:pt x="215" y="124"/>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43" name=""/>
          <p:cNvSpPr/>
          <p:nvPr/>
        </p:nvSpPr>
        <p:spPr>
          <a:xfrm>
            <a:off x="2534760" y="2921760"/>
            <a:ext cx="974880" cy="975600"/>
          </a:xfrm>
          <a:custGeom>
            <a:avLst/>
            <a:gdLst/>
            <a:ahLst/>
            <a:rect l="0" t="0" r="r" b="b"/>
            <a:pathLst>
              <a:path w="2708" h="2710">
                <a:moveTo>
                  <a:pt x="1" y="2685"/>
                </a:moveTo>
                <a:lnTo>
                  <a:pt x="7" y="2667"/>
                </a:lnTo>
                <a:cubicBezTo>
                  <a:pt x="9" y="2662"/>
                  <a:pt x="12" y="2658"/>
                  <a:pt x="17" y="2656"/>
                </a:cubicBezTo>
                <a:cubicBezTo>
                  <a:pt x="21" y="2654"/>
                  <a:pt x="26" y="2653"/>
                  <a:pt x="31" y="2655"/>
                </a:cubicBezTo>
                <a:cubicBezTo>
                  <a:pt x="36" y="2657"/>
                  <a:pt x="40" y="2660"/>
                  <a:pt x="42" y="2665"/>
                </a:cubicBezTo>
                <a:cubicBezTo>
                  <a:pt x="44" y="2669"/>
                  <a:pt x="44" y="2674"/>
                  <a:pt x="43" y="2679"/>
                </a:cubicBezTo>
                <a:lnTo>
                  <a:pt x="37" y="2697"/>
                </a:lnTo>
                <a:cubicBezTo>
                  <a:pt x="35" y="2702"/>
                  <a:pt x="32" y="2706"/>
                  <a:pt x="27" y="2708"/>
                </a:cubicBezTo>
                <a:cubicBezTo>
                  <a:pt x="22" y="2710"/>
                  <a:pt x="18" y="2711"/>
                  <a:pt x="13" y="2709"/>
                </a:cubicBezTo>
                <a:cubicBezTo>
                  <a:pt x="8" y="2707"/>
                  <a:pt x="4" y="2704"/>
                  <a:pt x="2" y="2699"/>
                </a:cubicBezTo>
                <a:cubicBezTo>
                  <a:pt x="0" y="2695"/>
                  <a:pt x="-1" y="2690"/>
                  <a:pt x="1" y="2685"/>
                </a:cubicBezTo>
                <a:moveTo>
                  <a:pt x="52" y="2540"/>
                </a:moveTo>
                <a:lnTo>
                  <a:pt x="59" y="2523"/>
                </a:lnTo>
                <a:cubicBezTo>
                  <a:pt x="61" y="2518"/>
                  <a:pt x="64" y="2514"/>
                  <a:pt x="69" y="2512"/>
                </a:cubicBezTo>
                <a:cubicBezTo>
                  <a:pt x="74" y="2510"/>
                  <a:pt x="78" y="2510"/>
                  <a:pt x="83" y="2512"/>
                </a:cubicBezTo>
                <a:cubicBezTo>
                  <a:pt x="88" y="2513"/>
                  <a:pt x="92" y="2517"/>
                  <a:pt x="94" y="2521"/>
                </a:cubicBezTo>
                <a:cubicBezTo>
                  <a:pt x="96" y="2526"/>
                  <a:pt x="96" y="2531"/>
                  <a:pt x="94" y="2536"/>
                </a:cubicBezTo>
                <a:lnTo>
                  <a:pt x="88" y="2554"/>
                </a:lnTo>
                <a:cubicBezTo>
                  <a:pt x="86" y="2558"/>
                  <a:pt x="83" y="2562"/>
                  <a:pt x="78" y="2564"/>
                </a:cubicBezTo>
                <a:cubicBezTo>
                  <a:pt x="73" y="2566"/>
                  <a:pt x="68" y="2566"/>
                  <a:pt x="63" y="2565"/>
                </a:cubicBezTo>
                <a:cubicBezTo>
                  <a:pt x="59" y="2563"/>
                  <a:pt x="55" y="2559"/>
                  <a:pt x="53" y="2555"/>
                </a:cubicBezTo>
                <a:cubicBezTo>
                  <a:pt x="51" y="2550"/>
                  <a:pt x="51" y="2545"/>
                  <a:pt x="52" y="2540"/>
                </a:cubicBezTo>
                <a:moveTo>
                  <a:pt x="107" y="2399"/>
                </a:moveTo>
                <a:lnTo>
                  <a:pt x="115" y="2382"/>
                </a:lnTo>
                <a:cubicBezTo>
                  <a:pt x="116" y="2377"/>
                  <a:pt x="120" y="2374"/>
                  <a:pt x="125" y="2372"/>
                </a:cubicBezTo>
                <a:cubicBezTo>
                  <a:pt x="129" y="2370"/>
                  <a:pt x="134" y="2370"/>
                  <a:pt x="139" y="2372"/>
                </a:cubicBezTo>
                <a:cubicBezTo>
                  <a:pt x="144" y="2374"/>
                  <a:pt x="147" y="2377"/>
                  <a:pt x="149" y="2382"/>
                </a:cubicBezTo>
                <a:cubicBezTo>
                  <a:pt x="151" y="2387"/>
                  <a:pt x="151" y="2391"/>
                  <a:pt x="149" y="2396"/>
                </a:cubicBezTo>
                <a:lnTo>
                  <a:pt x="142" y="2413"/>
                </a:lnTo>
                <a:cubicBezTo>
                  <a:pt x="140" y="2418"/>
                  <a:pt x="137" y="2422"/>
                  <a:pt x="132" y="2424"/>
                </a:cubicBezTo>
                <a:cubicBezTo>
                  <a:pt x="127" y="2426"/>
                  <a:pt x="122" y="2426"/>
                  <a:pt x="118" y="2424"/>
                </a:cubicBezTo>
                <a:cubicBezTo>
                  <a:pt x="113" y="2422"/>
                  <a:pt x="109" y="2418"/>
                  <a:pt x="107" y="2414"/>
                </a:cubicBezTo>
                <a:cubicBezTo>
                  <a:pt x="105" y="2409"/>
                  <a:pt x="105" y="2404"/>
                  <a:pt x="107" y="2399"/>
                </a:cubicBezTo>
                <a:moveTo>
                  <a:pt x="166" y="2262"/>
                </a:moveTo>
                <a:lnTo>
                  <a:pt x="173" y="2245"/>
                </a:lnTo>
                <a:cubicBezTo>
                  <a:pt x="176" y="2240"/>
                  <a:pt x="179" y="2237"/>
                  <a:pt x="184" y="2235"/>
                </a:cubicBezTo>
                <a:cubicBezTo>
                  <a:pt x="189" y="2233"/>
                  <a:pt x="194" y="2233"/>
                  <a:pt x="198" y="2235"/>
                </a:cubicBezTo>
                <a:cubicBezTo>
                  <a:pt x="203" y="2237"/>
                  <a:pt x="206" y="2241"/>
                  <a:pt x="208" y="2246"/>
                </a:cubicBezTo>
                <a:cubicBezTo>
                  <a:pt x="210" y="2251"/>
                  <a:pt x="210" y="2255"/>
                  <a:pt x="208" y="2260"/>
                </a:cubicBezTo>
                <a:lnTo>
                  <a:pt x="200" y="2277"/>
                </a:lnTo>
                <a:cubicBezTo>
                  <a:pt x="198" y="2282"/>
                  <a:pt x="195" y="2285"/>
                  <a:pt x="190" y="2287"/>
                </a:cubicBezTo>
                <a:cubicBezTo>
                  <a:pt x="185" y="2289"/>
                  <a:pt x="180" y="2289"/>
                  <a:pt x="175" y="2286"/>
                </a:cubicBezTo>
                <a:cubicBezTo>
                  <a:pt x="171" y="2284"/>
                  <a:pt x="167" y="2281"/>
                  <a:pt x="166" y="2276"/>
                </a:cubicBezTo>
                <a:cubicBezTo>
                  <a:pt x="164" y="2271"/>
                  <a:pt x="164" y="2266"/>
                  <a:pt x="166" y="2262"/>
                </a:cubicBezTo>
                <a:moveTo>
                  <a:pt x="230" y="2124"/>
                </a:moveTo>
                <a:lnTo>
                  <a:pt x="238" y="2107"/>
                </a:lnTo>
                <a:cubicBezTo>
                  <a:pt x="240" y="2103"/>
                  <a:pt x="244" y="2099"/>
                  <a:pt x="249" y="2098"/>
                </a:cubicBezTo>
                <a:cubicBezTo>
                  <a:pt x="254" y="2096"/>
                  <a:pt x="258" y="2096"/>
                  <a:pt x="263" y="2099"/>
                </a:cubicBezTo>
                <a:cubicBezTo>
                  <a:pt x="268" y="2101"/>
                  <a:pt x="271" y="2104"/>
                  <a:pt x="273" y="2109"/>
                </a:cubicBezTo>
                <a:cubicBezTo>
                  <a:pt x="274" y="2114"/>
                  <a:pt x="274" y="2119"/>
                  <a:pt x="272" y="2124"/>
                </a:cubicBezTo>
                <a:lnTo>
                  <a:pt x="263" y="2141"/>
                </a:lnTo>
                <a:cubicBezTo>
                  <a:pt x="261" y="2146"/>
                  <a:pt x="258" y="2149"/>
                  <a:pt x="253" y="2150"/>
                </a:cubicBezTo>
                <a:cubicBezTo>
                  <a:pt x="248" y="2152"/>
                  <a:pt x="243" y="2152"/>
                  <a:pt x="238" y="2150"/>
                </a:cubicBezTo>
                <a:cubicBezTo>
                  <a:pt x="234" y="2147"/>
                  <a:pt x="230" y="2144"/>
                  <a:pt x="229" y="2139"/>
                </a:cubicBezTo>
                <a:cubicBezTo>
                  <a:pt x="227" y="2134"/>
                  <a:pt x="227" y="2129"/>
                  <a:pt x="230" y="2124"/>
                </a:cubicBezTo>
                <a:moveTo>
                  <a:pt x="298" y="1989"/>
                </a:moveTo>
                <a:lnTo>
                  <a:pt x="307" y="1972"/>
                </a:lnTo>
                <a:cubicBezTo>
                  <a:pt x="309" y="1967"/>
                  <a:pt x="313" y="1964"/>
                  <a:pt x="318" y="1963"/>
                </a:cubicBezTo>
                <a:cubicBezTo>
                  <a:pt x="323" y="1961"/>
                  <a:pt x="328" y="1962"/>
                  <a:pt x="332" y="1964"/>
                </a:cubicBezTo>
                <a:cubicBezTo>
                  <a:pt x="337" y="1967"/>
                  <a:pt x="340" y="1970"/>
                  <a:pt x="341" y="1975"/>
                </a:cubicBezTo>
                <a:cubicBezTo>
                  <a:pt x="343" y="1980"/>
                  <a:pt x="342" y="1985"/>
                  <a:pt x="340" y="1990"/>
                </a:cubicBezTo>
                <a:lnTo>
                  <a:pt x="331" y="2006"/>
                </a:lnTo>
                <a:cubicBezTo>
                  <a:pt x="329" y="2011"/>
                  <a:pt x="325" y="2014"/>
                  <a:pt x="320" y="2015"/>
                </a:cubicBezTo>
                <a:cubicBezTo>
                  <a:pt x="315" y="2017"/>
                  <a:pt x="310" y="2016"/>
                  <a:pt x="306" y="2014"/>
                </a:cubicBezTo>
                <a:cubicBezTo>
                  <a:pt x="301" y="2012"/>
                  <a:pt x="298" y="2008"/>
                  <a:pt x="297" y="2003"/>
                </a:cubicBezTo>
                <a:cubicBezTo>
                  <a:pt x="295" y="1998"/>
                  <a:pt x="296" y="1993"/>
                  <a:pt x="298" y="1989"/>
                </a:cubicBezTo>
                <a:moveTo>
                  <a:pt x="370" y="1857"/>
                </a:moveTo>
                <a:lnTo>
                  <a:pt x="380" y="1841"/>
                </a:lnTo>
                <a:cubicBezTo>
                  <a:pt x="382" y="1836"/>
                  <a:pt x="386" y="1833"/>
                  <a:pt x="391" y="1832"/>
                </a:cubicBezTo>
                <a:cubicBezTo>
                  <a:pt x="396" y="1830"/>
                  <a:pt x="401" y="1831"/>
                  <a:pt x="405" y="1834"/>
                </a:cubicBezTo>
                <a:cubicBezTo>
                  <a:pt x="410" y="1836"/>
                  <a:pt x="413" y="1840"/>
                  <a:pt x="414" y="1845"/>
                </a:cubicBezTo>
                <a:cubicBezTo>
                  <a:pt x="415" y="1850"/>
                  <a:pt x="415" y="1855"/>
                  <a:pt x="412" y="1859"/>
                </a:cubicBezTo>
                <a:lnTo>
                  <a:pt x="403" y="1875"/>
                </a:lnTo>
                <a:cubicBezTo>
                  <a:pt x="400" y="1880"/>
                  <a:pt x="397" y="1883"/>
                  <a:pt x="392" y="1884"/>
                </a:cubicBezTo>
                <a:cubicBezTo>
                  <a:pt x="387" y="1886"/>
                  <a:pt x="382" y="1885"/>
                  <a:pt x="377" y="1882"/>
                </a:cubicBezTo>
                <a:cubicBezTo>
                  <a:pt x="373" y="1880"/>
                  <a:pt x="370" y="1876"/>
                  <a:pt x="369" y="1871"/>
                </a:cubicBezTo>
                <a:cubicBezTo>
                  <a:pt x="367" y="1866"/>
                  <a:pt x="368" y="1861"/>
                  <a:pt x="370" y="1857"/>
                </a:cubicBezTo>
                <a:moveTo>
                  <a:pt x="447" y="1728"/>
                </a:moveTo>
                <a:lnTo>
                  <a:pt x="457" y="1711"/>
                </a:lnTo>
                <a:cubicBezTo>
                  <a:pt x="460" y="1707"/>
                  <a:pt x="464" y="1704"/>
                  <a:pt x="469" y="1703"/>
                </a:cubicBezTo>
                <a:cubicBezTo>
                  <a:pt x="474" y="1702"/>
                  <a:pt x="479" y="1703"/>
                  <a:pt x="483" y="1705"/>
                </a:cubicBezTo>
                <a:cubicBezTo>
                  <a:pt x="488" y="1708"/>
                  <a:pt x="490" y="1712"/>
                  <a:pt x="491" y="1717"/>
                </a:cubicBezTo>
                <a:cubicBezTo>
                  <a:pt x="493" y="1722"/>
                  <a:pt x="492" y="1727"/>
                  <a:pt x="489" y="1731"/>
                </a:cubicBezTo>
                <a:lnTo>
                  <a:pt x="479" y="1747"/>
                </a:lnTo>
                <a:cubicBezTo>
                  <a:pt x="476" y="1752"/>
                  <a:pt x="472" y="1755"/>
                  <a:pt x="467" y="1756"/>
                </a:cubicBezTo>
                <a:cubicBezTo>
                  <a:pt x="462" y="1757"/>
                  <a:pt x="458" y="1756"/>
                  <a:pt x="453" y="1753"/>
                </a:cubicBezTo>
                <a:cubicBezTo>
                  <a:pt x="449" y="1751"/>
                  <a:pt x="446" y="1747"/>
                  <a:pt x="445" y="1742"/>
                </a:cubicBezTo>
                <a:cubicBezTo>
                  <a:pt x="444" y="1737"/>
                  <a:pt x="444" y="1732"/>
                  <a:pt x="447" y="1728"/>
                </a:cubicBezTo>
                <a:moveTo>
                  <a:pt x="530" y="1600"/>
                </a:moveTo>
                <a:lnTo>
                  <a:pt x="540" y="1584"/>
                </a:lnTo>
                <a:cubicBezTo>
                  <a:pt x="543" y="1580"/>
                  <a:pt x="547" y="1577"/>
                  <a:pt x="552" y="1576"/>
                </a:cubicBezTo>
                <a:cubicBezTo>
                  <a:pt x="557" y="1575"/>
                  <a:pt x="562" y="1576"/>
                  <a:pt x="566" y="1579"/>
                </a:cubicBezTo>
                <a:cubicBezTo>
                  <a:pt x="571" y="1582"/>
                  <a:pt x="573" y="1586"/>
                  <a:pt x="574" y="1591"/>
                </a:cubicBezTo>
                <a:cubicBezTo>
                  <a:pt x="575" y="1596"/>
                  <a:pt x="574" y="1601"/>
                  <a:pt x="571" y="1605"/>
                </a:cubicBezTo>
                <a:lnTo>
                  <a:pt x="561" y="1621"/>
                </a:lnTo>
                <a:cubicBezTo>
                  <a:pt x="558" y="1625"/>
                  <a:pt x="554" y="1628"/>
                  <a:pt x="549" y="1629"/>
                </a:cubicBezTo>
                <a:cubicBezTo>
                  <a:pt x="544" y="1630"/>
                  <a:pt x="539" y="1629"/>
                  <a:pt x="535" y="1626"/>
                </a:cubicBezTo>
                <a:cubicBezTo>
                  <a:pt x="530" y="1623"/>
                  <a:pt x="528" y="1619"/>
                  <a:pt x="527" y="1614"/>
                </a:cubicBezTo>
                <a:cubicBezTo>
                  <a:pt x="526" y="1609"/>
                  <a:pt x="527" y="1604"/>
                  <a:pt x="530" y="1600"/>
                </a:cubicBezTo>
                <a:moveTo>
                  <a:pt x="616" y="1476"/>
                </a:moveTo>
                <a:lnTo>
                  <a:pt x="627" y="1461"/>
                </a:lnTo>
                <a:cubicBezTo>
                  <a:pt x="630" y="1457"/>
                  <a:pt x="634" y="1454"/>
                  <a:pt x="639" y="1453"/>
                </a:cubicBezTo>
                <a:cubicBezTo>
                  <a:pt x="645" y="1453"/>
                  <a:pt x="649" y="1454"/>
                  <a:pt x="653" y="1457"/>
                </a:cubicBezTo>
                <a:cubicBezTo>
                  <a:pt x="658" y="1460"/>
                  <a:pt x="660" y="1464"/>
                  <a:pt x="661" y="1469"/>
                </a:cubicBezTo>
                <a:cubicBezTo>
                  <a:pt x="662" y="1474"/>
                  <a:pt x="661" y="1479"/>
                  <a:pt x="657" y="1483"/>
                </a:cubicBezTo>
                <a:lnTo>
                  <a:pt x="646" y="1498"/>
                </a:lnTo>
                <a:cubicBezTo>
                  <a:pt x="643" y="1502"/>
                  <a:pt x="639" y="1505"/>
                  <a:pt x="634" y="1506"/>
                </a:cubicBezTo>
                <a:cubicBezTo>
                  <a:pt x="629" y="1507"/>
                  <a:pt x="624" y="1505"/>
                  <a:pt x="620" y="1502"/>
                </a:cubicBezTo>
                <a:cubicBezTo>
                  <a:pt x="616" y="1499"/>
                  <a:pt x="613" y="1495"/>
                  <a:pt x="613" y="1490"/>
                </a:cubicBezTo>
                <a:cubicBezTo>
                  <a:pt x="612" y="1485"/>
                  <a:pt x="613" y="1480"/>
                  <a:pt x="616" y="1476"/>
                </a:cubicBezTo>
                <a:moveTo>
                  <a:pt x="707" y="1355"/>
                </a:moveTo>
                <a:lnTo>
                  <a:pt x="718" y="1340"/>
                </a:lnTo>
                <a:cubicBezTo>
                  <a:pt x="722" y="1336"/>
                  <a:pt x="726" y="1334"/>
                  <a:pt x="731" y="1333"/>
                </a:cubicBezTo>
                <a:cubicBezTo>
                  <a:pt x="736" y="1333"/>
                  <a:pt x="741" y="1334"/>
                  <a:pt x="745" y="1337"/>
                </a:cubicBezTo>
                <a:cubicBezTo>
                  <a:pt x="749" y="1340"/>
                  <a:pt x="751" y="1345"/>
                  <a:pt x="752" y="1350"/>
                </a:cubicBezTo>
                <a:cubicBezTo>
                  <a:pt x="752" y="1355"/>
                  <a:pt x="751" y="1360"/>
                  <a:pt x="748" y="1365"/>
                </a:cubicBezTo>
                <a:lnTo>
                  <a:pt x="736" y="1379"/>
                </a:lnTo>
                <a:cubicBezTo>
                  <a:pt x="733" y="1384"/>
                  <a:pt x="729" y="1386"/>
                  <a:pt x="724" y="1386"/>
                </a:cubicBezTo>
                <a:cubicBezTo>
                  <a:pt x="719" y="1387"/>
                  <a:pt x="714" y="1386"/>
                  <a:pt x="710" y="1383"/>
                </a:cubicBezTo>
                <a:cubicBezTo>
                  <a:pt x="706" y="1379"/>
                  <a:pt x="703" y="1375"/>
                  <a:pt x="703" y="1370"/>
                </a:cubicBezTo>
                <a:cubicBezTo>
                  <a:pt x="702" y="1365"/>
                  <a:pt x="704" y="1359"/>
                  <a:pt x="707" y="1355"/>
                </a:cubicBezTo>
                <a:moveTo>
                  <a:pt x="803" y="1238"/>
                </a:moveTo>
                <a:lnTo>
                  <a:pt x="815" y="1224"/>
                </a:lnTo>
                <a:cubicBezTo>
                  <a:pt x="818" y="1220"/>
                  <a:pt x="823" y="1217"/>
                  <a:pt x="828" y="1217"/>
                </a:cubicBezTo>
                <a:cubicBezTo>
                  <a:pt x="833" y="1217"/>
                  <a:pt x="838" y="1218"/>
                  <a:pt x="842" y="1221"/>
                </a:cubicBezTo>
                <a:cubicBezTo>
                  <a:pt x="845" y="1225"/>
                  <a:pt x="848" y="1229"/>
                  <a:pt x="848" y="1234"/>
                </a:cubicBezTo>
                <a:cubicBezTo>
                  <a:pt x="848" y="1239"/>
                  <a:pt x="847" y="1244"/>
                  <a:pt x="844" y="1248"/>
                </a:cubicBezTo>
                <a:lnTo>
                  <a:pt x="831" y="1262"/>
                </a:lnTo>
                <a:cubicBezTo>
                  <a:pt x="828" y="1266"/>
                  <a:pt x="824" y="1268"/>
                  <a:pt x="819" y="1269"/>
                </a:cubicBezTo>
                <a:cubicBezTo>
                  <a:pt x="813" y="1269"/>
                  <a:pt x="809" y="1268"/>
                  <a:pt x="805" y="1264"/>
                </a:cubicBezTo>
                <a:cubicBezTo>
                  <a:pt x="801" y="1261"/>
                  <a:pt x="799" y="1257"/>
                  <a:pt x="798" y="1251"/>
                </a:cubicBezTo>
                <a:cubicBezTo>
                  <a:pt x="798" y="1246"/>
                  <a:pt x="799" y="1242"/>
                  <a:pt x="803" y="1238"/>
                </a:cubicBezTo>
                <a:moveTo>
                  <a:pt x="903" y="1125"/>
                </a:moveTo>
                <a:lnTo>
                  <a:pt x="916" y="1111"/>
                </a:lnTo>
                <a:cubicBezTo>
                  <a:pt x="919" y="1107"/>
                  <a:pt x="924" y="1105"/>
                  <a:pt x="929" y="1105"/>
                </a:cubicBezTo>
                <a:cubicBezTo>
                  <a:pt x="934" y="1105"/>
                  <a:pt x="939" y="1106"/>
                  <a:pt x="942" y="1110"/>
                </a:cubicBezTo>
                <a:cubicBezTo>
                  <a:pt x="946" y="1113"/>
                  <a:pt x="948" y="1118"/>
                  <a:pt x="948" y="1123"/>
                </a:cubicBezTo>
                <a:cubicBezTo>
                  <a:pt x="949" y="1128"/>
                  <a:pt x="947" y="1133"/>
                  <a:pt x="943" y="1136"/>
                </a:cubicBezTo>
                <a:lnTo>
                  <a:pt x="931" y="1150"/>
                </a:lnTo>
                <a:cubicBezTo>
                  <a:pt x="927" y="1154"/>
                  <a:pt x="923" y="1156"/>
                  <a:pt x="918" y="1156"/>
                </a:cubicBezTo>
                <a:cubicBezTo>
                  <a:pt x="912" y="1156"/>
                  <a:pt x="908" y="1155"/>
                  <a:pt x="904" y="1151"/>
                </a:cubicBezTo>
                <a:cubicBezTo>
                  <a:pt x="900" y="1148"/>
                  <a:pt x="898" y="1143"/>
                  <a:pt x="898" y="1138"/>
                </a:cubicBezTo>
                <a:cubicBezTo>
                  <a:pt x="898" y="1133"/>
                  <a:pt x="900" y="1128"/>
                  <a:pt x="903" y="1125"/>
                </a:cubicBezTo>
                <a:moveTo>
                  <a:pt x="1007" y="1016"/>
                </a:moveTo>
                <a:lnTo>
                  <a:pt x="1011" y="1012"/>
                </a:lnTo>
                <a:lnTo>
                  <a:pt x="1021" y="1002"/>
                </a:lnTo>
                <a:cubicBezTo>
                  <a:pt x="1024" y="999"/>
                  <a:pt x="1029" y="997"/>
                  <a:pt x="1034" y="997"/>
                </a:cubicBezTo>
                <a:cubicBezTo>
                  <a:pt x="1039" y="997"/>
                  <a:pt x="1044" y="999"/>
                  <a:pt x="1047" y="1002"/>
                </a:cubicBezTo>
                <a:cubicBezTo>
                  <a:pt x="1051" y="1006"/>
                  <a:pt x="1053" y="1011"/>
                  <a:pt x="1053" y="1016"/>
                </a:cubicBezTo>
                <a:cubicBezTo>
                  <a:pt x="1053" y="1021"/>
                  <a:pt x="1051" y="1025"/>
                  <a:pt x="1047" y="1029"/>
                </a:cubicBezTo>
                <a:lnTo>
                  <a:pt x="1038" y="1039"/>
                </a:lnTo>
                <a:lnTo>
                  <a:pt x="1034" y="1042"/>
                </a:lnTo>
                <a:cubicBezTo>
                  <a:pt x="1030" y="1046"/>
                  <a:pt x="1026" y="1048"/>
                  <a:pt x="1021" y="1048"/>
                </a:cubicBezTo>
                <a:cubicBezTo>
                  <a:pt x="1016" y="1048"/>
                  <a:pt x="1011" y="1046"/>
                  <a:pt x="1007" y="1042"/>
                </a:cubicBezTo>
                <a:cubicBezTo>
                  <a:pt x="1004" y="1039"/>
                  <a:pt x="1002" y="1034"/>
                  <a:pt x="1002" y="1029"/>
                </a:cubicBezTo>
                <a:cubicBezTo>
                  <a:pt x="1002" y="1024"/>
                  <a:pt x="1004" y="1019"/>
                  <a:pt x="1007" y="1016"/>
                </a:cubicBezTo>
                <a:moveTo>
                  <a:pt x="1116" y="911"/>
                </a:moveTo>
                <a:lnTo>
                  <a:pt x="1130" y="898"/>
                </a:lnTo>
                <a:cubicBezTo>
                  <a:pt x="1134" y="895"/>
                  <a:pt x="1138" y="893"/>
                  <a:pt x="1143" y="893"/>
                </a:cubicBezTo>
                <a:cubicBezTo>
                  <a:pt x="1149" y="893"/>
                  <a:pt x="1153" y="895"/>
                  <a:pt x="1156" y="899"/>
                </a:cubicBezTo>
                <a:cubicBezTo>
                  <a:pt x="1160" y="903"/>
                  <a:pt x="1162" y="908"/>
                  <a:pt x="1161" y="913"/>
                </a:cubicBezTo>
                <a:cubicBezTo>
                  <a:pt x="1161" y="918"/>
                  <a:pt x="1159" y="922"/>
                  <a:pt x="1155" y="926"/>
                </a:cubicBezTo>
                <a:lnTo>
                  <a:pt x="1142" y="939"/>
                </a:lnTo>
                <a:cubicBezTo>
                  <a:pt x="1138" y="942"/>
                  <a:pt x="1133" y="944"/>
                  <a:pt x="1128" y="944"/>
                </a:cubicBezTo>
                <a:cubicBezTo>
                  <a:pt x="1123" y="943"/>
                  <a:pt x="1119" y="941"/>
                  <a:pt x="1115" y="937"/>
                </a:cubicBezTo>
                <a:cubicBezTo>
                  <a:pt x="1111" y="934"/>
                  <a:pt x="1110" y="929"/>
                  <a:pt x="1110" y="924"/>
                </a:cubicBezTo>
                <a:cubicBezTo>
                  <a:pt x="1110" y="919"/>
                  <a:pt x="1112" y="914"/>
                  <a:pt x="1116" y="911"/>
                </a:cubicBezTo>
                <a:moveTo>
                  <a:pt x="1229" y="810"/>
                </a:moveTo>
                <a:lnTo>
                  <a:pt x="1243" y="798"/>
                </a:lnTo>
                <a:cubicBezTo>
                  <a:pt x="1247" y="795"/>
                  <a:pt x="1252" y="793"/>
                  <a:pt x="1257" y="794"/>
                </a:cubicBezTo>
                <a:cubicBezTo>
                  <a:pt x="1262" y="794"/>
                  <a:pt x="1266" y="796"/>
                  <a:pt x="1270" y="800"/>
                </a:cubicBezTo>
                <a:cubicBezTo>
                  <a:pt x="1273" y="804"/>
                  <a:pt x="1275" y="809"/>
                  <a:pt x="1274" y="814"/>
                </a:cubicBezTo>
                <a:cubicBezTo>
                  <a:pt x="1274" y="819"/>
                  <a:pt x="1272" y="823"/>
                  <a:pt x="1268" y="827"/>
                </a:cubicBezTo>
                <a:lnTo>
                  <a:pt x="1253" y="839"/>
                </a:lnTo>
                <a:cubicBezTo>
                  <a:pt x="1249" y="842"/>
                  <a:pt x="1245" y="844"/>
                  <a:pt x="1240" y="843"/>
                </a:cubicBezTo>
                <a:cubicBezTo>
                  <a:pt x="1234" y="843"/>
                  <a:pt x="1230" y="841"/>
                  <a:pt x="1227" y="837"/>
                </a:cubicBezTo>
                <a:cubicBezTo>
                  <a:pt x="1223" y="833"/>
                  <a:pt x="1222" y="828"/>
                  <a:pt x="1222" y="823"/>
                </a:cubicBezTo>
                <a:cubicBezTo>
                  <a:pt x="1223" y="818"/>
                  <a:pt x="1225" y="814"/>
                  <a:pt x="1229" y="810"/>
                </a:cubicBezTo>
                <a:moveTo>
                  <a:pt x="1346" y="714"/>
                </a:moveTo>
                <a:lnTo>
                  <a:pt x="1361" y="702"/>
                </a:lnTo>
                <a:cubicBezTo>
                  <a:pt x="1365" y="699"/>
                  <a:pt x="1369" y="698"/>
                  <a:pt x="1375" y="698"/>
                </a:cubicBezTo>
                <a:cubicBezTo>
                  <a:pt x="1380" y="699"/>
                  <a:pt x="1384" y="701"/>
                  <a:pt x="1387" y="705"/>
                </a:cubicBezTo>
                <a:cubicBezTo>
                  <a:pt x="1390" y="709"/>
                  <a:pt x="1392" y="714"/>
                  <a:pt x="1391" y="719"/>
                </a:cubicBezTo>
                <a:cubicBezTo>
                  <a:pt x="1390" y="724"/>
                  <a:pt x="1388" y="729"/>
                  <a:pt x="1384" y="732"/>
                </a:cubicBezTo>
                <a:lnTo>
                  <a:pt x="1369" y="743"/>
                </a:lnTo>
                <a:cubicBezTo>
                  <a:pt x="1365" y="747"/>
                  <a:pt x="1360" y="748"/>
                  <a:pt x="1355" y="747"/>
                </a:cubicBezTo>
                <a:cubicBezTo>
                  <a:pt x="1350" y="747"/>
                  <a:pt x="1346" y="744"/>
                  <a:pt x="1343" y="740"/>
                </a:cubicBezTo>
                <a:cubicBezTo>
                  <a:pt x="1339" y="736"/>
                  <a:pt x="1338" y="732"/>
                  <a:pt x="1339" y="726"/>
                </a:cubicBezTo>
                <a:cubicBezTo>
                  <a:pt x="1339" y="721"/>
                  <a:pt x="1342" y="717"/>
                  <a:pt x="1346" y="714"/>
                </a:cubicBezTo>
                <a:moveTo>
                  <a:pt x="1465" y="623"/>
                </a:moveTo>
                <a:lnTo>
                  <a:pt x="1481" y="612"/>
                </a:lnTo>
                <a:cubicBezTo>
                  <a:pt x="1485" y="609"/>
                  <a:pt x="1489" y="608"/>
                  <a:pt x="1495" y="608"/>
                </a:cubicBezTo>
                <a:cubicBezTo>
                  <a:pt x="1500" y="609"/>
                  <a:pt x="1504" y="612"/>
                  <a:pt x="1507" y="616"/>
                </a:cubicBezTo>
                <a:cubicBezTo>
                  <a:pt x="1510" y="620"/>
                  <a:pt x="1511" y="625"/>
                  <a:pt x="1510" y="630"/>
                </a:cubicBezTo>
                <a:cubicBezTo>
                  <a:pt x="1509" y="635"/>
                  <a:pt x="1507" y="639"/>
                  <a:pt x="1503" y="642"/>
                </a:cubicBezTo>
                <a:lnTo>
                  <a:pt x="1488" y="653"/>
                </a:lnTo>
                <a:cubicBezTo>
                  <a:pt x="1483" y="656"/>
                  <a:pt x="1479" y="657"/>
                  <a:pt x="1474" y="657"/>
                </a:cubicBezTo>
                <a:cubicBezTo>
                  <a:pt x="1468" y="656"/>
                  <a:pt x="1464" y="653"/>
                  <a:pt x="1461" y="649"/>
                </a:cubicBezTo>
                <a:cubicBezTo>
                  <a:pt x="1458" y="645"/>
                  <a:pt x="1457" y="640"/>
                  <a:pt x="1458" y="635"/>
                </a:cubicBezTo>
                <a:cubicBezTo>
                  <a:pt x="1459" y="630"/>
                  <a:pt x="1461" y="626"/>
                  <a:pt x="1465" y="623"/>
                </a:cubicBezTo>
                <a:moveTo>
                  <a:pt x="1589" y="536"/>
                </a:moveTo>
                <a:lnTo>
                  <a:pt x="1604" y="525"/>
                </a:lnTo>
                <a:cubicBezTo>
                  <a:pt x="1609" y="523"/>
                  <a:pt x="1613" y="522"/>
                  <a:pt x="1619" y="523"/>
                </a:cubicBezTo>
                <a:cubicBezTo>
                  <a:pt x="1624" y="524"/>
                  <a:pt x="1628" y="526"/>
                  <a:pt x="1631" y="531"/>
                </a:cubicBezTo>
                <a:cubicBezTo>
                  <a:pt x="1633" y="535"/>
                  <a:pt x="1634" y="540"/>
                  <a:pt x="1633" y="545"/>
                </a:cubicBezTo>
                <a:cubicBezTo>
                  <a:pt x="1632" y="550"/>
                  <a:pt x="1630" y="554"/>
                  <a:pt x="1625" y="557"/>
                </a:cubicBezTo>
                <a:lnTo>
                  <a:pt x="1610" y="567"/>
                </a:lnTo>
                <a:cubicBezTo>
                  <a:pt x="1606" y="570"/>
                  <a:pt x="1601" y="571"/>
                  <a:pt x="1596" y="570"/>
                </a:cubicBezTo>
                <a:cubicBezTo>
                  <a:pt x="1591" y="569"/>
                  <a:pt x="1587" y="566"/>
                  <a:pt x="1584" y="562"/>
                </a:cubicBezTo>
                <a:cubicBezTo>
                  <a:pt x="1581" y="558"/>
                  <a:pt x="1580" y="553"/>
                  <a:pt x="1581" y="548"/>
                </a:cubicBezTo>
                <a:cubicBezTo>
                  <a:pt x="1582" y="543"/>
                  <a:pt x="1585" y="539"/>
                  <a:pt x="1589" y="536"/>
                </a:cubicBezTo>
                <a:moveTo>
                  <a:pt x="1716" y="453"/>
                </a:moveTo>
                <a:lnTo>
                  <a:pt x="1732" y="443"/>
                </a:lnTo>
                <a:cubicBezTo>
                  <a:pt x="1737" y="440"/>
                  <a:pt x="1742" y="440"/>
                  <a:pt x="1747" y="441"/>
                </a:cubicBezTo>
                <a:cubicBezTo>
                  <a:pt x="1752" y="442"/>
                  <a:pt x="1756" y="445"/>
                  <a:pt x="1758" y="449"/>
                </a:cubicBezTo>
                <a:cubicBezTo>
                  <a:pt x="1761" y="454"/>
                  <a:pt x="1762" y="458"/>
                  <a:pt x="1761" y="463"/>
                </a:cubicBezTo>
                <a:cubicBezTo>
                  <a:pt x="1759" y="469"/>
                  <a:pt x="1757" y="472"/>
                  <a:pt x="1752" y="475"/>
                </a:cubicBezTo>
                <a:lnTo>
                  <a:pt x="1736" y="485"/>
                </a:lnTo>
                <a:cubicBezTo>
                  <a:pt x="1732" y="488"/>
                  <a:pt x="1727" y="489"/>
                  <a:pt x="1722" y="488"/>
                </a:cubicBezTo>
                <a:cubicBezTo>
                  <a:pt x="1717" y="486"/>
                  <a:pt x="1713" y="484"/>
                  <a:pt x="1710" y="479"/>
                </a:cubicBezTo>
                <a:cubicBezTo>
                  <a:pt x="1707" y="475"/>
                  <a:pt x="1707" y="470"/>
                  <a:pt x="1708" y="465"/>
                </a:cubicBezTo>
                <a:cubicBezTo>
                  <a:pt x="1709" y="460"/>
                  <a:pt x="1712" y="456"/>
                  <a:pt x="1716" y="453"/>
                </a:cubicBezTo>
                <a:moveTo>
                  <a:pt x="1845" y="376"/>
                </a:moveTo>
                <a:lnTo>
                  <a:pt x="1862" y="367"/>
                </a:lnTo>
                <a:cubicBezTo>
                  <a:pt x="1866" y="364"/>
                  <a:pt x="1871" y="363"/>
                  <a:pt x="1876" y="365"/>
                </a:cubicBezTo>
                <a:cubicBezTo>
                  <a:pt x="1881" y="366"/>
                  <a:pt x="1885" y="369"/>
                  <a:pt x="1887" y="374"/>
                </a:cubicBezTo>
                <a:cubicBezTo>
                  <a:pt x="1890" y="378"/>
                  <a:pt x="1890" y="383"/>
                  <a:pt x="1889" y="388"/>
                </a:cubicBezTo>
                <a:cubicBezTo>
                  <a:pt x="1888" y="393"/>
                  <a:pt x="1885" y="397"/>
                  <a:pt x="1880" y="399"/>
                </a:cubicBezTo>
                <a:lnTo>
                  <a:pt x="1864" y="409"/>
                </a:lnTo>
                <a:cubicBezTo>
                  <a:pt x="1860" y="411"/>
                  <a:pt x="1855" y="412"/>
                  <a:pt x="1850" y="410"/>
                </a:cubicBezTo>
                <a:cubicBezTo>
                  <a:pt x="1845" y="409"/>
                  <a:pt x="1841" y="406"/>
                  <a:pt x="1838" y="402"/>
                </a:cubicBezTo>
                <a:cubicBezTo>
                  <a:pt x="1836" y="397"/>
                  <a:pt x="1835" y="392"/>
                  <a:pt x="1837" y="387"/>
                </a:cubicBezTo>
                <a:cubicBezTo>
                  <a:pt x="1838" y="382"/>
                  <a:pt x="1841" y="378"/>
                  <a:pt x="1845" y="376"/>
                </a:cubicBezTo>
                <a:moveTo>
                  <a:pt x="1977" y="303"/>
                </a:moveTo>
                <a:lnTo>
                  <a:pt x="1994" y="295"/>
                </a:lnTo>
                <a:cubicBezTo>
                  <a:pt x="1998" y="292"/>
                  <a:pt x="2003" y="292"/>
                  <a:pt x="2008" y="293"/>
                </a:cubicBezTo>
                <a:cubicBezTo>
                  <a:pt x="2013" y="295"/>
                  <a:pt x="2017" y="298"/>
                  <a:pt x="2019" y="302"/>
                </a:cubicBezTo>
                <a:cubicBezTo>
                  <a:pt x="2021" y="307"/>
                  <a:pt x="2022" y="312"/>
                  <a:pt x="2020" y="317"/>
                </a:cubicBezTo>
                <a:cubicBezTo>
                  <a:pt x="2019" y="322"/>
                  <a:pt x="2016" y="325"/>
                  <a:pt x="2011" y="328"/>
                </a:cubicBezTo>
                <a:lnTo>
                  <a:pt x="1994" y="337"/>
                </a:lnTo>
                <a:cubicBezTo>
                  <a:pt x="1990" y="339"/>
                  <a:pt x="1985" y="339"/>
                  <a:pt x="1980" y="338"/>
                </a:cubicBezTo>
                <a:cubicBezTo>
                  <a:pt x="1975" y="336"/>
                  <a:pt x="1971" y="333"/>
                  <a:pt x="1969" y="329"/>
                </a:cubicBezTo>
                <a:cubicBezTo>
                  <a:pt x="1967" y="324"/>
                  <a:pt x="1966" y="319"/>
                  <a:pt x="1968" y="314"/>
                </a:cubicBezTo>
                <a:cubicBezTo>
                  <a:pt x="1969" y="309"/>
                  <a:pt x="1972" y="306"/>
                  <a:pt x="1977" y="303"/>
                </a:cubicBezTo>
                <a:moveTo>
                  <a:pt x="2112" y="234"/>
                </a:moveTo>
                <a:lnTo>
                  <a:pt x="2129" y="226"/>
                </a:lnTo>
                <a:cubicBezTo>
                  <a:pt x="2134" y="224"/>
                  <a:pt x="2139" y="224"/>
                  <a:pt x="2144" y="225"/>
                </a:cubicBezTo>
                <a:cubicBezTo>
                  <a:pt x="2149" y="227"/>
                  <a:pt x="2152" y="230"/>
                  <a:pt x="2155" y="235"/>
                </a:cubicBezTo>
                <a:cubicBezTo>
                  <a:pt x="2157" y="240"/>
                  <a:pt x="2157" y="244"/>
                  <a:pt x="2155" y="249"/>
                </a:cubicBezTo>
                <a:cubicBezTo>
                  <a:pt x="2154" y="254"/>
                  <a:pt x="2150" y="258"/>
                  <a:pt x="2146" y="260"/>
                </a:cubicBezTo>
                <a:lnTo>
                  <a:pt x="2129" y="268"/>
                </a:lnTo>
                <a:cubicBezTo>
                  <a:pt x="2124" y="271"/>
                  <a:pt x="2119" y="271"/>
                  <a:pt x="2114" y="269"/>
                </a:cubicBezTo>
                <a:cubicBezTo>
                  <a:pt x="2109" y="267"/>
                  <a:pt x="2106" y="264"/>
                  <a:pt x="2104" y="260"/>
                </a:cubicBezTo>
                <a:cubicBezTo>
                  <a:pt x="2101" y="255"/>
                  <a:pt x="2101" y="250"/>
                  <a:pt x="2103" y="245"/>
                </a:cubicBezTo>
                <a:cubicBezTo>
                  <a:pt x="2104" y="240"/>
                  <a:pt x="2108" y="237"/>
                  <a:pt x="2112" y="234"/>
                </a:cubicBezTo>
                <a:moveTo>
                  <a:pt x="2250" y="170"/>
                </a:moveTo>
                <a:lnTo>
                  <a:pt x="2266" y="163"/>
                </a:lnTo>
                <a:cubicBezTo>
                  <a:pt x="2271" y="161"/>
                  <a:pt x="2276" y="161"/>
                  <a:pt x="2281" y="163"/>
                </a:cubicBezTo>
                <a:cubicBezTo>
                  <a:pt x="2286" y="164"/>
                  <a:pt x="2289" y="168"/>
                  <a:pt x="2291" y="172"/>
                </a:cubicBezTo>
                <a:cubicBezTo>
                  <a:pt x="2293" y="177"/>
                  <a:pt x="2293" y="182"/>
                  <a:pt x="2292" y="187"/>
                </a:cubicBezTo>
                <a:cubicBezTo>
                  <a:pt x="2290" y="192"/>
                  <a:pt x="2286" y="195"/>
                  <a:pt x="2282" y="197"/>
                </a:cubicBezTo>
                <a:lnTo>
                  <a:pt x="2265" y="205"/>
                </a:lnTo>
                <a:cubicBezTo>
                  <a:pt x="2260" y="207"/>
                  <a:pt x="2255" y="207"/>
                  <a:pt x="2250" y="205"/>
                </a:cubicBezTo>
                <a:cubicBezTo>
                  <a:pt x="2246" y="203"/>
                  <a:pt x="2242" y="200"/>
                  <a:pt x="2240" y="195"/>
                </a:cubicBezTo>
                <a:cubicBezTo>
                  <a:pt x="2238" y="190"/>
                  <a:pt x="2238" y="186"/>
                  <a:pt x="2240" y="181"/>
                </a:cubicBezTo>
                <a:cubicBezTo>
                  <a:pt x="2241" y="176"/>
                  <a:pt x="2245" y="173"/>
                  <a:pt x="2250" y="170"/>
                </a:cubicBezTo>
                <a:moveTo>
                  <a:pt x="2387" y="112"/>
                </a:moveTo>
                <a:lnTo>
                  <a:pt x="2404" y="104"/>
                </a:lnTo>
                <a:cubicBezTo>
                  <a:pt x="2409" y="103"/>
                  <a:pt x="2414" y="103"/>
                  <a:pt x="2419" y="105"/>
                </a:cubicBezTo>
                <a:cubicBezTo>
                  <a:pt x="2423" y="107"/>
                  <a:pt x="2427" y="110"/>
                  <a:pt x="2429" y="115"/>
                </a:cubicBezTo>
                <a:cubicBezTo>
                  <a:pt x="2431" y="120"/>
                  <a:pt x="2431" y="124"/>
                  <a:pt x="2429" y="129"/>
                </a:cubicBezTo>
                <a:cubicBezTo>
                  <a:pt x="2427" y="134"/>
                  <a:pt x="2423" y="137"/>
                  <a:pt x="2418" y="139"/>
                </a:cubicBezTo>
                <a:lnTo>
                  <a:pt x="2401" y="146"/>
                </a:lnTo>
                <a:cubicBezTo>
                  <a:pt x="2396" y="148"/>
                  <a:pt x="2391" y="148"/>
                  <a:pt x="2387" y="146"/>
                </a:cubicBezTo>
                <a:cubicBezTo>
                  <a:pt x="2382" y="144"/>
                  <a:pt x="2378" y="141"/>
                  <a:pt x="2377" y="136"/>
                </a:cubicBezTo>
                <a:cubicBezTo>
                  <a:pt x="2375" y="131"/>
                  <a:pt x="2375" y="126"/>
                  <a:pt x="2377" y="122"/>
                </a:cubicBezTo>
                <a:cubicBezTo>
                  <a:pt x="2379" y="117"/>
                  <a:pt x="2382" y="114"/>
                  <a:pt x="2387" y="112"/>
                </a:cubicBezTo>
                <a:moveTo>
                  <a:pt x="2529" y="56"/>
                </a:moveTo>
                <a:lnTo>
                  <a:pt x="2546" y="50"/>
                </a:lnTo>
                <a:cubicBezTo>
                  <a:pt x="2551" y="48"/>
                  <a:pt x="2556" y="48"/>
                  <a:pt x="2561" y="50"/>
                </a:cubicBezTo>
                <a:cubicBezTo>
                  <a:pt x="2565" y="52"/>
                  <a:pt x="2569" y="56"/>
                  <a:pt x="2571" y="61"/>
                </a:cubicBezTo>
                <a:cubicBezTo>
                  <a:pt x="2572" y="66"/>
                  <a:pt x="2572" y="70"/>
                  <a:pt x="2570" y="75"/>
                </a:cubicBezTo>
                <a:cubicBezTo>
                  <a:pt x="2568" y="80"/>
                  <a:pt x="2564" y="83"/>
                  <a:pt x="2560" y="85"/>
                </a:cubicBezTo>
                <a:lnTo>
                  <a:pt x="2542" y="92"/>
                </a:lnTo>
                <a:cubicBezTo>
                  <a:pt x="2537" y="93"/>
                  <a:pt x="2532" y="93"/>
                  <a:pt x="2527" y="91"/>
                </a:cubicBezTo>
                <a:cubicBezTo>
                  <a:pt x="2523" y="89"/>
                  <a:pt x="2519" y="85"/>
                  <a:pt x="2518" y="80"/>
                </a:cubicBezTo>
                <a:cubicBezTo>
                  <a:pt x="2516" y="76"/>
                  <a:pt x="2516" y="71"/>
                  <a:pt x="2518" y="66"/>
                </a:cubicBezTo>
                <a:cubicBezTo>
                  <a:pt x="2520" y="61"/>
                  <a:pt x="2524" y="58"/>
                  <a:pt x="2529" y="56"/>
                </a:cubicBezTo>
                <a:moveTo>
                  <a:pt x="2673" y="5"/>
                </a:moveTo>
                <a:lnTo>
                  <a:pt x="2683" y="1"/>
                </a:lnTo>
                <a:cubicBezTo>
                  <a:pt x="2688" y="-1"/>
                  <a:pt x="2693" y="0"/>
                  <a:pt x="2698" y="2"/>
                </a:cubicBezTo>
                <a:cubicBezTo>
                  <a:pt x="2702" y="4"/>
                  <a:pt x="2705" y="8"/>
                  <a:pt x="2707" y="13"/>
                </a:cubicBezTo>
                <a:cubicBezTo>
                  <a:pt x="2709" y="18"/>
                  <a:pt x="2708" y="22"/>
                  <a:pt x="2706" y="27"/>
                </a:cubicBezTo>
                <a:cubicBezTo>
                  <a:pt x="2704" y="32"/>
                  <a:pt x="2700" y="35"/>
                  <a:pt x="2695" y="37"/>
                </a:cubicBezTo>
                <a:lnTo>
                  <a:pt x="2685" y="40"/>
                </a:lnTo>
                <a:cubicBezTo>
                  <a:pt x="2680" y="42"/>
                  <a:pt x="2675" y="42"/>
                  <a:pt x="2671" y="39"/>
                </a:cubicBezTo>
                <a:cubicBezTo>
                  <a:pt x="2666" y="37"/>
                  <a:pt x="2663" y="33"/>
                  <a:pt x="2661" y="28"/>
                </a:cubicBezTo>
                <a:cubicBezTo>
                  <a:pt x="2659" y="24"/>
                  <a:pt x="2660" y="19"/>
                  <a:pt x="2662" y="14"/>
                </a:cubicBezTo>
                <a:cubicBezTo>
                  <a:pt x="2664" y="9"/>
                  <a:pt x="2668" y="6"/>
                  <a:pt x="2673" y="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4" name=""/>
          <p:cNvSpPr/>
          <p:nvPr/>
        </p:nvSpPr>
        <p:spPr>
          <a:xfrm>
            <a:off x="3431880" y="2909520"/>
            <a:ext cx="70920" cy="77400"/>
          </a:xfrm>
          <a:custGeom>
            <a:avLst/>
            <a:gdLst/>
            <a:ahLst/>
            <a:rect l="0" t="0" r="r" b="b"/>
            <a:pathLst>
              <a:path fill="none" w="197" h="215">
                <a:moveTo>
                  <a:pt x="0" y="0"/>
                </a:moveTo>
                <a:lnTo>
                  <a:pt x="197" y="53"/>
                </a:lnTo>
                <a:lnTo>
                  <a:pt x="72" y="215"/>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45" name=""/>
          <p:cNvSpPr/>
          <p:nvPr/>
        </p:nvSpPr>
        <p:spPr>
          <a:xfrm>
            <a:off x="3792960" y="3076920"/>
            <a:ext cx="15120" cy="590760"/>
          </a:xfrm>
          <a:custGeom>
            <a:avLst/>
            <a:gdLst/>
            <a:ahLst/>
            <a:rect l="0" t="0" r="r" b="b"/>
            <a:pathLst>
              <a:path w="42" h="1641">
                <a:moveTo>
                  <a:pt x="0" y="1620"/>
                </a:moveTo>
                <a:lnTo>
                  <a:pt x="0" y="1602"/>
                </a:lnTo>
                <a:cubicBezTo>
                  <a:pt x="0" y="1596"/>
                  <a:pt x="2" y="1591"/>
                  <a:pt x="6" y="1587"/>
                </a:cubicBezTo>
                <a:cubicBezTo>
                  <a:pt x="10" y="1583"/>
                  <a:pt x="15" y="1581"/>
                  <a:pt x="20" y="1581"/>
                </a:cubicBezTo>
                <a:cubicBezTo>
                  <a:pt x="27" y="1581"/>
                  <a:pt x="32" y="1583"/>
                  <a:pt x="36" y="1587"/>
                </a:cubicBezTo>
                <a:cubicBezTo>
                  <a:pt x="40" y="1591"/>
                  <a:pt x="42" y="1596"/>
                  <a:pt x="42" y="1602"/>
                </a:cubicBezTo>
                <a:lnTo>
                  <a:pt x="42" y="1620"/>
                </a:lnTo>
                <a:cubicBezTo>
                  <a:pt x="42" y="1626"/>
                  <a:pt x="40" y="1631"/>
                  <a:pt x="36" y="1635"/>
                </a:cubicBezTo>
                <a:cubicBezTo>
                  <a:pt x="32" y="1639"/>
                  <a:pt x="27" y="1641"/>
                  <a:pt x="20" y="1641"/>
                </a:cubicBezTo>
                <a:cubicBezTo>
                  <a:pt x="15" y="1641"/>
                  <a:pt x="10" y="1639"/>
                  <a:pt x="6" y="1635"/>
                </a:cubicBezTo>
                <a:cubicBezTo>
                  <a:pt x="2" y="1631"/>
                  <a:pt x="0" y="1626"/>
                  <a:pt x="0" y="1620"/>
                </a:cubicBezTo>
                <a:moveTo>
                  <a:pt x="0" y="1489"/>
                </a:moveTo>
                <a:lnTo>
                  <a:pt x="0" y="1470"/>
                </a:lnTo>
                <a:cubicBezTo>
                  <a:pt x="0" y="1464"/>
                  <a:pt x="2" y="1459"/>
                  <a:pt x="6" y="1455"/>
                </a:cubicBezTo>
                <a:cubicBezTo>
                  <a:pt x="10" y="1451"/>
                  <a:pt x="15" y="1449"/>
                  <a:pt x="20" y="1449"/>
                </a:cubicBezTo>
                <a:cubicBezTo>
                  <a:pt x="27" y="1449"/>
                  <a:pt x="32" y="1451"/>
                  <a:pt x="36" y="1455"/>
                </a:cubicBezTo>
                <a:cubicBezTo>
                  <a:pt x="40" y="1459"/>
                  <a:pt x="42" y="1464"/>
                  <a:pt x="42" y="1470"/>
                </a:cubicBezTo>
                <a:lnTo>
                  <a:pt x="42" y="1489"/>
                </a:lnTo>
                <a:cubicBezTo>
                  <a:pt x="42" y="1495"/>
                  <a:pt x="40" y="1499"/>
                  <a:pt x="36" y="1503"/>
                </a:cubicBezTo>
                <a:cubicBezTo>
                  <a:pt x="32" y="1507"/>
                  <a:pt x="27" y="1509"/>
                  <a:pt x="20" y="1509"/>
                </a:cubicBezTo>
                <a:cubicBezTo>
                  <a:pt x="15" y="1509"/>
                  <a:pt x="10" y="1507"/>
                  <a:pt x="6" y="1503"/>
                </a:cubicBezTo>
                <a:cubicBezTo>
                  <a:pt x="2" y="1499"/>
                  <a:pt x="0" y="1495"/>
                  <a:pt x="0" y="1489"/>
                </a:cubicBezTo>
                <a:moveTo>
                  <a:pt x="0" y="1357"/>
                </a:moveTo>
                <a:lnTo>
                  <a:pt x="0" y="1338"/>
                </a:lnTo>
                <a:cubicBezTo>
                  <a:pt x="0" y="1333"/>
                  <a:pt x="2" y="1328"/>
                  <a:pt x="6" y="1324"/>
                </a:cubicBezTo>
                <a:cubicBezTo>
                  <a:pt x="10" y="1320"/>
                  <a:pt x="15" y="1318"/>
                  <a:pt x="20" y="1318"/>
                </a:cubicBezTo>
                <a:cubicBezTo>
                  <a:pt x="27" y="1318"/>
                  <a:pt x="32" y="1320"/>
                  <a:pt x="36" y="1324"/>
                </a:cubicBezTo>
                <a:cubicBezTo>
                  <a:pt x="40" y="1328"/>
                  <a:pt x="42" y="1333"/>
                  <a:pt x="42" y="1338"/>
                </a:cubicBezTo>
                <a:lnTo>
                  <a:pt x="42" y="1357"/>
                </a:lnTo>
                <a:cubicBezTo>
                  <a:pt x="42" y="1363"/>
                  <a:pt x="40" y="1368"/>
                  <a:pt x="36" y="1372"/>
                </a:cubicBezTo>
                <a:cubicBezTo>
                  <a:pt x="32" y="1376"/>
                  <a:pt x="27" y="1378"/>
                  <a:pt x="20" y="1378"/>
                </a:cubicBezTo>
                <a:cubicBezTo>
                  <a:pt x="15" y="1378"/>
                  <a:pt x="10" y="1376"/>
                  <a:pt x="6" y="1372"/>
                </a:cubicBezTo>
                <a:cubicBezTo>
                  <a:pt x="2" y="1368"/>
                  <a:pt x="0" y="1363"/>
                  <a:pt x="0" y="1357"/>
                </a:cubicBezTo>
                <a:moveTo>
                  <a:pt x="0" y="1225"/>
                </a:moveTo>
                <a:lnTo>
                  <a:pt x="0" y="1207"/>
                </a:lnTo>
                <a:cubicBezTo>
                  <a:pt x="0" y="1201"/>
                  <a:pt x="2" y="1196"/>
                  <a:pt x="6" y="1192"/>
                </a:cubicBezTo>
                <a:cubicBezTo>
                  <a:pt x="10" y="1188"/>
                  <a:pt x="15" y="1186"/>
                  <a:pt x="20" y="1186"/>
                </a:cubicBezTo>
                <a:cubicBezTo>
                  <a:pt x="27" y="1186"/>
                  <a:pt x="32" y="1188"/>
                  <a:pt x="36" y="1192"/>
                </a:cubicBezTo>
                <a:cubicBezTo>
                  <a:pt x="40" y="1196"/>
                  <a:pt x="42" y="1201"/>
                  <a:pt x="42" y="1207"/>
                </a:cubicBezTo>
                <a:lnTo>
                  <a:pt x="42" y="1225"/>
                </a:lnTo>
                <a:cubicBezTo>
                  <a:pt x="42" y="1231"/>
                  <a:pt x="40" y="1236"/>
                  <a:pt x="36" y="1240"/>
                </a:cubicBezTo>
                <a:cubicBezTo>
                  <a:pt x="32" y="1244"/>
                  <a:pt x="27" y="1246"/>
                  <a:pt x="20" y="1246"/>
                </a:cubicBezTo>
                <a:cubicBezTo>
                  <a:pt x="15" y="1246"/>
                  <a:pt x="10" y="1244"/>
                  <a:pt x="6" y="1240"/>
                </a:cubicBezTo>
                <a:cubicBezTo>
                  <a:pt x="2" y="1236"/>
                  <a:pt x="0" y="1231"/>
                  <a:pt x="0" y="1225"/>
                </a:cubicBezTo>
                <a:moveTo>
                  <a:pt x="0" y="1094"/>
                </a:moveTo>
                <a:lnTo>
                  <a:pt x="0" y="1075"/>
                </a:lnTo>
                <a:cubicBezTo>
                  <a:pt x="0" y="1069"/>
                  <a:pt x="2" y="1064"/>
                  <a:pt x="6" y="1060"/>
                </a:cubicBezTo>
                <a:cubicBezTo>
                  <a:pt x="10" y="1056"/>
                  <a:pt x="15" y="1054"/>
                  <a:pt x="20" y="1054"/>
                </a:cubicBezTo>
                <a:cubicBezTo>
                  <a:pt x="27" y="1054"/>
                  <a:pt x="32" y="1056"/>
                  <a:pt x="36" y="1060"/>
                </a:cubicBezTo>
                <a:cubicBezTo>
                  <a:pt x="40" y="1064"/>
                  <a:pt x="42" y="1069"/>
                  <a:pt x="42" y="1075"/>
                </a:cubicBezTo>
                <a:lnTo>
                  <a:pt x="42" y="1094"/>
                </a:lnTo>
                <a:cubicBezTo>
                  <a:pt x="42" y="1099"/>
                  <a:pt x="40" y="1104"/>
                  <a:pt x="36" y="1108"/>
                </a:cubicBezTo>
                <a:cubicBezTo>
                  <a:pt x="32" y="1112"/>
                  <a:pt x="27" y="1114"/>
                  <a:pt x="20" y="1114"/>
                </a:cubicBezTo>
                <a:cubicBezTo>
                  <a:pt x="15" y="1114"/>
                  <a:pt x="10" y="1112"/>
                  <a:pt x="6" y="1108"/>
                </a:cubicBezTo>
                <a:cubicBezTo>
                  <a:pt x="2" y="1104"/>
                  <a:pt x="0" y="1099"/>
                  <a:pt x="0" y="1094"/>
                </a:cubicBezTo>
                <a:moveTo>
                  <a:pt x="0" y="962"/>
                </a:moveTo>
                <a:lnTo>
                  <a:pt x="0" y="943"/>
                </a:lnTo>
                <a:cubicBezTo>
                  <a:pt x="0" y="938"/>
                  <a:pt x="2" y="933"/>
                  <a:pt x="6" y="929"/>
                </a:cubicBezTo>
                <a:cubicBezTo>
                  <a:pt x="10" y="925"/>
                  <a:pt x="15" y="923"/>
                  <a:pt x="20" y="923"/>
                </a:cubicBezTo>
                <a:cubicBezTo>
                  <a:pt x="27" y="923"/>
                  <a:pt x="32" y="925"/>
                  <a:pt x="36" y="929"/>
                </a:cubicBezTo>
                <a:cubicBezTo>
                  <a:pt x="40" y="933"/>
                  <a:pt x="42" y="938"/>
                  <a:pt x="42" y="943"/>
                </a:cubicBezTo>
                <a:lnTo>
                  <a:pt x="42" y="962"/>
                </a:lnTo>
                <a:cubicBezTo>
                  <a:pt x="42" y="968"/>
                  <a:pt x="40" y="973"/>
                  <a:pt x="36" y="977"/>
                </a:cubicBezTo>
                <a:cubicBezTo>
                  <a:pt x="32" y="981"/>
                  <a:pt x="27" y="983"/>
                  <a:pt x="20" y="983"/>
                </a:cubicBezTo>
                <a:cubicBezTo>
                  <a:pt x="15" y="983"/>
                  <a:pt x="10" y="981"/>
                  <a:pt x="6" y="977"/>
                </a:cubicBezTo>
                <a:cubicBezTo>
                  <a:pt x="2" y="973"/>
                  <a:pt x="0" y="968"/>
                  <a:pt x="0" y="962"/>
                </a:cubicBezTo>
                <a:moveTo>
                  <a:pt x="0" y="830"/>
                </a:moveTo>
                <a:lnTo>
                  <a:pt x="0" y="812"/>
                </a:lnTo>
                <a:cubicBezTo>
                  <a:pt x="0" y="806"/>
                  <a:pt x="2" y="801"/>
                  <a:pt x="6" y="797"/>
                </a:cubicBezTo>
                <a:cubicBezTo>
                  <a:pt x="10" y="793"/>
                  <a:pt x="15" y="791"/>
                  <a:pt x="20" y="791"/>
                </a:cubicBezTo>
                <a:cubicBezTo>
                  <a:pt x="27" y="791"/>
                  <a:pt x="32" y="793"/>
                  <a:pt x="36" y="797"/>
                </a:cubicBezTo>
                <a:cubicBezTo>
                  <a:pt x="40" y="801"/>
                  <a:pt x="42" y="806"/>
                  <a:pt x="42" y="812"/>
                </a:cubicBezTo>
                <a:lnTo>
                  <a:pt x="42" y="830"/>
                </a:lnTo>
                <a:cubicBezTo>
                  <a:pt x="42" y="836"/>
                  <a:pt x="40" y="841"/>
                  <a:pt x="36" y="845"/>
                </a:cubicBezTo>
                <a:cubicBezTo>
                  <a:pt x="32" y="849"/>
                  <a:pt x="27" y="851"/>
                  <a:pt x="20" y="851"/>
                </a:cubicBezTo>
                <a:cubicBezTo>
                  <a:pt x="15" y="851"/>
                  <a:pt x="10" y="849"/>
                  <a:pt x="6" y="845"/>
                </a:cubicBezTo>
                <a:cubicBezTo>
                  <a:pt x="2" y="841"/>
                  <a:pt x="0" y="836"/>
                  <a:pt x="0" y="830"/>
                </a:cubicBezTo>
                <a:moveTo>
                  <a:pt x="0" y="699"/>
                </a:moveTo>
                <a:lnTo>
                  <a:pt x="0" y="680"/>
                </a:lnTo>
                <a:cubicBezTo>
                  <a:pt x="0" y="674"/>
                  <a:pt x="2" y="669"/>
                  <a:pt x="6" y="665"/>
                </a:cubicBezTo>
                <a:cubicBezTo>
                  <a:pt x="10" y="661"/>
                  <a:pt x="15" y="659"/>
                  <a:pt x="20" y="659"/>
                </a:cubicBezTo>
                <a:cubicBezTo>
                  <a:pt x="27" y="659"/>
                  <a:pt x="32" y="661"/>
                  <a:pt x="36" y="665"/>
                </a:cubicBezTo>
                <a:cubicBezTo>
                  <a:pt x="40" y="669"/>
                  <a:pt x="42" y="674"/>
                  <a:pt x="42" y="680"/>
                </a:cubicBezTo>
                <a:lnTo>
                  <a:pt x="42" y="699"/>
                </a:lnTo>
                <a:cubicBezTo>
                  <a:pt x="42" y="704"/>
                  <a:pt x="40" y="709"/>
                  <a:pt x="36" y="713"/>
                </a:cubicBezTo>
                <a:cubicBezTo>
                  <a:pt x="32" y="717"/>
                  <a:pt x="27" y="719"/>
                  <a:pt x="20" y="719"/>
                </a:cubicBezTo>
                <a:cubicBezTo>
                  <a:pt x="15" y="719"/>
                  <a:pt x="10" y="717"/>
                  <a:pt x="6" y="713"/>
                </a:cubicBezTo>
                <a:cubicBezTo>
                  <a:pt x="2" y="709"/>
                  <a:pt x="0" y="704"/>
                  <a:pt x="0" y="699"/>
                </a:cubicBezTo>
                <a:moveTo>
                  <a:pt x="0" y="567"/>
                </a:moveTo>
                <a:lnTo>
                  <a:pt x="0" y="548"/>
                </a:lnTo>
                <a:cubicBezTo>
                  <a:pt x="0" y="543"/>
                  <a:pt x="2" y="538"/>
                  <a:pt x="6" y="534"/>
                </a:cubicBezTo>
                <a:cubicBezTo>
                  <a:pt x="10" y="530"/>
                  <a:pt x="15" y="528"/>
                  <a:pt x="20" y="528"/>
                </a:cubicBezTo>
                <a:cubicBezTo>
                  <a:pt x="27" y="528"/>
                  <a:pt x="32" y="530"/>
                  <a:pt x="36" y="534"/>
                </a:cubicBezTo>
                <a:cubicBezTo>
                  <a:pt x="40" y="538"/>
                  <a:pt x="42" y="543"/>
                  <a:pt x="42" y="548"/>
                </a:cubicBezTo>
                <a:lnTo>
                  <a:pt x="42" y="567"/>
                </a:lnTo>
                <a:cubicBezTo>
                  <a:pt x="42" y="573"/>
                  <a:pt x="40" y="578"/>
                  <a:pt x="36" y="582"/>
                </a:cubicBezTo>
                <a:cubicBezTo>
                  <a:pt x="32" y="586"/>
                  <a:pt x="27" y="588"/>
                  <a:pt x="20" y="588"/>
                </a:cubicBezTo>
                <a:cubicBezTo>
                  <a:pt x="15" y="588"/>
                  <a:pt x="10" y="586"/>
                  <a:pt x="6" y="582"/>
                </a:cubicBezTo>
                <a:cubicBezTo>
                  <a:pt x="2" y="578"/>
                  <a:pt x="0" y="573"/>
                  <a:pt x="0" y="567"/>
                </a:cubicBezTo>
                <a:moveTo>
                  <a:pt x="0" y="434"/>
                </a:moveTo>
                <a:lnTo>
                  <a:pt x="0" y="416"/>
                </a:lnTo>
                <a:cubicBezTo>
                  <a:pt x="0" y="410"/>
                  <a:pt x="2" y="405"/>
                  <a:pt x="6" y="401"/>
                </a:cubicBezTo>
                <a:cubicBezTo>
                  <a:pt x="10" y="397"/>
                  <a:pt x="15" y="395"/>
                  <a:pt x="20" y="395"/>
                </a:cubicBezTo>
                <a:cubicBezTo>
                  <a:pt x="27" y="395"/>
                  <a:pt x="32" y="397"/>
                  <a:pt x="36" y="401"/>
                </a:cubicBezTo>
                <a:cubicBezTo>
                  <a:pt x="40" y="405"/>
                  <a:pt x="42" y="410"/>
                  <a:pt x="42" y="416"/>
                </a:cubicBezTo>
                <a:lnTo>
                  <a:pt x="42" y="434"/>
                </a:lnTo>
                <a:cubicBezTo>
                  <a:pt x="42" y="440"/>
                  <a:pt x="40" y="445"/>
                  <a:pt x="36" y="449"/>
                </a:cubicBezTo>
                <a:cubicBezTo>
                  <a:pt x="32" y="453"/>
                  <a:pt x="27" y="455"/>
                  <a:pt x="20" y="455"/>
                </a:cubicBezTo>
                <a:cubicBezTo>
                  <a:pt x="15" y="455"/>
                  <a:pt x="10" y="453"/>
                  <a:pt x="6" y="449"/>
                </a:cubicBezTo>
                <a:cubicBezTo>
                  <a:pt x="2" y="445"/>
                  <a:pt x="0" y="440"/>
                  <a:pt x="0" y="434"/>
                </a:cubicBezTo>
                <a:moveTo>
                  <a:pt x="0" y="303"/>
                </a:moveTo>
                <a:lnTo>
                  <a:pt x="0" y="284"/>
                </a:lnTo>
                <a:cubicBezTo>
                  <a:pt x="0" y="278"/>
                  <a:pt x="2" y="273"/>
                  <a:pt x="6" y="269"/>
                </a:cubicBezTo>
                <a:cubicBezTo>
                  <a:pt x="10" y="265"/>
                  <a:pt x="15" y="263"/>
                  <a:pt x="20" y="263"/>
                </a:cubicBezTo>
                <a:cubicBezTo>
                  <a:pt x="27" y="263"/>
                  <a:pt x="32" y="265"/>
                  <a:pt x="36" y="269"/>
                </a:cubicBezTo>
                <a:cubicBezTo>
                  <a:pt x="40" y="273"/>
                  <a:pt x="42" y="278"/>
                  <a:pt x="42" y="284"/>
                </a:cubicBezTo>
                <a:lnTo>
                  <a:pt x="42" y="303"/>
                </a:lnTo>
                <a:cubicBezTo>
                  <a:pt x="42" y="308"/>
                  <a:pt x="40" y="313"/>
                  <a:pt x="36" y="317"/>
                </a:cubicBezTo>
                <a:cubicBezTo>
                  <a:pt x="32" y="321"/>
                  <a:pt x="27" y="323"/>
                  <a:pt x="20" y="323"/>
                </a:cubicBezTo>
                <a:cubicBezTo>
                  <a:pt x="15" y="323"/>
                  <a:pt x="10" y="321"/>
                  <a:pt x="6" y="317"/>
                </a:cubicBezTo>
                <a:cubicBezTo>
                  <a:pt x="2" y="313"/>
                  <a:pt x="0" y="308"/>
                  <a:pt x="0" y="303"/>
                </a:cubicBezTo>
                <a:moveTo>
                  <a:pt x="0" y="171"/>
                </a:moveTo>
                <a:lnTo>
                  <a:pt x="0" y="152"/>
                </a:lnTo>
                <a:cubicBezTo>
                  <a:pt x="0" y="146"/>
                  <a:pt x="2" y="142"/>
                  <a:pt x="6" y="138"/>
                </a:cubicBezTo>
                <a:cubicBezTo>
                  <a:pt x="10" y="134"/>
                  <a:pt x="15" y="132"/>
                  <a:pt x="20" y="132"/>
                </a:cubicBezTo>
                <a:cubicBezTo>
                  <a:pt x="27" y="132"/>
                  <a:pt x="32" y="134"/>
                  <a:pt x="36" y="138"/>
                </a:cubicBezTo>
                <a:cubicBezTo>
                  <a:pt x="40" y="142"/>
                  <a:pt x="42" y="146"/>
                  <a:pt x="42" y="152"/>
                </a:cubicBezTo>
                <a:lnTo>
                  <a:pt x="42" y="171"/>
                </a:lnTo>
                <a:cubicBezTo>
                  <a:pt x="42" y="177"/>
                  <a:pt x="40" y="182"/>
                  <a:pt x="36" y="186"/>
                </a:cubicBezTo>
                <a:cubicBezTo>
                  <a:pt x="32" y="190"/>
                  <a:pt x="27" y="192"/>
                  <a:pt x="20" y="192"/>
                </a:cubicBezTo>
                <a:cubicBezTo>
                  <a:pt x="15" y="192"/>
                  <a:pt x="10" y="190"/>
                  <a:pt x="6" y="186"/>
                </a:cubicBezTo>
                <a:cubicBezTo>
                  <a:pt x="2" y="182"/>
                  <a:pt x="0" y="177"/>
                  <a:pt x="0" y="171"/>
                </a:cubicBezTo>
                <a:moveTo>
                  <a:pt x="0" y="39"/>
                </a:moveTo>
                <a:lnTo>
                  <a:pt x="0" y="21"/>
                </a:lnTo>
                <a:cubicBezTo>
                  <a:pt x="0" y="15"/>
                  <a:pt x="2" y="10"/>
                  <a:pt x="6" y="6"/>
                </a:cubicBezTo>
                <a:cubicBezTo>
                  <a:pt x="10" y="2"/>
                  <a:pt x="15" y="0"/>
                  <a:pt x="20" y="0"/>
                </a:cubicBezTo>
                <a:cubicBezTo>
                  <a:pt x="27" y="0"/>
                  <a:pt x="32" y="2"/>
                  <a:pt x="36" y="6"/>
                </a:cubicBezTo>
                <a:cubicBezTo>
                  <a:pt x="40" y="10"/>
                  <a:pt x="42" y="15"/>
                  <a:pt x="42" y="21"/>
                </a:cubicBezTo>
                <a:lnTo>
                  <a:pt x="42" y="39"/>
                </a:lnTo>
                <a:cubicBezTo>
                  <a:pt x="42" y="45"/>
                  <a:pt x="40" y="50"/>
                  <a:pt x="36" y="54"/>
                </a:cubicBezTo>
                <a:cubicBezTo>
                  <a:pt x="32" y="58"/>
                  <a:pt x="27" y="60"/>
                  <a:pt x="20" y="60"/>
                </a:cubicBezTo>
                <a:cubicBezTo>
                  <a:pt x="15" y="60"/>
                  <a:pt x="10" y="58"/>
                  <a:pt x="6" y="54"/>
                </a:cubicBezTo>
                <a:cubicBezTo>
                  <a:pt x="2" y="50"/>
                  <a:pt x="0" y="45"/>
                  <a:pt x="0" y="39"/>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6" name=""/>
          <p:cNvSpPr/>
          <p:nvPr/>
        </p:nvSpPr>
        <p:spPr>
          <a:xfrm>
            <a:off x="3758760" y="3597480"/>
            <a:ext cx="83520" cy="62640"/>
          </a:xfrm>
          <a:custGeom>
            <a:avLst/>
            <a:gdLst/>
            <a:ahLst/>
            <a:rect l="0" t="0" r="r" b="b"/>
            <a:pathLst>
              <a:path fill="none" w="232" h="174">
                <a:moveTo>
                  <a:pt x="232" y="0"/>
                </a:moveTo>
                <a:lnTo>
                  <a:pt x="116" y="174"/>
                </a:lnTo>
                <a:lnTo>
                  <a:pt x="0"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47" name=""/>
          <p:cNvSpPr/>
          <p:nvPr/>
        </p:nvSpPr>
        <p:spPr>
          <a:xfrm>
            <a:off x="3758760" y="3050280"/>
            <a:ext cx="83520" cy="63000"/>
          </a:xfrm>
          <a:custGeom>
            <a:avLst/>
            <a:gdLst/>
            <a:ahLst/>
            <a:rect l="0" t="0" r="r" b="b"/>
            <a:pathLst>
              <a:path fill="none" w="232" h="175">
                <a:moveTo>
                  <a:pt x="0" y="175"/>
                </a:moveTo>
                <a:lnTo>
                  <a:pt x="116" y="0"/>
                </a:lnTo>
                <a:lnTo>
                  <a:pt x="232" y="175"/>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48" name=""/>
          <p:cNvSpPr/>
          <p:nvPr/>
        </p:nvSpPr>
        <p:spPr>
          <a:xfrm>
            <a:off x="4320720" y="4180680"/>
            <a:ext cx="590400" cy="15120"/>
          </a:xfrm>
          <a:custGeom>
            <a:avLst/>
            <a:gdLst/>
            <a:ahLst/>
            <a:rect l="0" t="0" r="r" b="b"/>
            <a:pathLst>
              <a:path w="1640" h="42">
                <a:moveTo>
                  <a:pt x="21" y="0"/>
                </a:moveTo>
                <a:lnTo>
                  <a:pt x="40" y="0"/>
                </a:lnTo>
                <a:cubicBezTo>
                  <a:pt x="45" y="0"/>
                  <a:pt x="50" y="2"/>
                  <a:pt x="54" y="6"/>
                </a:cubicBezTo>
                <a:cubicBezTo>
                  <a:pt x="58" y="10"/>
                  <a:pt x="60" y="16"/>
                  <a:pt x="60" y="22"/>
                </a:cubicBezTo>
                <a:cubicBezTo>
                  <a:pt x="60" y="27"/>
                  <a:pt x="58" y="32"/>
                  <a:pt x="54" y="36"/>
                </a:cubicBezTo>
                <a:cubicBezTo>
                  <a:pt x="50" y="40"/>
                  <a:pt x="45" y="42"/>
                  <a:pt x="40" y="42"/>
                </a:cubicBezTo>
                <a:lnTo>
                  <a:pt x="21" y="42"/>
                </a:lnTo>
                <a:cubicBezTo>
                  <a:pt x="15" y="42"/>
                  <a:pt x="10" y="40"/>
                  <a:pt x="6" y="36"/>
                </a:cubicBezTo>
                <a:cubicBezTo>
                  <a:pt x="2" y="32"/>
                  <a:pt x="0" y="27"/>
                  <a:pt x="0" y="22"/>
                </a:cubicBezTo>
                <a:cubicBezTo>
                  <a:pt x="0" y="16"/>
                  <a:pt x="2" y="10"/>
                  <a:pt x="6" y="6"/>
                </a:cubicBezTo>
                <a:cubicBezTo>
                  <a:pt x="10" y="2"/>
                  <a:pt x="15" y="0"/>
                  <a:pt x="21" y="0"/>
                </a:cubicBezTo>
                <a:moveTo>
                  <a:pt x="152" y="0"/>
                </a:moveTo>
                <a:lnTo>
                  <a:pt x="171" y="0"/>
                </a:lnTo>
                <a:cubicBezTo>
                  <a:pt x="177" y="0"/>
                  <a:pt x="182" y="2"/>
                  <a:pt x="186" y="6"/>
                </a:cubicBezTo>
                <a:cubicBezTo>
                  <a:pt x="190" y="10"/>
                  <a:pt x="192" y="16"/>
                  <a:pt x="192" y="22"/>
                </a:cubicBezTo>
                <a:cubicBezTo>
                  <a:pt x="192" y="27"/>
                  <a:pt x="190" y="32"/>
                  <a:pt x="186" y="36"/>
                </a:cubicBezTo>
                <a:cubicBezTo>
                  <a:pt x="182" y="40"/>
                  <a:pt x="177" y="42"/>
                  <a:pt x="171" y="42"/>
                </a:cubicBezTo>
                <a:lnTo>
                  <a:pt x="152" y="42"/>
                </a:lnTo>
                <a:cubicBezTo>
                  <a:pt x="147" y="42"/>
                  <a:pt x="142" y="40"/>
                  <a:pt x="138" y="36"/>
                </a:cubicBezTo>
                <a:cubicBezTo>
                  <a:pt x="134" y="32"/>
                  <a:pt x="132" y="27"/>
                  <a:pt x="132" y="22"/>
                </a:cubicBezTo>
                <a:cubicBezTo>
                  <a:pt x="132" y="16"/>
                  <a:pt x="134" y="10"/>
                  <a:pt x="138" y="6"/>
                </a:cubicBezTo>
                <a:cubicBezTo>
                  <a:pt x="142" y="2"/>
                  <a:pt x="147" y="0"/>
                  <a:pt x="152" y="0"/>
                </a:cubicBezTo>
                <a:moveTo>
                  <a:pt x="284" y="0"/>
                </a:moveTo>
                <a:lnTo>
                  <a:pt x="304" y="0"/>
                </a:lnTo>
                <a:cubicBezTo>
                  <a:pt x="309" y="0"/>
                  <a:pt x="314" y="2"/>
                  <a:pt x="318" y="6"/>
                </a:cubicBezTo>
                <a:cubicBezTo>
                  <a:pt x="322" y="10"/>
                  <a:pt x="324" y="16"/>
                  <a:pt x="324" y="22"/>
                </a:cubicBezTo>
                <a:cubicBezTo>
                  <a:pt x="324" y="27"/>
                  <a:pt x="322" y="32"/>
                  <a:pt x="318" y="36"/>
                </a:cubicBezTo>
                <a:cubicBezTo>
                  <a:pt x="314" y="40"/>
                  <a:pt x="309" y="42"/>
                  <a:pt x="304" y="42"/>
                </a:cubicBezTo>
                <a:lnTo>
                  <a:pt x="284" y="42"/>
                </a:lnTo>
                <a:cubicBezTo>
                  <a:pt x="278" y="42"/>
                  <a:pt x="273" y="40"/>
                  <a:pt x="269" y="36"/>
                </a:cubicBezTo>
                <a:cubicBezTo>
                  <a:pt x="265" y="32"/>
                  <a:pt x="263" y="27"/>
                  <a:pt x="263" y="22"/>
                </a:cubicBezTo>
                <a:cubicBezTo>
                  <a:pt x="263" y="16"/>
                  <a:pt x="265" y="10"/>
                  <a:pt x="269" y="6"/>
                </a:cubicBezTo>
                <a:cubicBezTo>
                  <a:pt x="273" y="2"/>
                  <a:pt x="278" y="0"/>
                  <a:pt x="284" y="0"/>
                </a:cubicBezTo>
                <a:moveTo>
                  <a:pt x="416" y="0"/>
                </a:moveTo>
                <a:lnTo>
                  <a:pt x="435" y="0"/>
                </a:lnTo>
                <a:cubicBezTo>
                  <a:pt x="441" y="0"/>
                  <a:pt x="446" y="2"/>
                  <a:pt x="450" y="6"/>
                </a:cubicBezTo>
                <a:cubicBezTo>
                  <a:pt x="454" y="10"/>
                  <a:pt x="456" y="16"/>
                  <a:pt x="456" y="22"/>
                </a:cubicBezTo>
                <a:cubicBezTo>
                  <a:pt x="456" y="27"/>
                  <a:pt x="454" y="32"/>
                  <a:pt x="450" y="36"/>
                </a:cubicBezTo>
                <a:cubicBezTo>
                  <a:pt x="446" y="40"/>
                  <a:pt x="441" y="42"/>
                  <a:pt x="435" y="42"/>
                </a:cubicBezTo>
                <a:lnTo>
                  <a:pt x="416" y="42"/>
                </a:lnTo>
                <a:cubicBezTo>
                  <a:pt x="411" y="42"/>
                  <a:pt x="406" y="40"/>
                  <a:pt x="402" y="36"/>
                </a:cubicBezTo>
                <a:cubicBezTo>
                  <a:pt x="398" y="32"/>
                  <a:pt x="396" y="27"/>
                  <a:pt x="396" y="22"/>
                </a:cubicBezTo>
                <a:cubicBezTo>
                  <a:pt x="396" y="16"/>
                  <a:pt x="398" y="10"/>
                  <a:pt x="402" y="6"/>
                </a:cubicBezTo>
                <a:cubicBezTo>
                  <a:pt x="406" y="2"/>
                  <a:pt x="411" y="0"/>
                  <a:pt x="416" y="0"/>
                </a:cubicBezTo>
                <a:moveTo>
                  <a:pt x="548" y="0"/>
                </a:moveTo>
                <a:lnTo>
                  <a:pt x="567" y="0"/>
                </a:lnTo>
                <a:cubicBezTo>
                  <a:pt x="573" y="0"/>
                  <a:pt x="577" y="2"/>
                  <a:pt x="582" y="6"/>
                </a:cubicBezTo>
                <a:cubicBezTo>
                  <a:pt x="586" y="10"/>
                  <a:pt x="588" y="16"/>
                  <a:pt x="588" y="22"/>
                </a:cubicBezTo>
                <a:cubicBezTo>
                  <a:pt x="588" y="27"/>
                  <a:pt x="586" y="32"/>
                  <a:pt x="582" y="36"/>
                </a:cubicBezTo>
                <a:cubicBezTo>
                  <a:pt x="577" y="40"/>
                  <a:pt x="573" y="42"/>
                  <a:pt x="567" y="42"/>
                </a:cubicBezTo>
                <a:lnTo>
                  <a:pt x="548" y="42"/>
                </a:lnTo>
                <a:cubicBezTo>
                  <a:pt x="542" y="42"/>
                  <a:pt x="537" y="40"/>
                  <a:pt x="533" y="36"/>
                </a:cubicBezTo>
                <a:cubicBezTo>
                  <a:pt x="529" y="32"/>
                  <a:pt x="527" y="27"/>
                  <a:pt x="527" y="22"/>
                </a:cubicBezTo>
                <a:cubicBezTo>
                  <a:pt x="527" y="16"/>
                  <a:pt x="529" y="10"/>
                  <a:pt x="533" y="6"/>
                </a:cubicBezTo>
                <a:cubicBezTo>
                  <a:pt x="537" y="2"/>
                  <a:pt x="542" y="0"/>
                  <a:pt x="548" y="0"/>
                </a:cubicBezTo>
                <a:moveTo>
                  <a:pt x="680" y="0"/>
                </a:moveTo>
                <a:lnTo>
                  <a:pt x="698" y="0"/>
                </a:lnTo>
                <a:cubicBezTo>
                  <a:pt x="704" y="0"/>
                  <a:pt x="709" y="2"/>
                  <a:pt x="713" y="6"/>
                </a:cubicBezTo>
                <a:cubicBezTo>
                  <a:pt x="717" y="10"/>
                  <a:pt x="719" y="16"/>
                  <a:pt x="719" y="22"/>
                </a:cubicBezTo>
                <a:cubicBezTo>
                  <a:pt x="719" y="27"/>
                  <a:pt x="717" y="32"/>
                  <a:pt x="713" y="36"/>
                </a:cubicBezTo>
                <a:cubicBezTo>
                  <a:pt x="709" y="40"/>
                  <a:pt x="704" y="42"/>
                  <a:pt x="698" y="42"/>
                </a:cubicBezTo>
                <a:lnTo>
                  <a:pt x="680" y="42"/>
                </a:lnTo>
                <a:cubicBezTo>
                  <a:pt x="674" y="42"/>
                  <a:pt x="669" y="40"/>
                  <a:pt x="665" y="36"/>
                </a:cubicBezTo>
                <a:cubicBezTo>
                  <a:pt x="661" y="32"/>
                  <a:pt x="659" y="27"/>
                  <a:pt x="659" y="22"/>
                </a:cubicBezTo>
                <a:cubicBezTo>
                  <a:pt x="659" y="16"/>
                  <a:pt x="661" y="10"/>
                  <a:pt x="665" y="6"/>
                </a:cubicBezTo>
                <a:cubicBezTo>
                  <a:pt x="669" y="2"/>
                  <a:pt x="674" y="0"/>
                  <a:pt x="680" y="0"/>
                </a:cubicBezTo>
                <a:moveTo>
                  <a:pt x="811" y="0"/>
                </a:moveTo>
                <a:lnTo>
                  <a:pt x="830" y="0"/>
                </a:lnTo>
                <a:cubicBezTo>
                  <a:pt x="836" y="0"/>
                  <a:pt x="841" y="2"/>
                  <a:pt x="845" y="6"/>
                </a:cubicBezTo>
                <a:cubicBezTo>
                  <a:pt x="849" y="10"/>
                  <a:pt x="851" y="16"/>
                  <a:pt x="851" y="22"/>
                </a:cubicBezTo>
                <a:cubicBezTo>
                  <a:pt x="851" y="27"/>
                  <a:pt x="849" y="32"/>
                  <a:pt x="845" y="36"/>
                </a:cubicBezTo>
                <a:cubicBezTo>
                  <a:pt x="841" y="40"/>
                  <a:pt x="836" y="42"/>
                  <a:pt x="830" y="42"/>
                </a:cubicBezTo>
                <a:lnTo>
                  <a:pt x="811" y="42"/>
                </a:lnTo>
                <a:cubicBezTo>
                  <a:pt x="806" y="42"/>
                  <a:pt x="801" y="40"/>
                  <a:pt x="797" y="36"/>
                </a:cubicBezTo>
                <a:cubicBezTo>
                  <a:pt x="793" y="32"/>
                  <a:pt x="791" y="27"/>
                  <a:pt x="791" y="22"/>
                </a:cubicBezTo>
                <a:cubicBezTo>
                  <a:pt x="791" y="16"/>
                  <a:pt x="793" y="10"/>
                  <a:pt x="797" y="6"/>
                </a:cubicBezTo>
                <a:cubicBezTo>
                  <a:pt x="801" y="2"/>
                  <a:pt x="806" y="0"/>
                  <a:pt x="811" y="0"/>
                </a:cubicBezTo>
                <a:moveTo>
                  <a:pt x="943" y="0"/>
                </a:moveTo>
                <a:lnTo>
                  <a:pt x="962" y="0"/>
                </a:lnTo>
                <a:cubicBezTo>
                  <a:pt x="967" y="0"/>
                  <a:pt x="972" y="2"/>
                  <a:pt x="976" y="6"/>
                </a:cubicBezTo>
                <a:cubicBezTo>
                  <a:pt x="980" y="10"/>
                  <a:pt x="982" y="16"/>
                  <a:pt x="982" y="22"/>
                </a:cubicBezTo>
                <a:cubicBezTo>
                  <a:pt x="982" y="27"/>
                  <a:pt x="980" y="32"/>
                  <a:pt x="976" y="36"/>
                </a:cubicBezTo>
                <a:cubicBezTo>
                  <a:pt x="972" y="40"/>
                  <a:pt x="967" y="42"/>
                  <a:pt x="962" y="42"/>
                </a:cubicBezTo>
                <a:lnTo>
                  <a:pt x="943" y="42"/>
                </a:lnTo>
                <a:cubicBezTo>
                  <a:pt x="937" y="42"/>
                  <a:pt x="932" y="40"/>
                  <a:pt x="928" y="36"/>
                </a:cubicBezTo>
                <a:cubicBezTo>
                  <a:pt x="924" y="32"/>
                  <a:pt x="922" y="27"/>
                  <a:pt x="922" y="22"/>
                </a:cubicBezTo>
                <a:cubicBezTo>
                  <a:pt x="922" y="16"/>
                  <a:pt x="924" y="10"/>
                  <a:pt x="928" y="6"/>
                </a:cubicBezTo>
                <a:cubicBezTo>
                  <a:pt x="932" y="2"/>
                  <a:pt x="937" y="0"/>
                  <a:pt x="943" y="0"/>
                </a:cubicBezTo>
                <a:moveTo>
                  <a:pt x="1074" y="0"/>
                </a:moveTo>
                <a:lnTo>
                  <a:pt x="1093" y="0"/>
                </a:lnTo>
                <a:cubicBezTo>
                  <a:pt x="1099" y="0"/>
                  <a:pt x="1104" y="2"/>
                  <a:pt x="1108" y="6"/>
                </a:cubicBezTo>
                <a:cubicBezTo>
                  <a:pt x="1112" y="10"/>
                  <a:pt x="1114" y="16"/>
                  <a:pt x="1114" y="22"/>
                </a:cubicBezTo>
                <a:cubicBezTo>
                  <a:pt x="1114" y="27"/>
                  <a:pt x="1112" y="32"/>
                  <a:pt x="1108" y="36"/>
                </a:cubicBezTo>
                <a:cubicBezTo>
                  <a:pt x="1104" y="40"/>
                  <a:pt x="1099" y="42"/>
                  <a:pt x="1093" y="42"/>
                </a:cubicBezTo>
                <a:lnTo>
                  <a:pt x="1074" y="42"/>
                </a:lnTo>
                <a:cubicBezTo>
                  <a:pt x="1069" y="42"/>
                  <a:pt x="1064" y="40"/>
                  <a:pt x="1060" y="36"/>
                </a:cubicBezTo>
                <a:cubicBezTo>
                  <a:pt x="1056" y="32"/>
                  <a:pt x="1054" y="27"/>
                  <a:pt x="1054" y="22"/>
                </a:cubicBezTo>
                <a:cubicBezTo>
                  <a:pt x="1054" y="16"/>
                  <a:pt x="1056" y="10"/>
                  <a:pt x="1060" y="6"/>
                </a:cubicBezTo>
                <a:cubicBezTo>
                  <a:pt x="1064" y="2"/>
                  <a:pt x="1069" y="0"/>
                  <a:pt x="1074" y="0"/>
                </a:cubicBezTo>
                <a:moveTo>
                  <a:pt x="1206" y="0"/>
                </a:moveTo>
                <a:lnTo>
                  <a:pt x="1225" y="0"/>
                </a:lnTo>
                <a:cubicBezTo>
                  <a:pt x="1231" y="0"/>
                  <a:pt x="1235" y="2"/>
                  <a:pt x="1239" y="6"/>
                </a:cubicBezTo>
                <a:cubicBezTo>
                  <a:pt x="1244" y="10"/>
                  <a:pt x="1246" y="16"/>
                  <a:pt x="1246" y="22"/>
                </a:cubicBezTo>
                <a:cubicBezTo>
                  <a:pt x="1246" y="27"/>
                  <a:pt x="1244" y="32"/>
                  <a:pt x="1239" y="36"/>
                </a:cubicBezTo>
                <a:cubicBezTo>
                  <a:pt x="1235" y="40"/>
                  <a:pt x="1231" y="42"/>
                  <a:pt x="1225" y="42"/>
                </a:cubicBezTo>
                <a:lnTo>
                  <a:pt x="1206" y="42"/>
                </a:lnTo>
                <a:cubicBezTo>
                  <a:pt x="1200" y="42"/>
                  <a:pt x="1195" y="40"/>
                  <a:pt x="1191" y="36"/>
                </a:cubicBezTo>
                <a:cubicBezTo>
                  <a:pt x="1187" y="32"/>
                  <a:pt x="1185" y="27"/>
                  <a:pt x="1185" y="22"/>
                </a:cubicBezTo>
                <a:cubicBezTo>
                  <a:pt x="1185" y="16"/>
                  <a:pt x="1187" y="10"/>
                  <a:pt x="1191" y="6"/>
                </a:cubicBezTo>
                <a:cubicBezTo>
                  <a:pt x="1195" y="2"/>
                  <a:pt x="1200" y="0"/>
                  <a:pt x="1206" y="0"/>
                </a:cubicBezTo>
                <a:moveTo>
                  <a:pt x="1338" y="0"/>
                </a:moveTo>
                <a:lnTo>
                  <a:pt x="1356" y="0"/>
                </a:lnTo>
                <a:cubicBezTo>
                  <a:pt x="1362" y="0"/>
                  <a:pt x="1367" y="2"/>
                  <a:pt x="1371" y="6"/>
                </a:cubicBezTo>
                <a:cubicBezTo>
                  <a:pt x="1375" y="10"/>
                  <a:pt x="1377" y="16"/>
                  <a:pt x="1377" y="22"/>
                </a:cubicBezTo>
                <a:cubicBezTo>
                  <a:pt x="1377" y="27"/>
                  <a:pt x="1375" y="32"/>
                  <a:pt x="1371" y="36"/>
                </a:cubicBezTo>
                <a:cubicBezTo>
                  <a:pt x="1367" y="40"/>
                  <a:pt x="1362" y="42"/>
                  <a:pt x="1356" y="42"/>
                </a:cubicBezTo>
                <a:lnTo>
                  <a:pt x="1338" y="42"/>
                </a:lnTo>
                <a:cubicBezTo>
                  <a:pt x="1332" y="42"/>
                  <a:pt x="1327" y="40"/>
                  <a:pt x="1323" y="36"/>
                </a:cubicBezTo>
                <a:cubicBezTo>
                  <a:pt x="1319" y="32"/>
                  <a:pt x="1317" y="27"/>
                  <a:pt x="1317" y="22"/>
                </a:cubicBezTo>
                <a:cubicBezTo>
                  <a:pt x="1317" y="16"/>
                  <a:pt x="1319" y="10"/>
                  <a:pt x="1323" y="6"/>
                </a:cubicBezTo>
                <a:cubicBezTo>
                  <a:pt x="1327" y="2"/>
                  <a:pt x="1332" y="0"/>
                  <a:pt x="1338" y="0"/>
                </a:cubicBezTo>
                <a:moveTo>
                  <a:pt x="1469" y="0"/>
                </a:moveTo>
                <a:lnTo>
                  <a:pt x="1488" y="0"/>
                </a:lnTo>
                <a:cubicBezTo>
                  <a:pt x="1494" y="0"/>
                  <a:pt x="1499" y="2"/>
                  <a:pt x="1503" y="6"/>
                </a:cubicBezTo>
                <a:cubicBezTo>
                  <a:pt x="1507" y="10"/>
                  <a:pt x="1509" y="16"/>
                  <a:pt x="1509" y="22"/>
                </a:cubicBezTo>
                <a:cubicBezTo>
                  <a:pt x="1509" y="27"/>
                  <a:pt x="1507" y="32"/>
                  <a:pt x="1503" y="36"/>
                </a:cubicBezTo>
                <a:cubicBezTo>
                  <a:pt x="1499" y="40"/>
                  <a:pt x="1494" y="42"/>
                  <a:pt x="1488" y="42"/>
                </a:cubicBezTo>
                <a:lnTo>
                  <a:pt x="1469" y="42"/>
                </a:lnTo>
                <a:cubicBezTo>
                  <a:pt x="1464" y="42"/>
                  <a:pt x="1459" y="40"/>
                  <a:pt x="1455" y="36"/>
                </a:cubicBezTo>
                <a:cubicBezTo>
                  <a:pt x="1451" y="32"/>
                  <a:pt x="1449" y="27"/>
                  <a:pt x="1449" y="22"/>
                </a:cubicBezTo>
                <a:cubicBezTo>
                  <a:pt x="1449" y="16"/>
                  <a:pt x="1451" y="10"/>
                  <a:pt x="1455" y="6"/>
                </a:cubicBezTo>
                <a:cubicBezTo>
                  <a:pt x="1459" y="2"/>
                  <a:pt x="1464" y="0"/>
                  <a:pt x="1469" y="0"/>
                </a:cubicBezTo>
                <a:moveTo>
                  <a:pt x="1601" y="0"/>
                </a:moveTo>
                <a:lnTo>
                  <a:pt x="1620" y="0"/>
                </a:lnTo>
                <a:cubicBezTo>
                  <a:pt x="1625" y="0"/>
                  <a:pt x="1630" y="2"/>
                  <a:pt x="1634" y="6"/>
                </a:cubicBezTo>
                <a:cubicBezTo>
                  <a:pt x="1638" y="10"/>
                  <a:pt x="1640" y="16"/>
                  <a:pt x="1640" y="22"/>
                </a:cubicBezTo>
                <a:cubicBezTo>
                  <a:pt x="1640" y="27"/>
                  <a:pt x="1638" y="32"/>
                  <a:pt x="1634" y="36"/>
                </a:cubicBezTo>
                <a:cubicBezTo>
                  <a:pt x="1630" y="40"/>
                  <a:pt x="1625" y="42"/>
                  <a:pt x="1620" y="42"/>
                </a:cubicBezTo>
                <a:lnTo>
                  <a:pt x="1601" y="42"/>
                </a:lnTo>
                <a:cubicBezTo>
                  <a:pt x="1595" y="42"/>
                  <a:pt x="1590" y="40"/>
                  <a:pt x="1586" y="36"/>
                </a:cubicBezTo>
                <a:cubicBezTo>
                  <a:pt x="1582" y="32"/>
                  <a:pt x="1580" y="27"/>
                  <a:pt x="1580" y="22"/>
                </a:cubicBezTo>
                <a:cubicBezTo>
                  <a:pt x="1580" y="16"/>
                  <a:pt x="1582" y="10"/>
                  <a:pt x="1586" y="6"/>
                </a:cubicBezTo>
                <a:cubicBezTo>
                  <a:pt x="1590" y="2"/>
                  <a:pt x="1595" y="0"/>
                  <a:pt x="1601" y="0"/>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9" name=""/>
          <p:cNvSpPr/>
          <p:nvPr/>
        </p:nvSpPr>
        <p:spPr>
          <a:xfrm>
            <a:off x="4328280" y="4146480"/>
            <a:ext cx="62640" cy="83880"/>
          </a:xfrm>
          <a:custGeom>
            <a:avLst/>
            <a:gdLst/>
            <a:ahLst/>
            <a:rect l="0" t="0" r="r" b="b"/>
            <a:pathLst>
              <a:path fill="none" w="174" h="233">
                <a:moveTo>
                  <a:pt x="174" y="233"/>
                </a:moveTo>
                <a:lnTo>
                  <a:pt x="0" y="116"/>
                </a:lnTo>
                <a:lnTo>
                  <a:pt x="174"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50" name=""/>
          <p:cNvSpPr/>
          <p:nvPr/>
        </p:nvSpPr>
        <p:spPr>
          <a:xfrm>
            <a:off x="4874760" y="4146480"/>
            <a:ext cx="63000" cy="83880"/>
          </a:xfrm>
          <a:custGeom>
            <a:avLst/>
            <a:gdLst/>
            <a:ahLst/>
            <a:rect l="0" t="0" r="r" b="b"/>
            <a:pathLst>
              <a:path fill="none" w="175" h="233">
                <a:moveTo>
                  <a:pt x="0" y="0"/>
                </a:moveTo>
                <a:lnTo>
                  <a:pt x="175" y="116"/>
                </a:lnTo>
                <a:lnTo>
                  <a:pt x="0" y="233"/>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51" name=""/>
          <p:cNvSpPr/>
          <p:nvPr/>
        </p:nvSpPr>
        <p:spPr>
          <a:xfrm>
            <a:off x="3792960" y="4708800"/>
            <a:ext cx="15120" cy="591120"/>
          </a:xfrm>
          <a:custGeom>
            <a:avLst/>
            <a:gdLst/>
            <a:ahLst/>
            <a:rect l="0" t="0" r="r" b="b"/>
            <a:pathLst>
              <a:path w="42" h="1642">
                <a:moveTo>
                  <a:pt x="42" y="21"/>
                </a:moveTo>
                <a:lnTo>
                  <a:pt x="42" y="40"/>
                </a:lnTo>
                <a:cubicBezTo>
                  <a:pt x="42" y="46"/>
                  <a:pt x="40" y="50"/>
                  <a:pt x="36" y="54"/>
                </a:cubicBezTo>
                <a:cubicBezTo>
                  <a:pt x="32" y="59"/>
                  <a:pt x="27" y="61"/>
                  <a:pt x="20" y="61"/>
                </a:cubicBezTo>
                <a:cubicBezTo>
                  <a:pt x="15" y="61"/>
                  <a:pt x="10" y="59"/>
                  <a:pt x="6" y="54"/>
                </a:cubicBezTo>
                <a:cubicBezTo>
                  <a:pt x="2" y="50"/>
                  <a:pt x="0" y="46"/>
                  <a:pt x="0" y="40"/>
                </a:cubicBezTo>
                <a:lnTo>
                  <a:pt x="0" y="21"/>
                </a:lnTo>
                <a:cubicBezTo>
                  <a:pt x="0" y="15"/>
                  <a:pt x="2" y="10"/>
                  <a:pt x="6" y="6"/>
                </a:cubicBezTo>
                <a:cubicBezTo>
                  <a:pt x="10" y="2"/>
                  <a:pt x="15" y="0"/>
                  <a:pt x="20" y="0"/>
                </a:cubicBezTo>
                <a:cubicBezTo>
                  <a:pt x="27" y="0"/>
                  <a:pt x="32" y="2"/>
                  <a:pt x="36" y="6"/>
                </a:cubicBezTo>
                <a:cubicBezTo>
                  <a:pt x="40" y="10"/>
                  <a:pt x="42" y="15"/>
                  <a:pt x="42" y="21"/>
                </a:cubicBezTo>
                <a:moveTo>
                  <a:pt x="42" y="153"/>
                </a:moveTo>
                <a:lnTo>
                  <a:pt x="42" y="172"/>
                </a:lnTo>
                <a:cubicBezTo>
                  <a:pt x="42" y="177"/>
                  <a:pt x="40" y="182"/>
                  <a:pt x="36" y="186"/>
                </a:cubicBezTo>
                <a:cubicBezTo>
                  <a:pt x="32" y="190"/>
                  <a:pt x="27" y="192"/>
                  <a:pt x="20" y="192"/>
                </a:cubicBezTo>
                <a:cubicBezTo>
                  <a:pt x="15" y="192"/>
                  <a:pt x="10" y="190"/>
                  <a:pt x="6" y="186"/>
                </a:cubicBezTo>
                <a:cubicBezTo>
                  <a:pt x="2" y="182"/>
                  <a:pt x="0" y="177"/>
                  <a:pt x="0" y="172"/>
                </a:cubicBezTo>
                <a:lnTo>
                  <a:pt x="0" y="153"/>
                </a:lnTo>
                <a:cubicBezTo>
                  <a:pt x="0" y="147"/>
                  <a:pt x="2" y="142"/>
                  <a:pt x="6" y="138"/>
                </a:cubicBezTo>
                <a:cubicBezTo>
                  <a:pt x="10" y="134"/>
                  <a:pt x="15" y="132"/>
                  <a:pt x="20" y="132"/>
                </a:cubicBezTo>
                <a:cubicBezTo>
                  <a:pt x="27" y="132"/>
                  <a:pt x="32" y="134"/>
                  <a:pt x="36" y="138"/>
                </a:cubicBezTo>
                <a:cubicBezTo>
                  <a:pt x="40" y="142"/>
                  <a:pt x="42" y="147"/>
                  <a:pt x="42" y="153"/>
                </a:cubicBezTo>
                <a:moveTo>
                  <a:pt x="42" y="284"/>
                </a:moveTo>
                <a:lnTo>
                  <a:pt x="42" y="303"/>
                </a:lnTo>
                <a:cubicBezTo>
                  <a:pt x="42" y="309"/>
                  <a:pt x="40" y="314"/>
                  <a:pt x="36" y="318"/>
                </a:cubicBezTo>
                <a:cubicBezTo>
                  <a:pt x="32" y="322"/>
                  <a:pt x="27" y="324"/>
                  <a:pt x="20" y="324"/>
                </a:cubicBezTo>
                <a:cubicBezTo>
                  <a:pt x="15" y="324"/>
                  <a:pt x="10" y="322"/>
                  <a:pt x="6" y="318"/>
                </a:cubicBezTo>
                <a:cubicBezTo>
                  <a:pt x="2" y="314"/>
                  <a:pt x="0" y="309"/>
                  <a:pt x="0" y="303"/>
                </a:cubicBezTo>
                <a:lnTo>
                  <a:pt x="0" y="284"/>
                </a:lnTo>
                <a:cubicBezTo>
                  <a:pt x="0" y="279"/>
                  <a:pt x="2" y="274"/>
                  <a:pt x="6" y="270"/>
                </a:cubicBezTo>
                <a:cubicBezTo>
                  <a:pt x="10" y="266"/>
                  <a:pt x="15" y="264"/>
                  <a:pt x="20" y="264"/>
                </a:cubicBezTo>
                <a:cubicBezTo>
                  <a:pt x="27" y="264"/>
                  <a:pt x="32" y="266"/>
                  <a:pt x="36" y="270"/>
                </a:cubicBezTo>
                <a:cubicBezTo>
                  <a:pt x="40" y="274"/>
                  <a:pt x="42" y="279"/>
                  <a:pt x="42" y="284"/>
                </a:cubicBezTo>
                <a:moveTo>
                  <a:pt x="42" y="416"/>
                </a:moveTo>
                <a:lnTo>
                  <a:pt x="42" y="435"/>
                </a:lnTo>
                <a:cubicBezTo>
                  <a:pt x="42" y="441"/>
                  <a:pt x="40" y="445"/>
                  <a:pt x="36" y="449"/>
                </a:cubicBezTo>
                <a:cubicBezTo>
                  <a:pt x="32" y="454"/>
                  <a:pt x="27" y="456"/>
                  <a:pt x="20" y="456"/>
                </a:cubicBezTo>
                <a:cubicBezTo>
                  <a:pt x="15" y="456"/>
                  <a:pt x="10" y="454"/>
                  <a:pt x="6" y="449"/>
                </a:cubicBezTo>
                <a:cubicBezTo>
                  <a:pt x="2" y="445"/>
                  <a:pt x="0" y="441"/>
                  <a:pt x="0" y="435"/>
                </a:cubicBezTo>
                <a:lnTo>
                  <a:pt x="0" y="416"/>
                </a:lnTo>
                <a:cubicBezTo>
                  <a:pt x="0" y="410"/>
                  <a:pt x="2" y="405"/>
                  <a:pt x="6" y="401"/>
                </a:cubicBezTo>
                <a:cubicBezTo>
                  <a:pt x="10" y="397"/>
                  <a:pt x="15" y="395"/>
                  <a:pt x="20" y="395"/>
                </a:cubicBezTo>
                <a:cubicBezTo>
                  <a:pt x="27" y="395"/>
                  <a:pt x="32" y="397"/>
                  <a:pt x="36" y="401"/>
                </a:cubicBezTo>
                <a:cubicBezTo>
                  <a:pt x="40" y="405"/>
                  <a:pt x="42" y="410"/>
                  <a:pt x="42" y="416"/>
                </a:cubicBezTo>
                <a:moveTo>
                  <a:pt x="42" y="548"/>
                </a:moveTo>
                <a:lnTo>
                  <a:pt x="42" y="567"/>
                </a:lnTo>
                <a:cubicBezTo>
                  <a:pt x="42" y="572"/>
                  <a:pt x="40" y="577"/>
                  <a:pt x="36" y="581"/>
                </a:cubicBezTo>
                <a:cubicBezTo>
                  <a:pt x="32" y="585"/>
                  <a:pt x="27" y="587"/>
                  <a:pt x="20" y="587"/>
                </a:cubicBezTo>
                <a:cubicBezTo>
                  <a:pt x="15" y="587"/>
                  <a:pt x="10" y="585"/>
                  <a:pt x="6" y="581"/>
                </a:cubicBezTo>
                <a:cubicBezTo>
                  <a:pt x="2" y="577"/>
                  <a:pt x="0" y="572"/>
                  <a:pt x="0" y="567"/>
                </a:cubicBezTo>
                <a:lnTo>
                  <a:pt x="0" y="548"/>
                </a:lnTo>
                <a:cubicBezTo>
                  <a:pt x="0" y="542"/>
                  <a:pt x="2" y="537"/>
                  <a:pt x="6" y="533"/>
                </a:cubicBezTo>
                <a:cubicBezTo>
                  <a:pt x="10" y="529"/>
                  <a:pt x="15" y="527"/>
                  <a:pt x="20" y="527"/>
                </a:cubicBezTo>
                <a:cubicBezTo>
                  <a:pt x="27" y="527"/>
                  <a:pt x="32" y="529"/>
                  <a:pt x="36" y="533"/>
                </a:cubicBezTo>
                <a:cubicBezTo>
                  <a:pt x="40" y="537"/>
                  <a:pt x="42" y="542"/>
                  <a:pt x="42" y="548"/>
                </a:cubicBezTo>
                <a:moveTo>
                  <a:pt x="42" y="679"/>
                </a:moveTo>
                <a:lnTo>
                  <a:pt x="42" y="698"/>
                </a:lnTo>
                <a:cubicBezTo>
                  <a:pt x="42" y="704"/>
                  <a:pt x="40" y="709"/>
                  <a:pt x="36" y="713"/>
                </a:cubicBezTo>
                <a:cubicBezTo>
                  <a:pt x="32" y="717"/>
                  <a:pt x="27" y="719"/>
                  <a:pt x="20" y="719"/>
                </a:cubicBezTo>
                <a:cubicBezTo>
                  <a:pt x="15" y="719"/>
                  <a:pt x="10" y="717"/>
                  <a:pt x="6" y="713"/>
                </a:cubicBezTo>
                <a:cubicBezTo>
                  <a:pt x="2" y="709"/>
                  <a:pt x="0" y="704"/>
                  <a:pt x="0" y="698"/>
                </a:cubicBezTo>
                <a:lnTo>
                  <a:pt x="0" y="679"/>
                </a:lnTo>
                <a:cubicBezTo>
                  <a:pt x="0" y="674"/>
                  <a:pt x="2" y="669"/>
                  <a:pt x="6" y="665"/>
                </a:cubicBezTo>
                <a:cubicBezTo>
                  <a:pt x="10" y="661"/>
                  <a:pt x="15" y="659"/>
                  <a:pt x="20" y="659"/>
                </a:cubicBezTo>
                <a:cubicBezTo>
                  <a:pt x="27" y="659"/>
                  <a:pt x="32" y="661"/>
                  <a:pt x="36" y="665"/>
                </a:cubicBezTo>
                <a:cubicBezTo>
                  <a:pt x="40" y="669"/>
                  <a:pt x="42" y="674"/>
                  <a:pt x="42" y="679"/>
                </a:cubicBezTo>
                <a:moveTo>
                  <a:pt x="42" y="811"/>
                </a:moveTo>
                <a:lnTo>
                  <a:pt x="42" y="830"/>
                </a:lnTo>
                <a:cubicBezTo>
                  <a:pt x="42" y="836"/>
                  <a:pt x="40" y="840"/>
                  <a:pt x="36" y="845"/>
                </a:cubicBezTo>
                <a:cubicBezTo>
                  <a:pt x="32" y="849"/>
                  <a:pt x="27" y="851"/>
                  <a:pt x="20" y="851"/>
                </a:cubicBezTo>
                <a:cubicBezTo>
                  <a:pt x="15" y="851"/>
                  <a:pt x="10" y="849"/>
                  <a:pt x="6" y="845"/>
                </a:cubicBezTo>
                <a:cubicBezTo>
                  <a:pt x="2" y="840"/>
                  <a:pt x="0" y="836"/>
                  <a:pt x="0" y="830"/>
                </a:cubicBezTo>
                <a:lnTo>
                  <a:pt x="0" y="811"/>
                </a:lnTo>
                <a:cubicBezTo>
                  <a:pt x="0" y="805"/>
                  <a:pt x="2" y="801"/>
                  <a:pt x="6" y="796"/>
                </a:cubicBezTo>
                <a:cubicBezTo>
                  <a:pt x="10" y="792"/>
                  <a:pt x="15" y="790"/>
                  <a:pt x="20" y="790"/>
                </a:cubicBezTo>
                <a:cubicBezTo>
                  <a:pt x="27" y="790"/>
                  <a:pt x="32" y="792"/>
                  <a:pt x="36" y="796"/>
                </a:cubicBezTo>
                <a:cubicBezTo>
                  <a:pt x="40" y="801"/>
                  <a:pt x="42" y="805"/>
                  <a:pt x="42" y="811"/>
                </a:cubicBezTo>
                <a:moveTo>
                  <a:pt x="42" y="944"/>
                </a:moveTo>
                <a:lnTo>
                  <a:pt x="42" y="963"/>
                </a:lnTo>
                <a:cubicBezTo>
                  <a:pt x="42" y="968"/>
                  <a:pt x="40" y="973"/>
                  <a:pt x="36" y="977"/>
                </a:cubicBezTo>
                <a:cubicBezTo>
                  <a:pt x="32" y="981"/>
                  <a:pt x="27" y="983"/>
                  <a:pt x="20" y="983"/>
                </a:cubicBezTo>
                <a:cubicBezTo>
                  <a:pt x="15" y="983"/>
                  <a:pt x="10" y="981"/>
                  <a:pt x="6" y="977"/>
                </a:cubicBezTo>
                <a:cubicBezTo>
                  <a:pt x="2" y="973"/>
                  <a:pt x="0" y="968"/>
                  <a:pt x="0" y="963"/>
                </a:cubicBezTo>
                <a:lnTo>
                  <a:pt x="0" y="944"/>
                </a:lnTo>
                <a:cubicBezTo>
                  <a:pt x="0" y="938"/>
                  <a:pt x="2" y="933"/>
                  <a:pt x="6" y="929"/>
                </a:cubicBezTo>
                <a:cubicBezTo>
                  <a:pt x="10" y="925"/>
                  <a:pt x="15" y="923"/>
                  <a:pt x="20" y="923"/>
                </a:cubicBezTo>
                <a:cubicBezTo>
                  <a:pt x="27" y="923"/>
                  <a:pt x="32" y="925"/>
                  <a:pt x="36" y="929"/>
                </a:cubicBezTo>
                <a:cubicBezTo>
                  <a:pt x="40" y="933"/>
                  <a:pt x="42" y="938"/>
                  <a:pt x="42" y="944"/>
                </a:cubicBezTo>
                <a:moveTo>
                  <a:pt x="42" y="1075"/>
                </a:moveTo>
                <a:lnTo>
                  <a:pt x="42" y="1094"/>
                </a:lnTo>
                <a:cubicBezTo>
                  <a:pt x="42" y="1100"/>
                  <a:pt x="40" y="1105"/>
                  <a:pt x="36" y="1109"/>
                </a:cubicBezTo>
                <a:cubicBezTo>
                  <a:pt x="32" y="1113"/>
                  <a:pt x="27" y="1115"/>
                  <a:pt x="20" y="1115"/>
                </a:cubicBezTo>
                <a:cubicBezTo>
                  <a:pt x="15" y="1115"/>
                  <a:pt x="10" y="1113"/>
                  <a:pt x="6" y="1109"/>
                </a:cubicBezTo>
                <a:cubicBezTo>
                  <a:pt x="2" y="1105"/>
                  <a:pt x="0" y="1100"/>
                  <a:pt x="0" y="1094"/>
                </a:cubicBezTo>
                <a:lnTo>
                  <a:pt x="0" y="1075"/>
                </a:lnTo>
                <a:cubicBezTo>
                  <a:pt x="0" y="1070"/>
                  <a:pt x="2" y="1065"/>
                  <a:pt x="6" y="1061"/>
                </a:cubicBezTo>
                <a:cubicBezTo>
                  <a:pt x="10" y="1057"/>
                  <a:pt x="15" y="1055"/>
                  <a:pt x="20" y="1055"/>
                </a:cubicBezTo>
                <a:cubicBezTo>
                  <a:pt x="27" y="1055"/>
                  <a:pt x="32" y="1057"/>
                  <a:pt x="36" y="1061"/>
                </a:cubicBezTo>
                <a:cubicBezTo>
                  <a:pt x="40" y="1065"/>
                  <a:pt x="42" y="1070"/>
                  <a:pt x="42" y="1075"/>
                </a:cubicBezTo>
                <a:moveTo>
                  <a:pt x="42" y="1207"/>
                </a:moveTo>
                <a:lnTo>
                  <a:pt x="42" y="1226"/>
                </a:lnTo>
                <a:cubicBezTo>
                  <a:pt x="42" y="1232"/>
                  <a:pt x="40" y="1237"/>
                  <a:pt x="36" y="1241"/>
                </a:cubicBezTo>
                <a:cubicBezTo>
                  <a:pt x="32" y="1245"/>
                  <a:pt x="27" y="1247"/>
                  <a:pt x="20" y="1247"/>
                </a:cubicBezTo>
                <a:cubicBezTo>
                  <a:pt x="15" y="1247"/>
                  <a:pt x="10" y="1245"/>
                  <a:pt x="6" y="1241"/>
                </a:cubicBezTo>
                <a:cubicBezTo>
                  <a:pt x="2" y="1237"/>
                  <a:pt x="0" y="1232"/>
                  <a:pt x="0" y="1226"/>
                </a:cubicBezTo>
                <a:lnTo>
                  <a:pt x="0" y="1207"/>
                </a:lnTo>
                <a:cubicBezTo>
                  <a:pt x="0" y="1201"/>
                  <a:pt x="2" y="1197"/>
                  <a:pt x="6" y="1192"/>
                </a:cubicBezTo>
                <a:cubicBezTo>
                  <a:pt x="10" y="1188"/>
                  <a:pt x="15" y="1186"/>
                  <a:pt x="20" y="1186"/>
                </a:cubicBezTo>
                <a:cubicBezTo>
                  <a:pt x="27" y="1186"/>
                  <a:pt x="32" y="1188"/>
                  <a:pt x="36" y="1192"/>
                </a:cubicBezTo>
                <a:cubicBezTo>
                  <a:pt x="40" y="1197"/>
                  <a:pt x="42" y="1201"/>
                  <a:pt x="42" y="1207"/>
                </a:cubicBezTo>
                <a:moveTo>
                  <a:pt x="42" y="1339"/>
                </a:moveTo>
                <a:lnTo>
                  <a:pt x="42" y="1358"/>
                </a:lnTo>
                <a:cubicBezTo>
                  <a:pt x="42" y="1363"/>
                  <a:pt x="40" y="1368"/>
                  <a:pt x="36" y="1372"/>
                </a:cubicBezTo>
                <a:cubicBezTo>
                  <a:pt x="32" y="1376"/>
                  <a:pt x="27" y="1378"/>
                  <a:pt x="20" y="1378"/>
                </a:cubicBezTo>
                <a:cubicBezTo>
                  <a:pt x="15" y="1378"/>
                  <a:pt x="10" y="1376"/>
                  <a:pt x="6" y="1372"/>
                </a:cubicBezTo>
                <a:cubicBezTo>
                  <a:pt x="2" y="1368"/>
                  <a:pt x="0" y="1363"/>
                  <a:pt x="0" y="1358"/>
                </a:cubicBezTo>
                <a:lnTo>
                  <a:pt x="0" y="1339"/>
                </a:lnTo>
                <a:cubicBezTo>
                  <a:pt x="0" y="1333"/>
                  <a:pt x="2" y="1328"/>
                  <a:pt x="6" y="1324"/>
                </a:cubicBezTo>
                <a:cubicBezTo>
                  <a:pt x="10" y="1320"/>
                  <a:pt x="15" y="1318"/>
                  <a:pt x="20" y="1318"/>
                </a:cubicBezTo>
                <a:cubicBezTo>
                  <a:pt x="27" y="1318"/>
                  <a:pt x="32" y="1320"/>
                  <a:pt x="36" y="1324"/>
                </a:cubicBezTo>
                <a:cubicBezTo>
                  <a:pt x="40" y="1328"/>
                  <a:pt x="42" y="1333"/>
                  <a:pt x="42" y="1339"/>
                </a:cubicBezTo>
                <a:moveTo>
                  <a:pt x="42" y="1470"/>
                </a:moveTo>
                <a:lnTo>
                  <a:pt x="42" y="1489"/>
                </a:lnTo>
                <a:cubicBezTo>
                  <a:pt x="42" y="1495"/>
                  <a:pt x="40" y="1500"/>
                  <a:pt x="36" y="1504"/>
                </a:cubicBezTo>
                <a:cubicBezTo>
                  <a:pt x="32" y="1508"/>
                  <a:pt x="27" y="1510"/>
                  <a:pt x="20" y="1510"/>
                </a:cubicBezTo>
                <a:cubicBezTo>
                  <a:pt x="15" y="1510"/>
                  <a:pt x="10" y="1508"/>
                  <a:pt x="6" y="1504"/>
                </a:cubicBezTo>
                <a:cubicBezTo>
                  <a:pt x="2" y="1500"/>
                  <a:pt x="0" y="1495"/>
                  <a:pt x="0" y="1489"/>
                </a:cubicBezTo>
                <a:lnTo>
                  <a:pt x="0" y="1470"/>
                </a:lnTo>
                <a:cubicBezTo>
                  <a:pt x="0" y="1465"/>
                  <a:pt x="2" y="1460"/>
                  <a:pt x="6" y="1456"/>
                </a:cubicBezTo>
                <a:cubicBezTo>
                  <a:pt x="10" y="1452"/>
                  <a:pt x="15" y="1450"/>
                  <a:pt x="20" y="1450"/>
                </a:cubicBezTo>
                <a:cubicBezTo>
                  <a:pt x="27" y="1450"/>
                  <a:pt x="32" y="1452"/>
                  <a:pt x="36" y="1456"/>
                </a:cubicBezTo>
                <a:cubicBezTo>
                  <a:pt x="40" y="1460"/>
                  <a:pt x="42" y="1465"/>
                  <a:pt x="42" y="1470"/>
                </a:cubicBezTo>
                <a:moveTo>
                  <a:pt x="42" y="1602"/>
                </a:moveTo>
                <a:lnTo>
                  <a:pt x="42" y="1621"/>
                </a:lnTo>
                <a:cubicBezTo>
                  <a:pt x="42" y="1627"/>
                  <a:pt x="40" y="1632"/>
                  <a:pt x="36" y="1636"/>
                </a:cubicBezTo>
                <a:cubicBezTo>
                  <a:pt x="32" y="1640"/>
                  <a:pt x="27" y="1642"/>
                  <a:pt x="20" y="1642"/>
                </a:cubicBezTo>
                <a:cubicBezTo>
                  <a:pt x="15" y="1642"/>
                  <a:pt x="10" y="1640"/>
                  <a:pt x="6" y="1636"/>
                </a:cubicBezTo>
                <a:cubicBezTo>
                  <a:pt x="2" y="1632"/>
                  <a:pt x="0" y="1627"/>
                  <a:pt x="0" y="1621"/>
                </a:cubicBezTo>
                <a:lnTo>
                  <a:pt x="0" y="1602"/>
                </a:lnTo>
                <a:cubicBezTo>
                  <a:pt x="0" y="1596"/>
                  <a:pt x="2" y="1592"/>
                  <a:pt x="6" y="1588"/>
                </a:cubicBezTo>
                <a:cubicBezTo>
                  <a:pt x="10" y="1583"/>
                  <a:pt x="15" y="1581"/>
                  <a:pt x="20" y="1581"/>
                </a:cubicBezTo>
                <a:cubicBezTo>
                  <a:pt x="27" y="1581"/>
                  <a:pt x="32" y="1583"/>
                  <a:pt x="36" y="1588"/>
                </a:cubicBezTo>
                <a:cubicBezTo>
                  <a:pt x="40" y="1592"/>
                  <a:pt x="42" y="1596"/>
                  <a:pt x="42" y="1602"/>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2" name=""/>
          <p:cNvSpPr/>
          <p:nvPr/>
        </p:nvSpPr>
        <p:spPr>
          <a:xfrm>
            <a:off x="3758760" y="4716360"/>
            <a:ext cx="83520" cy="63000"/>
          </a:xfrm>
          <a:custGeom>
            <a:avLst/>
            <a:gdLst/>
            <a:ahLst/>
            <a:rect l="0" t="0" r="r" b="b"/>
            <a:pathLst>
              <a:path fill="none" w="232" h="175">
                <a:moveTo>
                  <a:pt x="0" y="175"/>
                </a:moveTo>
                <a:lnTo>
                  <a:pt x="116" y="0"/>
                </a:lnTo>
                <a:lnTo>
                  <a:pt x="232" y="175"/>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53" name=""/>
          <p:cNvSpPr/>
          <p:nvPr/>
        </p:nvSpPr>
        <p:spPr>
          <a:xfrm>
            <a:off x="3758760" y="5263200"/>
            <a:ext cx="83520" cy="63000"/>
          </a:xfrm>
          <a:custGeom>
            <a:avLst/>
            <a:gdLst/>
            <a:ahLst/>
            <a:rect l="0" t="0" r="r" b="b"/>
            <a:pathLst>
              <a:path fill="none" w="232" h="175">
                <a:moveTo>
                  <a:pt x="232" y="0"/>
                </a:moveTo>
                <a:lnTo>
                  <a:pt x="116" y="175"/>
                </a:lnTo>
                <a:lnTo>
                  <a:pt x="0"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54" name=""/>
          <p:cNvSpPr/>
          <p:nvPr/>
        </p:nvSpPr>
        <p:spPr>
          <a:xfrm>
            <a:off x="2689560" y="4180680"/>
            <a:ext cx="590760" cy="15120"/>
          </a:xfrm>
          <a:custGeom>
            <a:avLst/>
            <a:gdLst/>
            <a:ahLst/>
            <a:rect l="0" t="0" r="r" b="b"/>
            <a:pathLst>
              <a:path w="1641" h="42">
                <a:moveTo>
                  <a:pt x="1620" y="42"/>
                </a:moveTo>
                <a:lnTo>
                  <a:pt x="1601" y="42"/>
                </a:lnTo>
                <a:cubicBezTo>
                  <a:pt x="1596" y="42"/>
                  <a:pt x="1591" y="40"/>
                  <a:pt x="1587" y="36"/>
                </a:cubicBezTo>
                <a:cubicBezTo>
                  <a:pt x="1583" y="32"/>
                  <a:pt x="1581" y="27"/>
                  <a:pt x="1581" y="22"/>
                </a:cubicBezTo>
                <a:cubicBezTo>
                  <a:pt x="1581" y="16"/>
                  <a:pt x="1583" y="10"/>
                  <a:pt x="1587" y="6"/>
                </a:cubicBezTo>
                <a:cubicBezTo>
                  <a:pt x="1591" y="2"/>
                  <a:pt x="1596" y="0"/>
                  <a:pt x="1601" y="0"/>
                </a:cubicBezTo>
                <a:lnTo>
                  <a:pt x="1620" y="0"/>
                </a:lnTo>
                <a:cubicBezTo>
                  <a:pt x="1626" y="0"/>
                  <a:pt x="1631" y="2"/>
                  <a:pt x="1635" y="6"/>
                </a:cubicBezTo>
                <a:cubicBezTo>
                  <a:pt x="1639" y="10"/>
                  <a:pt x="1641" y="16"/>
                  <a:pt x="1641" y="22"/>
                </a:cubicBezTo>
                <a:cubicBezTo>
                  <a:pt x="1641" y="27"/>
                  <a:pt x="1639" y="32"/>
                  <a:pt x="1635" y="36"/>
                </a:cubicBezTo>
                <a:cubicBezTo>
                  <a:pt x="1631" y="40"/>
                  <a:pt x="1626" y="42"/>
                  <a:pt x="1620" y="42"/>
                </a:cubicBezTo>
                <a:moveTo>
                  <a:pt x="1487" y="42"/>
                </a:moveTo>
                <a:lnTo>
                  <a:pt x="1469" y="42"/>
                </a:lnTo>
                <a:cubicBezTo>
                  <a:pt x="1463" y="42"/>
                  <a:pt x="1458" y="40"/>
                  <a:pt x="1454" y="36"/>
                </a:cubicBezTo>
                <a:cubicBezTo>
                  <a:pt x="1450" y="32"/>
                  <a:pt x="1448" y="27"/>
                  <a:pt x="1448" y="22"/>
                </a:cubicBezTo>
                <a:cubicBezTo>
                  <a:pt x="1448" y="16"/>
                  <a:pt x="1450" y="10"/>
                  <a:pt x="1454" y="6"/>
                </a:cubicBezTo>
                <a:cubicBezTo>
                  <a:pt x="1458" y="2"/>
                  <a:pt x="1463" y="0"/>
                  <a:pt x="1469" y="0"/>
                </a:cubicBezTo>
                <a:lnTo>
                  <a:pt x="1487" y="0"/>
                </a:lnTo>
                <a:cubicBezTo>
                  <a:pt x="1493" y="0"/>
                  <a:pt x="1498" y="2"/>
                  <a:pt x="1502" y="6"/>
                </a:cubicBezTo>
                <a:cubicBezTo>
                  <a:pt x="1506" y="10"/>
                  <a:pt x="1508" y="16"/>
                  <a:pt x="1508" y="22"/>
                </a:cubicBezTo>
                <a:cubicBezTo>
                  <a:pt x="1508" y="27"/>
                  <a:pt x="1506" y="32"/>
                  <a:pt x="1502" y="36"/>
                </a:cubicBezTo>
                <a:cubicBezTo>
                  <a:pt x="1498" y="40"/>
                  <a:pt x="1493" y="42"/>
                  <a:pt x="1487" y="42"/>
                </a:cubicBezTo>
                <a:moveTo>
                  <a:pt x="1356" y="42"/>
                </a:moveTo>
                <a:lnTo>
                  <a:pt x="1337" y="42"/>
                </a:lnTo>
                <a:cubicBezTo>
                  <a:pt x="1331" y="42"/>
                  <a:pt x="1326" y="40"/>
                  <a:pt x="1322" y="36"/>
                </a:cubicBezTo>
                <a:cubicBezTo>
                  <a:pt x="1318" y="32"/>
                  <a:pt x="1316" y="27"/>
                  <a:pt x="1316" y="22"/>
                </a:cubicBezTo>
                <a:cubicBezTo>
                  <a:pt x="1316" y="16"/>
                  <a:pt x="1318" y="10"/>
                  <a:pt x="1322" y="6"/>
                </a:cubicBezTo>
                <a:cubicBezTo>
                  <a:pt x="1326" y="2"/>
                  <a:pt x="1331" y="0"/>
                  <a:pt x="1337" y="0"/>
                </a:cubicBezTo>
                <a:lnTo>
                  <a:pt x="1356" y="0"/>
                </a:lnTo>
                <a:cubicBezTo>
                  <a:pt x="1362" y="0"/>
                  <a:pt x="1366" y="2"/>
                  <a:pt x="1370" y="6"/>
                </a:cubicBezTo>
                <a:cubicBezTo>
                  <a:pt x="1375" y="10"/>
                  <a:pt x="1377" y="16"/>
                  <a:pt x="1377" y="22"/>
                </a:cubicBezTo>
                <a:cubicBezTo>
                  <a:pt x="1377" y="27"/>
                  <a:pt x="1375" y="32"/>
                  <a:pt x="1370" y="36"/>
                </a:cubicBezTo>
                <a:cubicBezTo>
                  <a:pt x="1366" y="40"/>
                  <a:pt x="1362" y="42"/>
                  <a:pt x="1356" y="42"/>
                </a:cubicBezTo>
                <a:moveTo>
                  <a:pt x="1224" y="42"/>
                </a:moveTo>
                <a:lnTo>
                  <a:pt x="1205" y="42"/>
                </a:lnTo>
                <a:cubicBezTo>
                  <a:pt x="1200" y="42"/>
                  <a:pt x="1195" y="40"/>
                  <a:pt x="1191" y="36"/>
                </a:cubicBezTo>
                <a:cubicBezTo>
                  <a:pt x="1187" y="32"/>
                  <a:pt x="1185" y="27"/>
                  <a:pt x="1185" y="22"/>
                </a:cubicBezTo>
                <a:cubicBezTo>
                  <a:pt x="1185" y="16"/>
                  <a:pt x="1187" y="10"/>
                  <a:pt x="1191" y="6"/>
                </a:cubicBezTo>
                <a:cubicBezTo>
                  <a:pt x="1195" y="2"/>
                  <a:pt x="1200" y="0"/>
                  <a:pt x="1205" y="0"/>
                </a:cubicBezTo>
                <a:lnTo>
                  <a:pt x="1224" y="0"/>
                </a:lnTo>
                <a:cubicBezTo>
                  <a:pt x="1230" y="0"/>
                  <a:pt x="1235" y="2"/>
                  <a:pt x="1239" y="6"/>
                </a:cubicBezTo>
                <a:cubicBezTo>
                  <a:pt x="1243" y="10"/>
                  <a:pt x="1245" y="16"/>
                  <a:pt x="1245" y="22"/>
                </a:cubicBezTo>
                <a:cubicBezTo>
                  <a:pt x="1245" y="27"/>
                  <a:pt x="1243" y="32"/>
                  <a:pt x="1239" y="36"/>
                </a:cubicBezTo>
                <a:cubicBezTo>
                  <a:pt x="1235" y="40"/>
                  <a:pt x="1230" y="42"/>
                  <a:pt x="1224" y="42"/>
                </a:cubicBezTo>
                <a:moveTo>
                  <a:pt x="1093" y="42"/>
                </a:moveTo>
                <a:lnTo>
                  <a:pt x="1074" y="42"/>
                </a:lnTo>
                <a:cubicBezTo>
                  <a:pt x="1068" y="42"/>
                  <a:pt x="1063" y="40"/>
                  <a:pt x="1059" y="36"/>
                </a:cubicBezTo>
                <a:cubicBezTo>
                  <a:pt x="1055" y="32"/>
                  <a:pt x="1053" y="27"/>
                  <a:pt x="1053" y="22"/>
                </a:cubicBezTo>
                <a:cubicBezTo>
                  <a:pt x="1053" y="16"/>
                  <a:pt x="1055" y="10"/>
                  <a:pt x="1059" y="6"/>
                </a:cubicBezTo>
                <a:cubicBezTo>
                  <a:pt x="1063" y="2"/>
                  <a:pt x="1068" y="0"/>
                  <a:pt x="1074" y="0"/>
                </a:cubicBezTo>
                <a:lnTo>
                  <a:pt x="1093" y="0"/>
                </a:lnTo>
                <a:cubicBezTo>
                  <a:pt x="1098" y="0"/>
                  <a:pt x="1103" y="2"/>
                  <a:pt x="1107" y="6"/>
                </a:cubicBezTo>
                <a:cubicBezTo>
                  <a:pt x="1111" y="10"/>
                  <a:pt x="1113" y="16"/>
                  <a:pt x="1113" y="22"/>
                </a:cubicBezTo>
                <a:cubicBezTo>
                  <a:pt x="1113" y="27"/>
                  <a:pt x="1111" y="32"/>
                  <a:pt x="1107" y="36"/>
                </a:cubicBezTo>
                <a:cubicBezTo>
                  <a:pt x="1103" y="40"/>
                  <a:pt x="1098" y="42"/>
                  <a:pt x="1093" y="42"/>
                </a:cubicBezTo>
                <a:moveTo>
                  <a:pt x="961" y="42"/>
                </a:moveTo>
                <a:lnTo>
                  <a:pt x="942" y="42"/>
                </a:lnTo>
                <a:cubicBezTo>
                  <a:pt x="937" y="42"/>
                  <a:pt x="932" y="40"/>
                  <a:pt x="928" y="36"/>
                </a:cubicBezTo>
                <a:cubicBezTo>
                  <a:pt x="924" y="32"/>
                  <a:pt x="922" y="27"/>
                  <a:pt x="922" y="22"/>
                </a:cubicBezTo>
                <a:cubicBezTo>
                  <a:pt x="922" y="16"/>
                  <a:pt x="924" y="10"/>
                  <a:pt x="928" y="6"/>
                </a:cubicBezTo>
                <a:cubicBezTo>
                  <a:pt x="932" y="2"/>
                  <a:pt x="937" y="0"/>
                  <a:pt x="942" y="0"/>
                </a:cubicBezTo>
                <a:lnTo>
                  <a:pt x="961" y="0"/>
                </a:lnTo>
                <a:cubicBezTo>
                  <a:pt x="967" y="0"/>
                  <a:pt x="972" y="2"/>
                  <a:pt x="976" y="6"/>
                </a:cubicBezTo>
                <a:cubicBezTo>
                  <a:pt x="980" y="10"/>
                  <a:pt x="982" y="16"/>
                  <a:pt x="982" y="22"/>
                </a:cubicBezTo>
                <a:cubicBezTo>
                  <a:pt x="982" y="27"/>
                  <a:pt x="980" y="32"/>
                  <a:pt x="976" y="36"/>
                </a:cubicBezTo>
                <a:cubicBezTo>
                  <a:pt x="972" y="40"/>
                  <a:pt x="967" y="42"/>
                  <a:pt x="961" y="42"/>
                </a:cubicBezTo>
                <a:moveTo>
                  <a:pt x="829" y="42"/>
                </a:moveTo>
                <a:lnTo>
                  <a:pt x="811" y="42"/>
                </a:lnTo>
                <a:cubicBezTo>
                  <a:pt x="805" y="42"/>
                  <a:pt x="800" y="40"/>
                  <a:pt x="796" y="36"/>
                </a:cubicBezTo>
                <a:cubicBezTo>
                  <a:pt x="792" y="32"/>
                  <a:pt x="790" y="27"/>
                  <a:pt x="790" y="22"/>
                </a:cubicBezTo>
                <a:cubicBezTo>
                  <a:pt x="790" y="16"/>
                  <a:pt x="792" y="10"/>
                  <a:pt x="796" y="6"/>
                </a:cubicBezTo>
                <a:cubicBezTo>
                  <a:pt x="800" y="2"/>
                  <a:pt x="805" y="0"/>
                  <a:pt x="811" y="0"/>
                </a:cubicBezTo>
                <a:lnTo>
                  <a:pt x="829" y="0"/>
                </a:lnTo>
                <a:cubicBezTo>
                  <a:pt x="835" y="0"/>
                  <a:pt x="840" y="2"/>
                  <a:pt x="844" y="6"/>
                </a:cubicBezTo>
                <a:cubicBezTo>
                  <a:pt x="848" y="10"/>
                  <a:pt x="850" y="16"/>
                  <a:pt x="850" y="22"/>
                </a:cubicBezTo>
                <a:cubicBezTo>
                  <a:pt x="850" y="27"/>
                  <a:pt x="848" y="32"/>
                  <a:pt x="844" y="36"/>
                </a:cubicBezTo>
                <a:cubicBezTo>
                  <a:pt x="840" y="40"/>
                  <a:pt x="835" y="42"/>
                  <a:pt x="829" y="42"/>
                </a:cubicBezTo>
                <a:moveTo>
                  <a:pt x="698" y="42"/>
                </a:moveTo>
                <a:lnTo>
                  <a:pt x="679" y="42"/>
                </a:lnTo>
                <a:cubicBezTo>
                  <a:pt x="673" y="42"/>
                  <a:pt x="669" y="40"/>
                  <a:pt x="664" y="36"/>
                </a:cubicBezTo>
                <a:cubicBezTo>
                  <a:pt x="660" y="32"/>
                  <a:pt x="658" y="27"/>
                  <a:pt x="658" y="22"/>
                </a:cubicBezTo>
                <a:cubicBezTo>
                  <a:pt x="658" y="16"/>
                  <a:pt x="660" y="10"/>
                  <a:pt x="664" y="6"/>
                </a:cubicBezTo>
                <a:cubicBezTo>
                  <a:pt x="669" y="2"/>
                  <a:pt x="673" y="0"/>
                  <a:pt x="679" y="0"/>
                </a:cubicBezTo>
                <a:lnTo>
                  <a:pt x="698" y="0"/>
                </a:lnTo>
                <a:cubicBezTo>
                  <a:pt x="704" y="0"/>
                  <a:pt x="708" y="2"/>
                  <a:pt x="713" y="6"/>
                </a:cubicBezTo>
                <a:cubicBezTo>
                  <a:pt x="717" y="10"/>
                  <a:pt x="719" y="16"/>
                  <a:pt x="719" y="22"/>
                </a:cubicBezTo>
                <a:cubicBezTo>
                  <a:pt x="719" y="27"/>
                  <a:pt x="717" y="32"/>
                  <a:pt x="713" y="36"/>
                </a:cubicBezTo>
                <a:cubicBezTo>
                  <a:pt x="708" y="40"/>
                  <a:pt x="704" y="42"/>
                  <a:pt x="698" y="42"/>
                </a:cubicBezTo>
                <a:moveTo>
                  <a:pt x="566" y="42"/>
                </a:moveTo>
                <a:lnTo>
                  <a:pt x="547" y="42"/>
                </a:lnTo>
                <a:cubicBezTo>
                  <a:pt x="542" y="42"/>
                  <a:pt x="537" y="40"/>
                  <a:pt x="533" y="36"/>
                </a:cubicBezTo>
                <a:cubicBezTo>
                  <a:pt x="529" y="32"/>
                  <a:pt x="527" y="27"/>
                  <a:pt x="527" y="22"/>
                </a:cubicBezTo>
                <a:cubicBezTo>
                  <a:pt x="527" y="16"/>
                  <a:pt x="529" y="10"/>
                  <a:pt x="533" y="6"/>
                </a:cubicBezTo>
                <a:cubicBezTo>
                  <a:pt x="537" y="2"/>
                  <a:pt x="542" y="0"/>
                  <a:pt x="547" y="0"/>
                </a:cubicBezTo>
                <a:lnTo>
                  <a:pt x="566" y="0"/>
                </a:lnTo>
                <a:cubicBezTo>
                  <a:pt x="572" y="0"/>
                  <a:pt x="577" y="2"/>
                  <a:pt x="581" y="6"/>
                </a:cubicBezTo>
                <a:cubicBezTo>
                  <a:pt x="585" y="10"/>
                  <a:pt x="587" y="16"/>
                  <a:pt x="587" y="22"/>
                </a:cubicBezTo>
                <a:cubicBezTo>
                  <a:pt x="587" y="27"/>
                  <a:pt x="585" y="32"/>
                  <a:pt x="581" y="36"/>
                </a:cubicBezTo>
                <a:cubicBezTo>
                  <a:pt x="577" y="40"/>
                  <a:pt x="572" y="42"/>
                  <a:pt x="566" y="42"/>
                </a:cubicBezTo>
                <a:moveTo>
                  <a:pt x="435" y="42"/>
                </a:moveTo>
                <a:lnTo>
                  <a:pt x="416" y="42"/>
                </a:lnTo>
                <a:cubicBezTo>
                  <a:pt x="410" y="42"/>
                  <a:pt x="405" y="40"/>
                  <a:pt x="401" y="36"/>
                </a:cubicBezTo>
                <a:cubicBezTo>
                  <a:pt x="397" y="32"/>
                  <a:pt x="395" y="27"/>
                  <a:pt x="395" y="22"/>
                </a:cubicBezTo>
                <a:cubicBezTo>
                  <a:pt x="395" y="16"/>
                  <a:pt x="397" y="10"/>
                  <a:pt x="401" y="6"/>
                </a:cubicBezTo>
                <a:cubicBezTo>
                  <a:pt x="405" y="2"/>
                  <a:pt x="410" y="0"/>
                  <a:pt x="416" y="0"/>
                </a:cubicBezTo>
                <a:lnTo>
                  <a:pt x="435" y="0"/>
                </a:lnTo>
                <a:cubicBezTo>
                  <a:pt x="440" y="0"/>
                  <a:pt x="445" y="2"/>
                  <a:pt x="449" y="6"/>
                </a:cubicBezTo>
                <a:cubicBezTo>
                  <a:pt x="453" y="10"/>
                  <a:pt x="455" y="16"/>
                  <a:pt x="455" y="22"/>
                </a:cubicBezTo>
                <a:cubicBezTo>
                  <a:pt x="455" y="27"/>
                  <a:pt x="453" y="32"/>
                  <a:pt x="449" y="36"/>
                </a:cubicBezTo>
                <a:cubicBezTo>
                  <a:pt x="445" y="40"/>
                  <a:pt x="440" y="42"/>
                  <a:pt x="435" y="42"/>
                </a:cubicBezTo>
                <a:moveTo>
                  <a:pt x="303" y="42"/>
                </a:moveTo>
                <a:lnTo>
                  <a:pt x="284" y="42"/>
                </a:lnTo>
                <a:cubicBezTo>
                  <a:pt x="279" y="42"/>
                  <a:pt x="274" y="40"/>
                  <a:pt x="270" y="36"/>
                </a:cubicBezTo>
                <a:cubicBezTo>
                  <a:pt x="266" y="32"/>
                  <a:pt x="264" y="27"/>
                  <a:pt x="264" y="22"/>
                </a:cubicBezTo>
                <a:cubicBezTo>
                  <a:pt x="264" y="16"/>
                  <a:pt x="266" y="10"/>
                  <a:pt x="270" y="6"/>
                </a:cubicBezTo>
                <a:cubicBezTo>
                  <a:pt x="274" y="2"/>
                  <a:pt x="279" y="0"/>
                  <a:pt x="284" y="0"/>
                </a:cubicBezTo>
                <a:lnTo>
                  <a:pt x="303" y="0"/>
                </a:lnTo>
                <a:cubicBezTo>
                  <a:pt x="309" y="0"/>
                  <a:pt x="314" y="2"/>
                  <a:pt x="318" y="6"/>
                </a:cubicBezTo>
                <a:cubicBezTo>
                  <a:pt x="322" y="10"/>
                  <a:pt x="324" y="16"/>
                  <a:pt x="324" y="22"/>
                </a:cubicBezTo>
                <a:cubicBezTo>
                  <a:pt x="324" y="27"/>
                  <a:pt x="322" y="32"/>
                  <a:pt x="318" y="36"/>
                </a:cubicBezTo>
                <a:cubicBezTo>
                  <a:pt x="314" y="40"/>
                  <a:pt x="309" y="42"/>
                  <a:pt x="303" y="42"/>
                </a:cubicBezTo>
                <a:moveTo>
                  <a:pt x="172" y="42"/>
                </a:moveTo>
                <a:lnTo>
                  <a:pt x="153" y="42"/>
                </a:lnTo>
                <a:cubicBezTo>
                  <a:pt x="147" y="42"/>
                  <a:pt x="142" y="40"/>
                  <a:pt x="138" y="36"/>
                </a:cubicBezTo>
                <a:cubicBezTo>
                  <a:pt x="134" y="32"/>
                  <a:pt x="132" y="27"/>
                  <a:pt x="132" y="22"/>
                </a:cubicBezTo>
                <a:cubicBezTo>
                  <a:pt x="132" y="16"/>
                  <a:pt x="134" y="10"/>
                  <a:pt x="138" y="6"/>
                </a:cubicBezTo>
                <a:cubicBezTo>
                  <a:pt x="142" y="2"/>
                  <a:pt x="147" y="0"/>
                  <a:pt x="153" y="0"/>
                </a:cubicBezTo>
                <a:lnTo>
                  <a:pt x="172" y="0"/>
                </a:lnTo>
                <a:cubicBezTo>
                  <a:pt x="177" y="0"/>
                  <a:pt x="182" y="2"/>
                  <a:pt x="186" y="6"/>
                </a:cubicBezTo>
                <a:cubicBezTo>
                  <a:pt x="190" y="10"/>
                  <a:pt x="192" y="16"/>
                  <a:pt x="192" y="22"/>
                </a:cubicBezTo>
                <a:cubicBezTo>
                  <a:pt x="192" y="27"/>
                  <a:pt x="190" y="32"/>
                  <a:pt x="186" y="36"/>
                </a:cubicBezTo>
                <a:cubicBezTo>
                  <a:pt x="182" y="40"/>
                  <a:pt x="177" y="42"/>
                  <a:pt x="172" y="42"/>
                </a:cubicBezTo>
                <a:moveTo>
                  <a:pt x="40" y="42"/>
                </a:moveTo>
                <a:lnTo>
                  <a:pt x="21" y="42"/>
                </a:lnTo>
                <a:cubicBezTo>
                  <a:pt x="15" y="42"/>
                  <a:pt x="11" y="40"/>
                  <a:pt x="6" y="36"/>
                </a:cubicBezTo>
                <a:cubicBezTo>
                  <a:pt x="2" y="32"/>
                  <a:pt x="0" y="27"/>
                  <a:pt x="0" y="22"/>
                </a:cubicBezTo>
                <a:cubicBezTo>
                  <a:pt x="0" y="16"/>
                  <a:pt x="2" y="10"/>
                  <a:pt x="6" y="6"/>
                </a:cubicBezTo>
                <a:cubicBezTo>
                  <a:pt x="11" y="2"/>
                  <a:pt x="15" y="0"/>
                  <a:pt x="21" y="0"/>
                </a:cubicBezTo>
                <a:lnTo>
                  <a:pt x="40" y="0"/>
                </a:lnTo>
                <a:cubicBezTo>
                  <a:pt x="46" y="0"/>
                  <a:pt x="50" y="2"/>
                  <a:pt x="55" y="6"/>
                </a:cubicBezTo>
                <a:cubicBezTo>
                  <a:pt x="59" y="10"/>
                  <a:pt x="61" y="16"/>
                  <a:pt x="61" y="22"/>
                </a:cubicBezTo>
                <a:cubicBezTo>
                  <a:pt x="61" y="27"/>
                  <a:pt x="59" y="32"/>
                  <a:pt x="55" y="36"/>
                </a:cubicBezTo>
                <a:cubicBezTo>
                  <a:pt x="50" y="40"/>
                  <a:pt x="46" y="42"/>
                  <a:pt x="40" y="42"/>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5" name=""/>
          <p:cNvSpPr/>
          <p:nvPr/>
        </p:nvSpPr>
        <p:spPr>
          <a:xfrm>
            <a:off x="3209760" y="4146480"/>
            <a:ext cx="63000" cy="83880"/>
          </a:xfrm>
          <a:custGeom>
            <a:avLst/>
            <a:gdLst/>
            <a:ahLst/>
            <a:rect l="0" t="0" r="r" b="b"/>
            <a:pathLst>
              <a:path fill="none" w="175" h="233">
                <a:moveTo>
                  <a:pt x="0" y="0"/>
                </a:moveTo>
                <a:lnTo>
                  <a:pt x="175" y="116"/>
                </a:lnTo>
                <a:lnTo>
                  <a:pt x="0" y="233"/>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56" name=""/>
          <p:cNvSpPr/>
          <p:nvPr/>
        </p:nvSpPr>
        <p:spPr>
          <a:xfrm>
            <a:off x="2663280" y="4146480"/>
            <a:ext cx="63000" cy="83880"/>
          </a:xfrm>
          <a:custGeom>
            <a:avLst/>
            <a:gdLst/>
            <a:ahLst/>
            <a:rect l="0" t="0" r="r" b="b"/>
            <a:pathLst>
              <a:path fill="none" w="175" h="233">
                <a:moveTo>
                  <a:pt x="175" y="233"/>
                </a:moveTo>
                <a:lnTo>
                  <a:pt x="0" y="116"/>
                </a:lnTo>
                <a:lnTo>
                  <a:pt x="175"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57" name=""/>
          <p:cNvSpPr/>
          <p:nvPr/>
        </p:nvSpPr>
        <p:spPr>
          <a:xfrm>
            <a:off x="3272400" y="3659760"/>
            <a:ext cx="1056240" cy="1056960"/>
          </a:xfrm>
          <a:custGeom>
            <a:avLst/>
            <a:gdLst/>
            <a:ahLst/>
            <a:rect l="0" t="0" r="r" b="b"/>
            <a:pathLst>
              <a:path w="2934" h="2936">
                <a:moveTo>
                  <a:pt x="2934" y="1469"/>
                </a:moveTo>
                <a:cubicBezTo>
                  <a:pt x="2934" y="1517"/>
                  <a:pt x="2931" y="1565"/>
                  <a:pt x="2927" y="1613"/>
                </a:cubicBezTo>
                <a:cubicBezTo>
                  <a:pt x="2922" y="1660"/>
                  <a:pt x="2915" y="1708"/>
                  <a:pt x="2906" y="1755"/>
                </a:cubicBezTo>
                <a:cubicBezTo>
                  <a:pt x="2896" y="1802"/>
                  <a:pt x="2885" y="1849"/>
                  <a:pt x="2871" y="1895"/>
                </a:cubicBezTo>
                <a:cubicBezTo>
                  <a:pt x="2857" y="1941"/>
                  <a:pt x="2840" y="1986"/>
                  <a:pt x="2822" y="2030"/>
                </a:cubicBezTo>
                <a:cubicBezTo>
                  <a:pt x="2804" y="2075"/>
                  <a:pt x="2783" y="2118"/>
                  <a:pt x="2761" y="2160"/>
                </a:cubicBezTo>
                <a:cubicBezTo>
                  <a:pt x="2738" y="2203"/>
                  <a:pt x="2713" y="2244"/>
                  <a:pt x="2687" y="2284"/>
                </a:cubicBezTo>
                <a:cubicBezTo>
                  <a:pt x="2660" y="2324"/>
                  <a:pt x="2631" y="2362"/>
                  <a:pt x="2601" y="2400"/>
                </a:cubicBezTo>
                <a:cubicBezTo>
                  <a:pt x="2570" y="2437"/>
                  <a:pt x="2538" y="2472"/>
                  <a:pt x="2504" y="2506"/>
                </a:cubicBezTo>
                <a:cubicBezTo>
                  <a:pt x="2470" y="2540"/>
                  <a:pt x="2435" y="2572"/>
                  <a:pt x="2398" y="2603"/>
                </a:cubicBezTo>
                <a:cubicBezTo>
                  <a:pt x="2360" y="2633"/>
                  <a:pt x="2322" y="2662"/>
                  <a:pt x="2282" y="2689"/>
                </a:cubicBezTo>
                <a:cubicBezTo>
                  <a:pt x="2242" y="2715"/>
                  <a:pt x="2201" y="2740"/>
                  <a:pt x="2159" y="2763"/>
                </a:cubicBezTo>
                <a:cubicBezTo>
                  <a:pt x="2116" y="2785"/>
                  <a:pt x="2073" y="2806"/>
                  <a:pt x="2029" y="2824"/>
                </a:cubicBezTo>
                <a:cubicBezTo>
                  <a:pt x="1984" y="2843"/>
                  <a:pt x="1939" y="2859"/>
                  <a:pt x="1893" y="2873"/>
                </a:cubicBezTo>
                <a:cubicBezTo>
                  <a:pt x="1847" y="2887"/>
                  <a:pt x="1801" y="2898"/>
                  <a:pt x="1753" y="2908"/>
                </a:cubicBezTo>
                <a:cubicBezTo>
                  <a:pt x="1706" y="2917"/>
                  <a:pt x="1659" y="2924"/>
                  <a:pt x="1611" y="2929"/>
                </a:cubicBezTo>
                <a:cubicBezTo>
                  <a:pt x="1563" y="2934"/>
                  <a:pt x="1515" y="2936"/>
                  <a:pt x="1467" y="2936"/>
                </a:cubicBezTo>
                <a:cubicBezTo>
                  <a:pt x="1419" y="2936"/>
                  <a:pt x="1371" y="2934"/>
                  <a:pt x="1324" y="2929"/>
                </a:cubicBezTo>
                <a:cubicBezTo>
                  <a:pt x="1276" y="2924"/>
                  <a:pt x="1228" y="2917"/>
                  <a:pt x="1181" y="2908"/>
                </a:cubicBezTo>
                <a:cubicBezTo>
                  <a:pt x="1133" y="2898"/>
                  <a:pt x="1087" y="2887"/>
                  <a:pt x="1041" y="2873"/>
                </a:cubicBezTo>
                <a:cubicBezTo>
                  <a:pt x="995" y="2859"/>
                  <a:pt x="950" y="2843"/>
                  <a:pt x="905" y="2824"/>
                </a:cubicBezTo>
                <a:cubicBezTo>
                  <a:pt x="861" y="2806"/>
                  <a:pt x="818" y="2785"/>
                  <a:pt x="775" y="2763"/>
                </a:cubicBezTo>
                <a:cubicBezTo>
                  <a:pt x="733" y="2740"/>
                  <a:pt x="692" y="2715"/>
                  <a:pt x="652" y="2689"/>
                </a:cubicBezTo>
                <a:cubicBezTo>
                  <a:pt x="612" y="2662"/>
                  <a:pt x="573" y="2633"/>
                  <a:pt x="536" y="2603"/>
                </a:cubicBezTo>
                <a:cubicBezTo>
                  <a:pt x="499" y="2572"/>
                  <a:pt x="463" y="2540"/>
                  <a:pt x="430" y="2506"/>
                </a:cubicBezTo>
                <a:cubicBezTo>
                  <a:pt x="396" y="2472"/>
                  <a:pt x="363" y="2437"/>
                  <a:pt x="333" y="2400"/>
                </a:cubicBezTo>
                <a:cubicBezTo>
                  <a:pt x="302" y="2362"/>
                  <a:pt x="274" y="2324"/>
                  <a:pt x="247" y="2284"/>
                </a:cubicBezTo>
                <a:cubicBezTo>
                  <a:pt x="220" y="2244"/>
                  <a:pt x="196" y="2203"/>
                  <a:pt x="173" y="2160"/>
                </a:cubicBezTo>
                <a:cubicBezTo>
                  <a:pt x="151" y="2118"/>
                  <a:pt x="130" y="2075"/>
                  <a:pt x="112" y="2030"/>
                </a:cubicBezTo>
                <a:cubicBezTo>
                  <a:pt x="93" y="1986"/>
                  <a:pt x="77" y="1941"/>
                  <a:pt x="63" y="1895"/>
                </a:cubicBezTo>
                <a:cubicBezTo>
                  <a:pt x="49" y="1849"/>
                  <a:pt x="38" y="1802"/>
                  <a:pt x="28" y="1755"/>
                </a:cubicBezTo>
                <a:cubicBezTo>
                  <a:pt x="19" y="1708"/>
                  <a:pt x="12" y="1660"/>
                  <a:pt x="7" y="1613"/>
                </a:cubicBezTo>
                <a:cubicBezTo>
                  <a:pt x="2" y="1565"/>
                  <a:pt x="0" y="1517"/>
                  <a:pt x="0" y="1469"/>
                </a:cubicBezTo>
                <a:cubicBezTo>
                  <a:pt x="0" y="1421"/>
                  <a:pt x="2" y="1373"/>
                  <a:pt x="7" y="1325"/>
                </a:cubicBezTo>
                <a:cubicBezTo>
                  <a:pt x="12" y="1277"/>
                  <a:pt x="19" y="1230"/>
                  <a:pt x="28" y="1182"/>
                </a:cubicBezTo>
                <a:cubicBezTo>
                  <a:pt x="38" y="1135"/>
                  <a:pt x="49" y="1089"/>
                  <a:pt x="63" y="1043"/>
                </a:cubicBezTo>
                <a:cubicBezTo>
                  <a:pt x="77" y="997"/>
                  <a:pt x="93" y="952"/>
                  <a:pt x="112" y="907"/>
                </a:cubicBezTo>
                <a:cubicBezTo>
                  <a:pt x="130" y="863"/>
                  <a:pt x="151" y="819"/>
                  <a:pt x="173" y="777"/>
                </a:cubicBezTo>
                <a:cubicBezTo>
                  <a:pt x="196" y="735"/>
                  <a:pt x="220" y="694"/>
                  <a:pt x="247" y="654"/>
                </a:cubicBezTo>
                <a:cubicBezTo>
                  <a:pt x="274" y="614"/>
                  <a:pt x="302" y="575"/>
                  <a:pt x="333" y="538"/>
                </a:cubicBezTo>
                <a:cubicBezTo>
                  <a:pt x="363" y="501"/>
                  <a:pt x="396" y="465"/>
                  <a:pt x="430" y="431"/>
                </a:cubicBezTo>
                <a:cubicBezTo>
                  <a:pt x="463" y="397"/>
                  <a:pt x="499" y="365"/>
                  <a:pt x="536" y="335"/>
                </a:cubicBezTo>
                <a:cubicBezTo>
                  <a:pt x="573" y="304"/>
                  <a:pt x="612" y="275"/>
                  <a:pt x="652" y="249"/>
                </a:cubicBezTo>
                <a:cubicBezTo>
                  <a:pt x="692" y="222"/>
                  <a:pt x="733" y="197"/>
                  <a:pt x="775" y="175"/>
                </a:cubicBezTo>
                <a:cubicBezTo>
                  <a:pt x="818" y="152"/>
                  <a:pt x="861" y="132"/>
                  <a:pt x="905" y="113"/>
                </a:cubicBezTo>
                <a:cubicBezTo>
                  <a:pt x="950" y="94"/>
                  <a:pt x="995" y="78"/>
                  <a:pt x="1041" y="64"/>
                </a:cubicBezTo>
                <a:cubicBezTo>
                  <a:pt x="1087" y="50"/>
                  <a:pt x="1133" y="38"/>
                  <a:pt x="1181" y="29"/>
                </a:cubicBezTo>
                <a:cubicBezTo>
                  <a:pt x="1228" y="19"/>
                  <a:pt x="1276" y="12"/>
                  <a:pt x="1324" y="8"/>
                </a:cubicBezTo>
                <a:cubicBezTo>
                  <a:pt x="1371" y="3"/>
                  <a:pt x="1419" y="0"/>
                  <a:pt x="1467" y="0"/>
                </a:cubicBezTo>
                <a:cubicBezTo>
                  <a:pt x="1515" y="0"/>
                  <a:pt x="1563" y="3"/>
                  <a:pt x="1611" y="8"/>
                </a:cubicBezTo>
                <a:cubicBezTo>
                  <a:pt x="1659" y="12"/>
                  <a:pt x="1706" y="19"/>
                  <a:pt x="1753" y="29"/>
                </a:cubicBezTo>
                <a:cubicBezTo>
                  <a:pt x="1801" y="38"/>
                  <a:pt x="1847" y="50"/>
                  <a:pt x="1893" y="64"/>
                </a:cubicBezTo>
                <a:cubicBezTo>
                  <a:pt x="1939" y="78"/>
                  <a:pt x="1984" y="94"/>
                  <a:pt x="2029" y="113"/>
                </a:cubicBezTo>
                <a:cubicBezTo>
                  <a:pt x="2073" y="132"/>
                  <a:pt x="2116" y="152"/>
                  <a:pt x="2159" y="175"/>
                </a:cubicBezTo>
                <a:cubicBezTo>
                  <a:pt x="2201" y="197"/>
                  <a:pt x="2242" y="222"/>
                  <a:pt x="2282" y="249"/>
                </a:cubicBezTo>
                <a:cubicBezTo>
                  <a:pt x="2322" y="275"/>
                  <a:pt x="2360" y="304"/>
                  <a:pt x="2398" y="335"/>
                </a:cubicBezTo>
                <a:cubicBezTo>
                  <a:pt x="2435" y="365"/>
                  <a:pt x="2470" y="397"/>
                  <a:pt x="2504" y="431"/>
                </a:cubicBezTo>
                <a:cubicBezTo>
                  <a:pt x="2538" y="465"/>
                  <a:pt x="2570" y="501"/>
                  <a:pt x="2601" y="538"/>
                </a:cubicBezTo>
                <a:cubicBezTo>
                  <a:pt x="2631" y="575"/>
                  <a:pt x="2660" y="614"/>
                  <a:pt x="2687" y="654"/>
                </a:cubicBezTo>
                <a:cubicBezTo>
                  <a:pt x="2713" y="694"/>
                  <a:pt x="2738" y="735"/>
                  <a:pt x="2761" y="777"/>
                </a:cubicBezTo>
                <a:cubicBezTo>
                  <a:pt x="2783" y="819"/>
                  <a:pt x="2804" y="863"/>
                  <a:pt x="2822" y="907"/>
                </a:cubicBezTo>
                <a:cubicBezTo>
                  <a:pt x="2840" y="952"/>
                  <a:pt x="2857" y="997"/>
                  <a:pt x="2871" y="1043"/>
                </a:cubicBezTo>
                <a:cubicBezTo>
                  <a:pt x="2885" y="1089"/>
                  <a:pt x="2896" y="1135"/>
                  <a:pt x="2906" y="1182"/>
                </a:cubicBezTo>
                <a:cubicBezTo>
                  <a:pt x="2915" y="1230"/>
                  <a:pt x="2922" y="1277"/>
                  <a:pt x="2927" y="1325"/>
                </a:cubicBezTo>
                <a:cubicBezTo>
                  <a:pt x="2931" y="1373"/>
                  <a:pt x="2934" y="1421"/>
                  <a:pt x="2934" y="1469"/>
                </a:cubicBezTo>
                <a:close/>
              </a:path>
            </a:pathLst>
          </a:custGeom>
          <a:solidFill>
            <a:srgbClr val="F1EFE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58" name=""/>
          <p:cNvSpPr/>
          <p:nvPr/>
        </p:nvSpPr>
        <p:spPr>
          <a:xfrm>
            <a:off x="3272400" y="3659760"/>
            <a:ext cx="1056240" cy="1056960"/>
          </a:xfrm>
          <a:custGeom>
            <a:avLst/>
            <a:gdLst/>
            <a:ahLst/>
            <a:rect l="0" t="0" r="r" b="b"/>
            <a:pathLst>
              <a:path w="2934" h="2936">
                <a:moveTo>
                  <a:pt x="2934" y="1469"/>
                </a:moveTo>
                <a:cubicBezTo>
                  <a:pt x="2934" y="1517"/>
                  <a:pt x="2931" y="1565"/>
                  <a:pt x="2927" y="1613"/>
                </a:cubicBezTo>
                <a:cubicBezTo>
                  <a:pt x="2922" y="1660"/>
                  <a:pt x="2915" y="1708"/>
                  <a:pt x="2906" y="1755"/>
                </a:cubicBezTo>
                <a:cubicBezTo>
                  <a:pt x="2896" y="1802"/>
                  <a:pt x="2885" y="1849"/>
                  <a:pt x="2871" y="1895"/>
                </a:cubicBezTo>
                <a:cubicBezTo>
                  <a:pt x="2857" y="1941"/>
                  <a:pt x="2840" y="1986"/>
                  <a:pt x="2822" y="2030"/>
                </a:cubicBezTo>
                <a:cubicBezTo>
                  <a:pt x="2804" y="2075"/>
                  <a:pt x="2783" y="2118"/>
                  <a:pt x="2761" y="2160"/>
                </a:cubicBezTo>
                <a:cubicBezTo>
                  <a:pt x="2738" y="2203"/>
                  <a:pt x="2713" y="2244"/>
                  <a:pt x="2687" y="2284"/>
                </a:cubicBezTo>
                <a:cubicBezTo>
                  <a:pt x="2660" y="2324"/>
                  <a:pt x="2631" y="2362"/>
                  <a:pt x="2601" y="2400"/>
                </a:cubicBezTo>
                <a:cubicBezTo>
                  <a:pt x="2570" y="2437"/>
                  <a:pt x="2538" y="2472"/>
                  <a:pt x="2504" y="2506"/>
                </a:cubicBezTo>
                <a:cubicBezTo>
                  <a:pt x="2470" y="2540"/>
                  <a:pt x="2435" y="2572"/>
                  <a:pt x="2398" y="2603"/>
                </a:cubicBezTo>
                <a:cubicBezTo>
                  <a:pt x="2360" y="2633"/>
                  <a:pt x="2322" y="2662"/>
                  <a:pt x="2282" y="2689"/>
                </a:cubicBezTo>
                <a:cubicBezTo>
                  <a:pt x="2242" y="2715"/>
                  <a:pt x="2201" y="2740"/>
                  <a:pt x="2159" y="2763"/>
                </a:cubicBezTo>
                <a:cubicBezTo>
                  <a:pt x="2116" y="2785"/>
                  <a:pt x="2073" y="2806"/>
                  <a:pt x="2029" y="2824"/>
                </a:cubicBezTo>
                <a:cubicBezTo>
                  <a:pt x="1984" y="2843"/>
                  <a:pt x="1939" y="2859"/>
                  <a:pt x="1893" y="2873"/>
                </a:cubicBezTo>
                <a:cubicBezTo>
                  <a:pt x="1847" y="2887"/>
                  <a:pt x="1801" y="2898"/>
                  <a:pt x="1753" y="2908"/>
                </a:cubicBezTo>
                <a:cubicBezTo>
                  <a:pt x="1706" y="2917"/>
                  <a:pt x="1659" y="2924"/>
                  <a:pt x="1611" y="2929"/>
                </a:cubicBezTo>
                <a:cubicBezTo>
                  <a:pt x="1563" y="2934"/>
                  <a:pt x="1515" y="2936"/>
                  <a:pt x="1467" y="2936"/>
                </a:cubicBezTo>
                <a:cubicBezTo>
                  <a:pt x="1419" y="2936"/>
                  <a:pt x="1371" y="2934"/>
                  <a:pt x="1324" y="2929"/>
                </a:cubicBezTo>
                <a:cubicBezTo>
                  <a:pt x="1276" y="2924"/>
                  <a:pt x="1228" y="2917"/>
                  <a:pt x="1181" y="2908"/>
                </a:cubicBezTo>
                <a:cubicBezTo>
                  <a:pt x="1133" y="2898"/>
                  <a:pt x="1087" y="2887"/>
                  <a:pt x="1041" y="2873"/>
                </a:cubicBezTo>
                <a:cubicBezTo>
                  <a:pt x="995" y="2859"/>
                  <a:pt x="950" y="2843"/>
                  <a:pt x="905" y="2824"/>
                </a:cubicBezTo>
                <a:cubicBezTo>
                  <a:pt x="861" y="2806"/>
                  <a:pt x="818" y="2785"/>
                  <a:pt x="775" y="2763"/>
                </a:cubicBezTo>
                <a:cubicBezTo>
                  <a:pt x="733" y="2740"/>
                  <a:pt x="692" y="2715"/>
                  <a:pt x="652" y="2689"/>
                </a:cubicBezTo>
                <a:cubicBezTo>
                  <a:pt x="612" y="2662"/>
                  <a:pt x="573" y="2633"/>
                  <a:pt x="536" y="2603"/>
                </a:cubicBezTo>
                <a:cubicBezTo>
                  <a:pt x="499" y="2572"/>
                  <a:pt x="463" y="2540"/>
                  <a:pt x="430" y="2506"/>
                </a:cubicBezTo>
                <a:cubicBezTo>
                  <a:pt x="396" y="2472"/>
                  <a:pt x="363" y="2437"/>
                  <a:pt x="333" y="2400"/>
                </a:cubicBezTo>
                <a:cubicBezTo>
                  <a:pt x="302" y="2362"/>
                  <a:pt x="274" y="2324"/>
                  <a:pt x="247" y="2284"/>
                </a:cubicBezTo>
                <a:cubicBezTo>
                  <a:pt x="220" y="2244"/>
                  <a:pt x="196" y="2203"/>
                  <a:pt x="173" y="2160"/>
                </a:cubicBezTo>
                <a:cubicBezTo>
                  <a:pt x="151" y="2118"/>
                  <a:pt x="130" y="2075"/>
                  <a:pt x="112" y="2030"/>
                </a:cubicBezTo>
                <a:cubicBezTo>
                  <a:pt x="93" y="1986"/>
                  <a:pt x="77" y="1941"/>
                  <a:pt x="63" y="1895"/>
                </a:cubicBezTo>
                <a:cubicBezTo>
                  <a:pt x="49" y="1849"/>
                  <a:pt x="38" y="1802"/>
                  <a:pt x="28" y="1755"/>
                </a:cubicBezTo>
                <a:cubicBezTo>
                  <a:pt x="19" y="1708"/>
                  <a:pt x="12" y="1660"/>
                  <a:pt x="7" y="1613"/>
                </a:cubicBezTo>
                <a:cubicBezTo>
                  <a:pt x="2" y="1565"/>
                  <a:pt x="0" y="1517"/>
                  <a:pt x="0" y="1469"/>
                </a:cubicBezTo>
                <a:cubicBezTo>
                  <a:pt x="0" y="1421"/>
                  <a:pt x="2" y="1373"/>
                  <a:pt x="7" y="1325"/>
                </a:cubicBezTo>
                <a:cubicBezTo>
                  <a:pt x="12" y="1277"/>
                  <a:pt x="19" y="1230"/>
                  <a:pt x="28" y="1182"/>
                </a:cubicBezTo>
                <a:cubicBezTo>
                  <a:pt x="38" y="1135"/>
                  <a:pt x="49" y="1089"/>
                  <a:pt x="63" y="1043"/>
                </a:cubicBezTo>
                <a:cubicBezTo>
                  <a:pt x="77" y="997"/>
                  <a:pt x="93" y="952"/>
                  <a:pt x="112" y="907"/>
                </a:cubicBezTo>
                <a:cubicBezTo>
                  <a:pt x="130" y="863"/>
                  <a:pt x="151" y="819"/>
                  <a:pt x="173" y="777"/>
                </a:cubicBezTo>
                <a:cubicBezTo>
                  <a:pt x="196" y="735"/>
                  <a:pt x="220" y="694"/>
                  <a:pt x="247" y="654"/>
                </a:cubicBezTo>
                <a:cubicBezTo>
                  <a:pt x="274" y="614"/>
                  <a:pt x="302" y="575"/>
                  <a:pt x="333" y="538"/>
                </a:cubicBezTo>
                <a:cubicBezTo>
                  <a:pt x="363" y="501"/>
                  <a:pt x="396" y="465"/>
                  <a:pt x="430" y="431"/>
                </a:cubicBezTo>
                <a:cubicBezTo>
                  <a:pt x="463" y="397"/>
                  <a:pt x="499" y="365"/>
                  <a:pt x="536" y="335"/>
                </a:cubicBezTo>
                <a:cubicBezTo>
                  <a:pt x="573" y="304"/>
                  <a:pt x="612" y="275"/>
                  <a:pt x="652" y="249"/>
                </a:cubicBezTo>
                <a:cubicBezTo>
                  <a:pt x="692" y="222"/>
                  <a:pt x="733" y="197"/>
                  <a:pt x="775" y="175"/>
                </a:cubicBezTo>
                <a:cubicBezTo>
                  <a:pt x="818" y="152"/>
                  <a:pt x="861" y="132"/>
                  <a:pt x="905" y="113"/>
                </a:cubicBezTo>
                <a:cubicBezTo>
                  <a:pt x="950" y="94"/>
                  <a:pt x="995" y="78"/>
                  <a:pt x="1041" y="64"/>
                </a:cubicBezTo>
                <a:cubicBezTo>
                  <a:pt x="1087" y="50"/>
                  <a:pt x="1133" y="38"/>
                  <a:pt x="1181" y="29"/>
                </a:cubicBezTo>
                <a:cubicBezTo>
                  <a:pt x="1228" y="19"/>
                  <a:pt x="1276" y="12"/>
                  <a:pt x="1324" y="8"/>
                </a:cubicBezTo>
                <a:cubicBezTo>
                  <a:pt x="1371" y="3"/>
                  <a:pt x="1419" y="0"/>
                  <a:pt x="1467" y="0"/>
                </a:cubicBezTo>
                <a:cubicBezTo>
                  <a:pt x="1515" y="0"/>
                  <a:pt x="1563" y="3"/>
                  <a:pt x="1611" y="8"/>
                </a:cubicBezTo>
                <a:cubicBezTo>
                  <a:pt x="1659" y="12"/>
                  <a:pt x="1706" y="19"/>
                  <a:pt x="1753" y="29"/>
                </a:cubicBezTo>
                <a:cubicBezTo>
                  <a:pt x="1801" y="38"/>
                  <a:pt x="1847" y="50"/>
                  <a:pt x="1893" y="64"/>
                </a:cubicBezTo>
                <a:cubicBezTo>
                  <a:pt x="1939" y="78"/>
                  <a:pt x="1984" y="94"/>
                  <a:pt x="2029" y="113"/>
                </a:cubicBezTo>
                <a:cubicBezTo>
                  <a:pt x="2073" y="132"/>
                  <a:pt x="2116" y="152"/>
                  <a:pt x="2159" y="175"/>
                </a:cubicBezTo>
                <a:cubicBezTo>
                  <a:pt x="2201" y="197"/>
                  <a:pt x="2242" y="222"/>
                  <a:pt x="2282" y="249"/>
                </a:cubicBezTo>
                <a:cubicBezTo>
                  <a:pt x="2322" y="275"/>
                  <a:pt x="2360" y="304"/>
                  <a:pt x="2398" y="335"/>
                </a:cubicBezTo>
                <a:cubicBezTo>
                  <a:pt x="2435" y="365"/>
                  <a:pt x="2470" y="397"/>
                  <a:pt x="2504" y="431"/>
                </a:cubicBezTo>
                <a:cubicBezTo>
                  <a:pt x="2538" y="465"/>
                  <a:pt x="2570" y="501"/>
                  <a:pt x="2601" y="538"/>
                </a:cubicBezTo>
                <a:cubicBezTo>
                  <a:pt x="2631" y="575"/>
                  <a:pt x="2660" y="614"/>
                  <a:pt x="2687" y="654"/>
                </a:cubicBezTo>
                <a:cubicBezTo>
                  <a:pt x="2713" y="694"/>
                  <a:pt x="2738" y="735"/>
                  <a:pt x="2761" y="777"/>
                </a:cubicBezTo>
                <a:cubicBezTo>
                  <a:pt x="2783" y="819"/>
                  <a:pt x="2804" y="863"/>
                  <a:pt x="2822" y="907"/>
                </a:cubicBezTo>
                <a:cubicBezTo>
                  <a:pt x="2840" y="952"/>
                  <a:pt x="2857" y="997"/>
                  <a:pt x="2871" y="1043"/>
                </a:cubicBezTo>
                <a:cubicBezTo>
                  <a:pt x="2885" y="1089"/>
                  <a:pt x="2896" y="1135"/>
                  <a:pt x="2906" y="1182"/>
                </a:cubicBezTo>
                <a:cubicBezTo>
                  <a:pt x="2915" y="1230"/>
                  <a:pt x="2922" y="1277"/>
                  <a:pt x="2927" y="1325"/>
                </a:cubicBezTo>
                <a:cubicBezTo>
                  <a:pt x="2931" y="1373"/>
                  <a:pt x="2934" y="1421"/>
                  <a:pt x="2934" y="1469"/>
                </a:cubicBezTo>
                <a:close/>
              </a:path>
            </a:pathLst>
          </a:custGeom>
          <a:noFill/>
          <a:ln w="5400">
            <a:solidFill>
              <a:srgbClr val="5F5E5A"/>
            </a:solidFill>
            <a:miter/>
          </a:ln>
        </p:spPr>
        <p:txBody>
          <a:bodyPr lIns="2520" tIns="2520" rIns="2520" bIns="2520" anchor="t">
            <a:noAutofit/>
          </a:bodyPr>
          <a:p>
            <a:endParaRPr lang="en-US" sz="2400" b="0" u="none" strike="noStrike">
              <a:solidFill>
                <a:srgbClr val="000000"/>
              </a:solidFill>
              <a:effectLst/>
              <a:uFillTx/>
              <a:latin typeface="游明朝体"/>
            </a:endParaRPr>
          </a:p>
        </p:txBody>
      </p:sp>
      <p:sp>
        <p:nvSpPr>
          <p:cNvPr id="1559" name=""/>
          <p:cNvSpPr/>
          <p:nvPr/>
        </p:nvSpPr>
        <p:spPr>
          <a:xfrm>
            <a:off x="3566880" y="3838680"/>
            <a:ext cx="467280" cy="249480"/>
          </a:xfrm>
          <a:custGeom>
            <a:avLst/>
            <a:gdLst/>
            <a:ahLst/>
            <a:rect l="0" t="0" r="r" b="b"/>
            <a:pathLst>
              <a:path w="1298" h="693">
                <a:moveTo>
                  <a:pt x="86" y="0"/>
                </a:moveTo>
                <a:lnTo>
                  <a:pt x="1211" y="0"/>
                </a:lnTo>
                <a:cubicBezTo>
                  <a:pt x="1223" y="0"/>
                  <a:pt x="1234" y="2"/>
                  <a:pt x="1245" y="7"/>
                </a:cubicBezTo>
                <a:cubicBezTo>
                  <a:pt x="1255" y="11"/>
                  <a:pt x="1265" y="17"/>
                  <a:pt x="1273" y="25"/>
                </a:cubicBezTo>
                <a:cubicBezTo>
                  <a:pt x="1281" y="34"/>
                  <a:pt x="1287" y="43"/>
                  <a:pt x="1291" y="54"/>
                </a:cubicBezTo>
                <a:cubicBezTo>
                  <a:pt x="1296" y="65"/>
                  <a:pt x="1298" y="76"/>
                  <a:pt x="1298" y="88"/>
                </a:cubicBezTo>
                <a:lnTo>
                  <a:pt x="1298" y="607"/>
                </a:lnTo>
                <a:cubicBezTo>
                  <a:pt x="1298" y="618"/>
                  <a:pt x="1296" y="629"/>
                  <a:pt x="1291" y="640"/>
                </a:cubicBezTo>
                <a:cubicBezTo>
                  <a:pt x="1287" y="651"/>
                  <a:pt x="1281" y="660"/>
                  <a:pt x="1273" y="668"/>
                </a:cubicBezTo>
                <a:cubicBezTo>
                  <a:pt x="1265" y="676"/>
                  <a:pt x="1255" y="682"/>
                  <a:pt x="1245" y="687"/>
                </a:cubicBezTo>
                <a:cubicBezTo>
                  <a:pt x="1234" y="691"/>
                  <a:pt x="1223" y="693"/>
                  <a:pt x="1211" y="693"/>
                </a:cubicBezTo>
                <a:lnTo>
                  <a:pt x="86" y="693"/>
                </a:lnTo>
                <a:cubicBezTo>
                  <a:pt x="75" y="693"/>
                  <a:pt x="64" y="691"/>
                  <a:pt x="53" y="687"/>
                </a:cubicBezTo>
                <a:cubicBezTo>
                  <a:pt x="43" y="682"/>
                  <a:pt x="33" y="676"/>
                  <a:pt x="25" y="668"/>
                </a:cubicBezTo>
                <a:cubicBezTo>
                  <a:pt x="17" y="660"/>
                  <a:pt x="11" y="651"/>
                  <a:pt x="6" y="640"/>
                </a:cubicBezTo>
                <a:cubicBezTo>
                  <a:pt x="2" y="629"/>
                  <a:pt x="0" y="618"/>
                  <a:pt x="0" y="607"/>
                </a:cubicBezTo>
                <a:lnTo>
                  <a:pt x="0" y="88"/>
                </a:lnTo>
                <a:cubicBezTo>
                  <a:pt x="0" y="76"/>
                  <a:pt x="2" y="65"/>
                  <a:pt x="6" y="54"/>
                </a:cubicBezTo>
                <a:cubicBezTo>
                  <a:pt x="11" y="43"/>
                  <a:pt x="17" y="34"/>
                  <a:pt x="25" y="25"/>
                </a:cubicBezTo>
                <a:cubicBezTo>
                  <a:pt x="33" y="17"/>
                  <a:pt x="43" y="11"/>
                  <a:pt x="53" y="7"/>
                </a:cubicBezTo>
                <a:cubicBezTo>
                  <a:pt x="64" y="2"/>
                  <a:pt x="75" y="0"/>
                  <a:pt x="86"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0" name=""/>
          <p:cNvSpPr/>
          <p:nvPr/>
        </p:nvSpPr>
        <p:spPr>
          <a:xfrm>
            <a:off x="3566880" y="3745080"/>
            <a:ext cx="257040" cy="78480"/>
          </a:xfrm>
          <a:custGeom>
            <a:avLst/>
            <a:gdLst/>
            <a:ahLst/>
            <a:rect l="0" t="0" r="r" b="b"/>
            <a:pathLst>
              <a:path w="714" h="218">
                <a:moveTo>
                  <a:pt x="0" y="44"/>
                </a:moveTo>
                <a:cubicBezTo>
                  <a:pt x="0" y="15"/>
                  <a:pt x="14" y="0"/>
                  <a:pt x="43" y="0"/>
                </a:cubicBezTo>
                <a:lnTo>
                  <a:pt x="520" y="0"/>
                </a:lnTo>
                <a:cubicBezTo>
                  <a:pt x="563" y="0"/>
                  <a:pt x="599" y="22"/>
                  <a:pt x="628" y="65"/>
                </a:cubicBezTo>
                <a:lnTo>
                  <a:pt x="714" y="218"/>
                </a:lnTo>
                <a:lnTo>
                  <a:pt x="0" y="218"/>
                </a:lnTo>
                <a:lnTo>
                  <a:pt x="0" y="44"/>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1" name=""/>
          <p:cNvSpPr/>
          <p:nvPr/>
        </p:nvSpPr>
        <p:spPr>
          <a:xfrm>
            <a:off x="3613680" y="3885480"/>
            <a:ext cx="373680" cy="156240"/>
          </a:xfrm>
          <a:custGeom>
            <a:avLst/>
            <a:gdLst/>
            <a:ahLst/>
            <a:rect l="0" t="0" r="r" b="b"/>
            <a:pathLst>
              <a:path w="1038" h="434">
                <a:moveTo>
                  <a:pt x="43" y="0"/>
                </a:moveTo>
                <a:lnTo>
                  <a:pt x="995" y="0"/>
                </a:lnTo>
                <a:cubicBezTo>
                  <a:pt x="1001" y="0"/>
                  <a:pt x="1006" y="1"/>
                  <a:pt x="1012" y="3"/>
                </a:cubicBezTo>
                <a:cubicBezTo>
                  <a:pt x="1017" y="5"/>
                  <a:pt x="1022" y="8"/>
                  <a:pt x="1026" y="13"/>
                </a:cubicBezTo>
                <a:cubicBezTo>
                  <a:pt x="1030" y="17"/>
                  <a:pt x="1033" y="21"/>
                  <a:pt x="1035" y="27"/>
                </a:cubicBezTo>
                <a:cubicBezTo>
                  <a:pt x="1037" y="32"/>
                  <a:pt x="1038" y="37"/>
                  <a:pt x="1038" y="43"/>
                </a:cubicBezTo>
                <a:lnTo>
                  <a:pt x="1038" y="390"/>
                </a:lnTo>
                <a:cubicBezTo>
                  <a:pt x="1038" y="396"/>
                  <a:pt x="1037" y="402"/>
                  <a:pt x="1035" y="407"/>
                </a:cubicBezTo>
                <a:cubicBezTo>
                  <a:pt x="1033" y="412"/>
                  <a:pt x="1030" y="417"/>
                  <a:pt x="1026" y="421"/>
                </a:cubicBezTo>
                <a:cubicBezTo>
                  <a:pt x="1022" y="425"/>
                  <a:pt x="1017" y="428"/>
                  <a:pt x="1012" y="430"/>
                </a:cubicBezTo>
                <a:cubicBezTo>
                  <a:pt x="1006" y="432"/>
                  <a:pt x="1001" y="434"/>
                  <a:pt x="995" y="434"/>
                </a:cubicBezTo>
                <a:lnTo>
                  <a:pt x="43" y="434"/>
                </a:lnTo>
                <a:cubicBezTo>
                  <a:pt x="37" y="434"/>
                  <a:pt x="32" y="432"/>
                  <a:pt x="26" y="430"/>
                </a:cubicBezTo>
                <a:cubicBezTo>
                  <a:pt x="21" y="428"/>
                  <a:pt x="16" y="425"/>
                  <a:pt x="12" y="421"/>
                </a:cubicBezTo>
                <a:cubicBezTo>
                  <a:pt x="8" y="417"/>
                  <a:pt x="5" y="412"/>
                  <a:pt x="3" y="407"/>
                </a:cubicBezTo>
                <a:cubicBezTo>
                  <a:pt x="1" y="402"/>
                  <a:pt x="0" y="396"/>
                  <a:pt x="0" y="390"/>
                </a:cubicBezTo>
                <a:lnTo>
                  <a:pt x="0" y="43"/>
                </a:lnTo>
                <a:cubicBezTo>
                  <a:pt x="0" y="37"/>
                  <a:pt x="1" y="32"/>
                  <a:pt x="3" y="27"/>
                </a:cubicBezTo>
                <a:cubicBezTo>
                  <a:pt x="5" y="21"/>
                  <a:pt x="8" y="17"/>
                  <a:pt x="12" y="13"/>
                </a:cubicBezTo>
                <a:cubicBezTo>
                  <a:pt x="16" y="8"/>
                  <a:pt x="21" y="5"/>
                  <a:pt x="26" y="3"/>
                </a:cubicBezTo>
                <a:cubicBezTo>
                  <a:pt x="32" y="1"/>
                  <a:pt x="37" y="0"/>
                  <a:pt x="43"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2" name=""/>
          <p:cNvSpPr txBox="1"/>
          <p:nvPr/>
        </p:nvSpPr>
        <p:spPr>
          <a:xfrm>
            <a:off x="44629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私の開発スタイル</a:t>
            </a:r>
            <a:endParaRPr lang="en-US" sz="3000" b="0" u="none" strike="noStrike">
              <a:solidFill>
                <a:srgbClr val="000000"/>
              </a:solidFill>
              <a:effectLst/>
              <a:uFillTx/>
              <a:latin typeface="游明朝体"/>
            </a:endParaRPr>
          </a:p>
        </p:txBody>
      </p:sp>
      <p:sp>
        <p:nvSpPr>
          <p:cNvPr id="1563" name=""/>
          <p:cNvSpPr txBox="1"/>
          <p:nvPr/>
        </p:nvSpPr>
        <p:spPr>
          <a:xfrm>
            <a:off x="3376080" y="4104000"/>
            <a:ext cx="851040" cy="142200"/>
          </a:xfrm>
          <a:prstGeom prst="rect">
            <a:avLst/>
          </a:prstGeom>
          <a:noFill/>
          <a:ln w="0">
            <a:noFill/>
          </a:ln>
        </p:spPr>
        <p:txBody>
          <a:bodyPr wrap="none" lIns="0" tIns="0" rIns="0" bIns="0" anchor="t">
            <a:spAutoFit/>
          </a:bodyPr>
          <a:p>
            <a:pPr/>
            <a:r>
              <a:rPr lang="ja-JP" sz="1120" b="1" u="none" strike="noStrike">
                <a:solidFill>
                  <a:srgbClr val="3D3D3A"/>
                </a:solidFill>
                <a:effectLst/>
                <a:uFillTx/>
                <a:latin typeface="HiraKakuProN-W6"/>
                <a:ea typeface="HiraKakuProN-W6"/>
              </a:rPr>
              <a:t>作業フォルダ</a:t>
            </a:r>
            <a:endParaRPr lang="en-US" sz="1120" b="0" u="none" strike="noStrike">
              <a:solidFill>
                <a:srgbClr val="000000"/>
              </a:solidFill>
              <a:effectLst/>
              <a:uFillTx/>
              <a:latin typeface="游明朝体"/>
            </a:endParaRPr>
          </a:p>
        </p:txBody>
      </p:sp>
      <p:sp>
        <p:nvSpPr>
          <p:cNvPr id="1564" name=""/>
          <p:cNvSpPr txBox="1"/>
          <p:nvPr/>
        </p:nvSpPr>
        <p:spPr>
          <a:xfrm>
            <a:off x="3349440" y="4313880"/>
            <a:ext cx="915120" cy="91800"/>
          </a:xfrm>
          <a:prstGeom prst="rect">
            <a:avLst/>
          </a:prstGeom>
          <a:noFill/>
          <a:ln w="0">
            <a:noFill/>
          </a:ln>
        </p:spPr>
        <p:txBody>
          <a:bodyPr wrap="none" lIns="0" tIns="0" rIns="0" bIns="0" anchor="t">
            <a:spAutoFit/>
          </a:bodyPr>
          <a:p>
            <a:pPr/>
            <a:r>
              <a:rPr lang="ja-JP" sz="720" b="0" u="none" strike="noStrike">
                <a:solidFill>
                  <a:srgbClr val="5F5E5A"/>
                </a:solidFill>
                <a:effectLst/>
                <a:uFillTx/>
                <a:latin typeface="HiraKakuProN-W3"/>
                <a:ea typeface="HiraKakuProN-W3"/>
              </a:rPr>
              <a:t>コード・マニュアル・</a:t>
            </a:r>
            <a:endParaRPr lang="en-US" sz="720" b="0" u="none" strike="noStrike">
              <a:solidFill>
                <a:srgbClr val="000000"/>
              </a:solidFill>
              <a:effectLst/>
              <a:uFillTx/>
              <a:latin typeface="游明朝体"/>
            </a:endParaRPr>
          </a:p>
        </p:txBody>
      </p:sp>
      <p:sp>
        <p:nvSpPr>
          <p:cNvPr id="1565" name=""/>
          <p:cNvSpPr txBox="1"/>
          <p:nvPr/>
        </p:nvSpPr>
        <p:spPr>
          <a:xfrm>
            <a:off x="3528000" y="4435920"/>
            <a:ext cx="549360" cy="91800"/>
          </a:xfrm>
          <a:prstGeom prst="rect">
            <a:avLst/>
          </a:prstGeom>
          <a:noFill/>
          <a:ln w="0">
            <a:noFill/>
          </a:ln>
        </p:spPr>
        <p:txBody>
          <a:bodyPr wrap="none" lIns="0" tIns="0" rIns="0" bIns="0" anchor="t">
            <a:spAutoFit/>
          </a:bodyPr>
          <a:p>
            <a:pPr/>
            <a:r>
              <a:rPr lang="ja-JP" sz="720" b="0" u="none" strike="noStrike">
                <a:solidFill>
                  <a:srgbClr val="5F5E5A"/>
                </a:solidFill>
                <a:effectLst/>
                <a:uFillTx/>
                <a:latin typeface="HiraKakuProN-W3"/>
                <a:ea typeface="HiraKakuProN-W3"/>
              </a:rPr>
              <a:t>ルールを蓄積</a:t>
            </a:r>
            <a:endParaRPr lang="en-US" sz="720" b="0" u="none" strike="noStrike">
              <a:solidFill>
                <a:srgbClr val="000000"/>
              </a:solidFill>
              <a:effectLst/>
              <a:uFillTx/>
              <a:latin typeface="游明朝体"/>
            </a:endParaRPr>
          </a:p>
        </p:txBody>
      </p:sp>
      <p:sp>
        <p:nvSpPr>
          <p:cNvPr id="1566" name=""/>
          <p:cNvSpPr txBox="1"/>
          <p:nvPr/>
        </p:nvSpPr>
        <p:spPr>
          <a:xfrm>
            <a:off x="3022200" y="1746360"/>
            <a:ext cx="1555200" cy="155880"/>
          </a:xfrm>
          <a:prstGeom prst="rect">
            <a:avLst/>
          </a:prstGeom>
          <a:noFill/>
          <a:ln w="0">
            <a:noFill/>
          </a:ln>
        </p:spPr>
        <p:txBody>
          <a:bodyPr wrap="none" lIns="0" tIns="0" rIns="0" bIns="0" anchor="t">
            <a:spAutoFit/>
          </a:bodyPr>
          <a:p>
            <a:pPr/>
            <a:r>
              <a:rPr lang="ja-JP" sz="1220" b="1" u="none" strike="noStrike">
                <a:solidFill>
                  <a:srgbClr val="0B6B49"/>
                </a:solidFill>
                <a:effectLst/>
                <a:uFillTx/>
                <a:latin typeface="HiraKakuProN-W6"/>
                <a:ea typeface="HiraKakuProN-W6"/>
              </a:rPr>
              <a:t>⾃然⾔語でコード⽣成</a:t>
            </a:r>
            <a:endParaRPr lang="en-US" sz="1220" b="0" u="none" strike="noStrike">
              <a:solidFill>
                <a:srgbClr val="000000"/>
              </a:solidFill>
              <a:effectLst/>
              <a:uFillTx/>
              <a:latin typeface="游明朝体"/>
            </a:endParaRPr>
          </a:p>
        </p:txBody>
      </p:sp>
      <p:sp>
        <p:nvSpPr>
          <p:cNvPr id="1567" name=""/>
          <p:cNvSpPr/>
          <p:nvPr/>
        </p:nvSpPr>
        <p:spPr>
          <a:xfrm>
            <a:off x="3380760" y="2210760"/>
            <a:ext cx="839520" cy="839880"/>
          </a:xfrm>
          <a:custGeom>
            <a:avLst/>
            <a:gdLst/>
            <a:ahLst/>
            <a:rect l="0" t="0" r="r" b="b"/>
            <a:pathLst>
              <a:path w="2332" h="2333">
                <a:moveTo>
                  <a:pt x="2332" y="1166"/>
                </a:moveTo>
                <a:cubicBezTo>
                  <a:pt x="2332" y="1204"/>
                  <a:pt x="2330" y="1242"/>
                  <a:pt x="2326" y="1280"/>
                </a:cubicBezTo>
                <a:cubicBezTo>
                  <a:pt x="2323" y="1318"/>
                  <a:pt x="2317" y="1356"/>
                  <a:pt x="2310" y="1394"/>
                </a:cubicBezTo>
                <a:cubicBezTo>
                  <a:pt x="2302" y="1431"/>
                  <a:pt x="2293" y="1468"/>
                  <a:pt x="2282" y="1505"/>
                </a:cubicBezTo>
                <a:cubicBezTo>
                  <a:pt x="2271" y="1541"/>
                  <a:pt x="2258" y="1577"/>
                  <a:pt x="2243" y="1612"/>
                </a:cubicBezTo>
                <a:cubicBezTo>
                  <a:pt x="2229" y="1648"/>
                  <a:pt x="2212" y="1682"/>
                  <a:pt x="2194" y="1716"/>
                </a:cubicBezTo>
                <a:cubicBezTo>
                  <a:pt x="2176" y="1750"/>
                  <a:pt x="2157" y="1782"/>
                  <a:pt x="2135" y="1814"/>
                </a:cubicBezTo>
                <a:cubicBezTo>
                  <a:pt x="2114" y="1846"/>
                  <a:pt x="2092" y="1877"/>
                  <a:pt x="2067" y="1906"/>
                </a:cubicBezTo>
                <a:cubicBezTo>
                  <a:pt x="2043" y="1936"/>
                  <a:pt x="2018" y="1964"/>
                  <a:pt x="1991" y="1991"/>
                </a:cubicBezTo>
                <a:cubicBezTo>
                  <a:pt x="1964" y="2018"/>
                  <a:pt x="1935" y="2044"/>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9"/>
                  <a:pt x="1319" y="2324"/>
                  <a:pt x="1281" y="2328"/>
                </a:cubicBezTo>
                <a:cubicBezTo>
                  <a:pt x="1243" y="2332"/>
                  <a:pt x="1205" y="2333"/>
                  <a:pt x="1166" y="2333"/>
                </a:cubicBezTo>
                <a:cubicBezTo>
                  <a:pt x="1128" y="2333"/>
                  <a:pt x="1089" y="2332"/>
                  <a:pt x="1051" y="2328"/>
                </a:cubicBezTo>
                <a:cubicBezTo>
                  <a:pt x="1013" y="2324"/>
                  <a:pt x="975" y="2319"/>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4"/>
                  <a:pt x="368" y="2018"/>
                  <a:pt x="341" y="1991"/>
                </a:cubicBezTo>
                <a:cubicBezTo>
                  <a:pt x="314" y="1964"/>
                  <a:pt x="289" y="1936"/>
                  <a:pt x="264" y="1906"/>
                </a:cubicBezTo>
                <a:cubicBezTo>
                  <a:pt x="240" y="1877"/>
                  <a:pt x="217" y="1846"/>
                  <a:pt x="196" y="1814"/>
                </a:cubicBezTo>
                <a:cubicBezTo>
                  <a:pt x="175" y="1782"/>
                  <a:pt x="155" y="1750"/>
                  <a:pt x="137" y="1716"/>
                </a:cubicBezTo>
                <a:cubicBezTo>
                  <a:pt x="119" y="1682"/>
                  <a:pt x="103" y="1648"/>
                  <a:pt x="89" y="1612"/>
                </a:cubicBezTo>
                <a:cubicBezTo>
                  <a:pt x="74" y="1577"/>
                  <a:pt x="61" y="1541"/>
                  <a:pt x="50" y="1505"/>
                </a:cubicBezTo>
                <a:cubicBezTo>
                  <a:pt x="39" y="1468"/>
                  <a:pt x="30" y="1431"/>
                  <a:pt x="22" y="1394"/>
                </a:cubicBezTo>
                <a:cubicBezTo>
                  <a:pt x="15" y="1356"/>
                  <a:pt x="9" y="1318"/>
                  <a:pt x="5" y="1280"/>
                </a:cubicBezTo>
                <a:cubicBezTo>
                  <a:pt x="2" y="1242"/>
                  <a:pt x="0" y="1204"/>
                  <a:pt x="0" y="1166"/>
                </a:cubicBezTo>
                <a:cubicBezTo>
                  <a:pt x="0" y="1128"/>
                  <a:pt x="2" y="1090"/>
                  <a:pt x="5" y="1052"/>
                </a:cubicBezTo>
                <a:cubicBezTo>
                  <a:pt x="9" y="1014"/>
                  <a:pt x="15" y="976"/>
                  <a:pt x="22" y="939"/>
                </a:cubicBezTo>
                <a:cubicBezTo>
                  <a:pt x="30" y="901"/>
                  <a:pt x="39" y="864"/>
                  <a:pt x="50" y="828"/>
                </a:cubicBezTo>
                <a:cubicBezTo>
                  <a:pt x="61" y="791"/>
                  <a:pt x="74" y="755"/>
                  <a:pt x="89" y="720"/>
                </a:cubicBezTo>
                <a:cubicBezTo>
                  <a:pt x="103" y="685"/>
                  <a:pt x="119" y="650"/>
                  <a:pt x="137" y="616"/>
                </a:cubicBezTo>
                <a:cubicBezTo>
                  <a:pt x="155" y="583"/>
                  <a:pt x="175" y="550"/>
                  <a:pt x="196" y="518"/>
                </a:cubicBezTo>
                <a:cubicBezTo>
                  <a:pt x="217" y="486"/>
                  <a:pt x="240" y="456"/>
                  <a:pt x="264" y="426"/>
                </a:cubicBezTo>
                <a:cubicBezTo>
                  <a:pt x="289" y="397"/>
                  <a:pt x="314" y="368"/>
                  <a:pt x="341" y="341"/>
                </a:cubicBezTo>
                <a:cubicBezTo>
                  <a:pt x="368" y="314"/>
                  <a:pt x="396" y="289"/>
                  <a:pt x="426" y="265"/>
                </a:cubicBezTo>
                <a:cubicBezTo>
                  <a:pt x="455" y="240"/>
                  <a:pt x="486" y="218"/>
                  <a:pt x="518" y="196"/>
                </a:cubicBezTo>
                <a:cubicBezTo>
                  <a:pt x="550" y="175"/>
                  <a:pt x="582" y="156"/>
                  <a:pt x="616" y="138"/>
                </a:cubicBezTo>
                <a:cubicBezTo>
                  <a:pt x="650" y="120"/>
                  <a:pt x="684" y="103"/>
                  <a:pt x="719" y="89"/>
                </a:cubicBezTo>
                <a:cubicBezTo>
                  <a:pt x="755" y="74"/>
                  <a:pt x="791" y="61"/>
                  <a:pt x="827" y="50"/>
                </a:cubicBezTo>
                <a:cubicBezTo>
                  <a:pt x="864" y="39"/>
                  <a:pt x="901" y="30"/>
                  <a:pt x="938" y="22"/>
                </a:cubicBezTo>
                <a:cubicBezTo>
                  <a:pt x="975" y="15"/>
                  <a:pt x="1013" y="9"/>
                  <a:pt x="1051" y="5"/>
                </a:cubicBezTo>
                <a:cubicBezTo>
                  <a:pt x="1089" y="2"/>
                  <a:pt x="1128" y="0"/>
                  <a:pt x="1166" y="0"/>
                </a:cubicBezTo>
                <a:cubicBezTo>
                  <a:pt x="1205" y="0"/>
                  <a:pt x="1243" y="2"/>
                  <a:pt x="1281" y="5"/>
                </a:cubicBezTo>
                <a:cubicBezTo>
                  <a:pt x="1319" y="9"/>
                  <a:pt x="1356" y="15"/>
                  <a:pt x="1394" y="22"/>
                </a:cubicBezTo>
                <a:cubicBezTo>
                  <a:pt x="1431" y="30"/>
                  <a:pt x="1468" y="39"/>
                  <a:pt x="1505" y="50"/>
                </a:cubicBezTo>
                <a:cubicBezTo>
                  <a:pt x="1541" y="61"/>
                  <a:pt x="1577" y="74"/>
                  <a:pt x="1612" y="89"/>
                </a:cubicBezTo>
                <a:cubicBezTo>
                  <a:pt x="1648" y="103"/>
                  <a:pt x="1682" y="120"/>
                  <a:pt x="1716" y="138"/>
                </a:cubicBezTo>
                <a:cubicBezTo>
                  <a:pt x="1749" y="156"/>
                  <a:pt x="1782" y="175"/>
                  <a:pt x="1814" y="196"/>
                </a:cubicBezTo>
                <a:cubicBezTo>
                  <a:pt x="1846" y="218"/>
                  <a:pt x="1876" y="240"/>
                  <a:pt x="1906" y="265"/>
                </a:cubicBezTo>
                <a:cubicBezTo>
                  <a:pt x="1935" y="289"/>
                  <a:pt x="1964" y="314"/>
                  <a:pt x="1991" y="341"/>
                </a:cubicBezTo>
                <a:cubicBezTo>
                  <a:pt x="2018" y="368"/>
                  <a:pt x="2043" y="397"/>
                  <a:pt x="2067" y="426"/>
                </a:cubicBezTo>
                <a:cubicBezTo>
                  <a:pt x="2092" y="456"/>
                  <a:pt x="2114" y="486"/>
                  <a:pt x="2135" y="518"/>
                </a:cubicBezTo>
                <a:cubicBezTo>
                  <a:pt x="2157" y="550"/>
                  <a:pt x="2176" y="583"/>
                  <a:pt x="2194" y="616"/>
                </a:cubicBezTo>
                <a:cubicBezTo>
                  <a:pt x="2212" y="650"/>
                  <a:pt x="2229" y="685"/>
                  <a:pt x="2243" y="720"/>
                </a:cubicBezTo>
                <a:cubicBezTo>
                  <a:pt x="2258" y="755"/>
                  <a:pt x="2271" y="791"/>
                  <a:pt x="2282" y="828"/>
                </a:cubicBezTo>
                <a:cubicBezTo>
                  <a:pt x="2293" y="864"/>
                  <a:pt x="2302" y="901"/>
                  <a:pt x="2310" y="939"/>
                </a:cubicBezTo>
                <a:cubicBezTo>
                  <a:pt x="2317" y="976"/>
                  <a:pt x="2323" y="1014"/>
                  <a:pt x="2326" y="1052"/>
                </a:cubicBezTo>
                <a:cubicBezTo>
                  <a:pt x="2330" y="1090"/>
                  <a:pt x="2332" y="1128"/>
                  <a:pt x="2332" y="1166"/>
                </a:cubicBezTo>
                <a:close/>
              </a:path>
            </a:pathLst>
          </a:custGeom>
          <a:solidFill>
            <a:srgbClr val="E3F7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8" name=""/>
          <p:cNvSpPr/>
          <p:nvPr/>
        </p:nvSpPr>
        <p:spPr>
          <a:xfrm>
            <a:off x="3380760" y="2210760"/>
            <a:ext cx="839520" cy="839880"/>
          </a:xfrm>
          <a:custGeom>
            <a:avLst/>
            <a:gdLst/>
            <a:ahLst/>
            <a:rect l="0" t="0" r="r" b="b"/>
            <a:pathLst>
              <a:path w="2332" h="2333">
                <a:moveTo>
                  <a:pt x="2332" y="1166"/>
                </a:moveTo>
                <a:cubicBezTo>
                  <a:pt x="2332" y="1204"/>
                  <a:pt x="2330" y="1242"/>
                  <a:pt x="2326" y="1280"/>
                </a:cubicBezTo>
                <a:cubicBezTo>
                  <a:pt x="2323" y="1318"/>
                  <a:pt x="2317" y="1356"/>
                  <a:pt x="2310" y="1394"/>
                </a:cubicBezTo>
                <a:cubicBezTo>
                  <a:pt x="2302" y="1431"/>
                  <a:pt x="2293" y="1468"/>
                  <a:pt x="2282" y="1505"/>
                </a:cubicBezTo>
                <a:cubicBezTo>
                  <a:pt x="2271" y="1541"/>
                  <a:pt x="2258" y="1577"/>
                  <a:pt x="2243" y="1612"/>
                </a:cubicBezTo>
                <a:cubicBezTo>
                  <a:pt x="2229" y="1648"/>
                  <a:pt x="2212" y="1682"/>
                  <a:pt x="2194" y="1716"/>
                </a:cubicBezTo>
                <a:cubicBezTo>
                  <a:pt x="2176" y="1750"/>
                  <a:pt x="2157" y="1782"/>
                  <a:pt x="2135" y="1814"/>
                </a:cubicBezTo>
                <a:cubicBezTo>
                  <a:pt x="2114" y="1846"/>
                  <a:pt x="2092" y="1877"/>
                  <a:pt x="2067" y="1906"/>
                </a:cubicBezTo>
                <a:cubicBezTo>
                  <a:pt x="2043" y="1936"/>
                  <a:pt x="2018" y="1964"/>
                  <a:pt x="1991" y="1991"/>
                </a:cubicBezTo>
                <a:cubicBezTo>
                  <a:pt x="1964" y="2018"/>
                  <a:pt x="1935" y="2044"/>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9"/>
                  <a:pt x="1319" y="2324"/>
                  <a:pt x="1281" y="2328"/>
                </a:cubicBezTo>
                <a:cubicBezTo>
                  <a:pt x="1243" y="2332"/>
                  <a:pt x="1205" y="2333"/>
                  <a:pt x="1166" y="2333"/>
                </a:cubicBezTo>
                <a:cubicBezTo>
                  <a:pt x="1128" y="2333"/>
                  <a:pt x="1089" y="2332"/>
                  <a:pt x="1051" y="2328"/>
                </a:cubicBezTo>
                <a:cubicBezTo>
                  <a:pt x="1013" y="2324"/>
                  <a:pt x="975" y="2319"/>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4"/>
                  <a:pt x="368" y="2018"/>
                  <a:pt x="341" y="1991"/>
                </a:cubicBezTo>
                <a:cubicBezTo>
                  <a:pt x="314" y="1964"/>
                  <a:pt x="289" y="1936"/>
                  <a:pt x="264" y="1906"/>
                </a:cubicBezTo>
                <a:cubicBezTo>
                  <a:pt x="240" y="1877"/>
                  <a:pt x="217" y="1846"/>
                  <a:pt x="196" y="1814"/>
                </a:cubicBezTo>
                <a:cubicBezTo>
                  <a:pt x="175" y="1782"/>
                  <a:pt x="155" y="1750"/>
                  <a:pt x="137" y="1716"/>
                </a:cubicBezTo>
                <a:cubicBezTo>
                  <a:pt x="119" y="1682"/>
                  <a:pt x="103" y="1648"/>
                  <a:pt x="89" y="1612"/>
                </a:cubicBezTo>
                <a:cubicBezTo>
                  <a:pt x="74" y="1577"/>
                  <a:pt x="61" y="1541"/>
                  <a:pt x="50" y="1505"/>
                </a:cubicBezTo>
                <a:cubicBezTo>
                  <a:pt x="39" y="1468"/>
                  <a:pt x="30" y="1431"/>
                  <a:pt x="22" y="1394"/>
                </a:cubicBezTo>
                <a:cubicBezTo>
                  <a:pt x="15" y="1356"/>
                  <a:pt x="9" y="1318"/>
                  <a:pt x="5" y="1280"/>
                </a:cubicBezTo>
                <a:cubicBezTo>
                  <a:pt x="2" y="1242"/>
                  <a:pt x="0" y="1204"/>
                  <a:pt x="0" y="1166"/>
                </a:cubicBezTo>
                <a:cubicBezTo>
                  <a:pt x="0" y="1128"/>
                  <a:pt x="2" y="1090"/>
                  <a:pt x="5" y="1052"/>
                </a:cubicBezTo>
                <a:cubicBezTo>
                  <a:pt x="9" y="1014"/>
                  <a:pt x="15" y="976"/>
                  <a:pt x="22" y="939"/>
                </a:cubicBezTo>
                <a:cubicBezTo>
                  <a:pt x="30" y="901"/>
                  <a:pt x="39" y="864"/>
                  <a:pt x="50" y="828"/>
                </a:cubicBezTo>
                <a:cubicBezTo>
                  <a:pt x="61" y="791"/>
                  <a:pt x="74" y="755"/>
                  <a:pt x="89" y="720"/>
                </a:cubicBezTo>
                <a:cubicBezTo>
                  <a:pt x="103" y="685"/>
                  <a:pt x="119" y="650"/>
                  <a:pt x="137" y="616"/>
                </a:cubicBezTo>
                <a:cubicBezTo>
                  <a:pt x="155" y="583"/>
                  <a:pt x="175" y="550"/>
                  <a:pt x="196" y="518"/>
                </a:cubicBezTo>
                <a:cubicBezTo>
                  <a:pt x="217" y="486"/>
                  <a:pt x="240" y="456"/>
                  <a:pt x="264" y="426"/>
                </a:cubicBezTo>
                <a:cubicBezTo>
                  <a:pt x="289" y="397"/>
                  <a:pt x="314" y="368"/>
                  <a:pt x="341" y="341"/>
                </a:cubicBezTo>
                <a:cubicBezTo>
                  <a:pt x="368" y="314"/>
                  <a:pt x="396" y="289"/>
                  <a:pt x="426" y="265"/>
                </a:cubicBezTo>
                <a:cubicBezTo>
                  <a:pt x="455" y="240"/>
                  <a:pt x="486" y="218"/>
                  <a:pt x="518" y="196"/>
                </a:cubicBezTo>
                <a:cubicBezTo>
                  <a:pt x="550" y="175"/>
                  <a:pt x="582" y="156"/>
                  <a:pt x="616" y="138"/>
                </a:cubicBezTo>
                <a:cubicBezTo>
                  <a:pt x="650" y="120"/>
                  <a:pt x="684" y="103"/>
                  <a:pt x="719" y="89"/>
                </a:cubicBezTo>
                <a:cubicBezTo>
                  <a:pt x="755" y="74"/>
                  <a:pt x="791" y="61"/>
                  <a:pt x="827" y="50"/>
                </a:cubicBezTo>
                <a:cubicBezTo>
                  <a:pt x="864" y="39"/>
                  <a:pt x="901" y="30"/>
                  <a:pt x="938" y="22"/>
                </a:cubicBezTo>
                <a:cubicBezTo>
                  <a:pt x="975" y="15"/>
                  <a:pt x="1013" y="9"/>
                  <a:pt x="1051" y="5"/>
                </a:cubicBezTo>
                <a:cubicBezTo>
                  <a:pt x="1089" y="2"/>
                  <a:pt x="1128" y="0"/>
                  <a:pt x="1166" y="0"/>
                </a:cubicBezTo>
                <a:cubicBezTo>
                  <a:pt x="1205" y="0"/>
                  <a:pt x="1243" y="2"/>
                  <a:pt x="1281" y="5"/>
                </a:cubicBezTo>
                <a:cubicBezTo>
                  <a:pt x="1319" y="9"/>
                  <a:pt x="1356" y="15"/>
                  <a:pt x="1394" y="22"/>
                </a:cubicBezTo>
                <a:cubicBezTo>
                  <a:pt x="1431" y="30"/>
                  <a:pt x="1468" y="39"/>
                  <a:pt x="1505" y="50"/>
                </a:cubicBezTo>
                <a:cubicBezTo>
                  <a:pt x="1541" y="61"/>
                  <a:pt x="1577" y="74"/>
                  <a:pt x="1612" y="89"/>
                </a:cubicBezTo>
                <a:cubicBezTo>
                  <a:pt x="1648" y="103"/>
                  <a:pt x="1682" y="120"/>
                  <a:pt x="1716" y="138"/>
                </a:cubicBezTo>
                <a:cubicBezTo>
                  <a:pt x="1749" y="156"/>
                  <a:pt x="1782" y="175"/>
                  <a:pt x="1814" y="196"/>
                </a:cubicBezTo>
                <a:cubicBezTo>
                  <a:pt x="1846" y="218"/>
                  <a:pt x="1876" y="240"/>
                  <a:pt x="1906" y="265"/>
                </a:cubicBezTo>
                <a:cubicBezTo>
                  <a:pt x="1935" y="289"/>
                  <a:pt x="1964" y="314"/>
                  <a:pt x="1991" y="341"/>
                </a:cubicBezTo>
                <a:cubicBezTo>
                  <a:pt x="2018" y="368"/>
                  <a:pt x="2043" y="397"/>
                  <a:pt x="2067" y="426"/>
                </a:cubicBezTo>
                <a:cubicBezTo>
                  <a:pt x="2092" y="456"/>
                  <a:pt x="2114" y="486"/>
                  <a:pt x="2135" y="518"/>
                </a:cubicBezTo>
                <a:cubicBezTo>
                  <a:pt x="2157" y="550"/>
                  <a:pt x="2176" y="583"/>
                  <a:pt x="2194" y="616"/>
                </a:cubicBezTo>
                <a:cubicBezTo>
                  <a:pt x="2212" y="650"/>
                  <a:pt x="2229" y="685"/>
                  <a:pt x="2243" y="720"/>
                </a:cubicBezTo>
                <a:cubicBezTo>
                  <a:pt x="2258" y="755"/>
                  <a:pt x="2271" y="791"/>
                  <a:pt x="2282" y="828"/>
                </a:cubicBezTo>
                <a:cubicBezTo>
                  <a:pt x="2293" y="864"/>
                  <a:pt x="2302" y="901"/>
                  <a:pt x="2310" y="939"/>
                </a:cubicBezTo>
                <a:cubicBezTo>
                  <a:pt x="2317" y="976"/>
                  <a:pt x="2323" y="1014"/>
                  <a:pt x="2326" y="1052"/>
                </a:cubicBezTo>
                <a:cubicBezTo>
                  <a:pt x="2330" y="1090"/>
                  <a:pt x="2332" y="1128"/>
                  <a:pt x="2332" y="1166"/>
                </a:cubicBezTo>
                <a:close/>
              </a:path>
            </a:pathLst>
          </a:custGeom>
          <a:noFill/>
          <a:ln w="3240">
            <a:solidFill>
              <a:srgbClr val="1BAF7A"/>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569" name=""/>
          <p:cNvSpPr/>
          <p:nvPr/>
        </p:nvSpPr>
        <p:spPr>
          <a:xfrm>
            <a:off x="3617640" y="2522160"/>
            <a:ext cx="365760" cy="223920"/>
          </a:xfrm>
          <a:custGeom>
            <a:avLst/>
            <a:gdLst/>
            <a:ahLst/>
            <a:rect l="0" t="0" r="r" b="b"/>
            <a:pathLst>
              <a:path w="1016" h="622">
                <a:moveTo>
                  <a:pt x="56" y="0"/>
                </a:moveTo>
                <a:cubicBezTo>
                  <a:pt x="19" y="0"/>
                  <a:pt x="0" y="19"/>
                  <a:pt x="0" y="57"/>
                </a:cubicBezTo>
                <a:lnTo>
                  <a:pt x="0" y="359"/>
                </a:lnTo>
                <a:cubicBezTo>
                  <a:pt x="0" y="409"/>
                  <a:pt x="19" y="434"/>
                  <a:pt x="56" y="434"/>
                </a:cubicBezTo>
                <a:lnTo>
                  <a:pt x="301" y="434"/>
                </a:lnTo>
                <a:lnTo>
                  <a:pt x="432" y="622"/>
                </a:lnTo>
                <a:lnTo>
                  <a:pt x="507" y="434"/>
                </a:lnTo>
                <a:lnTo>
                  <a:pt x="960" y="434"/>
                </a:lnTo>
                <a:cubicBezTo>
                  <a:pt x="997" y="434"/>
                  <a:pt x="1016" y="409"/>
                  <a:pt x="1016" y="359"/>
                </a:cubicBezTo>
                <a:lnTo>
                  <a:pt x="1016" y="57"/>
                </a:lnTo>
                <a:cubicBezTo>
                  <a:pt x="1016" y="19"/>
                  <a:pt x="997" y="0"/>
                  <a:pt x="960" y="0"/>
                </a:cubicBezTo>
                <a:lnTo>
                  <a:pt x="56" y="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0" name=""/>
          <p:cNvSpPr/>
          <p:nvPr/>
        </p:nvSpPr>
        <p:spPr>
          <a:xfrm>
            <a:off x="3678480" y="2583000"/>
            <a:ext cx="34200" cy="68400"/>
          </a:xfrm>
          <a:custGeom>
            <a:avLst/>
            <a:gdLst/>
            <a:ahLst/>
            <a:rect l="0" t="0" r="r" b="b"/>
            <a:pathLst>
              <a:path fill="none" w="95" h="190">
                <a:moveTo>
                  <a:pt x="95" y="0"/>
                </a:moveTo>
                <a:lnTo>
                  <a:pt x="0" y="96"/>
                </a:lnTo>
                <a:lnTo>
                  <a:pt x="95" y="190"/>
                </a:lnTo>
              </a:path>
            </a:pathLst>
          </a:custGeom>
          <a:ln cap="rnd" w="13320">
            <a:solidFill>
              <a:srgbClr val="FFFFFF"/>
            </a:solidFill>
            <a:round/>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571" name=""/>
          <p:cNvSpPr/>
          <p:nvPr/>
        </p:nvSpPr>
        <p:spPr>
          <a:xfrm flipH="1">
            <a:off x="3786840" y="2562840"/>
            <a:ext cx="27360" cy="10872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572" name=""/>
          <p:cNvSpPr/>
          <p:nvPr/>
        </p:nvSpPr>
        <p:spPr>
          <a:xfrm>
            <a:off x="3861360" y="2583000"/>
            <a:ext cx="34200" cy="68400"/>
          </a:xfrm>
          <a:custGeom>
            <a:avLst/>
            <a:gdLst/>
            <a:ahLst/>
            <a:rect l="0" t="0" r="r" b="b"/>
            <a:pathLst>
              <a:path fill="none" w="95" h="190">
                <a:moveTo>
                  <a:pt x="0" y="0"/>
                </a:moveTo>
                <a:lnTo>
                  <a:pt x="95" y="96"/>
                </a:lnTo>
                <a:lnTo>
                  <a:pt x="0" y="190"/>
                </a:lnTo>
              </a:path>
            </a:pathLst>
          </a:custGeom>
          <a:ln cap="rnd" w="13320">
            <a:solidFill>
              <a:srgbClr val="FFFFFF"/>
            </a:solidFill>
            <a:round/>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573" name=""/>
          <p:cNvSpPr/>
          <p:nvPr/>
        </p:nvSpPr>
        <p:spPr>
          <a:xfrm>
            <a:off x="3989880" y="2224080"/>
            <a:ext cx="216720" cy="217080"/>
          </a:xfrm>
          <a:custGeom>
            <a:avLst/>
            <a:gdLst/>
            <a:ahLst/>
            <a:rect l="0" t="0" r="r" b="b"/>
            <a:pathLst>
              <a:path w="602" h="603">
                <a:moveTo>
                  <a:pt x="602" y="302"/>
                </a:moveTo>
                <a:cubicBezTo>
                  <a:pt x="602" y="322"/>
                  <a:pt x="600" y="342"/>
                  <a:pt x="597" y="361"/>
                </a:cubicBezTo>
                <a:cubicBezTo>
                  <a:pt x="593" y="381"/>
                  <a:pt x="587" y="399"/>
                  <a:pt x="579" y="418"/>
                </a:cubicBezTo>
                <a:cubicBezTo>
                  <a:pt x="572" y="436"/>
                  <a:pt x="563" y="453"/>
                  <a:pt x="552" y="470"/>
                </a:cubicBezTo>
                <a:cubicBezTo>
                  <a:pt x="541" y="486"/>
                  <a:pt x="528" y="501"/>
                  <a:pt x="514" y="515"/>
                </a:cubicBezTo>
                <a:cubicBezTo>
                  <a:pt x="500" y="529"/>
                  <a:pt x="485" y="542"/>
                  <a:pt x="469" y="553"/>
                </a:cubicBezTo>
                <a:cubicBezTo>
                  <a:pt x="452" y="564"/>
                  <a:pt x="435" y="573"/>
                  <a:pt x="417" y="581"/>
                </a:cubicBezTo>
                <a:cubicBezTo>
                  <a:pt x="398" y="588"/>
                  <a:pt x="380" y="594"/>
                  <a:pt x="360" y="598"/>
                </a:cubicBezTo>
                <a:cubicBezTo>
                  <a:pt x="341" y="602"/>
                  <a:pt x="321" y="603"/>
                  <a:pt x="302" y="603"/>
                </a:cubicBezTo>
                <a:cubicBezTo>
                  <a:pt x="282" y="603"/>
                  <a:pt x="262" y="602"/>
                  <a:pt x="243" y="598"/>
                </a:cubicBezTo>
                <a:cubicBezTo>
                  <a:pt x="223" y="594"/>
                  <a:pt x="205" y="588"/>
                  <a:pt x="186" y="581"/>
                </a:cubicBezTo>
                <a:cubicBezTo>
                  <a:pt x="168" y="573"/>
                  <a:pt x="151" y="564"/>
                  <a:pt x="134" y="553"/>
                </a:cubicBezTo>
                <a:cubicBezTo>
                  <a:pt x="118" y="542"/>
                  <a:pt x="103" y="529"/>
                  <a:pt x="89" y="515"/>
                </a:cubicBezTo>
                <a:cubicBezTo>
                  <a:pt x="75" y="501"/>
                  <a:pt x="62" y="486"/>
                  <a:pt x="51" y="470"/>
                </a:cubicBezTo>
                <a:cubicBezTo>
                  <a:pt x="40" y="453"/>
                  <a:pt x="30" y="436"/>
                  <a:pt x="23" y="418"/>
                </a:cubicBezTo>
                <a:cubicBezTo>
                  <a:pt x="15" y="399"/>
                  <a:pt x="9" y="381"/>
                  <a:pt x="6" y="361"/>
                </a:cubicBezTo>
                <a:cubicBezTo>
                  <a:pt x="2" y="342"/>
                  <a:pt x="0" y="322"/>
                  <a:pt x="0" y="302"/>
                </a:cubicBezTo>
                <a:cubicBezTo>
                  <a:pt x="0" y="283"/>
                  <a:pt x="2" y="263"/>
                  <a:pt x="6" y="244"/>
                </a:cubicBezTo>
                <a:cubicBezTo>
                  <a:pt x="9" y="224"/>
                  <a:pt x="15" y="206"/>
                  <a:pt x="23" y="187"/>
                </a:cubicBezTo>
                <a:cubicBezTo>
                  <a:pt x="30" y="169"/>
                  <a:pt x="40" y="152"/>
                  <a:pt x="51" y="135"/>
                </a:cubicBezTo>
                <a:cubicBezTo>
                  <a:pt x="62" y="118"/>
                  <a:pt x="75" y="103"/>
                  <a:pt x="89" y="89"/>
                </a:cubicBezTo>
                <a:cubicBezTo>
                  <a:pt x="103" y="75"/>
                  <a:pt x="118" y="62"/>
                  <a:pt x="134" y="51"/>
                </a:cubicBezTo>
                <a:cubicBezTo>
                  <a:pt x="151" y="40"/>
                  <a:pt x="168" y="31"/>
                  <a:pt x="186" y="23"/>
                </a:cubicBezTo>
                <a:cubicBezTo>
                  <a:pt x="205" y="16"/>
                  <a:pt x="223" y="10"/>
                  <a:pt x="243" y="6"/>
                </a:cubicBezTo>
                <a:cubicBezTo>
                  <a:pt x="262" y="2"/>
                  <a:pt x="282" y="0"/>
                  <a:pt x="302" y="0"/>
                </a:cubicBezTo>
                <a:cubicBezTo>
                  <a:pt x="321" y="0"/>
                  <a:pt x="341" y="2"/>
                  <a:pt x="360" y="6"/>
                </a:cubicBezTo>
                <a:cubicBezTo>
                  <a:pt x="380" y="10"/>
                  <a:pt x="398" y="16"/>
                  <a:pt x="417" y="23"/>
                </a:cubicBezTo>
                <a:cubicBezTo>
                  <a:pt x="435" y="31"/>
                  <a:pt x="452" y="40"/>
                  <a:pt x="469" y="51"/>
                </a:cubicBezTo>
                <a:cubicBezTo>
                  <a:pt x="485" y="62"/>
                  <a:pt x="500" y="75"/>
                  <a:pt x="514" y="89"/>
                </a:cubicBezTo>
                <a:cubicBezTo>
                  <a:pt x="528" y="103"/>
                  <a:pt x="541" y="118"/>
                  <a:pt x="552" y="135"/>
                </a:cubicBezTo>
                <a:cubicBezTo>
                  <a:pt x="563" y="152"/>
                  <a:pt x="572" y="169"/>
                  <a:pt x="579" y="187"/>
                </a:cubicBezTo>
                <a:cubicBezTo>
                  <a:pt x="587" y="206"/>
                  <a:pt x="593" y="224"/>
                  <a:pt x="597" y="244"/>
                </a:cubicBezTo>
                <a:cubicBezTo>
                  <a:pt x="600" y="263"/>
                  <a:pt x="602" y="283"/>
                  <a:pt x="602" y="302"/>
                </a:cubicBezTo>
                <a:close/>
              </a:path>
            </a:pathLst>
          </a:custGeom>
          <a:solidFill>
            <a:srgbClr val="0B6B4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4" name=""/>
          <p:cNvSpPr txBox="1"/>
          <p:nvPr/>
        </p:nvSpPr>
        <p:spPr>
          <a:xfrm>
            <a:off x="3283200" y="1965960"/>
            <a:ext cx="1029600" cy="114840"/>
          </a:xfrm>
          <a:prstGeom prst="rect">
            <a:avLst/>
          </a:prstGeom>
          <a:noFill/>
          <a:ln w="0">
            <a:noFill/>
          </a:ln>
        </p:spPr>
        <p:txBody>
          <a:bodyPr wrap="none" lIns="0" tIns="0" rIns="0" bIns="0" anchor="t">
            <a:spAutoFit/>
          </a:bodyPr>
          <a:p>
            <a:pPr/>
            <a:r>
              <a:rPr lang="ja-JP" sz="900" b="0" u="none" strike="noStrike">
                <a:solidFill>
                  <a:srgbClr val="128F63"/>
                </a:solidFill>
                <a:effectLst/>
                <a:uFillTx/>
                <a:latin typeface="HiraKakuProN-W3"/>
                <a:ea typeface="HiraKakuProN-W3"/>
              </a:rPr>
              <a:t>試作品を⾼速に作成</a:t>
            </a:r>
            <a:endParaRPr lang="en-US" sz="900" b="0" u="none" strike="noStrike">
              <a:solidFill>
                <a:srgbClr val="000000"/>
              </a:solidFill>
              <a:effectLst/>
              <a:uFillTx/>
              <a:latin typeface="游明朝体"/>
            </a:endParaRPr>
          </a:p>
        </p:txBody>
      </p:sp>
      <p:sp>
        <p:nvSpPr>
          <p:cNvPr id="1575" name=""/>
          <p:cNvSpPr/>
          <p:nvPr/>
        </p:nvSpPr>
        <p:spPr>
          <a:xfrm>
            <a:off x="4937400" y="3768120"/>
            <a:ext cx="839520" cy="840240"/>
          </a:xfrm>
          <a:custGeom>
            <a:avLst/>
            <a:gdLst/>
            <a:ahLst/>
            <a:rect l="0" t="0" r="r" b="b"/>
            <a:pathLst>
              <a:path w="2332" h="2334">
                <a:moveTo>
                  <a:pt x="2332" y="1168"/>
                </a:moveTo>
                <a:cubicBezTo>
                  <a:pt x="2332" y="1206"/>
                  <a:pt x="2330" y="1244"/>
                  <a:pt x="2326" y="1282"/>
                </a:cubicBezTo>
                <a:cubicBezTo>
                  <a:pt x="2322" y="1320"/>
                  <a:pt x="2317" y="1358"/>
                  <a:pt x="2309" y="1395"/>
                </a:cubicBezTo>
                <a:cubicBezTo>
                  <a:pt x="2302" y="1433"/>
                  <a:pt x="2293" y="1470"/>
                  <a:pt x="2282" y="1506"/>
                </a:cubicBezTo>
                <a:cubicBezTo>
                  <a:pt x="2270" y="1543"/>
                  <a:pt x="2258" y="1579"/>
                  <a:pt x="2243" y="1614"/>
                </a:cubicBezTo>
                <a:cubicBezTo>
                  <a:pt x="2228" y="1649"/>
                  <a:pt x="2212" y="1684"/>
                  <a:pt x="2194" y="1718"/>
                </a:cubicBezTo>
                <a:cubicBezTo>
                  <a:pt x="2176" y="1751"/>
                  <a:pt x="2156" y="1784"/>
                  <a:pt x="2135" y="1816"/>
                </a:cubicBezTo>
                <a:cubicBezTo>
                  <a:pt x="2114" y="1847"/>
                  <a:pt x="2091" y="1878"/>
                  <a:pt x="2067" y="1908"/>
                </a:cubicBezTo>
                <a:cubicBezTo>
                  <a:pt x="2043" y="1937"/>
                  <a:pt x="2017" y="1965"/>
                  <a:pt x="1990" y="1992"/>
                </a:cubicBezTo>
                <a:cubicBezTo>
                  <a:pt x="1963" y="2019"/>
                  <a:pt x="1935" y="2045"/>
                  <a:pt x="1906" y="2069"/>
                </a:cubicBezTo>
                <a:cubicBezTo>
                  <a:pt x="1876" y="2094"/>
                  <a:pt x="1845" y="2116"/>
                  <a:pt x="1814" y="2137"/>
                </a:cubicBezTo>
                <a:cubicBezTo>
                  <a:pt x="1782" y="2159"/>
                  <a:pt x="1749" y="2178"/>
                  <a:pt x="1716" y="2196"/>
                </a:cubicBezTo>
                <a:cubicBezTo>
                  <a:pt x="1682" y="2214"/>
                  <a:pt x="1647" y="2231"/>
                  <a:pt x="1612" y="2245"/>
                </a:cubicBezTo>
                <a:cubicBezTo>
                  <a:pt x="1577" y="2260"/>
                  <a:pt x="1541" y="2273"/>
                  <a:pt x="1505" y="2284"/>
                </a:cubicBezTo>
                <a:cubicBezTo>
                  <a:pt x="1468" y="2295"/>
                  <a:pt x="1430" y="2304"/>
                  <a:pt x="1393" y="2312"/>
                </a:cubicBezTo>
                <a:cubicBezTo>
                  <a:pt x="1355" y="2319"/>
                  <a:pt x="1317" y="2325"/>
                  <a:pt x="1279" y="2328"/>
                </a:cubicBezTo>
                <a:cubicBezTo>
                  <a:pt x="1241" y="2332"/>
                  <a:pt x="1203" y="2334"/>
                  <a:pt x="1165" y="2334"/>
                </a:cubicBezTo>
                <a:cubicBezTo>
                  <a:pt x="1127" y="2334"/>
                  <a:pt x="1089" y="2332"/>
                  <a:pt x="1051" y="2328"/>
                </a:cubicBezTo>
                <a:cubicBezTo>
                  <a:pt x="1013" y="2325"/>
                  <a:pt x="975" y="2319"/>
                  <a:pt x="938" y="2312"/>
                </a:cubicBezTo>
                <a:cubicBezTo>
                  <a:pt x="900" y="2304"/>
                  <a:pt x="863" y="2295"/>
                  <a:pt x="827" y="2284"/>
                </a:cubicBezTo>
                <a:cubicBezTo>
                  <a:pt x="790" y="2273"/>
                  <a:pt x="754" y="2260"/>
                  <a:pt x="719" y="2245"/>
                </a:cubicBezTo>
                <a:cubicBezTo>
                  <a:pt x="684" y="2231"/>
                  <a:pt x="649" y="2214"/>
                  <a:pt x="616" y="2196"/>
                </a:cubicBezTo>
                <a:cubicBezTo>
                  <a:pt x="582" y="2178"/>
                  <a:pt x="549" y="2159"/>
                  <a:pt x="518" y="2137"/>
                </a:cubicBezTo>
                <a:cubicBezTo>
                  <a:pt x="486" y="2116"/>
                  <a:pt x="455" y="2094"/>
                  <a:pt x="426" y="2069"/>
                </a:cubicBezTo>
                <a:cubicBezTo>
                  <a:pt x="396" y="2045"/>
                  <a:pt x="368" y="2019"/>
                  <a:pt x="341" y="1992"/>
                </a:cubicBezTo>
                <a:cubicBezTo>
                  <a:pt x="314" y="1965"/>
                  <a:pt x="288" y="1937"/>
                  <a:pt x="264" y="1908"/>
                </a:cubicBezTo>
                <a:cubicBezTo>
                  <a:pt x="240" y="1878"/>
                  <a:pt x="217" y="1847"/>
                  <a:pt x="196" y="1816"/>
                </a:cubicBezTo>
                <a:cubicBezTo>
                  <a:pt x="175" y="1784"/>
                  <a:pt x="155" y="1751"/>
                  <a:pt x="137" y="1718"/>
                </a:cubicBezTo>
                <a:cubicBezTo>
                  <a:pt x="119" y="1684"/>
                  <a:pt x="103" y="1649"/>
                  <a:pt x="88" y="1614"/>
                </a:cubicBezTo>
                <a:cubicBezTo>
                  <a:pt x="74" y="1579"/>
                  <a:pt x="61" y="1543"/>
                  <a:pt x="50" y="1506"/>
                </a:cubicBezTo>
                <a:cubicBezTo>
                  <a:pt x="39" y="1470"/>
                  <a:pt x="29" y="1433"/>
                  <a:pt x="22" y="1395"/>
                </a:cubicBezTo>
                <a:cubicBezTo>
                  <a:pt x="15" y="1358"/>
                  <a:pt x="9" y="1320"/>
                  <a:pt x="5" y="1282"/>
                </a:cubicBezTo>
                <a:cubicBezTo>
                  <a:pt x="1" y="1244"/>
                  <a:pt x="0" y="1206"/>
                  <a:pt x="0" y="1168"/>
                </a:cubicBezTo>
                <a:cubicBezTo>
                  <a:pt x="0" y="1130"/>
                  <a:pt x="1" y="1091"/>
                  <a:pt x="5" y="1053"/>
                </a:cubicBezTo>
                <a:cubicBezTo>
                  <a:pt x="9" y="1015"/>
                  <a:pt x="15" y="978"/>
                  <a:pt x="22" y="940"/>
                </a:cubicBezTo>
                <a:cubicBezTo>
                  <a:pt x="29" y="903"/>
                  <a:pt x="39" y="866"/>
                  <a:pt x="50" y="829"/>
                </a:cubicBezTo>
                <a:cubicBezTo>
                  <a:pt x="61" y="793"/>
                  <a:pt x="74" y="757"/>
                  <a:pt x="88" y="721"/>
                </a:cubicBezTo>
                <a:cubicBezTo>
                  <a:pt x="103" y="686"/>
                  <a:pt x="119" y="652"/>
                  <a:pt x="137" y="618"/>
                </a:cubicBezTo>
                <a:cubicBezTo>
                  <a:pt x="155" y="584"/>
                  <a:pt x="175" y="552"/>
                  <a:pt x="196" y="520"/>
                </a:cubicBezTo>
                <a:cubicBezTo>
                  <a:pt x="217" y="488"/>
                  <a:pt x="240" y="457"/>
                  <a:pt x="264" y="428"/>
                </a:cubicBezTo>
                <a:cubicBezTo>
                  <a:pt x="288" y="398"/>
                  <a:pt x="314" y="370"/>
                  <a:pt x="341" y="343"/>
                </a:cubicBezTo>
                <a:cubicBezTo>
                  <a:pt x="368" y="316"/>
                  <a:pt x="396" y="290"/>
                  <a:pt x="426" y="266"/>
                </a:cubicBezTo>
                <a:cubicBezTo>
                  <a:pt x="455" y="242"/>
                  <a:pt x="486" y="219"/>
                  <a:pt x="518" y="198"/>
                </a:cubicBezTo>
                <a:cubicBezTo>
                  <a:pt x="549" y="177"/>
                  <a:pt x="582" y="157"/>
                  <a:pt x="616" y="139"/>
                </a:cubicBezTo>
                <a:cubicBezTo>
                  <a:pt x="649" y="121"/>
                  <a:pt x="684" y="105"/>
                  <a:pt x="719" y="90"/>
                </a:cubicBezTo>
                <a:cubicBezTo>
                  <a:pt x="754" y="76"/>
                  <a:pt x="790" y="63"/>
                  <a:pt x="827" y="52"/>
                </a:cubicBezTo>
                <a:cubicBezTo>
                  <a:pt x="863" y="41"/>
                  <a:pt x="900" y="31"/>
                  <a:pt x="938" y="23"/>
                </a:cubicBezTo>
                <a:cubicBezTo>
                  <a:pt x="975" y="15"/>
                  <a:pt x="1013" y="10"/>
                  <a:pt x="1051" y="6"/>
                </a:cubicBezTo>
                <a:cubicBezTo>
                  <a:pt x="1089" y="2"/>
                  <a:pt x="1127" y="0"/>
                  <a:pt x="1165" y="0"/>
                </a:cubicBezTo>
                <a:cubicBezTo>
                  <a:pt x="1203" y="0"/>
                  <a:pt x="1241" y="2"/>
                  <a:pt x="1279" y="6"/>
                </a:cubicBezTo>
                <a:cubicBezTo>
                  <a:pt x="1317" y="10"/>
                  <a:pt x="1355" y="15"/>
                  <a:pt x="1393" y="23"/>
                </a:cubicBezTo>
                <a:cubicBezTo>
                  <a:pt x="1430" y="31"/>
                  <a:pt x="1468" y="41"/>
                  <a:pt x="1505" y="52"/>
                </a:cubicBezTo>
                <a:cubicBezTo>
                  <a:pt x="1541" y="63"/>
                  <a:pt x="1577" y="76"/>
                  <a:pt x="1612" y="90"/>
                </a:cubicBezTo>
                <a:cubicBezTo>
                  <a:pt x="1647" y="105"/>
                  <a:pt x="1682" y="121"/>
                  <a:pt x="1716" y="139"/>
                </a:cubicBezTo>
                <a:cubicBezTo>
                  <a:pt x="1749" y="157"/>
                  <a:pt x="1782" y="177"/>
                  <a:pt x="1814" y="198"/>
                </a:cubicBezTo>
                <a:cubicBezTo>
                  <a:pt x="1845" y="219"/>
                  <a:pt x="1876" y="242"/>
                  <a:pt x="1906" y="266"/>
                </a:cubicBezTo>
                <a:cubicBezTo>
                  <a:pt x="1935" y="290"/>
                  <a:pt x="1963" y="316"/>
                  <a:pt x="1990" y="343"/>
                </a:cubicBezTo>
                <a:cubicBezTo>
                  <a:pt x="2017" y="370"/>
                  <a:pt x="2043" y="398"/>
                  <a:pt x="2067" y="428"/>
                </a:cubicBezTo>
                <a:cubicBezTo>
                  <a:pt x="2091" y="457"/>
                  <a:pt x="2114" y="488"/>
                  <a:pt x="2135" y="520"/>
                </a:cubicBezTo>
                <a:cubicBezTo>
                  <a:pt x="2156" y="552"/>
                  <a:pt x="2176" y="584"/>
                  <a:pt x="2194" y="618"/>
                </a:cubicBezTo>
                <a:cubicBezTo>
                  <a:pt x="2212" y="652"/>
                  <a:pt x="2228" y="686"/>
                  <a:pt x="2243" y="721"/>
                </a:cubicBezTo>
                <a:cubicBezTo>
                  <a:pt x="2258" y="757"/>
                  <a:pt x="2270" y="793"/>
                  <a:pt x="2282" y="829"/>
                </a:cubicBezTo>
                <a:cubicBezTo>
                  <a:pt x="2293" y="866"/>
                  <a:pt x="2302" y="903"/>
                  <a:pt x="2309" y="940"/>
                </a:cubicBezTo>
                <a:cubicBezTo>
                  <a:pt x="2317" y="978"/>
                  <a:pt x="2322" y="1015"/>
                  <a:pt x="2326" y="1053"/>
                </a:cubicBezTo>
                <a:cubicBezTo>
                  <a:pt x="2330" y="1091"/>
                  <a:pt x="2332" y="1130"/>
                  <a:pt x="2332" y="1168"/>
                </a:cubicBezTo>
                <a:close/>
              </a:path>
            </a:pathLst>
          </a:custGeom>
          <a:solidFill>
            <a:srgbClr val="FCEFD6"/>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76" name=""/>
          <p:cNvSpPr/>
          <p:nvPr/>
        </p:nvSpPr>
        <p:spPr>
          <a:xfrm>
            <a:off x="4937400" y="3768120"/>
            <a:ext cx="839520" cy="840240"/>
          </a:xfrm>
          <a:custGeom>
            <a:avLst/>
            <a:gdLst/>
            <a:ahLst/>
            <a:rect l="0" t="0" r="r" b="b"/>
            <a:pathLst>
              <a:path w="2332" h="2334">
                <a:moveTo>
                  <a:pt x="2332" y="1168"/>
                </a:moveTo>
                <a:cubicBezTo>
                  <a:pt x="2332" y="1206"/>
                  <a:pt x="2330" y="1244"/>
                  <a:pt x="2326" y="1282"/>
                </a:cubicBezTo>
                <a:cubicBezTo>
                  <a:pt x="2322" y="1320"/>
                  <a:pt x="2317" y="1358"/>
                  <a:pt x="2309" y="1395"/>
                </a:cubicBezTo>
                <a:cubicBezTo>
                  <a:pt x="2302" y="1433"/>
                  <a:pt x="2293" y="1470"/>
                  <a:pt x="2282" y="1506"/>
                </a:cubicBezTo>
                <a:cubicBezTo>
                  <a:pt x="2270" y="1543"/>
                  <a:pt x="2258" y="1579"/>
                  <a:pt x="2243" y="1614"/>
                </a:cubicBezTo>
                <a:cubicBezTo>
                  <a:pt x="2228" y="1649"/>
                  <a:pt x="2212" y="1684"/>
                  <a:pt x="2194" y="1718"/>
                </a:cubicBezTo>
                <a:cubicBezTo>
                  <a:pt x="2176" y="1751"/>
                  <a:pt x="2156" y="1784"/>
                  <a:pt x="2135" y="1816"/>
                </a:cubicBezTo>
                <a:cubicBezTo>
                  <a:pt x="2114" y="1847"/>
                  <a:pt x="2091" y="1878"/>
                  <a:pt x="2067" y="1908"/>
                </a:cubicBezTo>
                <a:cubicBezTo>
                  <a:pt x="2043" y="1937"/>
                  <a:pt x="2017" y="1965"/>
                  <a:pt x="1990" y="1992"/>
                </a:cubicBezTo>
                <a:cubicBezTo>
                  <a:pt x="1963" y="2019"/>
                  <a:pt x="1935" y="2045"/>
                  <a:pt x="1906" y="2069"/>
                </a:cubicBezTo>
                <a:cubicBezTo>
                  <a:pt x="1876" y="2094"/>
                  <a:pt x="1845" y="2116"/>
                  <a:pt x="1814" y="2137"/>
                </a:cubicBezTo>
                <a:cubicBezTo>
                  <a:pt x="1782" y="2159"/>
                  <a:pt x="1749" y="2178"/>
                  <a:pt x="1716" y="2196"/>
                </a:cubicBezTo>
                <a:cubicBezTo>
                  <a:pt x="1682" y="2214"/>
                  <a:pt x="1647" y="2231"/>
                  <a:pt x="1612" y="2245"/>
                </a:cubicBezTo>
                <a:cubicBezTo>
                  <a:pt x="1577" y="2260"/>
                  <a:pt x="1541" y="2273"/>
                  <a:pt x="1505" y="2284"/>
                </a:cubicBezTo>
                <a:cubicBezTo>
                  <a:pt x="1468" y="2295"/>
                  <a:pt x="1430" y="2304"/>
                  <a:pt x="1393" y="2312"/>
                </a:cubicBezTo>
                <a:cubicBezTo>
                  <a:pt x="1355" y="2319"/>
                  <a:pt x="1317" y="2325"/>
                  <a:pt x="1279" y="2328"/>
                </a:cubicBezTo>
                <a:cubicBezTo>
                  <a:pt x="1241" y="2332"/>
                  <a:pt x="1203" y="2334"/>
                  <a:pt x="1165" y="2334"/>
                </a:cubicBezTo>
                <a:cubicBezTo>
                  <a:pt x="1127" y="2334"/>
                  <a:pt x="1089" y="2332"/>
                  <a:pt x="1051" y="2328"/>
                </a:cubicBezTo>
                <a:cubicBezTo>
                  <a:pt x="1013" y="2325"/>
                  <a:pt x="975" y="2319"/>
                  <a:pt x="938" y="2312"/>
                </a:cubicBezTo>
                <a:cubicBezTo>
                  <a:pt x="900" y="2304"/>
                  <a:pt x="863" y="2295"/>
                  <a:pt x="827" y="2284"/>
                </a:cubicBezTo>
                <a:cubicBezTo>
                  <a:pt x="790" y="2273"/>
                  <a:pt x="754" y="2260"/>
                  <a:pt x="719" y="2245"/>
                </a:cubicBezTo>
                <a:cubicBezTo>
                  <a:pt x="684" y="2231"/>
                  <a:pt x="649" y="2214"/>
                  <a:pt x="616" y="2196"/>
                </a:cubicBezTo>
                <a:cubicBezTo>
                  <a:pt x="582" y="2178"/>
                  <a:pt x="549" y="2159"/>
                  <a:pt x="518" y="2137"/>
                </a:cubicBezTo>
                <a:cubicBezTo>
                  <a:pt x="486" y="2116"/>
                  <a:pt x="455" y="2094"/>
                  <a:pt x="426" y="2069"/>
                </a:cubicBezTo>
                <a:cubicBezTo>
                  <a:pt x="396" y="2045"/>
                  <a:pt x="368" y="2019"/>
                  <a:pt x="341" y="1992"/>
                </a:cubicBezTo>
                <a:cubicBezTo>
                  <a:pt x="314" y="1965"/>
                  <a:pt x="288" y="1937"/>
                  <a:pt x="264" y="1908"/>
                </a:cubicBezTo>
                <a:cubicBezTo>
                  <a:pt x="240" y="1878"/>
                  <a:pt x="217" y="1847"/>
                  <a:pt x="196" y="1816"/>
                </a:cubicBezTo>
                <a:cubicBezTo>
                  <a:pt x="175" y="1784"/>
                  <a:pt x="155" y="1751"/>
                  <a:pt x="137" y="1718"/>
                </a:cubicBezTo>
                <a:cubicBezTo>
                  <a:pt x="119" y="1684"/>
                  <a:pt x="103" y="1649"/>
                  <a:pt x="88" y="1614"/>
                </a:cubicBezTo>
                <a:cubicBezTo>
                  <a:pt x="74" y="1579"/>
                  <a:pt x="61" y="1543"/>
                  <a:pt x="50" y="1506"/>
                </a:cubicBezTo>
                <a:cubicBezTo>
                  <a:pt x="39" y="1470"/>
                  <a:pt x="29" y="1433"/>
                  <a:pt x="22" y="1395"/>
                </a:cubicBezTo>
                <a:cubicBezTo>
                  <a:pt x="15" y="1358"/>
                  <a:pt x="9" y="1320"/>
                  <a:pt x="5" y="1282"/>
                </a:cubicBezTo>
                <a:cubicBezTo>
                  <a:pt x="1" y="1244"/>
                  <a:pt x="0" y="1206"/>
                  <a:pt x="0" y="1168"/>
                </a:cubicBezTo>
                <a:cubicBezTo>
                  <a:pt x="0" y="1130"/>
                  <a:pt x="1" y="1091"/>
                  <a:pt x="5" y="1053"/>
                </a:cubicBezTo>
                <a:cubicBezTo>
                  <a:pt x="9" y="1015"/>
                  <a:pt x="15" y="978"/>
                  <a:pt x="22" y="940"/>
                </a:cubicBezTo>
                <a:cubicBezTo>
                  <a:pt x="29" y="903"/>
                  <a:pt x="39" y="866"/>
                  <a:pt x="50" y="829"/>
                </a:cubicBezTo>
                <a:cubicBezTo>
                  <a:pt x="61" y="793"/>
                  <a:pt x="74" y="757"/>
                  <a:pt x="88" y="721"/>
                </a:cubicBezTo>
                <a:cubicBezTo>
                  <a:pt x="103" y="686"/>
                  <a:pt x="119" y="652"/>
                  <a:pt x="137" y="618"/>
                </a:cubicBezTo>
                <a:cubicBezTo>
                  <a:pt x="155" y="584"/>
                  <a:pt x="175" y="552"/>
                  <a:pt x="196" y="520"/>
                </a:cubicBezTo>
                <a:cubicBezTo>
                  <a:pt x="217" y="488"/>
                  <a:pt x="240" y="457"/>
                  <a:pt x="264" y="428"/>
                </a:cubicBezTo>
                <a:cubicBezTo>
                  <a:pt x="288" y="398"/>
                  <a:pt x="314" y="370"/>
                  <a:pt x="341" y="343"/>
                </a:cubicBezTo>
                <a:cubicBezTo>
                  <a:pt x="368" y="316"/>
                  <a:pt x="396" y="290"/>
                  <a:pt x="426" y="266"/>
                </a:cubicBezTo>
                <a:cubicBezTo>
                  <a:pt x="455" y="242"/>
                  <a:pt x="486" y="219"/>
                  <a:pt x="518" y="198"/>
                </a:cubicBezTo>
                <a:cubicBezTo>
                  <a:pt x="549" y="177"/>
                  <a:pt x="582" y="157"/>
                  <a:pt x="616" y="139"/>
                </a:cubicBezTo>
                <a:cubicBezTo>
                  <a:pt x="649" y="121"/>
                  <a:pt x="684" y="105"/>
                  <a:pt x="719" y="90"/>
                </a:cubicBezTo>
                <a:cubicBezTo>
                  <a:pt x="754" y="76"/>
                  <a:pt x="790" y="63"/>
                  <a:pt x="827" y="52"/>
                </a:cubicBezTo>
                <a:cubicBezTo>
                  <a:pt x="863" y="41"/>
                  <a:pt x="900" y="31"/>
                  <a:pt x="938" y="23"/>
                </a:cubicBezTo>
                <a:cubicBezTo>
                  <a:pt x="975" y="15"/>
                  <a:pt x="1013" y="10"/>
                  <a:pt x="1051" y="6"/>
                </a:cubicBezTo>
                <a:cubicBezTo>
                  <a:pt x="1089" y="2"/>
                  <a:pt x="1127" y="0"/>
                  <a:pt x="1165" y="0"/>
                </a:cubicBezTo>
                <a:cubicBezTo>
                  <a:pt x="1203" y="0"/>
                  <a:pt x="1241" y="2"/>
                  <a:pt x="1279" y="6"/>
                </a:cubicBezTo>
                <a:cubicBezTo>
                  <a:pt x="1317" y="10"/>
                  <a:pt x="1355" y="15"/>
                  <a:pt x="1393" y="23"/>
                </a:cubicBezTo>
                <a:cubicBezTo>
                  <a:pt x="1430" y="31"/>
                  <a:pt x="1468" y="41"/>
                  <a:pt x="1505" y="52"/>
                </a:cubicBezTo>
                <a:cubicBezTo>
                  <a:pt x="1541" y="63"/>
                  <a:pt x="1577" y="76"/>
                  <a:pt x="1612" y="90"/>
                </a:cubicBezTo>
                <a:cubicBezTo>
                  <a:pt x="1647" y="105"/>
                  <a:pt x="1682" y="121"/>
                  <a:pt x="1716" y="139"/>
                </a:cubicBezTo>
                <a:cubicBezTo>
                  <a:pt x="1749" y="157"/>
                  <a:pt x="1782" y="177"/>
                  <a:pt x="1814" y="198"/>
                </a:cubicBezTo>
                <a:cubicBezTo>
                  <a:pt x="1845" y="219"/>
                  <a:pt x="1876" y="242"/>
                  <a:pt x="1906" y="266"/>
                </a:cubicBezTo>
                <a:cubicBezTo>
                  <a:pt x="1935" y="290"/>
                  <a:pt x="1963" y="316"/>
                  <a:pt x="1990" y="343"/>
                </a:cubicBezTo>
                <a:cubicBezTo>
                  <a:pt x="2017" y="370"/>
                  <a:pt x="2043" y="398"/>
                  <a:pt x="2067" y="428"/>
                </a:cubicBezTo>
                <a:cubicBezTo>
                  <a:pt x="2091" y="457"/>
                  <a:pt x="2114" y="488"/>
                  <a:pt x="2135" y="520"/>
                </a:cubicBezTo>
                <a:cubicBezTo>
                  <a:pt x="2156" y="552"/>
                  <a:pt x="2176" y="584"/>
                  <a:pt x="2194" y="618"/>
                </a:cubicBezTo>
                <a:cubicBezTo>
                  <a:pt x="2212" y="652"/>
                  <a:pt x="2228" y="686"/>
                  <a:pt x="2243" y="721"/>
                </a:cubicBezTo>
                <a:cubicBezTo>
                  <a:pt x="2258" y="757"/>
                  <a:pt x="2270" y="793"/>
                  <a:pt x="2282" y="829"/>
                </a:cubicBezTo>
                <a:cubicBezTo>
                  <a:pt x="2293" y="866"/>
                  <a:pt x="2302" y="903"/>
                  <a:pt x="2309" y="940"/>
                </a:cubicBezTo>
                <a:cubicBezTo>
                  <a:pt x="2317" y="978"/>
                  <a:pt x="2322" y="1015"/>
                  <a:pt x="2326" y="1053"/>
                </a:cubicBezTo>
                <a:cubicBezTo>
                  <a:pt x="2330" y="1091"/>
                  <a:pt x="2332" y="1130"/>
                  <a:pt x="2332" y="1168"/>
                </a:cubicBezTo>
                <a:close/>
              </a:path>
            </a:pathLst>
          </a:custGeom>
          <a:noFill/>
          <a:ln w="3240">
            <a:solidFill>
              <a:srgbClr val="EDA100"/>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577" name=""/>
          <p:cNvSpPr/>
          <p:nvPr/>
        </p:nvSpPr>
        <p:spPr>
          <a:xfrm>
            <a:off x="5248440" y="4039200"/>
            <a:ext cx="217080" cy="284760"/>
          </a:xfrm>
          <a:custGeom>
            <a:avLst/>
            <a:gdLst/>
            <a:ahLst/>
            <a:rect l="0" t="0" r="r" b="b"/>
            <a:pathLst>
              <a:path w="603" h="791">
                <a:moveTo>
                  <a:pt x="57" y="0"/>
                </a:moveTo>
                <a:lnTo>
                  <a:pt x="547" y="0"/>
                </a:lnTo>
                <a:cubicBezTo>
                  <a:pt x="554" y="0"/>
                  <a:pt x="561" y="1"/>
                  <a:pt x="568" y="4"/>
                </a:cubicBezTo>
                <a:cubicBezTo>
                  <a:pt x="575" y="7"/>
                  <a:pt x="581" y="11"/>
                  <a:pt x="586" y="16"/>
                </a:cubicBezTo>
                <a:cubicBezTo>
                  <a:pt x="592" y="22"/>
                  <a:pt x="596" y="28"/>
                  <a:pt x="599" y="35"/>
                </a:cubicBezTo>
                <a:cubicBezTo>
                  <a:pt x="602" y="42"/>
                  <a:pt x="603" y="49"/>
                  <a:pt x="603" y="56"/>
                </a:cubicBezTo>
                <a:lnTo>
                  <a:pt x="603" y="735"/>
                </a:lnTo>
                <a:cubicBezTo>
                  <a:pt x="603" y="742"/>
                  <a:pt x="602" y="749"/>
                  <a:pt x="599" y="756"/>
                </a:cubicBezTo>
                <a:cubicBezTo>
                  <a:pt x="596" y="763"/>
                  <a:pt x="592" y="769"/>
                  <a:pt x="586" y="774"/>
                </a:cubicBezTo>
                <a:cubicBezTo>
                  <a:pt x="581" y="780"/>
                  <a:pt x="575" y="784"/>
                  <a:pt x="568" y="787"/>
                </a:cubicBezTo>
                <a:cubicBezTo>
                  <a:pt x="561" y="790"/>
                  <a:pt x="554" y="791"/>
                  <a:pt x="547" y="791"/>
                </a:cubicBezTo>
                <a:lnTo>
                  <a:pt x="57" y="791"/>
                </a:lnTo>
                <a:cubicBezTo>
                  <a:pt x="49" y="791"/>
                  <a:pt x="42" y="790"/>
                  <a:pt x="35" y="787"/>
                </a:cubicBezTo>
                <a:cubicBezTo>
                  <a:pt x="28" y="784"/>
                  <a:pt x="22" y="780"/>
                  <a:pt x="17" y="774"/>
                </a:cubicBezTo>
                <a:cubicBezTo>
                  <a:pt x="12" y="769"/>
                  <a:pt x="8" y="763"/>
                  <a:pt x="5" y="756"/>
                </a:cubicBezTo>
                <a:cubicBezTo>
                  <a:pt x="2" y="749"/>
                  <a:pt x="0" y="742"/>
                  <a:pt x="0" y="735"/>
                </a:cubicBezTo>
                <a:lnTo>
                  <a:pt x="0" y="56"/>
                </a:lnTo>
                <a:cubicBezTo>
                  <a:pt x="0" y="49"/>
                  <a:pt x="2" y="42"/>
                  <a:pt x="5" y="35"/>
                </a:cubicBezTo>
                <a:cubicBezTo>
                  <a:pt x="8" y="28"/>
                  <a:pt x="12" y="22"/>
                  <a:pt x="17" y="16"/>
                </a:cubicBezTo>
                <a:cubicBezTo>
                  <a:pt x="22" y="11"/>
                  <a:pt x="28" y="7"/>
                  <a:pt x="35" y="4"/>
                </a:cubicBezTo>
                <a:cubicBezTo>
                  <a:pt x="42" y="1"/>
                  <a:pt x="49" y="0"/>
                  <a:pt x="57"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8" name=""/>
          <p:cNvSpPr/>
          <p:nvPr/>
        </p:nvSpPr>
        <p:spPr>
          <a:xfrm>
            <a:off x="5295960" y="4113720"/>
            <a:ext cx="12168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579" name=""/>
          <p:cNvSpPr/>
          <p:nvPr/>
        </p:nvSpPr>
        <p:spPr>
          <a:xfrm>
            <a:off x="5295960" y="4167720"/>
            <a:ext cx="12168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580" name=""/>
          <p:cNvSpPr/>
          <p:nvPr/>
        </p:nvSpPr>
        <p:spPr>
          <a:xfrm>
            <a:off x="5295960" y="4222080"/>
            <a:ext cx="8136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581" name=""/>
          <p:cNvSpPr/>
          <p:nvPr/>
        </p:nvSpPr>
        <p:spPr>
          <a:xfrm flipV="1">
            <a:off x="5383800" y="4201560"/>
            <a:ext cx="108720" cy="108720"/>
          </a:xfrm>
          <a:prstGeom prst="line">
            <a:avLst/>
          </a:prstGeom>
          <a:ln cap="rnd" w="37080">
            <a:solidFill>
              <a:srgbClr val="3D3D3A"/>
            </a:solidFill>
            <a:miter/>
          </a:ln>
        </p:spPr>
        <p:style>
          <a:lnRef idx="0"/>
          <a:fillRef idx="0"/>
          <a:effectRef idx="0"/>
          <a:fontRef idx="minor"/>
        </p:style>
        <p:txBody>
          <a:bodyPr lIns="18360" tIns="18360" rIns="18360" bIns="18360" anchor="t">
            <a:noAutofit/>
          </a:bodyPr>
          <a:p>
            <a:endParaRPr lang="en-US" sz="2400" b="0" u="none" strike="noStrike">
              <a:solidFill>
                <a:srgbClr val="000000"/>
              </a:solidFill>
              <a:effectLst/>
              <a:uFillTx/>
              <a:latin typeface="游明朝体"/>
            </a:endParaRPr>
          </a:p>
        </p:txBody>
      </p:sp>
      <p:sp>
        <p:nvSpPr>
          <p:cNvPr id="1582" name=""/>
          <p:cNvSpPr/>
          <p:nvPr/>
        </p:nvSpPr>
        <p:spPr>
          <a:xfrm>
            <a:off x="5465160" y="4140720"/>
            <a:ext cx="61200" cy="61200"/>
          </a:xfrm>
          <a:custGeom>
            <a:avLst/>
            <a:gdLst/>
            <a:ahLst/>
            <a:rect l="0" t="0" r="r" b="b"/>
            <a:pathLst>
              <a:path w="170" h="170">
                <a:moveTo>
                  <a:pt x="75" y="170"/>
                </a:moveTo>
                <a:lnTo>
                  <a:pt x="170" y="76"/>
                </a:lnTo>
                <a:lnTo>
                  <a:pt x="94" y="0"/>
                </a:lnTo>
                <a:lnTo>
                  <a:pt x="0" y="95"/>
                </a:lnTo>
                <a:lnTo>
                  <a:pt x="75" y="17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3" name=""/>
          <p:cNvSpPr/>
          <p:nvPr/>
        </p:nvSpPr>
        <p:spPr>
          <a:xfrm>
            <a:off x="5546520" y="3781800"/>
            <a:ext cx="216720" cy="217080"/>
          </a:xfrm>
          <a:custGeom>
            <a:avLst/>
            <a:gdLst/>
            <a:ahLst/>
            <a:rect l="0" t="0" r="r" b="b"/>
            <a:pathLst>
              <a:path w="602" h="603">
                <a:moveTo>
                  <a:pt x="602" y="302"/>
                </a:moveTo>
                <a:cubicBezTo>
                  <a:pt x="602" y="322"/>
                  <a:pt x="600" y="341"/>
                  <a:pt x="596" y="361"/>
                </a:cubicBezTo>
                <a:cubicBezTo>
                  <a:pt x="592" y="380"/>
                  <a:pt x="587" y="399"/>
                  <a:pt x="579" y="417"/>
                </a:cubicBezTo>
                <a:cubicBezTo>
                  <a:pt x="572" y="435"/>
                  <a:pt x="562" y="453"/>
                  <a:pt x="551" y="469"/>
                </a:cubicBezTo>
                <a:cubicBezTo>
                  <a:pt x="540" y="486"/>
                  <a:pt x="528" y="501"/>
                  <a:pt x="513" y="515"/>
                </a:cubicBezTo>
                <a:cubicBezTo>
                  <a:pt x="499" y="529"/>
                  <a:pt x="484" y="541"/>
                  <a:pt x="467" y="552"/>
                </a:cubicBezTo>
                <a:cubicBezTo>
                  <a:pt x="451" y="563"/>
                  <a:pt x="434" y="573"/>
                  <a:pt x="415" y="580"/>
                </a:cubicBezTo>
                <a:cubicBezTo>
                  <a:pt x="397" y="588"/>
                  <a:pt x="378" y="593"/>
                  <a:pt x="359" y="597"/>
                </a:cubicBezTo>
                <a:cubicBezTo>
                  <a:pt x="340" y="601"/>
                  <a:pt x="320" y="603"/>
                  <a:pt x="300" y="603"/>
                </a:cubicBezTo>
                <a:cubicBezTo>
                  <a:pt x="281" y="603"/>
                  <a:pt x="261" y="601"/>
                  <a:pt x="242" y="597"/>
                </a:cubicBezTo>
                <a:cubicBezTo>
                  <a:pt x="222" y="593"/>
                  <a:pt x="203" y="588"/>
                  <a:pt x="185" y="580"/>
                </a:cubicBezTo>
                <a:cubicBezTo>
                  <a:pt x="167" y="573"/>
                  <a:pt x="150" y="563"/>
                  <a:pt x="133" y="552"/>
                </a:cubicBezTo>
                <a:cubicBezTo>
                  <a:pt x="117" y="541"/>
                  <a:pt x="102" y="529"/>
                  <a:pt x="88" y="515"/>
                </a:cubicBezTo>
                <a:cubicBezTo>
                  <a:pt x="74" y="501"/>
                  <a:pt x="61" y="486"/>
                  <a:pt x="50" y="469"/>
                </a:cubicBezTo>
                <a:cubicBezTo>
                  <a:pt x="39" y="453"/>
                  <a:pt x="30" y="435"/>
                  <a:pt x="22" y="417"/>
                </a:cubicBezTo>
                <a:cubicBezTo>
                  <a:pt x="15" y="399"/>
                  <a:pt x="9" y="380"/>
                  <a:pt x="5" y="361"/>
                </a:cubicBezTo>
                <a:cubicBezTo>
                  <a:pt x="1" y="341"/>
                  <a:pt x="0" y="322"/>
                  <a:pt x="0" y="302"/>
                </a:cubicBezTo>
                <a:cubicBezTo>
                  <a:pt x="0" y="282"/>
                  <a:pt x="1" y="263"/>
                  <a:pt x="5" y="243"/>
                </a:cubicBezTo>
                <a:cubicBezTo>
                  <a:pt x="9" y="224"/>
                  <a:pt x="15" y="205"/>
                  <a:pt x="22" y="187"/>
                </a:cubicBezTo>
                <a:cubicBezTo>
                  <a:pt x="30" y="169"/>
                  <a:pt x="39" y="151"/>
                  <a:pt x="50" y="135"/>
                </a:cubicBezTo>
                <a:cubicBezTo>
                  <a:pt x="61" y="118"/>
                  <a:pt x="74" y="103"/>
                  <a:pt x="88" y="89"/>
                </a:cubicBezTo>
                <a:cubicBezTo>
                  <a:pt x="102" y="75"/>
                  <a:pt x="117" y="63"/>
                  <a:pt x="133" y="52"/>
                </a:cubicBezTo>
                <a:cubicBezTo>
                  <a:pt x="150" y="41"/>
                  <a:pt x="167" y="32"/>
                  <a:pt x="185" y="24"/>
                </a:cubicBezTo>
                <a:cubicBezTo>
                  <a:pt x="203" y="16"/>
                  <a:pt x="222" y="10"/>
                  <a:pt x="242" y="6"/>
                </a:cubicBezTo>
                <a:cubicBezTo>
                  <a:pt x="261" y="2"/>
                  <a:pt x="281" y="0"/>
                  <a:pt x="300" y="0"/>
                </a:cubicBezTo>
                <a:cubicBezTo>
                  <a:pt x="320" y="0"/>
                  <a:pt x="340" y="2"/>
                  <a:pt x="359" y="6"/>
                </a:cubicBezTo>
                <a:cubicBezTo>
                  <a:pt x="378" y="10"/>
                  <a:pt x="397" y="16"/>
                  <a:pt x="415" y="24"/>
                </a:cubicBezTo>
                <a:cubicBezTo>
                  <a:pt x="434" y="32"/>
                  <a:pt x="451" y="41"/>
                  <a:pt x="467" y="52"/>
                </a:cubicBezTo>
                <a:cubicBezTo>
                  <a:pt x="484" y="63"/>
                  <a:pt x="499" y="75"/>
                  <a:pt x="513" y="89"/>
                </a:cubicBezTo>
                <a:cubicBezTo>
                  <a:pt x="528" y="103"/>
                  <a:pt x="540" y="118"/>
                  <a:pt x="551" y="135"/>
                </a:cubicBezTo>
                <a:cubicBezTo>
                  <a:pt x="562" y="151"/>
                  <a:pt x="572" y="169"/>
                  <a:pt x="579" y="187"/>
                </a:cubicBezTo>
                <a:cubicBezTo>
                  <a:pt x="587" y="205"/>
                  <a:pt x="592" y="224"/>
                  <a:pt x="596" y="243"/>
                </a:cubicBezTo>
                <a:cubicBezTo>
                  <a:pt x="600" y="263"/>
                  <a:pt x="602" y="282"/>
                  <a:pt x="602" y="302"/>
                </a:cubicBezTo>
                <a:close/>
              </a:path>
            </a:pathLst>
          </a:custGeom>
          <a:solidFill>
            <a:srgbClr val="7A520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4" name=""/>
          <p:cNvSpPr txBox="1"/>
          <p:nvPr/>
        </p:nvSpPr>
        <p:spPr>
          <a:xfrm>
            <a:off x="4057200" y="225036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1</a:t>
            </a:r>
            <a:endParaRPr lang="en-US" sz="900" b="0" u="none" strike="noStrike">
              <a:solidFill>
                <a:srgbClr val="000000"/>
              </a:solidFill>
              <a:effectLst/>
              <a:uFillTx/>
              <a:latin typeface="游明朝体"/>
            </a:endParaRPr>
          </a:p>
        </p:txBody>
      </p:sp>
      <p:sp>
        <p:nvSpPr>
          <p:cNvPr id="1585" name=""/>
          <p:cNvSpPr txBox="1"/>
          <p:nvPr/>
        </p:nvSpPr>
        <p:spPr>
          <a:xfrm>
            <a:off x="5613840" y="380772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2</a:t>
            </a:r>
            <a:endParaRPr lang="en-US" sz="900" b="0" u="none" strike="noStrike">
              <a:solidFill>
                <a:srgbClr val="000000"/>
              </a:solidFill>
              <a:effectLst/>
              <a:uFillTx/>
              <a:latin typeface="游明朝体"/>
            </a:endParaRPr>
          </a:p>
        </p:txBody>
      </p:sp>
      <p:sp>
        <p:nvSpPr>
          <p:cNvPr id="1586" name=""/>
          <p:cNvSpPr txBox="1"/>
          <p:nvPr/>
        </p:nvSpPr>
        <p:spPr>
          <a:xfrm>
            <a:off x="4738320" y="4631400"/>
            <a:ext cx="1244160" cy="155880"/>
          </a:xfrm>
          <a:prstGeom prst="rect">
            <a:avLst/>
          </a:prstGeom>
          <a:noFill/>
          <a:ln w="0">
            <a:noFill/>
          </a:ln>
        </p:spPr>
        <p:txBody>
          <a:bodyPr wrap="none" lIns="0" tIns="0" rIns="0" bIns="0" anchor="t">
            <a:spAutoFit/>
          </a:bodyPr>
          <a:p>
            <a:pPr/>
            <a:r>
              <a:rPr lang="ja-JP" sz="1220" b="1" u="none" strike="noStrike">
                <a:solidFill>
                  <a:srgbClr val="7A5200"/>
                </a:solidFill>
                <a:effectLst/>
                <a:uFillTx/>
                <a:latin typeface="HiraKakuProN-W6"/>
                <a:ea typeface="HiraKakuProN-W6"/>
              </a:rPr>
              <a:t>毎回マニュアル化</a:t>
            </a:r>
            <a:endParaRPr lang="en-US" sz="1220" b="0" u="none" strike="noStrike">
              <a:solidFill>
                <a:srgbClr val="000000"/>
              </a:solidFill>
              <a:effectLst/>
              <a:uFillTx/>
              <a:latin typeface="游明朝体"/>
            </a:endParaRPr>
          </a:p>
        </p:txBody>
      </p:sp>
      <p:sp>
        <p:nvSpPr>
          <p:cNvPr id="1587" name=""/>
          <p:cNvSpPr/>
          <p:nvPr/>
        </p:nvSpPr>
        <p:spPr>
          <a:xfrm>
            <a:off x="3380760" y="5325840"/>
            <a:ext cx="839520" cy="840240"/>
          </a:xfrm>
          <a:custGeom>
            <a:avLst/>
            <a:gdLst/>
            <a:ahLst/>
            <a:rect l="0" t="0" r="r" b="b"/>
            <a:pathLst>
              <a:path w="2332" h="2334">
                <a:moveTo>
                  <a:pt x="2332" y="1167"/>
                </a:moveTo>
                <a:cubicBezTo>
                  <a:pt x="2332" y="1206"/>
                  <a:pt x="2330" y="1244"/>
                  <a:pt x="2326" y="1282"/>
                </a:cubicBezTo>
                <a:cubicBezTo>
                  <a:pt x="2323" y="1320"/>
                  <a:pt x="2317" y="1357"/>
                  <a:pt x="2310" y="1395"/>
                </a:cubicBezTo>
                <a:cubicBezTo>
                  <a:pt x="2302" y="1432"/>
                  <a:pt x="2293" y="1469"/>
                  <a:pt x="2282" y="1506"/>
                </a:cubicBezTo>
                <a:cubicBezTo>
                  <a:pt x="2271" y="1542"/>
                  <a:pt x="2258" y="1578"/>
                  <a:pt x="2243" y="1614"/>
                </a:cubicBezTo>
                <a:cubicBezTo>
                  <a:pt x="2229" y="1649"/>
                  <a:pt x="2212" y="1683"/>
                  <a:pt x="2194" y="1717"/>
                </a:cubicBezTo>
                <a:cubicBezTo>
                  <a:pt x="2176" y="1751"/>
                  <a:pt x="2157" y="1784"/>
                  <a:pt x="2135" y="1815"/>
                </a:cubicBezTo>
                <a:cubicBezTo>
                  <a:pt x="2114" y="1847"/>
                  <a:pt x="2092" y="1878"/>
                  <a:pt x="2067" y="1907"/>
                </a:cubicBezTo>
                <a:cubicBezTo>
                  <a:pt x="2043" y="1937"/>
                  <a:pt x="2018" y="1965"/>
                  <a:pt x="1991" y="1992"/>
                </a:cubicBezTo>
                <a:cubicBezTo>
                  <a:pt x="1964" y="2019"/>
                  <a:pt x="1935" y="2045"/>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9"/>
                  <a:pt x="1319" y="2324"/>
                  <a:pt x="1281" y="2328"/>
                </a:cubicBezTo>
                <a:cubicBezTo>
                  <a:pt x="1243" y="2332"/>
                  <a:pt x="1205" y="2334"/>
                  <a:pt x="1166" y="2334"/>
                </a:cubicBezTo>
                <a:cubicBezTo>
                  <a:pt x="1128" y="2334"/>
                  <a:pt x="1089" y="2332"/>
                  <a:pt x="1051" y="2328"/>
                </a:cubicBezTo>
                <a:cubicBezTo>
                  <a:pt x="1013" y="2324"/>
                  <a:pt x="975" y="2319"/>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5"/>
                  <a:pt x="368" y="2019"/>
                  <a:pt x="341" y="1992"/>
                </a:cubicBezTo>
                <a:cubicBezTo>
                  <a:pt x="314" y="1965"/>
                  <a:pt x="289" y="1937"/>
                  <a:pt x="264" y="1907"/>
                </a:cubicBezTo>
                <a:cubicBezTo>
                  <a:pt x="240" y="1878"/>
                  <a:pt x="217" y="1847"/>
                  <a:pt x="196" y="1815"/>
                </a:cubicBezTo>
                <a:cubicBezTo>
                  <a:pt x="175" y="1784"/>
                  <a:pt x="155" y="1751"/>
                  <a:pt x="137" y="1717"/>
                </a:cubicBezTo>
                <a:cubicBezTo>
                  <a:pt x="119" y="1683"/>
                  <a:pt x="103" y="1649"/>
                  <a:pt x="89" y="1614"/>
                </a:cubicBezTo>
                <a:cubicBezTo>
                  <a:pt x="74" y="1578"/>
                  <a:pt x="61" y="1542"/>
                  <a:pt x="50" y="1506"/>
                </a:cubicBezTo>
                <a:cubicBezTo>
                  <a:pt x="39" y="1469"/>
                  <a:pt x="30" y="1432"/>
                  <a:pt x="22" y="1395"/>
                </a:cubicBezTo>
                <a:cubicBezTo>
                  <a:pt x="15" y="1357"/>
                  <a:pt x="9" y="1320"/>
                  <a:pt x="5" y="1282"/>
                </a:cubicBezTo>
                <a:cubicBezTo>
                  <a:pt x="2" y="1244"/>
                  <a:pt x="0" y="1206"/>
                  <a:pt x="0" y="1167"/>
                </a:cubicBezTo>
                <a:cubicBezTo>
                  <a:pt x="0" y="1129"/>
                  <a:pt x="2" y="1091"/>
                  <a:pt x="5" y="1053"/>
                </a:cubicBezTo>
                <a:cubicBezTo>
                  <a:pt x="9" y="1015"/>
                  <a:pt x="15" y="977"/>
                  <a:pt x="22" y="940"/>
                </a:cubicBezTo>
                <a:cubicBezTo>
                  <a:pt x="30" y="902"/>
                  <a:pt x="39" y="865"/>
                  <a:pt x="50" y="829"/>
                </a:cubicBezTo>
                <a:cubicBezTo>
                  <a:pt x="61" y="792"/>
                  <a:pt x="74" y="756"/>
                  <a:pt x="89" y="721"/>
                </a:cubicBezTo>
                <a:cubicBezTo>
                  <a:pt x="103" y="686"/>
                  <a:pt x="119" y="651"/>
                  <a:pt x="137" y="618"/>
                </a:cubicBezTo>
                <a:cubicBezTo>
                  <a:pt x="155" y="584"/>
                  <a:pt x="175" y="551"/>
                  <a:pt x="196" y="519"/>
                </a:cubicBezTo>
                <a:cubicBezTo>
                  <a:pt x="217" y="488"/>
                  <a:pt x="240" y="457"/>
                  <a:pt x="264" y="427"/>
                </a:cubicBezTo>
                <a:cubicBezTo>
                  <a:pt x="289" y="398"/>
                  <a:pt x="314" y="370"/>
                  <a:pt x="341" y="342"/>
                </a:cubicBezTo>
                <a:cubicBezTo>
                  <a:pt x="368" y="315"/>
                  <a:pt x="396" y="289"/>
                  <a:pt x="426" y="265"/>
                </a:cubicBezTo>
                <a:cubicBezTo>
                  <a:pt x="455" y="241"/>
                  <a:pt x="486" y="218"/>
                  <a:pt x="518" y="197"/>
                </a:cubicBezTo>
                <a:cubicBezTo>
                  <a:pt x="550" y="175"/>
                  <a:pt x="582" y="156"/>
                  <a:pt x="616" y="138"/>
                </a:cubicBezTo>
                <a:cubicBezTo>
                  <a:pt x="650" y="120"/>
                  <a:pt x="684" y="103"/>
                  <a:pt x="719" y="89"/>
                </a:cubicBezTo>
                <a:cubicBezTo>
                  <a:pt x="755" y="74"/>
                  <a:pt x="791" y="61"/>
                  <a:pt x="827" y="50"/>
                </a:cubicBezTo>
                <a:cubicBezTo>
                  <a:pt x="864" y="39"/>
                  <a:pt x="901" y="30"/>
                  <a:pt x="938" y="22"/>
                </a:cubicBezTo>
                <a:cubicBezTo>
                  <a:pt x="975" y="15"/>
                  <a:pt x="1013" y="9"/>
                  <a:pt x="1051" y="6"/>
                </a:cubicBezTo>
                <a:cubicBezTo>
                  <a:pt x="1089" y="2"/>
                  <a:pt x="1128" y="0"/>
                  <a:pt x="1166" y="0"/>
                </a:cubicBezTo>
                <a:cubicBezTo>
                  <a:pt x="1205" y="0"/>
                  <a:pt x="1243" y="2"/>
                  <a:pt x="1281" y="6"/>
                </a:cubicBezTo>
                <a:cubicBezTo>
                  <a:pt x="1319" y="9"/>
                  <a:pt x="1356" y="15"/>
                  <a:pt x="1394" y="22"/>
                </a:cubicBezTo>
                <a:cubicBezTo>
                  <a:pt x="1431" y="30"/>
                  <a:pt x="1468" y="39"/>
                  <a:pt x="1505" y="50"/>
                </a:cubicBezTo>
                <a:cubicBezTo>
                  <a:pt x="1541" y="61"/>
                  <a:pt x="1577" y="74"/>
                  <a:pt x="1612" y="89"/>
                </a:cubicBezTo>
                <a:cubicBezTo>
                  <a:pt x="1648" y="103"/>
                  <a:pt x="1682" y="120"/>
                  <a:pt x="1716" y="138"/>
                </a:cubicBezTo>
                <a:cubicBezTo>
                  <a:pt x="1749" y="156"/>
                  <a:pt x="1782" y="175"/>
                  <a:pt x="1814" y="197"/>
                </a:cubicBezTo>
                <a:cubicBezTo>
                  <a:pt x="1846" y="218"/>
                  <a:pt x="1876" y="241"/>
                  <a:pt x="1906" y="265"/>
                </a:cubicBezTo>
                <a:cubicBezTo>
                  <a:pt x="1935" y="289"/>
                  <a:pt x="1964" y="315"/>
                  <a:pt x="1991" y="342"/>
                </a:cubicBezTo>
                <a:cubicBezTo>
                  <a:pt x="2018" y="370"/>
                  <a:pt x="2043" y="398"/>
                  <a:pt x="2067" y="427"/>
                </a:cubicBezTo>
                <a:cubicBezTo>
                  <a:pt x="2092" y="457"/>
                  <a:pt x="2114" y="488"/>
                  <a:pt x="2135" y="519"/>
                </a:cubicBezTo>
                <a:cubicBezTo>
                  <a:pt x="2157" y="551"/>
                  <a:pt x="2176" y="584"/>
                  <a:pt x="2194" y="618"/>
                </a:cubicBezTo>
                <a:cubicBezTo>
                  <a:pt x="2212" y="651"/>
                  <a:pt x="2229" y="686"/>
                  <a:pt x="2243" y="721"/>
                </a:cubicBezTo>
                <a:cubicBezTo>
                  <a:pt x="2258" y="756"/>
                  <a:pt x="2271" y="792"/>
                  <a:pt x="2282" y="829"/>
                </a:cubicBezTo>
                <a:cubicBezTo>
                  <a:pt x="2293" y="865"/>
                  <a:pt x="2302" y="902"/>
                  <a:pt x="2310" y="940"/>
                </a:cubicBezTo>
                <a:cubicBezTo>
                  <a:pt x="2317" y="977"/>
                  <a:pt x="2323" y="1015"/>
                  <a:pt x="2326" y="1053"/>
                </a:cubicBezTo>
                <a:cubicBezTo>
                  <a:pt x="2330" y="1091"/>
                  <a:pt x="2332" y="1129"/>
                  <a:pt x="2332" y="1167"/>
                </a:cubicBezTo>
                <a:close/>
              </a:path>
            </a:pathLst>
          </a:custGeom>
          <a:solidFill>
            <a:srgbClr val="E3EE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88" name=""/>
          <p:cNvSpPr/>
          <p:nvPr/>
        </p:nvSpPr>
        <p:spPr>
          <a:xfrm>
            <a:off x="3380760" y="5325840"/>
            <a:ext cx="839520" cy="840240"/>
          </a:xfrm>
          <a:custGeom>
            <a:avLst/>
            <a:gdLst/>
            <a:ahLst/>
            <a:rect l="0" t="0" r="r" b="b"/>
            <a:pathLst>
              <a:path w="2332" h="2334">
                <a:moveTo>
                  <a:pt x="2332" y="1167"/>
                </a:moveTo>
                <a:cubicBezTo>
                  <a:pt x="2332" y="1206"/>
                  <a:pt x="2330" y="1244"/>
                  <a:pt x="2326" y="1282"/>
                </a:cubicBezTo>
                <a:cubicBezTo>
                  <a:pt x="2323" y="1320"/>
                  <a:pt x="2317" y="1357"/>
                  <a:pt x="2310" y="1395"/>
                </a:cubicBezTo>
                <a:cubicBezTo>
                  <a:pt x="2302" y="1432"/>
                  <a:pt x="2293" y="1469"/>
                  <a:pt x="2282" y="1506"/>
                </a:cubicBezTo>
                <a:cubicBezTo>
                  <a:pt x="2271" y="1542"/>
                  <a:pt x="2258" y="1578"/>
                  <a:pt x="2243" y="1614"/>
                </a:cubicBezTo>
                <a:cubicBezTo>
                  <a:pt x="2229" y="1649"/>
                  <a:pt x="2212" y="1683"/>
                  <a:pt x="2194" y="1717"/>
                </a:cubicBezTo>
                <a:cubicBezTo>
                  <a:pt x="2176" y="1751"/>
                  <a:pt x="2157" y="1784"/>
                  <a:pt x="2135" y="1815"/>
                </a:cubicBezTo>
                <a:cubicBezTo>
                  <a:pt x="2114" y="1847"/>
                  <a:pt x="2092" y="1878"/>
                  <a:pt x="2067" y="1907"/>
                </a:cubicBezTo>
                <a:cubicBezTo>
                  <a:pt x="2043" y="1937"/>
                  <a:pt x="2018" y="1965"/>
                  <a:pt x="1991" y="1992"/>
                </a:cubicBezTo>
                <a:cubicBezTo>
                  <a:pt x="1964" y="2019"/>
                  <a:pt x="1935" y="2045"/>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9"/>
                  <a:pt x="1319" y="2324"/>
                  <a:pt x="1281" y="2328"/>
                </a:cubicBezTo>
                <a:cubicBezTo>
                  <a:pt x="1243" y="2332"/>
                  <a:pt x="1205" y="2334"/>
                  <a:pt x="1166" y="2334"/>
                </a:cubicBezTo>
                <a:cubicBezTo>
                  <a:pt x="1128" y="2334"/>
                  <a:pt x="1089" y="2332"/>
                  <a:pt x="1051" y="2328"/>
                </a:cubicBezTo>
                <a:cubicBezTo>
                  <a:pt x="1013" y="2324"/>
                  <a:pt x="975" y="2319"/>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5"/>
                  <a:pt x="368" y="2019"/>
                  <a:pt x="341" y="1992"/>
                </a:cubicBezTo>
                <a:cubicBezTo>
                  <a:pt x="314" y="1965"/>
                  <a:pt x="289" y="1937"/>
                  <a:pt x="264" y="1907"/>
                </a:cubicBezTo>
                <a:cubicBezTo>
                  <a:pt x="240" y="1878"/>
                  <a:pt x="217" y="1847"/>
                  <a:pt x="196" y="1815"/>
                </a:cubicBezTo>
                <a:cubicBezTo>
                  <a:pt x="175" y="1784"/>
                  <a:pt x="155" y="1751"/>
                  <a:pt x="137" y="1717"/>
                </a:cubicBezTo>
                <a:cubicBezTo>
                  <a:pt x="119" y="1683"/>
                  <a:pt x="103" y="1649"/>
                  <a:pt x="89" y="1614"/>
                </a:cubicBezTo>
                <a:cubicBezTo>
                  <a:pt x="74" y="1578"/>
                  <a:pt x="61" y="1542"/>
                  <a:pt x="50" y="1506"/>
                </a:cubicBezTo>
                <a:cubicBezTo>
                  <a:pt x="39" y="1469"/>
                  <a:pt x="30" y="1432"/>
                  <a:pt x="22" y="1395"/>
                </a:cubicBezTo>
                <a:cubicBezTo>
                  <a:pt x="15" y="1357"/>
                  <a:pt x="9" y="1320"/>
                  <a:pt x="5" y="1282"/>
                </a:cubicBezTo>
                <a:cubicBezTo>
                  <a:pt x="2" y="1244"/>
                  <a:pt x="0" y="1206"/>
                  <a:pt x="0" y="1167"/>
                </a:cubicBezTo>
                <a:cubicBezTo>
                  <a:pt x="0" y="1129"/>
                  <a:pt x="2" y="1091"/>
                  <a:pt x="5" y="1053"/>
                </a:cubicBezTo>
                <a:cubicBezTo>
                  <a:pt x="9" y="1015"/>
                  <a:pt x="15" y="977"/>
                  <a:pt x="22" y="940"/>
                </a:cubicBezTo>
                <a:cubicBezTo>
                  <a:pt x="30" y="902"/>
                  <a:pt x="39" y="865"/>
                  <a:pt x="50" y="829"/>
                </a:cubicBezTo>
                <a:cubicBezTo>
                  <a:pt x="61" y="792"/>
                  <a:pt x="74" y="756"/>
                  <a:pt x="89" y="721"/>
                </a:cubicBezTo>
                <a:cubicBezTo>
                  <a:pt x="103" y="686"/>
                  <a:pt x="119" y="651"/>
                  <a:pt x="137" y="618"/>
                </a:cubicBezTo>
                <a:cubicBezTo>
                  <a:pt x="155" y="584"/>
                  <a:pt x="175" y="551"/>
                  <a:pt x="196" y="519"/>
                </a:cubicBezTo>
                <a:cubicBezTo>
                  <a:pt x="217" y="488"/>
                  <a:pt x="240" y="457"/>
                  <a:pt x="264" y="427"/>
                </a:cubicBezTo>
                <a:cubicBezTo>
                  <a:pt x="289" y="398"/>
                  <a:pt x="314" y="370"/>
                  <a:pt x="341" y="342"/>
                </a:cubicBezTo>
                <a:cubicBezTo>
                  <a:pt x="368" y="315"/>
                  <a:pt x="396" y="289"/>
                  <a:pt x="426" y="265"/>
                </a:cubicBezTo>
                <a:cubicBezTo>
                  <a:pt x="455" y="241"/>
                  <a:pt x="486" y="218"/>
                  <a:pt x="518" y="197"/>
                </a:cubicBezTo>
                <a:cubicBezTo>
                  <a:pt x="550" y="175"/>
                  <a:pt x="582" y="156"/>
                  <a:pt x="616" y="138"/>
                </a:cubicBezTo>
                <a:cubicBezTo>
                  <a:pt x="650" y="120"/>
                  <a:pt x="684" y="103"/>
                  <a:pt x="719" y="89"/>
                </a:cubicBezTo>
                <a:cubicBezTo>
                  <a:pt x="755" y="74"/>
                  <a:pt x="791" y="61"/>
                  <a:pt x="827" y="50"/>
                </a:cubicBezTo>
                <a:cubicBezTo>
                  <a:pt x="864" y="39"/>
                  <a:pt x="901" y="30"/>
                  <a:pt x="938" y="22"/>
                </a:cubicBezTo>
                <a:cubicBezTo>
                  <a:pt x="975" y="15"/>
                  <a:pt x="1013" y="9"/>
                  <a:pt x="1051" y="6"/>
                </a:cubicBezTo>
                <a:cubicBezTo>
                  <a:pt x="1089" y="2"/>
                  <a:pt x="1128" y="0"/>
                  <a:pt x="1166" y="0"/>
                </a:cubicBezTo>
                <a:cubicBezTo>
                  <a:pt x="1205" y="0"/>
                  <a:pt x="1243" y="2"/>
                  <a:pt x="1281" y="6"/>
                </a:cubicBezTo>
                <a:cubicBezTo>
                  <a:pt x="1319" y="9"/>
                  <a:pt x="1356" y="15"/>
                  <a:pt x="1394" y="22"/>
                </a:cubicBezTo>
                <a:cubicBezTo>
                  <a:pt x="1431" y="30"/>
                  <a:pt x="1468" y="39"/>
                  <a:pt x="1505" y="50"/>
                </a:cubicBezTo>
                <a:cubicBezTo>
                  <a:pt x="1541" y="61"/>
                  <a:pt x="1577" y="74"/>
                  <a:pt x="1612" y="89"/>
                </a:cubicBezTo>
                <a:cubicBezTo>
                  <a:pt x="1648" y="103"/>
                  <a:pt x="1682" y="120"/>
                  <a:pt x="1716" y="138"/>
                </a:cubicBezTo>
                <a:cubicBezTo>
                  <a:pt x="1749" y="156"/>
                  <a:pt x="1782" y="175"/>
                  <a:pt x="1814" y="197"/>
                </a:cubicBezTo>
                <a:cubicBezTo>
                  <a:pt x="1846" y="218"/>
                  <a:pt x="1876" y="241"/>
                  <a:pt x="1906" y="265"/>
                </a:cubicBezTo>
                <a:cubicBezTo>
                  <a:pt x="1935" y="289"/>
                  <a:pt x="1964" y="315"/>
                  <a:pt x="1991" y="342"/>
                </a:cubicBezTo>
                <a:cubicBezTo>
                  <a:pt x="2018" y="370"/>
                  <a:pt x="2043" y="398"/>
                  <a:pt x="2067" y="427"/>
                </a:cubicBezTo>
                <a:cubicBezTo>
                  <a:pt x="2092" y="457"/>
                  <a:pt x="2114" y="488"/>
                  <a:pt x="2135" y="519"/>
                </a:cubicBezTo>
                <a:cubicBezTo>
                  <a:pt x="2157" y="551"/>
                  <a:pt x="2176" y="584"/>
                  <a:pt x="2194" y="618"/>
                </a:cubicBezTo>
                <a:cubicBezTo>
                  <a:pt x="2212" y="651"/>
                  <a:pt x="2229" y="686"/>
                  <a:pt x="2243" y="721"/>
                </a:cubicBezTo>
                <a:cubicBezTo>
                  <a:pt x="2258" y="756"/>
                  <a:pt x="2271" y="792"/>
                  <a:pt x="2282" y="829"/>
                </a:cubicBezTo>
                <a:cubicBezTo>
                  <a:pt x="2293" y="865"/>
                  <a:pt x="2302" y="902"/>
                  <a:pt x="2310" y="940"/>
                </a:cubicBezTo>
                <a:cubicBezTo>
                  <a:pt x="2317" y="977"/>
                  <a:pt x="2323" y="1015"/>
                  <a:pt x="2326" y="1053"/>
                </a:cubicBezTo>
                <a:cubicBezTo>
                  <a:pt x="2330" y="1091"/>
                  <a:pt x="2332" y="1129"/>
                  <a:pt x="2332" y="1167"/>
                </a:cubicBezTo>
                <a:close/>
              </a:path>
            </a:pathLst>
          </a:custGeom>
          <a:noFill/>
          <a:ln w="3240">
            <a:solidFill>
              <a:srgbClr val="2A78D6"/>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589" name=""/>
          <p:cNvSpPr/>
          <p:nvPr/>
        </p:nvSpPr>
        <p:spPr>
          <a:xfrm>
            <a:off x="3622320" y="5617800"/>
            <a:ext cx="396000" cy="202680"/>
          </a:xfrm>
          <a:custGeom>
            <a:avLst/>
            <a:gdLst/>
            <a:ahLst/>
            <a:rect l="0" t="0" r="r" b="b"/>
            <a:pathLst>
              <a:path w="1100" h="563">
                <a:moveTo>
                  <a:pt x="24" y="488"/>
                </a:moveTo>
                <a:cubicBezTo>
                  <a:pt x="-38" y="337"/>
                  <a:pt x="18" y="249"/>
                  <a:pt x="194" y="224"/>
                </a:cubicBezTo>
                <a:cubicBezTo>
                  <a:pt x="231" y="86"/>
                  <a:pt x="344" y="29"/>
                  <a:pt x="533" y="54"/>
                </a:cubicBezTo>
                <a:cubicBezTo>
                  <a:pt x="671" y="-33"/>
                  <a:pt x="790" y="-15"/>
                  <a:pt x="890" y="111"/>
                </a:cubicBezTo>
                <a:cubicBezTo>
                  <a:pt x="1028" y="111"/>
                  <a:pt x="1084" y="192"/>
                  <a:pt x="1059" y="355"/>
                </a:cubicBezTo>
                <a:cubicBezTo>
                  <a:pt x="1135" y="469"/>
                  <a:pt x="1103" y="538"/>
                  <a:pt x="965" y="563"/>
                </a:cubicBezTo>
                <a:lnTo>
                  <a:pt x="100" y="563"/>
                </a:lnTo>
                <a:cubicBezTo>
                  <a:pt x="12" y="563"/>
                  <a:pt x="-13" y="538"/>
                  <a:pt x="24" y="488"/>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0" name=""/>
          <p:cNvSpPr/>
          <p:nvPr/>
        </p:nvSpPr>
        <p:spPr>
          <a:xfrm>
            <a:off x="3766320" y="5718600"/>
            <a:ext cx="68040" cy="88560"/>
          </a:xfrm>
          <a:custGeom>
            <a:avLst/>
            <a:gdLst/>
            <a:ahLst/>
            <a:rect l="0" t="0" r="r" b="b"/>
            <a:pathLst>
              <a:path fill="none" w="189" h="246">
                <a:moveTo>
                  <a:pt x="94" y="0"/>
                </a:moveTo>
                <a:lnTo>
                  <a:pt x="94" y="246"/>
                </a:lnTo>
                <a:moveTo>
                  <a:pt x="0" y="114"/>
                </a:moveTo>
                <a:lnTo>
                  <a:pt x="94" y="0"/>
                </a:lnTo>
                <a:lnTo>
                  <a:pt x="189" y="114"/>
                </a:lnTo>
              </a:path>
            </a:pathLst>
          </a:custGeom>
          <a:ln cap="rnd" w="18720">
            <a:solidFill>
              <a:srgbClr val="E3EEFB"/>
            </a:solidFill>
            <a:round/>
          </a:ln>
        </p:spPr>
        <p:txBody>
          <a:bodyPr lIns="9360" tIns="9360" rIns="9360" bIns="9360" anchor="t">
            <a:noAutofit/>
          </a:bodyPr>
          <a:p>
            <a:endParaRPr lang="en-US" sz="2400" b="0" u="none" strike="noStrike">
              <a:solidFill>
                <a:srgbClr val="000000"/>
              </a:solidFill>
              <a:effectLst/>
              <a:uFillTx/>
              <a:latin typeface="游明朝体"/>
            </a:endParaRPr>
          </a:p>
        </p:txBody>
      </p:sp>
      <p:sp>
        <p:nvSpPr>
          <p:cNvPr id="1591" name=""/>
          <p:cNvSpPr/>
          <p:nvPr/>
        </p:nvSpPr>
        <p:spPr>
          <a:xfrm>
            <a:off x="3989880" y="5935320"/>
            <a:ext cx="216720" cy="217080"/>
          </a:xfrm>
          <a:custGeom>
            <a:avLst/>
            <a:gdLst/>
            <a:ahLst/>
            <a:rect l="0" t="0" r="r" b="b"/>
            <a:pathLst>
              <a:path w="602" h="603">
                <a:moveTo>
                  <a:pt x="602" y="302"/>
                </a:moveTo>
                <a:cubicBezTo>
                  <a:pt x="602" y="322"/>
                  <a:pt x="600" y="341"/>
                  <a:pt x="597" y="361"/>
                </a:cubicBezTo>
                <a:cubicBezTo>
                  <a:pt x="593" y="380"/>
                  <a:pt x="587" y="399"/>
                  <a:pt x="579" y="417"/>
                </a:cubicBezTo>
                <a:cubicBezTo>
                  <a:pt x="572" y="435"/>
                  <a:pt x="563" y="453"/>
                  <a:pt x="552" y="469"/>
                </a:cubicBezTo>
                <a:cubicBezTo>
                  <a:pt x="541" y="486"/>
                  <a:pt x="528" y="501"/>
                  <a:pt x="514" y="515"/>
                </a:cubicBezTo>
                <a:cubicBezTo>
                  <a:pt x="500" y="529"/>
                  <a:pt x="485" y="541"/>
                  <a:pt x="469" y="552"/>
                </a:cubicBezTo>
                <a:cubicBezTo>
                  <a:pt x="452" y="563"/>
                  <a:pt x="435" y="573"/>
                  <a:pt x="417" y="580"/>
                </a:cubicBezTo>
                <a:cubicBezTo>
                  <a:pt x="398" y="588"/>
                  <a:pt x="380" y="593"/>
                  <a:pt x="360" y="597"/>
                </a:cubicBezTo>
                <a:cubicBezTo>
                  <a:pt x="341" y="601"/>
                  <a:pt x="321" y="603"/>
                  <a:pt x="302" y="603"/>
                </a:cubicBezTo>
                <a:cubicBezTo>
                  <a:pt x="282" y="603"/>
                  <a:pt x="262" y="601"/>
                  <a:pt x="243" y="597"/>
                </a:cubicBezTo>
                <a:cubicBezTo>
                  <a:pt x="223" y="593"/>
                  <a:pt x="205" y="588"/>
                  <a:pt x="186" y="580"/>
                </a:cubicBezTo>
                <a:cubicBezTo>
                  <a:pt x="168" y="573"/>
                  <a:pt x="151" y="563"/>
                  <a:pt x="134" y="552"/>
                </a:cubicBezTo>
                <a:cubicBezTo>
                  <a:pt x="118" y="541"/>
                  <a:pt x="103" y="529"/>
                  <a:pt x="89" y="515"/>
                </a:cubicBezTo>
                <a:cubicBezTo>
                  <a:pt x="75" y="501"/>
                  <a:pt x="62" y="486"/>
                  <a:pt x="51" y="469"/>
                </a:cubicBezTo>
                <a:cubicBezTo>
                  <a:pt x="40" y="453"/>
                  <a:pt x="30" y="435"/>
                  <a:pt x="23" y="417"/>
                </a:cubicBezTo>
                <a:cubicBezTo>
                  <a:pt x="15" y="399"/>
                  <a:pt x="9" y="380"/>
                  <a:pt x="6" y="361"/>
                </a:cubicBezTo>
                <a:cubicBezTo>
                  <a:pt x="2" y="341"/>
                  <a:pt x="0" y="322"/>
                  <a:pt x="0" y="302"/>
                </a:cubicBezTo>
                <a:cubicBezTo>
                  <a:pt x="0" y="282"/>
                  <a:pt x="2" y="263"/>
                  <a:pt x="6" y="243"/>
                </a:cubicBezTo>
                <a:cubicBezTo>
                  <a:pt x="9" y="224"/>
                  <a:pt x="15" y="205"/>
                  <a:pt x="23" y="187"/>
                </a:cubicBezTo>
                <a:cubicBezTo>
                  <a:pt x="30" y="169"/>
                  <a:pt x="40" y="151"/>
                  <a:pt x="51" y="135"/>
                </a:cubicBezTo>
                <a:cubicBezTo>
                  <a:pt x="62" y="118"/>
                  <a:pt x="75" y="103"/>
                  <a:pt x="89" y="89"/>
                </a:cubicBezTo>
                <a:cubicBezTo>
                  <a:pt x="103" y="75"/>
                  <a:pt x="118" y="63"/>
                  <a:pt x="134" y="52"/>
                </a:cubicBezTo>
                <a:cubicBezTo>
                  <a:pt x="151" y="40"/>
                  <a:pt x="168" y="31"/>
                  <a:pt x="186" y="23"/>
                </a:cubicBezTo>
                <a:cubicBezTo>
                  <a:pt x="205" y="15"/>
                  <a:pt x="223" y="10"/>
                  <a:pt x="243" y="6"/>
                </a:cubicBezTo>
                <a:cubicBezTo>
                  <a:pt x="262" y="2"/>
                  <a:pt x="282" y="0"/>
                  <a:pt x="302" y="0"/>
                </a:cubicBezTo>
                <a:cubicBezTo>
                  <a:pt x="321" y="0"/>
                  <a:pt x="341" y="2"/>
                  <a:pt x="360" y="6"/>
                </a:cubicBezTo>
                <a:cubicBezTo>
                  <a:pt x="380" y="10"/>
                  <a:pt x="398" y="15"/>
                  <a:pt x="417" y="23"/>
                </a:cubicBezTo>
                <a:cubicBezTo>
                  <a:pt x="435" y="31"/>
                  <a:pt x="452" y="40"/>
                  <a:pt x="469" y="52"/>
                </a:cubicBezTo>
                <a:cubicBezTo>
                  <a:pt x="485" y="63"/>
                  <a:pt x="500" y="75"/>
                  <a:pt x="514" y="89"/>
                </a:cubicBezTo>
                <a:cubicBezTo>
                  <a:pt x="528" y="103"/>
                  <a:pt x="541" y="118"/>
                  <a:pt x="552" y="135"/>
                </a:cubicBezTo>
                <a:cubicBezTo>
                  <a:pt x="563" y="151"/>
                  <a:pt x="572" y="169"/>
                  <a:pt x="579" y="187"/>
                </a:cubicBezTo>
                <a:cubicBezTo>
                  <a:pt x="587" y="205"/>
                  <a:pt x="593" y="224"/>
                  <a:pt x="597" y="243"/>
                </a:cubicBezTo>
                <a:cubicBezTo>
                  <a:pt x="600" y="263"/>
                  <a:pt x="602" y="282"/>
                  <a:pt x="602" y="302"/>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2" name=""/>
          <p:cNvSpPr txBox="1"/>
          <p:nvPr/>
        </p:nvSpPr>
        <p:spPr>
          <a:xfrm>
            <a:off x="4724640" y="4850640"/>
            <a:ext cx="1251720" cy="153000"/>
          </a:xfrm>
          <a:prstGeom prst="rect">
            <a:avLst/>
          </a:prstGeom>
          <a:noFill/>
          <a:ln w="0">
            <a:noFill/>
          </a:ln>
        </p:spPr>
        <p:txBody>
          <a:bodyPr wrap="none" lIns="0" tIns="0" rIns="0" bIns="0" anchor="t">
            <a:spAutoFit/>
          </a:bodyPr>
          <a:p>
            <a:pPr/>
            <a:r>
              <a:rPr lang="en-US" sz="900" b="0" u="none" strike="noStrike">
                <a:solidFill>
                  <a:srgbClr val="B37600"/>
                </a:solidFill>
                <a:effectLst/>
                <a:uFillTx/>
                <a:latin typeface="HiraKakuProN-W3"/>
                <a:ea typeface="HiraKakuProN-W3"/>
              </a:rPr>
              <a:t>AI</a:t>
            </a:r>
            <a:r>
              <a:rPr lang="ja-JP" sz="900" b="0" u="none" strike="noStrike">
                <a:solidFill>
                  <a:srgbClr val="B37600"/>
                </a:solidFill>
                <a:effectLst/>
                <a:uFillTx/>
                <a:latin typeface="HiraKakuProN-W3"/>
                <a:ea typeface="HiraKakuProN-W3"/>
              </a:rPr>
              <a:t>になら気兼ねなく指⽰</a:t>
            </a:r>
            <a:endParaRPr lang="en-US" sz="900" b="0" u="none" strike="noStrike">
              <a:solidFill>
                <a:srgbClr val="000000"/>
              </a:solidFill>
              <a:effectLst/>
              <a:uFillTx/>
              <a:latin typeface="游明朝体"/>
            </a:endParaRPr>
          </a:p>
        </p:txBody>
      </p:sp>
      <p:sp>
        <p:nvSpPr>
          <p:cNvPr id="1593" name=""/>
          <p:cNvSpPr/>
          <p:nvPr/>
        </p:nvSpPr>
        <p:spPr>
          <a:xfrm>
            <a:off x="3373920" y="5915160"/>
            <a:ext cx="257400" cy="257400"/>
          </a:xfrm>
          <a:custGeom>
            <a:avLst/>
            <a:gdLst/>
            <a:ahLst/>
            <a:rect l="0" t="0" r="r" b="b"/>
            <a:pathLst>
              <a:path w="715" h="715">
                <a:moveTo>
                  <a:pt x="715" y="358"/>
                </a:moveTo>
                <a:cubicBezTo>
                  <a:pt x="715" y="381"/>
                  <a:pt x="713" y="405"/>
                  <a:pt x="709" y="428"/>
                </a:cubicBezTo>
                <a:cubicBezTo>
                  <a:pt x="704" y="451"/>
                  <a:pt x="697" y="473"/>
                  <a:pt x="688" y="495"/>
                </a:cubicBezTo>
                <a:cubicBezTo>
                  <a:pt x="679" y="516"/>
                  <a:pt x="668" y="537"/>
                  <a:pt x="655" y="557"/>
                </a:cubicBezTo>
                <a:cubicBezTo>
                  <a:pt x="642" y="576"/>
                  <a:pt x="627" y="594"/>
                  <a:pt x="611" y="611"/>
                </a:cubicBezTo>
                <a:cubicBezTo>
                  <a:pt x="594" y="627"/>
                  <a:pt x="576" y="642"/>
                  <a:pt x="557" y="655"/>
                </a:cubicBezTo>
                <a:cubicBezTo>
                  <a:pt x="537" y="668"/>
                  <a:pt x="517" y="679"/>
                  <a:pt x="495" y="688"/>
                </a:cubicBezTo>
                <a:cubicBezTo>
                  <a:pt x="473" y="697"/>
                  <a:pt x="451" y="704"/>
                  <a:pt x="428" y="709"/>
                </a:cubicBezTo>
                <a:cubicBezTo>
                  <a:pt x="405" y="713"/>
                  <a:pt x="382" y="715"/>
                  <a:pt x="358" y="715"/>
                </a:cubicBezTo>
                <a:cubicBezTo>
                  <a:pt x="335" y="715"/>
                  <a:pt x="312" y="713"/>
                  <a:pt x="289" y="709"/>
                </a:cubicBezTo>
                <a:cubicBezTo>
                  <a:pt x="265" y="704"/>
                  <a:pt x="242" y="697"/>
                  <a:pt x="221" y="688"/>
                </a:cubicBezTo>
                <a:cubicBezTo>
                  <a:pt x="199" y="679"/>
                  <a:pt x="178" y="668"/>
                  <a:pt x="159" y="655"/>
                </a:cubicBezTo>
                <a:cubicBezTo>
                  <a:pt x="139" y="642"/>
                  <a:pt x="121" y="627"/>
                  <a:pt x="105" y="611"/>
                </a:cubicBezTo>
                <a:cubicBezTo>
                  <a:pt x="88" y="594"/>
                  <a:pt x="73" y="576"/>
                  <a:pt x="60" y="557"/>
                </a:cubicBezTo>
                <a:cubicBezTo>
                  <a:pt x="47" y="537"/>
                  <a:pt x="36" y="516"/>
                  <a:pt x="27" y="495"/>
                </a:cubicBezTo>
                <a:cubicBezTo>
                  <a:pt x="18" y="473"/>
                  <a:pt x="11" y="451"/>
                  <a:pt x="7" y="428"/>
                </a:cubicBezTo>
                <a:cubicBezTo>
                  <a:pt x="2" y="405"/>
                  <a:pt x="0" y="381"/>
                  <a:pt x="0" y="358"/>
                </a:cubicBezTo>
                <a:cubicBezTo>
                  <a:pt x="0" y="334"/>
                  <a:pt x="2" y="310"/>
                  <a:pt x="7" y="287"/>
                </a:cubicBezTo>
                <a:cubicBezTo>
                  <a:pt x="11" y="264"/>
                  <a:pt x="18" y="242"/>
                  <a:pt x="27" y="220"/>
                </a:cubicBezTo>
                <a:cubicBezTo>
                  <a:pt x="36" y="199"/>
                  <a:pt x="47" y="178"/>
                  <a:pt x="60" y="158"/>
                </a:cubicBezTo>
                <a:cubicBezTo>
                  <a:pt x="73" y="139"/>
                  <a:pt x="88" y="121"/>
                  <a:pt x="105" y="104"/>
                </a:cubicBezTo>
                <a:cubicBezTo>
                  <a:pt x="121" y="88"/>
                  <a:pt x="139" y="73"/>
                  <a:pt x="159" y="60"/>
                </a:cubicBezTo>
                <a:cubicBezTo>
                  <a:pt x="178" y="47"/>
                  <a:pt x="199" y="36"/>
                  <a:pt x="221" y="27"/>
                </a:cubicBezTo>
                <a:cubicBezTo>
                  <a:pt x="242" y="18"/>
                  <a:pt x="265" y="11"/>
                  <a:pt x="289" y="6"/>
                </a:cubicBezTo>
                <a:cubicBezTo>
                  <a:pt x="312" y="2"/>
                  <a:pt x="335" y="0"/>
                  <a:pt x="358" y="0"/>
                </a:cubicBezTo>
                <a:cubicBezTo>
                  <a:pt x="382" y="0"/>
                  <a:pt x="405" y="2"/>
                  <a:pt x="428" y="6"/>
                </a:cubicBezTo>
                <a:cubicBezTo>
                  <a:pt x="451" y="11"/>
                  <a:pt x="473" y="18"/>
                  <a:pt x="495" y="27"/>
                </a:cubicBezTo>
                <a:cubicBezTo>
                  <a:pt x="517" y="36"/>
                  <a:pt x="537" y="47"/>
                  <a:pt x="557" y="60"/>
                </a:cubicBezTo>
                <a:cubicBezTo>
                  <a:pt x="576" y="73"/>
                  <a:pt x="594" y="88"/>
                  <a:pt x="611" y="104"/>
                </a:cubicBezTo>
                <a:cubicBezTo>
                  <a:pt x="627" y="121"/>
                  <a:pt x="642" y="139"/>
                  <a:pt x="655" y="158"/>
                </a:cubicBezTo>
                <a:cubicBezTo>
                  <a:pt x="668" y="178"/>
                  <a:pt x="679" y="199"/>
                  <a:pt x="688" y="220"/>
                </a:cubicBezTo>
                <a:cubicBezTo>
                  <a:pt x="697" y="242"/>
                  <a:pt x="704" y="264"/>
                  <a:pt x="709" y="287"/>
                </a:cubicBezTo>
                <a:cubicBezTo>
                  <a:pt x="713" y="310"/>
                  <a:pt x="715" y="334"/>
                  <a:pt x="715" y="358"/>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4" name=""/>
          <p:cNvSpPr/>
          <p:nvPr/>
        </p:nvSpPr>
        <p:spPr>
          <a:xfrm>
            <a:off x="3453120" y="5953680"/>
            <a:ext cx="58680" cy="58680"/>
          </a:xfrm>
          <a:custGeom>
            <a:avLst/>
            <a:gdLst/>
            <a:ahLst/>
            <a:rect l="0" t="0" r="r" b="b"/>
            <a:pathLst>
              <a:path w="163" h="163">
                <a:moveTo>
                  <a:pt x="163" y="81"/>
                </a:moveTo>
                <a:cubicBezTo>
                  <a:pt x="163" y="91"/>
                  <a:pt x="161" y="102"/>
                  <a:pt x="156" y="112"/>
                </a:cubicBezTo>
                <a:cubicBezTo>
                  <a:pt x="152" y="122"/>
                  <a:pt x="146" y="131"/>
                  <a:pt x="138" y="139"/>
                </a:cubicBezTo>
                <a:cubicBezTo>
                  <a:pt x="130" y="147"/>
                  <a:pt x="122" y="152"/>
                  <a:pt x="112" y="156"/>
                </a:cubicBezTo>
                <a:cubicBezTo>
                  <a:pt x="102" y="161"/>
                  <a:pt x="92" y="163"/>
                  <a:pt x="81" y="163"/>
                </a:cubicBezTo>
                <a:cubicBezTo>
                  <a:pt x="70" y="163"/>
                  <a:pt x="60" y="161"/>
                  <a:pt x="50" y="156"/>
                </a:cubicBezTo>
                <a:cubicBezTo>
                  <a:pt x="40" y="152"/>
                  <a:pt x="31" y="147"/>
                  <a:pt x="24" y="139"/>
                </a:cubicBezTo>
                <a:cubicBezTo>
                  <a:pt x="16" y="131"/>
                  <a:pt x="10" y="122"/>
                  <a:pt x="6" y="112"/>
                </a:cubicBezTo>
                <a:cubicBezTo>
                  <a:pt x="2" y="102"/>
                  <a:pt x="0" y="91"/>
                  <a:pt x="0" y="81"/>
                </a:cubicBezTo>
                <a:cubicBezTo>
                  <a:pt x="0" y="70"/>
                  <a:pt x="2" y="60"/>
                  <a:pt x="6" y="50"/>
                </a:cubicBezTo>
                <a:cubicBezTo>
                  <a:pt x="10" y="40"/>
                  <a:pt x="16" y="31"/>
                  <a:pt x="24" y="24"/>
                </a:cubicBezTo>
                <a:cubicBezTo>
                  <a:pt x="31" y="16"/>
                  <a:pt x="40" y="10"/>
                  <a:pt x="50" y="6"/>
                </a:cubicBezTo>
                <a:cubicBezTo>
                  <a:pt x="60" y="2"/>
                  <a:pt x="70" y="0"/>
                  <a:pt x="81" y="0"/>
                </a:cubicBezTo>
                <a:cubicBezTo>
                  <a:pt x="92" y="0"/>
                  <a:pt x="102" y="2"/>
                  <a:pt x="112" y="6"/>
                </a:cubicBezTo>
                <a:cubicBezTo>
                  <a:pt x="122" y="10"/>
                  <a:pt x="130" y="16"/>
                  <a:pt x="138" y="24"/>
                </a:cubicBezTo>
                <a:cubicBezTo>
                  <a:pt x="146" y="31"/>
                  <a:pt x="152" y="40"/>
                  <a:pt x="156" y="50"/>
                </a:cubicBezTo>
                <a:cubicBezTo>
                  <a:pt x="161" y="60"/>
                  <a:pt x="163" y="70"/>
                  <a:pt x="163" y="81"/>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5" name=""/>
          <p:cNvSpPr/>
          <p:nvPr/>
        </p:nvSpPr>
        <p:spPr>
          <a:xfrm>
            <a:off x="3434760" y="6023520"/>
            <a:ext cx="95040" cy="101880"/>
          </a:xfrm>
          <a:custGeom>
            <a:avLst/>
            <a:gdLst/>
            <a:ahLst/>
            <a:rect l="0" t="0" r="r" b="b"/>
            <a:pathLst>
              <a:path w="264" h="283">
                <a:moveTo>
                  <a:pt x="0" y="283"/>
                </a:moveTo>
                <a:cubicBezTo>
                  <a:pt x="0" y="95"/>
                  <a:pt x="44" y="0"/>
                  <a:pt x="133" y="0"/>
                </a:cubicBezTo>
                <a:cubicBezTo>
                  <a:pt x="221" y="0"/>
                  <a:pt x="264" y="95"/>
                  <a:pt x="264" y="283"/>
                </a:cubicBezTo>
                <a:lnTo>
                  <a:pt x="0" y="28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6" name=""/>
          <p:cNvSpPr/>
          <p:nvPr/>
        </p:nvSpPr>
        <p:spPr>
          <a:xfrm>
            <a:off x="3509280" y="5989680"/>
            <a:ext cx="44280" cy="74520"/>
          </a:xfrm>
          <a:custGeom>
            <a:avLst/>
            <a:gdLst/>
            <a:ahLst/>
            <a:rect l="0" t="0" r="r" b="b"/>
            <a:pathLst>
              <a:path w="123" h="207">
                <a:moveTo>
                  <a:pt x="24" y="0"/>
                </a:moveTo>
                <a:lnTo>
                  <a:pt x="99" y="0"/>
                </a:lnTo>
                <a:cubicBezTo>
                  <a:pt x="106" y="0"/>
                  <a:pt x="111" y="2"/>
                  <a:pt x="116" y="7"/>
                </a:cubicBezTo>
                <a:cubicBezTo>
                  <a:pt x="121" y="11"/>
                  <a:pt x="123" y="17"/>
                  <a:pt x="123" y="24"/>
                </a:cubicBezTo>
                <a:lnTo>
                  <a:pt x="123" y="183"/>
                </a:lnTo>
                <a:cubicBezTo>
                  <a:pt x="123" y="190"/>
                  <a:pt x="121" y="196"/>
                  <a:pt x="116" y="200"/>
                </a:cubicBezTo>
                <a:cubicBezTo>
                  <a:pt x="111" y="205"/>
                  <a:pt x="106" y="207"/>
                  <a:pt x="99" y="207"/>
                </a:cubicBezTo>
                <a:lnTo>
                  <a:pt x="24" y="207"/>
                </a:lnTo>
                <a:cubicBezTo>
                  <a:pt x="18" y="207"/>
                  <a:pt x="12" y="205"/>
                  <a:pt x="7" y="200"/>
                </a:cubicBezTo>
                <a:cubicBezTo>
                  <a:pt x="2" y="196"/>
                  <a:pt x="0" y="190"/>
                  <a:pt x="0" y="183"/>
                </a:cubicBezTo>
                <a:lnTo>
                  <a:pt x="0" y="24"/>
                </a:lnTo>
                <a:cubicBezTo>
                  <a:pt x="0" y="17"/>
                  <a:pt x="2" y="11"/>
                  <a:pt x="7" y="7"/>
                </a:cubicBezTo>
                <a:cubicBezTo>
                  <a:pt x="12" y="2"/>
                  <a:pt x="18" y="0"/>
                  <a:pt x="24" y="0"/>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7" name=""/>
          <p:cNvSpPr/>
          <p:nvPr/>
        </p:nvSpPr>
        <p:spPr>
          <a:xfrm>
            <a:off x="3517920" y="6001200"/>
            <a:ext cx="27000" cy="47520"/>
          </a:xfrm>
          <a:custGeom>
            <a:avLst/>
            <a:gdLst/>
            <a:ahLst/>
            <a:rect l="0" t="0" r="r" b="b"/>
            <a:pathLst>
              <a:path w="75" h="132">
                <a:moveTo>
                  <a:pt x="12" y="0"/>
                </a:moveTo>
                <a:lnTo>
                  <a:pt x="63" y="0"/>
                </a:lnTo>
                <a:cubicBezTo>
                  <a:pt x="67" y="0"/>
                  <a:pt x="69" y="1"/>
                  <a:pt x="71" y="3"/>
                </a:cubicBezTo>
                <a:cubicBezTo>
                  <a:pt x="74" y="5"/>
                  <a:pt x="75" y="8"/>
                  <a:pt x="75" y="11"/>
                </a:cubicBezTo>
                <a:lnTo>
                  <a:pt x="75" y="121"/>
                </a:lnTo>
                <a:cubicBezTo>
                  <a:pt x="75" y="124"/>
                  <a:pt x="74" y="127"/>
                  <a:pt x="71" y="129"/>
                </a:cubicBezTo>
                <a:cubicBezTo>
                  <a:pt x="69" y="131"/>
                  <a:pt x="67" y="132"/>
                  <a:pt x="63" y="132"/>
                </a:cubicBezTo>
                <a:lnTo>
                  <a:pt x="12" y="132"/>
                </a:lnTo>
                <a:cubicBezTo>
                  <a:pt x="9" y="132"/>
                  <a:pt x="6" y="131"/>
                  <a:pt x="4" y="129"/>
                </a:cubicBezTo>
                <a:cubicBezTo>
                  <a:pt x="2" y="127"/>
                  <a:pt x="0" y="124"/>
                  <a:pt x="0" y="121"/>
                </a:cubicBezTo>
                <a:lnTo>
                  <a:pt x="0" y="11"/>
                </a:lnTo>
                <a:cubicBezTo>
                  <a:pt x="0" y="8"/>
                  <a:pt x="2" y="5"/>
                  <a:pt x="4" y="3"/>
                </a:cubicBezTo>
                <a:cubicBezTo>
                  <a:pt x="6" y="1"/>
                  <a:pt x="9" y="0"/>
                  <a:pt x="12" y="0"/>
                </a:cubicBezTo>
                <a:close/>
              </a:path>
            </a:pathLst>
          </a:custGeom>
          <a:solidFill>
            <a:srgbClr val="FFFFFF">
              <a:alpha val="40000"/>
            </a:srgbClr>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8" name=""/>
          <p:cNvSpPr/>
          <p:nvPr/>
        </p:nvSpPr>
        <p:spPr>
          <a:xfrm>
            <a:off x="3143880" y="5901480"/>
            <a:ext cx="358920" cy="142560"/>
          </a:xfrm>
          <a:custGeom>
            <a:avLst/>
            <a:gdLst/>
            <a:ahLst/>
            <a:rect l="0" t="0" r="r" b="b"/>
            <a:pathLst>
              <a:path w="997" h="396">
                <a:moveTo>
                  <a:pt x="0" y="0"/>
                </a:moveTo>
                <a:lnTo>
                  <a:pt x="997" y="396"/>
                </a:lnTo>
                <a:lnTo>
                  <a:pt x="376" y="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9" name=""/>
          <p:cNvSpPr/>
          <p:nvPr/>
        </p:nvSpPr>
        <p:spPr>
          <a:xfrm>
            <a:off x="3143880" y="5901480"/>
            <a:ext cx="358920" cy="142560"/>
          </a:xfrm>
          <a:custGeom>
            <a:avLst/>
            <a:gdLst/>
            <a:ahLst/>
            <a:rect l="0" t="0" r="r" b="b"/>
            <a:pathLst>
              <a:path w="997" h="396">
                <a:moveTo>
                  <a:pt x="0" y="0"/>
                </a:moveTo>
                <a:lnTo>
                  <a:pt x="997" y="396"/>
                </a:lnTo>
                <a:lnTo>
                  <a:pt x="376" y="0"/>
                </a:lnTo>
                <a:lnTo>
                  <a:pt x="0" y="0"/>
                </a:lnTo>
                <a:close/>
              </a:path>
            </a:pathLst>
          </a:custGeom>
          <a:noFill/>
          <a:ln w="7920">
            <a:solidFill>
              <a:srgbClr val="5F5E5A"/>
            </a:solidFill>
            <a:miter/>
          </a:ln>
        </p:spPr>
        <p:txBody>
          <a:bodyPr lIns="3960" tIns="3960" rIns="3960" bIns="3960" anchor="t">
            <a:noAutofit/>
          </a:bodyPr>
          <a:p>
            <a:endParaRPr lang="en-US" sz="2400" b="0" u="none" strike="noStrike">
              <a:solidFill>
                <a:srgbClr val="000000"/>
              </a:solidFill>
              <a:effectLst/>
              <a:uFillTx/>
              <a:latin typeface="游明朝体"/>
            </a:endParaRPr>
          </a:p>
        </p:txBody>
      </p:sp>
      <p:sp>
        <p:nvSpPr>
          <p:cNvPr id="1600" name=""/>
          <p:cNvSpPr/>
          <p:nvPr/>
        </p:nvSpPr>
        <p:spPr>
          <a:xfrm>
            <a:off x="2365560" y="5576400"/>
            <a:ext cx="947880" cy="325440"/>
          </a:xfrm>
          <a:custGeom>
            <a:avLst/>
            <a:gdLst/>
            <a:ahLst/>
            <a:rect l="0" t="0" r="r" b="b"/>
            <a:pathLst>
              <a:path w="2633" h="904">
                <a:moveTo>
                  <a:pt x="264" y="0"/>
                </a:moveTo>
                <a:lnTo>
                  <a:pt x="2370" y="0"/>
                </a:lnTo>
                <a:cubicBezTo>
                  <a:pt x="2387" y="0"/>
                  <a:pt x="2404" y="2"/>
                  <a:pt x="2421" y="5"/>
                </a:cubicBezTo>
                <a:cubicBezTo>
                  <a:pt x="2438" y="8"/>
                  <a:pt x="2454" y="13"/>
                  <a:pt x="2470" y="20"/>
                </a:cubicBezTo>
                <a:cubicBezTo>
                  <a:pt x="2486" y="27"/>
                  <a:pt x="2501" y="35"/>
                  <a:pt x="2516" y="44"/>
                </a:cubicBezTo>
                <a:cubicBezTo>
                  <a:pt x="2530" y="54"/>
                  <a:pt x="2544" y="65"/>
                  <a:pt x="2556" y="77"/>
                </a:cubicBezTo>
                <a:cubicBezTo>
                  <a:pt x="2568" y="89"/>
                  <a:pt x="2579" y="103"/>
                  <a:pt x="2588" y="117"/>
                </a:cubicBezTo>
                <a:cubicBezTo>
                  <a:pt x="2598" y="131"/>
                  <a:pt x="2606" y="147"/>
                  <a:pt x="2613" y="163"/>
                </a:cubicBezTo>
                <a:cubicBezTo>
                  <a:pt x="2619" y="179"/>
                  <a:pt x="2624" y="195"/>
                  <a:pt x="2628" y="212"/>
                </a:cubicBezTo>
                <a:cubicBezTo>
                  <a:pt x="2631" y="229"/>
                  <a:pt x="2633" y="246"/>
                  <a:pt x="2633" y="263"/>
                </a:cubicBezTo>
                <a:lnTo>
                  <a:pt x="2633" y="641"/>
                </a:lnTo>
                <a:cubicBezTo>
                  <a:pt x="2633" y="658"/>
                  <a:pt x="2631" y="675"/>
                  <a:pt x="2628" y="692"/>
                </a:cubicBezTo>
                <a:cubicBezTo>
                  <a:pt x="2624" y="709"/>
                  <a:pt x="2619" y="725"/>
                  <a:pt x="2613" y="741"/>
                </a:cubicBezTo>
                <a:cubicBezTo>
                  <a:pt x="2606" y="757"/>
                  <a:pt x="2598" y="773"/>
                  <a:pt x="2588" y="787"/>
                </a:cubicBezTo>
                <a:cubicBezTo>
                  <a:pt x="2579" y="801"/>
                  <a:pt x="2568" y="815"/>
                  <a:pt x="2556" y="827"/>
                </a:cubicBezTo>
                <a:cubicBezTo>
                  <a:pt x="2544" y="839"/>
                  <a:pt x="2530" y="850"/>
                  <a:pt x="2516" y="860"/>
                </a:cubicBezTo>
                <a:cubicBezTo>
                  <a:pt x="2501" y="869"/>
                  <a:pt x="2486" y="877"/>
                  <a:pt x="2470" y="884"/>
                </a:cubicBezTo>
                <a:cubicBezTo>
                  <a:pt x="2454" y="891"/>
                  <a:pt x="2438" y="896"/>
                  <a:pt x="2421" y="899"/>
                </a:cubicBezTo>
                <a:cubicBezTo>
                  <a:pt x="2404" y="902"/>
                  <a:pt x="2387" y="904"/>
                  <a:pt x="2370" y="904"/>
                </a:cubicBezTo>
                <a:lnTo>
                  <a:pt x="264" y="904"/>
                </a:lnTo>
                <a:cubicBezTo>
                  <a:pt x="247" y="904"/>
                  <a:pt x="230" y="902"/>
                  <a:pt x="213" y="899"/>
                </a:cubicBezTo>
                <a:cubicBezTo>
                  <a:pt x="196" y="896"/>
                  <a:pt x="179" y="891"/>
                  <a:pt x="163" y="884"/>
                </a:cubicBezTo>
                <a:cubicBezTo>
                  <a:pt x="147" y="877"/>
                  <a:pt x="132" y="869"/>
                  <a:pt x="118" y="860"/>
                </a:cubicBezTo>
                <a:cubicBezTo>
                  <a:pt x="104" y="850"/>
                  <a:pt x="90" y="839"/>
                  <a:pt x="78" y="827"/>
                </a:cubicBezTo>
                <a:cubicBezTo>
                  <a:pt x="66" y="815"/>
                  <a:pt x="55" y="801"/>
                  <a:pt x="45" y="787"/>
                </a:cubicBezTo>
                <a:cubicBezTo>
                  <a:pt x="36" y="773"/>
                  <a:pt x="28" y="757"/>
                  <a:pt x="21" y="741"/>
                </a:cubicBezTo>
                <a:cubicBezTo>
                  <a:pt x="14" y="725"/>
                  <a:pt x="9" y="709"/>
                  <a:pt x="5" y="692"/>
                </a:cubicBezTo>
                <a:cubicBezTo>
                  <a:pt x="2" y="675"/>
                  <a:pt x="0" y="658"/>
                  <a:pt x="0" y="641"/>
                </a:cubicBezTo>
                <a:lnTo>
                  <a:pt x="0" y="263"/>
                </a:lnTo>
                <a:cubicBezTo>
                  <a:pt x="0" y="246"/>
                  <a:pt x="2" y="229"/>
                  <a:pt x="5" y="212"/>
                </a:cubicBezTo>
                <a:cubicBezTo>
                  <a:pt x="9" y="195"/>
                  <a:pt x="14" y="179"/>
                  <a:pt x="21" y="163"/>
                </a:cubicBezTo>
                <a:cubicBezTo>
                  <a:pt x="28" y="147"/>
                  <a:pt x="36" y="131"/>
                  <a:pt x="45" y="117"/>
                </a:cubicBezTo>
                <a:cubicBezTo>
                  <a:pt x="55" y="103"/>
                  <a:pt x="66" y="89"/>
                  <a:pt x="78" y="77"/>
                </a:cubicBezTo>
                <a:cubicBezTo>
                  <a:pt x="90" y="65"/>
                  <a:pt x="104" y="54"/>
                  <a:pt x="118" y="44"/>
                </a:cubicBezTo>
                <a:cubicBezTo>
                  <a:pt x="132" y="35"/>
                  <a:pt x="147" y="27"/>
                  <a:pt x="163" y="20"/>
                </a:cubicBezTo>
                <a:cubicBezTo>
                  <a:pt x="179" y="13"/>
                  <a:pt x="196" y="8"/>
                  <a:pt x="213" y="5"/>
                </a:cubicBezTo>
                <a:cubicBezTo>
                  <a:pt x="230" y="2"/>
                  <a:pt x="247" y="0"/>
                  <a:pt x="264"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01" name=""/>
          <p:cNvSpPr/>
          <p:nvPr/>
        </p:nvSpPr>
        <p:spPr>
          <a:xfrm>
            <a:off x="2365560" y="5576400"/>
            <a:ext cx="947880" cy="325440"/>
          </a:xfrm>
          <a:custGeom>
            <a:avLst/>
            <a:gdLst/>
            <a:ahLst/>
            <a:rect l="0" t="0" r="r" b="b"/>
            <a:pathLst>
              <a:path w="2633" h="904">
                <a:moveTo>
                  <a:pt x="264" y="0"/>
                </a:moveTo>
                <a:lnTo>
                  <a:pt x="2370" y="0"/>
                </a:lnTo>
                <a:cubicBezTo>
                  <a:pt x="2387" y="0"/>
                  <a:pt x="2404" y="2"/>
                  <a:pt x="2421" y="5"/>
                </a:cubicBezTo>
                <a:cubicBezTo>
                  <a:pt x="2438" y="8"/>
                  <a:pt x="2454" y="13"/>
                  <a:pt x="2470" y="20"/>
                </a:cubicBezTo>
                <a:cubicBezTo>
                  <a:pt x="2486" y="27"/>
                  <a:pt x="2501" y="35"/>
                  <a:pt x="2516" y="44"/>
                </a:cubicBezTo>
                <a:cubicBezTo>
                  <a:pt x="2530" y="54"/>
                  <a:pt x="2544" y="65"/>
                  <a:pt x="2556" y="77"/>
                </a:cubicBezTo>
                <a:cubicBezTo>
                  <a:pt x="2568" y="89"/>
                  <a:pt x="2579" y="103"/>
                  <a:pt x="2588" y="117"/>
                </a:cubicBezTo>
                <a:cubicBezTo>
                  <a:pt x="2598" y="131"/>
                  <a:pt x="2606" y="147"/>
                  <a:pt x="2613" y="163"/>
                </a:cubicBezTo>
                <a:cubicBezTo>
                  <a:pt x="2619" y="179"/>
                  <a:pt x="2624" y="195"/>
                  <a:pt x="2628" y="212"/>
                </a:cubicBezTo>
                <a:cubicBezTo>
                  <a:pt x="2631" y="229"/>
                  <a:pt x="2633" y="246"/>
                  <a:pt x="2633" y="263"/>
                </a:cubicBezTo>
                <a:lnTo>
                  <a:pt x="2633" y="641"/>
                </a:lnTo>
                <a:cubicBezTo>
                  <a:pt x="2633" y="658"/>
                  <a:pt x="2631" y="675"/>
                  <a:pt x="2628" y="692"/>
                </a:cubicBezTo>
                <a:cubicBezTo>
                  <a:pt x="2624" y="709"/>
                  <a:pt x="2619" y="725"/>
                  <a:pt x="2613" y="741"/>
                </a:cubicBezTo>
                <a:cubicBezTo>
                  <a:pt x="2606" y="757"/>
                  <a:pt x="2598" y="773"/>
                  <a:pt x="2588" y="787"/>
                </a:cubicBezTo>
                <a:cubicBezTo>
                  <a:pt x="2579" y="801"/>
                  <a:pt x="2568" y="815"/>
                  <a:pt x="2556" y="827"/>
                </a:cubicBezTo>
                <a:cubicBezTo>
                  <a:pt x="2544" y="839"/>
                  <a:pt x="2530" y="850"/>
                  <a:pt x="2516" y="860"/>
                </a:cubicBezTo>
                <a:cubicBezTo>
                  <a:pt x="2501" y="869"/>
                  <a:pt x="2486" y="877"/>
                  <a:pt x="2470" y="884"/>
                </a:cubicBezTo>
                <a:cubicBezTo>
                  <a:pt x="2454" y="891"/>
                  <a:pt x="2438" y="896"/>
                  <a:pt x="2421" y="899"/>
                </a:cubicBezTo>
                <a:cubicBezTo>
                  <a:pt x="2404" y="902"/>
                  <a:pt x="2387" y="904"/>
                  <a:pt x="2370" y="904"/>
                </a:cubicBezTo>
                <a:lnTo>
                  <a:pt x="264" y="904"/>
                </a:lnTo>
                <a:cubicBezTo>
                  <a:pt x="247" y="904"/>
                  <a:pt x="230" y="902"/>
                  <a:pt x="213" y="899"/>
                </a:cubicBezTo>
                <a:cubicBezTo>
                  <a:pt x="196" y="896"/>
                  <a:pt x="179" y="891"/>
                  <a:pt x="163" y="884"/>
                </a:cubicBezTo>
                <a:cubicBezTo>
                  <a:pt x="147" y="877"/>
                  <a:pt x="132" y="869"/>
                  <a:pt x="118" y="860"/>
                </a:cubicBezTo>
                <a:cubicBezTo>
                  <a:pt x="104" y="850"/>
                  <a:pt x="90" y="839"/>
                  <a:pt x="78" y="827"/>
                </a:cubicBezTo>
                <a:cubicBezTo>
                  <a:pt x="66" y="815"/>
                  <a:pt x="55" y="801"/>
                  <a:pt x="45" y="787"/>
                </a:cubicBezTo>
                <a:cubicBezTo>
                  <a:pt x="36" y="773"/>
                  <a:pt x="28" y="757"/>
                  <a:pt x="21" y="741"/>
                </a:cubicBezTo>
                <a:cubicBezTo>
                  <a:pt x="14" y="725"/>
                  <a:pt x="9" y="709"/>
                  <a:pt x="5" y="692"/>
                </a:cubicBezTo>
                <a:cubicBezTo>
                  <a:pt x="2" y="675"/>
                  <a:pt x="0" y="658"/>
                  <a:pt x="0" y="641"/>
                </a:cubicBezTo>
                <a:lnTo>
                  <a:pt x="0" y="263"/>
                </a:lnTo>
                <a:cubicBezTo>
                  <a:pt x="0" y="246"/>
                  <a:pt x="2" y="229"/>
                  <a:pt x="5" y="212"/>
                </a:cubicBezTo>
                <a:cubicBezTo>
                  <a:pt x="9" y="195"/>
                  <a:pt x="14" y="179"/>
                  <a:pt x="21" y="163"/>
                </a:cubicBezTo>
                <a:cubicBezTo>
                  <a:pt x="28" y="147"/>
                  <a:pt x="36" y="131"/>
                  <a:pt x="45" y="117"/>
                </a:cubicBezTo>
                <a:cubicBezTo>
                  <a:pt x="55" y="103"/>
                  <a:pt x="66" y="89"/>
                  <a:pt x="78" y="77"/>
                </a:cubicBezTo>
                <a:cubicBezTo>
                  <a:pt x="90" y="65"/>
                  <a:pt x="104" y="54"/>
                  <a:pt x="118" y="44"/>
                </a:cubicBezTo>
                <a:cubicBezTo>
                  <a:pt x="132" y="35"/>
                  <a:pt x="147" y="27"/>
                  <a:pt x="163" y="20"/>
                </a:cubicBezTo>
                <a:cubicBezTo>
                  <a:pt x="179" y="13"/>
                  <a:pt x="196" y="8"/>
                  <a:pt x="213" y="5"/>
                </a:cubicBezTo>
                <a:cubicBezTo>
                  <a:pt x="230" y="2"/>
                  <a:pt x="247" y="0"/>
                  <a:pt x="264" y="0"/>
                </a:cubicBezTo>
                <a:close/>
              </a:path>
            </a:pathLst>
          </a:custGeom>
          <a:noFill/>
          <a:ln w="7920">
            <a:solidFill>
              <a:srgbClr val="5F5E5A"/>
            </a:solidFill>
            <a:miter/>
          </a:ln>
        </p:spPr>
        <p:txBody>
          <a:bodyPr lIns="3960" tIns="3960" rIns="3960" bIns="3960" anchor="t">
            <a:noAutofit/>
          </a:bodyPr>
          <a:p>
            <a:endParaRPr lang="en-US" sz="2400" b="0" u="none" strike="noStrike">
              <a:solidFill>
                <a:srgbClr val="000000"/>
              </a:solidFill>
              <a:effectLst/>
              <a:uFillTx/>
              <a:latin typeface="游明朝体"/>
            </a:endParaRPr>
          </a:p>
        </p:txBody>
      </p:sp>
      <p:sp>
        <p:nvSpPr>
          <p:cNvPr id="1602" name=""/>
          <p:cNvSpPr txBox="1"/>
          <p:nvPr/>
        </p:nvSpPr>
        <p:spPr>
          <a:xfrm>
            <a:off x="4057200" y="596160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3</a:t>
            </a:r>
            <a:endParaRPr lang="en-US" sz="900" b="0" u="none" strike="noStrike">
              <a:solidFill>
                <a:srgbClr val="000000"/>
              </a:solidFill>
              <a:effectLst/>
              <a:uFillTx/>
              <a:latin typeface="游明朝体"/>
            </a:endParaRPr>
          </a:p>
        </p:txBody>
      </p:sp>
      <p:sp>
        <p:nvSpPr>
          <p:cNvPr id="1603" name=""/>
          <p:cNvSpPr txBox="1"/>
          <p:nvPr/>
        </p:nvSpPr>
        <p:spPr>
          <a:xfrm>
            <a:off x="2511000" y="5624280"/>
            <a:ext cx="662040" cy="95040"/>
          </a:xfrm>
          <a:prstGeom prst="rect">
            <a:avLst/>
          </a:prstGeom>
          <a:noFill/>
          <a:ln w="0">
            <a:noFill/>
          </a:ln>
        </p:spPr>
        <p:txBody>
          <a:bodyPr wrap="none" lIns="0" tIns="0" rIns="0" bIns="0" anchor="t">
            <a:spAutoFit/>
          </a:bodyPr>
          <a:p>
            <a:pPr/>
            <a:r>
              <a:rPr lang="ja-JP" sz="750" b="1" u="none" strike="noStrike">
                <a:solidFill>
                  <a:srgbClr val="3D3D3A"/>
                </a:solidFill>
                <a:effectLst/>
                <a:uFillTx/>
                <a:latin typeface="HiraKakuProN-W6"/>
                <a:ea typeface="HiraKakuProN-W6"/>
              </a:rPr>
              <a:t>新しいアイデア</a:t>
            </a:r>
            <a:endParaRPr lang="en-US" sz="750" b="0" u="none" strike="noStrike">
              <a:solidFill>
                <a:srgbClr val="000000"/>
              </a:solidFill>
              <a:effectLst/>
              <a:uFillTx/>
              <a:latin typeface="游明朝体"/>
            </a:endParaRPr>
          </a:p>
        </p:txBody>
      </p:sp>
      <p:sp>
        <p:nvSpPr>
          <p:cNvPr id="1604" name=""/>
          <p:cNvSpPr txBox="1"/>
          <p:nvPr/>
        </p:nvSpPr>
        <p:spPr>
          <a:xfrm>
            <a:off x="2651400" y="5745960"/>
            <a:ext cx="378720" cy="95040"/>
          </a:xfrm>
          <a:prstGeom prst="rect">
            <a:avLst/>
          </a:prstGeom>
          <a:noFill/>
          <a:ln w="0">
            <a:noFill/>
          </a:ln>
        </p:spPr>
        <p:txBody>
          <a:bodyPr wrap="none" lIns="0" tIns="0" rIns="0" bIns="0" anchor="t">
            <a:spAutoFit/>
          </a:bodyPr>
          <a:p>
            <a:pPr/>
            <a:r>
              <a:rPr lang="ja-JP" sz="750" b="1" u="none" strike="noStrike">
                <a:solidFill>
                  <a:srgbClr val="3D3D3A"/>
                </a:solidFill>
                <a:effectLst/>
                <a:uFillTx/>
                <a:latin typeface="HiraKakuProN-W6"/>
                <a:ea typeface="HiraKakuProN-W6"/>
              </a:rPr>
              <a:t>バグ発⾒</a:t>
            </a:r>
            <a:endParaRPr lang="en-US" sz="750" b="0" u="none" strike="noStrike">
              <a:solidFill>
                <a:srgbClr val="000000"/>
              </a:solidFill>
              <a:effectLst/>
              <a:uFillTx/>
              <a:latin typeface="游明朝体"/>
            </a:endParaRPr>
          </a:p>
        </p:txBody>
      </p:sp>
      <p:sp>
        <p:nvSpPr>
          <p:cNvPr id="1605" name=""/>
          <p:cNvSpPr txBox="1"/>
          <p:nvPr/>
        </p:nvSpPr>
        <p:spPr>
          <a:xfrm>
            <a:off x="2797200" y="6175440"/>
            <a:ext cx="2021400" cy="155880"/>
          </a:xfrm>
          <a:prstGeom prst="rect">
            <a:avLst/>
          </a:prstGeom>
          <a:noFill/>
          <a:ln w="0">
            <a:noFill/>
          </a:ln>
        </p:spPr>
        <p:txBody>
          <a:bodyPr wrap="none" lIns="0" tIns="0" rIns="0" bIns="0" anchor="t">
            <a:spAutoFit/>
          </a:bodyPr>
          <a:p>
            <a:pPr/>
            <a:r>
              <a:rPr lang="ja-JP" sz="1220" b="1" u="none" strike="noStrike">
                <a:solidFill>
                  <a:srgbClr val="1B4A82"/>
                </a:solidFill>
                <a:effectLst/>
                <a:uFillTx/>
                <a:latin typeface="HiraKakuProN-W6"/>
                <a:ea typeface="HiraKakuProN-W6"/>
              </a:rPr>
              <a:t>スケジュール実⾏を⽇々確認</a:t>
            </a:r>
            <a:endParaRPr lang="en-US" sz="1220" b="0" u="none" strike="noStrike">
              <a:solidFill>
                <a:srgbClr val="000000"/>
              </a:solidFill>
              <a:effectLst/>
              <a:uFillTx/>
              <a:latin typeface="游明朝体"/>
            </a:endParaRPr>
          </a:p>
        </p:txBody>
      </p:sp>
      <p:sp>
        <p:nvSpPr>
          <p:cNvPr id="1606" name=""/>
          <p:cNvSpPr txBox="1"/>
          <p:nvPr/>
        </p:nvSpPr>
        <p:spPr>
          <a:xfrm>
            <a:off x="3291840" y="6394680"/>
            <a:ext cx="947160" cy="153000"/>
          </a:xfrm>
          <a:prstGeom prst="rect">
            <a:avLst/>
          </a:prstGeom>
          <a:noFill/>
          <a:ln w="0">
            <a:noFill/>
          </a:ln>
        </p:spPr>
        <p:txBody>
          <a:bodyPr wrap="none" lIns="0" tIns="0" rIns="0" bIns="0" anchor="t">
            <a:spAutoFit/>
          </a:bodyPr>
          <a:p>
            <a:pPr/>
            <a:r>
              <a:rPr lang="en-US" sz="900" b="0" u="none" strike="noStrike">
                <a:solidFill>
                  <a:srgbClr val="2A78D6"/>
                </a:solidFill>
                <a:effectLst/>
                <a:uFillTx/>
                <a:latin typeface="HiraKakuProN-W3"/>
                <a:ea typeface="HiraKakuProN-W3"/>
              </a:rPr>
              <a:t>GitHub</a:t>
            </a:r>
            <a:r>
              <a:rPr lang="ja-JP" sz="900" b="0" u="none" strike="noStrike">
                <a:solidFill>
                  <a:srgbClr val="2A78D6"/>
                </a:solidFill>
                <a:effectLst/>
                <a:uFillTx/>
                <a:latin typeface="HiraKakuProN-W3"/>
                <a:ea typeface="HiraKakuProN-W3"/>
              </a:rPr>
              <a:t>へ⾃動</a:t>
            </a:r>
            <a:r>
              <a:rPr lang="en-US" sz="900" b="0" u="none" strike="noStrike">
                <a:solidFill>
                  <a:srgbClr val="2A78D6"/>
                </a:solidFill>
                <a:effectLst/>
                <a:uFillTx/>
                <a:latin typeface="HiraKakuProN-W3"/>
                <a:ea typeface="HiraKakuProN-W3"/>
              </a:rPr>
              <a:t>push</a:t>
            </a:r>
            <a:endParaRPr lang="en-US" sz="900" b="0" u="none" strike="noStrike">
              <a:solidFill>
                <a:srgbClr val="000000"/>
              </a:solidFill>
              <a:effectLst/>
              <a:uFillTx/>
              <a:latin typeface="游明朝体"/>
            </a:endParaRPr>
          </a:p>
        </p:txBody>
      </p:sp>
      <p:sp>
        <p:nvSpPr>
          <p:cNvPr id="1607" name=""/>
          <p:cNvSpPr/>
          <p:nvPr/>
        </p:nvSpPr>
        <p:spPr>
          <a:xfrm>
            <a:off x="1824120" y="3768120"/>
            <a:ext cx="839520" cy="840240"/>
          </a:xfrm>
          <a:custGeom>
            <a:avLst/>
            <a:gdLst/>
            <a:ahLst/>
            <a:rect l="0" t="0" r="r" b="b"/>
            <a:pathLst>
              <a:path w="2332" h="2334">
                <a:moveTo>
                  <a:pt x="2332" y="1168"/>
                </a:moveTo>
                <a:cubicBezTo>
                  <a:pt x="2332" y="1206"/>
                  <a:pt x="2330" y="1244"/>
                  <a:pt x="2327" y="1282"/>
                </a:cubicBezTo>
                <a:cubicBezTo>
                  <a:pt x="2323" y="1320"/>
                  <a:pt x="2317" y="1358"/>
                  <a:pt x="2310" y="1395"/>
                </a:cubicBezTo>
                <a:cubicBezTo>
                  <a:pt x="2302" y="1433"/>
                  <a:pt x="2293" y="1470"/>
                  <a:pt x="2282" y="1506"/>
                </a:cubicBezTo>
                <a:cubicBezTo>
                  <a:pt x="2271" y="1543"/>
                  <a:pt x="2258" y="1579"/>
                  <a:pt x="2243" y="1614"/>
                </a:cubicBezTo>
                <a:cubicBezTo>
                  <a:pt x="2229" y="1649"/>
                  <a:pt x="2212" y="1684"/>
                  <a:pt x="2194" y="1718"/>
                </a:cubicBezTo>
                <a:cubicBezTo>
                  <a:pt x="2176" y="1751"/>
                  <a:pt x="2157" y="1784"/>
                  <a:pt x="2136" y="1816"/>
                </a:cubicBezTo>
                <a:cubicBezTo>
                  <a:pt x="2114" y="1847"/>
                  <a:pt x="2092" y="1878"/>
                  <a:pt x="2068" y="1908"/>
                </a:cubicBezTo>
                <a:cubicBezTo>
                  <a:pt x="2043" y="1937"/>
                  <a:pt x="2018" y="1965"/>
                  <a:pt x="1991" y="1992"/>
                </a:cubicBezTo>
                <a:cubicBezTo>
                  <a:pt x="1964" y="2019"/>
                  <a:pt x="1935" y="2045"/>
                  <a:pt x="1906" y="2069"/>
                </a:cubicBezTo>
                <a:cubicBezTo>
                  <a:pt x="1876" y="2094"/>
                  <a:pt x="1846" y="2116"/>
                  <a:pt x="1814" y="2137"/>
                </a:cubicBezTo>
                <a:cubicBezTo>
                  <a:pt x="1782" y="2159"/>
                  <a:pt x="1750" y="2178"/>
                  <a:pt x="1716" y="2196"/>
                </a:cubicBezTo>
                <a:cubicBezTo>
                  <a:pt x="1682" y="2214"/>
                  <a:pt x="1648" y="2231"/>
                  <a:pt x="1613" y="2245"/>
                </a:cubicBezTo>
                <a:cubicBezTo>
                  <a:pt x="1577" y="2260"/>
                  <a:pt x="1541" y="2273"/>
                  <a:pt x="1505" y="2284"/>
                </a:cubicBezTo>
                <a:cubicBezTo>
                  <a:pt x="1468" y="2295"/>
                  <a:pt x="1431" y="2304"/>
                  <a:pt x="1394" y="2312"/>
                </a:cubicBezTo>
                <a:cubicBezTo>
                  <a:pt x="1357" y="2319"/>
                  <a:pt x="1319" y="2325"/>
                  <a:pt x="1281" y="2328"/>
                </a:cubicBezTo>
                <a:cubicBezTo>
                  <a:pt x="1243" y="2332"/>
                  <a:pt x="1205" y="2334"/>
                  <a:pt x="1167" y="2334"/>
                </a:cubicBezTo>
                <a:cubicBezTo>
                  <a:pt x="1128" y="2334"/>
                  <a:pt x="1090" y="2332"/>
                  <a:pt x="1052" y="2328"/>
                </a:cubicBezTo>
                <a:cubicBezTo>
                  <a:pt x="1014" y="2325"/>
                  <a:pt x="977" y="2319"/>
                  <a:pt x="939" y="2312"/>
                </a:cubicBezTo>
                <a:cubicBezTo>
                  <a:pt x="902" y="2304"/>
                  <a:pt x="865" y="2295"/>
                  <a:pt x="828" y="2284"/>
                </a:cubicBezTo>
                <a:cubicBezTo>
                  <a:pt x="792" y="2273"/>
                  <a:pt x="755" y="2260"/>
                  <a:pt x="720" y="2245"/>
                </a:cubicBezTo>
                <a:cubicBezTo>
                  <a:pt x="684" y="2231"/>
                  <a:pt x="650" y="2214"/>
                  <a:pt x="616" y="2196"/>
                </a:cubicBezTo>
                <a:cubicBezTo>
                  <a:pt x="582" y="2178"/>
                  <a:pt x="550" y="2159"/>
                  <a:pt x="518" y="2137"/>
                </a:cubicBezTo>
                <a:cubicBezTo>
                  <a:pt x="486" y="2116"/>
                  <a:pt x="456" y="2094"/>
                  <a:pt x="426" y="2069"/>
                </a:cubicBezTo>
                <a:cubicBezTo>
                  <a:pt x="397" y="2045"/>
                  <a:pt x="368" y="2019"/>
                  <a:pt x="341" y="1992"/>
                </a:cubicBezTo>
                <a:cubicBezTo>
                  <a:pt x="314" y="1965"/>
                  <a:pt x="289" y="1937"/>
                  <a:pt x="265" y="1908"/>
                </a:cubicBezTo>
                <a:cubicBezTo>
                  <a:pt x="240" y="1878"/>
                  <a:pt x="218" y="1847"/>
                  <a:pt x="196" y="1816"/>
                </a:cubicBezTo>
                <a:cubicBezTo>
                  <a:pt x="175" y="1784"/>
                  <a:pt x="156" y="1751"/>
                  <a:pt x="138" y="1718"/>
                </a:cubicBezTo>
                <a:cubicBezTo>
                  <a:pt x="120" y="1684"/>
                  <a:pt x="103" y="1649"/>
                  <a:pt x="89" y="1614"/>
                </a:cubicBezTo>
                <a:cubicBezTo>
                  <a:pt x="74" y="1579"/>
                  <a:pt x="61" y="1543"/>
                  <a:pt x="50" y="1506"/>
                </a:cubicBezTo>
                <a:cubicBezTo>
                  <a:pt x="39" y="1470"/>
                  <a:pt x="30" y="1433"/>
                  <a:pt x="22" y="1395"/>
                </a:cubicBezTo>
                <a:cubicBezTo>
                  <a:pt x="15" y="1358"/>
                  <a:pt x="9" y="1320"/>
                  <a:pt x="6" y="1282"/>
                </a:cubicBezTo>
                <a:cubicBezTo>
                  <a:pt x="2" y="1244"/>
                  <a:pt x="0" y="1206"/>
                  <a:pt x="0" y="1168"/>
                </a:cubicBezTo>
                <a:cubicBezTo>
                  <a:pt x="0" y="1130"/>
                  <a:pt x="2" y="1091"/>
                  <a:pt x="6" y="1053"/>
                </a:cubicBezTo>
                <a:cubicBezTo>
                  <a:pt x="9" y="1015"/>
                  <a:pt x="15" y="978"/>
                  <a:pt x="22" y="940"/>
                </a:cubicBezTo>
                <a:cubicBezTo>
                  <a:pt x="30" y="903"/>
                  <a:pt x="39" y="866"/>
                  <a:pt x="50" y="829"/>
                </a:cubicBezTo>
                <a:cubicBezTo>
                  <a:pt x="61" y="793"/>
                  <a:pt x="74" y="757"/>
                  <a:pt x="89" y="721"/>
                </a:cubicBezTo>
                <a:cubicBezTo>
                  <a:pt x="103" y="686"/>
                  <a:pt x="120" y="652"/>
                  <a:pt x="138" y="618"/>
                </a:cubicBezTo>
                <a:cubicBezTo>
                  <a:pt x="156" y="584"/>
                  <a:pt x="175" y="552"/>
                  <a:pt x="196" y="520"/>
                </a:cubicBezTo>
                <a:cubicBezTo>
                  <a:pt x="218" y="488"/>
                  <a:pt x="240" y="457"/>
                  <a:pt x="265" y="428"/>
                </a:cubicBezTo>
                <a:cubicBezTo>
                  <a:pt x="289" y="398"/>
                  <a:pt x="314" y="370"/>
                  <a:pt x="341" y="343"/>
                </a:cubicBezTo>
                <a:cubicBezTo>
                  <a:pt x="368" y="316"/>
                  <a:pt x="397" y="290"/>
                  <a:pt x="426" y="266"/>
                </a:cubicBezTo>
                <a:cubicBezTo>
                  <a:pt x="456" y="242"/>
                  <a:pt x="486" y="219"/>
                  <a:pt x="518" y="198"/>
                </a:cubicBezTo>
                <a:cubicBezTo>
                  <a:pt x="550" y="177"/>
                  <a:pt x="582" y="157"/>
                  <a:pt x="616" y="139"/>
                </a:cubicBezTo>
                <a:cubicBezTo>
                  <a:pt x="650" y="121"/>
                  <a:pt x="684" y="105"/>
                  <a:pt x="720" y="90"/>
                </a:cubicBezTo>
                <a:cubicBezTo>
                  <a:pt x="755" y="76"/>
                  <a:pt x="792" y="63"/>
                  <a:pt x="828" y="52"/>
                </a:cubicBezTo>
                <a:cubicBezTo>
                  <a:pt x="865" y="41"/>
                  <a:pt x="902" y="31"/>
                  <a:pt x="939" y="23"/>
                </a:cubicBezTo>
                <a:cubicBezTo>
                  <a:pt x="977" y="15"/>
                  <a:pt x="1014" y="10"/>
                  <a:pt x="1052" y="6"/>
                </a:cubicBezTo>
                <a:cubicBezTo>
                  <a:pt x="1090" y="2"/>
                  <a:pt x="1128" y="0"/>
                  <a:pt x="1167" y="0"/>
                </a:cubicBezTo>
                <a:cubicBezTo>
                  <a:pt x="1205" y="0"/>
                  <a:pt x="1243" y="2"/>
                  <a:pt x="1281" y="6"/>
                </a:cubicBezTo>
                <a:cubicBezTo>
                  <a:pt x="1319" y="10"/>
                  <a:pt x="1357" y="15"/>
                  <a:pt x="1394" y="23"/>
                </a:cubicBezTo>
                <a:cubicBezTo>
                  <a:pt x="1431" y="31"/>
                  <a:pt x="1468" y="41"/>
                  <a:pt x="1505" y="52"/>
                </a:cubicBezTo>
                <a:cubicBezTo>
                  <a:pt x="1541" y="63"/>
                  <a:pt x="1577" y="76"/>
                  <a:pt x="1613" y="90"/>
                </a:cubicBezTo>
                <a:cubicBezTo>
                  <a:pt x="1648" y="105"/>
                  <a:pt x="1682" y="121"/>
                  <a:pt x="1716" y="139"/>
                </a:cubicBezTo>
                <a:cubicBezTo>
                  <a:pt x="1750" y="157"/>
                  <a:pt x="1782" y="177"/>
                  <a:pt x="1814" y="198"/>
                </a:cubicBezTo>
                <a:cubicBezTo>
                  <a:pt x="1846" y="219"/>
                  <a:pt x="1876" y="242"/>
                  <a:pt x="1906" y="266"/>
                </a:cubicBezTo>
                <a:cubicBezTo>
                  <a:pt x="1935" y="290"/>
                  <a:pt x="1964" y="316"/>
                  <a:pt x="1991" y="343"/>
                </a:cubicBezTo>
                <a:cubicBezTo>
                  <a:pt x="2018" y="370"/>
                  <a:pt x="2043" y="398"/>
                  <a:pt x="2068" y="428"/>
                </a:cubicBezTo>
                <a:cubicBezTo>
                  <a:pt x="2092" y="457"/>
                  <a:pt x="2114" y="488"/>
                  <a:pt x="2136" y="520"/>
                </a:cubicBezTo>
                <a:cubicBezTo>
                  <a:pt x="2157" y="552"/>
                  <a:pt x="2176" y="584"/>
                  <a:pt x="2194" y="618"/>
                </a:cubicBezTo>
                <a:cubicBezTo>
                  <a:pt x="2212" y="652"/>
                  <a:pt x="2229" y="686"/>
                  <a:pt x="2243" y="721"/>
                </a:cubicBezTo>
                <a:cubicBezTo>
                  <a:pt x="2258" y="757"/>
                  <a:pt x="2271" y="793"/>
                  <a:pt x="2282" y="829"/>
                </a:cubicBezTo>
                <a:cubicBezTo>
                  <a:pt x="2293" y="866"/>
                  <a:pt x="2302" y="903"/>
                  <a:pt x="2310" y="940"/>
                </a:cubicBezTo>
                <a:cubicBezTo>
                  <a:pt x="2317" y="978"/>
                  <a:pt x="2323" y="1015"/>
                  <a:pt x="2327" y="1053"/>
                </a:cubicBezTo>
                <a:cubicBezTo>
                  <a:pt x="2330" y="1091"/>
                  <a:pt x="2332" y="1130"/>
                  <a:pt x="2332" y="1168"/>
                </a:cubicBezTo>
                <a:close/>
              </a:path>
            </a:pathLst>
          </a:custGeom>
          <a:solidFill>
            <a:srgbClr val="ECE9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08" name=""/>
          <p:cNvSpPr/>
          <p:nvPr/>
        </p:nvSpPr>
        <p:spPr>
          <a:xfrm>
            <a:off x="1824120" y="3768120"/>
            <a:ext cx="839520" cy="840240"/>
          </a:xfrm>
          <a:custGeom>
            <a:avLst/>
            <a:gdLst/>
            <a:ahLst/>
            <a:rect l="0" t="0" r="r" b="b"/>
            <a:pathLst>
              <a:path w="2332" h="2334">
                <a:moveTo>
                  <a:pt x="2332" y="1168"/>
                </a:moveTo>
                <a:cubicBezTo>
                  <a:pt x="2332" y="1206"/>
                  <a:pt x="2330" y="1244"/>
                  <a:pt x="2327" y="1282"/>
                </a:cubicBezTo>
                <a:cubicBezTo>
                  <a:pt x="2323" y="1320"/>
                  <a:pt x="2317" y="1358"/>
                  <a:pt x="2310" y="1395"/>
                </a:cubicBezTo>
                <a:cubicBezTo>
                  <a:pt x="2302" y="1433"/>
                  <a:pt x="2293" y="1470"/>
                  <a:pt x="2282" y="1506"/>
                </a:cubicBezTo>
                <a:cubicBezTo>
                  <a:pt x="2271" y="1543"/>
                  <a:pt x="2258" y="1579"/>
                  <a:pt x="2243" y="1614"/>
                </a:cubicBezTo>
                <a:cubicBezTo>
                  <a:pt x="2229" y="1649"/>
                  <a:pt x="2212" y="1684"/>
                  <a:pt x="2194" y="1718"/>
                </a:cubicBezTo>
                <a:cubicBezTo>
                  <a:pt x="2176" y="1751"/>
                  <a:pt x="2157" y="1784"/>
                  <a:pt x="2136" y="1816"/>
                </a:cubicBezTo>
                <a:cubicBezTo>
                  <a:pt x="2114" y="1847"/>
                  <a:pt x="2092" y="1878"/>
                  <a:pt x="2068" y="1908"/>
                </a:cubicBezTo>
                <a:cubicBezTo>
                  <a:pt x="2043" y="1937"/>
                  <a:pt x="2018" y="1965"/>
                  <a:pt x="1991" y="1992"/>
                </a:cubicBezTo>
                <a:cubicBezTo>
                  <a:pt x="1964" y="2019"/>
                  <a:pt x="1935" y="2045"/>
                  <a:pt x="1906" y="2069"/>
                </a:cubicBezTo>
                <a:cubicBezTo>
                  <a:pt x="1876" y="2094"/>
                  <a:pt x="1846" y="2116"/>
                  <a:pt x="1814" y="2137"/>
                </a:cubicBezTo>
                <a:cubicBezTo>
                  <a:pt x="1782" y="2159"/>
                  <a:pt x="1750" y="2178"/>
                  <a:pt x="1716" y="2196"/>
                </a:cubicBezTo>
                <a:cubicBezTo>
                  <a:pt x="1682" y="2214"/>
                  <a:pt x="1648" y="2231"/>
                  <a:pt x="1613" y="2245"/>
                </a:cubicBezTo>
                <a:cubicBezTo>
                  <a:pt x="1577" y="2260"/>
                  <a:pt x="1541" y="2273"/>
                  <a:pt x="1505" y="2284"/>
                </a:cubicBezTo>
                <a:cubicBezTo>
                  <a:pt x="1468" y="2295"/>
                  <a:pt x="1431" y="2304"/>
                  <a:pt x="1394" y="2312"/>
                </a:cubicBezTo>
                <a:cubicBezTo>
                  <a:pt x="1357" y="2319"/>
                  <a:pt x="1319" y="2325"/>
                  <a:pt x="1281" y="2328"/>
                </a:cubicBezTo>
                <a:cubicBezTo>
                  <a:pt x="1243" y="2332"/>
                  <a:pt x="1205" y="2334"/>
                  <a:pt x="1167" y="2334"/>
                </a:cubicBezTo>
                <a:cubicBezTo>
                  <a:pt x="1128" y="2334"/>
                  <a:pt x="1090" y="2332"/>
                  <a:pt x="1052" y="2328"/>
                </a:cubicBezTo>
                <a:cubicBezTo>
                  <a:pt x="1014" y="2325"/>
                  <a:pt x="977" y="2319"/>
                  <a:pt x="939" y="2312"/>
                </a:cubicBezTo>
                <a:cubicBezTo>
                  <a:pt x="902" y="2304"/>
                  <a:pt x="865" y="2295"/>
                  <a:pt x="828" y="2284"/>
                </a:cubicBezTo>
                <a:cubicBezTo>
                  <a:pt x="792" y="2273"/>
                  <a:pt x="755" y="2260"/>
                  <a:pt x="720" y="2245"/>
                </a:cubicBezTo>
                <a:cubicBezTo>
                  <a:pt x="684" y="2231"/>
                  <a:pt x="650" y="2214"/>
                  <a:pt x="616" y="2196"/>
                </a:cubicBezTo>
                <a:cubicBezTo>
                  <a:pt x="582" y="2178"/>
                  <a:pt x="550" y="2159"/>
                  <a:pt x="518" y="2137"/>
                </a:cubicBezTo>
                <a:cubicBezTo>
                  <a:pt x="486" y="2116"/>
                  <a:pt x="456" y="2094"/>
                  <a:pt x="426" y="2069"/>
                </a:cubicBezTo>
                <a:cubicBezTo>
                  <a:pt x="397" y="2045"/>
                  <a:pt x="368" y="2019"/>
                  <a:pt x="341" y="1992"/>
                </a:cubicBezTo>
                <a:cubicBezTo>
                  <a:pt x="314" y="1965"/>
                  <a:pt x="289" y="1937"/>
                  <a:pt x="265" y="1908"/>
                </a:cubicBezTo>
                <a:cubicBezTo>
                  <a:pt x="240" y="1878"/>
                  <a:pt x="218" y="1847"/>
                  <a:pt x="196" y="1816"/>
                </a:cubicBezTo>
                <a:cubicBezTo>
                  <a:pt x="175" y="1784"/>
                  <a:pt x="156" y="1751"/>
                  <a:pt x="138" y="1718"/>
                </a:cubicBezTo>
                <a:cubicBezTo>
                  <a:pt x="120" y="1684"/>
                  <a:pt x="103" y="1649"/>
                  <a:pt x="89" y="1614"/>
                </a:cubicBezTo>
                <a:cubicBezTo>
                  <a:pt x="74" y="1579"/>
                  <a:pt x="61" y="1543"/>
                  <a:pt x="50" y="1506"/>
                </a:cubicBezTo>
                <a:cubicBezTo>
                  <a:pt x="39" y="1470"/>
                  <a:pt x="30" y="1433"/>
                  <a:pt x="22" y="1395"/>
                </a:cubicBezTo>
                <a:cubicBezTo>
                  <a:pt x="15" y="1358"/>
                  <a:pt x="9" y="1320"/>
                  <a:pt x="6" y="1282"/>
                </a:cubicBezTo>
                <a:cubicBezTo>
                  <a:pt x="2" y="1244"/>
                  <a:pt x="0" y="1206"/>
                  <a:pt x="0" y="1168"/>
                </a:cubicBezTo>
                <a:cubicBezTo>
                  <a:pt x="0" y="1130"/>
                  <a:pt x="2" y="1091"/>
                  <a:pt x="6" y="1053"/>
                </a:cubicBezTo>
                <a:cubicBezTo>
                  <a:pt x="9" y="1015"/>
                  <a:pt x="15" y="978"/>
                  <a:pt x="22" y="940"/>
                </a:cubicBezTo>
                <a:cubicBezTo>
                  <a:pt x="30" y="903"/>
                  <a:pt x="39" y="866"/>
                  <a:pt x="50" y="829"/>
                </a:cubicBezTo>
                <a:cubicBezTo>
                  <a:pt x="61" y="793"/>
                  <a:pt x="74" y="757"/>
                  <a:pt x="89" y="721"/>
                </a:cubicBezTo>
                <a:cubicBezTo>
                  <a:pt x="103" y="686"/>
                  <a:pt x="120" y="652"/>
                  <a:pt x="138" y="618"/>
                </a:cubicBezTo>
                <a:cubicBezTo>
                  <a:pt x="156" y="584"/>
                  <a:pt x="175" y="552"/>
                  <a:pt x="196" y="520"/>
                </a:cubicBezTo>
                <a:cubicBezTo>
                  <a:pt x="218" y="488"/>
                  <a:pt x="240" y="457"/>
                  <a:pt x="265" y="428"/>
                </a:cubicBezTo>
                <a:cubicBezTo>
                  <a:pt x="289" y="398"/>
                  <a:pt x="314" y="370"/>
                  <a:pt x="341" y="343"/>
                </a:cubicBezTo>
                <a:cubicBezTo>
                  <a:pt x="368" y="316"/>
                  <a:pt x="397" y="290"/>
                  <a:pt x="426" y="266"/>
                </a:cubicBezTo>
                <a:cubicBezTo>
                  <a:pt x="456" y="242"/>
                  <a:pt x="486" y="219"/>
                  <a:pt x="518" y="198"/>
                </a:cubicBezTo>
                <a:cubicBezTo>
                  <a:pt x="550" y="177"/>
                  <a:pt x="582" y="157"/>
                  <a:pt x="616" y="139"/>
                </a:cubicBezTo>
                <a:cubicBezTo>
                  <a:pt x="650" y="121"/>
                  <a:pt x="684" y="105"/>
                  <a:pt x="720" y="90"/>
                </a:cubicBezTo>
                <a:cubicBezTo>
                  <a:pt x="755" y="76"/>
                  <a:pt x="792" y="63"/>
                  <a:pt x="828" y="52"/>
                </a:cubicBezTo>
                <a:cubicBezTo>
                  <a:pt x="865" y="41"/>
                  <a:pt x="902" y="31"/>
                  <a:pt x="939" y="23"/>
                </a:cubicBezTo>
                <a:cubicBezTo>
                  <a:pt x="977" y="15"/>
                  <a:pt x="1014" y="10"/>
                  <a:pt x="1052" y="6"/>
                </a:cubicBezTo>
                <a:cubicBezTo>
                  <a:pt x="1090" y="2"/>
                  <a:pt x="1128" y="0"/>
                  <a:pt x="1167" y="0"/>
                </a:cubicBezTo>
                <a:cubicBezTo>
                  <a:pt x="1205" y="0"/>
                  <a:pt x="1243" y="2"/>
                  <a:pt x="1281" y="6"/>
                </a:cubicBezTo>
                <a:cubicBezTo>
                  <a:pt x="1319" y="10"/>
                  <a:pt x="1357" y="15"/>
                  <a:pt x="1394" y="23"/>
                </a:cubicBezTo>
                <a:cubicBezTo>
                  <a:pt x="1431" y="31"/>
                  <a:pt x="1468" y="41"/>
                  <a:pt x="1505" y="52"/>
                </a:cubicBezTo>
                <a:cubicBezTo>
                  <a:pt x="1541" y="63"/>
                  <a:pt x="1577" y="76"/>
                  <a:pt x="1613" y="90"/>
                </a:cubicBezTo>
                <a:cubicBezTo>
                  <a:pt x="1648" y="105"/>
                  <a:pt x="1682" y="121"/>
                  <a:pt x="1716" y="139"/>
                </a:cubicBezTo>
                <a:cubicBezTo>
                  <a:pt x="1750" y="157"/>
                  <a:pt x="1782" y="177"/>
                  <a:pt x="1814" y="198"/>
                </a:cubicBezTo>
                <a:cubicBezTo>
                  <a:pt x="1846" y="219"/>
                  <a:pt x="1876" y="242"/>
                  <a:pt x="1906" y="266"/>
                </a:cubicBezTo>
                <a:cubicBezTo>
                  <a:pt x="1935" y="290"/>
                  <a:pt x="1964" y="316"/>
                  <a:pt x="1991" y="343"/>
                </a:cubicBezTo>
                <a:cubicBezTo>
                  <a:pt x="2018" y="370"/>
                  <a:pt x="2043" y="398"/>
                  <a:pt x="2068" y="428"/>
                </a:cubicBezTo>
                <a:cubicBezTo>
                  <a:pt x="2092" y="457"/>
                  <a:pt x="2114" y="488"/>
                  <a:pt x="2136" y="520"/>
                </a:cubicBezTo>
                <a:cubicBezTo>
                  <a:pt x="2157" y="552"/>
                  <a:pt x="2176" y="584"/>
                  <a:pt x="2194" y="618"/>
                </a:cubicBezTo>
                <a:cubicBezTo>
                  <a:pt x="2212" y="652"/>
                  <a:pt x="2229" y="686"/>
                  <a:pt x="2243" y="721"/>
                </a:cubicBezTo>
                <a:cubicBezTo>
                  <a:pt x="2258" y="757"/>
                  <a:pt x="2271" y="793"/>
                  <a:pt x="2282" y="829"/>
                </a:cubicBezTo>
                <a:cubicBezTo>
                  <a:pt x="2293" y="866"/>
                  <a:pt x="2302" y="903"/>
                  <a:pt x="2310" y="940"/>
                </a:cubicBezTo>
                <a:cubicBezTo>
                  <a:pt x="2317" y="978"/>
                  <a:pt x="2323" y="1015"/>
                  <a:pt x="2327" y="1053"/>
                </a:cubicBezTo>
                <a:cubicBezTo>
                  <a:pt x="2330" y="1091"/>
                  <a:pt x="2332" y="1130"/>
                  <a:pt x="2332" y="1168"/>
                </a:cubicBezTo>
                <a:close/>
              </a:path>
            </a:pathLst>
          </a:custGeom>
          <a:noFill/>
          <a:ln w="3240">
            <a:solidFill>
              <a:srgbClr val="4A3AA7"/>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609" name=""/>
          <p:cNvSpPr/>
          <p:nvPr/>
        </p:nvSpPr>
        <p:spPr>
          <a:xfrm>
            <a:off x="2148840" y="4042440"/>
            <a:ext cx="217080" cy="57960"/>
          </a:xfrm>
          <a:custGeom>
            <a:avLst/>
            <a:gdLst/>
            <a:ahLst/>
            <a:rect l="0" t="0" r="r" b="b"/>
            <a:pathLst>
              <a:path fill="none" w="603" h="161">
                <a:moveTo>
                  <a:pt x="0" y="67"/>
                </a:moveTo>
                <a:cubicBezTo>
                  <a:pt x="176" y="-47"/>
                  <a:pt x="377" y="-15"/>
                  <a:pt x="603" y="161"/>
                </a:cubicBezTo>
              </a:path>
            </a:pathLst>
          </a:custGeom>
          <a:ln cap="rnd" w="21600">
            <a:solidFill>
              <a:srgbClr val="3D3D3A"/>
            </a:solidFill>
            <a:miter/>
          </a:ln>
        </p:spPr>
        <p:txBody>
          <a:bodyPr lIns="10800" tIns="10800" rIns="10800" bIns="10800" anchor="t">
            <a:noAutofit/>
          </a:bodyPr>
          <a:p>
            <a:endParaRPr lang="en-US" sz="2400" b="0" u="none" strike="noStrike">
              <a:solidFill>
                <a:srgbClr val="000000"/>
              </a:solidFill>
              <a:effectLst/>
              <a:uFillTx/>
              <a:latin typeface="游明朝体"/>
            </a:endParaRPr>
          </a:p>
        </p:txBody>
      </p:sp>
      <p:sp>
        <p:nvSpPr>
          <p:cNvPr id="1610" name=""/>
          <p:cNvSpPr/>
          <p:nvPr/>
        </p:nvSpPr>
        <p:spPr>
          <a:xfrm>
            <a:off x="2256480" y="3996360"/>
            <a:ext cx="109440" cy="104040"/>
          </a:xfrm>
          <a:custGeom>
            <a:avLst/>
            <a:gdLst/>
            <a:ahLst/>
            <a:rect l="0" t="0" r="r" b="b"/>
            <a:pathLst>
              <a:path fill="none" w="304" h="289">
                <a:moveTo>
                  <a:pt x="207" y="0"/>
                </a:moveTo>
                <a:lnTo>
                  <a:pt x="304" y="289"/>
                </a:lnTo>
                <a:lnTo>
                  <a:pt x="0" y="266"/>
                </a:lnTo>
              </a:path>
            </a:pathLst>
          </a:custGeom>
          <a:ln cap="rnd" w="24120">
            <a:solidFill>
              <a:srgbClr val="5F5E5A"/>
            </a:solidFill>
            <a:round/>
          </a:ln>
        </p:spPr>
        <p:txBody>
          <a:bodyPr lIns="11880" tIns="11880" rIns="11880" bIns="11880" anchor="t">
            <a:noAutofit/>
          </a:bodyPr>
          <a:p>
            <a:endParaRPr lang="en-US" sz="2400" b="0" u="none" strike="noStrike">
              <a:solidFill>
                <a:srgbClr val="000000"/>
              </a:solidFill>
              <a:effectLst/>
              <a:uFillTx/>
              <a:latin typeface="游明朝体"/>
            </a:endParaRPr>
          </a:p>
        </p:txBody>
      </p:sp>
      <p:sp>
        <p:nvSpPr>
          <p:cNvPr id="1611" name=""/>
          <p:cNvSpPr/>
          <p:nvPr/>
        </p:nvSpPr>
        <p:spPr>
          <a:xfrm>
            <a:off x="2162520" y="4215240"/>
            <a:ext cx="203400" cy="100080"/>
          </a:xfrm>
          <a:custGeom>
            <a:avLst/>
            <a:gdLst/>
            <a:ahLst/>
            <a:rect l="0" t="0" r="r" b="b"/>
            <a:pathLst>
              <a:path fill="none" w="565" h="278">
                <a:moveTo>
                  <a:pt x="565" y="0"/>
                </a:moveTo>
                <a:cubicBezTo>
                  <a:pt x="451" y="227"/>
                  <a:pt x="263" y="315"/>
                  <a:pt x="0" y="264"/>
                </a:cubicBezTo>
              </a:path>
            </a:pathLst>
          </a:custGeom>
          <a:ln cap="rnd" w="21600">
            <a:solidFill>
              <a:srgbClr val="3D3D3A"/>
            </a:solidFill>
            <a:miter/>
          </a:ln>
        </p:spPr>
        <p:txBody>
          <a:bodyPr lIns="10800" tIns="10800" rIns="10800" bIns="10800" anchor="t">
            <a:noAutofit/>
          </a:bodyPr>
          <a:p>
            <a:endParaRPr lang="en-US" sz="2400" b="0" u="none" strike="noStrike">
              <a:solidFill>
                <a:srgbClr val="000000"/>
              </a:solidFill>
              <a:effectLst/>
              <a:uFillTx/>
              <a:latin typeface="游明朝体"/>
            </a:endParaRPr>
          </a:p>
        </p:txBody>
      </p:sp>
      <p:sp>
        <p:nvSpPr>
          <p:cNvPr id="1612" name=""/>
          <p:cNvSpPr/>
          <p:nvPr/>
        </p:nvSpPr>
        <p:spPr>
          <a:xfrm>
            <a:off x="2162520" y="4267440"/>
            <a:ext cx="101160" cy="119520"/>
          </a:xfrm>
          <a:custGeom>
            <a:avLst/>
            <a:gdLst/>
            <a:ahLst/>
            <a:rect l="0" t="0" r="r" b="b"/>
            <a:pathLst>
              <a:path fill="none" w="281" h="332">
                <a:moveTo>
                  <a:pt x="217" y="332"/>
                </a:moveTo>
                <a:lnTo>
                  <a:pt x="0" y="118"/>
                </a:lnTo>
                <a:lnTo>
                  <a:pt x="281" y="0"/>
                </a:lnTo>
              </a:path>
            </a:pathLst>
          </a:custGeom>
          <a:ln cap="rnd" w="24120">
            <a:solidFill>
              <a:srgbClr val="5F5E5A"/>
            </a:solidFill>
            <a:round/>
          </a:ln>
        </p:spPr>
        <p:txBody>
          <a:bodyPr lIns="11880" tIns="11880" rIns="11880" bIns="11880" anchor="t">
            <a:noAutofit/>
          </a:bodyPr>
          <a:p>
            <a:endParaRPr lang="en-US" sz="2400" b="0" u="none" strike="noStrike">
              <a:solidFill>
                <a:srgbClr val="000000"/>
              </a:solidFill>
              <a:effectLst/>
              <a:uFillTx/>
              <a:latin typeface="游明朝体"/>
            </a:endParaRPr>
          </a:p>
        </p:txBody>
      </p:sp>
      <p:sp>
        <p:nvSpPr>
          <p:cNvPr id="1613" name=""/>
          <p:cNvSpPr/>
          <p:nvPr/>
        </p:nvSpPr>
        <p:spPr>
          <a:xfrm>
            <a:off x="2433240" y="3781800"/>
            <a:ext cx="217080" cy="217080"/>
          </a:xfrm>
          <a:custGeom>
            <a:avLst/>
            <a:gdLst/>
            <a:ahLst/>
            <a:rect l="0" t="0" r="r" b="b"/>
            <a:pathLst>
              <a:path w="603" h="603">
                <a:moveTo>
                  <a:pt x="603" y="302"/>
                </a:moveTo>
                <a:cubicBezTo>
                  <a:pt x="603" y="322"/>
                  <a:pt x="601" y="341"/>
                  <a:pt x="597" y="361"/>
                </a:cubicBezTo>
                <a:cubicBezTo>
                  <a:pt x="593" y="380"/>
                  <a:pt x="587" y="399"/>
                  <a:pt x="580" y="417"/>
                </a:cubicBezTo>
                <a:cubicBezTo>
                  <a:pt x="572" y="435"/>
                  <a:pt x="563" y="453"/>
                  <a:pt x="552" y="469"/>
                </a:cubicBezTo>
                <a:cubicBezTo>
                  <a:pt x="541" y="486"/>
                  <a:pt x="528" y="501"/>
                  <a:pt x="514" y="515"/>
                </a:cubicBezTo>
                <a:cubicBezTo>
                  <a:pt x="500" y="529"/>
                  <a:pt x="485" y="541"/>
                  <a:pt x="469" y="552"/>
                </a:cubicBezTo>
                <a:cubicBezTo>
                  <a:pt x="452" y="563"/>
                  <a:pt x="435" y="573"/>
                  <a:pt x="417" y="580"/>
                </a:cubicBezTo>
                <a:cubicBezTo>
                  <a:pt x="399" y="588"/>
                  <a:pt x="380" y="593"/>
                  <a:pt x="360" y="597"/>
                </a:cubicBezTo>
                <a:cubicBezTo>
                  <a:pt x="341" y="601"/>
                  <a:pt x="321" y="603"/>
                  <a:pt x="302" y="603"/>
                </a:cubicBezTo>
                <a:cubicBezTo>
                  <a:pt x="282" y="603"/>
                  <a:pt x="262" y="601"/>
                  <a:pt x="243" y="597"/>
                </a:cubicBezTo>
                <a:cubicBezTo>
                  <a:pt x="224" y="593"/>
                  <a:pt x="205" y="588"/>
                  <a:pt x="187" y="580"/>
                </a:cubicBezTo>
                <a:cubicBezTo>
                  <a:pt x="168" y="573"/>
                  <a:pt x="150" y="563"/>
                  <a:pt x="134" y="552"/>
                </a:cubicBezTo>
                <a:cubicBezTo>
                  <a:pt x="117" y="541"/>
                  <a:pt x="102" y="529"/>
                  <a:pt x="88" y="515"/>
                </a:cubicBezTo>
                <a:cubicBezTo>
                  <a:pt x="74" y="501"/>
                  <a:pt x="62" y="486"/>
                  <a:pt x="51" y="469"/>
                </a:cubicBezTo>
                <a:cubicBezTo>
                  <a:pt x="40" y="453"/>
                  <a:pt x="30" y="435"/>
                  <a:pt x="23" y="417"/>
                </a:cubicBezTo>
                <a:cubicBezTo>
                  <a:pt x="15" y="399"/>
                  <a:pt x="10" y="380"/>
                  <a:pt x="6" y="361"/>
                </a:cubicBezTo>
                <a:cubicBezTo>
                  <a:pt x="2" y="341"/>
                  <a:pt x="0" y="322"/>
                  <a:pt x="0" y="302"/>
                </a:cubicBezTo>
                <a:cubicBezTo>
                  <a:pt x="0" y="282"/>
                  <a:pt x="2" y="263"/>
                  <a:pt x="6" y="243"/>
                </a:cubicBezTo>
                <a:cubicBezTo>
                  <a:pt x="10" y="224"/>
                  <a:pt x="15" y="205"/>
                  <a:pt x="23" y="187"/>
                </a:cubicBezTo>
                <a:cubicBezTo>
                  <a:pt x="30" y="169"/>
                  <a:pt x="40" y="151"/>
                  <a:pt x="51" y="135"/>
                </a:cubicBezTo>
                <a:cubicBezTo>
                  <a:pt x="62" y="118"/>
                  <a:pt x="74" y="103"/>
                  <a:pt x="88" y="89"/>
                </a:cubicBezTo>
                <a:cubicBezTo>
                  <a:pt x="102" y="75"/>
                  <a:pt x="117" y="63"/>
                  <a:pt x="134" y="52"/>
                </a:cubicBezTo>
                <a:cubicBezTo>
                  <a:pt x="150" y="41"/>
                  <a:pt x="168" y="32"/>
                  <a:pt x="187" y="24"/>
                </a:cubicBezTo>
                <a:cubicBezTo>
                  <a:pt x="205" y="16"/>
                  <a:pt x="224" y="10"/>
                  <a:pt x="243" y="6"/>
                </a:cubicBezTo>
                <a:cubicBezTo>
                  <a:pt x="262" y="2"/>
                  <a:pt x="282" y="0"/>
                  <a:pt x="302" y="0"/>
                </a:cubicBezTo>
                <a:cubicBezTo>
                  <a:pt x="321" y="0"/>
                  <a:pt x="341" y="2"/>
                  <a:pt x="360" y="6"/>
                </a:cubicBezTo>
                <a:cubicBezTo>
                  <a:pt x="380" y="10"/>
                  <a:pt x="399" y="16"/>
                  <a:pt x="417" y="24"/>
                </a:cubicBezTo>
                <a:cubicBezTo>
                  <a:pt x="435" y="32"/>
                  <a:pt x="452" y="41"/>
                  <a:pt x="469" y="52"/>
                </a:cubicBezTo>
                <a:cubicBezTo>
                  <a:pt x="485" y="63"/>
                  <a:pt x="500" y="75"/>
                  <a:pt x="514" y="89"/>
                </a:cubicBezTo>
                <a:cubicBezTo>
                  <a:pt x="528" y="103"/>
                  <a:pt x="541" y="118"/>
                  <a:pt x="552" y="135"/>
                </a:cubicBezTo>
                <a:cubicBezTo>
                  <a:pt x="563" y="151"/>
                  <a:pt x="572" y="169"/>
                  <a:pt x="580" y="187"/>
                </a:cubicBezTo>
                <a:cubicBezTo>
                  <a:pt x="587" y="205"/>
                  <a:pt x="593" y="224"/>
                  <a:pt x="597" y="243"/>
                </a:cubicBezTo>
                <a:cubicBezTo>
                  <a:pt x="601" y="263"/>
                  <a:pt x="603" y="282"/>
                  <a:pt x="603" y="302"/>
                </a:cubicBezTo>
                <a:close/>
              </a:path>
            </a:pathLst>
          </a:custGeom>
          <a:solidFill>
            <a:srgbClr val="3C34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4" name=""/>
          <p:cNvSpPr txBox="1"/>
          <p:nvPr/>
        </p:nvSpPr>
        <p:spPr>
          <a:xfrm>
            <a:off x="3455640" y="6530400"/>
            <a:ext cx="686520" cy="114840"/>
          </a:xfrm>
          <a:prstGeom prst="rect">
            <a:avLst/>
          </a:prstGeom>
          <a:noFill/>
          <a:ln w="0">
            <a:noFill/>
          </a:ln>
        </p:spPr>
        <p:txBody>
          <a:bodyPr wrap="none" lIns="0" tIns="0" rIns="0" bIns="0" anchor="t">
            <a:spAutoFit/>
          </a:bodyPr>
          <a:p>
            <a:pPr/>
            <a:r>
              <a:rPr lang="ja-JP" sz="900" b="0" u="none" strike="noStrike">
                <a:solidFill>
                  <a:srgbClr val="2A78D6"/>
                </a:solidFill>
                <a:effectLst/>
                <a:uFillTx/>
                <a:latin typeface="HiraKakuProN-W3"/>
                <a:ea typeface="HiraKakuProN-W3"/>
              </a:rPr>
              <a:t>何でも⾃動化</a:t>
            </a:r>
            <a:endParaRPr lang="en-US" sz="900" b="0" u="none" strike="noStrike">
              <a:solidFill>
                <a:srgbClr val="000000"/>
              </a:solidFill>
              <a:effectLst/>
              <a:uFillTx/>
              <a:latin typeface="游明朝体"/>
            </a:endParaRPr>
          </a:p>
        </p:txBody>
      </p:sp>
      <p:sp>
        <p:nvSpPr>
          <p:cNvPr id="1615" name=""/>
          <p:cNvSpPr txBox="1"/>
          <p:nvPr/>
        </p:nvSpPr>
        <p:spPr>
          <a:xfrm>
            <a:off x="2500560" y="380772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4</a:t>
            </a:r>
            <a:endParaRPr lang="en-US" sz="900" b="0" u="none" strike="noStrike">
              <a:solidFill>
                <a:srgbClr val="000000"/>
              </a:solidFill>
              <a:effectLst/>
              <a:uFillTx/>
              <a:latin typeface="游明朝体"/>
            </a:endParaRPr>
          </a:p>
        </p:txBody>
      </p:sp>
      <p:sp>
        <p:nvSpPr>
          <p:cNvPr id="1616" name=""/>
          <p:cNvSpPr txBox="1"/>
          <p:nvPr/>
        </p:nvSpPr>
        <p:spPr>
          <a:xfrm>
            <a:off x="1776960" y="4631400"/>
            <a:ext cx="933480" cy="155880"/>
          </a:xfrm>
          <a:prstGeom prst="rect">
            <a:avLst/>
          </a:prstGeom>
          <a:noFill/>
          <a:ln w="0">
            <a:noFill/>
          </a:ln>
        </p:spPr>
        <p:txBody>
          <a:bodyPr wrap="none" lIns="0" tIns="0" rIns="0" bIns="0" anchor="t">
            <a:spAutoFit/>
          </a:bodyPr>
          <a:p>
            <a:pPr/>
            <a:r>
              <a:rPr lang="ja-JP" sz="1220" b="1" u="none" strike="noStrike">
                <a:solidFill>
                  <a:srgbClr val="3C3489"/>
                </a:solidFill>
                <a:effectLst/>
                <a:uFillTx/>
                <a:latin typeface="HiraKakuProN-W6"/>
                <a:ea typeface="HiraKakuProN-W6"/>
              </a:rPr>
              <a:t>アプリ⾼度化</a:t>
            </a:r>
            <a:endParaRPr lang="en-US" sz="1220" b="0" u="none" strike="noStrike">
              <a:solidFill>
                <a:srgbClr val="000000"/>
              </a:solidFill>
              <a:effectLst/>
              <a:uFillTx/>
              <a:latin typeface="游明朝体"/>
            </a:endParaRPr>
          </a:p>
        </p:txBody>
      </p:sp>
      <p:sp>
        <p:nvSpPr>
          <p:cNvPr id="1617" name=""/>
          <p:cNvSpPr txBox="1"/>
          <p:nvPr/>
        </p:nvSpPr>
        <p:spPr>
          <a:xfrm>
            <a:off x="1934640" y="4814280"/>
            <a:ext cx="622440" cy="155880"/>
          </a:xfrm>
          <a:prstGeom prst="rect">
            <a:avLst/>
          </a:prstGeom>
          <a:noFill/>
          <a:ln w="0">
            <a:noFill/>
          </a:ln>
        </p:spPr>
        <p:txBody>
          <a:bodyPr wrap="none" lIns="0" tIns="0" rIns="0" bIns="0" anchor="t">
            <a:spAutoFit/>
          </a:bodyPr>
          <a:p>
            <a:pPr/>
            <a:r>
              <a:rPr lang="ja-JP" sz="1220" b="1" u="none" strike="noStrike">
                <a:solidFill>
                  <a:srgbClr val="3C3489"/>
                </a:solidFill>
                <a:effectLst/>
                <a:uFillTx/>
                <a:latin typeface="HiraKakuProN-W6"/>
                <a:ea typeface="HiraKakuProN-W6"/>
              </a:rPr>
              <a:t>バグ修正</a:t>
            </a:r>
            <a:endParaRPr lang="en-US" sz="1220" b="0" u="none" strike="noStrike">
              <a:solidFill>
                <a:srgbClr val="000000"/>
              </a:solidFill>
              <a:effectLst/>
              <a:uFillTx/>
              <a:latin typeface="游明朝体"/>
            </a:endParaRPr>
          </a:p>
        </p:txBody>
      </p:sp>
      <p:sp>
        <p:nvSpPr>
          <p:cNvPr id="1618" name=""/>
          <p:cNvSpPr/>
          <p:nvPr/>
        </p:nvSpPr>
        <p:spPr>
          <a:xfrm>
            <a:off x="7314840" y="5047920"/>
            <a:ext cx="4343760" cy="1553040"/>
          </a:xfrm>
          <a:custGeom>
            <a:avLst/>
            <a:gdLst/>
            <a:ahLst/>
            <a:rect l="0" t="0" r="r" b="b"/>
            <a:pathLst>
              <a:path w="12066" h="4314">
                <a:moveTo>
                  <a:pt x="0" y="4314"/>
                </a:moveTo>
                <a:lnTo>
                  <a:pt x="0" y="0"/>
                </a:lnTo>
                <a:lnTo>
                  <a:pt x="11961" y="0"/>
                </a:lnTo>
                <a:cubicBezTo>
                  <a:pt x="11975" y="0"/>
                  <a:pt x="11988" y="3"/>
                  <a:pt x="12001" y="8"/>
                </a:cubicBezTo>
                <a:cubicBezTo>
                  <a:pt x="12014" y="14"/>
                  <a:pt x="12026" y="21"/>
                  <a:pt x="12035" y="31"/>
                </a:cubicBezTo>
                <a:cubicBezTo>
                  <a:pt x="12045" y="41"/>
                  <a:pt x="12053" y="53"/>
                  <a:pt x="12058" y="66"/>
                </a:cubicBezTo>
                <a:cubicBezTo>
                  <a:pt x="12064" y="79"/>
                  <a:pt x="12066" y="92"/>
                  <a:pt x="12066" y="106"/>
                </a:cubicBezTo>
                <a:lnTo>
                  <a:pt x="12066" y="4208"/>
                </a:lnTo>
                <a:cubicBezTo>
                  <a:pt x="12066" y="4222"/>
                  <a:pt x="12064" y="4236"/>
                  <a:pt x="12058" y="4249"/>
                </a:cubicBezTo>
                <a:cubicBezTo>
                  <a:pt x="12053" y="4262"/>
                  <a:pt x="12045" y="4273"/>
                  <a:pt x="12035" y="4283"/>
                </a:cubicBezTo>
                <a:cubicBezTo>
                  <a:pt x="12026" y="4293"/>
                  <a:pt x="12014" y="4301"/>
                  <a:pt x="12001" y="4306"/>
                </a:cubicBezTo>
                <a:cubicBezTo>
                  <a:pt x="11988" y="4311"/>
                  <a:pt x="11975" y="4314"/>
                  <a:pt x="11961" y="4314"/>
                </a:cubicBezTo>
                <a:lnTo>
                  <a:pt x="0" y="4314"/>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19" name=""/>
          <p:cNvSpPr/>
          <p:nvPr/>
        </p:nvSpPr>
        <p:spPr>
          <a:xfrm>
            <a:off x="7296120" y="5047920"/>
            <a:ext cx="38160" cy="1553040"/>
          </a:xfrm>
          <a:custGeom>
            <a:avLst/>
            <a:gdLst/>
            <a:ahLst/>
            <a:rect l="0" t="0" r="r" b="b"/>
            <a:pathLst>
              <a:path w="106" h="4314">
                <a:moveTo>
                  <a:pt x="0" y="0"/>
                </a:moveTo>
                <a:lnTo>
                  <a:pt x="106" y="0"/>
                </a:lnTo>
                <a:lnTo>
                  <a:pt x="106" y="4314"/>
                </a:lnTo>
                <a:lnTo>
                  <a:pt x="0" y="4314"/>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0" name=""/>
          <p:cNvSpPr/>
          <p:nvPr/>
        </p:nvSpPr>
        <p:spPr>
          <a:xfrm>
            <a:off x="7381800" y="1428480"/>
            <a:ext cx="57240" cy="57600"/>
          </a:xfrm>
          <a:custGeom>
            <a:avLst/>
            <a:gdLst/>
            <a:ahLst/>
            <a:rect l="0" t="0" r="r" b="b"/>
            <a:pathLst>
              <a:path w="159" h="160">
                <a:moveTo>
                  <a:pt x="159" y="81"/>
                </a:moveTo>
                <a:cubicBezTo>
                  <a:pt x="159" y="91"/>
                  <a:pt x="157" y="101"/>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1"/>
                  <a:pt x="0" y="91"/>
                  <a:pt x="0" y="81"/>
                </a:cubicBezTo>
                <a:cubicBezTo>
                  <a:pt x="0" y="70"/>
                  <a:pt x="2" y="59"/>
                  <a:pt x="6" y="49"/>
                </a:cubicBezTo>
                <a:cubicBezTo>
                  <a:pt x="10" y="40"/>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40"/>
                  <a:pt x="153" y="49"/>
                </a:cubicBezTo>
                <a:cubicBezTo>
                  <a:pt x="157" y="59"/>
                  <a:pt x="159" y="70"/>
                  <a:pt x="159"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1" name=""/>
          <p:cNvSpPr txBox="1"/>
          <p:nvPr/>
        </p:nvSpPr>
        <p:spPr>
          <a:xfrm>
            <a:off x="1617840" y="5033520"/>
            <a:ext cx="1258200" cy="114840"/>
          </a:xfrm>
          <a:prstGeom prst="rect">
            <a:avLst/>
          </a:prstGeom>
          <a:noFill/>
          <a:ln w="0">
            <a:noFill/>
          </a:ln>
        </p:spPr>
        <p:txBody>
          <a:bodyPr wrap="none" lIns="0" tIns="0" rIns="0" bIns="0" anchor="t">
            <a:spAutoFit/>
          </a:bodyPr>
          <a:p>
            <a:pPr/>
            <a:r>
              <a:rPr lang="ja-JP" sz="900" b="0" u="none" strike="noStrike">
                <a:solidFill>
                  <a:srgbClr val="4A3AA7"/>
                </a:solidFill>
                <a:effectLst/>
                <a:uFillTx/>
                <a:latin typeface="HiraKakuProN-W3"/>
                <a:ea typeface="HiraKakuProN-W3"/>
              </a:rPr>
              <a:t>フォルダを読んで続きへ</a:t>
            </a:r>
            <a:endParaRPr lang="en-US" sz="900" b="0" u="none" strike="noStrike">
              <a:solidFill>
                <a:srgbClr val="000000"/>
              </a:solidFill>
              <a:effectLst/>
              <a:uFillTx/>
              <a:latin typeface="游明朝体"/>
            </a:endParaRPr>
          </a:p>
        </p:txBody>
      </p:sp>
      <p:sp>
        <p:nvSpPr>
          <p:cNvPr id="1622" name=""/>
          <p:cNvSpPr txBox="1"/>
          <p:nvPr/>
        </p:nvSpPr>
        <p:spPr>
          <a:xfrm>
            <a:off x="7566480" y="134208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プログラミングを少しかじった程度で、専⾨知</a:t>
            </a:r>
            <a:endParaRPr lang="en-US" sz="1500" b="0" u="none" strike="noStrike">
              <a:solidFill>
                <a:srgbClr val="000000"/>
              </a:solidFill>
              <a:effectLst/>
              <a:uFillTx/>
              <a:latin typeface="游明朝体"/>
            </a:endParaRPr>
          </a:p>
        </p:txBody>
      </p:sp>
      <p:sp>
        <p:nvSpPr>
          <p:cNvPr id="1623" name=""/>
          <p:cNvSpPr/>
          <p:nvPr/>
        </p:nvSpPr>
        <p:spPr>
          <a:xfrm>
            <a:off x="7381800" y="2162160"/>
            <a:ext cx="57240" cy="57240"/>
          </a:xfrm>
          <a:custGeom>
            <a:avLst/>
            <a:gdLst/>
            <a:ahLst/>
            <a:rect l="0" t="0" r="r" b="b"/>
            <a:pathLst>
              <a:path w="159" h="159">
                <a:moveTo>
                  <a:pt x="159" y="80"/>
                </a:moveTo>
                <a:cubicBezTo>
                  <a:pt x="159" y="90"/>
                  <a:pt x="157" y="101"/>
                  <a:pt x="153" y="110"/>
                </a:cubicBezTo>
                <a:cubicBezTo>
                  <a:pt x="149" y="120"/>
                  <a:pt x="144" y="129"/>
                  <a:pt x="136" y="136"/>
                </a:cubicBezTo>
                <a:cubicBezTo>
                  <a:pt x="129" y="143"/>
                  <a:pt x="120" y="149"/>
                  <a:pt x="109" y="153"/>
                </a:cubicBezTo>
                <a:cubicBezTo>
                  <a:pt x="100" y="157"/>
                  <a:pt x="90" y="159"/>
                  <a:pt x="79" y="159"/>
                </a:cubicBezTo>
                <a:cubicBezTo>
                  <a:pt x="69" y="159"/>
                  <a:pt x="58" y="157"/>
                  <a:pt x="49" y="153"/>
                </a:cubicBezTo>
                <a:cubicBezTo>
                  <a:pt x="39" y="149"/>
                  <a:pt x="30" y="143"/>
                  <a:pt x="23" y="136"/>
                </a:cubicBezTo>
                <a:cubicBezTo>
                  <a:pt x="16" y="129"/>
                  <a:pt x="10" y="120"/>
                  <a:pt x="6" y="110"/>
                </a:cubicBezTo>
                <a:cubicBezTo>
                  <a:pt x="2" y="101"/>
                  <a:pt x="0" y="90"/>
                  <a:pt x="0" y="80"/>
                </a:cubicBezTo>
                <a:cubicBezTo>
                  <a:pt x="0" y="68"/>
                  <a:pt x="2" y="58"/>
                  <a:pt x="6" y="49"/>
                </a:cubicBezTo>
                <a:cubicBezTo>
                  <a:pt x="10" y="39"/>
                  <a:pt x="16" y="30"/>
                  <a:pt x="23" y="23"/>
                </a:cubicBezTo>
                <a:cubicBezTo>
                  <a:pt x="30" y="15"/>
                  <a:pt x="39" y="10"/>
                  <a:pt x="49" y="6"/>
                </a:cubicBezTo>
                <a:cubicBezTo>
                  <a:pt x="58" y="2"/>
                  <a:pt x="69" y="0"/>
                  <a:pt x="79" y="0"/>
                </a:cubicBezTo>
                <a:cubicBezTo>
                  <a:pt x="90" y="0"/>
                  <a:pt x="100" y="2"/>
                  <a:pt x="109" y="6"/>
                </a:cubicBezTo>
                <a:cubicBezTo>
                  <a:pt x="120" y="10"/>
                  <a:pt x="129" y="15"/>
                  <a:pt x="136" y="23"/>
                </a:cubicBezTo>
                <a:cubicBezTo>
                  <a:pt x="144" y="30"/>
                  <a:pt x="149" y="39"/>
                  <a:pt x="153" y="49"/>
                </a:cubicBezTo>
                <a:cubicBezTo>
                  <a:pt x="157" y="58"/>
                  <a:pt x="159" y="68"/>
                  <a:pt x="159"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4" name=""/>
          <p:cNvSpPr txBox="1"/>
          <p:nvPr/>
        </p:nvSpPr>
        <p:spPr>
          <a:xfrm>
            <a:off x="7566480" y="168480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識はない</a:t>
            </a:r>
            <a:endParaRPr lang="en-US" sz="1500" b="0" u="none" strike="noStrike">
              <a:solidFill>
                <a:srgbClr val="000000"/>
              </a:solidFill>
              <a:effectLst/>
              <a:uFillTx/>
              <a:latin typeface="游明朝体"/>
            </a:endParaRPr>
          </a:p>
        </p:txBody>
      </p:sp>
      <p:sp>
        <p:nvSpPr>
          <p:cNvPr id="1625" name=""/>
          <p:cNvSpPr txBox="1"/>
          <p:nvPr/>
        </p:nvSpPr>
        <p:spPr>
          <a:xfrm>
            <a:off x="7566480" y="206640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1626" name=""/>
          <p:cNvSpPr txBox="1"/>
          <p:nvPr/>
        </p:nvSpPr>
        <p:spPr>
          <a:xfrm>
            <a:off x="8127360" y="207540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1627" name=""/>
          <p:cNvSpPr txBox="1"/>
          <p:nvPr/>
        </p:nvSpPr>
        <p:spPr>
          <a:xfrm>
            <a:off x="7566480" y="24184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a:t>
            </a:r>
            <a:endParaRPr lang="en-US" sz="1500" b="0" u="none" strike="noStrike">
              <a:solidFill>
                <a:srgbClr val="000000"/>
              </a:solidFill>
              <a:effectLst/>
              <a:uFillTx/>
              <a:latin typeface="游明朝体"/>
            </a:endParaRPr>
          </a:p>
        </p:txBody>
      </p:sp>
      <p:sp>
        <p:nvSpPr>
          <p:cNvPr id="1628" name=""/>
          <p:cNvSpPr txBox="1"/>
          <p:nvPr/>
        </p:nvSpPr>
        <p:spPr>
          <a:xfrm>
            <a:off x="7756920" y="2409480"/>
            <a:ext cx="6004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629" name=""/>
          <p:cNvSpPr/>
          <p:nvPr/>
        </p:nvSpPr>
        <p:spPr>
          <a:xfrm>
            <a:off x="7381800" y="2895480"/>
            <a:ext cx="57240" cy="57600"/>
          </a:xfrm>
          <a:custGeom>
            <a:avLst/>
            <a:gdLst/>
            <a:ahLst/>
            <a:rect l="0" t="0" r="r" b="b"/>
            <a:pathLst>
              <a:path w="159" h="160">
                <a:moveTo>
                  <a:pt x="159" y="79"/>
                </a:moveTo>
                <a:cubicBezTo>
                  <a:pt x="159" y="90"/>
                  <a:pt x="157" y="101"/>
                  <a:pt x="153" y="111"/>
                </a:cubicBezTo>
                <a:cubicBezTo>
                  <a:pt x="149" y="120"/>
                  <a:pt x="144" y="129"/>
                  <a:pt x="136" y="136"/>
                </a:cubicBezTo>
                <a:cubicBezTo>
                  <a:pt x="129" y="144"/>
                  <a:pt x="120" y="150"/>
                  <a:pt x="109" y="154"/>
                </a:cubicBezTo>
                <a:cubicBezTo>
                  <a:pt x="100" y="158"/>
                  <a:pt x="90" y="160"/>
                  <a:pt x="79" y="160"/>
                </a:cubicBezTo>
                <a:cubicBezTo>
                  <a:pt x="69" y="160"/>
                  <a:pt x="58" y="158"/>
                  <a:pt x="49" y="154"/>
                </a:cubicBezTo>
                <a:cubicBezTo>
                  <a:pt x="39" y="150"/>
                  <a:pt x="30" y="144"/>
                  <a:pt x="23" y="136"/>
                </a:cubicBezTo>
                <a:cubicBezTo>
                  <a:pt x="16" y="129"/>
                  <a:pt x="10" y="120"/>
                  <a:pt x="6" y="111"/>
                </a:cubicBezTo>
                <a:cubicBezTo>
                  <a:pt x="2" y="101"/>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0" name=""/>
          <p:cNvSpPr txBox="1"/>
          <p:nvPr/>
        </p:nvSpPr>
        <p:spPr>
          <a:xfrm>
            <a:off x="8357040" y="241848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・機械学習を学んだ</a:t>
            </a:r>
            <a:endParaRPr lang="en-US" sz="1500" b="0" u="none" strike="noStrike">
              <a:solidFill>
                <a:srgbClr val="000000"/>
              </a:solidFill>
              <a:effectLst/>
              <a:uFillTx/>
              <a:latin typeface="游明朝体"/>
            </a:endParaRPr>
          </a:p>
        </p:txBody>
      </p:sp>
      <p:sp>
        <p:nvSpPr>
          <p:cNvPr id="1631" name=""/>
          <p:cNvSpPr txBox="1"/>
          <p:nvPr/>
        </p:nvSpPr>
        <p:spPr>
          <a:xfrm>
            <a:off x="7566480" y="28090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1632" name=""/>
          <p:cNvSpPr txBox="1"/>
          <p:nvPr/>
        </p:nvSpPr>
        <p:spPr>
          <a:xfrm>
            <a:off x="7947720" y="28000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33" name=""/>
          <p:cNvSpPr txBox="1"/>
          <p:nvPr/>
        </p:nvSpPr>
        <p:spPr>
          <a:xfrm>
            <a:off x="8120520" y="280908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によるプログラミングも同時期に始め、</a:t>
            </a:r>
            <a:endParaRPr lang="en-US" sz="1500" b="0" u="none" strike="noStrike">
              <a:solidFill>
                <a:srgbClr val="000000"/>
              </a:solidFill>
              <a:effectLst/>
              <a:uFillTx/>
              <a:latin typeface="游明朝体"/>
            </a:endParaRPr>
          </a:p>
        </p:txBody>
      </p:sp>
      <p:sp>
        <p:nvSpPr>
          <p:cNvPr id="1634" name=""/>
          <p:cNvSpPr/>
          <p:nvPr/>
        </p:nvSpPr>
        <p:spPr>
          <a:xfrm>
            <a:off x="7381800" y="3628800"/>
            <a:ext cx="57240" cy="57600"/>
          </a:xfrm>
          <a:custGeom>
            <a:avLst/>
            <a:gdLst/>
            <a:ahLst/>
            <a:rect l="0" t="0" r="r" b="b"/>
            <a:pathLst>
              <a:path w="159" h="160">
                <a:moveTo>
                  <a:pt x="159" y="79"/>
                </a:moveTo>
                <a:cubicBezTo>
                  <a:pt x="159" y="90"/>
                  <a:pt x="157" y="100"/>
                  <a:pt x="153" y="110"/>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0"/>
                </a:cubicBezTo>
                <a:cubicBezTo>
                  <a:pt x="2" y="100"/>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5" name=""/>
          <p:cNvSpPr txBox="1"/>
          <p:nvPr/>
        </p:nvSpPr>
        <p:spPr>
          <a:xfrm>
            <a:off x="7566480" y="3151800"/>
            <a:ext cx="2096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⼆つの学びが結びついた</a:t>
            </a:r>
            <a:endParaRPr lang="en-US" sz="1500" b="0" u="none" strike="noStrike">
              <a:solidFill>
                <a:srgbClr val="000000"/>
              </a:solidFill>
              <a:effectLst/>
              <a:uFillTx/>
              <a:latin typeface="游明朝体"/>
            </a:endParaRPr>
          </a:p>
        </p:txBody>
      </p:sp>
      <p:sp>
        <p:nvSpPr>
          <p:cNvPr id="1636" name=""/>
          <p:cNvSpPr txBox="1"/>
          <p:nvPr/>
        </p:nvSpPr>
        <p:spPr>
          <a:xfrm>
            <a:off x="7566480" y="354240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作業フォルダにコード・マニュアルを蓄積しな</a:t>
            </a:r>
            <a:endParaRPr lang="en-US" sz="1500" b="0" u="none" strike="noStrike">
              <a:solidFill>
                <a:srgbClr val="000000"/>
              </a:solidFill>
              <a:effectLst/>
              <a:uFillTx/>
              <a:latin typeface="游明朝体"/>
            </a:endParaRPr>
          </a:p>
        </p:txBody>
      </p:sp>
      <p:sp>
        <p:nvSpPr>
          <p:cNvPr id="1637" name=""/>
          <p:cNvSpPr/>
          <p:nvPr/>
        </p:nvSpPr>
        <p:spPr>
          <a:xfrm>
            <a:off x="7381800" y="4362120"/>
            <a:ext cx="57240" cy="57600"/>
          </a:xfrm>
          <a:custGeom>
            <a:avLst/>
            <a:gdLst/>
            <a:ahLst/>
            <a:rect l="0" t="0" r="r" b="b"/>
            <a:pathLst>
              <a:path w="159" h="160">
                <a:moveTo>
                  <a:pt x="159" y="80"/>
                </a:moveTo>
                <a:cubicBezTo>
                  <a:pt x="159" y="90"/>
                  <a:pt x="157" y="100"/>
                  <a:pt x="153" y="110"/>
                </a:cubicBezTo>
                <a:cubicBezTo>
                  <a:pt x="149" y="120"/>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0"/>
                  <a:pt x="6" y="110"/>
                </a:cubicBezTo>
                <a:cubicBezTo>
                  <a:pt x="2" y="100"/>
                  <a:pt x="0" y="90"/>
                  <a:pt x="0" y="80"/>
                </a:cubicBezTo>
                <a:cubicBezTo>
                  <a:pt x="0" y="69"/>
                  <a:pt x="2" y="59"/>
                  <a:pt x="6" y="49"/>
                </a:cubicBezTo>
                <a:cubicBezTo>
                  <a:pt x="10" y="40"/>
                  <a:pt x="16" y="31"/>
                  <a:pt x="23" y="24"/>
                </a:cubicBezTo>
                <a:cubicBezTo>
                  <a:pt x="30" y="16"/>
                  <a:pt x="39" y="10"/>
                  <a:pt x="49" y="6"/>
                </a:cubicBezTo>
                <a:cubicBezTo>
                  <a:pt x="58" y="2"/>
                  <a:pt x="69" y="0"/>
                  <a:pt x="79" y="0"/>
                </a:cubicBezTo>
                <a:cubicBezTo>
                  <a:pt x="90" y="0"/>
                  <a:pt x="100" y="2"/>
                  <a:pt x="109" y="6"/>
                </a:cubicBezTo>
                <a:cubicBezTo>
                  <a:pt x="120" y="10"/>
                  <a:pt x="129" y="16"/>
                  <a:pt x="136" y="24"/>
                </a:cubicBezTo>
                <a:cubicBezTo>
                  <a:pt x="144" y="31"/>
                  <a:pt x="149" y="40"/>
                  <a:pt x="153" y="49"/>
                </a:cubicBezTo>
                <a:cubicBezTo>
                  <a:pt x="157" y="59"/>
                  <a:pt x="159" y="69"/>
                  <a:pt x="159"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8" name=""/>
          <p:cNvSpPr txBox="1"/>
          <p:nvPr/>
        </p:nvSpPr>
        <p:spPr>
          <a:xfrm>
            <a:off x="7566480" y="3885120"/>
            <a:ext cx="2477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がら開発するスタイルが定着</a:t>
            </a:r>
            <a:endParaRPr lang="en-US" sz="1500" b="0" u="none" strike="noStrike">
              <a:solidFill>
                <a:srgbClr val="000000"/>
              </a:solidFill>
              <a:effectLst/>
              <a:uFillTx/>
              <a:latin typeface="游明朝体"/>
            </a:endParaRPr>
          </a:p>
        </p:txBody>
      </p:sp>
      <p:sp>
        <p:nvSpPr>
          <p:cNvPr id="1639" name=""/>
          <p:cNvSpPr txBox="1"/>
          <p:nvPr/>
        </p:nvSpPr>
        <p:spPr>
          <a:xfrm>
            <a:off x="7566480" y="4266720"/>
            <a:ext cx="604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GitHub</a:t>
            </a:r>
            <a:endParaRPr lang="en-US" sz="1500" b="0" u="none" strike="noStrike">
              <a:solidFill>
                <a:srgbClr val="000000"/>
              </a:solidFill>
              <a:effectLst/>
              <a:uFillTx/>
              <a:latin typeface="游明朝体"/>
            </a:endParaRPr>
          </a:p>
        </p:txBody>
      </p:sp>
      <p:sp>
        <p:nvSpPr>
          <p:cNvPr id="1640" name=""/>
          <p:cNvSpPr txBox="1"/>
          <p:nvPr/>
        </p:nvSpPr>
        <p:spPr>
          <a:xfrm>
            <a:off x="8169840" y="427572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へ⾃動</a:t>
            </a:r>
            <a:endParaRPr lang="en-US" sz="1500" b="0" u="none" strike="noStrike">
              <a:solidFill>
                <a:srgbClr val="000000"/>
              </a:solidFill>
              <a:effectLst/>
              <a:uFillTx/>
              <a:latin typeface="游明朝体"/>
            </a:endParaRPr>
          </a:p>
        </p:txBody>
      </p:sp>
      <p:sp>
        <p:nvSpPr>
          <p:cNvPr id="1641" name=""/>
          <p:cNvSpPr txBox="1"/>
          <p:nvPr/>
        </p:nvSpPr>
        <p:spPr>
          <a:xfrm>
            <a:off x="8741520" y="4266720"/>
            <a:ext cx="4208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push</a:t>
            </a:r>
            <a:endParaRPr lang="en-US" sz="1500" b="0" u="none" strike="noStrike">
              <a:solidFill>
                <a:srgbClr val="000000"/>
              </a:solidFill>
              <a:effectLst/>
              <a:uFillTx/>
              <a:latin typeface="游明朝体"/>
            </a:endParaRPr>
          </a:p>
        </p:txBody>
      </p:sp>
      <p:sp>
        <p:nvSpPr>
          <p:cNvPr id="1642" name=""/>
          <p:cNvSpPr txBox="1"/>
          <p:nvPr/>
        </p:nvSpPr>
        <p:spPr>
          <a:xfrm>
            <a:off x="9161280" y="4275720"/>
            <a:ext cx="2477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・定時実⾏でスマホから⽇々</a:t>
            </a:r>
            <a:endParaRPr lang="en-US" sz="1500" b="0" u="none" strike="noStrike">
              <a:solidFill>
                <a:srgbClr val="000000"/>
              </a:solidFill>
              <a:effectLst/>
              <a:uFillTx/>
              <a:latin typeface="游明朝体"/>
            </a:endParaRPr>
          </a:p>
        </p:txBody>
      </p:sp>
      <p:sp>
        <p:nvSpPr>
          <p:cNvPr id="1643" name=""/>
          <p:cNvSpPr txBox="1"/>
          <p:nvPr/>
        </p:nvSpPr>
        <p:spPr>
          <a:xfrm>
            <a:off x="7566480" y="461880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確認し、気づきを次の開発に活かす</a:t>
            </a:r>
            <a:endParaRPr lang="en-US" sz="1500" b="0" u="none" strike="noStrike">
              <a:solidFill>
                <a:srgbClr val="000000"/>
              </a:solidFill>
              <a:effectLst/>
              <a:uFillTx/>
              <a:latin typeface="游明朝体"/>
            </a:endParaRPr>
          </a:p>
        </p:txBody>
      </p:sp>
      <p:sp>
        <p:nvSpPr>
          <p:cNvPr id="1644" name=""/>
          <p:cNvSpPr txBox="1"/>
          <p:nvPr/>
        </p:nvSpPr>
        <p:spPr>
          <a:xfrm>
            <a:off x="7490520" y="5179680"/>
            <a:ext cx="39906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フォルダに蓄積されたコード・マニュアルを読む</a:t>
            </a:r>
            <a:endParaRPr lang="en-US" sz="1430" b="0" u="none" strike="noStrike">
              <a:solidFill>
                <a:srgbClr val="000000"/>
              </a:solidFill>
              <a:effectLst/>
              <a:uFillTx/>
              <a:latin typeface="游明朝体"/>
            </a:endParaRPr>
          </a:p>
        </p:txBody>
      </p:sp>
      <p:sp>
        <p:nvSpPr>
          <p:cNvPr id="1645" name=""/>
          <p:cNvSpPr txBox="1"/>
          <p:nvPr/>
        </p:nvSpPr>
        <p:spPr>
          <a:xfrm>
            <a:off x="7490520" y="5455800"/>
            <a:ext cx="32652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から、「続きから」で開発を再開できる</a:t>
            </a:r>
            <a:endParaRPr lang="en-US" sz="1430" b="0" u="none" strike="noStrike">
              <a:solidFill>
                <a:srgbClr val="000000"/>
              </a:solidFill>
              <a:effectLst/>
              <a:uFillTx/>
              <a:latin typeface="游明朝体"/>
            </a:endParaRPr>
          </a:p>
        </p:txBody>
      </p:sp>
      <p:sp>
        <p:nvSpPr>
          <p:cNvPr id="1646" name=""/>
          <p:cNvSpPr txBox="1"/>
          <p:nvPr/>
        </p:nvSpPr>
        <p:spPr>
          <a:xfrm>
            <a:off x="7490520" y="5722560"/>
            <a:ext cx="39906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このプレゼンもバイブコーディングで⾃動作成。</a:t>
            </a:r>
            <a:endParaRPr lang="en-US" sz="1430" b="0" u="none" strike="noStrike">
              <a:solidFill>
                <a:srgbClr val="000000"/>
              </a:solidFill>
              <a:effectLst/>
              <a:uFillTx/>
              <a:latin typeface="游明朝体"/>
            </a:endParaRPr>
          </a:p>
        </p:txBody>
      </p:sp>
      <p:sp>
        <p:nvSpPr>
          <p:cNvPr id="1647" name=""/>
          <p:cNvSpPr txBox="1"/>
          <p:nvPr/>
        </p:nvSpPr>
        <p:spPr>
          <a:xfrm>
            <a:off x="7490520" y="5999040"/>
            <a:ext cx="10890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学習⽬的なら</a:t>
            </a:r>
            <a:endParaRPr lang="en-US" sz="1430" b="0" u="none" strike="noStrike">
              <a:solidFill>
                <a:srgbClr val="000000"/>
              </a:solidFill>
              <a:effectLst/>
              <a:uFillTx/>
              <a:latin typeface="游明朝体"/>
            </a:endParaRPr>
          </a:p>
        </p:txBody>
      </p:sp>
      <p:sp>
        <p:nvSpPr>
          <p:cNvPr id="1648" name=""/>
          <p:cNvSpPr txBox="1"/>
          <p:nvPr/>
        </p:nvSpPr>
        <p:spPr>
          <a:xfrm>
            <a:off x="8576280" y="599040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1649" name=""/>
          <p:cNvSpPr txBox="1"/>
          <p:nvPr/>
        </p:nvSpPr>
        <p:spPr>
          <a:xfrm>
            <a:off x="8740440" y="5999040"/>
            <a:ext cx="27212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に解説させながら開発する⽅が向</a:t>
            </a:r>
            <a:endParaRPr lang="en-US" sz="1430" b="0" u="none" strike="noStrike">
              <a:solidFill>
                <a:srgbClr val="000000"/>
              </a:solidFill>
              <a:effectLst/>
              <a:uFillTx/>
              <a:latin typeface="游明朝体"/>
            </a:endParaRPr>
          </a:p>
        </p:txBody>
      </p:sp>
      <p:sp>
        <p:nvSpPr>
          <p:cNvPr id="1650" name=""/>
          <p:cNvSpPr txBox="1"/>
          <p:nvPr/>
        </p:nvSpPr>
        <p:spPr>
          <a:xfrm>
            <a:off x="7490520" y="6265440"/>
            <a:ext cx="1821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く</a:t>
            </a:r>
            <a:endParaRPr lang="en-US" sz="1430" b="0" u="none" strike="noStrike">
              <a:solidFill>
                <a:srgbClr val="000000"/>
              </a:solidFill>
              <a:effectLst/>
              <a:uFillTx/>
              <a:latin typeface="游明朝体"/>
            </a:endParaRPr>
          </a:p>
        </p:txBody>
      </p:sp>
      <p:sp>
        <p:nvSpPr>
          <p:cNvPr id="165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21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5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5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5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55" name=""/>
          <p:cNvSpPr/>
          <p:nvPr/>
        </p:nvSpPr>
        <p:spPr>
          <a:xfrm>
            <a:off x="533160" y="1457280"/>
            <a:ext cx="11125440" cy="38160"/>
          </a:xfrm>
          <a:custGeom>
            <a:avLst/>
            <a:gdLst/>
            <a:ahLst/>
            <a:rect l="0" t="0" r="r" b="b"/>
            <a:pathLst>
              <a:path w="30904" h="106">
                <a:moveTo>
                  <a:pt x="0" y="0"/>
                </a:moveTo>
                <a:lnTo>
                  <a:pt x="30904" y="0"/>
                </a:lnTo>
                <a:lnTo>
                  <a:pt x="30904" y="106"/>
                </a:lnTo>
                <a:lnTo>
                  <a:pt x="0" y="106"/>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6" name=""/>
          <p:cNvSpPr/>
          <p:nvPr/>
        </p:nvSpPr>
        <p:spPr>
          <a:xfrm>
            <a:off x="552240" y="4057560"/>
            <a:ext cx="11106360" cy="733680"/>
          </a:xfrm>
          <a:custGeom>
            <a:avLst/>
            <a:gdLst/>
            <a:ahLst/>
            <a:rect l="0" t="0" r="r" b="b"/>
            <a:pathLst>
              <a:path w="30851" h="2038">
                <a:moveTo>
                  <a:pt x="0" y="2038"/>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2"/>
                  <a:pt x="30851" y="106"/>
                </a:cubicBezTo>
                <a:lnTo>
                  <a:pt x="30851" y="1931"/>
                </a:lnTo>
                <a:cubicBezTo>
                  <a:pt x="30851" y="1945"/>
                  <a:pt x="30849" y="1959"/>
                  <a:pt x="30843" y="1973"/>
                </a:cubicBezTo>
                <a:cubicBezTo>
                  <a:pt x="30838" y="1986"/>
                  <a:pt x="30830" y="1997"/>
                  <a:pt x="30820" y="2007"/>
                </a:cubicBezTo>
                <a:cubicBezTo>
                  <a:pt x="30811" y="2017"/>
                  <a:pt x="30799" y="2025"/>
                  <a:pt x="30786" y="2030"/>
                </a:cubicBezTo>
                <a:cubicBezTo>
                  <a:pt x="30773" y="2035"/>
                  <a:pt x="30760" y="2038"/>
                  <a:pt x="30746" y="2038"/>
                </a:cubicBezTo>
                <a:lnTo>
                  <a:pt x="0" y="2038"/>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57" name=""/>
          <p:cNvSpPr/>
          <p:nvPr/>
        </p:nvSpPr>
        <p:spPr>
          <a:xfrm>
            <a:off x="533160" y="405756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8" name=""/>
          <p:cNvSpPr/>
          <p:nvPr/>
        </p:nvSpPr>
        <p:spPr>
          <a:xfrm>
            <a:off x="618840" y="18856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49"/>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49"/>
                </a:cubicBezTo>
                <a:cubicBezTo>
                  <a:pt x="158" y="60"/>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9" name=""/>
          <p:cNvSpPr txBox="1"/>
          <p:nvPr/>
        </p:nvSpPr>
        <p:spPr>
          <a:xfrm>
            <a:off x="533520" y="941040"/>
            <a:ext cx="4953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この開発サイクルのポイント</a:t>
            </a:r>
            <a:endParaRPr lang="en-US" sz="3000" b="0" u="none" strike="noStrike">
              <a:solidFill>
                <a:srgbClr val="000000"/>
              </a:solidFill>
              <a:effectLst/>
              <a:uFillTx/>
              <a:latin typeface="游明朝体"/>
            </a:endParaRPr>
          </a:p>
        </p:txBody>
      </p:sp>
      <p:sp>
        <p:nvSpPr>
          <p:cNvPr id="1660" name=""/>
          <p:cNvSpPr txBox="1"/>
          <p:nvPr/>
        </p:nvSpPr>
        <p:spPr>
          <a:xfrm>
            <a:off x="799920" y="1799280"/>
            <a:ext cx="10859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なぜ毎回プロンプトを⼊⼒し直さなくていいのか</a:t>
            </a:r>
            <a:r>
              <a:rPr lang="ja-JP" sz="1500" b="0" u="none" strike="noStrike">
                <a:solidFill>
                  <a:srgbClr val="1A1A2E"/>
                </a:solidFill>
                <a:effectLst/>
                <a:uFillTx/>
                <a:latin typeface="HiraginoSans-W3"/>
                <a:ea typeface="HiraginoSans-W3"/>
              </a:rPr>
              <a:t>：コード・マニュアル・ルールを作業フォルダに置いておくと、次回の作業継</a:t>
            </a:r>
            <a:endParaRPr lang="en-US" sz="1500" b="0" u="none" strike="noStrike">
              <a:solidFill>
                <a:srgbClr val="000000"/>
              </a:solidFill>
              <a:effectLst/>
              <a:uFillTx/>
              <a:latin typeface="游明朝体"/>
            </a:endParaRPr>
          </a:p>
        </p:txBody>
      </p:sp>
      <p:sp>
        <p:nvSpPr>
          <p:cNvPr id="1661" name=""/>
          <p:cNvSpPr txBox="1"/>
          <p:nvPr/>
        </p:nvSpPr>
        <p:spPr>
          <a:xfrm>
            <a:off x="799920" y="214200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続時に</a:t>
            </a:r>
            <a:endParaRPr lang="en-US" sz="1500" b="0" u="none" strike="noStrike">
              <a:solidFill>
                <a:srgbClr val="000000"/>
              </a:solidFill>
              <a:effectLst/>
              <a:uFillTx/>
              <a:latin typeface="游明朝体"/>
            </a:endParaRPr>
          </a:p>
        </p:txBody>
      </p:sp>
      <p:sp>
        <p:nvSpPr>
          <p:cNvPr id="1662" name=""/>
          <p:cNvSpPr txBox="1"/>
          <p:nvPr/>
        </p:nvSpPr>
        <p:spPr>
          <a:xfrm>
            <a:off x="1371600" y="213336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63" name=""/>
          <p:cNvSpPr/>
          <p:nvPr/>
        </p:nvSpPr>
        <p:spPr>
          <a:xfrm>
            <a:off x="618840" y="2628720"/>
            <a:ext cx="57600" cy="57600"/>
          </a:xfrm>
          <a:custGeom>
            <a:avLst/>
            <a:gdLst/>
            <a:ahLst/>
            <a:rect l="0" t="0" r="r" b="b"/>
            <a:pathLst>
              <a:path w="160" h="160">
                <a:moveTo>
                  <a:pt x="160" y="80"/>
                </a:moveTo>
                <a:cubicBezTo>
                  <a:pt x="160" y="91"/>
                  <a:pt x="158" y="101"/>
                  <a:pt x="154" y="111"/>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4" name=""/>
          <p:cNvSpPr txBox="1"/>
          <p:nvPr/>
        </p:nvSpPr>
        <p:spPr>
          <a:xfrm>
            <a:off x="1544400" y="2142000"/>
            <a:ext cx="5715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が⾃動で読み込む。経緯を説明し直さず「続きから」で再開できる</a:t>
            </a:r>
            <a:endParaRPr lang="en-US" sz="1500" b="0" u="none" strike="noStrike">
              <a:solidFill>
                <a:srgbClr val="000000"/>
              </a:solidFill>
              <a:effectLst/>
              <a:uFillTx/>
              <a:latin typeface="游明朝体"/>
            </a:endParaRPr>
          </a:p>
        </p:txBody>
      </p:sp>
      <p:sp>
        <p:nvSpPr>
          <p:cNvPr id="1665" name=""/>
          <p:cNvSpPr txBox="1"/>
          <p:nvPr/>
        </p:nvSpPr>
        <p:spPr>
          <a:xfrm>
            <a:off x="799920" y="2533320"/>
            <a:ext cx="63216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GitHub</a:t>
            </a:r>
            <a:endParaRPr lang="en-US" sz="1500" b="0" u="none" strike="noStrike">
              <a:solidFill>
                <a:srgbClr val="000000"/>
              </a:solidFill>
              <a:effectLst/>
              <a:uFillTx/>
              <a:latin typeface="游明朝体"/>
            </a:endParaRPr>
          </a:p>
        </p:txBody>
      </p:sp>
      <p:sp>
        <p:nvSpPr>
          <p:cNvPr id="1666" name=""/>
          <p:cNvSpPr txBox="1"/>
          <p:nvPr/>
        </p:nvSpPr>
        <p:spPr>
          <a:xfrm>
            <a:off x="1431360" y="2542320"/>
            <a:ext cx="60966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で閲覧するもの</a:t>
            </a:r>
            <a:r>
              <a:rPr lang="ja-JP" sz="1500" b="0" u="none" strike="noStrike">
                <a:solidFill>
                  <a:srgbClr val="1A1A2E"/>
                </a:solidFill>
                <a:effectLst/>
                <a:uFillTx/>
                <a:latin typeface="HiraginoSans-W3"/>
                <a:ea typeface="HiraginoSans-W3"/>
              </a:rPr>
              <a:t>：コードそのものというより、⾃動化処理した成果物（</a:t>
            </a:r>
            <a:endParaRPr lang="en-US" sz="1500" b="0" u="none" strike="noStrike">
              <a:solidFill>
                <a:srgbClr val="000000"/>
              </a:solidFill>
              <a:effectLst/>
              <a:uFillTx/>
              <a:latin typeface="游明朝体"/>
            </a:endParaRPr>
          </a:p>
        </p:txBody>
      </p:sp>
      <p:sp>
        <p:nvSpPr>
          <p:cNvPr id="1667" name=""/>
          <p:cNvSpPr txBox="1"/>
          <p:nvPr/>
        </p:nvSpPr>
        <p:spPr>
          <a:xfrm>
            <a:off x="7527600" y="2533320"/>
            <a:ext cx="3924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668" name=""/>
          <p:cNvSpPr txBox="1"/>
          <p:nvPr/>
        </p:nvSpPr>
        <p:spPr>
          <a:xfrm>
            <a:off x="7908120" y="254232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アプリ・記事・グラフ・検証結果など）を</a:t>
            </a:r>
            <a:endParaRPr lang="en-US" sz="1500" b="0" u="none" strike="noStrike">
              <a:solidFill>
                <a:srgbClr val="000000"/>
              </a:solidFill>
              <a:effectLst/>
              <a:uFillTx/>
              <a:latin typeface="游明朝体"/>
            </a:endParaRPr>
          </a:p>
        </p:txBody>
      </p:sp>
      <p:sp>
        <p:nvSpPr>
          <p:cNvPr id="1669" name=""/>
          <p:cNvSpPr/>
          <p:nvPr/>
        </p:nvSpPr>
        <p:spPr>
          <a:xfrm>
            <a:off x="618840" y="33717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40"/>
                  <a:pt x="154" y="50"/>
                </a:cubicBezTo>
                <a:cubicBezTo>
                  <a:pt x="158" y="59"/>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0" name=""/>
          <p:cNvSpPr txBox="1"/>
          <p:nvPr/>
        </p:nvSpPr>
        <p:spPr>
          <a:xfrm>
            <a:off x="799920" y="288504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⾒える化したもの</a:t>
            </a:r>
            <a:endParaRPr lang="en-US" sz="1500" b="0" u="none" strike="noStrike">
              <a:solidFill>
                <a:srgbClr val="000000"/>
              </a:solidFill>
              <a:effectLst/>
              <a:uFillTx/>
              <a:latin typeface="游明朝体"/>
            </a:endParaRPr>
          </a:p>
        </p:txBody>
      </p:sp>
      <p:sp>
        <p:nvSpPr>
          <p:cNvPr id="1671" name=""/>
          <p:cNvSpPr txBox="1"/>
          <p:nvPr/>
        </p:nvSpPr>
        <p:spPr>
          <a:xfrm>
            <a:off x="799920" y="3285000"/>
            <a:ext cx="10859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バイブコーディングとしての強み</a:t>
            </a:r>
            <a:r>
              <a:rPr lang="ja-JP" sz="1500" b="0" u="none" strike="noStrike">
                <a:solidFill>
                  <a:srgbClr val="1A1A2E"/>
                </a:solidFill>
                <a:effectLst/>
                <a:uFillTx/>
                <a:latin typeface="HiraginoSans-W3"/>
                <a:ea typeface="HiraginoSans-W3"/>
              </a:rPr>
              <a:t>：試作品の⾼速開発に向く。コードの知識がなくても⾃然⾔語の指⽰だけで形にでき、「動く</a:t>
            </a:r>
            <a:endParaRPr lang="en-US" sz="1500" b="0" u="none" strike="noStrike">
              <a:solidFill>
                <a:srgbClr val="000000"/>
              </a:solidFill>
              <a:effectLst/>
              <a:uFillTx/>
              <a:latin typeface="游明朝体"/>
            </a:endParaRPr>
          </a:p>
        </p:txBody>
      </p:sp>
      <p:sp>
        <p:nvSpPr>
          <p:cNvPr id="1672" name=""/>
          <p:cNvSpPr txBox="1"/>
          <p:nvPr/>
        </p:nvSpPr>
        <p:spPr>
          <a:xfrm>
            <a:off x="799920" y="362808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もの」を作りながら学べる</a:t>
            </a:r>
            <a:endParaRPr lang="en-US" sz="1500" b="0" u="none" strike="noStrike">
              <a:solidFill>
                <a:srgbClr val="000000"/>
              </a:solidFill>
              <a:effectLst/>
              <a:uFillTx/>
              <a:latin typeface="游明朝体"/>
            </a:endParaRPr>
          </a:p>
        </p:txBody>
      </p:sp>
      <p:sp>
        <p:nvSpPr>
          <p:cNvPr id="1673" name=""/>
          <p:cNvSpPr txBox="1"/>
          <p:nvPr/>
        </p:nvSpPr>
        <p:spPr>
          <a:xfrm>
            <a:off x="723960" y="4189320"/>
            <a:ext cx="18144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⾃然⾔語でコード⽣成</a:t>
            </a:r>
            <a:endParaRPr lang="en-US" sz="1430" b="0" u="none" strike="noStrike">
              <a:solidFill>
                <a:srgbClr val="000000"/>
              </a:solidFill>
              <a:effectLst/>
              <a:uFillTx/>
              <a:latin typeface="游明朝体"/>
            </a:endParaRPr>
          </a:p>
        </p:txBody>
      </p:sp>
      <p:sp>
        <p:nvSpPr>
          <p:cNvPr id="1674" name=""/>
          <p:cNvSpPr txBox="1"/>
          <p:nvPr/>
        </p:nvSpPr>
        <p:spPr>
          <a:xfrm>
            <a:off x="2533680" y="418068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675" name=""/>
          <p:cNvSpPr txBox="1"/>
          <p:nvPr/>
        </p:nvSpPr>
        <p:spPr>
          <a:xfrm>
            <a:off x="2584080" y="4189320"/>
            <a:ext cx="182160" cy="20304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Arial"/>
                <a:ea typeface="Arial"/>
              </a:rPr>
              <a:t>→</a:t>
            </a:r>
            <a:endParaRPr lang="en-US" sz="1430" b="0" u="none" strike="noStrike">
              <a:solidFill>
                <a:srgbClr val="000000"/>
              </a:solidFill>
              <a:effectLst/>
              <a:uFillTx/>
              <a:latin typeface="游明朝体"/>
            </a:endParaRPr>
          </a:p>
        </p:txBody>
      </p:sp>
      <p:sp>
        <p:nvSpPr>
          <p:cNvPr id="1676" name=""/>
          <p:cNvSpPr txBox="1"/>
          <p:nvPr/>
        </p:nvSpPr>
        <p:spPr>
          <a:xfrm>
            <a:off x="2764800" y="418068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677" name=""/>
          <p:cNvSpPr txBox="1"/>
          <p:nvPr/>
        </p:nvSpPr>
        <p:spPr>
          <a:xfrm>
            <a:off x="2815200" y="4189320"/>
            <a:ext cx="14515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毎回マニュアル化</a:t>
            </a:r>
            <a:endParaRPr lang="en-US" sz="1430" b="0" u="none" strike="noStrike">
              <a:solidFill>
                <a:srgbClr val="000000"/>
              </a:solidFill>
              <a:effectLst/>
              <a:uFillTx/>
              <a:latin typeface="游明朝体"/>
            </a:endParaRPr>
          </a:p>
        </p:txBody>
      </p:sp>
      <p:sp>
        <p:nvSpPr>
          <p:cNvPr id="1678" name=""/>
          <p:cNvSpPr txBox="1"/>
          <p:nvPr/>
        </p:nvSpPr>
        <p:spPr>
          <a:xfrm>
            <a:off x="4239360" y="418068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679" name=""/>
          <p:cNvSpPr txBox="1"/>
          <p:nvPr/>
        </p:nvSpPr>
        <p:spPr>
          <a:xfrm>
            <a:off x="4289760" y="4189320"/>
            <a:ext cx="182160" cy="20304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Arial"/>
                <a:ea typeface="Arial"/>
              </a:rPr>
              <a:t>→</a:t>
            </a:r>
            <a:endParaRPr lang="en-US" sz="1430" b="0" u="none" strike="noStrike">
              <a:solidFill>
                <a:srgbClr val="000000"/>
              </a:solidFill>
              <a:effectLst/>
              <a:uFillTx/>
              <a:latin typeface="游明朝体"/>
            </a:endParaRPr>
          </a:p>
        </p:txBody>
      </p:sp>
      <p:sp>
        <p:nvSpPr>
          <p:cNvPr id="1680" name=""/>
          <p:cNvSpPr txBox="1"/>
          <p:nvPr/>
        </p:nvSpPr>
        <p:spPr>
          <a:xfrm>
            <a:off x="4470840" y="4180680"/>
            <a:ext cx="6253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GitHub</a:t>
            </a:r>
            <a:endParaRPr lang="en-US" sz="1430" b="0" u="none" strike="noStrike">
              <a:solidFill>
                <a:srgbClr val="000000"/>
              </a:solidFill>
              <a:effectLst/>
              <a:uFillTx/>
              <a:latin typeface="游明朝体"/>
            </a:endParaRPr>
          </a:p>
        </p:txBody>
      </p:sp>
      <p:sp>
        <p:nvSpPr>
          <p:cNvPr id="1681" name=""/>
          <p:cNvSpPr txBox="1"/>
          <p:nvPr/>
        </p:nvSpPr>
        <p:spPr>
          <a:xfrm>
            <a:off x="5094360" y="4189320"/>
            <a:ext cx="5446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へ⾃動</a:t>
            </a:r>
            <a:endParaRPr lang="en-US" sz="1430" b="0" u="none" strike="noStrike">
              <a:solidFill>
                <a:srgbClr val="000000"/>
              </a:solidFill>
              <a:effectLst/>
              <a:uFillTx/>
              <a:latin typeface="游明朝体"/>
            </a:endParaRPr>
          </a:p>
        </p:txBody>
      </p:sp>
      <p:sp>
        <p:nvSpPr>
          <p:cNvPr id="1682" name=""/>
          <p:cNvSpPr txBox="1"/>
          <p:nvPr/>
        </p:nvSpPr>
        <p:spPr>
          <a:xfrm>
            <a:off x="5637240" y="4180680"/>
            <a:ext cx="40068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push</a:t>
            </a:r>
            <a:endParaRPr lang="en-US" sz="1430" b="0" u="none" strike="noStrike">
              <a:solidFill>
                <a:srgbClr val="000000"/>
              </a:solidFill>
              <a:effectLst/>
              <a:uFillTx/>
              <a:latin typeface="游明朝体"/>
            </a:endParaRPr>
          </a:p>
        </p:txBody>
      </p:sp>
      <p:sp>
        <p:nvSpPr>
          <p:cNvPr id="1683" name=""/>
          <p:cNvSpPr txBox="1"/>
          <p:nvPr/>
        </p:nvSpPr>
        <p:spPr>
          <a:xfrm>
            <a:off x="6036120" y="4189320"/>
            <a:ext cx="9075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・定時実⾏</a:t>
            </a:r>
            <a:endParaRPr lang="en-US" sz="1430" b="0" u="none" strike="noStrike">
              <a:solidFill>
                <a:srgbClr val="000000"/>
              </a:solidFill>
              <a:effectLst/>
              <a:uFillTx/>
              <a:latin typeface="游明朝体"/>
            </a:endParaRPr>
          </a:p>
        </p:txBody>
      </p:sp>
      <p:sp>
        <p:nvSpPr>
          <p:cNvPr id="1684" name=""/>
          <p:cNvSpPr txBox="1"/>
          <p:nvPr/>
        </p:nvSpPr>
        <p:spPr>
          <a:xfrm>
            <a:off x="6941160" y="418068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685" name=""/>
          <p:cNvSpPr txBox="1"/>
          <p:nvPr/>
        </p:nvSpPr>
        <p:spPr>
          <a:xfrm>
            <a:off x="6991560" y="4189320"/>
            <a:ext cx="182160" cy="20304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Arial"/>
                <a:ea typeface="Arial"/>
              </a:rPr>
              <a:t>→</a:t>
            </a:r>
            <a:endParaRPr lang="en-US" sz="1430" b="0" u="none" strike="noStrike">
              <a:solidFill>
                <a:srgbClr val="000000"/>
              </a:solidFill>
              <a:effectLst/>
              <a:uFillTx/>
              <a:latin typeface="游明朝体"/>
            </a:endParaRPr>
          </a:p>
        </p:txBody>
      </p:sp>
      <p:sp>
        <p:nvSpPr>
          <p:cNvPr id="1686" name=""/>
          <p:cNvSpPr txBox="1"/>
          <p:nvPr/>
        </p:nvSpPr>
        <p:spPr>
          <a:xfrm>
            <a:off x="7172280" y="418068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687" name=""/>
          <p:cNvSpPr txBox="1"/>
          <p:nvPr/>
        </p:nvSpPr>
        <p:spPr>
          <a:xfrm>
            <a:off x="7222680" y="4189320"/>
            <a:ext cx="41720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アプリ⾼度化・バグ修正、が①に戻ってつながるこ</a:t>
            </a:r>
            <a:endParaRPr lang="en-US" sz="1430" b="0" u="none" strike="noStrike">
              <a:solidFill>
                <a:srgbClr val="000000"/>
              </a:solidFill>
              <a:effectLst/>
              <a:uFillTx/>
              <a:latin typeface="游明朝体"/>
            </a:endParaRPr>
          </a:p>
        </p:txBody>
      </p:sp>
      <p:sp>
        <p:nvSpPr>
          <p:cNvPr id="1688" name=""/>
          <p:cNvSpPr txBox="1"/>
          <p:nvPr/>
        </p:nvSpPr>
        <p:spPr>
          <a:xfrm>
            <a:off x="723960" y="4465440"/>
            <a:ext cx="27212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とで、開発が⽌まらず続いていく</a:t>
            </a:r>
            <a:endParaRPr lang="en-US" sz="1430" b="0" u="none" strike="noStrike">
              <a:solidFill>
                <a:srgbClr val="000000"/>
              </a:solidFill>
              <a:effectLst/>
              <a:uFillTx/>
              <a:latin typeface="游明朝体"/>
            </a:endParaRPr>
          </a:p>
        </p:txBody>
      </p:sp>
      <p:sp>
        <p:nvSpPr>
          <p:cNvPr id="1689" name=""/>
          <p:cNvSpPr txBox="1"/>
          <p:nvPr/>
        </p:nvSpPr>
        <p:spPr>
          <a:xfrm>
            <a:off x="533520" y="498060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参考</a:t>
            </a:r>
            <a:endParaRPr lang="en-US" sz="1500" b="0" u="none" strike="noStrike">
              <a:solidFill>
                <a:srgbClr val="000000"/>
              </a:solidFill>
              <a:effectLst/>
              <a:uFillTx/>
              <a:latin typeface="游明朝体"/>
            </a:endParaRPr>
          </a:p>
        </p:txBody>
      </p:sp>
      <p:sp>
        <p:nvSpPr>
          <p:cNvPr id="1690" name=""/>
          <p:cNvSpPr txBox="1"/>
          <p:nvPr/>
        </p:nvSpPr>
        <p:spPr>
          <a:xfrm>
            <a:off x="914400" y="49716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1691" name=""/>
          <p:cNvSpPr txBox="1"/>
          <p:nvPr/>
        </p:nvSpPr>
        <p:spPr>
          <a:xfrm>
            <a:off x="1020240" y="498060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692" name=""/>
          <p:cNvSpPr txBox="1"/>
          <p:nvPr/>
        </p:nvSpPr>
        <p:spPr>
          <a:xfrm>
            <a:off x="1211040" y="4971600"/>
            <a:ext cx="1119240" cy="222840"/>
          </a:xfrm>
          <a:prstGeom prst="rect">
            <a:avLst/>
          </a:prstGeom>
          <a:noFill/>
          <a:ln w="0">
            <a:noFill/>
          </a:ln>
        </p:spPr>
        <p:txBody>
          <a:bodyPr wrap="none" lIns="0" tIns="0" rIns="0" bIns="0" anchor="t">
            <a:spAutoFit/>
          </a:bodyPr>
          <a:p>
            <a:pPr/>
            <a:r>
              <a:rPr lang="en-US" sz="1500" b="0" u="none" strike="noStrike">
                <a:solidFill>
                  <a:srgbClr val="0969DA"/>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1693" name=""/>
          <p:cNvSpPr txBox="1"/>
          <p:nvPr/>
        </p:nvSpPr>
        <p:spPr>
          <a:xfrm>
            <a:off x="2329200" y="4980600"/>
            <a:ext cx="3620160" cy="191160"/>
          </a:xfrm>
          <a:prstGeom prst="rect">
            <a:avLst/>
          </a:prstGeom>
          <a:noFill/>
          <a:ln w="0">
            <a:noFill/>
          </a:ln>
        </p:spPr>
        <p:txBody>
          <a:bodyPr wrap="none" lIns="0" tIns="0" rIns="0" bIns="0" anchor="t">
            <a:spAutoFit/>
          </a:bodyPr>
          <a:p>
            <a:pPr/>
            <a:r>
              <a:rPr lang="ja-JP" sz="1500" b="0" u="none" strike="noStrike">
                <a:solidFill>
                  <a:srgbClr val="0969DA"/>
                </a:solidFill>
                <a:effectLst/>
                <a:uFillTx/>
                <a:latin typeface="HiraginoSans-W3"/>
                <a:ea typeface="HiraginoSans-W3"/>
              </a:rPr>
              <a:t>ですべての⽇常業務を爆速化しよう！</a:t>
            </a: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694" name=""/>
          <p:cNvSpPr txBox="1"/>
          <p:nvPr/>
        </p:nvSpPr>
        <p:spPr>
          <a:xfrm>
            <a:off x="5834520" y="4971600"/>
            <a:ext cx="16639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@minorun365, Qiita</a:t>
            </a:r>
            <a:endParaRPr lang="en-US" sz="1500" b="0" u="none" strike="noStrike">
              <a:solidFill>
                <a:srgbClr val="000000"/>
              </a:solidFill>
              <a:effectLst/>
              <a:uFillTx/>
              <a:latin typeface="游明朝体"/>
            </a:endParaRPr>
          </a:p>
        </p:txBody>
      </p:sp>
      <p:sp>
        <p:nvSpPr>
          <p:cNvPr id="1695" name=""/>
          <p:cNvSpPr txBox="1"/>
          <p:nvPr/>
        </p:nvSpPr>
        <p:spPr>
          <a:xfrm>
            <a:off x="7497720" y="498060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696" name=""/>
          <p:cNvSpPr txBox="1"/>
          <p:nvPr/>
        </p:nvSpPr>
        <p:spPr>
          <a:xfrm>
            <a:off x="7688160" y="4971600"/>
            <a:ext cx="3499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3</a:t>
            </a:r>
            <a:endParaRPr lang="en-US" sz="1500" b="0" u="none" strike="noStrike">
              <a:solidFill>
                <a:srgbClr val="000000"/>
              </a:solidFill>
              <a:effectLst/>
              <a:uFillTx/>
              <a:latin typeface="游明朝体"/>
            </a:endParaRPr>
          </a:p>
        </p:txBody>
      </p:sp>
      <p:sp>
        <p:nvSpPr>
          <p:cNvPr id="1697" name=""/>
          <p:cNvSpPr txBox="1"/>
          <p:nvPr/>
        </p:nvSpPr>
        <p:spPr>
          <a:xfrm>
            <a:off x="8037360" y="498060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a:t>
            </a:r>
            <a:endParaRPr lang="en-US" sz="1500" b="0" u="none" strike="noStrike">
              <a:solidFill>
                <a:srgbClr val="000000"/>
              </a:solidFill>
              <a:effectLst/>
              <a:uFillTx/>
              <a:latin typeface="游明朝体"/>
            </a:endParaRPr>
          </a:p>
        </p:txBody>
      </p:sp>
      <p:sp>
        <p:nvSpPr>
          <p:cNvPr id="1698" name=""/>
          <p:cNvSpPr txBox="1"/>
          <p:nvPr/>
        </p:nvSpPr>
        <p:spPr>
          <a:xfrm>
            <a:off x="8418600" y="4971600"/>
            <a:ext cx="11192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1699" name=""/>
          <p:cNvSpPr txBox="1"/>
          <p:nvPr/>
        </p:nvSpPr>
        <p:spPr>
          <a:xfrm>
            <a:off x="9536760" y="4980600"/>
            <a:ext cx="2096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を使い始めた際の最初の</a:t>
            </a:r>
            <a:endParaRPr lang="en-US" sz="1500" b="0" u="none" strike="noStrike">
              <a:solidFill>
                <a:srgbClr val="000000"/>
              </a:solidFill>
              <a:effectLst/>
              <a:uFillTx/>
              <a:latin typeface="游明朝体"/>
            </a:endParaRPr>
          </a:p>
        </p:txBody>
      </p:sp>
      <p:sp>
        <p:nvSpPr>
          <p:cNvPr id="1700" name=""/>
          <p:cNvSpPr txBox="1"/>
          <p:nvPr/>
        </p:nvSpPr>
        <p:spPr>
          <a:xfrm>
            <a:off x="533520" y="526644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参考資料</a:t>
            </a:r>
            <a:endParaRPr lang="en-US" sz="1500" b="0" u="none" strike="noStrike">
              <a:solidFill>
                <a:srgbClr val="000000"/>
              </a:solidFill>
              <a:effectLst/>
              <a:uFillTx/>
              <a:latin typeface="游明朝体"/>
            </a:endParaRPr>
          </a:p>
        </p:txBody>
      </p:sp>
      <p:sp>
        <p:nvSpPr>
          <p:cNvPr id="1701" name=""/>
          <p:cNvSpPr txBox="1"/>
          <p:nvPr/>
        </p:nvSpPr>
        <p:spPr>
          <a:xfrm>
            <a:off x="533520" y="5695560"/>
            <a:ext cx="5537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https://qiita.com/minorun365/items/114f53def8cb0db60f47</a:t>
            </a:r>
            <a:endParaRPr lang="en-US" sz="1500" b="0" u="none" strike="noStrike">
              <a:solidFill>
                <a:srgbClr val="000000"/>
              </a:solidFill>
              <a:effectLst/>
              <a:uFillTx/>
              <a:latin typeface="游明朝体"/>
            </a:endParaRPr>
          </a:p>
        </p:txBody>
      </p:sp>
      <p:sp>
        <p:nvSpPr>
          <p:cNvPr id="1702"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22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s.023.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LibreOffice/26.2.4.2$MacOSX_AARCH64 LibreOffice_project/0229ac93fcf0d7cbc6376066c6f35021cef002dc</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ja-JP</dc:language>
  <cp:lastModifiedBy/>
  <cp:revision>0</cp:revision>
  <dc:subject/>
  <dc:title/>
</cp:coreProperties>
</file>