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5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5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2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19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 name=""/>
          <p:cNvSpPr txBox="1"/>
          <p:nvPr/>
        </p:nvSpPr>
        <p:spPr>
          <a:xfrm>
            <a:off x="533520" y="19029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0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txBox="1"/>
          <p:nvPr/>
        </p:nvSpPr>
        <p:spPr>
          <a:xfrm>
            <a:off x="533520" y="20840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552240" y="480996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4"/>
                </a:lnTo>
                <a:cubicBezTo>
                  <a:pt x="30851" y="1178"/>
                  <a:pt x="30849" y="1192"/>
                  <a:pt x="30843" y="1205"/>
                </a:cubicBezTo>
                <a:cubicBezTo>
                  <a:pt x="30838" y="1218"/>
                  <a:pt x="30830" y="1229"/>
                  <a:pt x="30820" y="1240"/>
                </a:cubicBezTo>
                <a:cubicBezTo>
                  <a:pt x="30811" y="1250"/>
                  <a:pt x="30799" y="1258"/>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9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621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757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66720"/>
            <a:ext cx="83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757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667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527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7572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5696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6596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5696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429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6596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4756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5656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47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4756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335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56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4716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4716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66880"/>
            <a:ext cx="57600" cy="57600"/>
          </a:xfrm>
          <a:custGeom>
            <a:avLst/>
            <a:gdLst/>
            <a:ahLst/>
            <a:rect l="0" t="0" r="r" b="b"/>
            <a:pathLst>
              <a:path w="160" h="160">
                <a:moveTo>
                  <a:pt x="160" y="80"/>
                </a:moveTo>
                <a:cubicBezTo>
                  <a:pt x="160" y="90"/>
                  <a:pt x="158" y="100"/>
                  <a:pt x="154" y="110"/>
                </a:cubicBezTo>
                <a:cubicBezTo>
                  <a:pt x="150" y="120"/>
                  <a:pt x="144" y="129"/>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9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804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8048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7148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804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71480"/>
            <a:ext cx="526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804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4172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33080"/>
            <a:ext cx="3603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41720"/>
            <a:ext cx="3627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7620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4172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2"/>
                </a:lnTo>
                <a:lnTo>
                  <a:pt x="0" y="982"/>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3"/>
                </a:lnTo>
                <a:lnTo>
                  <a:pt x="0" y="3163"/>
                </a:lnTo>
                <a:lnTo>
                  <a:pt x="0" y="3054"/>
                </a:lnTo>
                <a:lnTo>
                  <a:pt x="37" y="3054"/>
                </a:lnTo>
                <a:moveTo>
                  <a:pt x="37" y="3273"/>
                </a:moveTo>
                <a:lnTo>
                  <a:pt x="37" y="3383"/>
                </a:lnTo>
                <a:lnTo>
                  <a:pt x="0" y="3383"/>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2"/>
                </a:lnTo>
                <a:lnTo>
                  <a:pt x="0" y="7092"/>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2"/>
                </a:lnTo>
                <a:lnTo>
                  <a:pt x="0" y="9492"/>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2"/>
                </a:lnTo>
                <a:lnTo>
                  <a:pt x="0" y="11892"/>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6" y="158"/>
                  <a:pt x="13098" y="170"/>
                  <a:pt x="13098" y="182"/>
                </a:cubicBezTo>
                <a:lnTo>
                  <a:pt x="13098" y="983"/>
                </a:lnTo>
                <a:cubicBezTo>
                  <a:pt x="13098" y="995"/>
                  <a:pt x="13096"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4"/>
                  <a:pt x="30"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0" y="81"/>
                </a:cubicBezTo>
                <a:cubicBezTo>
                  <a:pt x="37" y="71"/>
                  <a:pt x="45" y="62"/>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327"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8356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2796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851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97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7"/>
                </a:cubicBezTo>
                <a:cubicBezTo>
                  <a:pt x="786" y="829"/>
                  <a:pt x="763" y="848"/>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8"/>
                  <a:pt x="162" y="829"/>
                  <a:pt x="140" y="807"/>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407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3516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2644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8364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5082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2" y="236"/>
                  <a:pt x="80" y="210"/>
                </a:cubicBezTo>
                <a:cubicBezTo>
                  <a:pt x="97" y="184"/>
                  <a:pt x="118" y="160"/>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392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2176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2492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824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3066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2" y="237"/>
                  <a:pt x="80" y="211"/>
                </a:cubicBezTo>
                <a:cubicBezTo>
                  <a:pt x="97" y="184"/>
                  <a:pt x="118" y="160"/>
                  <a:pt x="140" y="138"/>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8"/>
                </a:cubicBezTo>
                <a:cubicBezTo>
                  <a:pt x="830" y="160"/>
                  <a:pt x="850" y="184"/>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380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202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2340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9716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99240"/>
            <a:ext cx="196920" cy="196560"/>
          </a:xfrm>
          <a:custGeom>
            <a:avLst/>
            <a:gdLst/>
            <a:ahLst/>
            <a:rect l="0" t="0" r="r" b="b"/>
            <a:pathLst>
              <a:path w="547" h="546">
                <a:moveTo>
                  <a:pt x="547" y="546"/>
                </a:moveTo>
                <a:lnTo>
                  <a:pt x="0" y="273"/>
                </a:lnTo>
                <a:lnTo>
                  <a:pt x="547" y="0"/>
                </a:lnTo>
                <a:lnTo>
                  <a:pt x="547" y="546"/>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3652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20344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274"/>
                </a:lnTo>
                <a:cubicBezTo>
                  <a:pt x="12007" y="1286"/>
                  <a:pt x="12006" y="1297"/>
                  <a:pt x="12003" y="1309"/>
                </a:cubicBezTo>
                <a:cubicBezTo>
                  <a:pt x="12001" y="1321"/>
                  <a:pt x="11998" y="1332"/>
                  <a:pt x="11993" y="1343"/>
                </a:cubicBezTo>
                <a:cubicBezTo>
                  <a:pt x="11989" y="1354"/>
                  <a:pt x="11983" y="1365"/>
                  <a:pt x="11976" y="1375"/>
                </a:cubicBezTo>
                <a:cubicBezTo>
                  <a:pt x="11970" y="1385"/>
                  <a:pt x="11962" y="1394"/>
                  <a:pt x="11954" y="1402"/>
                </a:cubicBezTo>
                <a:cubicBezTo>
                  <a:pt x="11945" y="1411"/>
                  <a:pt x="11936" y="1418"/>
                  <a:pt x="11926" y="1425"/>
                </a:cubicBezTo>
                <a:cubicBezTo>
                  <a:pt x="11916" y="1431"/>
                  <a:pt x="11906" y="1437"/>
                  <a:pt x="11895" y="1442"/>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2"/>
                </a:cubicBezTo>
                <a:cubicBezTo>
                  <a:pt x="102" y="1437"/>
                  <a:pt x="91" y="1431"/>
                  <a:pt x="81" y="1425"/>
                </a:cubicBezTo>
                <a:cubicBezTo>
                  <a:pt x="71" y="1418"/>
                  <a:pt x="62" y="1411"/>
                  <a:pt x="54" y="1402"/>
                </a:cubicBezTo>
                <a:cubicBezTo>
                  <a:pt x="45" y="1394"/>
                  <a:pt x="38" y="1385"/>
                  <a:pt x="31" y="1375"/>
                </a:cubicBezTo>
                <a:cubicBezTo>
                  <a:pt x="24" y="1365"/>
                  <a:pt x="19" y="1354"/>
                  <a:pt x="14" y="1343"/>
                </a:cubicBezTo>
                <a:cubicBezTo>
                  <a:pt x="10" y="1332"/>
                  <a:pt x="6" y="1321"/>
                  <a:pt x="4" y="1309"/>
                </a:cubicBezTo>
                <a:cubicBezTo>
                  <a:pt x="2" y="1297"/>
                  <a:pt x="0" y="1286"/>
                  <a:pt x="0" y="1274"/>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9696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4"/>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6"/>
                </a:moveTo>
                <a:lnTo>
                  <a:pt x="0" y="1087"/>
                </a:lnTo>
                <a:lnTo>
                  <a:pt x="37" y="1087"/>
                </a:lnTo>
                <a:lnTo>
                  <a:pt x="37" y="1196"/>
                </a:lnTo>
                <a:lnTo>
                  <a:pt x="0" y="1196"/>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9"/>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8192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3340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7" y="158"/>
                  <a:pt x="13098" y="170"/>
                  <a:pt x="13098" y="182"/>
                </a:cubicBezTo>
                <a:lnTo>
                  <a:pt x="13098" y="983"/>
                </a:lnTo>
                <a:cubicBezTo>
                  <a:pt x="13098" y="995"/>
                  <a:pt x="13097"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4"/>
                  <a:pt x="31"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1" y="81"/>
                </a:cubicBezTo>
                <a:cubicBezTo>
                  <a:pt x="37" y="71"/>
                  <a:pt x="45" y="62"/>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2132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8356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2796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851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97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7"/>
                </a:cubicBezTo>
                <a:cubicBezTo>
                  <a:pt x="787" y="829"/>
                  <a:pt x="763" y="848"/>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8"/>
                  <a:pt x="161" y="829"/>
                  <a:pt x="139" y="807"/>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4072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463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2644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8364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5082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3" y="236"/>
                  <a:pt x="80" y="210"/>
                </a:cubicBezTo>
                <a:cubicBezTo>
                  <a:pt x="97" y="184"/>
                  <a:pt x="117" y="160"/>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3920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448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2492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824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3066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3" y="237"/>
                  <a:pt x="80" y="211"/>
                </a:cubicBezTo>
                <a:cubicBezTo>
                  <a:pt x="97" y="184"/>
                  <a:pt x="117" y="160"/>
                  <a:pt x="139" y="138"/>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8"/>
                </a:cubicBezTo>
                <a:cubicBezTo>
                  <a:pt x="830" y="160"/>
                  <a:pt x="850" y="184"/>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3804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436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2340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9716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99240"/>
            <a:ext cx="196560" cy="196560"/>
          </a:xfrm>
          <a:custGeom>
            <a:avLst/>
            <a:gdLst/>
            <a:ahLst/>
            <a:rect l="0" t="0" r="r" b="b"/>
            <a:pathLst>
              <a:path w="546" h="546">
                <a:moveTo>
                  <a:pt x="0" y="0"/>
                </a:moveTo>
                <a:lnTo>
                  <a:pt x="546" y="273"/>
                </a:lnTo>
                <a:lnTo>
                  <a:pt x="0" y="546"/>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365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20344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274"/>
                </a:lnTo>
                <a:cubicBezTo>
                  <a:pt x="12006" y="1286"/>
                  <a:pt x="12005" y="1297"/>
                  <a:pt x="12003" y="1309"/>
                </a:cubicBezTo>
                <a:cubicBezTo>
                  <a:pt x="12000" y="1321"/>
                  <a:pt x="11997" y="1332"/>
                  <a:pt x="11992" y="1343"/>
                </a:cubicBezTo>
                <a:cubicBezTo>
                  <a:pt x="11988" y="1354"/>
                  <a:pt x="11982" y="1365"/>
                  <a:pt x="11975" y="1375"/>
                </a:cubicBezTo>
                <a:cubicBezTo>
                  <a:pt x="11969" y="1385"/>
                  <a:pt x="11961" y="1394"/>
                  <a:pt x="11953" y="1402"/>
                </a:cubicBezTo>
                <a:cubicBezTo>
                  <a:pt x="11944" y="1411"/>
                  <a:pt x="11935" y="1418"/>
                  <a:pt x="11925" y="1425"/>
                </a:cubicBezTo>
                <a:cubicBezTo>
                  <a:pt x="11915" y="1431"/>
                  <a:pt x="11905" y="1437"/>
                  <a:pt x="11894" y="1442"/>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2"/>
                </a:cubicBezTo>
                <a:cubicBezTo>
                  <a:pt x="101" y="1437"/>
                  <a:pt x="90" y="1431"/>
                  <a:pt x="80" y="1425"/>
                </a:cubicBezTo>
                <a:cubicBezTo>
                  <a:pt x="70" y="1418"/>
                  <a:pt x="61" y="1411"/>
                  <a:pt x="53" y="1402"/>
                </a:cubicBezTo>
                <a:cubicBezTo>
                  <a:pt x="44" y="1394"/>
                  <a:pt x="37" y="1385"/>
                  <a:pt x="30" y="1375"/>
                </a:cubicBezTo>
                <a:cubicBezTo>
                  <a:pt x="24" y="1365"/>
                  <a:pt x="18" y="1354"/>
                  <a:pt x="13" y="1343"/>
                </a:cubicBezTo>
                <a:cubicBezTo>
                  <a:pt x="9" y="1332"/>
                  <a:pt x="5" y="1321"/>
                  <a:pt x="3" y="1309"/>
                </a:cubicBezTo>
                <a:cubicBezTo>
                  <a:pt x="1" y="1297"/>
                  <a:pt x="0" y="1286"/>
                  <a:pt x="0" y="1274"/>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8516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3340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2132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552240" y="5143320"/>
            <a:ext cx="11106360" cy="1276560"/>
          </a:xfrm>
          <a:custGeom>
            <a:avLst/>
            <a:gdLst/>
            <a:ahLst/>
            <a:rect l="0" t="0" r="r" b="b"/>
            <a:pathLst>
              <a:path w="30851" h="3546">
                <a:moveTo>
                  <a:pt x="0" y="3546"/>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441"/>
                </a:lnTo>
                <a:cubicBezTo>
                  <a:pt x="30851" y="3455"/>
                  <a:pt x="30849" y="3468"/>
                  <a:pt x="30843" y="3481"/>
                </a:cubicBezTo>
                <a:cubicBezTo>
                  <a:pt x="30838" y="3494"/>
                  <a:pt x="30830" y="3505"/>
                  <a:pt x="30820" y="3515"/>
                </a:cubicBezTo>
                <a:cubicBezTo>
                  <a:pt x="30811" y="3525"/>
                  <a:pt x="30799" y="3533"/>
                  <a:pt x="30786" y="3538"/>
                </a:cubicBezTo>
                <a:cubicBezTo>
                  <a:pt x="30773" y="3544"/>
                  <a:pt x="30760" y="3546"/>
                  <a:pt x="30746"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43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76200"/>
            <a:ext cx="3999960" cy="2437920"/>
          </a:xfrm>
          <a:prstGeom prst="rect">
            <a:avLst/>
          </a:prstGeom>
          <a:noFill/>
          <a:ln w="0">
            <a:noFill/>
          </a:ln>
        </p:spPr>
      </p:pic>
      <p:sp>
        <p:nvSpPr>
          <p:cNvPr id="412" name=""/>
          <p:cNvSpPr/>
          <p:nvPr/>
        </p:nvSpPr>
        <p:spPr>
          <a:xfrm>
            <a:off x="629568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59"/>
                  <a:pt x="6" y="49"/>
                </a:cubicBezTo>
                <a:cubicBezTo>
                  <a:pt x="11" y="40"/>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420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33080"/>
            <a:ext cx="108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76160"/>
            <a:ext cx="692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8480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27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184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40948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40"/>
                  <a:pt x="16" y="31"/>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51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518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518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94880"/>
            <a:ext cx="2286720" cy="21204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めさせてマニュアル化 </a:t>
            </a: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85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9488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28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376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28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192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28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2820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1920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282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19200"/>
            <a:ext cx="473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70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75080"/>
            <a:ext cx="10700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5120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809320"/>
            <a:ext cx="1065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17960"/>
            <a:ext cx="7073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809320"/>
            <a:ext cx="202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1796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80932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1796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9408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552240" y="4638600"/>
            <a:ext cx="11106360" cy="457560"/>
          </a:xfrm>
          <a:custGeom>
            <a:avLst/>
            <a:gdLst/>
            <a:ahLst/>
            <a:rect l="0" t="0" r="r" b="b"/>
            <a:pathLst>
              <a:path w="30851" h="1271">
                <a:moveTo>
                  <a:pt x="0" y="1271"/>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2"/>
                  <a:pt x="30843" y="1205"/>
                </a:cubicBezTo>
                <a:cubicBezTo>
                  <a:pt x="30838" y="1218"/>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386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33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38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4708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38080"/>
            <a:ext cx="653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240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47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376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37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286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376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14680"/>
            <a:ext cx="57600" cy="57240"/>
          </a:xfrm>
          <a:custGeom>
            <a:avLst/>
            <a:gdLst/>
            <a:ahLst/>
            <a:rect l="0" t="0" r="r" b="b"/>
            <a:pathLst>
              <a:path w="160" h="159">
                <a:moveTo>
                  <a:pt x="160" y="79"/>
                </a:moveTo>
                <a:cubicBezTo>
                  <a:pt x="160" y="90"/>
                  <a:pt x="158" y="100"/>
                  <a:pt x="154" y="109"/>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376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279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18920"/>
            <a:ext cx="515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279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18920"/>
            <a:ext cx="667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9049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2792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185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9520"/>
            <a:ext cx="819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185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95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1852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9520"/>
            <a:ext cx="1764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955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8"/>
                  <a:pt x="90" y="160"/>
                  <a:pt x="80" y="160"/>
                </a:cubicBezTo>
                <a:cubicBezTo>
                  <a:pt x="69" y="160"/>
                  <a:pt x="59" y="158"/>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185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209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20012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20912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70000"/>
            <a:ext cx="3083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61720"/>
            <a:ext cx="11160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700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txBox="1"/>
          <p:nvPr/>
        </p:nvSpPr>
        <p:spPr>
          <a:xfrm>
            <a:off x="533520" y="316980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552240" y="581004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1933"/>
                </a:lnTo>
                <a:cubicBezTo>
                  <a:pt x="30851" y="1947"/>
                  <a:pt x="30849" y="1960"/>
                  <a:pt x="30843" y="1973"/>
                </a:cubicBezTo>
                <a:cubicBezTo>
                  <a:pt x="30838" y="1986"/>
                  <a:pt x="30830" y="1997"/>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100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304640"/>
            <a:ext cx="43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136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304640"/>
            <a:ext cx="70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1364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304640"/>
            <a:ext cx="378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136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304640"/>
            <a:ext cx="1316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136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304640"/>
            <a:ext cx="932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1364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99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75960"/>
            <a:ext cx="86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849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7596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75960"/>
            <a:ext cx="332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86000"/>
            <a:ext cx="10953360" cy="3295440"/>
          </a:xfrm>
          <a:prstGeom prst="rect">
            <a:avLst/>
          </a:prstGeom>
          <a:noFill/>
          <a:ln w="0">
            <a:noFill/>
          </a:ln>
        </p:spPr>
      </p:pic>
      <p:sp>
        <p:nvSpPr>
          <p:cNvPr id="540" name=""/>
          <p:cNvSpPr txBox="1"/>
          <p:nvPr/>
        </p:nvSpPr>
        <p:spPr>
          <a:xfrm>
            <a:off x="322020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33160"/>
            <a:ext cx="4644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418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33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41800"/>
            <a:ext cx="56228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1792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2096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1792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20964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179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42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330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42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3308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8480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278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1848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61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52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61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42800"/>
            <a:ext cx="445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42800"/>
            <a:ext cx="364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42800"/>
            <a:ext cx="72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51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94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85880"/>
            <a:ext cx="744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948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858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94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282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1920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282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709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615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30460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711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62160"/>
            <a:ext cx="4199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4800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42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76200"/>
            <a:ext cx="2790360" cy="4571640"/>
          </a:xfrm>
          <a:prstGeom prst="rect">
            <a:avLst/>
          </a:prstGeom>
          <a:noFill/>
          <a:ln w="0">
            <a:noFill/>
          </a:ln>
        </p:spPr>
      </p:pic>
      <p:pic>
        <p:nvPicPr>
          <p:cNvPr id="596" name=""/>
          <p:cNvPicPr/>
          <p:nvPr/>
        </p:nvPicPr>
        <p:blipFill>
          <a:blip r:embed="rId2"/>
          <a:stretch/>
        </p:blipFill>
        <p:spPr>
          <a:xfrm>
            <a:off x="9001080" y="1276200"/>
            <a:ext cx="1999800" cy="4571640"/>
          </a:xfrm>
          <a:prstGeom prst="rect">
            <a:avLst/>
          </a:prstGeom>
          <a:noFill/>
          <a:ln w="0">
            <a:noFill/>
          </a:ln>
        </p:spPr>
      </p:pic>
      <p:sp>
        <p:nvSpPr>
          <p:cNvPr id="597" name=""/>
          <p:cNvSpPr txBox="1"/>
          <p:nvPr/>
        </p:nvSpPr>
        <p:spPr>
          <a:xfrm>
            <a:off x="914400" y="6333840"/>
            <a:ext cx="3818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533160" y="5895720"/>
            <a:ext cx="11125440" cy="914760"/>
          </a:xfrm>
          <a:custGeom>
            <a:avLst/>
            <a:gdLst/>
            <a:ahLst/>
            <a:rect l="0" t="0" r="r" b="b"/>
            <a:pathLst>
              <a:path w="30904" h="2541">
                <a:moveTo>
                  <a:pt x="0" y="2382"/>
                </a:moveTo>
                <a:lnTo>
                  <a:pt x="0" y="160"/>
                </a:lnTo>
                <a:cubicBezTo>
                  <a:pt x="0" y="150"/>
                  <a:pt x="1" y="139"/>
                  <a:pt x="3" y="129"/>
                </a:cubicBezTo>
                <a:cubicBezTo>
                  <a:pt x="5" y="118"/>
                  <a:pt x="8" y="108"/>
                  <a:pt x="12" y="98"/>
                </a:cubicBezTo>
                <a:cubicBezTo>
                  <a:pt x="16" y="89"/>
                  <a:pt x="21" y="79"/>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79"/>
                  <a:pt x="30888" y="89"/>
                  <a:pt x="30892" y="98"/>
                </a:cubicBezTo>
                <a:cubicBezTo>
                  <a:pt x="30896" y="108"/>
                  <a:pt x="30899" y="118"/>
                  <a:pt x="30901" y="129"/>
                </a:cubicBezTo>
                <a:cubicBezTo>
                  <a:pt x="30903" y="139"/>
                  <a:pt x="30904" y="150"/>
                  <a:pt x="30904" y="160"/>
                </a:cubicBezTo>
                <a:lnTo>
                  <a:pt x="30904" y="2382"/>
                </a:lnTo>
                <a:cubicBezTo>
                  <a:pt x="30904" y="2393"/>
                  <a:pt x="30903" y="2403"/>
                  <a:pt x="30901" y="2413"/>
                </a:cubicBezTo>
                <a:cubicBezTo>
                  <a:pt x="30899" y="2424"/>
                  <a:pt x="30896" y="2434"/>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4"/>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6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62120"/>
            <a:ext cx="5429520" cy="1010160"/>
          </a:xfrm>
          <a:custGeom>
            <a:avLst/>
            <a:gdLst/>
            <a:ahLst/>
            <a:rect l="0" t="0" r="r" b="b"/>
            <a:pathLst>
              <a:path w="15082" h="2806">
                <a:moveTo>
                  <a:pt x="0" y="2806"/>
                </a:moveTo>
                <a:lnTo>
                  <a:pt x="0" y="0"/>
                </a:lnTo>
                <a:lnTo>
                  <a:pt x="14976" y="0"/>
                </a:lnTo>
                <a:cubicBezTo>
                  <a:pt x="14991" y="0"/>
                  <a:pt x="15004" y="3"/>
                  <a:pt x="15017" y="8"/>
                </a:cubicBezTo>
                <a:cubicBezTo>
                  <a:pt x="15030" y="14"/>
                  <a:pt x="15041" y="21"/>
                  <a:pt x="15051" y="31"/>
                </a:cubicBezTo>
                <a:cubicBezTo>
                  <a:pt x="15061" y="41"/>
                  <a:pt x="15069" y="53"/>
                  <a:pt x="15074" y="66"/>
                </a:cubicBezTo>
                <a:cubicBezTo>
                  <a:pt x="15080" y="79"/>
                  <a:pt x="15082" y="92"/>
                  <a:pt x="15082" y="106"/>
                </a:cubicBezTo>
                <a:lnTo>
                  <a:pt x="15082" y="2700"/>
                </a:lnTo>
                <a:cubicBezTo>
                  <a:pt x="15082" y="2714"/>
                  <a:pt x="15080" y="2728"/>
                  <a:pt x="15074" y="2741"/>
                </a:cubicBezTo>
                <a:cubicBezTo>
                  <a:pt x="15069" y="2754"/>
                  <a:pt x="15061" y="2765"/>
                  <a:pt x="15051" y="2775"/>
                </a:cubicBezTo>
                <a:cubicBezTo>
                  <a:pt x="15041" y="2785"/>
                  <a:pt x="15030" y="2793"/>
                  <a:pt x="15017" y="2798"/>
                </a:cubicBezTo>
                <a:cubicBezTo>
                  <a:pt x="15004" y="2803"/>
                  <a:pt x="14991" y="2806"/>
                  <a:pt x="14976" y="2806"/>
                </a:cubicBezTo>
                <a:lnTo>
                  <a:pt x="0" y="280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6212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612" name=""/>
          <p:cNvSpPr txBox="1"/>
          <p:nvPr/>
        </p:nvSpPr>
        <p:spPr>
          <a:xfrm>
            <a:off x="799920" y="1342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33080"/>
            <a:ext cx="1302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42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76160"/>
            <a:ext cx="29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84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76160"/>
            <a:ext cx="427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848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754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184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409480"/>
            <a:ext cx="21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800080"/>
            <a:ext cx="9072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800080"/>
            <a:ext cx="143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800080"/>
            <a:ext cx="61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809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42800"/>
            <a:ext cx="124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518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428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948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52440"/>
            <a:ext cx="401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9388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85600"/>
            <a:ext cx="2491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9388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7000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7000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19240"/>
            <a:ext cx="5429520" cy="1276560"/>
          </a:xfrm>
          <a:custGeom>
            <a:avLst/>
            <a:gdLst/>
            <a:ahLst/>
            <a:rect l="0" t="0" r="r" b="b"/>
            <a:pathLst>
              <a:path w="15082" h="3546">
                <a:moveTo>
                  <a:pt x="0" y="3546"/>
                </a:moveTo>
                <a:lnTo>
                  <a:pt x="0" y="0"/>
                </a:lnTo>
                <a:lnTo>
                  <a:pt x="14977" y="0"/>
                </a:lnTo>
                <a:cubicBezTo>
                  <a:pt x="14991" y="0"/>
                  <a:pt x="15004" y="2"/>
                  <a:pt x="15017" y="8"/>
                </a:cubicBezTo>
                <a:cubicBezTo>
                  <a:pt x="15030" y="13"/>
                  <a:pt x="15042" y="21"/>
                  <a:pt x="15051" y="31"/>
                </a:cubicBezTo>
                <a:cubicBezTo>
                  <a:pt x="15061" y="41"/>
                  <a:pt x="15069" y="52"/>
                  <a:pt x="15074" y="65"/>
                </a:cubicBezTo>
                <a:cubicBezTo>
                  <a:pt x="15080" y="78"/>
                  <a:pt x="15082" y="91"/>
                  <a:pt x="15082" y="105"/>
                </a:cubicBezTo>
                <a:lnTo>
                  <a:pt x="15082" y="3440"/>
                </a:lnTo>
                <a:cubicBezTo>
                  <a:pt x="15082" y="3454"/>
                  <a:pt x="15080" y="3468"/>
                  <a:pt x="15074" y="3481"/>
                </a:cubicBezTo>
                <a:cubicBezTo>
                  <a:pt x="15069" y="3494"/>
                  <a:pt x="15061" y="3505"/>
                  <a:pt x="15051" y="3515"/>
                </a:cubicBezTo>
                <a:cubicBezTo>
                  <a:pt x="15042" y="3525"/>
                  <a:pt x="15030" y="3533"/>
                  <a:pt x="15017" y="3538"/>
                </a:cubicBezTo>
                <a:cubicBezTo>
                  <a:pt x="15004" y="3543"/>
                  <a:pt x="14991" y="3546"/>
                  <a:pt x="14977"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192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3676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1400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2300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1820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5064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2712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93880"/>
            <a:ext cx="25398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70000"/>
            <a:ext cx="3446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5628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6384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5628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6384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5628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6384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562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6384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5628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6384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30180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9424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30180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533520" y="316980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5216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6980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 name=""/>
          <p:cNvSpPr/>
          <p:nvPr/>
        </p:nvSpPr>
        <p:spPr>
          <a:xfrm>
            <a:off x="552240" y="620064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1"/>
                </a:lnTo>
                <a:cubicBezTo>
                  <a:pt x="30851" y="1206"/>
                  <a:pt x="30849" y="1219"/>
                  <a:pt x="30843" y="1232"/>
                </a:cubicBezTo>
                <a:cubicBezTo>
                  <a:pt x="30838" y="1245"/>
                  <a:pt x="30830" y="1256"/>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20064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33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42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848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27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706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522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612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1042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470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380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337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470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4732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383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4732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940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28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7"/>
                  <a:pt x="40" y="11"/>
                  <a:pt x="49" y="7"/>
                </a:cubicBezTo>
                <a:cubicBezTo>
                  <a:pt x="59" y="3"/>
                  <a:pt x="69" y="0"/>
                  <a:pt x="80" y="0"/>
                </a:cubicBezTo>
                <a:cubicBezTo>
                  <a:pt x="90" y="0"/>
                  <a:pt x="101" y="3"/>
                  <a:pt x="111" y="7"/>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5184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4244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855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76200"/>
            <a:ext cx="3400200" cy="3333240"/>
          </a:xfrm>
          <a:prstGeom prst="rect">
            <a:avLst/>
          </a:prstGeom>
          <a:noFill/>
          <a:ln w="0">
            <a:noFill/>
          </a:ln>
        </p:spPr>
      </p:pic>
      <p:pic>
        <p:nvPicPr>
          <p:cNvPr id="707" name=""/>
          <p:cNvPicPr/>
          <p:nvPr/>
        </p:nvPicPr>
        <p:blipFill>
          <a:blip r:embed="rId2"/>
          <a:stretch/>
        </p:blipFill>
        <p:spPr>
          <a:xfrm>
            <a:off x="8429760" y="1276200"/>
            <a:ext cx="3400200" cy="3333240"/>
          </a:xfrm>
          <a:prstGeom prst="rect">
            <a:avLst/>
          </a:prstGeom>
          <a:noFill/>
          <a:ln w="0">
            <a:noFill/>
          </a:ln>
        </p:spPr>
      </p:pic>
      <p:sp>
        <p:nvSpPr>
          <p:cNvPr id="708" name=""/>
          <p:cNvSpPr txBox="1"/>
          <p:nvPr/>
        </p:nvSpPr>
        <p:spPr>
          <a:xfrm>
            <a:off x="799920" y="56282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6416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7028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7028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6416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7028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7028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7044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6432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7044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32400"/>
            <a:ext cx="6710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23760"/>
            <a:ext cx="104544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3240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552240" y="551484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3"/>
                  <a:pt x="30843" y="1206"/>
                </a:cubicBezTo>
                <a:cubicBezTo>
                  <a:pt x="30838" y="1219"/>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1484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733" name=""/>
          <p:cNvSpPr txBox="1"/>
          <p:nvPr/>
        </p:nvSpPr>
        <p:spPr>
          <a:xfrm>
            <a:off x="533520" y="17420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27880"/>
            <a:ext cx="4763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42880"/>
            <a:ext cx="2429280" cy="200520"/>
          </a:xfrm>
          <a:custGeom>
            <a:avLst/>
            <a:gdLst/>
            <a:ahLst/>
            <a:rect l="0" t="0" r="r" b="b"/>
            <a:pathLst>
              <a:path w="6748" h="557">
                <a:moveTo>
                  <a:pt x="0" y="477"/>
                </a:moveTo>
                <a:lnTo>
                  <a:pt x="0" y="80"/>
                </a:lnTo>
                <a:cubicBezTo>
                  <a:pt x="0" y="69"/>
                  <a:pt x="2" y="59"/>
                  <a:pt x="6" y="49"/>
                </a:cubicBezTo>
                <a:cubicBezTo>
                  <a:pt x="10" y="40"/>
                  <a:pt x="16" y="31"/>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1"/>
                  <a:pt x="6738" y="40"/>
                  <a:pt x="6742" y="49"/>
                </a:cubicBezTo>
                <a:cubicBezTo>
                  <a:pt x="6746" y="59"/>
                  <a:pt x="6748" y="69"/>
                  <a:pt x="6748" y="80"/>
                </a:cubicBezTo>
                <a:lnTo>
                  <a:pt x="6748" y="477"/>
                </a:lnTo>
                <a:cubicBezTo>
                  <a:pt x="6748" y="488"/>
                  <a:pt x="6746" y="498"/>
                  <a:pt x="6742" y="508"/>
                </a:cubicBezTo>
                <a:cubicBezTo>
                  <a:pt x="6738" y="518"/>
                  <a:pt x="6732" y="526"/>
                  <a:pt x="6725" y="534"/>
                </a:cubicBezTo>
                <a:cubicBezTo>
                  <a:pt x="6718" y="541"/>
                  <a:pt x="6709" y="547"/>
                  <a:pt x="6699" y="551"/>
                </a:cubicBezTo>
                <a:cubicBezTo>
                  <a:pt x="6689" y="555"/>
                  <a:pt x="6679" y="557"/>
                  <a:pt x="6669" y="557"/>
                </a:cubicBezTo>
                <a:lnTo>
                  <a:pt x="80" y="557"/>
                </a:lnTo>
                <a:cubicBezTo>
                  <a:pt x="69" y="557"/>
                  <a:pt x="59" y="555"/>
                  <a:pt x="49" y="551"/>
                </a:cubicBezTo>
                <a:cubicBezTo>
                  <a:pt x="40" y="547"/>
                  <a:pt x="31" y="541"/>
                  <a:pt x="24" y="534"/>
                </a:cubicBezTo>
                <a:cubicBezTo>
                  <a:pt x="16" y="526"/>
                  <a:pt x="10" y="518"/>
                  <a:pt x="6" y="508"/>
                </a:cubicBezTo>
                <a:cubicBezTo>
                  <a:pt x="2" y="498"/>
                  <a:pt x="0" y="488"/>
                  <a:pt x="0" y="477"/>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13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5116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137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704960"/>
            <a:ext cx="4952520" cy="280944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46600"/>
            <a:ext cx="7980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542880" y="3981240"/>
            <a:ext cx="1648080" cy="381240"/>
          </a:xfrm>
          <a:custGeom>
            <a:avLst/>
            <a:gdLst/>
            <a:ahLst/>
            <a:rect l="0" t="0" r="r" b="b"/>
            <a:pathLst>
              <a:path w="4578" h="1059">
                <a:moveTo>
                  <a:pt x="20" y="20"/>
                </a:moveTo>
                <a:cubicBezTo>
                  <a:pt x="27" y="13"/>
                  <a:pt x="35" y="6"/>
                  <a:pt x="44" y="0"/>
                </a:cubicBezTo>
                <a:lnTo>
                  <a:pt x="4578" y="0"/>
                </a:lnTo>
                <a:lnTo>
                  <a:pt x="4578" y="1059"/>
                </a:lnTo>
                <a:lnTo>
                  <a:pt x="0" y="1059"/>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812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812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763" name=""/>
          <p:cNvPicPr/>
          <p:nvPr/>
        </p:nvPicPr>
        <p:blipFill>
          <a:blip r:embed="rId1"/>
          <a:stretch/>
        </p:blipFill>
        <p:spPr>
          <a:xfrm>
            <a:off x="533520" y="3962520"/>
            <a:ext cx="5447880" cy="1549080"/>
          </a:xfrm>
          <a:prstGeom prst="rect">
            <a:avLst/>
          </a:prstGeom>
          <a:noFill/>
          <a:ln w="0">
            <a:noFill/>
          </a:ln>
        </p:spPr>
      </p:pic>
      <p:pic>
        <p:nvPicPr>
          <p:cNvPr id="764" name=""/>
          <p:cNvPicPr/>
          <p:nvPr/>
        </p:nvPicPr>
        <p:blipFill>
          <a:blip r:embed="rId2"/>
          <a:stretch/>
        </p:blipFill>
        <p:spPr>
          <a:xfrm>
            <a:off x="533520" y="5511960"/>
            <a:ext cx="5447880" cy="0"/>
          </a:xfrm>
          <a:prstGeom prst="rect">
            <a:avLst/>
          </a:prstGeom>
          <a:noFill/>
          <a:ln w="0">
            <a:noFill/>
          </a:ln>
        </p:spPr>
      </p:pic>
      <p:pic>
        <p:nvPicPr>
          <p:cNvPr id="765" name=""/>
          <p:cNvPicPr/>
          <p:nvPr/>
        </p:nvPicPr>
        <p:blipFill>
          <a:blip r:embed="rId3"/>
          <a:stretch/>
        </p:blipFill>
        <p:spPr>
          <a:xfrm>
            <a:off x="533520" y="3962520"/>
            <a:ext cx="5447880" cy="1549080"/>
          </a:xfrm>
          <a:prstGeom prst="rect">
            <a:avLst/>
          </a:prstGeom>
          <a:noFill/>
          <a:ln w="0">
            <a:noFill/>
          </a:ln>
        </p:spPr>
      </p:pic>
      <p:pic>
        <p:nvPicPr>
          <p:cNvPr id="766" name=""/>
          <p:cNvPicPr/>
          <p:nvPr/>
        </p:nvPicPr>
        <p:blipFill>
          <a:blip r:embed="rId4"/>
          <a:stretch/>
        </p:blipFill>
        <p:spPr>
          <a:xfrm>
            <a:off x="533520" y="5511960"/>
            <a:ext cx="5447880" cy="0"/>
          </a:xfrm>
          <a:prstGeom prst="rect">
            <a:avLst/>
          </a:prstGeom>
          <a:noFill/>
          <a:ln w="0">
            <a:noFill/>
          </a:ln>
        </p:spPr>
      </p:pic>
      <p:pic>
        <p:nvPicPr>
          <p:cNvPr id="767" name=""/>
          <p:cNvPicPr/>
          <p:nvPr/>
        </p:nvPicPr>
        <p:blipFill>
          <a:blip r:embed="rId5"/>
          <a:stretch/>
        </p:blipFill>
        <p:spPr>
          <a:xfrm>
            <a:off x="533520" y="3962520"/>
            <a:ext cx="5447880" cy="1549080"/>
          </a:xfrm>
          <a:prstGeom prst="rect">
            <a:avLst/>
          </a:prstGeom>
          <a:noFill/>
          <a:ln w="0">
            <a:noFill/>
          </a:ln>
        </p:spPr>
      </p:pic>
      <p:pic>
        <p:nvPicPr>
          <p:cNvPr id="768" name=""/>
          <p:cNvPicPr/>
          <p:nvPr/>
        </p:nvPicPr>
        <p:blipFill>
          <a:blip r:embed="rId6"/>
          <a:stretch/>
        </p:blipFill>
        <p:spPr>
          <a:xfrm>
            <a:off x="533520" y="5511960"/>
            <a:ext cx="5447880" cy="0"/>
          </a:xfrm>
          <a:prstGeom prst="rect">
            <a:avLst/>
          </a:prstGeom>
          <a:noFill/>
          <a:ln w="0">
            <a:noFill/>
          </a:ln>
        </p:spPr>
      </p:pic>
      <p:sp>
        <p:nvSpPr>
          <p:cNvPr id="769" name=""/>
          <p:cNvSpPr/>
          <p:nvPr/>
        </p:nvSpPr>
        <p:spPr>
          <a:xfrm>
            <a:off x="542880" y="436212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6212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6212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24240"/>
            <a:ext cx="1648080" cy="381240"/>
          </a:xfrm>
          <a:custGeom>
            <a:avLst/>
            <a:gdLst/>
            <a:ahLst/>
            <a:rect l="0" t="0" r="r" b="b"/>
            <a:pathLst>
              <a:path w="4578" h="1059">
                <a:moveTo>
                  <a:pt x="132" y="1059"/>
                </a:moveTo>
                <a:cubicBezTo>
                  <a:pt x="111" y="1059"/>
                  <a:pt x="91" y="1055"/>
                  <a:pt x="71" y="1047"/>
                </a:cubicBezTo>
                <a:cubicBezTo>
                  <a:pt x="52" y="1039"/>
                  <a:pt x="35" y="1028"/>
                  <a:pt x="20" y="1013"/>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2424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2424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33160" y="399744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558720" y="397188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8088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190600" y="3971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334296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352680" y="3971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473364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533160" y="43527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2190600" y="43527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3352680" y="43527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8088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429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473364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5331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533160" y="47336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218088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2190600" y="47336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33429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3352680" y="47336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473364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533160" y="51242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533160" y="51148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218088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2190600" y="5114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334296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3352680" y="5114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473364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58720" y="5495760"/>
            <a:ext cx="1632240" cy="9720"/>
          </a:xfrm>
          <a:custGeom>
            <a:avLst/>
            <a:gdLst/>
            <a:ahLst/>
            <a:rect l="0" t="0" r="r" b="b"/>
            <a:pathLst>
              <a:path w="4534" h="27">
                <a:moveTo>
                  <a:pt x="88" y="27"/>
                </a:moveTo>
                <a:cubicBezTo>
                  <a:pt x="67" y="27"/>
                  <a:pt x="47" y="23"/>
                  <a:pt x="27" y="15"/>
                </a:cubicBezTo>
                <a:cubicBezTo>
                  <a:pt x="18" y="11"/>
                  <a:pt x="9" y="6"/>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2190600" y="549576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3352680" y="549576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814" name=""/>
          <p:cNvSpPr txBox="1"/>
          <p:nvPr/>
        </p:nvSpPr>
        <p:spPr>
          <a:xfrm>
            <a:off x="799920" y="13420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5" name=""/>
          <p:cNvSpPr txBox="1"/>
          <p:nvPr/>
        </p:nvSpPr>
        <p:spPr>
          <a:xfrm>
            <a:off x="4589280" y="13330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6" name=""/>
          <p:cNvSpPr txBox="1"/>
          <p:nvPr/>
        </p:nvSpPr>
        <p:spPr>
          <a:xfrm>
            <a:off x="5403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17" name=""/>
          <p:cNvSpPr txBox="1"/>
          <p:nvPr/>
        </p:nvSpPr>
        <p:spPr>
          <a:xfrm>
            <a:off x="5594760" y="1333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18" name=""/>
          <p:cNvSpPr txBox="1"/>
          <p:nvPr/>
        </p:nvSpPr>
        <p:spPr>
          <a:xfrm>
            <a:off x="570060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19"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txBox="1"/>
          <p:nvPr/>
        </p:nvSpPr>
        <p:spPr>
          <a:xfrm>
            <a:off x="799920" y="1684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1" name=""/>
          <p:cNvSpPr txBox="1"/>
          <p:nvPr/>
        </p:nvSpPr>
        <p:spPr>
          <a:xfrm>
            <a:off x="79992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2" name=""/>
          <p:cNvSpPr txBox="1"/>
          <p:nvPr/>
        </p:nvSpPr>
        <p:spPr>
          <a:xfrm>
            <a:off x="1360800" y="207540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3"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txBox="1"/>
          <p:nvPr/>
        </p:nvSpPr>
        <p:spPr>
          <a:xfrm>
            <a:off x="7999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5" name=""/>
          <p:cNvSpPr txBox="1"/>
          <p:nvPr/>
        </p:nvSpPr>
        <p:spPr>
          <a:xfrm>
            <a:off x="799920" y="28090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6" name=""/>
          <p:cNvSpPr txBox="1"/>
          <p:nvPr/>
        </p:nvSpPr>
        <p:spPr>
          <a:xfrm>
            <a:off x="156204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7" name=""/>
          <p:cNvSpPr txBox="1"/>
          <p:nvPr/>
        </p:nvSpPr>
        <p:spPr>
          <a:xfrm>
            <a:off x="1667880" y="2809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28" name=""/>
          <p:cNvSpPr txBox="1"/>
          <p:nvPr/>
        </p:nvSpPr>
        <p:spPr>
          <a:xfrm>
            <a:off x="585900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29" name=""/>
          <p:cNvSpPr/>
          <p:nvPr/>
        </p:nvSpPr>
        <p:spPr>
          <a:xfrm>
            <a:off x="618840" y="36288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txBox="1"/>
          <p:nvPr/>
        </p:nvSpPr>
        <p:spPr>
          <a:xfrm>
            <a:off x="7999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1" name=""/>
          <p:cNvSpPr txBox="1"/>
          <p:nvPr/>
        </p:nvSpPr>
        <p:spPr>
          <a:xfrm>
            <a:off x="79992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2" name=""/>
          <p:cNvSpPr txBox="1"/>
          <p:nvPr/>
        </p:nvSpPr>
        <p:spPr>
          <a:xfrm>
            <a:off x="1181160" y="3533400"/>
            <a:ext cx="371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3" name=""/>
          <p:cNvSpPr txBox="1"/>
          <p:nvPr/>
        </p:nvSpPr>
        <p:spPr>
          <a:xfrm>
            <a:off x="1551960" y="35424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4" name=""/>
          <p:cNvSpPr txBox="1"/>
          <p:nvPr/>
        </p:nvSpPr>
        <p:spPr>
          <a:xfrm>
            <a:off x="3456720" y="3533400"/>
            <a:ext cx="65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5" name=""/>
          <p:cNvSpPr txBox="1"/>
          <p:nvPr/>
        </p:nvSpPr>
        <p:spPr>
          <a:xfrm>
            <a:off x="4113000" y="35424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6" name=""/>
          <p:cNvSpPr txBox="1"/>
          <p:nvPr/>
        </p:nvSpPr>
        <p:spPr>
          <a:xfrm>
            <a:off x="666720" y="40737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37" name=""/>
          <p:cNvSpPr txBox="1"/>
          <p:nvPr/>
        </p:nvSpPr>
        <p:spPr>
          <a:xfrm>
            <a:off x="2317680" y="406584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38" name=""/>
          <p:cNvSpPr txBox="1"/>
          <p:nvPr/>
        </p:nvSpPr>
        <p:spPr>
          <a:xfrm>
            <a:off x="250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39" name=""/>
          <p:cNvSpPr txBox="1"/>
          <p:nvPr/>
        </p:nvSpPr>
        <p:spPr>
          <a:xfrm>
            <a:off x="2680200" y="406584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0" name=""/>
          <p:cNvSpPr txBox="1"/>
          <p:nvPr/>
        </p:nvSpPr>
        <p:spPr>
          <a:xfrm>
            <a:off x="304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1" name=""/>
          <p:cNvSpPr txBox="1"/>
          <p:nvPr/>
        </p:nvSpPr>
        <p:spPr>
          <a:xfrm>
            <a:off x="3477240" y="406584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2" name=""/>
          <p:cNvSpPr txBox="1"/>
          <p:nvPr/>
        </p:nvSpPr>
        <p:spPr>
          <a:xfrm>
            <a:off x="438552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3" name=""/>
          <p:cNvSpPr txBox="1"/>
          <p:nvPr/>
        </p:nvSpPr>
        <p:spPr>
          <a:xfrm>
            <a:off x="4556880" y="406584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4" name=""/>
          <p:cNvSpPr txBox="1"/>
          <p:nvPr/>
        </p:nvSpPr>
        <p:spPr>
          <a:xfrm>
            <a:off x="666720" y="444672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5" name=""/>
          <p:cNvSpPr txBox="1"/>
          <p:nvPr/>
        </p:nvSpPr>
        <p:spPr>
          <a:xfrm>
            <a:off x="2317680" y="444672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6" name=""/>
          <p:cNvSpPr txBox="1"/>
          <p:nvPr/>
        </p:nvSpPr>
        <p:spPr>
          <a:xfrm>
            <a:off x="3477240" y="444672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47" name=""/>
          <p:cNvSpPr txBox="1"/>
          <p:nvPr/>
        </p:nvSpPr>
        <p:spPr>
          <a:xfrm>
            <a:off x="666720" y="4827960"/>
            <a:ext cx="13885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48" name=""/>
          <p:cNvSpPr txBox="1"/>
          <p:nvPr/>
        </p:nvSpPr>
        <p:spPr>
          <a:xfrm>
            <a:off x="2317680" y="482796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49" name=""/>
          <p:cNvSpPr txBox="1"/>
          <p:nvPr/>
        </p:nvSpPr>
        <p:spPr>
          <a:xfrm>
            <a:off x="3477240" y="48279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0" name=""/>
          <p:cNvSpPr txBox="1"/>
          <p:nvPr/>
        </p:nvSpPr>
        <p:spPr>
          <a:xfrm>
            <a:off x="666720" y="5208840"/>
            <a:ext cx="4939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1" name=""/>
          <p:cNvSpPr txBox="1"/>
          <p:nvPr/>
        </p:nvSpPr>
        <p:spPr>
          <a:xfrm>
            <a:off x="1162080" y="52167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2" name=""/>
          <p:cNvSpPr txBox="1"/>
          <p:nvPr/>
        </p:nvSpPr>
        <p:spPr>
          <a:xfrm>
            <a:off x="2317680" y="520884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3" name=""/>
          <p:cNvSpPr txBox="1"/>
          <p:nvPr/>
        </p:nvSpPr>
        <p:spPr>
          <a:xfrm>
            <a:off x="3477240" y="52088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4" name=""/>
          <p:cNvSpPr txBox="1"/>
          <p:nvPr/>
        </p:nvSpPr>
        <p:spPr>
          <a:xfrm>
            <a:off x="533520" y="568548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855" name=""/>
          <p:cNvSpPr txBox="1"/>
          <p:nvPr/>
        </p:nvSpPr>
        <p:spPr>
          <a:xfrm>
            <a:off x="723960" y="567648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6" name=""/>
          <p:cNvSpPr txBox="1"/>
          <p:nvPr/>
        </p:nvSpPr>
        <p:spPr>
          <a:xfrm>
            <a:off x="776880" y="568548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57" name=""/>
          <p:cNvSpPr txBox="1"/>
          <p:nvPr/>
        </p:nvSpPr>
        <p:spPr>
          <a:xfrm>
            <a:off x="4386960" y="567648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58" name=""/>
          <p:cNvPicPr/>
          <p:nvPr/>
        </p:nvPicPr>
        <p:blipFill>
          <a:blip r:embed="rId7"/>
          <a:stretch/>
        </p:blipFill>
        <p:spPr>
          <a:xfrm>
            <a:off x="7496280" y="609480"/>
            <a:ext cx="2876040" cy="2856960"/>
          </a:xfrm>
          <a:prstGeom prst="rect">
            <a:avLst/>
          </a:prstGeom>
          <a:noFill/>
          <a:ln w="0">
            <a:noFill/>
          </a:ln>
        </p:spPr>
      </p:pic>
      <p:pic>
        <p:nvPicPr>
          <p:cNvPr id="859" name=""/>
          <p:cNvPicPr/>
          <p:nvPr/>
        </p:nvPicPr>
        <p:blipFill>
          <a:blip r:embed="rId8"/>
          <a:stretch/>
        </p:blipFill>
        <p:spPr>
          <a:xfrm>
            <a:off x="6486480" y="3543120"/>
            <a:ext cx="4895640" cy="2857320"/>
          </a:xfrm>
          <a:prstGeom prst="rect">
            <a:avLst/>
          </a:prstGeom>
          <a:noFill/>
          <a:ln w="0">
            <a:noFill/>
          </a:ln>
        </p:spPr>
      </p:pic>
      <p:sp>
        <p:nvSpPr>
          <p:cNvPr id="860" name=""/>
          <p:cNvSpPr txBox="1"/>
          <p:nvPr/>
        </p:nvSpPr>
        <p:spPr>
          <a:xfrm>
            <a:off x="533520" y="59806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552240" y="605772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2"/>
                </a:lnTo>
                <a:cubicBezTo>
                  <a:pt x="30851" y="1206"/>
                  <a:pt x="30849" y="1219"/>
                  <a:pt x="30843" y="1232"/>
                </a:cubicBezTo>
                <a:cubicBezTo>
                  <a:pt x="30838" y="1245"/>
                  <a:pt x="30830" y="1257"/>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33160" y="6057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69"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870"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1" name=""/>
          <p:cNvSpPr/>
          <p:nvPr/>
        </p:nvSpPr>
        <p:spPr>
          <a:xfrm>
            <a:off x="542880" y="2761920"/>
            <a:ext cx="952560" cy="381600"/>
          </a:xfrm>
          <a:custGeom>
            <a:avLst/>
            <a:gdLst/>
            <a:ahLst/>
            <a:rect l="0" t="0" r="r" b="b"/>
            <a:pathLst>
              <a:path w="2646" h="1060">
                <a:moveTo>
                  <a:pt x="20" y="47"/>
                </a:moveTo>
                <a:cubicBezTo>
                  <a:pt x="35" y="32"/>
                  <a:pt x="52" y="21"/>
                  <a:pt x="71" y="12"/>
                </a:cubicBezTo>
                <a:cubicBezTo>
                  <a:pt x="91" y="4"/>
                  <a:pt x="111" y="0"/>
                  <a:pt x="132" y="0"/>
                </a:cubicBezTo>
                <a:lnTo>
                  <a:pt x="2646" y="0"/>
                </a:lnTo>
                <a:lnTo>
                  <a:pt x="2646" y="1060"/>
                </a:lnTo>
                <a:lnTo>
                  <a:pt x="0" y="1060"/>
                </a:lnTo>
                <a:lnTo>
                  <a:pt x="0" y="71"/>
                </a:lnTo>
                <a:cubicBezTo>
                  <a:pt x="5" y="63"/>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1495080" y="2761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2114280" y="2761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2885760" y="2761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3495600" y="2761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40957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46861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878" name=""/>
          <p:cNvPicPr/>
          <p:nvPr/>
        </p:nvPicPr>
        <p:blipFill>
          <a:blip r:embed="rId1"/>
          <a:stretch/>
        </p:blipFill>
        <p:spPr>
          <a:xfrm>
            <a:off x="533520" y="2755800"/>
            <a:ext cx="5447880" cy="2311200"/>
          </a:xfrm>
          <a:prstGeom prst="rect">
            <a:avLst/>
          </a:prstGeom>
          <a:noFill/>
          <a:ln w="0">
            <a:noFill/>
          </a:ln>
        </p:spPr>
      </p:pic>
      <p:pic>
        <p:nvPicPr>
          <p:cNvPr id="879" name=""/>
          <p:cNvPicPr/>
          <p:nvPr/>
        </p:nvPicPr>
        <p:blipFill>
          <a:blip r:embed="rId2"/>
          <a:stretch/>
        </p:blipFill>
        <p:spPr>
          <a:xfrm>
            <a:off x="533520" y="2755800"/>
            <a:ext cx="5447880" cy="2311200"/>
          </a:xfrm>
          <a:prstGeom prst="rect">
            <a:avLst/>
          </a:prstGeom>
          <a:noFill/>
          <a:ln w="0">
            <a:noFill/>
          </a:ln>
        </p:spPr>
      </p:pic>
      <p:pic>
        <p:nvPicPr>
          <p:cNvPr id="880" name=""/>
          <p:cNvPicPr/>
          <p:nvPr/>
        </p:nvPicPr>
        <p:blipFill>
          <a:blip r:embed="rId3"/>
          <a:stretch/>
        </p:blipFill>
        <p:spPr>
          <a:xfrm>
            <a:off x="533520" y="2755800"/>
            <a:ext cx="5447880" cy="2311200"/>
          </a:xfrm>
          <a:prstGeom prst="rect">
            <a:avLst/>
          </a:prstGeom>
          <a:noFill/>
          <a:ln w="0">
            <a:noFill/>
          </a:ln>
        </p:spPr>
      </p:pic>
      <p:pic>
        <p:nvPicPr>
          <p:cNvPr id="881" name=""/>
          <p:cNvPicPr/>
          <p:nvPr/>
        </p:nvPicPr>
        <p:blipFill>
          <a:blip r:embed="rId4"/>
          <a:stretch/>
        </p:blipFill>
        <p:spPr>
          <a:xfrm>
            <a:off x="533520" y="2755800"/>
            <a:ext cx="5447880" cy="2311200"/>
          </a:xfrm>
          <a:prstGeom prst="rect">
            <a:avLst/>
          </a:prstGeom>
          <a:noFill/>
          <a:ln w="0">
            <a:noFill/>
          </a:ln>
        </p:spPr>
      </p:pic>
      <p:pic>
        <p:nvPicPr>
          <p:cNvPr id="882" name=""/>
          <p:cNvPicPr/>
          <p:nvPr/>
        </p:nvPicPr>
        <p:blipFill>
          <a:blip r:embed="rId5"/>
          <a:stretch/>
        </p:blipFill>
        <p:spPr>
          <a:xfrm>
            <a:off x="533520" y="2755800"/>
            <a:ext cx="5447880" cy="2311200"/>
          </a:xfrm>
          <a:prstGeom prst="rect">
            <a:avLst/>
          </a:prstGeom>
          <a:noFill/>
          <a:ln w="0">
            <a:noFill/>
          </a:ln>
        </p:spPr>
      </p:pic>
      <p:pic>
        <p:nvPicPr>
          <p:cNvPr id="883" name=""/>
          <p:cNvPicPr/>
          <p:nvPr/>
        </p:nvPicPr>
        <p:blipFill>
          <a:blip r:embed="rId6"/>
          <a:stretch/>
        </p:blipFill>
        <p:spPr>
          <a:xfrm>
            <a:off x="533520" y="2755800"/>
            <a:ext cx="5447880" cy="2311200"/>
          </a:xfrm>
          <a:prstGeom prst="rect">
            <a:avLst/>
          </a:prstGeom>
          <a:noFill/>
          <a:ln w="0">
            <a:noFill/>
          </a:ln>
        </p:spPr>
      </p:pic>
      <p:pic>
        <p:nvPicPr>
          <p:cNvPr id="884" name=""/>
          <p:cNvPicPr/>
          <p:nvPr/>
        </p:nvPicPr>
        <p:blipFill>
          <a:blip r:embed="rId7"/>
          <a:stretch/>
        </p:blipFill>
        <p:spPr>
          <a:xfrm>
            <a:off x="533520" y="2755800"/>
            <a:ext cx="5447880" cy="2311200"/>
          </a:xfrm>
          <a:prstGeom prst="rect">
            <a:avLst/>
          </a:prstGeom>
          <a:noFill/>
          <a:ln w="0">
            <a:noFill/>
          </a:ln>
        </p:spPr>
      </p:pic>
      <p:sp>
        <p:nvSpPr>
          <p:cNvPr id="885" name=""/>
          <p:cNvSpPr/>
          <p:nvPr/>
        </p:nvSpPr>
        <p:spPr>
          <a:xfrm>
            <a:off x="542880" y="3143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6" name=""/>
          <p:cNvSpPr/>
          <p:nvPr/>
        </p:nvSpPr>
        <p:spPr>
          <a:xfrm>
            <a:off x="1495080" y="3143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7" name=""/>
          <p:cNvSpPr/>
          <p:nvPr/>
        </p:nvSpPr>
        <p:spPr>
          <a:xfrm>
            <a:off x="2114280" y="3143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8" name=""/>
          <p:cNvSpPr/>
          <p:nvPr/>
        </p:nvSpPr>
        <p:spPr>
          <a:xfrm>
            <a:off x="2885760" y="3143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3495600" y="3143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40957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46861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542880" y="390492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1495080" y="3904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2114280" y="3904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2885760" y="3904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3495600" y="3904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40957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46861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542880" y="4667040"/>
            <a:ext cx="952560" cy="381240"/>
          </a:xfrm>
          <a:custGeom>
            <a:avLst/>
            <a:gdLst/>
            <a:ahLst/>
            <a:rect l="0" t="0" r="r" b="b"/>
            <a:pathLst>
              <a:path w="2646" h="1059">
                <a:moveTo>
                  <a:pt x="20" y="1039"/>
                </a:moveTo>
                <a:cubicBezTo>
                  <a:pt x="12" y="1032"/>
                  <a:pt x="5" y="1024"/>
                  <a:pt x="0" y="1015"/>
                </a:cubicBezTo>
                <a:lnTo>
                  <a:pt x="0" y="0"/>
                </a:lnTo>
                <a:lnTo>
                  <a:pt x="2646" y="0"/>
                </a:lnTo>
                <a:lnTo>
                  <a:pt x="2646" y="1059"/>
                </a:lnTo>
                <a:lnTo>
                  <a:pt x="44" y="1059"/>
                </a:lnTo>
                <a:cubicBezTo>
                  <a:pt x="35" y="1054"/>
                  <a:pt x="27" y="1047"/>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1495080" y="4667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2114280" y="4667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2885760" y="4667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3495600" y="4667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40957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46861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533160" y="278748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558720" y="276192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148572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1495080" y="2761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21142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24000" y="2761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289548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34858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349560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408600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40957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46767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46861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52671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533160" y="3143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1495080" y="3143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2124000" y="3143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289548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349560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40957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46861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5331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148572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21142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28857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34858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408600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46767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52671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5331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533160" y="3524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148572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1495080" y="3524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21142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2124000" y="3524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28857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289548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34858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349560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408600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40957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46767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46861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52671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5331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90492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1495080" y="3904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1142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2124000" y="3904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28857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289548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34858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349560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408600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40957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46767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46861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52671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5331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33160" y="4286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148572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1495080" y="4286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21142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2124000" y="4286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28857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289548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34858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349560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408600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40957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46767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46861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2671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533160" y="4676760"/>
            <a:ext cx="10080" cy="355680"/>
          </a:xfrm>
          <a:custGeom>
            <a:avLst/>
            <a:gdLst/>
            <a:ahLst/>
            <a:rect l="0" t="0" r="r" b="b"/>
            <a:pathLst>
              <a:path w="28" h="988">
                <a:moveTo>
                  <a:pt x="12" y="961"/>
                </a:moveTo>
                <a:cubicBezTo>
                  <a:pt x="4" y="941"/>
                  <a:pt x="0" y="921"/>
                  <a:pt x="0" y="900"/>
                </a:cubicBezTo>
                <a:lnTo>
                  <a:pt x="0" y="0"/>
                </a:lnTo>
                <a:lnTo>
                  <a:pt x="28" y="0"/>
                </a:lnTo>
                <a:lnTo>
                  <a:pt x="28" y="988"/>
                </a:lnTo>
                <a:cubicBezTo>
                  <a:pt x="22" y="979"/>
                  <a:pt x="17" y="970"/>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533160" y="4667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148572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1495080" y="4667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21142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2124000" y="4667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288576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289548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34858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349560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408600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40957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46767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46861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2671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58720" y="504792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1495080" y="504792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2124000" y="504792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289548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349560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861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1032" name=""/>
          <p:cNvSpPr txBox="1"/>
          <p:nvPr/>
        </p:nvSpPr>
        <p:spPr>
          <a:xfrm>
            <a:off x="533520" y="13136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33" name=""/>
          <p:cNvSpPr txBox="1"/>
          <p:nvPr/>
        </p:nvSpPr>
        <p:spPr>
          <a:xfrm>
            <a:off x="4322520" y="130464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34" name=""/>
          <p:cNvSpPr txBox="1"/>
          <p:nvPr/>
        </p:nvSpPr>
        <p:spPr>
          <a:xfrm>
            <a:off x="5137560" y="1313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35" name=""/>
          <p:cNvSpPr txBox="1"/>
          <p:nvPr/>
        </p:nvSpPr>
        <p:spPr>
          <a:xfrm>
            <a:off x="533520" y="1590120"/>
            <a:ext cx="39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6" name=""/>
          <p:cNvSpPr txBox="1"/>
          <p:nvPr/>
        </p:nvSpPr>
        <p:spPr>
          <a:xfrm>
            <a:off x="932040" y="1599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37" name=""/>
          <p:cNvSpPr txBox="1"/>
          <p:nvPr/>
        </p:nvSpPr>
        <p:spPr>
          <a:xfrm>
            <a:off x="1122480" y="1590120"/>
            <a:ext cx="462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8" name=""/>
          <p:cNvSpPr txBox="1"/>
          <p:nvPr/>
        </p:nvSpPr>
        <p:spPr>
          <a:xfrm>
            <a:off x="1584360" y="15991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39" name=""/>
          <p:cNvSpPr txBox="1"/>
          <p:nvPr/>
        </p:nvSpPr>
        <p:spPr>
          <a:xfrm>
            <a:off x="2346480" y="1590120"/>
            <a:ext cx="38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40" name=""/>
          <p:cNvSpPr txBox="1"/>
          <p:nvPr/>
        </p:nvSpPr>
        <p:spPr>
          <a:xfrm>
            <a:off x="2727360" y="159912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41" name=""/>
          <p:cNvSpPr txBox="1"/>
          <p:nvPr/>
        </p:nvSpPr>
        <p:spPr>
          <a:xfrm>
            <a:off x="53352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42" name=""/>
          <p:cNvSpPr txBox="1"/>
          <p:nvPr/>
        </p:nvSpPr>
        <p:spPr>
          <a:xfrm>
            <a:off x="914400" y="1875960"/>
            <a:ext cx="381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43" name=""/>
          <p:cNvSpPr txBox="1"/>
          <p:nvPr/>
        </p:nvSpPr>
        <p:spPr>
          <a:xfrm>
            <a:off x="129564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44" name=""/>
          <p:cNvSpPr txBox="1"/>
          <p:nvPr/>
        </p:nvSpPr>
        <p:spPr>
          <a:xfrm>
            <a:off x="1676520" y="1875960"/>
            <a:ext cx="131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45" name=""/>
          <p:cNvSpPr txBox="1"/>
          <p:nvPr/>
        </p:nvSpPr>
        <p:spPr>
          <a:xfrm>
            <a:off x="298944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46" name=""/>
          <p:cNvSpPr txBox="1"/>
          <p:nvPr/>
        </p:nvSpPr>
        <p:spPr>
          <a:xfrm>
            <a:off x="533520" y="237276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1047" name=""/>
          <p:cNvSpPr txBox="1"/>
          <p:nvPr/>
        </p:nvSpPr>
        <p:spPr>
          <a:xfrm>
            <a:off x="952560" y="236268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48" name=""/>
          <p:cNvSpPr txBox="1"/>
          <p:nvPr/>
        </p:nvSpPr>
        <p:spPr>
          <a:xfrm>
            <a:off x="1068840" y="237276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1049" name=""/>
          <p:cNvSpPr txBox="1"/>
          <p:nvPr/>
        </p:nvSpPr>
        <p:spPr>
          <a:xfrm>
            <a:off x="3793320" y="236268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50" name=""/>
          <p:cNvSpPr txBox="1"/>
          <p:nvPr/>
        </p:nvSpPr>
        <p:spPr>
          <a:xfrm>
            <a:off x="5012280" y="237276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1051" name=""/>
          <p:cNvSpPr txBox="1"/>
          <p:nvPr/>
        </p:nvSpPr>
        <p:spPr>
          <a:xfrm>
            <a:off x="66672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52" name=""/>
          <p:cNvSpPr txBox="1"/>
          <p:nvPr/>
        </p:nvSpPr>
        <p:spPr>
          <a:xfrm>
            <a:off x="1622520" y="285624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53" name=""/>
          <p:cNvSpPr txBox="1"/>
          <p:nvPr/>
        </p:nvSpPr>
        <p:spPr>
          <a:xfrm>
            <a:off x="2244960" y="28641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54" name=""/>
          <p:cNvSpPr txBox="1"/>
          <p:nvPr/>
        </p:nvSpPr>
        <p:spPr>
          <a:xfrm>
            <a:off x="3016440" y="285624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55" name=""/>
          <p:cNvSpPr txBox="1"/>
          <p:nvPr/>
        </p:nvSpPr>
        <p:spPr>
          <a:xfrm>
            <a:off x="362340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56" name=""/>
          <p:cNvSpPr txBox="1"/>
          <p:nvPr/>
        </p:nvSpPr>
        <p:spPr>
          <a:xfrm>
            <a:off x="4223520" y="285624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57" name=""/>
          <p:cNvSpPr txBox="1"/>
          <p:nvPr/>
        </p:nvSpPr>
        <p:spPr>
          <a:xfrm>
            <a:off x="4814280" y="285624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58" name=""/>
          <p:cNvSpPr txBox="1"/>
          <p:nvPr/>
        </p:nvSpPr>
        <p:spPr>
          <a:xfrm>
            <a:off x="666720" y="3237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59" name=""/>
          <p:cNvSpPr txBox="1"/>
          <p:nvPr/>
        </p:nvSpPr>
        <p:spPr>
          <a:xfrm>
            <a:off x="1149480" y="32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0" name=""/>
          <p:cNvSpPr txBox="1"/>
          <p:nvPr/>
        </p:nvSpPr>
        <p:spPr>
          <a:xfrm>
            <a:off x="1320840" y="3237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61" name=""/>
          <p:cNvSpPr txBox="1"/>
          <p:nvPr/>
        </p:nvSpPr>
        <p:spPr>
          <a:xfrm>
            <a:off x="1622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62" name=""/>
          <p:cNvSpPr txBox="1"/>
          <p:nvPr/>
        </p:nvSpPr>
        <p:spPr>
          <a:xfrm>
            <a:off x="224496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63" name=""/>
          <p:cNvSpPr txBox="1"/>
          <p:nvPr/>
        </p:nvSpPr>
        <p:spPr>
          <a:xfrm>
            <a:off x="3016440" y="3237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64" name=""/>
          <p:cNvSpPr txBox="1"/>
          <p:nvPr/>
        </p:nvSpPr>
        <p:spPr>
          <a:xfrm>
            <a:off x="3623400" y="3245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65" name=""/>
          <p:cNvSpPr txBox="1"/>
          <p:nvPr/>
        </p:nvSpPr>
        <p:spPr>
          <a:xfrm>
            <a:off x="4223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66" name=""/>
          <p:cNvSpPr txBox="1"/>
          <p:nvPr/>
        </p:nvSpPr>
        <p:spPr>
          <a:xfrm>
            <a:off x="481428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67" name=""/>
          <p:cNvSpPr txBox="1"/>
          <p:nvPr/>
        </p:nvSpPr>
        <p:spPr>
          <a:xfrm>
            <a:off x="666720" y="3618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68" name=""/>
          <p:cNvSpPr txBox="1"/>
          <p:nvPr/>
        </p:nvSpPr>
        <p:spPr>
          <a:xfrm>
            <a:off x="1149480" y="3626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9" name=""/>
          <p:cNvSpPr txBox="1"/>
          <p:nvPr/>
        </p:nvSpPr>
        <p:spPr>
          <a:xfrm>
            <a:off x="1320840" y="3618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0" name=""/>
          <p:cNvSpPr txBox="1"/>
          <p:nvPr/>
        </p:nvSpPr>
        <p:spPr>
          <a:xfrm>
            <a:off x="1622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71" name=""/>
          <p:cNvSpPr txBox="1"/>
          <p:nvPr/>
        </p:nvSpPr>
        <p:spPr>
          <a:xfrm>
            <a:off x="224496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72" name=""/>
          <p:cNvSpPr txBox="1"/>
          <p:nvPr/>
        </p:nvSpPr>
        <p:spPr>
          <a:xfrm>
            <a:off x="3016440" y="3618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73" name=""/>
          <p:cNvSpPr txBox="1"/>
          <p:nvPr/>
        </p:nvSpPr>
        <p:spPr>
          <a:xfrm>
            <a:off x="3623400" y="3626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74" name=""/>
          <p:cNvSpPr txBox="1"/>
          <p:nvPr/>
        </p:nvSpPr>
        <p:spPr>
          <a:xfrm>
            <a:off x="4223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75" name=""/>
          <p:cNvSpPr txBox="1"/>
          <p:nvPr/>
        </p:nvSpPr>
        <p:spPr>
          <a:xfrm>
            <a:off x="481428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076" name=""/>
          <p:cNvSpPr txBox="1"/>
          <p:nvPr/>
        </p:nvSpPr>
        <p:spPr>
          <a:xfrm>
            <a:off x="666720" y="399924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077" name=""/>
          <p:cNvSpPr txBox="1"/>
          <p:nvPr/>
        </p:nvSpPr>
        <p:spPr>
          <a:xfrm>
            <a:off x="1149480" y="40071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78" name=""/>
          <p:cNvSpPr txBox="1"/>
          <p:nvPr/>
        </p:nvSpPr>
        <p:spPr>
          <a:xfrm>
            <a:off x="1320840" y="399924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9" name=""/>
          <p:cNvSpPr txBox="1"/>
          <p:nvPr/>
        </p:nvSpPr>
        <p:spPr>
          <a:xfrm>
            <a:off x="1622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080" name=""/>
          <p:cNvSpPr txBox="1"/>
          <p:nvPr/>
        </p:nvSpPr>
        <p:spPr>
          <a:xfrm>
            <a:off x="224496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081" name=""/>
          <p:cNvSpPr txBox="1"/>
          <p:nvPr/>
        </p:nvSpPr>
        <p:spPr>
          <a:xfrm>
            <a:off x="3016440" y="399924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82" name=""/>
          <p:cNvSpPr txBox="1"/>
          <p:nvPr/>
        </p:nvSpPr>
        <p:spPr>
          <a:xfrm>
            <a:off x="3623400" y="40071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3" name=""/>
          <p:cNvSpPr txBox="1"/>
          <p:nvPr/>
        </p:nvSpPr>
        <p:spPr>
          <a:xfrm>
            <a:off x="4223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084" name=""/>
          <p:cNvSpPr txBox="1"/>
          <p:nvPr/>
        </p:nvSpPr>
        <p:spPr>
          <a:xfrm>
            <a:off x="481428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085" name=""/>
          <p:cNvSpPr txBox="1"/>
          <p:nvPr/>
        </p:nvSpPr>
        <p:spPr>
          <a:xfrm>
            <a:off x="666720" y="4380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086" name=""/>
          <p:cNvSpPr txBox="1"/>
          <p:nvPr/>
        </p:nvSpPr>
        <p:spPr>
          <a:xfrm>
            <a:off x="1149480" y="4388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7" name=""/>
          <p:cNvSpPr txBox="1"/>
          <p:nvPr/>
        </p:nvSpPr>
        <p:spPr>
          <a:xfrm>
            <a:off x="1320840" y="4380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8" name=""/>
          <p:cNvSpPr txBox="1"/>
          <p:nvPr/>
        </p:nvSpPr>
        <p:spPr>
          <a:xfrm>
            <a:off x="1622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089" name=""/>
          <p:cNvSpPr txBox="1"/>
          <p:nvPr/>
        </p:nvSpPr>
        <p:spPr>
          <a:xfrm>
            <a:off x="224496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090" name=""/>
          <p:cNvSpPr txBox="1"/>
          <p:nvPr/>
        </p:nvSpPr>
        <p:spPr>
          <a:xfrm>
            <a:off x="3016440" y="4380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91" name=""/>
          <p:cNvSpPr txBox="1"/>
          <p:nvPr/>
        </p:nvSpPr>
        <p:spPr>
          <a:xfrm>
            <a:off x="3623400" y="4388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2" name=""/>
          <p:cNvSpPr txBox="1"/>
          <p:nvPr/>
        </p:nvSpPr>
        <p:spPr>
          <a:xfrm>
            <a:off x="4223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093" name=""/>
          <p:cNvSpPr txBox="1"/>
          <p:nvPr/>
        </p:nvSpPr>
        <p:spPr>
          <a:xfrm>
            <a:off x="481428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094" name=""/>
          <p:cNvSpPr txBox="1"/>
          <p:nvPr/>
        </p:nvSpPr>
        <p:spPr>
          <a:xfrm>
            <a:off x="666720" y="4761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095" name=""/>
          <p:cNvSpPr txBox="1"/>
          <p:nvPr/>
        </p:nvSpPr>
        <p:spPr>
          <a:xfrm>
            <a:off x="1149480" y="4769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6" name=""/>
          <p:cNvSpPr txBox="1"/>
          <p:nvPr/>
        </p:nvSpPr>
        <p:spPr>
          <a:xfrm>
            <a:off x="1320840" y="4761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1622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098" name=""/>
          <p:cNvSpPr txBox="1"/>
          <p:nvPr/>
        </p:nvSpPr>
        <p:spPr>
          <a:xfrm>
            <a:off x="224496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099" name=""/>
          <p:cNvSpPr txBox="1"/>
          <p:nvPr/>
        </p:nvSpPr>
        <p:spPr>
          <a:xfrm>
            <a:off x="3016440" y="4761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0" name=""/>
          <p:cNvSpPr txBox="1"/>
          <p:nvPr/>
        </p:nvSpPr>
        <p:spPr>
          <a:xfrm>
            <a:off x="3623400" y="4769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1" name=""/>
          <p:cNvSpPr txBox="1"/>
          <p:nvPr/>
        </p:nvSpPr>
        <p:spPr>
          <a:xfrm>
            <a:off x="4223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2" name=""/>
          <p:cNvSpPr txBox="1"/>
          <p:nvPr/>
        </p:nvSpPr>
        <p:spPr>
          <a:xfrm>
            <a:off x="481428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03" name=""/>
          <p:cNvSpPr txBox="1"/>
          <p:nvPr/>
        </p:nvSpPr>
        <p:spPr>
          <a:xfrm>
            <a:off x="533520" y="52282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04" name=""/>
          <p:cNvSpPr txBox="1"/>
          <p:nvPr/>
        </p:nvSpPr>
        <p:spPr>
          <a:xfrm>
            <a:off x="914400" y="5219280"/>
            <a:ext cx="115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05" name=""/>
          <p:cNvSpPr txBox="1"/>
          <p:nvPr/>
        </p:nvSpPr>
        <p:spPr>
          <a:xfrm>
            <a:off x="207180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6" name=""/>
          <p:cNvSpPr txBox="1"/>
          <p:nvPr/>
        </p:nvSpPr>
        <p:spPr>
          <a:xfrm>
            <a:off x="2262240" y="5219280"/>
            <a:ext cx="586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07" name=""/>
          <p:cNvSpPr txBox="1"/>
          <p:nvPr/>
        </p:nvSpPr>
        <p:spPr>
          <a:xfrm>
            <a:off x="284796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8" name=""/>
          <p:cNvSpPr txBox="1"/>
          <p:nvPr/>
        </p:nvSpPr>
        <p:spPr>
          <a:xfrm>
            <a:off x="3038400" y="5219280"/>
            <a:ext cx="1059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09" name=""/>
          <p:cNvSpPr txBox="1"/>
          <p:nvPr/>
        </p:nvSpPr>
        <p:spPr>
          <a:xfrm>
            <a:off x="4096800" y="5228280"/>
            <a:ext cx="762840" cy="19116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10" name=""/>
          <p:cNvSpPr txBox="1"/>
          <p:nvPr/>
        </p:nvSpPr>
        <p:spPr>
          <a:xfrm>
            <a:off x="4847400" y="5219280"/>
            <a:ext cx="830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11" name=""/>
          <p:cNvSpPr txBox="1"/>
          <p:nvPr/>
        </p:nvSpPr>
        <p:spPr>
          <a:xfrm>
            <a:off x="533520" y="5505120"/>
            <a:ext cx="79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12" name=""/>
          <p:cNvSpPr txBox="1"/>
          <p:nvPr/>
        </p:nvSpPr>
        <p:spPr>
          <a:xfrm>
            <a:off x="1323720" y="5514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13" name=""/>
          <p:cNvSpPr txBox="1"/>
          <p:nvPr/>
        </p:nvSpPr>
        <p:spPr>
          <a:xfrm>
            <a:off x="1514160" y="5505120"/>
            <a:ext cx="1695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14" name=""/>
          <p:cNvSpPr txBox="1"/>
          <p:nvPr/>
        </p:nvSpPr>
        <p:spPr>
          <a:xfrm>
            <a:off x="3209400" y="5514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15" name=""/>
          <p:cNvPicPr/>
          <p:nvPr/>
        </p:nvPicPr>
        <p:blipFill>
          <a:blip r:embed="rId8"/>
          <a:stretch/>
        </p:blipFill>
        <p:spPr>
          <a:xfrm>
            <a:off x="6210360" y="1714320"/>
            <a:ext cx="5447880" cy="3362040"/>
          </a:xfrm>
          <a:prstGeom prst="rect">
            <a:avLst/>
          </a:prstGeom>
          <a:noFill/>
          <a:ln w="0">
            <a:noFill/>
          </a:ln>
        </p:spPr>
      </p:pic>
      <p:sp>
        <p:nvSpPr>
          <p:cNvPr id="1116" name=""/>
          <p:cNvSpPr txBox="1"/>
          <p:nvPr/>
        </p:nvSpPr>
        <p:spPr>
          <a:xfrm>
            <a:off x="8096400" y="134784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17" name=""/>
          <p:cNvSpPr txBox="1"/>
          <p:nvPr/>
        </p:nvSpPr>
        <p:spPr>
          <a:xfrm>
            <a:off x="723960" y="6189480"/>
            <a:ext cx="5259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2" name=""/>
          <p:cNvSpPr/>
          <p:nvPr/>
        </p:nvSpPr>
        <p:spPr>
          <a:xfrm>
            <a:off x="533160" y="13712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618840" y="179064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1"/>
                  <a:pt x="49" y="7"/>
                </a:cubicBezTo>
                <a:cubicBezTo>
                  <a:pt x="59" y="2"/>
                  <a:pt x="69" y="0"/>
                  <a:pt x="80" y="0"/>
                </a:cubicBezTo>
                <a:cubicBezTo>
                  <a:pt x="90" y="0"/>
                  <a:pt x="101" y="2"/>
                  <a:pt x="111" y="7"/>
                </a:cubicBezTo>
                <a:cubicBezTo>
                  <a:pt x="121" y="11"/>
                  <a:pt x="129" y="16"/>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1125" name=""/>
          <p:cNvSpPr txBox="1"/>
          <p:nvPr/>
        </p:nvSpPr>
        <p:spPr>
          <a:xfrm>
            <a:off x="799920" y="17038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26" name=""/>
          <p:cNvSpPr txBox="1"/>
          <p:nvPr/>
        </p:nvSpPr>
        <p:spPr>
          <a:xfrm>
            <a:off x="4402440" y="1695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27" name=""/>
          <p:cNvSpPr txBox="1"/>
          <p:nvPr/>
        </p:nvSpPr>
        <p:spPr>
          <a:xfrm>
            <a:off x="4575240" y="17038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28"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txBox="1"/>
          <p:nvPr/>
        </p:nvSpPr>
        <p:spPr>
          <a:xfrm>
            <a:off x="799920" y="20469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30" name=""/>
          <p:cNvSpPr txBox="1"/>
          <p:nvPr/>
        </p:nvSpPr>
        <p:spPr>
          <a:xfrm>
            <a:off x="799920" y="2437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31" name=""/>
          <p:cNvSpPr txBox="1"/>
          <p:nvPr/>
        </p:nvSpPr>
        <p:spPr>
          <a:xfrm>
            <a:off x="2133720" y="2428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32" name=""/>
          <p:cNvSpPr txBox="1"/>
          <p:nvPr/>
        </p:nvSpPr>
        <p:spPr>
          <a:xfrm>
            <a:off x="2239560" y="243756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33"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txBox="1"/>
          <p:nvPr/>
        </p:nvSpPr>
        <p:spPr>
          <a:xfrm>
            <a:off x="799920" y="27802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35" name=""/>
          <p:cNvSpPr txBox="1"/>
          <p:nvPr/>
        </p:nvSpPr>
        <p:spPr>
          <a:xfrm>
            <a:off x="799920" y="3161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36" name=""/>
          <p:cNvSpPr txBox="1"/>
          <p:nvPr/>
        </p:nvSpPr>
        <p:spPr>
          <a:xfrm>
            <a:off x="906120" y="31708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37" name=""/>
          <p:cNvSpPr/>
          <p:nvPr/>
        </p:nvSpPr>
        <p:spPr>
          <a:xfrm>
            <a:off x="618840" y="3990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txBox="1"/>
          <p:nvPr/>
        </p:nvSpPr>
        <p:spPr>
          <a:xfrm>
            <a:off x="799920" y="35136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39" name=""/>
          <p:cNvSpPr/>
          <p:nvPr/>
        </p:nvSpPr>
        <p:spPr>
          <a:xfrm>
            <a:off x="5124240" y="2266920"/>
            <a:ext cx="810000" cy="638280"/>
          </a:xfrm>
          <a:custGeom>
            <a:avLst/>
            <a:gdLst/>
            <a:ahLst/>
            <a:rect l="0" t="0" r="r" b="b"/>
            <a:pathLst>
              <a:path w="2250" h="1773">
                <a:moveTo>
                  <a:pt x="12" y="98"/>
                </a:moveTo>
                <a:cubicBezTo>
                  <a:pt x="20" y="78"/>
                  <a:pt x="32" y="61"/>
                  <a:pt x="47" y="46"/>
                </a:cubicBezTo>
                <a:cubicBezTo>
                  <a:pt x="61" y="31"/>
                  <a:pt x="79" y="20"/>
                  <a:pt x="98" y="12"/>
                </a:cubicBezTo>
                <a:cubicBezTo>
                  <a:pt x="118" y="4"/>
                  <a:pt x="138" y="0"/>
                  <a:pt x="159" y="0"/>
                </a:cubicBezTo>
                <a:lnTo>
                  <a:pt x="2250" y="0"/>
                </a:lnTo>
                <a:lnTo>
                  <a:pt x="2250" y="1773"/>
                </a:lnTo>
                <a:lnTo>
                  <a:pt x="0" y="1773"/>
                </a:lnTo>
                <a:lnTo>
                  <a:pt x="0" y="158"/>
                </a:lnTo>
                <a:cubicBezTo>
                  <a:pt x="0" y="137"/>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0"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1"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2" name=""/>
          <p:cNvSpPr/>
          <p:nvPr/>
        </p:nvSpPr>
        <p:spPr>
          <a:xfrm>
            <a:off x="10848960" y="2266920"/>
            <a:ext cx="809640" cy="638280"/>
          </a:xfrm>
          <a:custGeom>
            <a:avLst/>
            <a:gdLst/>
            <a:ahLst/>
            <a:rect l="0" t="0" r="r" b="b"/>
            <a:pathLst>
              <a:path w="2249" h="1773">
                <a:moveTo>
                  <a:pt x="2151" y="12"/>
                </a:moveTo>
                <a:cubicBezTo>
                  <a:pt x="2171" y="20"/>
                  <a:pt x="2188" y="31"/>
                  <a:pt x="2203" y="46"/>
                </a:cubicBezTo>
                <a:cubicBezTo>
                  <a:pt x="2218" y="61"/>
                  <a:pt x="2229" y="78"/>
                  <a:pt x="2237" y="98"/>
                </a:cubicBezTo>
                <a:cubicBezTo>
                  <a:pt x="2245" y="117"/>
                  <a:pt x="2249" y="137"/>
                  <a:pt x="2249" y="158"/>
                </a:cubicBezTo>
                <a:lnTo>
                  <a:pt x="2249" y="1773"/>
                </a:lnTo>
                <a:lnTo>
                  <a:pt x="0" y="1773"/>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143" name=""/>
          <p:cNvPicPr/>
          <p:nvPr/>
        </p:nvPicPr>
        <p:blipFill>
          <a:blip r:embed="rId1"/>
          <a:stretch/>
        </p:blipFill>
        <p:spPr>
          <a:xfrm>
            <a:off x="5118120" y="2260440"/>
            <a:ext cx="6540120" cy="3212640"/>
          </a:xfrm>
          <a:prstGeom prst="rect">
            <a:avLst/>
          </a:prstGeom>
          <a:noFill/>
          <a:ln w="0">
            <a:noFill/>
          </a:ln>
        </p:spPr>
      </p:pic>
      <p:pic>
        <p:nvPicPr>
          <p:cNvPr id="1144" name=""/>
          <p:cNvPicPr/>
          <p:nvPr/>
        </p:nvPicPr>
        <p:blipFill>
          <a:blip r:embed="rId2"/>
          <a:stretch/>
        </p:blipFill>
        <p:spPr>
          <a:xfrm>
            <a:off x="5118120" y="2260440"/>
            <a:ext cx="0" cy="3212640"/>
          </a:xfrm>
          <a:prstGeom prst="rect">
            <a:avLst/>
          </a:prstGeom>
          <a:noFill/>
          <a:ln w="0">
            <a:noFill/>
          </a:ln>
        </p:spPr>
      </p:pic>
      <p:pic>
        <p:nvPicPr>
          <p:cNvPr id="1145" name=""/>
          <p:cNvPicPr/>
          <p:nvPr/>
        </p:nvPicPr>
        <p:blipFill>
          <a:blip r:embed="rId3"/>
          <a:stretch/>
        </p:blipFill>
        <p:spPr>
          <a:xfrm>
            <a:off x="5118120" y="5473800"/>
            <a:ext cx="6540120" cy="0"/>
          </a:xfrm>
          <a:prstGeom prst="rect">
            <a:avLst/>
          </a:prstGeom>
          <a:noFill/>
          <a:ln w="0">
            <a:noFill/>
          </a:ln>
        </p:spPr>
      </p:pic>
      <p:pic>
        <p:nvPicPr>
          <p:cNvPr id="1146" name=""/>
          <p:cNvPicPr/>
          <p:nvPr/>
        </p:nvPicPr>
        <p:blipFill>
          <a:blip r:embed="rId4"/>
          <a:stretch/>
        </p:blipFill>
        <p:spPr>
          <a:xfrm>
            <a:off x="5118120" y="2260440"/>
            <a:ext cx="6540120" cy="3212640"/>
          </a:xfrm>
          <a:prstGeom prst="rect">
            <a:avLst/>
          </a:prstGeom>
          <a:noFill/>
          <a:ln w="0">
            <a:noFill/>
          </a:ln>
        </p:spPr>
      </p:pic>
      <p:pic>
        <p:nvPicPr>
          <p:cNvPr id="1147" name=""/>
          <p:cNvPicPr/>
          <p:nvPr/>
        </p:nvPicPr>
        <p:blipFill>
          <a:blip r:embed="rId5"/>
          <a:stretch/>
        </p:blipFill>
        <p:spPr>
          <a:xfrm>
            <a:off x="5118120" y="2260440"/>
            <a:ext cx="0" cy="3212640"/>
          </a:xfrm>
          <a:prstGeom prst="rect">
            <a:avLst/>
          </a:prstGeom>
          <a:noFill/>
          <a:ln w="0">
            <a:noFill/>
          </a:ln>
        </p:spPr>
      </p:pic>
      <p:pic>
        <p:nvPicPr>
          <p:cNvPr id="1148" name=""/>
          <p:cNvPicPr/>
          <p:nvPr/>
        </p:nvPicPr>
        <p:blipFill>
          <a:blip r:embed="rId6"/>
          <a:stretch/>
        </p:blipFill>
        <p:spPr>
          <a:xfrm>
            <a:off x="5118120" y="5473800"/>
            <a:ext cx="6540120" cy="0"/>
          </a:xfrm>
          <a:prstGeom prst="rect">
            <a:avLst/>
          </a:prstGeom>
          <a:noFill/>
          <a:ln w="0">
            <a:noFill/>
          </a:ln>
        </p:spPr>
      </p:pic>
      <p:pic>
        <p:nvPicPr>
          <p:cNvPr id="1149" name=""/>
          <p:cNvPicPr/>
          <p:nvPr/>
        </p:nvPicPr>
        <p:blipFill>
          <a:blip r:embed="rId7"/>
          <a:stretch/>
        </p:blipFill>
        <p:spPr>
          <a:xfrm>
            <a:off x="5118120" y="2260440"/>
            <a:ext cx="6540120" cy="3212640"/>
          </a:xfrm>
          <a:prstGeom prst="rect">
            <a:avLst/>
          </a:prstGeom>
          <a:noFill/>
          <a:ln w="0">
            <a:noFill/>
          </a:ln>
        </p:spPr>
      </p:pic>
      <p:pic>
        <p:nvPicPr>
          <p:cNvPr id="1150" name=""/>
          <p:cNvPicPr/>
          <p:nvPr/>
        </p:nvPicPr>
        <p:blipFill>
          <a:blip r:embed="rId8"/>
          <a:stretch/>
        </p:blipFill>
        <p:spPr>
          <a:xfrm>
            <a:off x="5118120" y="2260440"/>
            <a:ext cx="0" cy="3212640"/>
          </a:xfrm>
          <a:prstGeom prst="rect">
            <a:avLst/>
          </a:prstGeom>
          <a:noFill/>
          <a:ln w="0">
            <a:noFill/>
          </a:ln>
        </p:spPr>
      </p:pic>
      <p:pic>
        <p:nvPicPr>
          <p:cNvPr id="1151" name=""/>
          <p:cNvPicPr/>
          <p:nvPr/>
        </p:nvPicPr>
        <p:blipFill>
          <a:blip r:embed="rId9"/>
          <a:stretch/>
        </p:blipFill>
        <p:spPr>
          <a:xfrm>
            <a:off x="5118120" y="5473800"/>
            <a:ext cx="6540120" cy="0"/>
          </a:xfrm>
          <a:prstGeom prst="rect">
            <a:avLst/>
          </a:prstGeom>
          <a:noFill/>
          <a:ln w="0">
            <a:noFill/>
          </a:ln>
        </p:spPr>
      </p:pic>
      <p:pic>
        <p:nvPicPr>
          <p:cNvPr id="1152" name=""/>
          <p:cNvPicPr/>
          <p:nvPr/>
        </p:nvPicPr>
        <p:blipFill>
          <a:blip r:embed="rId10"/>
          <a:stretch/>
        </p:blipFill>
        <p:spPr>
          <a:xfrm>
            <a:off x="5118120" y="2260440"/>
            <a:ext cx="6540120" cy="3212640"/>
          </a:xfrm>
          <a:prstGeom prst="rect">
            <a:avLst/>
          </a:prstGeom>
          <a:noFill/>
          <a:ln w="0">
            <a:noFill/>
          </a:ln>
        </p:spPr>
      </p:pic>
      <p:pic>
        <p:nvPicPr>
          <p:cNvPr id="1153" name=""/>
          <p:cNvPicPr/>
          <p:nvPr/>
        </p:nvPicPr>
        <p:blipFill>
          <a:blip r:embed="rId11"/>
          <a:stretch/>
        </p:blipFill>
        <p:spPr>
          <a:xfrm>
            <a:off x="5118120" y="2260440"/>
            <a:ext cx="0" cy="3212640"/>
          </a:xfrm>
          <a:prstGeom prst="rect">
            <a:avLst/>
          </a:prstGeom>
          <a:noFill/>
          <a:ln w="0">
            <a:noFill/>
          </a:ln>
        </p:spPr>
      </p:pic>
      <p:pic>
        <p:nvPicPr>
          <p:cNvPr id="1154" name=""/>
          <p:cNvPicPr/>
          <p:nvPr/>
        </p:nvPicPr>
        <p:blipFill>
          <a:blip r:embed="rId12"/>
          <a:stretch/>
        </p:blipFill>
        <p:spPr>
          <a:xfrm>
            <a:off x="5118120" y="5473800"/>
            <a:ext cx="6540120" cy="0"/>
          </a:xfrm>
          <a:prstGeom prst="rect">
            <a:avLst/>
          </a:prstGeom>
          <a:noFill/>
          <a:ln w="0">
            <a:noFill/>
          </a:ln>
        </p:spPr>
      </p:pic>
      <p:sp>
        <p:nvSpPr>
          <p:cNvPr id="115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2292480"/>
            <a:ext cx="10440" cy="622440"/>
          </a:xfrm>
          <a:custGeom>
            <a:avLst/>
            <a:gdLst/>
            <a:ahLst/>
            <a:rect l="0" t="0" r="r" b="b"/>
            <a:pathLst>
              <a:path w="29" h="1729">
                <a:moveTo>
                  <a:pt x="13" y="27"/>
                </a:moveTo>
                <a:cubicBezTo>
                  <a:pt x="17" y="17"/>
                  <a:pt x="22" y="8"/>
                  <a:pt x="29" y="0"/>
                </a:cubicBezTo>
                <a:lnTo>
                  <a:pt x="29" y="1729"/>
                </a:lnTo>
                <a:lnTo>
                  <a:pt x="0" y="1729"/>
                </a:lnTo>
                <a:lnTo>
                  <a:pt x="0" y="87"/>
                </a:lnTo>
                <a:cubicBezTo>
                  <a:pt x="0" y="66"/>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149800" y="226692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924520" y="226692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5933880" y="22669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712440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7134120" y="22669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1083924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2266920"/>
            <a:ext cx="784440" cy="9720"/>
          </a:xfrm>
          <a:custGeom>
            <a:avLst/>
            <a:gdLst/>
            <a:ahLst/>
            <a:rect l="0" t="0" r="r" b="b"/>
            <a:pathLst>
              <a:path w="2179" h="27">
                <a:moveTo>
                  <a:pt x="2151" y="13"/>
                </a:moveTo>
                <a:cubicBezTo>
                  <a:pt x="2161" y="17"/>
                  <a:pt x="2170" y="21"/>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11648880" y="2292480"/>
            <a:ext cx="9720" cy="622440"/>
          </a:xfrm>
          <a:custGeom>
            <a:avLst/>
            <a:gdLst/>
            <a:ahLst/>
            <a:rect l="0" t="0" r="r" b="b"/>
            <a:pathLst>
              <a:path w="27" h="1729">
                <a:moveTo>
                  <a:pt x="14" y="27"/>
                </a:moveTo>
                <a:cubicBezTo>
                  <a:pt x="22" y="46"/>
                  <a:pt x="27" y="66"/>
                  <a:pt x="27" y="87"/>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124240" y="290484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5933880" y="290484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34120" y="290484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0848960" y="290484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124240" y="291456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5924520" y="291456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712440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1083924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1648880" y="291456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5124240" y="355248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5124240" y="354312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924520" y="355248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35431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2440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7134120" y="35431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083924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0848960" y="354312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11648880" y="355248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124240" y="419076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5124240" y="418140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924520" y="419076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5933880" y="418140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712440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7134120" y="418140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1083924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10848960" y="418140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11648880" y="419076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5124240" y="4829040"/>
            <a:ext cx="10440" cy="613080"/>
          </a:xfrm>
          <a:custGeom>
            <a:avLst/>
            <a:gdLst/>
            <a:ahLst/>
            <a:rect l="0" t="0" r="r" b="b"/>
            <a:pathLst>
              <a:path w="29" h="1703">
                <a:moveTo>
                  <a:pt x="13" y="1676"/>
                </a:moveTo>
                <a:cubicBezTo>
                  <a:pt x="5" y="1656"/>
                  <a:pt x="0" y="1636"/>
                  <a:pt x="0" y="1615"/>
                </a:cubicBezTo>
                <a:lnTo>
                  <a:pt x="0" y="0"/>
                </a:lnTo>
                <a:lnTo>
                  <a:pt x="29" y="0"/>
                </a:lnTo>
                <a:lnTo>
                  <a:pt x="29" y="1703"/>
                </a:lnTo>
                <a:cubicBezTo>
                  <a:pt x="22" y="1694"/>
                  <a:pt x="17" y="1685"/>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481932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482904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5933880" y="481932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712440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7134120" y="481932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1083924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10848960" y="481932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11648880" y="4829040"/>
            <a:ext cx="9720" cy="613080"/>
          </a:xfrm>
          <a:custGeom>
            <a:avLst/>
            <a:gdLst/>
            <a:ahLst/>
            <a:rect l="0" t="0" r="r" b="b"/>
            <a:pathLst>
              <a:path w="27" h="1703">
                <a:moveTo>
                  <a:pt x="27" y="1615"/>
                </a:moveTo>
                <a:cubicBezTo>
                  <a:pt x="27" y="1636"/>
                  <a:pt x="22" y="1656"/>
                  <a:pt x="14" y="1676"/>
                </a:cubicBezTo>
                <a:cubicBezTo>
                  <a:pt x="10" y="1685"/>
                  <a:pt x="6" y="1694"/>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149800" y="5457600"/>
            <a:ext cx="784440" cy="10080"/>
          </a:xfrm>
          <a:custGeom>
            <a:avLst/>
            <a:gdLst/>
            <a:ahLst/>
            <a:rect l="0" t="0" r="r" b="b"/>
            <a:pathLst>
              <a:path w="2179" h="28">
                <a:moveTo>
                  <a:pt x="88" y="28"/>
                </a:moveTo>
                <a:cubicBezTo>
                  <a:pt x="67" y="28"/>
                  <a:pt x="47" y="24"/>
                  <a:pt x="27" y="15"/>
                </a:cubicBezTo>
                <a:cubicBezTo>
                  <a:pt x="18" y="12"/>
                  <a:pt x="8" y="6"/>
                  <a:pt x="0" y="0"/>
                </a:cubicBezTo>
                <a:lnTo>
                  <a:pt x="2179" y="0"/>
                </a:lnTo>
                <a:lnTo>
                  <a:pt x="2179"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5933880" y="5457600"/>
            <a:ext cx="1200600" cy="10080"/>
          </a:xfrm>
          <a:custGeom>
            <a:avLst/>
            <a:gdLst/>
            <a:ahLst/>
            <a:rect l="0" t="0" r="r" b="b"/>
            <a:pathLst>
              <a:path w="3335" h="28">
                <a:moveTo>
                  <a:pt x="0" y="28"/>
                </a:moveTo>
                <a:lnTo>
                  <a:pt x="0" y="0"/>
                </a:lnTo>
                <a:lnTo>
                  <a:pt x="3335" y="0"/>
                </a:lnTo>
                <a:lnTo>
                  <a:pt x="333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5457600"/>
            <a:ext cx="3715200" cy="10080"/>
          </a:xfrm>
          <a:custGeom>
            <a:avLst/>
            <a:gdLst/>
            <a:ahLst/>
            <a:rect l="0" t="0" r="r" b="b"/>
            <a:pathLst>
              <a:path w="10320" h="28">
                <a:moveTo>
                  <a:pt x="0" y="28"/>
                </a:moveTo>
                <a:lnTo>
                  <a:pt x="0" y="0"/>
                </a:lnTo>
                <a:lnTo>
                  <a:pt x="10320" y="0"/>
                </a:lnTo>
                <a:lnTo>
                  <a:pt x="1032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48960" y="5457600"/>
            <a:ext cx="784440" cy="10080"/>
          </a:xfrm>
          <a:custGeom>
            <a:avLst/>
            <a:gdLst/>
            <a:ahLst/>
            <a:rect l="0" t="0" r="r" b="b"/>
            <a:pathLst>
              <a:path w="2179" h="28">
                <a:moveTo>
                  <a:pt x="2151" y="15"/>
                </a:moveTo>
                <a:cubicBezTo>
                  <a:pt x="2132" y="24"/>
                  <a:pt x="2112" y="28"/>
                  <a:pt x="2091" y="28"/>
                </a:cubicBezTo>
                <a:lnTo>
                  <a:pt x="0" y="28"/>
                </a:lnTo>
                <a:lnTo>
                  <a:pt x="0" y="0"/>
                </a:lnTo>
                <a:lnTo>
                  <a:pt x="2179" y="0"/>
                </a:lnTo>
                <a:cubicBezTo>
                  <a:pt x="2170" y="6"/>
                  <a:pt x="2161" y="12"/>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txBox="1"/>
          <p:nvPr/>
        </p:nvSpPr>
        <p:spPr>
          <a:xfrm>
            <a:off x="799920" y="3904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29" name=""/>
          <p:cNvSpPr txBox="1"/>
          <p:nvPr/>
        </p:nvSpPr>
        <p:spPr>
          <a:xfrm>
            <a:off x="5120640" y="187740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230" name=""/>
          <p:cNvSpPr txBox="1"/>
          <p:nvPr/>
        </p:nvSpPr>
        <p:spPr>
          <a:xfrm>
            <a:off x="5253840" y="2368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31" name=""/>
          <p:cNvSpPr txBox="1"/>
          <p:nvPr/>
        </p:nvSpPr>
        <p:spPr>
          <a:xfrm>
            <a:off x="5253840" y="26262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32"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33"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34" name=""/>
          <p:cNvSpPr txBox="1"/>
          <p:nvPr/>
        </p:nvSpPr>
        <p:spPr>
          <a:xfrm>
            <a:off x="10973520" y="236088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35" name=""/>
          <p:cNvSpPr txBox="1"/>
          <p:nvPr/>
        </p:nvSpPr>
        <p:spPr>
          <a:xfrm>
            <a:off x="10973520" y="261792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36"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37" name=""/>
          <p:cNvSpPr txBox="1"/>
          <p:nvPr/>
        </p:nvSpPr>
        <p:spPr>
          <a:xfrm>
            <a:off x="60580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38" name=""/>
          <p:cNvSpPr txBox="1"/>
          <p:nvPr/>
        </p:nvSpPr>
        <p:spPr>
          <a:xfrm>
            <a:off x="6229440" y="299916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39" name=""/>
          <p:cNvSpPr txBox="1"/>
          <p:nvPr/>
        </p:nvSpPr>
        <p:spPr>
          <a:xfrm>
            <a:off x="6058080" y="325620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40" name=""/>
          <p:cNvSpPr txBox="1"/>
          <p:nvPr/>
        </p:nvSpPr>
        <p:spPr>
          <a:xfrm>
            <a:off x="7261920" y="29991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41" name=""/>
          <p:cNvSpPr txBox="1"/>
          <p:nvPr/>
        </p:nvSpPr>
        <p:spPr>
          <a:xfrm>
            <a:off x="7356960" y="300708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42" name=""/>
          <p:cNvSpPr txBox="1"/>
          <p:nvPr/>
        </p:nvSpPr>
        <p:spPr>
          <a:xfrm>
            <a:off x="7871400" y="299916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43" name=""/>
          <p:cNvSpPr txBox="1"/>
          <p:nvPr/>
        </p:nvSpPr>
        <p:spPr>
          <a:xfrm>
            <a:off x="822996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4" name=""/>
          <p:cNvSpPr txBox="1"/>
          <p:nvPr/>
        </p:nvSpPr>
        <p:spPr>
          <a:xfrm>
            <a:off x="8401680" y="2999160"/>
            <a:ext cx="768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45" name=""/>
          <p:cNvSpPr txBox="1"/>
          <p:nvPr/>
        </p:nvSpPr>
        <p:spPr>
          <a:xfrm>
            <a:off x="9173160" y="30070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6" name=""/>
          <p:cNvSpPr txBox="1"/>
          <p:nvPr/>
        </p:nvSpPr>
        <p:spPr>
          <a:xfrm>
            <a:off x="9516240" y="2999160"/>
            <a:ext cx="550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47" name=""/>
          <p:cNvSpPr txBox="1"/>
          <p:nvPr/>
        </p:nvSpPr>
        <p:spPr>
          <a:xfrm>
            <a:off x="100684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8" name=""/>
          <p:cNvSpPr txBox="1"/>
          <p:nvPr/>
        </p:nvSpPr>
        <p:spPr>
          <a:xfrm>
            <a:off x="7261920" y="3256200"/>
            <a:ext cx="117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49" name=""/>
          <p:cNvSpPr txBox="1"/>
          <p:nvPr/>
        </p:nvSpPr>
        <p:spPr>
          <a:xfrm>
            <a:off x="8442720" y="32644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0" name=""/>
          <p:cNvSpPr txBox="1"/>
          <p:nvPr/>
        </p:nvSpPr>
        <p:spPr>
          <a:xfrm>
            <a:off x="8614440" y="3256200"/>
            <a:ext cx="1189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51" name=""/>
          <p:cNvSpPr txBox="1"/>
          <p:nvPr/>
        </p:nvSpPr>
        <p:spPr>
          <a:xfrm>
            <a:off x="9808200" y="32644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52"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53"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54" name=""/>
          <p:cNvSpPr txBox="1"/>
          <p:nvPr/>
        </p:nvSpPr>
        <p:spPr>
          <a:xfrm>
            <a:off x="6058080" y="363708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55" name=""/>
          <p:cNvSpPr txBox="1"/>
          <p:nvPr/>
        </p:nvSpPr>
        <p:spPr>
          <a:xfrm>
            <a:off x="6058080" y="38944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56" name=""/>
          <p:cNvSpPr txBox="1"/>
          <p:nvPr/>
        </p:nvSpPr>
        <p:spPr>
          <a:xfrm>
            <a:off x="6248880" y="3902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7" name=""/>
          <p:cNvSpPr txBox="1"/>
          <p:nvPr/>
        </p:nvSpPr>
        <p:spPr>
          <a:xfrm>
            <a:off x="6420240" y="3894480"/>
            <a:ext cx="4467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58"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59"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0"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1"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63"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4"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65"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66" name=""/>
          <p:cNvSpPr txBox="1"/>
          <p:nvPr/>
        </p:nvSpPr>
        <p:spPr>
          <a:xfrm>
            <a:off x="10973520" y="363708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67" name=""/>
          <p:cNvSpPr txBox="1"/>
          <p:nvPr/>
        </p:nvSpPr>
        <p:spPr>
          <a:xfrm>
            <a:off x="10973520" y="38944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68"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9" name=""/>
          <p:cNvSpPr txBox="1"/>
          <p:nvPr/>
        </p:nvSpPr>
        <p:spPr>
          <a:xfrm>
            <a:off x="6058080" y="427536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70" name=""/>
          <p:cNvSpPr txBox="1"/>
          <p:nvPr/>
        </p:nvSpPr>
        <p:spPr>
          <a:xfrm>
            <a:off x="6058080" y="453276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71" name=""/>
          <p:cNvSpPr txBox="1"/>
          <p:nvPr/>
        </p:nvSpPr>
        <p:spPr>
          <a:xfrm>
            <a:off x="6248880" y="45406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2"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3"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74"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6"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77"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8"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9"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80" name=""/>
          <p:cNvSpPr txBox="1"/>
          <p:nvPr/>
        </p:nvSpPr>
        <p:spPr>
          <a:xfrm>
            <a:off x="10973520" y="427536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281" name=""/>
          <p:cNvSpPr txBox="1"/>
          <p:nvPr/>
        </p:nvSpPr>
        <p:spPr>
          <a:xfrm>
            <a:off x="10973520" y="453276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82"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83" name=""/>
          <p:cNvSpPr txBox="1"/>
          <p:nvPr/>
        </p:nvSpPr>
        <p:spPr>
          <a:xfrm>
            <a:off x="6058080" y="491364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84" name=""/>
          <p:cNvSpPr txBox="1"/>
          <p:nvPr/>
        </p:nvSpPr>
        <p:spPr>
          <a:xfrm>
            <a:off x="6058080" y="51706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285" name=""/>
          <p:cNvSpPr txBox="1"/>
          <p:nvPr/>
        </p:nvSpPr>
        <p:spPr>
          <a:xfrm>
            <a:off x="6248880" y="5178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7"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8"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9"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0"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91"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2"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93"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294" name=""/>
          <p:cNvSpPr txBox="1"/>
          <p:nvPr/>
        </p:nvSpPr>
        <p:spPr>
          <a:xfrm>
            <a:off x="10973520" y="49136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295" name=""/>
          <p:cNvSpPr txBox="1"/>
          <p:nvPr/>
        </p:nvSpPr>
        <p:spPr>
          <a:xfrm>
            <a:off x="10973520" y="51706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6"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297"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298"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1299"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00"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552240" y="6162480"/>
            <a:ext cx="11106360" cy="695520"/>
          </a:xfrm>
          <a:custGeom>
            <a:avLst/>
            <a:gdLst/>
            <a:ahLst/>
            <a:rect l="0" t="0" r="r" b="b"/>
            <a:pathLst>
              <a:path w="30851" h="1932">
                <a:moveTo>
                  <a:pt x="0" y="1932"/>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932"/>
                </a:lnTo>
                <a:lnTo>
                  <a:pt x="0" y="1932"/>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7" name=""/>
          <p:cNvSpPr/>
          <p:nvPr/>
        </p:nvSpPr>
        <p:spPr>
          <a:xfrm>
            <a:off x="533160" y="6162480"/>
            <a:ext cx="38520" cy="695520"/>
          </a:xfrm>
          <a:custGeom>
            <a:avLst/>
            <a:gdLst/>
            <a:ahLst/>
            <a:rect l="0" t="0" r="r" b="b"/>
            <a:pathLst>
              <a:path w="107" h="1932">
                <a:moveTo>
                  <a:pt x="0" y="0"/>
                </a:moveTo>
                <a:lnTo>
                  <a:pt x="107" y="0"/>
                </a:lnTo>
                <a:lnTo>
                  <a:pt x="107" y="1932"/>
                </a:lnTo>
                <a:lnTo>
                  <a:pt x="0" y="1932"/>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309"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10" name=""/>
          <p:cNvSpPr/>
          <p:nvPr/>
        </p:nvSpPr>
        <p:spPr>
          <a:xfrm>
            <a:off x="552240" y="1419120"/>
            <a:ext cx="6515640" cy="466920"/>
          </a:xfrm>
          <a:custGeom>
            <a:avLst/>
            <a:gdLst/>
            <a:ahLst/>
            <a:rect l="0" t="0" r="r" b="b"/>
            <a:pathLst>
              <a:path w="18099" h="1297">
                <a:moveTo>
                  <a:pt x="0" y="1297"/>
                </a:moveTo>
                <a:lnTo>
                  <a:pt x="0" y="0"/>
                </a:lnTo>
                <a:lnTo>
                  <a:pt x="17993" y="0"/>
                </a:lnTo>
                <a:cubicBezTo>
                  <a:pt x="18007" y="0"/>
                  <a:pt x="18020" y="2"/>
                  <a:pt x="18033" y="8"/>
                </a:cubicBezTo>
                <a:cubicBezTo>
                  <a:pt x="18046" y="13"/>
                  <a:pt x="18058" y="21"/>
                  <a:pt x="18068" y="31"/>
                </a:cubicBezTo>
                <a:cubicBezTo>
                  <a:pt x="18078" y="41"/>
                  <a:pt x="18085" y="52"/>
                  <a:pt x="18091" y="65"/>
                </a:cubicBezTo>
                <a:cubicBezTo>
                  <a:pt x="18096" y="78"/>
                  <a:pt x="18099" y="92"/>
                  <a:pt x="18099" y="106"/>
                </a:cubicBezTo>
                <a:lnTo>
                  <a:pt x="18099" y="1191"/>
                </a:lnTo>
                <a:cubicBezTo>
                  <a:pt x="18099" y="1205"/>
                  <a:pt x="18096" y="1219"/>
                  <a:pt x="18091" y="1232"/>
                </a:cubicBezTo>
                <a:cubicBezTo>
                  <a:pt x="18085" y="1245"/>
                  <a:pt x="18078" y="1256"/>
                  <a:pt x="18068" y="1266"/>
                </a:cubicBezTo>
                <a:cubicBezTo>
                  <a:pt x="18058" y="1276"/>
                  <a:pt x="18046" y="1284"/>
                  <a:pt x="18033" y="1289"/>
                </a:cubicBezTo>
                <a:cubicBezTo>
                  <a:pt x="18020" y="1295"/>
                  <a:pt x="18007" y="1297"/>
                  <a:pt x="17993"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1" name=""/>
          <p:cNvSpPr/>
          <p:nvPr/>
        </p:nvSpPr>
        <p:spPr>
          <a:xfrm>
            <a:off x="533160" y="14191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542880" y="2028600"/>
            <a:ext cx="943200" cy="381240"/>
          </a:xfrm>
          <a:custGeom>
            <a:avLst/>
            <a:gdLst/>
            <a:ahLst/>
            <a:rect l="0" t="0" r="r" b="b"/>
            <a:pathLst>
              <a:path w="2620" h="1059">
                <a:moveTo>
                  <a:pt x="20" y="47"/>
                </a:moveTo>
                <a:cubicBezTo>
                  <a:pt x="35" y="32"/>
                  <a:pt x="52" y="20"/>
                  <a:pt x="71" y="12"/>
                </a:cubicBezTo>
                <a:cubicBezTo>
                  <a:pt x="91" y="4"/>
                  <a:pt x="111" y="0"/>
                  <a:pt x="132" y="0"/>
                </a:cubicBezTo>
                <a:lnTo>
                  <a:pt x="2620" y="0"/>
                </a:lnTo>
                <a:lnTo>
                  <a:pt x="2620" y="1059"/>
                </a:lnTo>
                <a:lnTo>
                  <a:pt x="0" y="1059"/>
                </a:lnTo>
                <a:lnTo>
                  <a:pt x="0" y="71"/>
                </a:lnTo>
                <a:cubicBezTo>
                  <a:pt x="5" y="62"/>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3" name=""/>
          <p:cNvSpPr/>
          <p:nvPr/>
        </p:nvSpPr>
        <p:spPr>
          <a:xfrm>
            <a:off x="1485720" y="202860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4" name=""/>
          <p:cNvSpPr/>
          <p:nvPr/>
        </p:nvSpPr>
        <p:spPr>
          <a:xfrm>
            <a:off x="4495680" y="202860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15" name=""/>
          <p:cNvPicPr/>
          <p:nvPr/>
        </p:nvPicPr>
        <p:blipFill>
          <a:blip r:embed="rId1"/>
          <a:stretch/>
        </p:blipFill>
        <p:spPr>
          <a:xfrm>
            <a:off x="533520" y="2019240"/>
            <a:ext cx="6540120" cy="1561680"/>
          </a:xfrm>
          <a:prstGeom prst="rect">
            <a:avLst/>
          </a:prstGeom>
          <a:noFill/>
          <a:ln w="0">
            <a:noFill/>
          </a:ln>
        </p:spPr>
      </p:pic>
      <p:pic>
        <p:nvPicPr>
          <p:cNvPr id="1316" name=""/>
          <p:cNvPicPr/>
          <p:nvPr/>
        </p:nvPicPr>
        <p:blipFill>
          <a:blip r:embed="rId2"/>
          <a:stretch/>
        </p:blipFill>
        <p:spPr>
          <a:xfrm>
            <a:off x="533520" y="2019240"/>
            <a:ext cx="6540120" cy="1561680"/>
          </a:xfrm>
          <a:prstGeom prst="rect">
            <a:avLst/>
          </a:prstGeom>
          <a:noFill/>
          <a:ln w="0">
            <a:noFill/>
          </a:ln>
        </p:spPr>
      </p:pic>
      <p:pic>
        <p:nvPicPr>
          <p:cNvPr id="1317" name=""/>
          <p:cNvPicPr/>
          <p:nvPr/>
        </p:nvPicPr>
        <p:blipFill>
          <a:blip r:embed="rId3"/>
          <a:stretch/>
        </p:blipFill>
        <p:spPr>
          <a:xfrm>
            <a:off x="533520" y="2019240"/>
            <a:ext cx="6540120" cy="1561680"/>
          </a:xfrm>
          <a:prstGeom prst="rect">
            <a:avLst/>
          </a:prstGeom>
          <a:noFill/>
          <a:ln w="0">
            <a:noFill/>
          </a:ln>
        </p:spPr>
      </p:pic>
      <p:sp>
        <p:nvSpPr>
          <p:cNvPr id="1318" name=""/>
          <p:cNvSpPr/>
          <p:nvPr/>
        </p:nvSpPr>
        <p:spPr>
          <a:xfrm>
            <a:off x="542880" y="240948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9" name=""/>
          <p:cNvSpPr/>
          <p:nvPr/>
        </p:nvSpPr>
        <p:spPr>
          <a:xfrm>
            <a:off x="1485720" y="240948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0" name=""/>
          <p:cNvSpPr/>
          <p:nvPr/>
        </p:nvSpPr>
        <p:spPr>
          <a:xfrm>
            <a:off x="4495680" y="240948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1"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2"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3"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4"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5"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6"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542880" y="3171600"/>
            <a:ext cx="943200" cy="390960"/>
          </a:xfrm>
          <a:custGeom>
            <a:avLst/>
            <a:gdLst/>
            <a:ahLst/>
            <a:rect l="0" t="0" r="r" b="b"/>
            <a:pathLst>
              <a:path w="2620" h="1086">
                <a:moveTo>
                  <a:pt x="20" y="1066"/>
                </a:moveTo>
                <a:cubicBezTo>
                  <a:pt x="12" y="1058"/>
                  <a:pt x="5" y="1050"/>
                  <a:pt x="0" y="1041"/>
                </a:cubicBezTo>
                <a:lnTo>
                  <a:pt x="0" y="0"/>
                </a:lnTo>
                <a:lnTo>
                  <a:pt x="2620" y="0"/>
                </a:lnTo>
                <a:lnTo>
                  <a:pt x="2620" y="1086"/>
                </a:lnTo>
                <a:lnTo>
                  <a:pt x="44" y="1086"/>
                </a:lnTo>
                <a:cubicBezTo>
                  <a:pt x="35" y="1080"/>
                  <a:pt x="27" y="1073"/>
                  <a:pt x="20" y="106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1485720" y="3171600"/>
            <a:ext cx="3010320" cy="390960"/>
          </a:xfrm>
          <a:custGeom>
            <a:avLst/>
            <a:gdLst/>
            <a:ahLst/>
            <a:rect l="0" t="0" r="r" b="b"/>
            <a:pathLst>
              <a:path w="8362" h="1086">
                <a:moveTo>
                  <a:pt x="0" y="0"/>
                </a:moveTo>
                <a:lnTo>
                  <a:pt x="8362" y="0"/>
                </a:lnTo>
                <a:lnTo>
                  <a:pt x="8362"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4495680" y="3171600"/>
            <a:ext cx="2495880" cy="390960"/>
          </a:xfrm>
          <a:custGeom>
            <a:avLst/>
            <a:gdLst/>
            <a:ahLst/>
            <a:rect l="0" t="0" r="r" b="b"/>
            <a:pathLst>
              <a:path w="6933" h="1086">
                <a:moveTo>
                  <a:pt x="0" y="0"/>
                </a:moveTo>
                <a:lnTo>
                  <a:pt x="6933" y="0"/>
                </a:lnTo>
                <a:lnTo>
                  <a:pt x="6933"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33160" y="20541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58720" y="2028600"/>
            <a:ext cx="927360" cy="10080"/>
          </a:xfrm>
          <a:custGeom>
            <a:avLst/>
            <a:gdLst/>
            <a:ahLst/>
            <a:rect l="0" t="0" r="r" b="b"/>
            <a:pathLst>
              <a:path w="2576" h="28">
                <a:moveTo>
                  <a:pt x="27" y="12"/>
                </a:moveTo>
                <a:cubicBezTo>
                  <a:pt x="47" y="4"/>
                  <a:pt x="67" y="0"/>
                  <a:pt x="88" y="0"/>
                </a:cubicBezTo>
                <a:lnTo>
                  <a:pt x="2576" y="0"/>
                </a:lnTo>
                <a:lnTo>
                  <a:pt x="2576"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2" name=""/>
          <p:cNvSpPr/>
          <p:nvPr/>
        </p:nvSpPr>
        <p:spPr>
          <a:xfrm>
            <a:off x="147636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1485720" y="2028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4485960" y="20286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4495680" y="2028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p:nvPr/>
        </p:nvSpPr>
        <p:spPr>
          <a:xfrm>
            <a:off x="699120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533160" y="240948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1485720" y="240948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4495680" y="240948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147636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44859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699120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33160" y="27907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7636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1485720" y="27907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44859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4495680" y="27907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699120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33160" y="3181320"/>
            <a:ext cx="10080" cy="365040"/>
          </a:xfrm>
          <a:custGeom>
            <a:avLst/>
            <a:gdLst/>
            <a:ahLst/>
            <a:rect l="0" t="0" r="r" b="b"/>
            <a:pathLst>
              <a:path w="28" h="1014">
                <a:moveTo>
                  <a:pt x="12" y="987"/>
                </a:moveTo>
                <a:cubicBezTo>
                  <a:pt x="4" y="968"/>
                  <a:pt x="0" y="948"/>
                  <a:pt x="0" y="927"/>
                </a:cubicBezTo>
                <a:lnTo>
                  <a:pt x="0" y="0"/>
                </a:lnTo>
                <a:lnTo>
                  <a:pt x="28" y="0"/>
                </a:lnTo>
                <a:lnTo>
                  <a:pt x="28" y="1014"/>
                </a:lnTo>
                <a:cubicBezTo>
                  <a:pt x="22" y="1006"/>
                  <a:pt x="17" y="997"/>
                  <a:pt x="12" y="98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533160" y="31716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147636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1485720" y="3171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4485960" y="3181320"/>
            <a:ext cx="10080" cy="390600"/>
          </a:xfrm>
          <a:custGeom>
            <a:avLst/>
            <a:gdLst/>
            <a:ahLst/>
            <a:rect l="0" t="0" r="r" b="b"/>
            <a:pathLst>
              <a:path w="28" h="1085">
                <a:moveTo>
                  <a:pt x="0" y="1085"/>
                </a:moveTo>
                <a:lnTo>
                  <a:pt x="0" y="0"/>
                </a:lnTo>
                <a:lnTo>
                  <a:pt x="28" y="0"/>
                </a:lnTo>
                <a:lnTo>
                  <a:pt x="28"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71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699120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558720" y="3562200"/>
            <a:ext cx="927360" cy="9720"/>
          </a:xfrm>
          <a:custGeom>
            <a:avLst/>
            <a:gdLst/>
            <a:ahLst/>
            <a:rect l="0" t="0" r="r" b="b"/>
            <a:pathLst>
              <a:path w="2576" h="27">
                <a:moveTo>
                  <a:pt x="88" y="27"/>
                </a:moveTo>
                <a:cubicBezTo>
                  <a:pt x="67" y="27"/>
                  <a:pt x="47" y="22"/>
                  <a:pt x="27" y="14"/>
                </a:cubicBezTo>
                <a:cubicBezTo>
                  <a:pt x="18" y="10"/>
                  <a:pt x="9" y="6"/>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1485720" y="356220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4495680" y="356220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42880" y="473364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2724120" y="473364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4286160" y="473364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64" name=""/>
          <p:cNvPicPr/>
          <p:nvPr/>
        </p:nvPicPr>
        <p:blipFill>
          <a:blip r:embed="rId4"/>
          <a:stretch/>
        </p:blipFill>
        <p:spPr>
          <a:xfrm>
            <a:off x="533520" y="4724280"/>
            <a:ext cx="6540120" cy="1155240"/>
          </a:xfrm>
          <a:prstGeom prst="rect">
            <a:avLst/>
          </a:prstGeom>
          <a:noFill/>
          <a:ln w="0">
            <a:noFill/>
          </a:ln>
        </p:spPr>
      </p:pic>
      <p:pic>
        <p:nvPicPr>
          <p:cNvPr id="1365" name=""/>
          <p:cNvPicPr/>
          <p:nvPr/>
        </p:nvPicPr>
        <p:blipFill>
          <a:blip r:embed="rId5"/>
          <a:stretch/>
        </p:blipFill>
        <p:spPr>
          <a:xfrm>
            <a:off x="533520" y="5880240"/>
            <a:ext cx="6540120" cy="0"/>
          </a:xfrm>
          <a:prstGeom prst="rect">
            <a:avLst/>
          </a:prstGeom>
          <a:noFill/>
          <a:ln w="0">
            <a:noFill/>
          </a:ln>
        </p:spPr>
      </p:pic>
      <p:pic>
        <p:nvPicPr>
          <p:cNvPr id="1366" name=""/>
          <p:cNvPicPr/>
          <p:nvPr/>
        </p:nvPicPr>
        <p:blipFill>
          <a:blip r:embed="rId6"/>
          <a:stretch/>
        </p:blipFill>
        <p:spPr>
          <a:xfrm>
            <a:off x="533520" y="4724280"/>
            <a:ext cx="6540120" cy="1155240"/>
          </a:xfrm>
          <a:prstGeom prst="rect">
            <a:avLst/>
          </a:prstGeom>
          <a:noFill/>
          <a:ln w="0">
            <a:noFill/>
          </a:ln>
        </p:spPr>
      </p:pic>
      <p:pic>
        <p:nvPicPr>
          <p:cNvPr id="1367" name=""/>
          <p:cNvPicPr/>
          <p:nvPr/>
        </p:nvPicPr>
        <p:blipFill>
          <a:blip r:embed="rId7"/>
          <a:stretch/>
        </p:blipFill>
        <p:spPr>
          <a:xfrm>
            <a:off x="533520" y="5880240"/>
            <a:ext cx="6540120" cy="0"/>
          </a:xfrm>
          <a:prstGeom prst="rect">
            <a:avLst/>
          </a:prstGeom>
          <a:noFill/>
          <a:ln w="0">
            <a:noFill/>
          </a:ln>
        </p:spPr>
      </p:pic>
      <p:pic>
        <p:nvPicPr>
          <p:cNvPr id="1368" name=""/>
          <p:cNvPicPr/>
          <p:nvPr/>
        </p:nvPicPr>
        <p:blipFill>
          <a:blip r:embed="rId8"/>
          <a:stretch/>
        </p:blipFill>
        <p:spPr>
          <a:xfrm>
            <a:off x="533520" y="4724280"/>
            <a:ext cx="6540120" cy="1155240"/>
          </a:xfrm>
          <a:prstGeom prst="rect">
            <a:avLst/>
          </a:prstGeom>
          <a:noFill/>
          <a:ln w="0">
            <a:noFill/>
          </a:ln>
        </p:spPr>
      </p:pic>
      <p:pic>
        <p:nvPicPr>
          <p:cNvPr id="1369" name=""/>
          <p:cNvPicPr/>
          <p:nvPr/>
        </p:nvPicPr>
        <p:blipFill>
          <a:blip r:embed="rId9"/>
          <a:stretch/>
        </p:blipFill>
        <p:spPr>
          <a:xfrm>
            <a:off x="533520" y="5880240"/>
            <a:ext cx="6540120" cy="0"/>
          </a:xfrm>
          <a:prstGeom prst="rect">
            <a:avLst/>
          </a:prstGeom>
          <a:noFill/>
          <a:ln w="0">
            <a:noFill/>
          </a:ln>
        </p:spPr>
      </p:pic>
      <p:sp>
        <p:nvSpPr>
          <p:cNvPr id="1370" name=""/>
          <p:cNvSpPr/>
          <p:nvPr/>
        </p:nvSpPr>
        <p:spPr>
          <a:xfrm>
            <a:off x="542880" y="511488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2724120" y="51148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286160" y="51148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533160" y="47498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558720" y="472428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272412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2733480" y="47242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428616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429552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5943240" y="47242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533160" y="510516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2733480" y="51051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429552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53316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272412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428616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594324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533160" y="549576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33160" y="548604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5" name=""/>
          <p:cNvSpPr/>
          <p:nvPr/>
        </p:nvSpPr>
        <p:spPr>
          <a:xfrm>
            <a:off x="272412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6" name=""/>
          <p:cNvSpPr/>
          <p:nvPr/>
        </p:nvSpPr>
        <p:spPr>
          <a:xfrm>
            <a:off x="2733480" y="548604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7" name=""/>
          <p:cNvSpPr/>
          <p:nvPr/>
        </p:nvSpPr>
        <p:spPr>
          <a:xfrm>
            <a:off x="428616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295520" y="5486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5943240" y="5495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58720" y="586728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33480" y="586728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95520" y="586728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404" name=""/>
          <p:cNvSpPr txBox="1"/>
          <p:nvPr/>
        </p:nvSpPr>
        <p:spPr>
          <a:xfrm>
            <a:off x="72396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05" name=""/>
          <p:cNvSpPr txBox="1"/>
          <p:nvPr/>
        </p:nvSpPr>
        <p:spPr>
          <a:xfrm>
            <a:off x="172656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06" name=""/>
          <p:cNvSpPr txBox="1"/>
          <p:nvPr/>
        </p:nvSpPr>
        <p:spPr>
          <a:xfrm>
            <a:off x="2088360" y="154224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07" name=""/>
          <p:cNvSpPr txBox="1"/>
          <p:nvPr/>
        </p:nvSpPr>
        <p:spPr>
          <a:xfrm>
            <a:off x="2383920" y="155088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08" name=""/>
          <p:cNvSpPr txBox="1"/>
          <p:nvPr/>
        </p:nvSpPr>
        <p:spPr>
          <a:xfrm>
            <a:off x="292680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09" name=""/>
          <p:cNvSpPr txBox="1"/>
          <p:nvPr/>
        </p:nvSpPr>
        <p:spPr>
          <a:xfrm>
            <a:off x="392940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10" name=""/>
          <p:cNvSpPr txBox="1"/>
          <p:nvPr/>
        </p:nvSpPr>
        <p:spPr>
          <a:xfrm>
            <a:off x="4291200" y="154224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11" name=""/>
          <p:cNvSpPr txBox="1"/>
          <p:nvPr/>
        </p:nvSpPr>
        <p:spPr>
          <a:xfrm>
            <a:off x="4697280" y="15508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12" name=""/>
          <p:cNvSpPr txBox="1"/>
          <p:nvPr/>
        </p:nvSpPr>
        <p:spPr>
          <a:xfrm>
            <a:off x="666720" y="21308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13" name=""/>
          <p:cNvSpPr txBox="1"/>
          <p:nvPr/>
        </p:nvSpPr>
        <p:spPr>
          <a:xfrm>
            <a:off x="1609560" y="21229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14" name=""/>
          <p:cNvSpPr txBox="1"/>
          <p:nvPr/>
        </p:nvSpPr>
        <p:spPr>
          <a:xfrm>
            <a:off x="17942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5" name=""/>
          <p:cNvSpPr txBox="1"/>
          <p:nvPr/>
        </p:nvSpPr>
        <p:spPr>
          <a:xfrm>
            <a:off x="196560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16" name=""/>
          <p:cNvSpPr txBox="1"/>
          <p:nvPr/>
        </p:nvSpPr>
        <p:spPr>
          <a:xfrm>
            <a:off x="231516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17" name=""/>
          <p:cNvSpPr txBox="1"/>
          <p:nvPr/>
        </p:nvSpPr>
        <p:spPr>
          <a:xfrm>
            <a:off x="4622760" y="21229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18" name=""/>
          <p:cNvSpPr txBox="1"/>
          <p:nvPr/>
        </p:nvSpPr>
        <p:spPr>
          <a:xfrm>
            <a:off x="49118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9" name=""/>
          <p:cNvSpPr txBox="1"/>
          <p:nvPr/>
        </p:nvSpPr>
        <p:spPr>
          <a:xfrm>
            <a:off x="508356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0" name=""/>
          <p:cNvSpPr txBox="1"/>
          <p:nvPr/>
        </p:nvSpPr>
        <p:spPr>
          <a:xfrm>
            <a:off x="543312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21" name=""/>
          <p:cNvSpPr txBox="1"/>
          <p:nvPr/>
        </p:nvSpPr>
        <p:spPr>
          <a:xfrm>
            <a:off x="66672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22" name=""/>
          <p:cNvSpPr txBox="1"/>
          <p:nvPr/>
        </p:nvSpPr>
        <p:spPr>
          <a:xfrm>
            <a:off x="16095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3" name=""/>
          <p:cNvSpPr txBox="1"/>
          <p:nvPr/>
        </p:nvSpPr>
        <p:spPr>
          <a:xfrm>
            <a:off x="196848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4" name=""/>
          <p:cNvSpPr txBox="1"/>
          <p:nvPr/>
        </p:nvSpPr>
        <p:spPr>
          <a:xfrm>
            <a:off x="21398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5" name=""/>
          <p:cNvSpPr txBox="1"/>
          <p:nvPr/>
        </p:nvSpPr>
        <p:spPr>
          <a:xfrm>
            <a:off x="255564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26" name=""/>
          <p:cNvSpPr txBox="1"/>
          <p:nvPr/>
        </p:nvSpPr>
        <p:spPr>
          <a:xfrm>
            <a:off x="3241440" y="250380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7" name=""/>
          <p:cNvSpPr txBox="1"/>
          <p:nvPr/>
        </p:nvSpPr>
        <p:spPr>
          <a:xfrm>
            <a:off x="358416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8" name=""/>
          <p:cNvSpPr txBox="1"/>
          <p:nvPr/>
        </p:nvSpPr>
        <p:spPr>
          <a:xfrm>
            <a:off x="37558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29" name=""/>
          <p:cNvSpPr txBox="1"/>
          <p:nvPr/>
        </p:nvSpPr>
        <p:spPr>
          <a:xfrm>
            <a:off x="385092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0" name=""/>
          <p:cNvSpPr txBox="1"/>
          <p:nvPr/>
        </p:nvSpPr>
        <p:spPr>
          <a:xfrm>
            <a:off x="46227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1" name=""/>
          <p:cNvSpPr txBox="1"/>
          <p:nvPr/>
        </p:nvSpPr>
        <p:spPr>
          <a:xfrm>
            <a:off x="498132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32" name=""/>
          <p:cNvSpPr txBox="1"/>
          <p:nvPr/>
        </p:nvSpPr>
        <p:spPr>
          <a:xfrm>
            <a:off x="51530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3" name=""/>
          <p:cNvSpPr txBox="1"/>
          <p:nvPr/>
        </p:nvSpPr>
        <p:spPr>
          <a:xfrm>
            <a:off x="556848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34" name=""/>
          <p:cNvSpPr txBox="1"/>
          <p:nvPr/>
        </p:nvSpPr>
        <p:spPr>
          <a:xfrm>
            <a:off x="62542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35" name=""/>
          <p:cNvSpPr txBox="1"/>
          <p:nvPr/>
        </p:nvSpPr>
        <p:spPr>
          <a:xfrm>
            <a:off x="634968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6" name=""/>
          <p:cNvSpPr txBox="1"/>
          <p:nvPr/>
        </p:nvSpPr>
        <p:spPr>
          <a:xfrm>
            <a:off x="666720" y="2884680"/>
            <a:ext cx="639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37" name=""/>
          <p:cNvSpPr txBox="1"/>
          <p:nvPr/>
        </p:nvSpPr>
        <p:spPr>
          <a:xfrm>
            <a:off x="1609560" y="288468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38" name=""/>
          <p:cNvSpPr txBox="1"/>
          <p:nvPr/>
        </p:nvSpPr>
        <p:spPr>
          <a:xfrm>
            <a:off x="2416680" y="289296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39" name=""/>
          <p:cNvSpPr txBox="1"/>
          <p:nvPr/>
        </p:nvSpPr>
        <p:spPr>
          <a:xfrm>
            <a:off x="4622760" y="2884680"/>
            <a:ext cx="778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40" name=""/>
          <p:cNvSpPr txBox="1"/>
          <p:nvPr/>
        </p:nvSpPr>
        <p:spPr>
          <a:xfrm>
            <a:off x="5404320" y="2892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41" name=""/>
          <p:cNvSpPr/>
          <p:nvPr/>
        </p:nvSpPr>
        <p:spPr>
          <a:xfrm>
            <a:off x="1609560" y="3295440"/>
            <a:ext cx="1581480" cy="190800"/>
          </a:xfrm>
          <a:custGeom>
            <a:avLst/>
            <a:gdLst/>
            <a:ahLst/>
            <a:rect l="0" t="0" r="r" b="b"/>
            <a:pathLst>
              <a:path w="4393" h="530">
                <a:moveTo>
                  <a:pt x="0" y="451"/>
                </a:moveTo>
                <a:lnTo>
                  <a:pt x="0" y="79"/>
                </a:lnTo>
                <a:cubicBezTo>
                  <a:pt x="0" y="69"/>
                  <a:pt x="2" y="59"/>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59"/>
                  <a:pt x="4393" y="69"/>
                  <a:pt x="4393" y="79"/>
                </a:cubicBezTo>
                <a:lnTo>
                  <a:pt x="4393" y="451"/>
                </a:lnTo>
                <a:cubicBezTo>
                  <a:pt x="4393" y="461"/>
                  <a:pt x="4391" y="472"/>
                  <a:pt x="4387" y="481"/>
                </a:cubicBezTo>
                <a:cubicBezTo>
                  <a:pt x="4383" y="491"/>
                  <a:pt x="4377" y="500"/>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2" name=""/>
          <p:cNvSpPr txBox="1"/>
          <p:nvPr/>
        </p:nvSpPr>
        <p:spPr>
          <a:xfrm>
            <a:off x="666720" y="327384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43" name=""/>
          <p:cNvSpPr/>
          <p:nvPr/>
        </p:nvSpPr>
        <p:spPr>
          <a:xfrm>
            <a:off x="4619520" y="3295440"/>
            <a:ext cx="2200680" cy="190800"/>
          </a:xfrm>
          <a:custGeom>
            <a:avLst/>
            <a:gdLst/>
            <a:ahLst/>
            <a:rect l="0" t="0" r="r" b="b"/>
            <a:pathLst>
              <a:path w="6113" h="530">
                <a:moveTo>
                  <a:pt x="0" y="451"/>
                </a:moveTo>
                <a:lnTo>
                  <a:pt x="0" y="79"/>
                </a:lnTo>
                <a:cubicBezTo>
                  <a:pt x="0" y="69"/>
                  <a:pt x="2" y="59"/>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59"/>
                  <a:pt x="6113" y="69"/>
                  <a:pt x="6113" y="79"/>
                </a:cubicBezTo>
                <a:lnTo>
                  <a:pt x="6113" y="451"/>
                </a:lnTo>
                <a:cubicBezTo>
                  <a:pt x="6113" y="461"/>
                  <a:pt x="6111" y="472"/>
                  <a:pt x="6107" y="481"/>
                </a:cubicBezTo>
                <a:cubicBezTo>
                  <a:pt x="6103" y="491"/>
                  <a:pt x="6097" y="500"/>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4" name=""/>
          <p:cNvSpPr txBox="1"/>
          <p:nvPr/>
        </p:nvSpPr>
        <p:spPr>
          <a:xfrm>
            <a:off x="1657440" y="330768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45" name=""/>
          <p:cNvSpPr txBox="1"/>
          <p:nvPr/>
        </p:nvSpPr>
        <p:spPr>
          <a:xfrm>
            <a:off x="4670280" y="330768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46" name=""/>
          <p:cNvSpPr txBox="1"/>
          <p:nvPr/>
        </p:nvSpPr>
        <p:spPr>
          <a:xfrm>
            <a:off x="533520" y="375192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47" name=""/>
          <p:cNvSpPr txBox="1"/>
          <p:nvPr/>
        </p:nvSpPr>
        <p:spPr>
          <a:xfrm>
            <a:off x="1866960" y="374292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48" name=""/>
          <p:cNvSpPr txBox="1"/>
          <p:nvPr/>
        </p:nvSpPr>
        <p:spPr>
          <a:xfrm>
            <a:off x="2406600" y="3751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49" name=""/>
          <p:cNvSpPr txBox="1"/>
          <p:nvPr/>
        </p:nvSpPr>
        <p:spPr>
          <a:xfrm>
            <a:off x="533520" y="4028760"/>
            <a:ext cx="1326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50" name=""/>
          <p:cNvSpPr txBox="1"/>
          <p:nvPr/>
        </p:nvSpPr>
        <p:spPr>
          <a:xfrm>
            <a:off x="1859400" y="40377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51" name=""/>
          <p:cNvSpPr txBox="1"/>
          <p:nvPr/>
        </p:nvSpPr>
        <p:spPr>
          <a:xfrm>
            <a:off x="3183480" y="4028760"/>
            <a:ext cx="254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52" name=""/>
          <p:cNvSpPr txBox="1"/>
          <p:nvPr/>
        </p:nvSpPr>
        <p:spPr>
          <a:xfrm>
            <a:off x="3437640" y="40377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53" name=""/>
          <p:cNvSpPr txBox="1"/>
          <p:nvPr/>
        </p:nvSpPr>
        <p:spPr>
          <a:xfrm>
            <a:off x="533520" y="43232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54" name=""/>
          <p:cNvSpPr txBox="1"/>
          <p:nvPr/>
        </p:nvSpPr>
        <p:spPr>
          <a:xfrm>
            <a:off x="6667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55" name=""/>
          <p:cNvSpPr txBox="1"/>
          <p:nvPr/>
        </p:nvSpPr>
        <p:spPr>
          <a:xfrm>
            <a:off x="2855880" y="481824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56" name=""/>
          <p:cNvSpPr txBox="1"/>
          <p:nvPr/>
        </p:nvSpPr>
        <p:spPr>
          <a:xfrm>
            <a:off x="347220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7" name=""/>
          <p:cNvSpPr txBox="1"/>
          <p:nvPr/>
        </p:nvSpPr>
        <p:spPr>
          <a:xfrm>
            <a:off x="4415040" y="481824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58" name=""/>
          <p:cNvSpPr txBox="1"/>
          <p:nvPr/>
        </p:nvSpPr>
        <p:spPr>
          <a:xfrm>
            <a:off x="51361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9" name=""/>
          <p:cNvSpPr txBox="1"/>
          <p:nvPr/>
        </p:nvSpPr>
        <p:spPr>
          <a:xfrm>
            <a:off x="666720" y="520740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60" name=""/>
          <p:cNvSpPr txBox="1"/>
          <p:nvPr/>
        </p:nvSpPr>
        <p:spPr>
          <a:xfrm>
            <a:off x="1352520" y="5199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1" name=""/>
          <p:cNvSpPr txBox="1"/>
          <p:nvPr/>
        </p:nvSpPr>
        <p:spPr>
          <a:xfrm>
            <a:off x="1695600" y="5207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2" name=""/>
          <p:cNvSpPr txBox="1"/>
          <p:nvPr/>
        </p:nvSpPr>
        <p:spPr>
          <a:xfrm>
            <a:off x="2038320" y="519948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63" name=""/>
          <p:cNvSpPr txBox="1"/>
          <p:nvPr/>
        </p:nvSpPr>
        <p:spPr>
          <a:xfrm>
            <a:off x="2427120" y="5207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4" name=""/>
          <p:cNvSpPr txBox="1"/>
          <p:nvPr/>
        </p:nvSpPr>
        <p:spPr>
          <a:xfrm>
            <a:off x="2855880" y="5199480"/>
            <a:ext cx="740520" cy="203040"/>
          </a:xfrm>
          <a:prstGeom prst="rect">
            <a:avLst/>
          </a:prstGeom>
          <a:noFill/>
          <a:ln w="0">
            <a:noFill/>
          </a:ln>
        </p:spPr>
        <p:txBody>
          <a:bodyPr wrap="none" lIns="0" tIns="0" rIns="0" bIns="0" anchor="t">
            <a:spAutoFit/>
          </a:bodyPr>
          <a:p>
            <a:pPr/>
            <a:r>
              <a:rPr lang="en-US" sz="1350" b="1" u="none" strike="noStrike">
                <a:solidFill>
                  <a:srgbClr val="E34948"/>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65" name=""/>
          <p:cNvSpPr txBox="1"/>
          <p:nvPr/>
        </p:nvSpPr>
        <p:spPr>
          <a:xfrm>
            <a:off x="4415040" y="519948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66" name=""/>
          <p:cNvSpPr txBox="1"/>
          <p:nvPr/>
        </p:nvSpPr>
        <p:spPr>
          <a:xfrm>
            <a:off x="666720" y="558828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67" name=""/>
          <p:cNvSpPr txBox="1"/>
          <p:nvPr/>
        </p:nvSpPr>
        <p:spPr>
          <a:xfrm>
            <a:off x="1352520" y="558036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8" name=""/>
          <p:cNvSpPr txBox="1"/>
          <p:nvPr/>
        </p:nvSpPr>
        <p:spPr>
          <a:xfrm>
            <a:off x="1695600" y="5588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9" name=""/>
          <p:cNvSpPr txBox="1"/>
          <p:nvPr/>
        </p:nvSpPr>
        <p:spPr>
          <a:xfrm>
            <a:off x="2038320" y="558036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470" name=""/>
          <p:cNvSpPr txBox="1"/>
          <p:nvPr/>
        </p:nvSpPr>
        <p:spPr>
          <a:xfrm>
            <a:off x="2427120" y="5588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txBox="1"/>
          <p:nvPr/>
        </p:nvSpPr>
        <p:spPr>
          <a:xfrm>
            <a:off x="2855880" y="55803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472" name=""/>
          <p:cNvSpPr txBox="1"/>
          <p:nvPr/>
        </p:nvSpPr>
        <p:spPr>
          <a:xfrm>
            <a:off x="4415040" y="5580360"/>
            <a:ext cx="721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473" name=""/>
          <p:cNvSpPr txBox="1"/>
          <p:nvPr/>
        </p:nvSpPr>
        <p:spPr>
          <a:xfrm>
            <a:off x="8097480" y="134064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474" name=""/>
          <p:cNvPicPr/>
          <p:nvPr/>
        </p:nvPicPr>
        <p:blipFill>
          <a:blip r:embed="rId10"/>
          <a:stretch/>
        </p:blipFill>
        <p:spPr>
          <a:xfrm>
            <a:off x="7296120" y="1714320"/>
            <a:ext cx="4362120" cy="1352160"/>
          </a:xfrm>
          <a:prstGeom prst="rect">
            <a:avLst/>
          </a:prstGeom>
          <a:noFill/>
          <a:ln w="0">
            <a:noFill/>
          </a:ln>
        </p:spPr>
      </p:pic>
      <p:sp>
        <p:nvSpPr>
          <p:cNvPr id="1475" name=""/>
          <p:cNvSpPr txBox="1"/>
          <p:nvPr/>
        </p:nvSpPr>
        <p:spPr>
          <a:xfrm>
            <a:off x="8422200" y="134784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476" name=""/>
          <p:cNvSpPr txBox="1"/>
          <p:nvPr/>
        </p:nvSpPr>
        <p:spPr>
          <a:xfrm>
            <a:off x="8180640" y="336024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477" name=""/>
          <p:cNvPicPr/>
          <p:nvPr/>
        </p:nvPicPr>
        <p:blipFill>
          <a:blip r:embed="rId11"/>
          <a:stretch/>
        </p:blipFill>
        <p:spPr>
          <a:xfrm>
            <a:off x="7296120" y="3733920"/>
            <a:ext cx="4362120" cy="1352160"/>
          </a:xfrm>
          <a:prstGeom prst="rect">
            <a:avLst/>
          </a:prstGeom>
          <a:noFill/>
          <a:ln w="0">
            <a:noFill/>
          </a:ln>
        </p:spPr>
      </p:pic>
      <p:sp>
        <p:nvSpPr>
          <p:cNvPr id="1478" name=""/>
          <p:cNvSpPr txBox="1"/>
          <p:nvPr/>
        </p:nvSpPr>
        <p:spPr>
          <a:xfrm>
            <a:off x="8491680" y="336744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479" name=""/>
          <p:cNvSpPr txBox="1"/>
          <p:nvPr/>
        </p:nvSpPr>
        <p:spPr>
          <a:xfrm>
            <a:off x="723960" y="6294240"/>
            <a:ext cx="10882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480" name=""/>
          <p:cNvSpPr txBox="1"/>
          <p:nvPr/>
        </p:nvSpPr>
        <p:spPr>
          <a:xfrm>
            <a:off x="723960" y="656100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4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5"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6" name=""/>
          <p:cNvSpPr txBox="1"/>
          <p:nvPr/>
        </p:nvSpPr>
        <p:spPr>
          <a:xfrm>
            <a:off x="533520" y="316980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0" name=""/>
          <p:cNvSpPr/>
          <p:nvPr/>
        </p:nvSpPr>
        <p:spPr>
          <a:xfrm>
            <a:off x="533160" y="1276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52240" y="28098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2" name=""/>
          <p:cNvSpPr/>
          <p:nvPr/>
        </p:nvSpPr>
        <p:spPr>
          <a:xfrm>
            <a:off x="533160" y="28098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2240" y="5133960"/>
            <a:ext cx="11106360" cy="1000440"/>
          </a:xfrm>
          <a:custGeom>
            <a:avLst/>
            <a:gdLst/>
            <a:ahLst/>
            <a:rect l="0" t="0" r="r" b="b"/>
            <a:pathLst>
              <a:path w="30851" h="2779">
                <a:moveTo>
                  <a:pt x="0" y="2779"/>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2673"/>
                </a:lnTo>
                <a:cubicBezTo>
                  <a:pt x="30851" y="2687"/>
                  <a:pt x="30849" y="2700"/>
                  <a:pt x="30843" y="2713"/>
                </a:cubicBezTo>
                <a:cubicBezTo>
                  <a:pt x="30838" y="2726"/>
                  <a:pt x="30830" y="2738"/>
                  <a:pt x="30820" y="2748"/>
                </a:cubicBezTo>
                <a:cubicBezTo>
                  <a:pt x="30811" y="2758"/>
                  <a:pt x="30799" y="2765"/>
                  <a:pt x="30786" y="2771"/>
                </a:cubicBezTo>
                <a:cubicBezTo>
                  <a:pt x="30773" y="2776"/>
                  <a:pt x="30760" y="2779"/>
                  <a:pt x="30746" y="2779"/>
                </a:cubicBezTo>
                <a:lnTo>
                  <a:pt x="0" y="277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4" name=""/>
          <p:cNvSpPr/>
          <p:nvPr/>
        </p:nvSpPr>
        <p:spPr>
          <a:xfrm>
            <a:off x="533160" y="513396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9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497" name=""/>
          <p:cNvSpPr/>
          <p:nvPr/>
        </p:nvSpPr>
        <p:spPr>
          <a:xfrm>
            <a:off x="618840" y="16952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499" name=""/>
          <p:cNvSpPr txBox="1"/>
          <p:nvPr/>
        </p:nvSpPr>
        <p:spPr>
          <a:xfrm>
            <a:off x="799920" y="1599840"/>
            <a:ext cx="424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00" name=""/>
          <p:cNvSpPr txBox="1"/>
          <p:nvPr/>
        </p:nvSpPr>
        <p:spPr>
          <a:xfrm>
            <a:off x="1223640" y="1608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01" name=""/>
          <p:cNvSpPr txBox="1"/>
          <p:nvPr/>
        </p:nvSpPr>
        <p:spPr>
          <a:xfrm>
            <a:off x="14144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02" name=""/>
          <p:cNvSpPr txBox="1"/>
          <p:nvPr/>
        </p:nvSpPr>
        <p:spPr>
          <a:xfrm>
            <a:off x="1520280" y="1608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03" name=""/>
          <p:cNvSpPr txBox="1"/>
          <p:nvPr/>
        </p:nvSpPr>
        <p:spPr>
          <a:xfrm>
            <a:off x="190116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04" name=""/>
          <p:cNvSpPr txBox="1"/>
          <p:nvPr/>
        </p:nvSpPr>
        <p:spPr>
          <a:xfrm>
            <a:off x="2073960" y="160884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05" name=""/>
          <p:cNvSpPr txBox="1"/>
          <p:nvPr/>
        </p:nvSpPr>
        <p:spPr>
          <a:xfrm>
            <a:off x="5306760" y="1599840"/>
            <a:ext cx="67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06" name=""/>
          <p:cNvSpPr txBox="1"/>
          <p:nvPr/>
        </p:nvSpPr>
        <p:spPr>
          <a:xfrm>
            <a:off x="5962680" y="16088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07" name=""/>
          <p:cNvSpPr txBox="1"/>
          <p:nvPr/>
        </p:nvSpPr>
        <p:spPr>
          <a:xfrm>
            <a:off x="6724800" y="1599840"/>
            <a:ext cx="63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08" name=""/>
          <p:cNvSpPr txBox="1"/>
          <p:nvPr/>
        </p:nvSpPr>
        <p:spPr>
          <a:xfrm>
            <a:off x="7363440" y="1608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09" name=""/>
          <p:cNvSpPr txBox="1"/>
          <p:nvPr/>
        </p:nvSpPr>
        <p:spPr>
          <a:xfrm>
            <a:off x="86972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10" name=""/>
          <p:cNvSpPr/>
          <p:nvPr/>
        </p:nvSpPr>
        <p:spPr>
          <a:xfrm>
            <a:off x="618840" y="2085840"/>
            <a:ext cx="57600" cy="57600"/>
          </a:xfrm>
          <a:custGeom>
            <a:avLst/>
            <a:gdLst/>
            <a:ahLst/>
            <a:rect l="0" t="0" r="r" b="b"/>
            <a:pathLst>
              <a:path w="160" h="160">
                <a:moveTo>
                  <a:pt x="160" y="79"/>
                </a:moveTo>
                <a:cubicBezTo>
                  <a:pt x="160" y="90"/>
                  <a:pt x="158" y="100"/>
                  <a:pt x="154" y="110"/>
                </a:cubicBezTo>
                <a:cubicBezTo>
                  <a:pt x="150" y="119"/>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txBox="1"/>
          <p:nvPr/>
        </p:nvSpPr>
        <p:spPr>
          <a:xfrm>
            <a:off x="8813520" y="16088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12" name=""/>
          <p:cNvSpPr txBox="1"/>
          <p:nvPr/>
        </p:nvSpPr>
        <p:spPr>
          <a:xfrm>
            <a:off x="79992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13" name=""/>
          <p:cNvSpPr txBox="1"/>
          <p:nvPr/>
        </p:nvSpPr>
        <p:spPr>
          <a:xfrm>
            <a:off x="6015960" y="1990440"/>
            <a:ext cx="35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14" name=""/>
          <p:cNvSpPr txBox="1"/>
          <p:nvPr/>
        </p:nvSpPr>
        <p:spPr>
          <a:xfrm>
            <a:off x="636876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15" name=""/>
          <p:cNvSpPr txBox="1"/>
          <p:nvPr/>
        </p:nvSpPr>
        <p:spPr>
          <a:xfrm>
            <a:off x="799920" y="234216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16" name=""/>
          <p:cNvSpPr txBox="1"/>
          <p:nvPr/>
        </p:nvSpPr>
        <p:spPr>
          <a:xfrm>
            <a:off x="762120" y="2989440"/>
            <a:ext cx="10600920" cy="20304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A1A2E"/>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17" name=""/>
          <p:cNvSpPr txBox="1"/>
          <p:nvPr/>
        </p:nvSpPr>
        <p:spPr>
          <a:xfrm>
            <a:off x="762120" y="3246840"/>
            <a:ext cx="46314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18" name=""/>
          <p:cNvSpPr/>
          <p:nvPr/>
        </p:nvSpPr>
        <p:spPr>
          <a:xfrm>
            <a:off x="618840" y="4390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txBox="1"/>
          <p:nvPr/>
        </p:nvSpPr>
        <p:spPr>
          <a:xfrm>
            <a:off x="762120" y="3503880"/>
            <a:ext cx="22676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20" name=""/>
          <p:cNvSpPr/>
          <p:nvPr/>
        </p:nvSpPr>
        <p:spPr>
          <a:xfrm>
            <a:off x="618840" y="4790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txBox="1"/>
          <p:nvPr/>
        </p:nvSpPr>
        <p:spPr>
          <a:xfrm>
            <a:off x="799920" y="430452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A1A2E"/>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22" name=""/>
          <p:cNvSpPr txBox="1"/>
          <p:nvPr/>
        </p:nvSpPr>
        <p:spPr>
          <a:xfrm>
            <a:off x="799920" y="470448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A1A2E"/>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23" name=""/>
          <p:cNvSpPr txBox="1"/>
          <p:nvPr/>
        </p:nvSpPr>
        <p:spPr>
          <a:xfrm>
            <a:off x="723960" y="526536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24" name=""/>
          <p:cNvSpPr txBox="1"/>
          <p:nvPr/>
        </p:nvSpPr>
        <p:spPr>
          <a:xfrm>
            <a:off x="1447920" y="52570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5" name=""/>
          <p:cNvSpPr txBox="1"/>
          <p:nvPr/>
        </p:nvSpPr>
        <p:spPr>
          <a:xfrm>
            <a:off x="1548360" y="5265360"/>
            <a:ext cx="7255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2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2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29" name=""/>
          <p:cNvSpPr txBox="1"/>
          <p:nvPr/>
        </p:nvSpPr>
        <p:spPr>
          <a:xfrm>
            <a:off x="723960" y="580824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3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36" name=""/>
          <p:cNvSpPr/>
          <p:nvPr/>
        </p:nvSpPr>
        <p:spPr>
          <a:xfrm>
            <a:off x="1228680" y="127620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7" name=""/>
          <p:cNvSpPr/>
          <p:nvPr/>
        </p:nvSpPr>
        <p:spPr>
          <a:xfrm>
            <a:off x="4091400" y="292176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5"/>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3"/>
                </a:moveTo>
                <a:lnTo>
                  <a:pt x="187" y="59"/>
                </a:lnTo>
                <a:cubicBezTo>
                  <a:pt x="192" y="61"/>
                  <a:pt x="195" y="64"/>
                  <a:pt x="197" y="69"/>
                </a:cubicBezTo>
                <a:cubicBezTo>
                  <a:pt x="200" y="74"/>
                  <a:pt x="200" y="79"/>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4"/>
                </a:cubicBezTo>
                <a:cubicBezTo>
                  <a:pt x="147" y="59"/>
                  <a:pt x="150" y="55"/>
                  <a:pt x="155" y="53"/>
                </a:cubicBezTo>
                <a:cubicBezTo>
                  <a:pt x="160" y="51"/>
                  <a:pt x="164" y="51"/>
                  <a:pt x="169" y="53"/>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9"/>
                </a:cubicBezTo>
                <a:cubicBezTo>
                  <a:pt x="472" y="203"/>
                  <a:pt x="468" y="207"/>
                  <a:pt x="464" y="208"/>
                </a:cubicBezTo>
                <a:cubicBezTo>
                  <a:pt x="459" y="210"/>
                  <a:pt x="454" y="210"/>
                  <a:pt x="449" y="208"/>
                </a:cubicBezTo>
                <a:lnTo>
                  <a:pt x="432" y="201"/>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5"/>
                  <a:pt x="590" y="274"/>
                  <a:pt x="585" y="272"/>
                </a:cubicBezTo>
                <a:lnTo>
                  <a:pt x="568" y="264"/>
                </a:lnTo>
                <a:cubicBezTo>
                  <a:pt x="564" y="261"/>
                  <a:pt x="561" y="258"/>
                  <a:pt x="559" y="253"/>
                </a:cubicBezTo>
                <a:cubicBezTo>
                  <a:pt x="557" y="248"/>
                  <a:pt x="557" y="243"/>
                  <a:pt x="560" y="239"/>
                </a:cubicBezTo>
                <a:cubicBezTo>
                  <a:pt x="562" y="234"/>
                  <a:pt x="566" y="231"/>
                  <a:pt x="570" y="229"/>
                </a:cubicBezTo>
                <a:cubicBezTo>
                  <a:pt x="575" y="227"/>
                  <a:pt x="580" y="228"/>
                  <a:pt x="585" y="230"/>
                </a:cubicBezTo>
                <a:moveTo>
                  <a:pt x="720" y="298"/>
                </a:moveTo>
                <a:lnTo>
                  <a:pt x="737" y="307"/>
                </a:lnTo>
                <a:cubicBezTo>
                  <a:pt x="742" y="310"/>
                  <a:pt x="745" y="313"/>
                  <a:pt x="746" y="318"/>
                </a:cubicBezTo>
                <a:cubicBezTo>
                  <a:pt x="748" y="323"/>
                  <a:pt x="747" y="328"/>
                  <a:pt x="745" y="333"/>
                </a:cubicBezTo>
                <a:cubicBezTo>
                  <a:pt x="743" y="337"/>
                  <a:pt x="739" y="340"/>
                  <a:pt x="734" y="342"/>
                </a:cubicBezTo>
                <a:cubicBezTo>
                  <a:pt x="729" y="343"/>
                  <a:pt x="724" y="343"/>
                  <a:pt x="720" y="340"/>
                </a:cubicBezTo>
                <a:lnTo>
                  <a:pt x="703" y="332"/>
                </a:lnTo>
                <a:cubicBezTo>
                  <a:pt x="698" y="329"/>
                  <a:pt x="695" y="325"/>
                  <a:pt x="694" y="320"/>
                </a:cubicBezTo>
                <a:cubicBezTo>
                  <a:pt x="692" y="316"/>
                  <a:pt x="693" y="311"/>
                  <a:pt x="695" y="306"/>
                </a:cubicBezTo>
                <a:cubicBezTo>
                  <a:pt x="698" y="302"/>
                  <a:pt x="701" y="299"/>
                  <a:pt x="706" y="297"/>
                </a:cubicBezTo>
                <a:cubicBezTo>
                  <a:pt x="711" y="295"/>
                  <a:pt x="716" y="296"/>
                  <a:pt x="720" y="298"/>
                </a:cubicBezTo>
                <a:moveTo>
                  <a:pt x="853" y="371"/>
                </a:moveTo>
                <a:lnTo>
                  <a:pt x="869" y="380"/>
                </a:lnTo>
                <a:cubicBezTo>
                  <a:pt x="874" y="383"/>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8"/>
                </a:moveTo>
                <a:lnTo>
                  <a:pt x="999" y="458"/>
                </a:lnTo>
                <a:cubicBezTo>
                  <a:pt x="1003" y="460"/>
                  <a:pt x="1006" y="464"/>
                  <a:pt x="1007" y="469"/>
                </a:cubicBezTo>
                <a:cubicBezTo>
                  <a:pt x="1008" y="474"/>
                  <a:pt x="1007" y="479"/>
                  <a:pt x="1005" y="484"/>
                </a:cubicBezTo>
                <a:cubicBezTo>
                  <a:pt x="1002" y="488"/>
                  <a:pt x="998" y="491"/>
                  <a:pt x="993" y="492"/>
                </a:cubicBezTo>
                <a:cubicBezTo>
                  <a:pt x="988" y="493"/>
                  <a:pt x="983" y="492"/>
                  <a:pt x="979" y="490"/>
                </a:cubicBezTo>
                <a:lnTo>
                  <a:pt x="963" y="480"/>
                </a:lnTo>
                <a:cubicBezTo>
                  <a:pt x="958" y="477"/>
                  <a:pt x="955" y="473"/>
                  <a:pt x="954" y="468"/>
                </a:cubicBezTo>
                <a:cubicBezTo>
                  <a:pt x="953" y="463"/>
                  <a:pt x="954" y="458"/>
                  <a:pt x="957" y="454"/>
                </a:cubicBezTo>
                <a:cubicBezTo>
                  <a:pt x="959" y="449"/>
                  <a:pt x="963" y="446"/>
                  <a:pt x="968" y="445"/>
                </a:cubicBezTo>
                <a:cubicBezTo>
                  <a:pt x="973" y="444"/>
                  <a:pt x="978" y="445"/>
                  <a:pt x="982" y="448"/>
                </a:cubicBezTo>
                <a:moveTo>
                  <a:pt x="1110" y="530"/>
                </a:moveTo>
                <a:lnTo>
                  <a:pt x="1126" y="541"/>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7"/>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7"/>
                </a:cubicBezTo>
                <a:moveTo>
                  <a:pt x="1354" y="707"/>
                </a:moveTo>
                <a:lnTo>
                  <a:pt x="1368" y="719"/>
                </a:lnTo>
                <a:cubicBezTo>
                  <a:pt x="1372" y="722"/>
                  <a:pt x="1375" y="726"/>
                  <a:pt x="1375" y="732"/>
                </a:cubicBezTo>
                <a:cubicBezTo>
                  <a:pt x="1376" y="737"/>
                  <a:pt x="1375" y="741"/>
                  <a:pt x="1371" y="745"/>
                </a:cubicBezTo>
                <a:cubicBezTo>
                  <a:pt x="1368" y="750"/>
                  <a:pt x="1364" y="752"/>
                  <a:pt x="1359" y="752"/>
                </a:cubicBezTo>
                <a:cubicBezTo>
                  <a:pt x="1354" y="753"/>
                  <a:pt x="1349" y="752"/>
                  <a:pt x="1345" y="749"/>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9"/>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2"/>
                  <a:pt x="1452" y="799"/>
                  <a:pt x="1457" y="799"/>
                </a:cubicBezTo>
                <a:cubicBezTo>
                  <a:pt x="1462" y="799"/>
                  <a:pt x="1467" y="800"/>
                  <a:pt x="1471" y="803"/>
                </a:cubicBezTo>
                <a:moveTo>
                  <a:pt x="1584" y="904"/>
                </a:moveTo>
                <a:lnTo>
                  <a:pt x="1598" y="917"/>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9"/>
                  <a:pt x="1557" y="905"/>
                </a:cubicBezTo>
                <a:cubicBezTo>
                  <a:pt x="1561" y="901"/>
                  <a:pt x="1565" y="899"/>
                  <a:pt x="1570" y="899"/>
                </a:cubicBezTo>
                <a:cubicBezTo>
                  <a:pt x="1576" y="899"/>
                  <a:pt x="1580" y="900"/>
                  <a:pt x="1584" y="904"/>
                </a:cubicBezTo>
                <a:moveTo>
                  <a:pt x="1693" y="1008"/>
                </a:moveTo>
                <a:lnTo>
                  <a:pt x="1706" y="1022"/>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5"/>
                  <a:pt x="1674" y="1003"/>
                  <a:pt x="1680" y="1003"/>
                </a:cubicBezTo>
                <a:cubicBezTo>
                  <a:pt x="1685" y="1003"/>
                  <a:pt x="1689" y="1005"/>
                  <a:pt x="1693" y="1008"/>
                </a:cubicBezTo>
                <a:moveTo>
                  <a:pt x="1798" y="1117"/>
                </a:moveTo>
                <a:lnTo>
                  <a:pt x="1810" y="1131"/>
                </a:lnTo>
                <a:cubicBezTo>
                  <a:pt x="1814" y="1135"/>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9"/>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7"/>
                </a:moveTo>
                <a:lnTo>
                  <a:pt x="2006" y="1363"/>
                </a:lnTo>
                <a:cubicBezTo>
                  <a:pt x="2009" y="1367"/>
                  <a:pt x="2011" y="1371"/>
                  <a:pt x="2010" y="1377"/>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1"/>
                  <a:pt x="1961" y="1356"/>
                </a:cubicBezTo>
                <a:cubicBezTo>
                  <a:pt x="1962" y="1351"/>
                  <a:pt x="1964" y="1347"/>
                  <a:pt x="1968" y="1344"/>
                </a:cubicBezTo>
                <a:cubicBezTo>
                  <a:pt x="1972" y="1340"/>
                  <a:pt x="1977" y="1339"/>
                  <a:pt x="1982" y="1340"/>
                </a:cubicBezTo>
                <a:cubicBezTo>
                  <a:pt x="1987" y="1340"/>
                  <a:pt x="1991" y="1343"/>
                  <a:pt x="1994" y="1347"/>
                </a:cubicBezTo>
                <a:moveTo>
                  <a:pt x="2085" y="1468"/>
                </a:moveTo>
                <a:lnTo>
                  <a:pt x="2097" y="1483"/>
                </a:lnTo>
                <a:cubicBezTo>
                  <a:pt x="2100" y="1487"/>
                  <a:pt x="2101" y="1492"/>
                  <a:pt x="2100" y="1497"/>
                </a:cubicBezTo>
                <a:cubicBezTo>
                  <a:pt x="2099" y="1502"/>
                  <a:pt x="2097" y="1506"/>
                  <a:pt x="2092" y="1509"/>
                </a:cubicBezTo>
                <a:cubicBezTo>
                  <a:pt x="2088" y="1512"/>
                  <a:pt x="2084" y="1513"/>
                  <a:pt x="2078" y="1512"/>
                </a:cubicBezTo>
                <a:cubicBezTo>
                  <a:pt x="2073" y="1512"/>
                  <a:pt x="2069" y="1509"/>
                  <a:pt x="2066" y="1505"/>
                </a:cubicBezTo>
                <a:lnTo>
                  <a:pt x="2055" y="1490"/>
                </a:lnTo>
                <a:cubicBezTo>
                  <a:pt x="2052" y="1485"/>
                  <a:pt x="2051" y="1481"/>
                  <a:pt x="2052" y="1476"/>
                </a:cubicBezTo>
                <a:cubicBezTo>
                  <a:pt x="2053" y="1471"/>
                  <a:pt x="2055" y="1466"/>
                  <a:pt x="2059" y="1463"/>
                </a:cubicBezTo>
                <a:cubicBezTo>
                  <a:pt x="2063" y="1460"/>
                  <a:pt x="2068" y="1459"/>
                  <a:pt x="2073" y="1460"/>
                </a:cubicBezTo>
                <a:cubicBezTo>
                  <a:pt x="2078" y="1461"/>
                  <a:pt x="2082" y="1463"/>
                  <a:pt x="2085" y="1468"/>
                </a:cubicBezTo>
                <a:moveTo>
                  <a:pt x="2172" y="1591"/>
                </a:moveTo>
                <a:lnTo>
                  <a:pt x="2183" y="1607"/>
                </a:lnTo>
                <a:cubicBezTo>
                  <a:pt x="2186" y="1611"/>
                  <a:pt x="2187" y="1616"/>
                  <a:pt x="2186" y="1621"/>
                </a:cubicBezTo>
                <a:cubicBezTo>
                  <a:pt x="2185" y="1626"/>
                  <a:pt x="2182" y="1630"/>
                  <a:pt x="2178" y="1633"/>
                </a:cubicBezTo>
                <a:cubicBezTo>
                  <a:pt x="2173" y="1636"/>
                  <a:pt x="2169" y="1637"/>
                  <a:pt x="2164" y="1636"/>
                </a:cubicBezTo>
                <a:cubicBezTo>
                  <a:pt x="2158" y="1635"/>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1"/>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1"/>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8"/>
                  <a:pt x="2375" y="1974"/>
                  <a:pt x="2379" y="1971"/>
                </a:cubicBezTo>
                <a:cubicBezTo>
                  <a:pt x="2384" y="1969"/>
                  <a:pt x="2389" y="1969"/>
                  <a:pt x="2394" y="1970"/>
                </a:cubicBezTo>
                <a:cubicBezTo>
                  <a:pt x="2399" y="1972"/>
                  <a:pt x="2402" y="1975"/>
                  <a:pt x="2405" y="1979"/>
                </a:cubicBezTo>
                <a:moveTo>
                  <a:pt x="2474" y="2115"/>
                </a:moveTo>
                <a:lnTo>
                  <a:pt x="2482" y="2132"/>
                </a:lnTo>
                <a:cubicBezTo>
                  <a:pt x="2484" y="2137"/>
                  <a:pt x="2484" y="2141"/>
                  <a:pt x="2483" y="2146"/>
                </a:cubicBezTo>
                <a:cubicBezTo>
                  <a:pt x="2481" y="2151"/>
                  <a:pt x="2478" y="2155"/>
                  <a:pt x="2473" y="2157"/>
                </a:cubicBezTo>
                <a:cubicBezTo>
                  <a:pt x="2468" y="2159"/>
                  <a:pt x="2464" y="2160"/>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9"/>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3"/>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3"/>
                </a:cubicBezTo>
                <a:cubicBezTo>
                  <a:pt x="2656" y="2567"/>
                  <a:pt x="2652" y="2571"/>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1"/>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5001120" y="381924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39" name=""/>
          <p:cNvSpPr/>
          <p:nvPr/>
        </p:nvSpPr>
        <p:spPr>
          <a:xfrm>
            <a:off x="4091400" y="4479480"/>
            <a:ext cx="974880" cy="975600"/>
          </a:xfrm>
          <a:custGeom>
            <a:avLst/>
            <a:gdLst/>
            <a:ahLst/>
            <a:rect l="0" t="0" r="r" b="b"/>
            <a:pathLst>
              <a:path w="2708" h="2710">
                <a:moveTo>
                  <a:pt x="2707" y="25"/>
                </a:moveTo>
                <a:lnTo>
                  <a:pt x="2701" y="43"/>
                </a:lnTo>
                <a:cubicBezTo>
                  <a:pt x="2699" y="48"/>
                  <a:pt x="2696" y="51"/>
                  <a:pt x="2691" y="54"/>
                </a:cubicBezTo>
                <a:cubicBezTo>
                  <a:pt x="2686" y="56"/>
                  <a:pt x="2682" y="56"/>
                  <a:pt x="2677" y="54"/>
                </a:cubicBezTo>
                <a:cubicBezTo>
                  <a:pt x="2672" y="53"/>
                  <a:pt x="2668" y="50"/>
                  <a:pt x="2666" y="45"/>
                </a:cubicBezTo>
                <a:cubicBezTo>
                  <a:pt x="2664" y="40"/>
                  <a:pt x="2663" y="35"/>
                  <a:pt x="2665" y="31"/>
                </a:cubicBezTo>
                <a:lnTo>
                  <a:pt x="2671" y="12"/>
                </a:lnTo>
                <a:cubicBezTo>
                  <a:pt x="2673" y="7"/>
                  <a:pt x="2676" y="4"/>
                  <a:pt x="2681" y="2"/>
                </a:cubicBezTo>
                <a:cubicBezTo>
                  <a:pt x="2685" y="-1"/>
                  <a:pt x="2690" y="-1"/>
                  <a:pt x="2695" y="1"/>
                </a:cubicBezTo>
                <a:cubicBezTo>
                  <a:pt x="2700" y="2"/>
                  <a:pt x="2704" y="5"/>
                  <a:pt x="2706" y="10"/>
                </a:cubicBezTo>
                <a:cubicBezTo>
                  <a:pt x="2708" y="15"/>
                  <a:pt x="2708" y="20"/>
                  <a:pt x="2707" y="25"/>
                </a:cubicBezTo>
                <a:moveTo>
                  <a:pt x="2655" y="169"/>
                </a:moveTo>
                <a:lnTo>
                  <a:pt x="2649" y="187"/>
                </a:lnTo>
                <a:cubicBezTo>
                  <a:pt x="2647" y="192"/>
                  <a:pt x="2644" y="195"/>
                  <a:pt x="2639" y="197"/>
                </a:cubicBezTo>
                <a:cubicBezTo>
                  <a:pt x="2634" y="200"/>
                  <a:pt x="2629" y="200"/>
                  <a:pt x="2624" y="198"/>
                </a:cubicBezTo>
                <a:cubicBezTo>
                  <a:pt x="2620" y="196"/>
                  <a:pt x="2616" y="193"/>
                  <a:pt x="2614" y="188"/>
                </a:cubicBezTo>
                <a:cubicBezTo>
                  <a:pt x="2612" y="183"/>
                  <a:pt x="2612" y="179"/>
                  <a:pt x="2613" y="174"/>
                </a:cubicBezTo>
                <a:lnTo>
                  <a:pt x="2620" y="156"/>
                </a:lnTo>
                <a:cubicBezTo>
                  <a:pt x="2622" y="151"/>
                  <a:pt x="2625" y="148"/>
                  <a:pt x="2630" y="145"/>
                </a:cubicBezTo>
                <a:cubicBezTo>
                  <a:pt x="2635" y="143"/>
                  <a:pt x="2639" y="143"/>
                  <a:pt x="2644" y="145"/>
                </a:cubicBezTo>
                <a:cubicBezTo>
                  <a:pt x="2649" y="147"/>
                  <a:pt x="2653" y="150"/>
                  <a:pt x="2655" y="155"/>
                </a:cubicBezTo>
                <a:cubicBezTo>
                  <a:pt x="2657" y="159"/>
                  <a:pt x="2657" y="164"/>
                  <a:pt x="2655" y="169"/>
                </a:cubicBezTo>
                <a:moveTo>
                  <a:pt x="2600" y="310"/>
                </a:moveTo>
                <a:lnTo>
                  <a:pt x="2593" y="328"/>
                </a:lnTo>
                <a:cubicBezTo>
                  <a:pt x="2591" y="332"/>
                  <a:pt x="2588" y="336"/>
                  <a:pt x="2583" y="338"/>
                </a:cubicBezTo>
                <a:cubicBezTo>
                  <a:pt x="2578" y="340"/>
                  <a:pt x="2574" y="340"/>
                  <a:pt x="2569" y="338"/>
                </a:cubicBezTo>
                <a:cubicBezTo>
                  <a:pt x="2564" y="336"/>
                  <a:pt x="2561" y="333"/>
                  <a:pt x="2559" y="328"/>
                </a:cubicBezTo>
                <a:cubicBezTo>
                  <a:pt x="2557" y="323"/>
                  <a:pt x="2556" y="318"/>
                  <a:pt x="2558" y="313"/>
                </a:cubicBezTo>
                <a:lnTo>
                  <a:pt x="2566" y="296"/>
                </a:lnTo>
                <a:cubicBezTo>
                  <a:pt x="2568" y="291"/>
                  <a:pt x="2571" y="288"/>
                  <a:pt x="2576" y="286"/>
                </a:cubicBezTo>
                <a:cubicBezTo>
                  <a:pt x="2580" y="284"/>
                  <a:pt x="2585" y="284"/>
                  <a:pt x="2590" y="286"/>
                </a:cubicBezTo>
                <a:cubicBezTo>
                  <a:pt x="2595" y="288"/>
                  <a:pt x="2598" y="291"/>
                  <a:pt x="2600" y="296"/>
                </a:cubicBezTo>
                <a:cubicBezTo>
                  <a:pt x="2602" y="301"/>
                  <a:pt x="2602" y="305"/>
                  <a:pt x="2600" y="310"/>
                </a:cubicBezTo>
                <a:moveTo>
                  <a:pt x="2542" y="448"/>
                </a:moveTo>
                <a:lnTo>
                  <a:pt x="2534" y="465"/>
                </a:lnTo>
                <a:cubicBezTo>
                  <a:pt x="2532" y="470"/>
                  <a:pt x="2529" y="473"/>
                  <a:pt x="2524" y="475"/>
                </a:cubicBezTo>
                <a:cubicBezTo>
                  <a:pt x="2519" y="477"/>
                  <a:pt x="2514" y="476"/>
                  <a:pt x="2509" y="474"/>
                </a:cubicBezTo>
                <a:cubicBezTo>
                  <a:pt x="2505" y="472"/>
                  <a:pt x="2501" y="469"/>
                  <a:pt x="2500" y="464"/>
                </a:cubicBezTo>
                <a:cubicBezTo>
                  <a:pt x="2498" y="459"/>
                  <a:pt x="2498" y="454"/>
                  <a:pt x="2500" y="449"/>
                </a:cubicBezTo>
                <a:lnTo>
                  <a:pt x="2507" y="433"/>
                </a:lnTo>
                <a:cubicBezTo>
                  <a:pt x="2510" y="428"/>
                  <a:pt x="2513" y="424"/>
                  <a:pt x="2518" y="423"/>
                </a:cubicBezTo>
                <a:cubicBezTo>
                  <a:pt x="2523" y="421"/>
                  <a:pt x="2528" y="421"/>
                  <a:pt x="2532" y="423"/>
                </a:cubicBezTo>
                <a:cubicBezTo>
                  <a:pt x="2537" y="425"/>
                  <a:pt x="2540" y="429"/>
                  <a:pt x="2542" y="433"/>
                </a:cubicBezTo>
                <a:cubicBezTo>
                  <a:pt x="2544" y="438"/>
                  <a:pt x="2544" y="443"/>
                  <a:pt x="2542" y="448"/>
                </a:cubicBezTo>
                <a:moveTo>
                  <a:pt x="2478" y="585"/>
                </a:moveTo>
                <a:lnTo>
                  <a:pt x="2470" y="602"/>
                </a:lnTo>
                <a:cubicBezTo>
                  <a:pt x="2468" y="607"/>
                  <a:pt x="2464" y="610"/>
                  <a:pt x="2459" y="612"/>
                </a:cubicBezTo>
                <a:cubicBezTo>
                  <a:pt x="2454" y="613"/>
                  <a:pt x="2449" y="613"/>
                  <a:pt x="2445" y="611"/>
                </a:cubicBezTo>
                <a:cubicBezTo>
                  <a:pt x="2440" y="609"/>
                  <a:pt x="2437" y="605"/>
                  <a:pt x="2435" y="600"/>
                </a:cubicBezTo>
                <a:cubicBezTo>
                  <a:pt x="2434" y="595"/>
                  <a:pt x="2434" y="590"/>
                  <a:pt x="2436" y="586"/>
                </a:cubicBezTo>
                <a:lnTo>
                  <a:pt x="2444" y="569"/>
                </a:lnTo>
                <a:cubicBezTo>
                  <a:pt x="2447" y="564"/>
                  <a:pt x="2450" y="561"/>
                  <a:pt x="2455" y="559"/>
                </a:cubicBezTo>
                <a:cubicBezTo>
                  <a:pt x="2460" y="557"/>
                  <a:pt x="2465" y="558"/>
                  <a:pt x="2470" y="560"/>
                </a:cubicBezTo>
                <a:cubicBezTo>
                  <a:pt x="2474" y="562"/>
                  <a:pt x="2477" y="566"/>
                  <a:pt x="2479" y="571"/>
                </a:cubicBezTo>
                <a:cubicBezTo>
                  <a:pt x="2481" y="576"/>
                  <a:pt x="2480" y="580"/>
                  <a:pt x="2478" y="585"/>
                </a:cubicBezTo>
                <a:moveTo>
                  <a:pt x="2410" y="721"/>
                </a:moveTo>
                <a:lnTo>
                  <a:pt x="2401" y="737"/>
                </a:lnTo>
                <a:cubicBezTo>
                  <a:pt x="2398" y="742"/>
                  <a:pt x="2395" y="745"/>
                  <a:pt x="2390" y="747"/>
                </a:cubicBezTo>
                <a:cubicBezTo>
                  <a:pt x="2385" y="748"/>
                  <a:pt x="2380" y="748"/>
                  <a:pt x="2376" y="745"/>
                </a:cubicBezTo>
                <a:cubicBezTo>
                  <a:pt x="2371" y="743"/>
                  <a:pt x="2368" y="739"/>
                  <a:pt x="2366" y="734"/>
                </a:cubicBezTo>
                <a:cubicBezTo>
                  <a:pt x="2365" y="729"/>
                  <a:pt x="2365" y="724"/>
                  <a:pt x="2368" y="720"/>
                </a:cubicBezTo>
                <a:lnTo>
                  <a:pt x="2376" y="703"/>
                </a:lnTo>
                <a:cubicBezTo>
                  <a:pt x="2379" y="699"/>
                  <a:pt x="2383" y="696"/>
                  <a:pt x="2388" y="694"/>
                </a:cubicBezTo>
                <a:cubicBezTo>
                  <a:pt x="2393" y="693"/>
                  <a:pt x="2397" y="693"/>
                  <a:pt x="2402" y="695"/>
                </a:cubicBezTo>
                <a:cubicBezTo>
                  <a:pt x="2406" y="698"/>
                  <a:pt x="2410" y="702"/>
                  <a:pt x="2411" y="707"/>
                </a:cubicBezTo>
                <a:cubicBezTo>
                  <a:pt x="2413" y="711"/>
                  <a:pt x="2412" y="716"/>
                  <a:pt x="2410" y="721"/>
                </a:cubicBezTo>
                <a:moveTo>
                  <a:pt x="2337" y="853"/>
                </a:moveTo>
                <a:lnTo>
                  <a:pt x="2328" y="869"/>
                </a:lnTo>
                <a:cubicBezTo>
                  <a:pt x="2326" y="873"/>
                  <a:pt x="2322" y="876"/>
                  <a:pt x="2317" y="878"/>
                </a:cubicBezTo>
                <a:cubicBezTo>
                  <a:pt x="2312" y="879"/>
                  <a:pt x="2307" y="878"/>
                  <a:pt x="2302" y="876"/>
                </a:cubicBezTo>
                <a:cubicBezTo>
                  <a:pt x="2298" y="873"/>
                  <a:pt x="2295" y="869"/>
                  <a:pt x="2294" y="864"/>
                </a:cubicBezTo>
                <a:cubicBezTo>
                  <a:pt x="2292" y="859"/>
                  <a:pt x="2293" y="855"/>
                  <a:pt x="2296" y="850"/>
                </a:cubicBezTo>
                <a:lnTo>
                  <a:pt x="2305" y="834"/>
                </a:lnTo>
                <a:cubicBezTo>
                  <a:pt x="2307" y="830"/>
                  <a:pt x="2311" y="827"/>
                  <a:pt x="2316" y="825"/>
                </a:cubicBezTo>
                <a:cubicBezTo>
                  <a:pt x="2321" y="824"/>
                  <a:pt x="2326" y="824"/>
                  <a:pt x="2330" y="827"/>
                </a:cubicBezTo>
                <a:cubicBezTo>
                  <a:pt x="2335" y="830"/>
                  <a:pt x="2338" y="833"/>
                  <a:pt x="2339" y="838"/>
                </a:cubicBezTo>
                <a:cubicBezTo>
                  <a:pt x="2341" y="843"/>
                  <a:pt x="2340" y="848"/>
                  <a:pt x="2337" y="853"/>
                </a:cubicBezTo>
                <a:moveTo>
                  <a:pt x="2261" y="982"/>
                </a:moveTo>
                <a:lnTo>
                  <a:pt x="2251" y="998"/>
                </a:lnTo>
                <a:cubicBezTo>
                  <a:pt x="2248" y="1002"/>
                  <a:pt x="2244" y="1005"/>
                  <a:pt x="2239" y="1006"/>
                </a:cubicBezTo>
                <a:cubicBezTo>
                  <a:pt x="2234" y="1008"/>
                  <a:pt x="2229" y="1007"/>
                  <a:pt x="2225" y="1004"/>
                </a:cubicBezTo>
                <a:cubicBezTo>
                  <a:pt x="2220" y="1001"/>
                  <a:pt x="2217" y="997"/>
                  <a:pt x="2216" y="992"/>
                </a:cubicBezTo>
                <a:cubicBezTo>
                  <a:pt x="2215" y="987"/>
                  <a:pt x="2216" y="983"/>
                  <a:pt x="2219" y="978"/>
                </a:cubicBezTo>
                <a:lnTo>
                  <a:pt x="2229" y="962"/>
                </a:lnTo>
                <a:cubicBezTo>
                  <a:pt x="2231" y="958"/>
                  <a:pt x="2235" y="955"/>
                  <a:pt x="2240" y="954"/>
                </a:cubicBezTo>
                <a:cubicBezTo>
                  <a:pt x="2245" y="953"/>
                  <a:pt x="2250" y="953"/>
                  <a:pt x="2255" y="956"/>
                </a:cubicBezTo>
                <a:cubicBezTo>
                  <a:pt x="2259" y="959"/>
                  <a:pt x="2262" y="963"/>
                  <a:pt x="2263" y="968"/>
                </a:cubicBezTo>
                <a:cubicBezTo>
                  <a:pt x="2264" y="973"/>
                  <a:pt x="2263" y="978"/>
                  <a:pt x="2261" y="982"/>
                </a:cubicBezTo>
                <a:moveTo>
                  <a:pt x="2178" y="1110"/>
                </a:moveTo>
                <a:lnTo>
                  <a:pt x="2168" y="1125"/>
                </a:lnTo>
                <a:cubicBezTo>
                  <a:pt x="2165" y="1130"/>
                  <a:pt x="2161" y="1132"/>
                  <a:pt x="2156" y="1133"/>
                </a:cubicBezTo>
                <a:cubicBezTo>
                  <a:pt x="2151" y="1134"/>
                  <a:pt x="2146" y="1133"/>
                  <a:pt x="2142" y="1130"/>
                </a:cubicBezTo>
                <a:cubicBezTo>
                  <a:pt x="2137" y="1128"/>
                  <a:pt x="2135" y="1124"/>
                  <a:pt x="2134" y="1118"/>
                </a:cubicBezTo>
                <a:cubicBezTo>
                  <a:pt x="2133" y="1113"/>
                  <a:pt x="2134" y="1109"/>
                  <a:pt x="2136" y="1104"/>
                </a:cubicBezTo>
                <a:lnTo>
                  <a:pt x="2147" y="1089"/>
                </a:lnTo>
                <a:cubicBezTo>
                  <a:pt x="2150" y="1084"/>
                  <a:pt x="2154" y="1082"/>
                  <a:pt x="2159" y="1081"/>
                </a:cubicBezTo>
                <a:cubicBezTo>
                  <a:pt x="2164" y="1080"/>
                  <a:pt x="2169" y="1081"/>
                  <a:pt x="2173" y="1084"/>
                </a:cubicBezTo>
                <a:cubicBezTo>
                  <a:pt x="2177" y="1087"/>
                  <a:pt x="2180" y="1091"/>
                  <a:pt x="2181" y="1096"/>
                </a:cubicBezTo>
                <a:cubicBezTo>
                  <a:pt x="2182" y="1101"/>
                  <a:pt x="2181" y="1105"/>
                  <a:pt x="2178" y="1110"/>
                </a:cubicBezTo>
                <a:moveTo>
                  <a:pt x="2092" y="1233"/>
                </a:moveTo>
                <a:lnTo>
                  <a:pt x="2081" y="1249"/>
                </a:lnTo>
                <a:cubicBezTo>
                  <a:pt x="2078" y="1253"/>
                  <a:pt x="2073" y="1255"/>
                  <a:pt x="2068" y="1256"/>
                </a:cubicBezTo>
                <a:cubicBezTo>
                  <a:pt x="2063" y="1257"/>
                  <a:pt x="2059" y="1256"/>
                  <a:pt x="2054" y="1253"/>
                </a:cubicBezTo>
                <a:cubicBezTo>
                  <a:pt x="2050" y="1250"/>
                  <a:pt x="2048" y="1245"/>
                  <a:pt x="2047" y="1240"/>
                </a:cubicBezTo>
                <a:cubicBezTo>
                  <a:pt x="2046" y="1235"/>
                  <a:pt x="2047" y="1231"/>
                  <a:pt x="2050" y="1226"/>
                </a:cubicBezTo>
                <a:lnTo>
                  <a:pt x="2061" y="1211"/>
                </a:lnTo>
                <a:cubicBezTo>
                  <a:pt x="2064" y="1207"/>
                  <a:pt x="2069" y="1205"/>
                  <a:pt x="2074" y="1204"/>
                </a:cubicBezTo>
                <a:cubicBezTo>
                  <a:pt x="2079" y="1203"/>
                  <a:pt x="2083" y="1204"/>
                  <a:pt x="2088" y="1207"/>
                </a:cubicBezTo>
                <a:cubicBezTo>
                  <a:pt x="2092" y="1210"/>
                  <a:pt x="2094" y="1214"/>
                  <a:pt x="2095" y="1219"/>
                </a:cubicBezTo>
                <a:cubicBezTo>
                  <a:pt x="2096" y="1225"/>
                  <a:pt x="2095" y="1229"/>
                  <a:pt x="2092" y="1233"/>
                </a:cubicBezTo>
                <a:moveTo>
                  <a:pt x="2001" y="1353"/>
                </a:moveTo>
                <a:lnTo>
                  <a:pt x="1989" y="1368"/>
                </a:lnTo>
                <a:cubicBezTo>
                  <a:pt x="1986" y="1372"/>
                  <a:pt x="1982" y="1375"/>
                  <a:pt x="1977" y="1375"/>
                </a:cubicBezTo>
                <a:cubicBezTo>
                  <a:pt x="1972" y="1376"/>
                  <a:pt x="1967" y="1374"/>
                  <a:pt x="1963" y="1371"/>
                </a:cubicBezTo>
                <a:cubicBezTo>
                  <a:pt x="1959" y="1368"/>
                  <a:pt x="1956" y="1364"/>
                  <a:pt x="1956" y="1359"/>
                </a:cubicBezTo>
                <a:cubicBezTo>
                  <a:pt x="1955" y="1354"/>
                  <a:pt x="1957" y="1349"/>
                  <a:pt x="1960" y="1345"/>
                </a:cubicBezTo>
                <a:lnTo>
                  <a:pt x="1972" y="1330"/>
                </a:lnTo>
                <a:cubicBezTo>
                  <a:pt x="1975" y="1326"/>
                  <a:pt x="1979" y="1324"/>
                  <a:pt x="1984" y="1323"/>
                </a:cubicBezTo>
                <a:cubicBezTo>
                  <a:pt x="1989" y="1322"/>
                  <a:pt x="1994" y="1324"/>
                  <a:pt x="1998" y="1327"/>
                </a:cubicBezTo>
                <a:cubicBezTo>
                  <a:pt x="2002" y="1330"/>
                  <a:pt x="2004" y="1334"/>
                  <a:pt x="2005" y="1339"/>
                </a:cubicBezTo>
                <a:cubicBezTo>
                  <a:pt x="2006" y="1345"/>
                  <a:pt x="2004" y="1349"/>
                  <a:pt x="2001" y="1353"/>
                </a:cubicBezTo>
                <a:moveTo>
                  <a:pt x="1905" y="1471"/>
                </a:moveTo>
                <a:lnTo>
                  <a:pt x="1893" y="1485"/>
                </a:lnTo>
                <a:cubicBezTo>
                  <a:pt x="1889" y="1489"/>
                  <a:pt x="1885" y="1491"/>
                  <a:pt x="1880" y="1491"/>
                </a:cubicBezTo>
                <a:cubicBezTo>
                  <a:pt x="1875" y="1492"/>
                  <a:pt x="1870" y="1490"/>
                  <a:pt x="1866" y="1487"/>
                </a:cubicBezTo>
                <a:cubicBezTo>
                  <a:pt x="1862" y="1484"/>
                  <a:pt x="1860" y="1479"/>
                  <a:pt x="1860" y="1474"/>
                </a:cubicBezTo>
                <a:cubicBezTo>
                  <a:pt x="1859" y="1469"/>
                  <a:pt x="1861" y="1464"/>
                  <a:pt x="1864" y="1461"/>
                </a:cubicBezTo>
                <a:lnTo>
                  <a:pt x="1876" y="1446"/>
                </a:lnTo>
                <a:cubicBezTo>
                  <a:pt x="1880" y="1442"/>
                  <a:pt x="1884" y="1440"/>
                  <a:pt x="1889" y="1440"/>
                </a:cubicBezTo>
                <a:cubicBezTo>
                  <a:pt x="1894" y="1439"/>
                  <a:pt x="1899" y="1441"/>
                  <a:pt x="1903" y="1444"/>
                </a:cubicBezTo>
                <a:cubicBezTo>
                  <a:pt x="1907" y="1448"/>
                  <a:pt x="1909" y="1452"/>
                  <a:pt x="1909" y="1457"/>
                </a:cubicBezTo>
                <a:cubicBezTo>
                  <a:pt x="1910" y="1462"/>
                  <a:pt x="1908" y="1467"/>
                  <a:pt x="1905" y="1471"/>
                </a:cubicBezTo>
                <a:moveTo>
                  <a:pt x="1805" y="1584"/>
                </a:moveTo>
                <a:lnTo>
                  <a:pt x="1792" y="1598"/>
                </a:lnTo>
                <a:cubicBezTo>
                  <a:pt x="1788" y="1601"/>
                  <a:pt x="1784" y="1603"/>
                  <a:pt x="1779" y="1604"/>
                </a:cubicBezTo>
                <a:cubicBezTo>
                  <a:pt x="1774" y="1604"/>
                  <a:pt x="1769" y="1602"/>
                  <a:pt x="1765" y="1599"/>
                </a:cubicBezTo>
                <a:cubicBezTo>
                  <a:pt x="1762" y="1595"/>
                  <a:pt x="1760" y="1591"/>
                  <a:pt x="1759" y="1586"/>
                </a:cubicBezTo>
                <a:cubicBezTo>
                  <a:pt x="1759" y="1580"/>
                  <a:pt x="1761" y="1576"/>
                  <a:pt x="1764" y="1572"/>
                </a:cubicBezTo>
                <a:lnTo>
                  <a:pt x="1777" y="1558"/>
                </a:lnTo>
                <a:cubicBezTo>
                  <a:pt x="1781" y="1554"/>
                  <a:pt x="1785" y="1552"/>
                  <a:pt x="1790" y="1552"/>
                </a:cubicBezTo>
                <a:cubicBezTo>
                  <a:pt x="1795" y="1552"/>
                  <a:pt x="1800" y="1554"/>
                  <a:pt x="1804" y="1557"/>
                </a:cubicBezTo>
                <a:cubicBezTo>
                  <a:pt x="1807" y="1561"/>
                  <a:pt x="1810" y="1565"/>
                  <a:pt x="1810" y="1570"/>
                </a:cubicBezTo>
                <a:cubicBezTo>
                  <a:pt x="1810" y="1576"/>
                  <a:pt x="1808" y="1580"/>
                  <a:pt x="1805" y="1584"/>
                </a:cubicBezTo>
                <a:moveTo>
                  <a:pt x="1700" y="1693"/>
                </a:moveTo>
                <a:lnTo>
                  <a:pt x="1687" y="1706"/>
                </a:lnTo>
                <a:cubicBezTo>
                  <a:pt x="1683" y="1710"/>
                  <a:pt x="1679" y="1712"/>
                  <a:pt x="1674" y="1712"/>
                </a:cubicBezTo>
                <a:cubicBezTo>
                  <a:pt x="1669" y="1712"/>
                  <a:pt x="1664" y="1710"/>
                  <a:pt x="1660" y="1706"/>
                </a:cubicBezTo>
                <a:cubicBezTo>
                  <a:pt x="1657" y="1702"/>
                  <a:pt x="1655" y="1698"/>
                  <a:pt x="1655" y="1693"/>
                </a:cubicBezTo>
                <a:cubicBezTo>
                  <a:pt x="1655" y="1688"/>
                  <a:pt x="1657" y="1683"/>
                  <a:pt x="1660" y="1679"/>
                </a:cubicBezTo>
                <a:lnTo>
                  <a:pt x="1674" y="1666"/>
                </a:lnTo>
                <a:cubicBezTo>
                  <a:pt x="1677" y="1662"/>
                  <a:pt x="1682" y="1661"/>
                  <a:pt x="1687" y="1661"/>
                </a:cubicBezTo>
                <a:cubicBezTo>
                  <a:pt x="1692" y="1661"/>
                  <a:pt x="1697" y="1663"/>
                  <a:pt x="1700" y="1666"/>
                </a:cubicBezTo>
                <a:cubicBezTo>
                  <a:pt x="1704" y="1670"/>
                  <a:pt x="1706" y="1674"/>
                  <a:pt x="1706" y="1680"/>
                </a:cubicBezTo>
                <a:cubicBezTo>
                  <a:pt x="1706" y="1685"/>
                  <a:pt x="1704" y="1689"/>
                  <a:pt x="1700" y="1693"/>
                </a:cubicBezTo>
                <a:moveTo>
                  <a:pt x="1592" y="1798"/>
                </a:moveTo>
                <a:lnTo>
                  <a:pt x="1578" y="1810"/>
                </a:lnTo>
                <a:cubicBezTo>
                  <a:pt x="1574" y="1814"/>
                  <a:pt x="1570" y="1816"/>
                  <a:pt x="1564" y="1815"/>
                </a:cubicBezTo>
                <a:cubicBezTo>
                  <a:pt x="1559" y="1815"/>
                  <a:pt x="1555" y="1813"/>
                  <a:pt x="1551" y="1809"/>
                </a:cubicBezTo>
                <a:cubicBezTo>
                  <a:pt x="1548" y="1805"/>
                  <a:pt x="1546" y="1801"/>
                  <a:pt x="1546" y="1796"/>
                </a:cubicBezTo>
                <a:cubicBezTo>
                  <a:pt x="1547" y="1791"/>
                  <a:pt x="1549" y="1786"/>
                  <a:pt x="1552" y="1783"/>
                </a:cubicBezTo>
                <a:lnTo>
                  <a:pt x="1566" y="1770"/>
                </a:lnTo>
                <a:cubicBezTo>
                  <a:pt x="1570" y="1766"/>
                  <a:pt x="1574" y="1765"/>
                  <a:pt x="1580" y="1765"/>
                </a:cubicBezTo>
                <a:cubicBezTo>
                  <a:pt x="1585" y="1765"/>
                  <a:pt x="1589" y="1767"/>
                  <a:pt x="1593" y="1771"/>
                </a:cubicBezTo>
                <a:cubicBezTo>
                  <a:pt x="1596" y="1775"/>
                  <a:pt x="1598" y="1779"/>
                  <a:pt x="1598" y="1785"/>
                </a:cubicBezTo>
                <a:cubicBezTo>
                  <a:pt x="1597" y="1790"/>
                  <a:pt x="1595" y="1794"/>
                  <a:pt x="1592" y="1798"/>
                </a:cubicBezTo>
                <a:moveTo>
                  <a:pt x="1479" y="1898"/>
                </a:moveTo>
                <a:lnTo>
                  <a:pt x="1465" y="1910"/>
                </a:lnTo>
                <a:cubicBezTo>
                  <a:pt x="1461" y="1914"/>
                  <a:pt x="1456" y="1915"/>
                  <a:pt x="1451" y="1915"/>
                </a:cubicBezTo>
                <a:cubicBezTo>
                  <a:pt x="1446" y="1914"/>
                  <a:pt x="1441" y="1912"/>
                  <a:pt x="1438" y="1908"/>
                </a:cubicBezTo>
                <a:cubicBezTo>
                  <a:pt x="1435" y="1904"/>
                  <a:pt x="1433" y="1900"/>
                  <a:pt x="1434" y="1895"/>
                </a:cubicBezTo>
                <a:cubicBezTo>
                  <a:pt x="1434" y="1889"/>
                  <a:pt x="1436" y="1885"/>
                  <a:pt x="1440" y="1882"/>
                </a:cubicBezTo>
                <a:lnTo>
                  <a:pt x="1454" y="1870"/>
                </a:lnTo>
                <a:cubicBezTo>
                  <a:pt x="1458" y="1866"/>
                  <a:pt x="1463" y="1865"/>
                  <a:pt x="1468" y="1865"/>
                </a:cubicBezTo>
                <a:cubicBezTo>
                  <a:pt x="1473" y="1866"/>
                  <a:pt x="1478" y="1868"/>
                  <a:pt x="1481" y="1872"/>
                </a:cubicBezTo>
                <a:cubicBezTo>
                  <a:pt x="1484" y="1876"/>
                  <a:pt x="1486" y="1880"/>
                  <a:pt x="1485" y="1885"/>
                </a:cubicBezTo>
                <a:cubicBezTo>
                  <a:pt x="1485" y="1891"/>
                  <a:pt x="1483" y="1895"/>
                  <a:pt x="1479" y="1898"/>
                </a:cubicBezTo>
                <a:moveTo>
                  <a:pt x="1362" y="1995"/>
                </a:moveTo>
                <a:lnTo>
                  <a:pt x="1347" y="2006"/>
                </a:lnTo>
                <a:cubicBezTo>
                  <a:pt x="1343" y="2010"/>
                  <a:pt x="1338" y="2011"/>
                  <a:pt x="1333" y="2010"/>
                </a:cubicBezTo>
                <a:cubicBezTo>
                  <a:pt x="1328" y="2010"/>
                  <a:pt x="1324" y="2007"/>
                  <a:pt x="1321" y="2003"/>
                </a:cubicBezTo>
                <a:cubicBezTo>
                  <a:pt x="1317" y="1999"/>
                  <a:pt x="1316" y="1994"/>
                  <a:pt x="1317" y="1989"/>
                </a:cubicBezTo>
                <a:cubicBezTo>
                  <a:pt x="1317" y="1984"/>
                  <a:pt x="1320" y="1980"/>
                  <a:pt x="1324" y="1977"/>
                </a:cubicBezTo>
                <a:lnTo>
                  <a:pt x="1339" y="1965"/>
                </a:lnTo>
                <a:cubicBezTo>
                  <a:pt x="1343" y="1962"/>
                  <a:pt x="1347" y="1961"/>
                  <a:pt x="1353" y="1961"/>
                </a:cubicBezTo>
                <a:cubicBezTo>
                  <a:pt x="1358" y="1962"/>
                  <a:pt x="1362" y="1964"/>
                  <a:pt x="1365" y="1968"/>
                </a:cubicBezTo>
                <a:cubicBezTo>
                  <a:pt x="1368" y="1972"/>
                  <a:pt x="1370" y="1977"/>
                  <a:pt x="1369" y="1982"/>
                </a:cubicBezTo>
                <a:cubicBezTo>
                  <a:pt x="1368" y="1987"/>
                  <a:pt x="1366" y="1991"/>
                  <a:pt x="1362" y="1995"/>
                </a:cubicBezTo>
                <a:moveTo>
                  <a:pt x="1242" y="2086"/>
                </a:moveTo>
                <a:lnTo>
                  <a:pt x="1227" y="2097"/>
                </a:lnTo>
                <a:cubicBezTo>
                  <a:pt x="1223" y="2100"/>
                  <a:pt x="1218" y="2101"/>
                  <a:pt x="1213" y="2100"/>
                </a:cubicBezTo>
                <a:cubicBezTo>
                  <a:pt x="1208" y="2099"/>
                  <a:pt x="1204" y="2097"/>
                  <a:pt x="1201" y="2093"/>
                </a:cubicBezTo>
                <a:cubicBezTo>
                  <a:pt x="1198" y="2088"/>
                  <a:pt x="1197" y="2084"/>
                  <a:pt x="1198" y="2079"/>
                </a:cubicBezTo>
                <a:cubicBezTo>
                  <a:pt x="1198" y="2073"/>
                  <a:pt x="1201" y="2069"/>
                  <a:pt x="1205" y="2066"/>
                </a:cubicBezTo>
                <a:lnTo>
                  <a:pt x="1220" y="2055"/>
                </a:lnTo>
                <a:cubicBezTo>
                  <a:pt x="1224" y="2052"/>
                  <a:pt x="1229" y="2051"/>
                  <a:pt x="1234" y="2052"/>
                </a:cubicBezTo>
                <a:cubicBezTo>
                  <a:pt x="1239" y="2053"/>
                  <a:pt x="1243" y="2055"/>
                  <a:pt x="1246" y="2059"/>
                </a:cubicBezTo>
                <a:cubicBezTo>
                  <a:pt x="1249" y="2064"/>
                  <a:pt x="1251" y="2068"/>
                  <a:pt x="1250" y="2073"/>
                </a:cubicBezTo>
                <a:cubicBezTo>
                  <a:pt x="1249" y="2079"/>
                  <a:pt x="1246" y="2083"/>
                  <a:pt x="1242" y="2086"/>
                </a:cubicBezTo>
                <a:moveTo>
                  <a:pt x="1119" y="2173"/>
                </a:moveTo>
                <a:lnTo>
                  <a:pt x="1103" y="2183"/>
                </a:lnTo>
                <a:cubicBezTo>
                  <a:pt x="1099" y="2186"/>
                  <a:pt x="1094" y="2187"/>
                  <a:pt x="1089" y="2186"/>
                </a:cubicBezTo>
                <a:cubicBezTo>
                  <a:pt x="1084" y="2185"/>
                  <a:pt x="1080" y="2182"/>
                  <a:pt x="1077" y="2178"/>
                </a:cubicBezTo>
                <a:cubicBezTo>
                  <a:pt x="1074" y="2174"/>
                  <a:pt x="1073" y="2169"/>
                  <a:pt x="1074" y="2164"/>
                </a:cubicBezTo>
                <a:cubicBezTo>
                  <a:pt x="1075" y="2159"/>
                  <a:pt x="1078" y="2155"/>
                  <a:pt x="1082" y="2152"/>
                </a:cubicBezTo>
                <a:lnTo>
                  <a:pt x="1098" y="2141"/>
                </a:lnTo>
                <a:cubicBezTo>
                  <a:pt x="1102" y="2138"/>
                  <a:pt x="1107" y="2137"/>
                  <a:pt x="1112" y="2138"/>
                </a:cubicBezTo>
                <a:cubicBezTo>
                  <a:pt x="1117" y="2139"/>
                  <a:pt x="1121" y="2142"/>
                  <a:pt x="1124" y="2146"/>
                </a:cubicBezTo>
                <a:cubicBezTo>
                  <a:pt x="1127" y="2151"/>
                  <a:pt x="1128" y="2155"/>
                  <a:pt x="1127" y="2161"/>
                </a:cubicBezTo>
                <a:cubicBezTo>
                  <a:pt x="1126" y="2166"/>
                  <a:pt x="1123" y="2170"/>
                  <a:pt x="1119" y="2173"/>
                </a:cubicBezTo>
                <a:moveTo>
                  <a:pt x="991" y="2255"/>
                </a:moveTo>
                <a:lnTo>
                  <a:pt x="975" y="2265"/>
                </a:lnTo>
                <a:cubicBezTo>
                  <a:pt x="971" y="2268"/>
                  <a:pt x="966" y="2269"/>
                  <a:pt x="961" y="2268"/>
                </a:cubicBezTo>
                <a:cubicBezTo>
                  <a:pt x="956" y="2266"/>
                  <a:pt x="952" y="2264"/>
                  <a:pt x="949" y="2259"/>
                </a:cubicBezTo>
                <a:cubicBezTo>
                  <a:pt x="947" y="2255"/>
                  <a:pt x="946" y="2250"/>
                  <a:pt x="947" y="2245"/>
                </a:cubicBezTo>
                <a:cubicBezTo>
                  <a:pt x="948" y="2240"/>
                  <a:pt x="951" y="2236"/>
                  <a:pt x="956" y="2233"/>
                </a:cubicBezTo>
                <a:lnTo>
                  <a:pt x="972" y="2223"/>
                </a:lnTo>
                <a:cubicBezTo>
                  <a:pt x="976" y="2221"/>
                  <a:pt x="981" y="2220"/>
                  <a:pt x="986" y="2221"/>
                </a:cubicBezTo>
                <a:cubicBezTo>
                  <a:pt x="991" y="2222"/>
                  <a:pt x="995" y="2225"/>
                  <a:pt x="998" y="2229"/>
                </a:cubicBezTo>
                <a:cubicBezTo>
                  <a:pt x="1000" y="2234"/>
                  <a:pt x="1001" y="2239"/>
                  <a:pt x="1000" y="2244"/>
                </a:cubicBezTo>
                <a:cubicBezTo>
                  <a:pt x="999" y="2249"/>
                  <a:pt x="996" y="2253"/>
                  <a:pt x="991" y="2255"/>
                </a:cubicBezTo>
                <a:moveTo>
                  <a:pt x="862" y="2333"/>
                </a:moveTo>
                <a:lnTo>
                  <a:pt x="846" y="2342"/>
                </a:lnTo>
                <a:cubicBezTo>
                  <a:pt x="842" y="2344"/>
                  <a:pt x="837" y="2345"/>
                  <a:pt x="832" y="2344"/>
                </a:cubicBezTo>
                <a:cubicBezTo>
                  <a:pt x="827" y="2342"/>
                  <a:pt x="823" y="2339"/>
                  <a:pt x="821" y="2335"/>
                </a:cubicBezTo>
                <a:cubicBezTo>
                  <a:pt x="818" y="2330"/>
                  <a:pt x="816" y="2326"/>
                  <a:pt x="819" y="2321"/>
                </a:cubicBezTo>
                <a:cubicBezTo>
                  <a:pt x="820" y="2316"/>
                  <a:pt x="823" y="2312"/>
                  <a:pt x="828" y="2309"/>
                </a:cubicBezTo>
                <a:lnTo>
                  <a:pt x="844" y="2300"/>
                </a:lnTo>
                <a:cubicBezTo>
                  <a:pt x="848" y="2297"/>
                  <a:pt x="853" y="2297"/>
                  <a:pt x="858" y="2298"/>
                </a:cubicBezTo>
                <a:cubicBezTo>
                  <a:pt x="863" y="2299"/>
                  <a:pt x="867" y="2302"/>
                  <a:pt x="869" y="2307"/>
                </a:cubicBezTo>
                <a:cubicBezTo>
                  <a:pt x="872" y="2311"/>
                  <a:pt x="873" y="2316"/>
                  <a:pt x="871" y="2321"/>
                </a:cubicBezTo>
                <a:cubicBezTo>
                  <a:pt x="870" y="2326"/>
                  <a:pt x="867" y="2330"/>
                  <a:pt x="862" y="2333"/>
                </a:cubicBezTo>
                <a:moveTo>
                  <a:pt x="730" y="2405"/>
                </a:moveTo>
                <a:lnTo>
                  <a:pt x="713" y="2414"/>
                </a:lnTo>
                <a:cubicBezTo>
                  <a:pt x="709" y="2416"/>
                  <a:pt x="704" y="2417"/>
                  <a:pt x="699" y="2415"/>
                </a:cubicBezTo>
                <a:cubicBezTo>
                  <a:pt x="694" y="2414"/>
                  <a:pt x="690" y="2411"/>
                  <a:pt x="688" y="2406"/>
                </a:cubicBezTo>
                <a:cubicBezTo>
                  <a:pt x="685" y="2402"/>
                  <a:pt x="685" y="2397"/>
                  <a:pt x="686" y="2392"/>
                </a:cubicBezTo>
                <a:cubicBezTo>
                  <a:pt x="688" y="2387"/>
                  <a:pt x="691" y="2383"/>
                  <a:pt x="696" y="2381"/>
                </a:cubicBezTo>
                <a:lnTo>
                  <a:pt x="712" y="2372"/>
                </a:lnTo>
                <a:cubicBezTo>
                  <a:pt x="717" y="2370"/>
                  <a:pt x="722" y="2369"/>
                  <a:pt x="727" y="2371"/>
                </a:cubicBezTo>
                <a:cubicBezTo>
                  <a:pt x="732" y="2372"/>
                  <a:pt x="735" y="2375"/>
                  <a:pt x="738" y="2380"/>
                </a:cubicBezTo>
                <a:cubicBezTo>
                  <a:pt x="740" y="2384"/>
                  <a:pt x="741" y="2389"/>
                  <a:pt x="739" y="2394"/>
                </a:cubicBezTo>
                <a:cubicBezTo>
                  <a:pt x="737" y="2399"/>
                  <a:pt x="734" y="2403"/>
                  <a:pt x="730" y="2405"/>
                </a:cubicBezTo>
                <a:moveTo>
                  <a:pt x="594" y="2475"/>
                </a:moveTo>
                <a:lnTo>
                  <a:pt x="577" y="2483"/>
                </a:lnTo>
                <a:cubicBezTo>
                  <a:pt x="573" y="2486"/>
                  <a:pt x="568" y="2486"/>
                  <a:pt x="563" y="2484"/>
                </a:cubicBezTo>
                <a:cubicBezTo>
                  <a:pt x="558" y="2482"/>
                  <a:pt x="554" y="2479"/>
                  <a:pt x="552" y="2475"/>
                </a:cubicBezTo>
                <a:cubicBezTo>
                  <a:pt x="550" y="2470"/>
                  <a:pt x="550" y="2465"/>
                  <a:pt x="551" y="2460"/>
                </a:cubicBezTo>
                <a:cubicBezTo>
                  <a:pt x="553" y="2455"/>
                  <a:pt x="556" y="2452"/>
                  <a:pt x="561" y="2448"/>
                </a:cubicBezTo>
                <a:lnTo>
                  <a:pt x="578" y="2440"/>
                </a:lnTo>
                <a:cubicBezTo>
                  <a:pt x="583" y="2438"/>
                  <a:pt x="588" y="2438"/>
                  <a:pt x="592" y="2439"/>
                </a:cubicBezTo>
                <a:cubicBezTo>
                  <a:pt x="597" y="2441"/>
                  <a:pt x="601" y="2444"/>
                  <a:pt x="603" y="2449"/>
                </a:cubicBezTo>
                <a:cubicBezTo>
                  <a:pt x="605" y="2455"/>
                  <a:pt x="606" y="2459"/>
                  <a:pt x="604" y="2464"/>
                </a:cubicBezTo>
                <a:cubicBezTo>
                  <a:pt x="602" y="2469"/>
                  <a:pt x="599" y="2473"/>
                  <a:pt x="594" y="2475"/>
                </a:cubicBezTo>
                <a:moveTo>
                  <a:pt x="457" y="2539"/>
                </a:moveTo>
                <a:lnTo>
                  <a:pt x="440" y="2547"/>
                </a:lnTo>
                <a:cubicBezTo>
                  <a:pt x="436" y="2549"/>
                  <a:pt x="431" y="2549"/>
                  <a:pt x="426" y="2547"/>
                </a:cubicBezTo>
                <a:cubicBezTo>
                  <a:pt x="421" y="2545"/>
                  <a:pt x="418" y="2542"/>
                  <a:pt x="415" y="2537"/>
                </a:cubicBezTo>
                <a:cubicBezTo>
                  <a:pt x="413" y="2532"/>
                  <a:pt x="413" y="2528"/>
                  <a:pt x="415" y="2523"/>
                </a:cubicBezTo>
                <a:cubicBezTo>
                  <a:pt x="417" y="2518"/>
                  <a:pt x="420" y="2514"/>
                  <a:pt x="425" y="2512"/>
                </a:cubicBezTo>
                <a:lnTo>
                  <a:pt x="442" y="2505"/>
                </a:lnTo>
                <a:cubicBezTo>
                  <a:pt x="447" y="2503"/>
                  <a:pt x="451" y="2502"/>
                  <a:pt x="456" y="2504"/>
                </a:cubicBezTo>
                <a:cubicBezTo>
                  <a:pt x="461" y="2506"/>
                  <a:pt x="465" y="2510"/>
                  <a:pt x="467" y="2514"/>
                </a:cubicBezTo>
                <a:cubicBezTo>
                  <a:pt x="469" y="2519"/>
                  <a:pt x="469" y="2524"/>
                  <a:pt x="467" y="2529"/>
                </a:cubicBezTo>
                <a:cubicBezTo>
                  <a:pt x="465" y="2533"/>
                  <a:pt x="462" y="2537"/>
                  <a:pt x="457" y="2539"/>
                </a:cubicBezTo>
                <a:moveTo>
                  <a:pt x="320" y="2598"/>
                </a:moveTo>
                <a:lnTo>
                  <a:pt x="303" y="2605"/>
                </a:lnTo>
                <a:cubicBezTo>
                  <a:pt x="298" y="2607"/>
                  <a:pt x="293" y="2607"/>
                  <a:pt x="288" y="2605"/>
                </a:cubicBezTo>
                <a:cubicBezTo>
                  <a:pt x="283" y="2603"/>
                  <a:pt x="280" y="2599"/>
                  <a:pt x="278" y="2595"/>
                </a:cubicBezTo>
                <a:cubicBezTo>
                  <a:pt x="276" y="2590"/>
                  <a:pt x="276" y="2585"/>
                  <a:pt x="278" y="2580"/>
                </a:cubicBezTo>
                <a:cubicBezTo>
                  <a:pt x="280" y="2575"/>
                  <a:pt x="284" y="2572"/>
                  <a:pt x="288" y="2570"/>
                </a:cubicBezTo>
                <a:lnTo>
                  <a:pt x="306" y="2563"/>
                </a:lnTo>
                <a:cubicBezTo>
                  <a:pt x="311" y="2561"/>
                  <a:pt x="315" y="2561"/>
                  <a:pt x="320" y="2563"/>
                </a:cubicBezTo>
                <a:cubicBezTo>
                  <a:pt x="325" y="2565"/>
                  <a:pt x="328" y="2569"/>
                  <a:pt x="330" y="2573"/>
                </a:cubicBezTo>
                <a:cubicBezTo>
                  <a:pt x="332" y="2578"/>
                  <a:pt x="332" y="2583"/>
                  <a:pt x="330" y="2588"/>
                </a:cubicBezTo>
                <a:cubicBezTo>
                  <a:pt x="328" y="2593"/>
                  <a:pt x="325" y="2596"/>
                  <a:pt x="320" y="2598"/>
                </a:cubicBezTo>
                <a:moveTo>
                  <a:pt x="179" y="2653"/>
                </a:moveTo>
                <a:lnTo>
                  <a:pt x="161" y="2660"/>
                </a:lnTo>
                <a:cubicBezTo>
                  <a:pt x="157" y="2662"/>
                  <a:pt x="152" y="2661"/>
                  <a:pt x="147" y="2659"/>
                </a:cubicBezTo>
                <a:cubicBezTo>
                  <a:pt x="142" y="2657"/>
                  <a:pt x="139" y="2654"/>
                  <a:pt x="137" y="2649"/>
                </a:cubicBezTo>
                <a:cubicBezTo>
                  <a:pt x="135" y="2644"/>
                  <a:pt x="136" y="2639"/>
                  <a:pt x="138" y="2634"/>
                </a:cubicBezTo>
                <a:cubicBezTo>
                  <a:pt x="140" y="2630"/>
                  <a:pt x="143" y="2626"/>
                  <a:pt x="148" y="2625"/>
                </a:cubicBezTo>
                <a:lnTo>
                  <a:pt x="166" y="2618"/>
                </a:lnTo>
                <a:cubicBezTo>
                  <a:pt x="171" y="2616"/>
                  <a:pt x="176" y="2616"/>
                  <a:pt x="180" y="2618"/>
                </a:cubicBezTo>
                <a:cubicBezTo>
                  <a:pt x="185" y="2621"/>
                  <a:pt x="188" y="2624"/>
                  <a:pt x="190" y="2629"/>
                </a:cubicBezTo>
                <a:cubicBezTo>
                  <a:pt x="192" y="2634"/>
                  <a:pt x="192" y="2639"/>
                  <a:pt x="190" y="2643"/>
                </a:cubicBezTo>
                <a:cubicBezTo>
                  <a:pt x="188" y="2648"/>
                  <a:pt x="184" y="2651"/>
                  <a:pt x="179" y="2653"/>
                </a:cubicBezTo>
                <a:moveTo>
                  <a:pt x="35" y="2705"/>
                </a:moveTo>
                <a:lnTo>
                  <a:pt x="25" y="2708"/>
                </a:lnTo>
                <a:cubicBezTo>
                  <a:pt x="20" y="2710"/>
                  <a:pt x="15" y="2710"/>
                  <a:pt x="10" y="2708"/>
                </a:cubicBezTo>
                <a:cubicBezTo>
                  <a:pt x="6" y="2705"/>
                  <a:pt x="2" y="2702"/>
                  <a:pt x="1" y="2697"/>
                </a:cubicBezTo>
                <a:cubicBezTo>
                  <a:pt x="-1" y="2692"/>
                  <a:pt x="-1" y="2687"/>
                  <a:pt x="2" y="2682"/>
                </a:cubicBezTo>
                <a:cubicBezTo>
                  <a:pt x="4" y="2678"/>
                  <a:pt x="8" y="2675"/>
                  <a:pt x="12" y="2673"/>
                </a:cubicBezTo>
                <a:lnTo>
                  <a:pt x="23" y="2669"/>
                </a:lnTo>
                <a:cubicBezTo>
                  <a:pt x="28" y="2668"/>
                  <a:pt x="32" y="2668"/>
                  <a:pt x="37" y="2670"/>
                </a:cubicBezTo>
                <a:cubicBezTo>
                  <a:pt x="42" y="2673"/>
                  <a:pt x="45" y="2676"/>
                  <a:pt x="47" y="2681"/>
                </a:cubicBezTo>
                <a:cubicBezTo>
                  <a:pt x="48" y="2686"/>
                  <a:pt x="48" y="2691"/>
                  <a:pt x="46" y="2695"/>
                </a:cubicBezTo>
                <a:cubicBezTo>
                  <a:pt x="43" y="2700"/>
                  <a:pt x="40" y="2703"/>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4098240" y="5389560"/>
            <a:ext cx="70920" cy="77400"/>
          </a:xfrm>
          <a:custGeom>
            <a:avLst/>
            <a:gdLst/>
            <a:ahLst/>
            <a:rect l="0" t="0" r="r" b="b"/>
            <a:pathLst>
              <a:path fill="none" w="197" h="215">
                <a:moveTo>
                  <a:pt x="197" y="215"/>
                </a:moveTo>
                <a:lnTo>
                  <a:pt x="0" y="163"/>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1" name=""/>
          <p:cNvSpPr/>
          <p:nvPr/>
        </p:nvSpPr>
        <p:spPr>
          <a:xfrm>
            <a:off x="2534760" y="4479480"/>
            <a:ext cx="974880" cy="975600"/>
          </a:xfrm>
          <a:custGeom>
            <a:avLst/>
            <a:gdLst/>
            <a:ahLst/>
            <a:rect l="0" t="0" r="r" b="b"/>
            <a:pathLst>
              <a:path w="2708" h="2710">
                <a:moveTo>
                  <a:pt x="2683" y="2708"/>
                </a:moveTo>
                <a:lnTo>
                  <a:pt x="2665" y="2702"/>
                </a:lnTo>
                <a:cubicBezTo>
                  <a:pt x="2660" y="2701"/>
                  <a:pt x="2656" y="2697"/>
                  <a:pt x="2654" y="2693"/>
                </a:cubicBezTo>
                <a:cubicBezTo>
                  <a:pt x="2652" y="2688"/>
                  <a:pt x="2652" y="2683"/>
                  <a:pt x="2653" y="2678"/>
                </a:cubicBezTo>
                <a:cubicBezTo>
                  <a:pt x="2655" y="2673"/>
                  <a:pt x="2658" y="2670"/>
                  <a:pt x="2663" y="2668"/>
                </a:cubicBezTo>
                <a:cubicBezTo>
                  <a:pt x="2667" y="2665"/>
                  <a:pt x="2672" y="2665"/>
                  <a:pt x="2677" y="2667"/>
                </a:cubicBezTo>
                <a:lnTo>
                  <a:pt x="2695" y="2673"/>
                </a:lnTo>
                <a:cubicBezTo>
                  <a:pt x="2700" y="2675"/>
                  <a:pt x="2704" y="2678"/>
                  <a:pt x="2706" y="2682"/>
                </a:cubicBezTo>
                <a:cubicBezTo>
                  <a:pt x="2708" y="2687"/>
                  <a:pt x="2709" y="2692"/>
                  <a:pt x="2707" y="2697"/>
                </a:cubicBezTo>
                <a:cubicBezTo>
                  <a:pt x="2705" y="2702"/>
                  <a:pt x="2702" y="2705"/>
                  <a:pt x="2697" y="2708"/>
                </a:cubicBezTo>
                <a:cubicBezTo>
                  <a:pt x="2693" y="2710"/>
                  <a:pt x="2688" y="2710"/>
                  <a:pt x="2683" y="2708"/>
                </a:cubicBezTo>
                <a:moveTo>
                  <a:pt x="2539" y="2657"/>
                </a:moveTo>
                <a:lnTo>
                  <a:pt x="2521" y="2650"/>
                </a:lnTo>
                <a:cubicBezTo>
                  <a:pt x="2516" y="2648"/>
                  <a:pt x="2512" y="2645"/>
                  <a:pt x="2510" y="2640"/>
                </a:cubicBezTo>
                <a:cubicBezTo>
                  <a:pt x="2508" y="2636"/>
                  <a:pt x="2508" y="2631"/>
                  <a:pt x="2510" y="2626"/>
                </a:cubicBezTo>
                <a:cubicBezTo>
                  <a:pt x="2512" y="2621"/>
                  <a:pt x="2515" y="2618"/>
                  <a:pt x="2520" y="2616"/>
                </a:cubicBezTo>
                <a:cubicBezTo>
                  <a:pt x="2524" y="2613"/>
                  <a:pt x="2529" y="2613"/>
                  <a:pt x="2534" y="2615"/>
                </a:cubicBezTo>
                <a:lnTo>
                  <a:pt x="2552" y="2622"/>
                </a:lnTo>
                <a:cubicBezTo>
                  <a:pt x="2557" y="2624"/>
                  <a:pt x="2560" y="2627"/>
                  <a:pt x="2562" y="2632"/>
                </a:cubicBezTo>
                <a:cubicBezTo>
                  <a:pt x="2564" y="2636"/>
                  <a:pt x="2565" y="2641"/>
                  <a:pt x="2563" y="2646"/>
                </a:cubicBezTo>
                <a:cubicBezTo>
                  <a:pt x="2561" y="2651"/>
                  <a:pt x="2558" y="2654"/>
                  <a:pt x="2553" y="2656"/>
                </a:cubicBezTo>
                <a:cubicBezTo>
                  <a:pt x="2548" y="2659"/>
                  <a:pt x="2543" y="2659"/>
                  <a:pt x="2539" y="2657"/>
                </a:cubicBezTo>
                <a:moveTo>
                  <a:pt x="2397" y="2602"/>
                </a:moveTo>
                <a:lnTo>
                  <a:pt x="2379" y="2595"/>
                </a:lnTo>
                <a:cubicBezTo>
                  <a:pt x="2374" y="2593"/>
                  <a:pt x="2371" y="2589"/>
                  <a:pt x="2369" y="2585"/>
                </a:cubicBezTo>
                <a:cubicBezTo>
                  <a:pt x="2367" y="2580"/>
                  <a:pt x="2367" y="2575"/>
                  <a:pt x="2369" y="2570"/>
                </a:cubicBezTo>
                <a:cubicBezTo>
                  <a:pt x="2371" y="2565"/>
                  <a:pt x="2374" y="2562"/>
                  <a:pt x="2379" y="2560"/>
                </a:cubicBezTo>
                <a:cubicBezTo>
                  <a:pt x="2384" y="2558"/>
                  <a:pt x="2389" y="2558"/>
                  <a:pt x="2394" y="2560"/>
                </a:cubicBezTo>
                <a:lnTo>
                  <a:pt x="2411" y="2567"/>
                </a:lnTo>
                <a:cubicBezTo>
                  <a:pt x="2416" y="2569"/>
                  <a:pt x="2419" y="2572"/>
                  <a:pt x="2421" y="2577"/>
                </a:cubicBezTo>
                <a:cubicBezTo>
                  <a:pt x="2423" y="2582"/>
                  <a:pt x="2423" y="2587"/>
                  <a:pt x="2421" y="2592"/>
                </a:cubicBezTo>
                <a:cubicBezTo>
                  <a:pt x="2419" y="2596"/>
                  <a:pt x="2416" y="2600"/>
                  <a:pt x="2411" y="2602"/>
                </a:cubicBezTo>
                <a:cubicBezTo>
                  <a:pt x="2406" y="2604"/>
                  <a:pt x="2401" y="2604"/>
                  <a:pt x="2397" y="2602"/>
                </a:cubicBezTo>
                <a:moveTo>
                  <a:pt x="2259" y="2543"/>
                </a:moveTo>
                <a:lnTo>
                  <a:pt x="2242" y="2536"/>
                </a:lnTo>
                <a:cubicBezTo>
                  <a:pt x="2237" y="2534"/>
                  <a:pt x="2234" y="2530"/>
                  <a:pt x="2232" y="2525"/>
                </a:cubicBezTo>
                <a:cubicBezTo>
                  <a:pt x="2230" y="2520"/>
                  <a:pt x="2231" y="2516"/>
                  <a:pt x="2233" y="2511"/>
                </a:cubicBezTo>
                <a:cubicBezTo>
                  <a:pt x="2235" y="2506"/>
                  <a:pt x="2238" y="2503"/>
                  <a:pt x="2243" y="2501"/>
                </a:cubicBezTo>
                <a:cubicBezTo>
                  <a:pt x="2248" y="2499"/>
                  <a:pt x="2253" y="2499"/>
                  <a:pt x="2257" y="2501"/>
                </a:cubicBezTo>
                <a:lnTo>
                  <a:pt x="2274" y="2509"/>
                </a:lnTo>
                <a:cubicBezTo>
                  <a:pt x="2279" y="2511"/>
                  <a:pt x="2282" y="2515"/>
                  <a:pt x="2284" y="2519"/>
                </a:cubicBezTo>
                <a:cubicBezTo>
                  <a:pt x="2286" y="2524"/>
                  <a:pt x="2286" y="2529"/>
                  <a:pt x="2284" y="2534"/>
                </a:cubicBezTo>
                <a:cubicBezTo>
                  <a:pt x="2282" y="2539"/>
                  <a:pt x="2278" y="2542"/>
                  <a:pt x="2273" y="2544"/>
                </a:cubicBezTo>
                <a:cubicBezTo>
                  <a:pt x="2269" y="2546"/>
                  <a:pt x="2264" y="2545"/>
                  <a:pt x="2259" y="2543"/>
                </a:cubicBezTo>
                <a:moveTo>
                  <a:pt x="2122" y="2480"/>
                </a:moveTo>
                <a:lnTo>
                  <a:pt x="2105" y="2471"/>
                </a:lnTo>
                <a:cubicBezTo>
                  <a:pt x="2100" y="2469"/>
                  <a:pt x="2097" y="2465"/>
                  <a:pt x="2095" y="2461"/>
                </a:cubicBezTo>
                <a:cubicBezTo>
                  <a:pt x="2094" y="2456"/>
                  <a:pt x="2094" y="2450"/>
                  <a:pt x="2096" y="2445"/>
                </a:cubicBezTo>
                <a:cubicBezTo>
                  <a:pt x="2098" y="2441"/>
                  <a:pt x="2102" y="2437"/>
                  <a:pt x="2107" y="2436"/>
                </a:cubicBezTo>
                <a:cubicBezTo>
                  <a:pt x="2112" y="2434"/>
                  <a:pt x="2117" y="2434"/>
                  <a:pt x="2121" y="2437"/>
                </a:cubicBezTo>
                <a:lnTo>
                  <a:pt x="2138" y="2445"/>
                </a:lnTo>
                <a:cubicBezTo>
                  <a:pt x="2143" y="2447"/>
                  <a:pt x="2146" y="2452"/>
                  <a:pt x="2148" y="2457"/>
                </a:cubicBezTo>
                <a:cubicBezTo>
                  <a:pt x="2150" y="2462"/>
                  <a:pt x="2149" y="2466"/>
                  <a:pt x="2147" y="2471"/>
                </a:cubicBezTo>
                <a:cubicBezTo>
                  <a:pt x="2145" y="2476"/>
                  <a:pt x="2141" y="2479"/>
                  <a:pt x="2136" y="2481"/>
                </a:cubicBezTo>
                <a:cubicBezTo>
                  <a:pt x="2131" y="2482"/>
                  <a:pt x="2127" y="2482"/>
                  <a:pt x="2122" y="2480"/>
                </a:cubicBezTo>
                <a:moveTo>
                  <a:pt x="1986" y="2410"/>
                </a:moveTo>
                <a:lnTo>
                  <a:pt x="1970" y="2401"/>
                </a:lnTo>
                <a:cubicBezTo>
                  <a:pt x="1965" y="2399"/>
                  <a:pt x="1962" y="2395"/>
                  <a:pt x="1960" y="2390"/>
                </a:cubicBezTo>
                <a:cubicBezTo>
                  <a:pt x="1959" y="2385"/>
                  <a:pt x="1959" y="2381"/>
                  <a:pt x="1962" y="2376"/>
                </a:cubicBezTo>
                <a:cubicBezTo>
                  <a:pt x="1964" y="2371"/>
                  <a:pt x="1968" y="2368"/>
                  <a:pt x="1973" y="2367"/>
                </a:cubicBezTo>
                <a:cubicBezTo>
                  <a:pt x="1978" y="2365"/>
                  <a:pt x="1983" y="2366"/>
                  <a:pt x="1987" y="2368"/>
                </a:cubicBezTo>
                <a:lnTo>
                  <a:pt x="2004" y="2377"/>
                </a:lnTo>
                <a:cubicBezTo>
                  <a:pt x="2008" y="2379"/>
                  <a:pt x="2011" y="2383"/>
                  <a:pt x="2013" y="2388"/>
                </a:cubicBezTo>
                <a:cubicBezTo>
                  <a:pt x="2015" y="2393"/>
                  <a:pt x="2014" y="2398"/>
                  <a:pt x="2012" y="2402"/>
                </a:cubicBezTo>
                <a:cubicBezTo>
                  <a:pt x="2009" y="2407"/>
                  <a:pt x="2006" y="2410"/>
                  <a:pt x="2001" y="2412"/>
                </a:cubicBezTo>
                <a:cubicBezTo>
                  <a:pt x="1996" y="2413"/>
                  <a:pt x="1991" y="2413"/>
                  <a:pt x="1986" y="2410"/>
                </a:cubicBezTo>
                <a:moveTo>
                  <a:pt x="1854" y="2338"/>
                </a:moveTo>
                <a:lnTo>
                  <a:pt x="1838" y="2329"/>
                </a:lnTo>
                <a:cubicBezTo>
                  <a:pt x="1834" y="2326"/>
                  <a:pt x="1831" y="2322"/>
                  <a:pt x="1830" y="2317"/>
                </a:cubicBezTo>
                <a:cubicBezTo>
                  <a:pt x="1828" y="2312"/>
                  <a:pt x="1829" y="2307"/>
                  <a:pt x="1831" y="2303"/>
                </a:cubicBezTo>
                <a:cubicBezTo>
                  <a:pt x="1834" y="2298"/>
                  <a:pt x="1838" y="2295"/>
                  <a:pt x="1843" y="2294"/>
                </a:cubicBezTo>
                <a:cubicBezTo>
                  <a:pt x="1848" y="2293"/>
                  <a:pt x="1853" y="2293"/>
                  <a:pt x="1857" y="2296"/>
                </a:cubicBezTo>
                <a:lnTo>
                  <a:pt x="1873" y="2305"/>
                </a:lnTo>
                <a:cubicBezTo>
                  <a:pt x="1878" y="2308"/>
                  <a:pt x="1881" y="2312"/>
                  <a:pt x="1882" y="2317"/>
                </a:cubicBezTo>
                <a:cubicBezTo>
                  <a:pt x="1883" y="2322"/>
                  <a:pt x="1883" y="2326"/>
                  <a:pt x="1880" y="2331"/>
                </a:cubicBezTo>
                <a:cubicBezTo>
                  <a:pt x="1878" y="2335"/>
                  <a:pt x="1874" y="2338"/>
                  <a:pt x="1869" y="2340"/>
                </a:cubicBezTo>
                <a:cubicBezTo>
                  <a:pt x="1864" y="2341"/>
                  <a:pt x="1859" y="2340"/>
                  <a:pt x="1854" y="2338"/>
                </a:cubicBezTo>
                <a:moveTo>
                  <a:pt x="1725" y="2261"/>
                </a:moveTo>
                <a:lnTo>
                  <a:pt x="1709" y="2251"/>
                </a:lnTo>
                <a:cubicBezTo>
                  <a:pt x="1705" y="2248"/>
                  <a:pt x="1702" y="2244"/>
                  <a:pt x="1701" y="2239"/>
                </a:cubicBezTo>
                <a:cubicBezTo>
                  <a:pt x="1700" y="2234"/>
                  <a:pt x="1700" y="2229"/>
                  <a:pt x="1703" y="2225"/>
                </a:cubicBezTo>
                <a:cubicBezTo>
                  <a:pt x="1706" y="2221"/>
                  <a:pt x="1710" y="2218"/>
                  <a:pt x="1715" y="2217"/>
                </a:cubicBezTo>
                <a:cubicBezTo>
                  <a:pt x="1720" y="2215"/>
                  <a:pt x="1725" y="2216"/>
                  <a:pt x="1729" y="2219"/>
                </a:cubicBezTo>
                <a:lnTo>
                  <a:pt x="1745" y="2229"/>
                </a:lnTo>
                <a:cubicBezTo>
                  <a:pt x="1750" y="2232"/>
                  <a:pt x="1752" y="2236"/>
                  <a:pt x="1754" y="2241"/>
                </a:cubicBezTo>
                <a:cubicBezTo>
                  <a:pt x="1755" y="2246"/>
                  <a:pt x="1754" y="2250"/>
                  <a:pt x="1751" y="2255"/>
                </a:cubicBezTo>
                <a:cubicBezTo>
                  <a:pt x="1748" y="2259"/>
                  <a:pt x="1745" y="2262"/>
                  <a:pt x="1740" y="2263"/>
                </a:cubicBezTo>
                <a:cubicBezTo>
                  <a:pt x="1734" y="2264"/>
                  <a:pt x="1730" y="2264"/>
                  <a:pt x="1725" y="2261"/>
                </a:cubicBezTo>
                <a:moveTo>
                  <a:pt x="1598" y="2178"/>
                </a:moveTo>
                <a:lnTo>
                  <a:pt x="1582" y="2168"/>
                </a:lnTo>
                <a:cubicBezTo>
                  <a:pt x="1578" y="2165"/>
                  <a:pt x="1575" y="2161"/>
                  <a:pt x="1574" y="2156"/>
                </a:cubicBezTo>
                <a:cubicBezTo>
                  <a:pt x="1573" y="2151"/>
                  <a:pt x="1574" y="2146"/>
                  <a:pt x="1577" y="2142"/>
                </a:cubicBezTo>
                <a:cubicBezTo>
                  <a:pt x="1580" y="2137"/>
                  <a:pt x="1584" y="2135"/>
                  <a:pt x="1589" y="2134"/>
                </a:cubicBezTo>
                <a:cubicBezTo>
                  <a:pt x="1594" y="2133"/>
                  <a:pt x="1599" y="2134"/>
                  <a:pt x="1603" y="2137"/>
                </a:cubicBezTo>
                <a:lnTo>
                  <a:pt x="1619" y="2147"/>
                </a:lnTo>
                <a:cubicBezTo>
                  <a:pt x="1623" y="2150"/>
                  <a:pt x="1626" y="2154"/>
                  <a:pt x="1627" y="2159"/>
                </a:cubicBezTo>
                <a:cubicBezTo>
                  <a:pt x="1628" y="2164"/>
                  <a:pt x="1627" y="2169"/>
                  <a:pt x="1624" y="2173"/>
                </a:cubicBezTo>
                <a:cubicBezTo>
                  <a:pt x="1621" y="2178"/>
                  <a:pt x="1617" y="2180"/>
                  <a:pt x="1612" y="2181"/>
                </a:cubicBezTo>
                <a:cubicBezTo>
                  <a:pt x="1607" y="2182"/>
                  <a:pt x="1602" y="2181"/>
                  <a:pt x="1598" y="2178"/>
                </a:cubicBezTo>
                <a:moveTo>
                  <a:pt x="1474" y="2092"/>
                </a:moveTo>
                <a:lnTo>
                  <a:pt x="1459" y="2081"/>
                </a:lnTo>
                <a:cubicBezTo>
                  <a:pt x="1455" y="2078"/>
                  <a:pt x="1452" y="2074"/>
                  <a:pt x="1451" y="2069"/>
                </a:cubicBezTo>
                <a:cubicBezTo>
                  <a:pt x="1451" y="2063"/>
                  <a:pt x="1452" y="2059"/>
                  <a:pt x="1455" y="2055"/>
                </a:cubicBezTo>
                <a:cubicBezTo>
                  <a:pt x="1458" y="2050"/>
                  <a:pt x="1462" y="2048"/>
                  <a:pt x="1467" y="2047"/>
                </a:cubicBezTo>
                <a:cubicBezTo>
                  <a:pt x="1472" y="2046"/>
                  <a:pt x="1477" y="2047"/>
                  <a:pt x="1481" y="2051"/>
                </a:cubicBezTo>
                <a:lnTo>
                  <a:pt x="1496" y="2062"/>
                </a:lnTo>
                <a:cubicBezTo>
                  <a:pt x="1500" y="2065"/>
                  <a:pt x="1503" y="2069"/>
                  <a:pt x="1504" y="2074"/>
                </a:cubicBezTo>
                <a:cubicBezTo>
                  <a:pt x="1504" y="2079"/>
                  <a:pt x="1503" y="2084"/>
                  <a:pt x="1500" y="2088"/>
                </a:cubicBezTo>
                <a:cubicBezTo>
                  <a:pt x="1497" y="2092"/>
                  <a:pt x="1493" y="2095"/>
                  <a:pt x="1488" y="2095"/>
                </a:cubicBezTo>
                <a:cubicBezTo>
                  <a:pt x="1483" y="2096"/>
                  <a:pt x="1478" y="2095"/>
                  <a:pt x="1474" y="2092"/>
                </a:cubicBezTo>
                <a:moveTo>
                  <a:pt x="1354" y="2001"/>
                </a:moveTo>
                <a:lnTo>
                  <a:pt x="1339" y="1989"/>
                </a:lnTo>
                <a:cubicBezTo>
                  <a:pt x="1335" y="1986"/>
                  <a:pt x="1333" y="1982"/>
                  <a:pt x="1332" y="1977"/>
                </a:cubicBezTo>
                <a:cubicBezTo>
                  <a:pt x="1332" y="1972"/>
                  <a:pt x="1333" y="1967"/>
                  <a:pt x="1336" y="1963"/>
                </a:cubicBezTo>
                <a:cubicBezTo>
                  <a:pt x="1339" y="1959"/>
                  <a:pt x="1344" y="1957"/>
                  <a:pt x="1349" y="1956"/>
                </a:cubicBezTo>
                <a:cubicBezTo>
                  <a:pt x="1354" y="1955"/>
                  <a:pt x="1359" y="1957"/>
                  <a:pt x="1363" y="1960"/>
                </a:cubicBezTo>
                <a:lnTo>
                  <a:pt x="1377" y="1972"/>
                </a:lnTo>
                <a:cubicBezTo>
                  <a:pt x="1382" y="1975"/>
                  <a:pt x="1384" y="1979"/>
                  <a:pt x="1385" y="1984"/>
                </a:cubicBezTo>
                <a:cubicBezTo>
                  <a:pt x="1385" y="1989"/>
                  <a:pt x="1384" y="1994"/>
                  <a:pt x="1381" y="1998"/>
                </a:cubicBezTo>
                <a:cubicBezTo>
                  <a:pt x="1377" y="2002"/>
                  <a:pt x="1373" y="2005"/>
                  <a:pt x="1368" y="2005"/>
                </a:cubicBezTo>
                <a:cubicBezTo>
                  <a:pt x="1363" y="2006"/>
                  <a:pt x="1358" y="2004"/>
                  <a:pt x="1354" y="2001"/>
                </a:cubicBezTo>
                <a:moveTo>
                  <a:pt x="1237" y="1905"/>
                </a:moveTo>
                <a:lnTo>
                  <a:pt x="1223" y="1893"/>
                </a:lnTo>
                <a:cubicBezTo>
                  <a:pt x="1219" y="1889"/>
                  <a:pt x="1216" y="1885"/>
                  <a:pt x="1216" y="1880"/>
                </a:cubicBezTo>
                <a:cubicBezTo>
                  <a:pt x="1216" y="1875"/>
                  <a:pt x="1217" y="1870"/>
                  <a:pt x="1221" y="1866"/>
                </a:cubicBezTo>
                <a:cubicBezTo>
                  <a:pt x="1224" y="1862"/>
                  <a:pt x="1228" y="1860"/>
                  <a:pt x="1233" y="1860"/>
                </a:cubicBezTo>
                <a:cubicBezTo>
                  <a:pt x="1239" y="1859"/>
                  <a:pt x="1243" y="1861"/>
                  <a:pt x="1247" y="1864"/>
                </a:cubicBezTo>
                <a:lnTo>
                  <a:pt x="1261" y="1876"/>
                </a:lnTo>
                <a:cubicBezTo>
                  <a:pt x="1265" y="1880"/>
                  <a:pt x="1267" y="1884"/>
                  <a:pt x="1268" y="1889"/>
                </a:cubicBezTo>
                <a:cubicBezTo>
                  <a:pt x="1268" y="1895"/>
                  <a:pt x="1267" y="1899"/>
                  <a:pt x="1263" y="1903"/>
                </a:cubicBezTo>
                <a:cubicBezTo>
                  <a:pt x="1260" y="1907"/>
                  <a:pt x="1256" y="1909"/>
                  <a:pt x="1251" y="1910"/>
                </a:cubicBezTo>
                <a:cubicBezTo>
                  <a:pt x="1245" y="1910"/>
                  <a:pt x="1241" y="1908"/>
                  <a:pt x="1237" y="1905"/>
                </a:cubicBezTo>
                <a:moveTo>
                  <a:pt x="1124" y="1805"/>
                </a:moveTo>
                <a:lnTo>
                  <a:pt x="1110" y="1792"/>
                </a:lnTo>
                <a:cubicBezTo>
                  <a:pt x="1106" y="1788"/>
                  <a:pt x="1104" y="1784"/>
                  <a:pt x="1104" y="1779"/>
                </a:cubicBezTo>
                <a:cubicBezTo>
                  <a:pt x="1104" y="1774"/>
                  <a:pt x="1106" y="1769"/>
                  <a:pt x="1109" y="1765"/>
                </a:cubicBezTo>
                <a:cubicBezTo>
                  <a:pt x="1113" y="1762"/>
                  <a:pt x="1117" y="1760"/>
                  <a:pt x="1122" y="1759"/>
                </a:cubicBezTo>
                <a:cubicBezTo>
                  <a:pt x="1127" y="1759"/>
                  <a:pt x="1132" y="1761"/>
                  <a:pt x="1136" y="1764"/>
                </a:cubicBezTo>
                <a:lnTo>
                  <a:pt x="1149" y="1777"/>
                </a:lnTo>
                <a:cubicBezTo>
                  <a:pt x="1153" y="1781"/>
                  <a:pt x="1155" y="1785"/>
                  <a:pt x="1155" y="1790"/>
                </a:cubicBezTo>
                <a:cubicBezTo>
                  <a:pt x="1156" y="1795"/>
                  <a:pt x="1154" y="1800"/>
                  <a:pt x="1150" y="1804"/>
                </a:cubicBezTo>
                <a:cubicBezTo>
                  <a:pt x="1147" y="1808"/>
                  <a:pt x="1143" y="1810"/>
                  <a:pt x="1137" y="1810"/>
                </a:cubicBezTo>
                <a:cubicBezTo>
                  <a:pt x="1132" y="1810"/>
                  <a:pt x="1128" y="1808"/>
                  <a:pt x="1124" y="1805"/>
                </a:cubicBezTo>
                <a:moveTo>
                  <a:pt x="1015" y="1700"/>
                </a:moveTo>
                <a:lnTo>
                  <a:pt x="1011" y="1697"/>
                </a:lnTo>
                <a:lnTo>
                  <a:pt x="1002" y="1687"/>
                </a:lnTo>
                <a:cubicBezTo>
                  <a:pt x="998" y="1683"/>
                  <a:pt x="996" y="1679"/>
                  <a:pt x="996" y="1674"/>
                </a:cubicBezTo>
                <a:cubicBezTo>
                  <a:pt x="996" y="1668"/>
                  <a:pt x="998" y="1664"/>
                  <a:pt x="1002" y="1660"/>
                </a:cubicBezTo>
                <a:cubicBezTo>
                  <a:pt x="1005" y="1657"/>
                  <a:pt x="1010" y="1655"/>
                  <a:pt x="1015" y="1655"/>
                </a:cubicBezTo>
                <a:cubicBezTo>
                  <a:pt x="1020" y="1655"/>
                  <a:pt x="1025" y="1657"/>
                  <a:pt x="1028" y="1660"/>
                </a:cubicBezTo>
                <a:lnTo>
                  <a:pt x="1038" y="1670"/>
                </a:lnTo>
                <a:lnTo>
                  <a:pt x="1042" y="1674"/>
                </a:lnTo>
                <a:cubicBezTo>
                  <a:pt x="1045" y="1677"/>
                  <a:pt x="1047" y="1682"/>
                  <a:pt x="1047" y="1687"/>
                </a:cubicBezTo>
                <a:cubicBezTo>
                  <a:pt x="1047" y="1692"/>
                  <a:pt x="1045" y="1697"/>
                  <a:pt x="1042" y="1700"/>
                </a:cubicBezTo>
                <a:cubicBezTo>
                  <a:pt x="1038" y="1704"/>
                  <a:pt x="1033" y="1706"/>
                  <a:pt x="1028" y="1706"/>
                </a:cubicBezTo>
                <a:cubicBezTo>
                  <a:pt x="1023" y="1706"/>
                  <a:pt x="1019" y="1704"/>
                  <a:pt x="1015" y="1700"/>
                </a:cubicBezTo>
                <a:moveTo>
                  <a:pt x="910" y="1592"/>
                </a:moveTo>
                <a:lnTo>
                  <a:pt x="897" y="1578"/>
                </a:lnTo>
                <a:cubicBezTo>
                  <a:pt x="894" y="1574"/>
                  <a:pt x="892" y="1569"/>
                  <a:pt x="893" y="1564"/>
                </a:cubicBezTo>
                <a:cubicBezTo>
                  <a:pt x="893" y="1559"/>
                  <a:pt x="895" y="1555"/>
                  <a:pt x="899" y="1551"/>
                </a:cubicBezTo>
                <a:cubicBezTo>
                  <a:pt x="902" y="1548"/>
                  <a:pt x="907" y="1546"/>
                  <a:pt x="912" y="1546"/>
                </a:cubicBezTo>
                <a:cubicBezTo>
                  <a:pt x="917" y="1546"/>
                  <a:pt x="922" y="1548"/>
                  <a:pt x="925" y="1552"/>
                </a:cubicBezTo>
                <a:lnTo>
                  <a:pt x="938" y="1566"/>
                </a:lnTo>
                <a:cubicBezTo>
                  <a:pt x="941" y="1570"/>
                  <a:pt x="943" y="1574"/>
                  <a:pt x="943" y="1580"/>
                </a:cubicBezTo>
                <a:cubicBezTo>
                  <a:pt x="943" y="1585"/>
                  <a:pt x="941" y="1589"/>
                  <a:pt x="937" y="1593"/>
                </a:cubicBezTo>
                <a:cubicBezTo>
                  <a:pt x="933" y="1596"/>
                  <a:pt x="928" y="1598"/>
                  <a:pt x="923" y="1598"/>
                </a:cubicBezTo>
                <a:cubicBezTo>
                  <a:pt x="918" y="1597"/>
                  <a:pt x="914" y="1595"/>
                  <a:pt x="910" y="1592"/>
                </a:cubicBezTo>
                <a:moveTo>
                  <a:pt x="810" y="1479"/>
                </a:moveTo>
                <a:lnTo>
                  <a:pt x="797" y="1464"/>
                </a:lnTo>
                <a:cubicBezTo>
                  <a:pt x="794" y="1460"/>
                  <a:pt x="793" y="1456"/>
                  <a:pt x="793" y="1451"/>
                </a:cubicBezTo>
                <a:cubicBezTo>
                  <a:pt x="793" y="1446"/>
                  <a:pt x="796" y="1441"/>
                  <a:pt x="800" y="1438"/>
                </a:cubicBezTo>
                <a:cubicBezTo>
                  <a:pt x="804" y="1435"/>
                  <a:pt x="808" y="1433"/>
                  <a:pt x="813" y="1433"/>
                </a:cubicBezTo>
                <a:cubicBezTo>
                  <a:pt x="818" y="1434"/>
                  <a:pt x="823" y="1436"/>
                  <a:pt x="826" y="1440"/>
                </a:cubicBezTo>
                <a:lnTo>
                  <a:pt x="838" y="1454"/>
                </a:lnTo>
                <a:cubicBezTo>
                  <a:pt x="842" y="1458"/>
                  <a:pt x="843" y="1463"/>
                  <a:pt x="843" y="1468"/>
                </a:cubicBezTo>
                <a:cubicBezTo>
                  <a:pt x="842" y="1473"/>
                  <a:pt x="840" y="1477"/>
                  <a:pt x="836" y="1481"/>
                </a:cubicBezTo>
                <a:cubicBezTo>
                  <a:pt x="832" y="1484"/>
                  <a:pt x="828" y="1486"/>
                  <a:pt x="822" y="1485"/>
                </a:cubicBezTo>
                <a:cubicBezTo>
                  <a:pt x="817" y="1485"/>
                  <a:pt x="813" y="1483"/>
                  <a:pt x="810" y="1479"/>
                </a:cubicBezTo>
                <a:moveTo>
                  <a:pt x="713" y="1362"/>
                </a:moveTo>
                <a:lnTo>
                  <a:pt x="702" y="1347"/>
                </a:lnTo>
                <a:cubicBezTo>
                  <a:pt x="698" y="1343"/>
                  <a:pt x="697" y="1338"/>
                  <a:pt x="698" y="1333"/>
                </a:cubicBezTo>
                <a:cubicBezTo>
                  <a:pt x="698" y="1328"/>
                  <a:pt x="701" y="1324"/>
                  <a:pt x="705" y="1320"/>
                </a:cubicBezTo>
                <a:cubicBezTo>
                  <a:pt x="709" y="1317"/>
                  <a:pt x="713" y="1316"/>
                  <a:pt x="719" y="1317"/>
                </a:cubicBezTo>
                <a:cubicBezTo>
                  <a:pt x="724" y="1317"/>
                  <a:pt x="728" y="1319"/>
                  <a:pt x="731" y="1324"/>
                </a:cubicBezTo>
                <a:lnTo>
                  <a:pt x="743" y="1338"/>
                </a:lnTo>
                <a:cubicBezTo>
                  <a:pt x="746" y="1342"/>
                  <a:pt x="747" y="1347"/>
                  <a:pt x="747" y="1352"/>
                </a:cubicBezTo>
                <a:cubicBezTo>
                  <a:pt x="746" y="1357"/>
                  <a:pt x="744" y="1362"/>
                  <a:pt x="740" y="1365"/>
                </a:cubicBezTo>
                <a:cubicBezTo>
                  <a:pt x="736" y="1368"/>
                  <a:pt x="731" y="1369"/>
                  <a:pt x="726" y="1369"/>
                </a:cubicBezTo>
                <a:cubicBezTo>
                  <a:pt x="721" y="1368"/>
                  <a:pt x="717" y="1366"/>
                  <a:pt x="713" y="1362"/>
                </a:cubicBezTo>
                <a:moveTo>
                  <a:pt x="622" y="1242"/>
                </a:moveTo>
                <a:lnTo>
                  <a:pt x="611" y="1227"/>
                </a:lnTo>
                <a:cubicBezTo>
                  <a:pt x="608" y="1223"/>
                  <a:pt x="607" y="1218"/>
                  <a:pt x="608" y="1213"/>
                </a:cubicBezTo>
                <a:cubicBezTo>
                  <a:pt x="609" y="1208"/>
                  <a:pt x="611" y="1204"/>
                  <a:pt x="615" y="1201"/>
                </a:cubicBezTo>
                <a:cubicBezTo>
                  <a:pt x="620" y="1197"/>
                  <a:pt x="624" y="1196"/>
                  <a:pt x="629" y="1197"/>
                </a:cubicBezTo>
                <a:cubicBezTo>
                  <a:pt x="634" y="1198"/>
                  <a:pt x="639" y="1200"/>
                  <a:pt x="642" y="1205"/>
                </a:cubicBezTo>
                <a:lnTo>
                  <a:pt x="653" y="1220"/>
                </a:lnTo>
                <a:cubicBezTo>
                  <a:pt x="656" y="1224"/>
                  <a:pt x="657" y="1229"/>
                  <a:pt x="656" y="1234"/>
                </a:cubicBezTo>
                <a:cubicBezTo>
                  <a:pt x="655" y="1239"/>
                  <a:pt x="653" y="1243"/>
                  <a:pt x="649" y="1246"/>
                </a:cubicBezTo>
                <a:cubicBezTo>
                  <a:pt x="644" y="1249"/>
                  <a:pt x="640" y="1250"/>
                  <a:pt x="635" y="1249"/>
                </a:cubicBezTo>
                <a:cubicBezTo>
                  <a:pt x="629" y="1249"/>
                  <a:pt x="625" y="1246"/>
                  <a:pt x="622" y="1242"/>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7"/>
                  <a:pt x="547" y="1126"/>
                </a:cubicBezTo>
                <a:cubicBezTo>
                  <a:pt x="542" y="1125"/>
                  <a:pt x="538" y="1123"/>
                  <a:pt x="536" y="1119"/>
                </a:cubicBezTo>
                <a:moveTo>
                  <a:pt x="453" y="991"/>
                </a:moveTo>
                <a:lnTo>
                  <a:pt x="443" y="975"/>
                </a:lnTo>
                <a:cubicBezTo>
                  <a:pt x="440" y="970"/>
                  <a:pt x="439" y="966"/>
                  <a:pt x="440" y="961"/>
                </a:cubicBezTo>
                <a:cubicBezTo>
                  <a:pt x="442" y="956"/>
                  <a:pt x="444" y="952"/>
                  <a:pt x="449" y="949"/>
                </a:cubicBezTo>
                <a:cubicBezTo>
                  <a:pt x="453" y="946"/>
                  <a:pt x="458" y="945"/>
                  <a:pt x="463" y="947"/>
                </a:cubicBezTo>
                <a:cubicBezTo>
                  <a:pt x="468" y="948"/>
                  <a:pt x="472" y="951"/>
                  <a:pt x="475" y="955"/>
                </a:cubicBezTo>
                <a:lnTo>
                  <a:pt x="485" y="971"/>
                </a:lnTo>
                <a:cubicBezTo>
                  <a:pt x="488" y="976"/>
                  <a:pt x="488" y="980"/>
                  <a:pt x="487" y="985"/>
                </a:cubicBezTo>
                <a:cubicBezTo>
                  <a:pt x="486" y="990"/>
                  <a:pt x="483" y="994"/>
                  <a:pt x="479" y="997"/>
                </a:cubicBezTo>
                <a:cubicBezTo>
                  <a:pt x="474" y="1000"/>
                  <a:pt x="470" y="1001"/>
                  <a:pt x="465" y="999"/>
                </a:cubicBezTo>
                <a:cubicBezTo>
                  <a:pt x="459" y="998"/>
                  <a:pt x="456" y="995"/>
                  <a:pt x="453" y="991"/>
                </a:cubicBezTo>
                <a:moveTo>
                  <a:pt x="376" y="862"/>
                </a:moveTo>
                <a:lnTo>
                  <a:pt x="366" y="846"/>
                </a:lnTo>
                <a:cubicBezTo>
                  <a:pt x="364" y="841"/>
                  <a:pt x="363" y="836"/>
                  <a:pt x="364" y="831"/>
                </a:cubicBezTo>
                <a:cubicBezTo>
                  <a:pt x="366" y="826"/>
                  <a:pt x="369" y="823"/>
                  <a:pt x="373" y="820"/>
                </a:cubicBezTo>
                <a:cubicBezTo>
                  <a:pt x="378" y="817"/>
                  <a:pt x="383" y="817"/>
                  <a:pt x="388" y="818"/>
                </a:cubicBezTo>
                <a:cubicBezTo>
                  <a:pt x="393" y="820"/>
                  <a:pt x="396" y="822"/>
                  <a:pt x="399" y="827"/>
                </a:cubicBezTo>
                <a:lnTo>
                  <a:pt x="408" y="843"/>
                </a:lnTo>
                <a:cubicBezTo>
                  <a:pt x="411" y="848"/>
                  <a:pt x="411" y="852"/>
                  <a:pt x="410" y="857"/>
                </a:cubicBezTo>
                <a:cubicBezTo>
                  <a:pt x="409" y="862"/>
                  <a:pt x="406" y="866"/>
                  <a:pt x="401" y="869"/>
                </a:cubicBezTo>
                <a:cubicBezTo>
                  <a:pt x="397" y="871"/>
                  <a:pt x="392" y="872"/>
                  <a:pt x="387" y="871"/>
                </a:cubicBezTo>
                <a:cubicBezTo>
                  <a:pt x="382" y="869"/>
                  <a:pt x="378" y="866"/>
                  <a:pt x="376" y="862"/>
                </a:cubicBezTo>
                <a:moveTo>
                  <a:pt x="303" y="730"/>
                </a:moveTo>
                <a:lnTo>
                  <a:pt x="294" y="714"/>
                </a:lnTo>
                <a:cubicBezTo>
                  <a:pt x="292" y="709"/>
                  <a:pt x="291" y="704"/>
                  <a:pt x="293" y="699"/>
                </a:cubicBezTo>
                <a:cubicBezTo>
                  <a:pt x="294" y="694"/>
                  <a:pt x="297" y="691"/>
                  <a:pt x="302" y="688"/>
                </a:cubicBezTo>
                <a:cubicBezTo>
                  <a:pt x="307" y="686"/>
                  <a:pt x="311" y="685"/>
                  <a:pt x="316" y="687"/>
                </a:cubicBezTo>
                <a:cubicBezTo>
                  <a:pt x="321" y="688"/>
                  <a:pt x="325" y="691"/>
                  <a:pt x="327" y="696"/>
                </a:cubicBezTo>
                <a:lnTo>
                  <a:pt x="336" y="713"/>
                </a:lnTo>
                <a:cubicBezTo>
                  <a:pt x="339" y="717"/>
                  <a:pt x="339" y="722"/>
                  <a:pt x="338" y="727"/>
                </a:cubicBezTo>
                <a:cubicBezTo>
                  <a:pt x="336" y="732"/>
                  <a:pt x="333" y="736"/>
                  <a:pt x="328" y="738"/>
                </a:cubicBezTo>
                <a:cubicBezTo>
                  <a:pt x="324" y="741"/>
                  <a:pt x="319" y="741"/>
                  <a:pt x="314" y="739"/>
                </a:cubicBezTo>
                <a:cubicBezTo>
                  <a:pt x="309" y="738"/>
                  <a:pt x="305" y="735"/>
                  <a:pt x="303" y="730"/>
                </a:cubicBezTo>
                <a:moveTo>
                  <a:pt x="234" y="595"/>
                </a:moveTo>
                <a:lnTo>
                  <a:pt x="226" y="578"/>
                </a:lnTo>
                <a:cubicBezTo>
                  <a:pt x="224" y="573"/>
                  <a:pt x="223" y="568"/>
                  <a:pt x="225" y="563"/>
                </a:cubicBezTo>
                <a:cubicBezTo>
                  <a:pt x="227" y="558"/>
                  <a:pt x="230" y="555"/>
                  <a:pt x="235" y="552"/>
                </a:cubicBezTo>
                <a:cubicBezTo>
                  <a:pt x="239" y="550"/>
                  <a:pt x="244" y="550"/>
                  <a:pt x="249" y="552"/>
                </a:cubicBezTo>
                <a:cubicBezTo>
                  <a:pt x="254" y="553"/>
                  <a:pt x="258" y="557"/>
                  <a:pt x="260" y="561"/>
                </a:cubicBezTo>
                <a:lnTo>
                  <a:pt x="268" y="578"/>
                </a:lnTo>
                <a:cubicBezTo>
                  <a:pt x="270" y="583"/>
                  <a:pt x="271" y="588"/>
                  <a:pt x="269" y="593"/>
                </a:cubicBezTo>
                <a:cubicBezTo>
                  <a:pt x="267" y="598"/>
                  <a:pt x="264" y="601"/>
                  <a:pt x="259" y="603"/>
                </a:cubicBezTo>
                <a:cubicBezTo>
                  <a:pt x="255" y="606"/>
                  <a:pt x="250" y="606"/>
                  <a:pt x="245" y="604"/>
                </a:cubicBezTo>
                <a:cubicBezTo>
                  <a:pt x="240" y="603"/>
                  <a:pt x="236" y="599"/>
                  <a:pt x="234" y="595"/>
                </a:cubicBezTo>
                <a:moveTo>
                  <a:pt x="170" y="457"/>
                </a:moveTo>
                <a:lnTo>
                  <a:pt x="163" y="440"/>
                </a:lnTo>
                <a:cubicBezTo>
                  <a:pt x="161" y="436"/>
                  <a:pt x="160" y="431"/>
                  <a:pt x="162" y="426"/>
                </a:cubicBezTo>
                <a:cubicBezTo>
                  <a:pt x="164" y="421"/>
                  <a:pt x="167" y="418"/>
                  <a:pt x="172" y="416"/>
                </a:cubicBezTo>
                <a:cubicBezTo>
                  <a:pt x="177" y="414"/>
                  <a:pt x="182" y="413"/>
                  <a:pt x="187" y="415"/>
                </a:cubicBezTo>
                <a:cubicBezTo>
                  <a:pt x="191" y="417"/>
                  <a:pt x="195" y="420"/>
                  <a:pt x="197" y="425"/>
                </a:cubicBezTo>
                <a:lnTo>
                  <a:pt x="205" y="442"/>
                </a:lnTo>
                <a:cubicBezTo>
                  <a:pt x="207" y="447"/>
                  <a:pt x="207" y="452"/>
                  <a:pt x="205" y="456"/>
                </a:cubicBezTo>
                <a:cubicBezTo>
                  <a:pt x="203" y="461"/>
                  <a:pt x="200" y="465"/>
                  <a:pt x="195" y="467"/>
                </a:cubicBezTo>
                <a:cubicBezTo>
                  <a:pt x="190" y="469"/>
                  <a:pt x="185" y="469"/>
                  <a:pt x="181" y="467"/>
                </a:cubicBezTo>
                <a:cubicBezTo>
                  <a:pt x="176" y="465"/>
                  <a:pt x="172" y="462"/>
                  <a:pt x="170" y="457"/>
                </a:cubicBezTo>
                <a:moveTo>
                  <a:pt x="111" y="320"/>
                </a:moveTo>
                <a:lnTo>
                  <a:pt x="104" y="303"/>
                </a:lnTo>
                <a:cubicBezTo>
                  <a:pt x="102" y="298"/>
                  <a:pt x="102" y="293"/>
                  <a:pt x="104" y="288"/>
                </a:cubicBezTo>
                <a:cubicBezTo>
                  <a:pt x="106" y="283"/>
                  <a:pt x="110" y="280"/>
                  <a:pt x="115" y="278"/>
                </a:cubicBezTo>
                <a:cubicBezTo>
                  <a:pt x="119" y="276"/>
                  <a:pt x="124" y="276"/>
                  <a:pt x="129" y="278"/>
                </a:cubicBezTo>
                <a:cubicBezTo>
                  <a:pt x="134" y="280"/>
                  <a:pt x="137" y="284"/>
                  <a:pt x="139" y="288"/>
                </a:cubicBezTo>
                <a:lnTo>
                  <a:pt x="146" y="306"/>
                </a:lnTo>
                <a:cubicBezTo>
                  <a:pt x="148" y="311"/>
                  <a:pt x="148" y="315"/>
                  <a:pt x="146" y="320"/>
                </a:cubicBezTo>
                <a:cubicBezTo>
                  <a:pt x="144" y="325"/>
                  <a:pt x="141" y="328"/>
                  <a:pt x="136" y="330"/>
                </a:cubicBezTo>
                <a:cubicBezTo>
                  <a:pt x="131" y="332"/>
                  <a:pt x="126" y="332"/>
                  <a:pt x="122" y="330"/>
                </a:cubicBezTo>
                <a:cubicBezTo>
                  <a:pt x="117" y="328"/>
                  <a:pt x="113" y="325"/>
                  <a:pt x="111" y="320"/>
                </a:cubicBezTo>
                <a:moveTo>
                  <a:pt x="56" y="179"/>
                </a:moveTo>
                <a:lnTo>
                  <a:pt x="50" y="161"/>
                </a:lnTo>
                <a:cubicBezTo>
                  <a:pt x="48" y="157"/>
                  <a:pt x="48" y="152"/>
                  <a:pt x="50" y="147"/>
                </a:cubicBezTo>
                <a:cubicBezTo>
                  <a:pt x="52" y="142"/>
                  <a:pt x="56" y="139"/>
                  <a:pt x="61" y="137"/>
                </a:cubicBezTo>
                <a:cubicBezTo>
                  <a:pt x="65" y="135"/>
                  <a:pt x="70" y="136"/>
                  <a:pt x="75" y="138"/>
                </a:cubicBezTo>
                <a:cubicBezTo>
                  <a:pt x="80" y="140"/>
                  <a:pt x="83" y="143"/>
                  <a:pt x="85" y="148"/>
                </a:cubicBezTo>
                <a:lnTo>
                  <a:pt x="91" y="166"/>
                </a:lnTo>
                <a:cubicBezTo>
                  <a:pt x="93" y="171"/>
                  <a:pt x="93" y="176"/>
                  <a:pt x="91" y="180"/>
                </a:cubicBezTo>
                <a:cubicBezTo>
                  <a:pt x="89" y="185"/>
                  <a:pt x="85" y="188"/>
                  <a:pt x="80" y="190"/>
                </a:cubicBezTo>
                <a:cubicBezTo>
                  <a:pt x="75" y="192"/>
                  <a:pt x="71" y="192"/>
                  <a:pt x="66" y="190"/>
                </a:cubicBezTo>
                <a:cubicBezTo>
                  <a:pt x="61" y="188"/>
                  <a:pt x="58" y="184"/>
                  <a:pt x="56" y="179"/>
                </a:cubicBezTo>
                <a:moveTo>
                  <a:pt x="4" y="35"/>
                </a:moveTo>
                <a:lnTo>
                  <a:pt x="1" y="25"/>
                </a:lnTo>
                <a:cubicBezTo>
                  <a:pt x="-1" y="20"/>
                  <a:pt x="0" y="15"/>
                  <a:pt x="2" y="10"/>
                </a:cubicBezTo>
                <a:cubicBezTo>
                  <a:pt x="4" y="5"/>
                  <a:pt x="8" y="2"/>
                  <a:pt x="13" y="1"/>
                </a:cubicBezTo>
                <a:cubicBezTo>
                  <a:pt x="18" y="-1"/>
                  <a:pt x="22" y="-1"/>
                  <a:pt x="27" y="2"/>
                </a:cubicBezTo>
                <a:cubicBezTo>
                  <a:pt x="32" y="4"/>
                  <a:pt x="35" y="7"/>
                  <a:pt x="37" y="12"/>
                </a:cubicBezTo>
                <a:lnTo>
                  <a:pt x="40" y="23"/>
                </a:lnTo>
                <a:cubicBezTo>
                  <a:pt x="42" y="28"/>
                  <a:pt x="41" y="32"/>
                  <a:pt x="39" y="37"/>
                </a:cubicBezTo>
                <a:cubicBezTo>
                  <a:pt x="37" y="42"/>
                  <a:pt x="33" y="45"/>
                  <a:pt x="28" y="47"/>
                </a:cubicBezTo>
                <a:cubicBezTo>
                  <a:pt x="23" y="48"/>
                  <a:pt x="19" y="48"/>
                  <a:pt x="14" y="46"/>
                </a:cubicBezTo>
                <a:cubicBezTo>
                  <a:pt x="9" y="43"/>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2522520" y="448596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3" name=""/>
          <p:cNvSpPr/>
          <p:nvPr/>
        </p:nvSpPr>
        <p:spPr>
          <a:xfrm>
            <a:off x="2534760" y="292176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5"/>
                </a:cubicBezTo>
                <a:cubicBezTo>
                  <a:pt x="44" y="2669"/>
                  <a:pt x="44" y="2674"/>
                  <a:pt x="43" y="2679"/>
                </a:cubicBezTo>
                <a:lnTo>
                  <a:pt x="37" y="2697"/>
                </a:lnTo>
                <a:cubicBezTo>
                  <a:pt x="35" y="2702"/>
                  <a:pt x="32" y="2706"/>
                  <a:pt x="27" y="2708"/>
                </a:cubicBezTo>
                <a:cubicBezTo>
                  <a:pt x="22" y="2710"/>
                  <a:pt x="18" y="2711"/>
                  <a:pt x="13" y="2709"/>
                </a:cubicBezTo>
                <a:cubicBezTo>
                  <a:pt x="8" y="2707"/>
                  <a:pt x="4" y="2704"/>
                  <a:pt x="2" y="2699"/>
                </a:cubicBezTo>
                <a:cubicBezTo>
                  <a:pt x="0" y="2695"/>
                  <a:pt x="-1" y="2690"/>
                  <a:pt x="1" y="2685"/>
                </a:cubicBezTo>
                <a:moveTo>
                  <a:pt x="52" y="2540"/>
                </a:moveTo>
                <a:lnTo>
                  <a:pt x="59" y="2523"/>
                </a:lnTo>
                <a:cubicBezTo>
                  <a:pt x="61" y="2518"/>
                  <a:pt x="64" y="2514"/>
                  <a:pt x="69" y="2512"/>
                </a:cubicBezTo>
                <a:cubicBezTo>
                  <a:pt x="74" y="2510"/>
                  <a:pt x="78" y="2510"/>
                  <a:pt x="83" y="2512"/>
                </a:cubicBezTo>
                <a:cubicBezTo>
                  <a:pt x="88" y="2513"/>
                  <a:pt x="92" y="2517"/>
                  <a:pt x="94" y="2521"/>
                </a:cubicBezTo>
                <a:cubicBezTo>
                  <a:pt x="96" y="2526"/>
                  <a:pt x="96" y="2531"/>
                  <a:pt x="94" y="2536"/>
                </a:cubicBezTo>
                <a:lnTo>
                  <a:pt x="88" y="2554"/>
                </a:lnTo>
                <a:cubicBezTo>
                  <a:pt x="86" y="2558"/>
                  <a:pt x="83" y="2562"/>
                  <a:pt x="78" y="2564"/>
                </a:cubicBezTo>
                <a:cubicBezTo>
                  <a:pt x="73" y="2566"/>
                  <a:pt x="68" y="2566"/>
                  <a:pt x="63" y="2565"/>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4"/>
                  <a:pt x="147" y="2377"/>
                  <a:pt x="149" y="2382"/>
                </a:cubicBezTo>
                <a:cubicBezTo>
                  <a:pt x="151" y="2387"/>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1"/>
                  <a:pt x="210" y="2255"/>
                  <a:pt x="208" y="2260"/>
                </a:cubicBezTo>
                <a:lnTo>
                  <a:pt x="200" y="2277"/>
                </a:lnTo>
                <a:cubicBezTo>
                  <a:pt x="198" y="2282"/>
                  <a:pt x="195" y="2285"/>
                  <a:pt x="190" y="2287"/>
                </a:cubicBezTo>
                <a:cubicBezTo>
                  <a:pt x="185" y="2289"/>
                  <a:pt x="180" y="2289"/>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9"/>
                </a:cubicBezTo>
                <a:cubicBezTo>
                  <a:pt x="268" y="2101"/>
                  <a:pt x="271" y="2104"/>
                  <a:pt x="273" y="2109"/>
                </a:cubicBezTo>
                <a:cubicBezTo>
                  <a:pt x="274" y="2114"/>
                  <a:pt x="274" y="2119"/>
                  <a:pt x="272" y="2124"/>
                </a:cubicBezTo>
                <a:lnTo>
                  <a:pt x="263" y="2141"/>
                </a:lnTo>
                <a:cubicBezTo>
                  <a:pt x="261" y="2146"/>
                  <a:pt x="258" y="2149"/>
                  <a:pt x="253" y="2150"/>
                </a:cubicBezTo>
                <a:cubicBezTo>
                  <a:pt x="248" y="2152"/>
                  <a:pt x="243" y="2152"/>
                  <a:pt x="238" y="2150"/>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1"/>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8"/>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8"/>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7"/>
                  <a:pt x="624" y="1505"/>
                  <a:pt x="620" y="1502"/>
                </a:cubicBezTo>
                <a:cubicBezTo>
                  <a:pt x="616" y="1499"/>
                  <a:pt x="613" y="1495"/>
                  <a:pt x="613" y="1490"/>
                </a:cubicBezTo>
                <a:cubicBezTo>
                  <a:pt x="612" y="1485"/>
                  <a:pt x="613" y="1480"/>
                  <a:pt x="616" y="1476"/>
                </a:cubicBezTo>
                <a:moveTo>
                  <a:pt x="707" y="1355"/>
                </a:moveTo>
                <a:lnTo>
                  <a:pt x="718" y="1340"/>
                </a:lnTo>
                <a:cubicBezTo>
                  <a:pt x="722" y="1336"/>
                  <a:pt x="726" y="1334"/>
                  <a:pt x="731" y="1333"/>
                </a:cubicBezTo>
                <a:cubicBezTo>
                  <a:pt x="736" y="1333"/>
                  <a:pt x="741" y="1334"/>
                  <a:pt x="745" y="1337"/>
                </a:cubicBezTo>
                <a:cubicBezTo>
                  <a:pt x="749" y="1340"/>
                  <a:pt x="751" y="1345"/>
                  <a:pt x="752" y="1350"/>
                </a:cubicBezTo>
                <a:cubicBezTo>
                  <a:pt x="752" y="1355"/>
                  <a:pt x="751" y="1360"/>
                  <a:pt x="748" y="1365"/>
                </a:cubicBezTo>
                <a:lnTo>
                  <a:pt x="736" y="1379"/>
                </a:lnTo>
                <a:cubicBezTo>
                  <a:pt x="733" y="1384"/>
                  <a:pt x="729" y="1386"/>
                  <a:pt x="724" y="1386"/>
                </a:cubicBezTo>
                <a:cubicBezTo>
                  <a:pt x="719" y="1387"/>
                  <a:pt x="714" y="1386"/>
                  <a:pt x="710" y="1383"/>
                </a:cubicBezTo>
                <a:cubicBezTo>
                  <a:pt x="706" y="1379"/>
                  <a:pt x="703" y="1375"/>
                  <a:pt x="703" y="1370"/>
                </a:cubicBezTo>
                <a:cubicBezTo>
                  <a:pt x="702" y="1365"/>
                  <a:pt x="704" y="1359"/>
                  <a:pt x="707" y="1355"/>
                </a:cubicBezTo>
                <a:moveTo>
                  <a:pt x="803" y="1238"/>
                </a:moveTo>
                <a:lnTo>
                  <a:pt x="815" y="1224"/>
                </a:lnTo>
                <a:cubicBezTo>
                  <a:pt x="818" y="1220"/>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1"/>
                  <a:pt x="1053" y="1016"/>
                </a:cubicBezTo>
                <a:cubicBezTo>
                  <a:pt x="1053" y="1021"/>
                  <a:pt x="1051" y="1025"/>
                  <a:pt x="1047" y="1029"/>
                </a:cubicBezTo>
                <a:lnTo>
                  <a:pt x="1038" y="1039"/>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8"/>
                  <a:pt x="1161" y="913"/>
                </a:cubicBezTo>
                <a:cubicBezTo>
                  <a:pt x="1161" y="918"/>
                  <a:pt x="1159" y="922"/>
                  <a:pt x="1155" y="926"/>
                </a:cubicBezTo>
                <a:lnTo>
                  <a:pt x="1142" y="939"/>
                </a:lnTo>
                <a:cubicBezTo>
                  <a:pt x="1138" y="942"/>
                  <a:pt x="1133" y="944"/>
                  <a:pt x="1128" y="944"/>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9"/>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8"/>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7"/>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3"/>
                  <a:pt x="1613" y="522"/>
                  <a:pt x="1619" y="523"/>
                </a:cubicBezTo>
                <a:cubicBezTo>
                  <a:pt x="1624" y="524"/>
                  <a:pt x="1628" y="526"/>
                  <a:pt x="1631" y="531"/>
                </a:cubicBezTo>
                <a:cubicBezTo>
                  <a:pt x="1633" y="535"/>
                  <a:pt x="1634" y="540"/>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9"/>
                  <a:pt x="1757" y="472"/>
                  <a:pt x="1752" y="475"/>
                </a:cubicBezTo>
                <a:lnTo>
                  <a:pt x="1736" y="485"/>
                </a:lnTo>
                <a:cubicBezTo>
                  <a:pt x="1732" y="488"/>
                  <a:pt x="1727" y="489"/>
                  <a:pt x="1722" y="488"/>
                </a:cubicBezTo>
                <a:cubicBezTo>
                  <a:pt x="1717" y="486"/>
                  <a:pt x="1713" y="484"/>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9"/>
                </a:lnTo>
                <a:cubicBezTo>
                  <a:pt x="1860" y="411"/>
                  <a:pt x="1855" y="412"/>
                  <a:pt x="1850" y="410"/>
                </a:cubicBezTo>
                <a:cubicBezTo>
                  <a:pt x="1845" y="409"/>
                  <a:pt x="1841" y="406"/>
                  <a:pt x="1838" y="402"/>
                </a:cubicBezTo>
                <a:cubicBezTo>
                  <a:pt x="1836" y="397"/>
                  <a:pt x="1835" y="392"/>
                  <a:pt x="1837" y="387"/>
                </a:cubicBezTo>
                <a:cubicBezTo>
                  <a:pt x="1838" y="382"/>
                  <a:pt x="1841" y="378"/>
                  <a:pt x="1845" y="376"/>
                </a:cubicBezTo>
                <a:moveTo>
                  <a:pt x="1977" y="303"/>
                </a:moveTo>
                <a:lnTo>
                  <a:pt x="1994" y="295"/>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7"/>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3"/>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3"/>
                  <a:pt x="2250" y="170"/>
                </a:cubicBezTo>
                <a:moveTo>
                  <a:pt x="2387" y="112"/>
                </a:moveTo>
                <a:lnTo>
                  <a:pt x="2404" y="104"/>
                </a:lnTo>
                <a:cubicBezTo>
                  <a:pt x="2409" y="103"/>
                  <a:pt x="2414" y="103"/>
                  <a:pt x="2419" y="105"/>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4"/>
                  <a:pt x="2387" y="112"/>
                </a:cubicBezTo>
                <a:moveTo>
                  <a:pt x="2529" y="56"/>
                </a:moveTo>
                <a:lnTo>
                  <a:pt x="2546" y="50"/>
                </a:lnTo>
                <a:cubicBezTo>
                  <a:pt x="2551" y="48"/>
                  <a:pt x="2556" y="48"/>
                  <a:pt x="2561" y="50"/>
                </a:cubicBezTo>
                <a:cubicBezTo>
                  <a:pt x="2565" y="52"/>
                  <a:pt x="2569" y="56"/>
                  <a:pt x="2571" y="61"/>
                </a:cubicBezTo>
                <a:cubicBezTo>
                  <a:pt x="2572" y="66"/>
                  <a:pt x="2572" y="70"/>
                  <a:pt x="2570" y="75"/>
                </a:cubicBezTo>
                <a:cubicBezTo>
                  <a:pt x="2568" y="80"/>
                  <a:pt x="2564" y="83"/>
                  <a:pt x="2560" y="85"/>
                </a:cubicBezTo>
                <a:lnTo>
                  <a:pt x="2542" y="92"/>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5"/>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2"/>
                  <a:pt x="2671" y="39"/>
                </a:cubicBezTo>
                <a:cubicBezTo>
                  <a:pt x="2666" y="37"/>
                  <a:pt x="2663" y="33"/>
                  <a:pt x="2661" y="28"/>
                </a:cubicBezTo>
                <a:cubicBezTo>
                  <a:pt x="2659" y="24"/>
                  <a:pt x="2660" y="19"/>
                  <a:pt x="2662" y="14"/>
                </a:cubicBezTo>
                <a:cubicBezTo>
                  <a:pt x="2664" y="9"/>
                  <a:pt x="2668" y="6"/>
                  <a:pt x="2673" y="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3431880" y="290952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5" name=""/>
          <p:cNvSpPr/>
          <p:nvPr/>
        </p:nvSpPr>
        <p:spPr>
          <a:xfrm>
            <a:off x="3792960" y="307692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5"/>
                  <a:pt x="40" y="1499"/>
                  <a:pt x="36" y="1503"/>
                </a:cubicBezTo>
                <a:cubicBezTo>
                  <a:pt x="32" y="1507"/>
                  <a:pt x="27" y="1509"/>
                  <a:pt x="20" y="1509"/>
                </a:cubicBezTo>
                <a:cubicBezTo>
                  <a:pt x="15" y="1509"/>
                  <a:pt x="10" y="1507"/>
                  <a:pt x="6" y="1503"/>
                </a:cubicBezTo>
                <a:cubicBezTo>
                  <a:pt x="2" y="1499"/>
                  <a:pt x="0" y="1495"/>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8"/>
                  <a:pt x="2" y="933"/>
                  <a:pt x="6" y="929"/>
                </a:cubicBezTo>
                <a:cubicBezTo>
                  <a:pt x="10" y="925"/>
                  <a:pt x="15" y="923"/>
                  <a:pt x="20" y="923"/>
                </a:cubicBezTo>
                <a:cubicBezTo>
                  <a:pt x="27" y="923"/>
                  <a:pt x="32" y="925"/>
                  <a:pt x="36" y="929"/>
                </a:cubicBezTo>
                <a:cubicBezTo>
                  <a:pt x="40" y="933"/>
                  <a:pt x="42" y="938"/>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3"/>
                  <a:pt x="2" y="538"/>
                  <a:pt x="6" y="534"/>
                </a:cubicBezTo>
                <a:cubicBezTo>
                  <a:pt x="10" y="530"/>
                  <a:pt x="15" y="528"/>
                  <a:pt x="20" y="528"/>
                </a:cubicBezTo>
                <a:cubicBezTo>
                  <a:pt x="27" y="528"/>
                  <a:pt x="32" y="530"/>
                  <a:pt x="36" y="534"/>
                </a:cubicBezTo>
                <a:cubicBezTo>
                  <a:pt x="40" y="538"/>
                  <a:pt x="42" y="543"/>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4"/>
                </a:moveTo>
                <a:lnTo>
                  <a:pt x="0" y="416"/>
                </a:lnTo>
                <a:cubicBezTo>
                  <a:pt x="0" y="410"/>
                  <a:pt x="2" y="405"/>
                  <a:pt x="6" y="401"/>
                </a:cubicBezTo>
                <a:cubicBezTo>
                  <a:pt x="10" y="397"/>
                  <a:pt x="15" y="395"/>
                  <a:pt x="20" y="395"/>
                </a:cubicBezTo>
                <a:cubicBezTo>
                  <a:pt x="27" y="395"/>
                  <a:pt x="32" y="397"/>
                  <a:pt x="36" y="401"/>
                </a:cubicBezTo>
                <a:cubicBezTo>
                  <a:pt x="40" y="405"/>
                  <a:pt x="42" y="410"/>
                  <a:pt x="42" y="416"/>
                </a:cubicBezTo>
                <a:lnTo>
                  <a:pt x="42" y="434"/>
                </a:lnTo>
                <a:cubicBezTo>
                  <a:pt x="42" y="440"/>
                  <a:pt x="40" y="445"/>
                  <a:pt x="36" y="449"/>
                </a:cubicBezTo>
                <a:cubicBezTo>
                  <a:pt x="32" y="453"/>
                  <a:pt x="27" y="455"/>
                  <a:pt x="20" y="455"/>
                </a:cubicBezTo>
                <a:cubicBezTo>
                  <a:pt x="15" y="455"/>
                  <a:pt x="10" y="453"/>
                  <a:pt x="6" y="449"/>
                </a:cubicBezTo>
                <a:cubicBezTo>
                  <a:pt x="2" y="445"/>
                  <a:pt x="0" y="440"/>
                  <a:pt x="0" y="434"/>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8"/>
                </a:cubicBezTo>
                <a:cubicBezTo>
                  <a:pt x="10" y="134"/>
                  <a:pt x="15" y="132"/>
                  <a:pt x="20" y="132"/>
                </a:cubicBezTo>
                <a:cubicBezTo>
                  <a:pt x="27" y="132"/>
                  <a:pt x="32" y="134"/>
                  <a:pt x="36" y="138"/>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1"/>
                </a:lnTo>
                <a:cubicBezTo>
                  <a:pt x="0" y="15"/>
                  <a:pt x="2" y="10"/>
                  <a:pt x="6" y="6"/>
                </a:cubicBezTo>
                <a:cubicBezTo>
                  <a:pt x="10" y="2"/>
                  <a:pt x="15" y="0"/>
                  <a:pt x="20" y="0"/>
                </a:cubicBezTo>
                <a:cubicBezTo>
                  <a:pt x="27" y="0"/>
                  <a:pt x="32" y="2"/>
                  <a:pt x="36" y="6"/>
                </a:cubicBezTo>
                <a:cubicBezTo>
                  <a:pt x="40" y="10"/>
                  <a:pt x="42" y="15"/>
                  <a:pt x="42" y="21"/>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3758760" y="359748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7" name=""/>
          <p:cNvSpPr/>
          <p:nvPr/>
        </p:nvSpPr>
        <p:spPr>
          <a:xfrm>
            <a:off x="3758760" y="305028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8" name=""/>
          <p:cNvSpPr/>
          <p:nvPr/>
        </p:nvSpPr>
        <p:spPr>
          <a:xfrm>
            <a:off x="4320720" y="4180680"/>
            <a:ext cx="590400" cy="15120"/>
          </a:xfrm>
          <a:custGeom>
            <a:avLst/>
            <a:gdLst/>
            <a:ahLst/>
            <a:rect l="0" t="0" r="r" b="b"/>
            <a:pathLst>
              <a:path w="1640" h="42">
                <a:moveTo>
                  <a:pt x="21" y="0"/>
                </a:moveTo>
                <a:lnTo>
                  <a:pt x="40" y="0"/>
                </a:lnTo>
                <a:cubicBezTo>
                  <a:pt x="45" y="0"/>
                  <a:pt x="50" y="2"/>
                  <a:pt x="54" y="6"/>
                </a:cubicBezTo>
                <a:cubicBezTo>
                  <a:pt x="58" y="10"/>
                  <a:pt x="60" y="16"/>
                  <a:pt x="60" y="22"/>
                </a:cubicBezTo>
                <a:cubicBezTo>
                  <a:pt x="60" y="27"/>
                  <a:pt x="58" y="32"/>
                  <a:pt x="54" y="36"/>
                </a:cubicBezTo>
                <a:cubicBezTo>
                  <a:pt x="50" y="40"/>
                  <a:pt x="45" y="42"/>
                  <a:pt x="40" y="42"/>
                </a:cubicBezTo>
                <a:lnTo>
                  <a:pt x="21" y="42"/>
                </a:lnTo>
                <a:cubicBezTo>
                  <a:pt x="15" y="42"/>
                  <a:pt x="10" y="40"/>
                  <a:pt x="6" y="36"/>
                </a:cubicBezTo>
                <a:cubicBezTo>
                  <a:pt x="2" y="32"/>
                  <a:pt x="0" y="27"/>
                  <a:pt x="0" y="22"/>
                </a:cubicBezTo>
                <a:cubicBezTo>
                  <a:pt x="0" y="16"/>
                  <a:pt x="2" y="10"/>
                  <a:pt x="6" y="6"/>
                </a:cubicBezTo>
                <a:cubicBezTo>
                  <a:pt x="10" y="2"/>
                  <a:pt x="15" y="0"/>
                  <a:pt x="21" y="0"/>
                </a:cubicBezTo>
                <a:moveTo>
                  <a:pt x="152" y="0"/>
                </a:moveTo>
                <a:lnTo>
                  <a:pt x="171" y="0"/>
                </a:lnTo>
                <a:cubicBezTo>
                  <a:pt x="177" y="0"/>
                  <a:pt x="182" y="2"/>
                  <a:pt x="186" y="6"/>
                </a:cubicBezTo>
                <a:cubicBezTo>
                  <a:pt x="190" y="10"/>
                  <a:pt x="192" y="16"/>
                  <a:pt x="192" y="22"/>
                </a:cubicBezTo>
                <a:cubicBezTo>
                  <a:pt x="192" y="27"/>
                  <a:pt x="190" y="32"/>
                  <a:pt x="186" y="36"/>
                </a:cubicBezTo>
                <a:cubicBezTo>
                  <a:pt x="182" y="40"/>
                  <a:pt x="177" y="42"/>
                  <a:pt x="171" y="42"/>
                </a:cubicBezTo>
                <a:lnTo>
                  <a:pt x="152" y="42"/>
                </a:lnTo>
                <a:cubicBezTo>
                  <a:pt x="147" y="42"/>
                  <a:pt x="142" y="40"/>
                  <a:pt x="138" y="36"/>
                </a:cubicBezTo>
                <a:cubicBezTo>
                  <a:pt x="134" y="32"/>
                  <a:pt x="132" y="27"/>
                  <a:pt x="132" y="22"/>
                </a:cubicBezTo>
                <a:cubicBezTo>
                  <a:pt x="132" y="16"/>
                  <a:pt x="134" y="10"/>
                  <a:pt x="138" y="6"/>
                </a:cubicBezTo>
                <a:cubicBezTo>
                  <a:pt x="142" y="2"/>
                  <a:pt x="147" y="0"/>
                  <a:pt x="152" y="0"/>
                </a:cubicBezTo>
                <a:moveTo>
                  <a:pt x="284" y="0"/>
                </a:moveTo>
                <a:lnTo>
                  <a:pt x="304" y="0"/>
                </a:lnTo>
                <a:cubicBezTo>
                  <a:pt x="309" y="0"/>
                  <a:pt x="314" y="2"/>
                  <a:pt x="318" y="6"/>
                </a:cubicBezTo>
                <a:cubicBezTo>
                  <a:pt x="322" y="10"/>
                  <a:pt x="324" y="16"/>
                  <a:pt x="324" y="22"/>
                </a:cubicBezTo>
                <a:cubicBezTo>
                  <a:pt x="324" y="27"/>
                  <a:pt x="322" y="32"/>
                  <a:pt x="318" y="36"/>
                </a:cubicBezTo>
                <a:cubicBezTo>
                  <a:pt x="314" y="40"/>
                  <a:pt x="309" y="42"/>
                  <a:pt x="304" y="42"/>
                </a:cubicBezTo>
                <a:lnTo>
                  <a:pt x="284" y="42"/>
                </a:lnTo>
                <a:cubicBezTo>
                  <a:pt x="278" y="42"/>
                  <a:pt x="273" y="40"/>
                  <a:pt x="269" y="36"/>
                </a:cubicBezTo>
                <a:cubicBezTo>
                  <a:pt x="265" y="32"/>
                  <a:pt x="263" y="27"/>
                  <a:pt x="263" y="22"/>
                </a:cubicBezTo>
                <a:cubicBezTo>
                  <a:pt x="263" y="16"/>
                  <a:pt x="265" y="10"/>
                  <a:pt x="269" y="6"/>
                </a:cubicBezTo>
                <a:cubicBezTo>
                  <a:pt x="273" y="2"/>
                  <a:pt x="278" y="0"/>
                  <a:pt x="284" y="0"/>
                </a:cubicBezTo>
                <a:moveTo>
                  <a:pt x="416" y="0"/>
                </a:moveTo>
                <a:lnTo>
                  <a:pt x="435" y="0"/>
                </a:lnTo>
                <a:cubicBezTo>
                  <a:pt x="441" y="0"/>
                  <a:pt x="446" y="2"/>
                  <a:pt x="450" y="6"/>
                </a:cubicBezTo>
                <a:cubicBezTo>
                  <a:pt x="454" y="10"/>
                  <a:pt x="456" y="16"/>
                  <a:pt x="456" y="22"/>
                </a:cubicBezTo>
                <a:cubicBezTo>
                  <a:pt x="456" y="27"/>
                  <a:pt x="454" y="32"/>
                  <a:pt x="450" y="36"/>
                </a:cubicBezTo>
                <a:cubicBezTo>
                  <a:pt x="446" y="40"/>
                  <a:pt x="441" y="42"/>
                  <a:pt x="435" y="42"/>
                </a:cubicBezTo>
                <a:lnTo>
                  <a:pt x="416" y="42"/>
                </a:lnTo>
                <a:cubicBezTo>
                  <a:pt x="411" y="42"/>
                  <a:pt x="406" y="40"/>
                  <a:pt x="402" y="36"/>
                </a:cubicBezTo>
                <a:cubicBezTo>
                  <a:pt x="398" y="32"/>
                  <a:pt x="396" y="27"/>
                  <a:pt x="396" y="22"/>
                </a:cubicBezTo>
                <a:cubicBezTo>
                  <a:pt x="396" y="16"/>
                  <a:pt x="398" y="10"/>
                  <a:pt x="402" y="6"/>
                </a:cubicBezTo>
                <a:cubicBezTo>
                  <a:pt x="406" y="2"/>
                  <a:pt x="411" y="0"/>
                  <a:pt x="416" y="0"/>
                </a:cubicBezTo>
                <a:moveTo>
                  <a:pt x="548" y="0"/>
                </a:moveTo>
                <a:lnTo>
                  <a:pt x="567" y="0"/>
                </a:lnTo>
                <a:cubicBezTo>
                  <a:pt x="573" y="0"/>
                  <a:pt x="577" y="2"/>
                  <a:pt x="582" y="6"/>
                </a:cubicBezTo>
                <a:cubicBezTo>
                  <a:pt x="586" y="10"/>
                  <a:pt x="588" y="16"/>
                  <a:pt x="588" y="22"/>
                </a:cubicBezTo>
                <a:cubicBezTo>
                  <a:pt x="588" y="27"/>
                  <a:pt x="586" y="32"/>
                  <a:pt x="582" y="36"/>
                </a:cubicBezTo>
                <a:cubicBezTo>
                  <a:pt x="577" y="40"/>
                  <a:pt x="573" y="42"/>
                  <a:pt x="567" y="42"/>
                </a:cubicBezTo>
                <a:lnTo>
                  <a:pt x="548" y="42"/>
                </a:lnTo>
                <a:cubicBezTo>
                  <a:pt x="542" y="42"/>
                  <a:pt x="537" y="40"/>
                  <a:pt x="533" y="36"/>
                </a:cubicBezTo>
                <a:cubicBezTo>
                  <a:pt x="529" y="32"/>
                  <a:pt x="527" y="27"/>
                  <a:pt x="527" y="22"/>
                </a:cubicBezTo>
                <a:cubicBezTo>
                  <a:pt x="527" y="16"/>
                  <a:pt x="529" y="10"/>
                  <a:pt x="533" y="6"/>
                </a:cubicBezTo>
                <a:cubicBezTo>
                  <a:pt x="537" y="2"/>
                  <a:pt x="542" y="0"/>
                  <a:pt x="548" y="0"/>
                </a:cubicBezTo>
                <a:moveTo>
                  <a:pt x="680" y="0"/>
                </a:moveTo>
                <a:lnTo>
                  <a:pt x="698" y="0"/>
                </a:lnTo>
                <a:cubicBezTo>
                  <a:pt x="704" y="0"/>
                  <a:pt x="709" y="2"/>
                  <a:pt x="713" y="6"/>
                </a:cubicBezTo>
                <a:cubicBezTo>
                  <a:pt x="717" y="10"/>
                  <a:pt x="719" y="16"/>
                  <a:pt x="719" y="22"/>
                </a:cubicBezTo>
                <a:cubicBezTo>
                  <a:pt x="719" y="27"/>
                  <a:pt x="717" y="32"/>
                  <a:pt x="713" y="36"/>
                </a:cubicBezTo>
                <a:cubicBezTo>
                  <a:pt x="709" y="40"/>
                  <a:pt x="704" y="42"/>
                  <a:pt x="698" y="42"/>
                </a:cubicBezTo>
                <a:lnTo>
                  <a:pt x="680" y="42"/>
                </a:lnTo>
                <a:cubicBezTo>
                  <a:pt x="674" y="42"/>
                  <a:pt x="669" y="40"/>
                  <a:pt x="665" y="36"/>
                </a:cubicBezTo>
                <a:cubicBezTo>
                  <a:pt x="661" y="32"/>
                  <a:pt x="659" y="27"/>
                  <a:pt x="659" y="22"/>
                </a:cubicBezTo>
                <a:cubicBezTo>
                  <a:pt x="659" y="16"/>
                  <a:pt x="661" y="10"/>
                  <a:pt x="665" y="6"/>
                </a:cubicBezTo>
                <a:cubicBezTo>
                  <a:pt x="669" y="2"/>
                  <a:pt x="674" y="0"/>
                  <a:pt x="680" y="0"/>
                </a:cubicBezTo>
                <a:moveTo>
                  <a:pt x="811" y="0"/>
                </a:moveTo>
                <a:lnTo>
                  <a:pt x="830" y="0"/>
                </a:lnTo>
                <a:cubicBezTo>
                  <a:pt x="836" y="0"/>
                  <a:pt x="841" y="2"/>
                  <a:pt x="845" y="6"/>
                </a:cubicBezTo>
                <a:cubicBezTo>
                  <a:pt x="849" y="10"/>
                  <a:pt x="851" y="16"/>
                  <a:pt x="851" y="22"/>
                </a:cubicBezTo>
                <a:cubicBezTo>
                  <a:pt x="851" y="27"/>
                  <a:pt x="849" y="32"/>
                  <a:pt x="845" y="36"/>
                </a:cubicBezTo>
                <a:cubicBezTo>
                  <a:pt x="841" y="40"/>
                  <a:pt x="836" y="42"/>
                  <a:pt x="830" y="42"/>
                </a:cubicBezTo>
                <a:lnTo>
                  <a:pt x="811" y="42"/>
                </a:lnTo>
                <a:cubicBezTo>
                  <a:pt x="806" y="42"/>
                  <a:pt x="801" y="40"/>
                  <a:pt x="797" y="36"/>
                </a:cubicBezTo>
                <a:cubicBezTo>
                  <a:pt x="793" y="32"/>
                  <a:pt x="791" y="27"/>
                  <a:pt x="791" y="22"/>
                </a:cubicBezTo>
                <a:cubicBezTo>
                  <a:pt x="791" y="16"/>
                  <a:pt x="793" y="10"/>
                  <a:pt x="797" y="6"/>
                </a:cubicBezTo>
                <a:cubicBezTo>
                  <a:pt x="801" y="2"/>
                  <a:pt x="806" y="0"/>
                  <a:pt x="811" y="0"/>
                </a:cubicBezTo>
                <a:moveTo>
                  <a:pt x="943" y="0"/>
                </a:moveTo>
                <a:lnTo>
                  <a:pt x="962" y="0"/>
                </a:lnTo>
                <a:cubicBezTo>
                  <a:pt x="967" y="0"/>
                  <a:pt x="972" y="2"/>
                  <a:pt x="976" y="6"/>
                </a:cubicBezTo>
                <a:cubicBezTo>
                  <a:pt x="980" y="10"/>
                  <a:pt x="982" y="16"/>
                  <a:pt x="982" y="22"/>
                </a:cubicBezTo>
                <a:cubicBezTo>
                  <a:pt x="982" y="27"/>
                  <a:pt x="980" y="32"/>
                  <a:pt x="976" y="36"/>
                </a:cubicBezTo>
                <a:cubicBezTo>
                  <a:pt x="972" y="40"/>
                  <a:pt x="967" y="42"/>
                  <a:pt x="962" y="42"/>
                </a:cubicBezTo>
                <a:lnTo>
                  <a:pt x="943" y="42"/>
                </a:lnTo>
                <a:cubicBezTo>
                  <a:pt x="937" y="42"/>
                  <a:pt x="932" y="40"/>
                  <a:pt x="928" y="36"/>
                </a:cubicBezTo>
                <a:cubicBezTo>
                  <a:pt x="924" y="32"/>
                  <a:pt x="922" y="27"/>
                  <a:pt x="922" y="22"/>
                </a:cubicBezTo>
                <a:cubicBezTo>
                  <a:pt x="922" y="16"/>
                  <a:pt x="924" y="10"/>
                  <a:pt x="928" y="6"/>
                </a:cubicBezTo>
                <a:cubicBezTo>
                  <a:pt x="932" y="2"/>
                  <a:pt x="937" y="0"/>
                  <a:pt x="943" y="0"/>
                </a:cubicBezTo>
                <a:moveTo>
                  <a:pt x="1074" y="0"/>
                </a:moveTo>
                <a:lnTo>
                  <a:pt x="1093" y="0"/>
                </a:lnTo>
                <a:cubicBezTo>
                  <a:pt x="1099" y="0"/>
                  <a:pt x="1104" y="2"/>
                  <a:pt x="1108" y="6"/>
                </a:cubicBezTo>
                <a:cubicBezTo>
                  <a:pt x="1112" y="10"/>
                  <a:pt x="1114" y="16"/>
                  <a:pt x="1114" y="22"/>
                </a:cubicBezTo>
                <a:cubicBezTo>
                  <a:pt x="1114" y="27"/>
                  <a:pt x="1112" y="32"/>
                  <a:pt x="1108" y="36"/>
                </a:cubicBezTo>
                <a:cubicBezTo>
                  <a:pt x="1104" y="40"/>
                  <a:pt x="1099" y="42"/>
                  <a:pt x="1093" y="42"/>
                </a:cubicBezTo>
                <a:lnTo>
                  <a:pt x="1074" y="42"/>
                </a:lnTo>
                <a:cubicBezTo>
                  <a:pt x="1069" y="42"/>
                  <a:pt x="1064" y="40"/>
                  <a:pt x="1060" y="36"/>
                </a:cubicBezTo>
                <a:cubicBezTo>
                  <a:pt x="1056" y="32"/>
                  <a:pt x="1054" y="27"/>
                  <a:pt x="1054" y="22"/>
                </a:cubicBezTo>
                <a:cubicBezTo>
                  <a:pt x="1054" y="16"/>
                  <a:pt x="1056" y="10"/>
                  <a:pt x="1060" y="6"/>
                </a:cubicBezTo>
                <a:cubicBezTo>
                  <a:pt x="1064" y="2"/>
                  <a:pt x="1069" y="0"/>
                  <a:pt x="1074" y="0"/>
                </a:cubicBezTo>
                <a:moveTo>
                  <a:pt x="1206" y="0"/>
                </a:moveTo>
                <a:lnTo>
                  <a:pt x="1225" y="0"/>
                </a:lnTo>
                <a:cubicBezTo>
                  <a:pt x="1231" y="0"/>
                  <a:pt x="1235" y="2"/>
                  <a:pt x="1239" y="6"/>
                </a:cubicBezTo>
                <a:cubicBezTo>
                  <a:pt x="1244" y="10"/>
                  <a:pt x="1246" y="16"/>
                  <a:pt x="1246" y="22"/>
                </a:cubicBezTo>
                <a:cubicBezTo>
                  <a:pt x="1246" y="27"/>
                  <a:pt x="1244" y="32"/>
                  <a:pt x="1239" y="36"/>
                </a:cubicBezTo>
                <a:cubicBezTo>
                  <a:pt x="1235" y="40"/>
                  <a:pt x="1231" y="42"/>
                  <a:pt x="1225" y="42"/>
                </a:cubicBezTo>
                <a:lnTo>
                  <a:pt x="1206" y="42"/>
                </a:lnTo>
                <a:cubicBezTo>
                  <a:pt x="1200" y="42"/>
                  <a:pt x="1195" y="40"/>
                  <a:pt x="1191" y="36"/>
                </a:cubicBezTo>
                <a:cubicBezTo>
                  <a:pt x="1187" y="32"/>
                  <a:pt x="1185" y="27"/>
                  <a:pt x="1185" y="22"/>
                </a:cubicBezTo>
                <a:cubicBezTo>
                  <a:pt x="1185" y="16"/>
                  <a:pt x="1187" y="10"/>
                  <a:pt x="1191" y="6"/>
                </a:cubicBezTo>
                <a:cubicBezTo>
                  <a:pt x="1195" y="2"/>
                  <a:pt x="1200" y="0"/>
                  <a:pt x="1206" y="0"/>
                </a:cubicBezTo>
                <a:moveTo>
                  <a:pt x="1338" y="0"/>
                </a:moveTo>
                <a:lnTo>
                  <a:pt x="1356" y="0"/>
                </a:lnTo>
                <a:cubicBezTo>
                  <a:pt x="1362" y="0"/>
                  <a:pt x="1367" y="2"/>
                  <a:pt x="1371" y="6"/>
                </a:cubicBezTo>
                <a:cubicBezTo>
                  <a:pt x="1375" y="10"/>
                  <a:pt x="1377" y="16"/>
                  <a:pt x="1377" y="22"/>
                </a:cubicBezTo>
                <a:cubicBezTo>
                  <a:pt x="1377" y="27"/>
                  <a:pt x="1375" y="32"/>
                  <a:pt x="1371" y="36"/>
                </a:cubicBezTo>
                <a:cubicBezTo>
                  <a:pt x="1367" y="40"/>
                  <a:pt x="1362" y="42"/>
                  <a:pt x="1356" y="42"/>
                </a:cubicBezTo>
                <a:lnTo>
                  <a:pt x="1338" y="42"/>
                </a:lnTo>
                <a:cubicBezTo>
                  <a:pt x="1332" y="42"/>
                  <a:pt x="1327" y="40"/>
                  <a:pt x="1323" y="36"/>
                </a:cubicBezTo>
                <a:cubicBezTo>
                  <a:pt x="1319" y="32"/>
                  <a:pt x="1317" y="27"/>
                  <a:pt x="1317" y="22"/>
                </a:cubicBezTo>
                <a:cubicBezTo>
                  <a:pt x="1317" y="16"/>
                  <a:pt x="1319" y="10"/>
                  <a:pt x="1323" y="6"/>
                </a:cubicBezTo>
                <a:cubicBezTo>
                  <a:pt x="1327" y="2"/>
                  <a:pt x="1332" y="0"/>
                  <a:pt x="1338" y="0"/>
                </a:cubicBezTo>
                <a:moveTo>
                  <a:pt x="1469" y="0"/>
                </a:moveTo>
                <a:lnTo>
                  <a:pt x="1488" y="0"/>
                </a:lnTo>
                <a:cubicBezTo>
                  <a:pt x="1494" y="0"/>
                  <a:pt x="1499" y="2"/>
                  <a:pt x="1503" y="6"/>
                </a:cubicBezTo>
                <a:cubicBezTo>
                  <a:pt x="1507" y="10"/>
                  <a:pt x="1509" y="16"/>
                  <a:pt x="1509" y="22"/>
                </a:cubicBezTo>
                <a:cubicBezTo>
                  <a:pt x="1509" y="27"/>
                  <a:pt x="1507" y="32"/>
                  <a:pt x="1503" y="36"/>
                </a:cubicBezTo>
                <a:cubicBezTo>
                  <a:pt x="1499" y="40"/>
                  <a:pt x="1494" y="42"/>
                  <a:pt x="1488" y="42"/>
                </a:cubicBezTo>
                <a:lnTo>
                  <a:pt x="1469" y="42"/>
                </a:lnTo>
                <a:cubicBezTo>
                  <a:pt x="1464" y="42"/>
                  <a:pt x="1459" y="40"/>
                  <a:pt x="1455" y="36"/>
                </a:cubicBezTo>
                <a:cubicBezTo>
                  <a:pt x="1451" y="32"/>
                  <a:pt x="1449" y="27"/>
                  <a:pt x="1449" y="22"/>
                </a:cubicBezTo>
                <a:cubicBezTo>
                  <a:pt x="1449" y="16"/>
                  <a:pt x="1451" y="10"/>
                  <a:pt x="1455" y="6"/>
                </a:cubicBezTo>
                <a:cubicBezTo>
                  <a:pt x="1459" y="2"/>
                  <a:pt x="1464" y="0"/>
                  <a:pt x="1469" y="0"/>
                </a:cubicBezTo>
                <a:moveTo>
                  <a:pt x="1601" y="0"/>
                </a:moveTo>
                <a:lnTo>
                  <a:pt x="1620" y="0"/>
                </a:lnTo>
                <a:cubicBezTo>
                  <a:pt x="1625" y="0"/>
                  <a:pt x="1630" y="2"/>
                  <a:pt x="1634" y="6"/>
                </a:cubicBezTo>
                <a:cubicBezTo>
                  <a:pt x="1638" y="10"/>
                  <a:pt x="1640" y="16"/>
                  <a:pt x="1640" y="22"/>
                </a:cubicBezTo>
                <a:cubicBezTo>
                  <a:pt x="1640" y="27"/>
                  <a:pt x="1638" y="32"/>
                  <a:pt x="1634" y="36"/>
                </a:cubicBezTo>
                <a:cubicBezTo>
                  <a:pt x="1630" y="40"/>
                  <a:pt x="1625" y="42"/>
                  <a:pt x="1620" y="42"/>
                </a:cubicBezTo>
                <a:lnTo>
                  <a:pt x="1601" y="42"/>
                </a:lnTo>
                <a:cubicBezTo>
                  <a:pt x="1595" y="42"/>
                  <a:pt x="1590" y="40"/>
                  <a:pt x="1586" y="36"/>
                </a:cubicBezTo>
                <a:cubicBezTo>
                  <a:pt x="1582" y="32"/>
                  <a:pt x="1580" y="27"/>
                  <a:pt x="1580" y="22"/>
                </a:cubicBezTo>
                <a:cubicBezTo>
                  <a:pt x="1580" y="16"/>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4328280" y="414648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0" name=""/>
          <p:cNvSpPr/>
          <p:nvPr/>
        </p:nvSpPr>
        <p:spPr>
          <a:xfrm>
            <a:off x="4874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1" name=""/>
          <p:cNvSpPr/>
          <p:nvPr/>
        </p:nvSpPr>
        <p:spPr>
          <a:xfrm>
            <a:off x="3792960" y="4708800"/>
            <a:ext cx="15120" cy="591120"/>
          </a:xfrm>
          <a:custGeom>
            <a:avLst/>
            <a:gdLst/>
            <a:ahLst/>
            <a:rect l="0" t="0" r="r" b="b"/>
            <a:pathLst>
              <a:path w="42" h="1642">
                <a:moveTo>
                  <a:pt x="42" y="21"/>
                </a:moveTo>
                <a:lnTo>
                  <a:pt x="42" y="40"/>
                </a:lnTo>
                <a:cubicBezTo>
                  <a:pt x="42" y="46"/>
                  <a:pt x="40" y="50"/>
                  <a:pt x="36" y="54"/>
                </a:cubicBezTo>
                <a:cubicBezTo>
                  <a:pt x="32" y="59"/>
                  <a:pt x="27" y="61"/>
                  <a:pt x="20" y="61"/>
                </a:cubicBezTo>
                <a:cubicBezTo>
                  <a:pt x="15" y="61"/>
                  <a:pt x="10" y="59"/>
                  <a:pt x="6" y="54"/>
                </a:cubicBezTo>
                <a:cubicBezTo>
                  <a:pt x="2" y="50"/>
                  <a:pt x="0" y="46"/>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2"/>
                </a:lnTo>
                <a:cubicBezTo>
                  <a:pt x="42" y="177"/>
                  <a:pt x="40" y="182"/>
                  <a:pt x="36" y="186"/>
                </a:cubicBezTo>
                <a:cubicBezTo>
                  <a:pt x="32" y="190"/>
                  <a:pt x="27" y="192"/>
                  <a:pt x="20" y="192"/>
                </a:cubicBezTo>
                <a:cubicBezTo>
                  <a:pt x="15" y="192"/>
                  <a:pt x="10" y="190"/>
                  <a:pt x="6" y="186"/>
                </a:cubicBezTo>
                <a:cubicBezTo>
                  <a:pt x="2" y="182"/>
                  <a:pt x="0" y="177"/>
                  <a:pt x="0" y="172"/>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1"/>
                  <a:pt x="40" y="445"/>
                  <a:pt x="36" y="449"/>
                </a:cubicBezTo>
                <a:cubicBezTo>
                  <a:pt x="32" y="454"/>
                  <a:pt x="27" y="456"/>
                  <a:pt x="20" y="456"/>
                </a:cubicBezTo>
                <a:cubicBezTo>
                  <a:pt x="15" y="456"/>
                  <a:pt x="10" y="454"/>
                  <a:pt x="6" y="449"/>
                </a:cubicBezTo>
                <a:cubicBezTo>
                  <a:pt x="2" y="445"/>
                  <a:pt x="0" y="441"/>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7"/>
                </a:lnTo>
                <a:cubicBezTo>
                  <a:pt x="42" y="572"/>
                  <a:pt x="40" y="577"/>
                  <a:pt x="36" y="581"/>
                </a:cubicBezTo>
                <a:cubicBezTo>
                  <a:pt x="32" y="585"/>
                  <a:pt x="27" y="587"/>
                  <a:pt x="20" y="587"/>
                </a:cubicBezTo>
                <a:cubicBezTo>
                  <a:pt x="15" y="587"/>
                  <a:pt x="10" y="585"/>
                  <a:pt x="6" y="581"/>
                </a:cubicBezTo>
                <a:cubicBezTo>
                  <a:pt x="2" y="577"/>
                  <a:pt x="0" y="572"/>
                  <a:pt x="0" y="567"/>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1"/>
                </a:moveTo>
                <a:lnTo>
                  <a:pt x="42" y="830"/>
                </a:lnTo>
                <a:cubicBezTo>
                  <a:pt x="42" y="836"/>
                  <a:pt x="40" y="840"/>
                  <a:pt x="36" y="845"/>
                </a:cubicBezTo>
                <a:cubicBezTo>
                  <a:pt x="32" y="849"/>
                  <a:pt x="27" y="851"/>
                  <a:pt x="20" y="851"/>
                </a:cubicBezTo>
                <a:cubicBezTo>
                  <a:pt x="15" y="851"/>
                  <a:pt x="10" y="849"/>
                  <a:pt x="6" y="845"/>
                </a:cubicBezTo>
                <a:cubicBezTo>
                  <a:pt x="2" y="840"/>
                  <a:pt x="0" y="836"/>
                  <a:pt x="0" y="830"/>
                </a:cubicBezTo>
                <a:lnTo>
                  <a:pt x="0" y="811"/>
                </a:lnTo>
                <a:cubicBezTo>
                  <a:pt x="0" y="805"/>
                  <a:pt x="2" y="801"/>
                  <a:pt x="6" y="796"/>
                </a:cubicBezTo>
                <a:cubicBezTo>
                  <a:pt x="10" y="792"/>
                  <a:pt x="15" y="790"/>
                  <a:pt x="20" y="790"/>
                </a:cubicBezTo>
                <a:cubicBezTo>
                  <a:pt x="27" y="790"/>
                  <a:pt x="32" y="792"/>
                  <a:pt x="36" y="796"/>
                </a:cubicBezTo>
                <a:cubicBezTo>
                  <a:pt x="40" y="801"/>
                  <a:pt x="42" y="805"/>
                  <a:pt x="42" y="811"/>
                </a:cubicBezTo>
                <a:moveTo>
                  <a:pt x="42" y="944"/>
                </a:moveTo>
                <a:lnTo>
                  <a:pt x="42" y="963"/>
                </a:lnTo>
                <a:cubicBezTo>
                  <a:pt x="42" y="968"/>
                  <a:pt x="40" y="973"/>
                  <a:pt x="36" y="977"/>
                </a:cubicBezTo>
                <a:cubicBezTo>
                  <a:pt x="32" y="981"/>
                  <a:pt x="27" y="983"/>
                  <a:pt x="20" y="983"/>
                </a:cubicBezTo>
                <a:cubicBezTo>
                  <a:pt x="15" y="983"/>
                  <a:pt x="10" y="981"/>
                  <a:pt x="6" y="977"/>
                </a:cubicBezTo>
                <a:cubicBezTo>
                  <a:pt x="2" y="973"/>
                  <a:pt x="0" y="968"/>
                  <a:pt x="0" y="963"/>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lnTo>
                  <a:pt x="0" y="1207"/>
                </a:lnTo>
                <a:cubicBezTo>
                  <a:pt x="0" y="1201"/>
                  <a:pt x="2" y="1197"/>
                  <a:pt x="6" y="1192"/>
                </a:cubicBezTo>
                <a:cubicBezTo>
                  <a:pt x="10" y="1188"/>
                  <a:pt x="15" y="1186"/>
                  <a:pt x="20" y="1186"/>
                </a:cubicBezTo>
                <a:cubicBezTo>
                  <a:pt x="27" y="1186"/>
                  <a:pt x="32" y="1188"/>
                  <a:pt x="36" y="1192"/>
                </a:cubicBezTo>
                <a:cubicBezTo>
                  <a:pt x="40" y="1197"/>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lnTo>
                  <a:pt x="0" y="1602"/>
                </a:lnTo>
                <a:cubicBezTo>
                  <a:pt x="0" y="1596"/>
                  <a:pt x="2" y="1592"/>
                  <a:pt x="6" y="1588"/>
                </a:cubicBezTo>
                <a:cubicBezTo>
                  <a:pt x="10" y="1583"/>
                  <a:pt x="15" y="1581"/>
                  <a:pt x="20" y="1581"/>
                </a:cubicBezTo>
                <a:cubicBezTo>
                  <a:pt x="27" y="1581"/>
                  <a:pt x="32" y="1583"/>
                  <a:pt x="36" y="1588"/>
                </a:cubicBezTo>
                <a:cubicBezTo>
                  <a:pt x="40" y="1592"/>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3758760" y="4716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3" name=""/>
          <p:cNvSpPr/>
          <p:nvPr/>
        </p:nvSpPr>
        <p:spPr>
          <a:xfrm>
            <a:off x="3758760" y="526320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4" name=""/>
          <p:cNvSpPr/>
          <p:nvPr/>
        </p:nvSpPr>
        <p:spPr>
          <a:xfrm>
            <a:off x="2689560" y="4180680"/>
            <a:ext cx="590760" cy="15120"/>
          </a:xfrm>
          <a:custGeom>
            <a:avLst/>
            <a:gdLst/>
            <a:ahLst/>
            <a:rect l="0" t="0" r="r" b="b"/>
            <a:pathLst>
              <a:path w="1641" h="42">
                <a:moveTo>
                  <a:pt x="1620" y="42"/>
                </a:moveTo>
                <a:lnTo>
                  <a:pt x="1601" y="42"/>
                </a:lnTo>
                <a:cubicBezTo>
                  <a:pt x="1596" y="42"/>
                  <a:pt x="1591" y="40"/>
                  <a:pt x="1587" y="36"/>
                </a:cubicBezTo>
                <a:cubicBezTo>
                  <a:pt x="1583" y="32"/>
                  <a:pt x="1581" y="27"/>
                  <a:pt x="1581" y="22"/>
                </a:cubicBezTo>
                <a:cubicBezTo>
                  <a:pt x="1581" y="16"/>
                  <a:pt x="1583" y="10"/>
                  <a:pt x="1587" y="6"/>
                </a:cubicBezTo>
                <a:cubicBezTo>
                  <a:pt x="1591" y="2"/>
                  <a:pt x="1596" y="0"/>
                  <a:pt x="1601" y="0"/>
                </a:cubicBezTo>
                <a:lnTo>
                  <a:pt x="1620" y="0"/>
                </a:lnTo>
                <a:cubicBezTo>
                  <a:pt x="1626" y="0"/>
                  <a:pt x="1631" y="2"/>
                  <a:pt x="1635" y="6"/>
                </a:cubicBezTo>
                <a:cubicBezTo>
                  <a:pt x="1639" y="10"/>
                  <a:pt x="1641" y="16"/>
                  <a:pt x="1641" y="22"/>
                </a:cubicBezTo>
                <a:cubicBezTo>
                  <a:pt x="1641" y="27"/>
                  <a:pt x="1639" y="32"/>
                  <a:pt x="1635" y="36"/>
                </a:cubicBezTo>
                <a:cubicBezTo>
                  <a:pt x="1631" y="40"/>
                  <a:pt x="1626" y="42"/>
                  <a:pt x="1620" y="42"/>
                </a:cubicBezTo>
                <a:moveTo>
                  <a:pt x="1487" y="42"/>
                </a:moveTo>
                <a:lnTo>
                  <a:pt x="1469" y="42"/>
                </a:lnTo>
                <a:cubicBezTo>
                  <a:pt x="1463" y="42"/>
                  <a:pt x="1458" y="40"/>
                  <a:pt x="1454" y="36"/>
                </a:cubicBezTo>
                <a:cubicBezTo>
                  <a:pt x="1450" y="32"/>
                  <a:pt x="1448" y="27"/>
                  <a:pt x="1448" y="22"/>
                </a:cubicBezTo>
                <a:cubicBezTo>
                  <a:pt x="1448" y="16"/>
                  <a:pt x="1450" y="10"/>
                  <a:pt x="1454" y="6"/>
                </a:cubicBezTo>
                <a:cubicBezTo>
                  <a:pt x="1458" y="2"/>
                  <a:pt x="1463" y="0"/>
                  <a:pt x="1469" y="0"/>
                </a:cubicBezTo>
                <a:lnTo>
                  <a:pt x="1487" y="0"/>
                </a:lnTo>
                <a:cubicBezTo>
                  <a:pt x="1493" y="0"/>
                  <a:pt x="1498" y="2"/>
                  <a:pt x="1502" y="6"/>
                </a:cubicBezTo>
                <a:cubicBezTo>
                  <a:pt x="1506" y="10"/>
                  <a:pt x="1508" y="16"/>
                  <a:pt x="1508" y="22"/>
                </a:cubicBezTo>
                <a:cubicBezTo>
                  <a:pt x="1508" y="27"/>
                  <a:pt x="1506" y="32"/>
                  <a:pt x="1502" y="36"/>
                </a:cubicBezTo>
                <a:cubicBezTo>
                  <a:pt x="1498" y="40"/>
                  <a:pt x="1493" y="42"/>
                  <a:pt x="1487" y="42"/>
                </a:cubicBezTo>
                <a:moveTo>
                  <a:pt x="1356" y="42"/>
                </a:moveTo>
                <a:lnTo>
                  <a:pt x="1337" y="42"/>
                </a:lnTo>
                <a:cubicBezTo>
                  <a:pt x="1331" y="42"/>
                  <a:pt x="1326" y="40"/>
                  <a:pt x="1322" y="36"/>
                </a:cubicBezTo>
                <a:cubicBezTo>
                  <a:pt x="1318" y="32"/>
                  <a:pt x="1316" y="27"/>
                  <a:pt x="1316" y="22"/>
                </a:cubicBezTo>
                <a:cubicBezTo>
                  <a:pt x="1316" y="16"/>
                  <a:pt x="1318" y="10"/>
                  <a:pt x="1322" y="6"/>
                </a:cubicBezTo>
                <a:cubicBezTo>
                  <a:pt x="1326" y="2"/>
                  <a:pt x="1331" y="0"/>
                  <a:pt x="1337" y="0"/>
                </a:cubicBezTo>
                <a:lnTo>
                  <a:pt x="1356" y="0"/>
                </a:lnTo>
                <a:cubicBezTo>
                  <a:pt x="1362" y="0"/>
                  <a:pt x="1366" y="2"/>
                  <a:pt x="1370" y="6"/>
                </a:cubicBezTo>
                <a:cubicBezTo>
                  <a:pt x="1375" y="10"/>
                  <a:pt x="1377" y="16"/>
                  <a:pt x="1377" y="22"/>
                </a:cubicBezTo>
                <a:cubicBezTo>
                  <a:pt x="1377" y="27"/>
                  <a:pt x="1375" y="32"/>
                  <a:pt x="1370" y="36"/>
                </a:cubicBezTo>
                <a:cubicBezTo>
                  <a:pt x="1366" y="40"/>
                  <a:pt x="1362" y="42"/>
                  <a:pt x="1356" y="42"/>
                </a:cubicBezTo>
                <a:moveTo>
                  <a:pt x="1224" y="42"/>
                </a:moveTo>
                <a:lnTo>
                  <a:pt x="1205" y="42"/>
                </a:lnTo>
                <a:cubicBezTo>
                  <a:pt x="1200" y="42"/>
                  <a:pt x="1195" y="40"/>
                  <a:pt x="1191" y="36"/>
                </a:cubicBezTo>
                <a:cubicBezTo>
                  <a:pt x="1187" y="32"/>
                  <a:pt x="1185" y="27"/>
                  <a:pt x="1185" y="22"/>
                </a:cubicBezTo>
                <a:cubicBezTo>
                  <a:pt x="1185" y="16"/>
                  <a:pt x="1187" y="10"/>
                  <a:pt x="1191" y="6"/>
                </a:cubicBezTo>
                <a:cubicBezTo>
                  <a:pt x="1195" y="2"/>
                  <a:pt x="1200" y="0"/>
                  <a:pt x="1205" y="0"/>
                </a:cubicBezTo>
                <a:lnTo>
                  <a:pt x="1224" y="0"/>
                </a:lnTo>
                <a:cubicBezTo>
                  <a:pt x="1230" y="0"/>
                  <a:pt x="1235" y="2"/>
                  <a:pt x="1239" y="6"/>
                </a:cubicBezTo>
                <a:cubicBezTo>
                  <a:pt x="1243" y="10"/>
                  <a:pt x="1245" y="16"/>
                  <a:pt x="1245" y="22"/>
                </a:cubicBezTo>
                <a:cubicBezTo>
                  <a:pt x="1245" y="27"/>
                  <a:pt x="1243" y="32"/>
                  <a:pt x="1239" y="36"/>
                </a:cubicBezTo>
                <a:cubicBezTo>
                  <a:pt x="1235" y="40"/>
                  <a:pt x="1230" y="42"/>
                  <a:pt x="1224" y="42"/>
                </a:cubicBezTo>
                <a:moveTo>
                  <a:pt x="1093" y="42"/>
                </a:moveTo>
                <a:lnTo>
                  <a:pt x="1074" y="42"/>
                </a:lnTo>
                <a:cubicBezTo>
                  <a:pt x="1068" y="42"/>
                  <a:pt x="1063" y="40"/>
                  <a:pt x="1059" y="36"/>
                </a:cubicBezTo>
                <a:cubicBezTo>
                  <a:pt x="1055" y="32"/>
                  <a:pt x="1053" y="27"/>
                  <a:pt x="1053" y="22"/>
                </a:cubicBezTo>
                <a:cubicBezTo>
                  <a:pt x="1053" y="16"/>
                  <a:pt x="1055" y="10"/>
                  <a:pt x="1059" y="6"/>
                </a:cubicBezTo>
                <a:cubicBezTo>
                  <a:pt x="1063" y="2"/>
                  <a:pt x="1068" y="0"/>
                  <a:pt x="1074" y="0"/>
                </a:cubicBezTo>
                <a:lnTo>
                  <a:pt x="1093" y="0"/>
                </a:lnTo>
                <a:cubicBezTo>
                  <a:pt x="1098" y="0"/>
                  <a:pt x="1103" y="2"/>
                  <a:pt x="1107" y="6"/>
                </a:cubicBezTo>
                <a:cubicBezTo>
                  <a:pt x="1111" y="10"/>
                  <a:pt x="1113" y="16"/>
                  <a:pt x="1113" y="22"/>
                </a:cubicBezTo>
                <a:cubicBezTo>
                  <a:pt x="1113" y="27"/>
                  <a:pt x="1111" y="32"/>
                  <a:pt x="1107" y="36"/>
                </a:cubicBezTo>
                <a:cubicBezTo>
                  <a:pt x="1103" y="40"/>
                  <a:pt x="1098" y="42"/>
                  <a:pt x="1093" y="42"/>
                </a:cubicBezTo>
                <a:moveTo>
                  <a:pt x="961" y="42"/>
                </a:moveTo>
                <a:lnTo>
                  <a:pt x="942" y="42"/>
                </a:lnTo>
                <a:cubicBezTo>
                  <a:pt x="937" y="42"/>
                  <a:pt x="932" y="40"/>
                  <a:pt x="928" y="36"/>
                </a:cubicBezTo>
                <a:cubicBezTo>
                  <a:pt x="924" y="32"/>
                  <a:pt x="922" y="27"/>
                  <a:pt x="922" y="22"/>
                </a:cubicBezTo>
                <a:cubicBezTo>
                  <a:pt x="922" y="16"/>
                  <a:pt x="924" y="10"/>
                  <a:pt x="928" y="6"/>
                </a:cubicBezTo>
                <a:cubicBezTo>
                  <a:pt x="932" y="2"/>
                  <a:pt x="937" y="0"/>
                  <a:pt x="942" y="0"/>
                </a:cubicBezTo>
                <a:lnTo>
                  <a:pt x="961" y="0"/>
                </a:lnTo>
                <a:cubicBezTo>
                  <a:pt x="967" y="0"/>
                  <a:pt x="972" y="2"/>
                  <a:pt x="976" y="6"/>
                </a:cubicBezTo>
                <a:cubicBezTo>
                  <a:pt x="980" y="10"/>
                  <a:pt x="982" y="16"/>
                  <a:pt x="982" y="22"/>
                </a:cubicBezTo>
                <a:cubicBezTo>
                  <a:pt x="982" y="27"/>
                  <a:pt x="980" y="32"/>
                  <a:pt x="976" y="36"/>
                </a:cubicBezTo>
                <a:cubicBezTo>
                  <a:pt x="972" y="40"/>
                  <a:pt x="967" y="42"/>
                  <a:pt x="961" y="42"/>
                </a:cubicBezTo>
                <a:moveTo>
                  <a:pt x="829" y="42"/>
                </a:moveTo>
                <a:lnTo>
                  <a:pt x="811" y="42"/>
                </a:lnTo>
                <a:cubicBezTo>
                  <a:pt x="805" y="42"/>
                  <a:pt x="800" y="40"/>
                  <a:pt x="796" y="36"/>
                </a:cubicBezTo>
                <a:cubicBezTo>
                  <a:pt x="792" y="32"/>
                  <a:pt x="790" y="27"/>
                  <a:pt x="790" y="22"/>
                </a:cubicBezTo>
                <a:cubicBezTo>
                  <a:pt x="790" y="16"/>
                  <a:pt x="792" y="10"/>
                  <a:pt x="796" y="6"/>
                </a:cubicBezTo>
                <a:cubicBezTo>
                  <a:pt x="800" y="2"/>
                  <a:pt x="805" y="0"/>
                  <a:pt x="811" y="0"/>
                </a:cubicBezTo>
                <a:lnTo>
                  <a:pt x="829" y="0"/>
                </a:lnTo>
                <a:cubicBezTo>
                  <a:pt x="835" y="0"/>
                  <a:pt x="840" y="2"/>
                  <a:pt x="844" y="6"/>
                </a:cubicBezTo>
                <a:cubicBezTo>
                  <a:pt x="848" y="10"/>
                  <a:pt x="850" y="16"/>
                  <a:pt x="850" y="22"/>
                </a:cubicBezTo>
                <a:cubicBezTo>
                  <a:pt x="850" y="27"/>
                  <a:pt x="848" y="32"/>
                  <a:pt x="844" y="36"/>
                </a:cubicBezTo>
                <a:cubicBezTo>
                  <a:pt x="840" y="40"/>
                  <a:pt x="835" y="42"/>
                  <a:pt x="829" y="42"/>
                </a:cubicBezTo>
                <a:moveTo>
                  <a:pt x="698" y="42"/>
                </a:moveTo>
                <a:lnTo>
                  <a:pt x="679" y="42"/>
                </a:lnTo>
                <a:cubicBezTo>
                  <a:pt x="673" y="42"/>
                  <a:pt x="669" y="40"/>
                  <a:pt x="664" y="36"/>
                </a:cubicBezTo>
                <a:cubicBezTo>
                  <a:pt x="660" y="32"/>
                  <a:pt x="658" y="27"/>
                  <a:pt x="658" y="22"/>
                </a:cubicBezTo>
                <a:cubicBezTo>
                  <a:pt x="658" y="16"/>
                  <a:pt x="660" y="10"/>
                  <a:pt x="664" y="6"/>
                </a:cubicBezTo>
                <a:cubicBezTo>
                  <a:pt x="669" y="2"/>
                  <a:pt x="673" y="0"/>
                  <a:pt x="679" y="0"/>
                </a:cubicBezTo>
                <a:lnTo>
                  <a:pt x="698" y="0"/>
                </a:lnTo>
                <a:cubicBezTo>
                  <a:pt x="704" y="0"/>
                  <a:pt x="708" y="2"/>
                  <a:pt x="713" y="6"/>
                </a:cubicBezTo>
                <a:cubicBezTo>
                  <a:pt x="717" y="10"/>
                  <a:pt x="719" y="16"/>
                  <a:pt x="719" y="22"/>
                </a:cubicBezTo>
                <a:cubicBezTo>
                  <a:pt x="719" y="27"/>
                  <a:pt x="717" y="32"/>
                  <a:pt x="713" y="36"/>
                </a:cubicBezTo>
                <a:cubicBezTo>
                  <a:pt x="708" y="40"/>
                  <a:pt x="704" y="42"/>
                  <a:pt x="698" y="42"/>
                </a:cubicBezTo>
                <a:moveTo>
                  <a:pt x="566" y="42"/>
                </a:moveTo>
                <a:lnTo>
                  <a:pt x="547" y="42"/>
                </a:lnTo>
                <a:cubicBezTo>
                  <a:pt x="542" y="42"/>
                  <a:pt x="537" y="40"/>
                  <a:pt x="533" y="36"/>
                </a:cubicBezTo>
                <a:cubicBezTo>
                  <a:pt x="529" y="32"/>
                  <a:pt x="527" y="27"/>
                  <a:pt x="527" y="22"/>
                </a:cubicBezTo>
                <a:cubicBezTo>
                  <a:pt x="527" y="16"/>
                  <a:pt x="529" y="10"/>
                  <a:pt x="533" y="6"/>
                </a:cubicBezTo>
                <a:cubicBezTo>
                  <a:pt x="537" y="2"/>
                  <a:pt x="542" y="0"/>
                  <a:pt x="547" y="0"/>
                </a:cubicBezTo>
                <a:lnTo>
                  <a:pt x="566" y="0"/>
                </a:lnTo>
                <a:cubicBezTo>
                  <a:pt x="572" y="0"/>
                  <a:pt x="577" y="2"/>
                  <a:pt x="581" y="6"/>
                </a:cubicBezTo>
                <a:cubicBezTo>
                  <a:pt x="585" y="10"/>
                  <a:pt x="587" y="16"/>
                  <a:pt x="587" y="22"/>
                </a:cubicBezTo>
                <a:cubicBezTo>
                  <a:pt x="587" y="27"/>
                  <a:pt x="585" y="32"/>
                  <a:pt x="581" y="36"/>
                </a:cubicBezTo>
                <a:cubicBezTo>
                  <a:pt x="577" y="40"/>
                  <a:pt x="572" y="42"/>
                  <a:pt x="566" y="42"/>
                </a:cubicBezTo>
                <a:moveTo>
                  <a:pt x="435" y="42"/>
                </a:moveTo>
                <a:lnTo>
                  <a:pt x="416" y="42"/>
                </a:lnTo>
                <a:cubicBezTo>
                  <a:pt x="410" y="42"/>
                  <a:pt x="405" y="40"/>
                  <a:pt x="401" y="36"/>
                </a:cubicBezTo>
                <a:cubicBezTo>
                  <a:pt x="397" y="32"/>
                  <a:pt x="395" y="27"/>
                  <a:pt x="395" y="22"/>
                </a:cubicBezTo>
                <a:cubicBezTo>
                  <a:pt x="395" y="16"/>
                  <a:pt x="397" y="10"/>
                  <a:pt x="401" y="6"/>
                </a:cubicBezTo>
                <a:cubicBezTo>
                  <a:pt x="405" y="2"/>
                  <a:pt x="410" y="0"/>
                  <a:pt x="416" y="0"/>
                </a:cubicBezTo>
                <a:lnTo>
                  <a:pt x="435" y="0"/>
                </a:lnTo>
                <a:cubicBezTo>
                  <a:pt x="440" y="0"/>
                  <a:pt x="445" y="2"/>
                  <a:pt x="449" y="6"/>
                </a:cubicBezTo>
                <a:cubicBezTo>
                  <a:pt x="453" y="10"/>
                  <a:pt x="455" y="16"/>
                  <a:pt x="455" y="22"/>
                </a:cubicBezTo>
                <a:cubicBezTo>
                  <a:pt x="455" y="27"/>
                  <a:pt x="453" y="32"/>
                  <a:pt x="449" y="36"/>
                </a:cubicBezTo>
                <a:cubicBezTo>
                  <a:pt x="445" y="40"/>
                  <a:pt x="440" y="42"/>
                  <a:pt x="435" y="42"/>
                </a:cubicBezTo>
                <a:moveTo>
                  <a:pt x="303" y="42"/>
                </a:moveTo>
                <a:lnTo>
                  <a:pt x="284" y="42"/>
                </a:lnTo>
                <a:cubicBezTo>
                  <a:pt x="279" y="42"/>
                  <a:pt x="274" y="40"/>
                  <a:pt x="270" y="36"/>
                </a:cubicBezTo>
                <a:cubicBezTo>
                  <a:pt x="266" y="32"/>
                  <a:pt x="264" y="27"/>
                  <a:pt x="264" y="22"/>
                </a:cubicBezTo>
                <a:cubicBezTo>
                  <a:pt x="264" y="16"/>
                  <a:pt x="266" y="10"/>
                  <a:pt x="270" y="6"/>
                </a:cubicBezTo>
                <a:cubicBezTo>
                  <a:pt x="274" y="2"/>
                  <a:pt x="279" y="0"/>
                  <a:pt x="284" y="0"/>
                </a:cubicBezTo>
                <a:lnTo>
                  <a:pt x="303" y="0"/>
                </a:lnTo>
                <a:cubicBezTo>
                  <a:pt x="309" y="0"/>
                  <a:pt x="314" y="2"/>
                  <a:pt x="318" y="6"/>
                </a:cubicBezTo>
                <a:cubicBezTo>
                  <a:pt x="322" y="10"/>
                  <a:pt x="324" y="16"/>
                  <a:pt x="324" y="22"/>
                </a:cubicBezTo>
                <a:cubicBezTo>
                  <a:pt x="324" y="27"/>
                  <a:pt x="322" y="32"/>
                  <a:pt x="318" y="36"/>
                </a:cubicBezTo>
                <a:cubicBezTo>
                  <a:pt x="314" y="40"/>
                  <a:pt x="309" y="42"/>
                  <a:pt x="303" y="42"/>
                </a:cubicBezTo>
                <a:moveTo>
                  <a:pt x="172" y="42"/>
                </a:moveTo>
                <a:lnTo>
                  <a:pt x="153" y="42"/>
                </a:lnTo>
                <a:cubicBezTo>
                  <a:pt x="147" y="42"/>
                  <a:pt x="142" y="40"/>
                  <a:pt x="138" y="36"/>
                </a:cubicBezTo>
                <a:cubicBezTo>
                  <a:pt x="134" y="32"/>
                  <a:pt x="132" y="27"/>
                  <a:pt x="132" y="22"/>
                </a:cubicBezTo>
                <a:cubicBezTo>
                  <a:pt x="132" y="16"/>
                  <a:pt x="134" y="10"/>
                  <a:pt x="138" y="6"/>
                </a:cubicBezTo>
                <a:cubicBezTo>
                  <a:pt x="142" y="2"/>
                  <a:pt x="147" y="0"/>
                  <a:pt x="153" y="0"/>
                </a:cubicBezTo>
                <a:lnTo>
                  <a:pt x="172" y="0"/>
                </a:lnTo>
                <a:cubicBezTo>
                  <a:pt x="177" y="0"/>
                  <a:pt x="182" y="2"/>
                  <a:pt x="186" y="6"/>
                </a:cubicBezTo>
                <a:cubicBezTo>
                  <a:pt x="190" y="10"/>
                  <a:pt x="192" y="16"/>
                  <a:pt x="192" y="22"/>
                </a:cubicBezTo>
                <a:cubicBezTo>
                  <a:pt x="192" y="27"/>
                  <a:pt x="190" y="32"/>
                  <a:pt x="186" y="36"/>
                </a:cubicBezTo>
                <a:cubicBezTo>
                  <a:pt x="182" y="40"/>
                  <a:pt x="177" y="42"/>
                  <a:pt x="172" y="42"/>
                </a:cubicBezTo>
                <a:moveTo>
                  <a:pt x="40" y="42"/>
                </a:moveTo>
                <a:lnTo>
                  <a:pt x="21" y="42"/>
                </a:lnTo>
                <a:cubicBezTo>
                  <a:pt x="15" y="42"/>
                  <a:pt x="11" y="40"/>
                  <a:pt x="6" y="36"/>
                </a:cubicBezTo>
                <a:cubicBezTo>
                  <a:pt x="2" y="32"/>
                  <a:pt x="0" y="27"/>
                  <a:pt x="0" y="22"/>
                </a:cubicBezTo>
                <a:cubicBezTo>
                  <a:pt x="0" y="16"/>
                  <a:pt x="2" y="10"/>
                  <a:pt x="6" y="6"/>
                </a:cubicBezTo>
                <a:cubicBezTo>
                  <a:pt x="11" y="2"/>
                  <a:pt x="15" y="0"/>
                  <a:pt x="21" y="0"/>
                </a:cubicBezTo>
                <a:lnTo>
                  <a:pt x="40" y="0"/>
                </a:lnTo>
                <a:cubicBezTo>
                  <a:pt x="46" y="0"/>
                  <a:pt x="50" y="2"/>
                  <a:pt x="55" y="6"/>
                </a:cubicBezTo>
                <a:cubicBezTo>
                  <a:pt x="59" y="10"/>
                  <a:pt x="61" y="16"/>
                  <a:pt x="61" y="22"/>
                </a:cubicBezTo>
                <a:cubicBezTo>
                  <a:pt x="61" y="27"/>
                  <a:pt x="59" y="32"/>
                  <a:pt x="55" y="36"/>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3209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6" name=""/>
          <p:cNvSpPr/>
          <p:nvPr/>
        </p:nvSpPr>
        <p:spPr>
          <a:xfrm>
            <a:off x="2663280" y="414648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7"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8"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59" name=""/>
          <p:cNvSpPr/>
          <p:nvPr/>
        </p:nvSpPr>
        <p:spPr>
          <a:xfrm>
            <a:off x="3566880" y="3838680"/>
            <a:ext cx="467280" cy="249480"/>
          </a:xfrm>
          <a:custGeom>
            <a:avLst/>
            <a:gdLst/>
            <a:ahLst/>
            <a:rect l="0" t="0" r="r" b="b"/>
            <a:pathLst>
              <a:path w="1298" h="693">
                <a:moveTo>
                  <a:pt x="86" y="0"/>
                </a:moveTo>
                <a:lnTo>
                  <a:pt x="1211" y="0"/>
                </a:lnTo>
                <a:cubicBezTo>
                  <a:pt x="1223" y="0"/>
                  <a:pt x="1234" y="2"/>
                  <a:pt x="1245" y="7"/>
                </a:cubicBezTo>
                <a:cubicBezTo>
                  <a:pt x="1255" y="11"/>
                  <a:pt x="1265" y="17"/>
                  <a:pt x="1273" y="25"/>
                </a:cubicBezTo>
                <a:cubicBezTo>
                  <a:pt x="1281" y="34"/>
                  <a:pt x="1287" y="43"/>
                  <a:pt x="1291" y="54"/>
                </a:cubicBezTo>
                <a:cubicBezTo>
                  <a:pt x="1296" y="65"/>
                  <a:pt x="1298" y="76"/>
                  <a:pt x="1298" y="88"/>
                </a:cubicBezTo>
                <a:lnTo>
                  <a:pt x="1298" y="607"/>
                </a:lnTo>
                <a:cubicBezTo>
                  <a:pt x="1298" y="618"/>
                  <a:pt x="1296" y="629"/>
                  <a:pt x="1291" y="640"/>
                </a:cubicBezTo>
                <a:cubicBezTo>
                  <a:pt x="1287" y="651"/>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1"/>
                  <a:pt x="6" y="640"/>
                </a:cubicBezTo>
                <a:cubicBezTo>
                  <a:pt x="2" y="629"/>
                  <a:pt x="0" y="618"/>
                  <a:pt x="0" y="607"/>
                </a:cubicBezTo>
                <a:lnTo>
                  <a:pt x="0" y="88"/>
                </a:lnTo>
                <a:cubicBezTo>
                  <a:pt x="0" y="76"/>
                  <a:pt x="2" y="65"/>
                  <a:pt x="6" y="54"/>
                </a:cubicBezTo>
                <a:cubicBezTo>
                  <a:pt x="11" y="43"/>
                  <a:pt x="17" y="34"/>
                  <a:pt x="25" y="25"/>
                </a:cubicBezTo>
                <a:cubicBezTo>
                  <a:pt x="33" y="17"/>
                  <a:pt x="43" y="11"/>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3566880" y="3745080"/>
            <a:ext cx="257040" cy="78480"/>
          </a:xfrm>
          <a:custGeom>
            <a:avLst/>
            <a:gdLst/>
            <a:ahLst/>
            <a:rect l="0" t="0" r="r" b="b"/>
            <a:pathLst>
              <a:path w="714" h="218">
                <a:moveTo>
                  <a:pt x="0" y="44"/>
                </a:moveTo>
                <a:cubicBezTo>
                  <a:pt x="0" y="15"/>
                  <a:pt x="14" y="0"/>
                  <a:pt x="43" y="0"/>
                </a:cubicBezTo>
                <a:lnTo>
                  <a:pt x="520" y="0"/>
                </a:lnTo>
                <a:cubicBezTo>
                  <a:pt x="563" y="0"/>
                  <a:pt x="599" y="22"/>
                  <a:pt x="628" y="65"/>
                </a:cubicBezTo>
                <a:lnTo>
                  <a:pt x="714" y="218"/>
                </a:lnTo>
                <a:lnTo>
                  <a:pt x="0" y="218"/>
                </a:lnTo>
                <a:lnTo>
                  <a:pt x="0" y="44"/>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3613680" y="3885480"/>
            <a:ext cx="373680" cy="156240"/>
          </a:xfrm>
          <a:custGeom>
            <a:avLst/>
            <a:gdLst/>
            <a:ahLst/>
            <a:rect l="0" t="0" r="r" b="b"/>
            <a:pathLst>
              <a:path w="1038" h="434">
                <a:moveTo>
                  <a:pt x="43" y="0"/>
                </a:moveTo>
                <a:lnTo>
                  <a:pt x="995" y="0"/>
                </a:lnTo>
                <a:cubicBezTo>
                  <a:pt x="1001" y="0"/>
                  <a:pt x="1006" y="1"/>
                  <a:pt x="1012" y="3"/>
                </a:cubicBezTo>
                <a:cubicBezTo>
                  <a:pt x="1017" y="5"/>
                  <a:pt x="1022" y="8"/>
                  <a:pt x="1026" y="13"/>
                </a:cubicBezTo>
                <a:cubicBezTo>
                  <a:pt x="1030" y="17"/>
                  <a:pt x="1033" y="21"/>
                  <a:pt x="1035" y="27"/>
                </a:cubicBezTo>
                <a:cubicBezTo>
                  <a:pt x="1037" y="32"/>
                  <a:pt x="1038" y="37"/>
                  <a:pt x="1038" y="43"/>
                </a:cubicBezTo>
                <a:lnTo>
                  <a:pt x="1038" y="390"/>
                </a:lnTo>
                <a:cubicBezTo>
                  <a:pt x="1038" y="396"/>
                  <a:pt x="1037" y="402"/>
                  <a:pt x="1035" y="407"/>
                </a:cubicBezTo>
                <a:cubicBezTo>
                  <a:pt x="1033" y="412"/>
                  <a:pt x="1030" y="417"/>
                  <a:pt x="1026" y="421"/>
                </a:cubicBezTo>
                <a:cubicBezTo>
                  <a:pt x="1022" y="425"/>
                  <a:pt x="1017" y="428"/>
                  <a:pt x="1012" y="430"/>
                </a:cubicBezTo>
                <a:cubicBezTo>
                  <a:pt x="1006" y="432"/>
                  <a:pt x="1001" y="434"/>
                  <a:pt x="995" y="434"/>
                </a:cubicBezTo>
                <a:lnTo>
                  <a:pt x="43" y="434"/>
                </a:lnTo>
                <a:cubicBezTo>
                  <a:pt x="37" y="434"/>
                  <a:pt x="32" y="432"/>
                  <a:pt x="26" y="430"/>
                </a:cubicBezTo>
                <a:cubicBezTo>
                  <a:pt x="21" y="428"/>
                  <a:pt x="16" y="425"/>
                  <a:pt x="12" y="421"/>
                </a:cubicBezTo>
                <a:cubicBezTo>
                  <a:pt x="8" y="417"/>
                  <a:pt x="5" y="412"/>
                  <a:pt x="3" y="407"/>
                </a:cubicBezTo>
                <a:cubicBezTo>
                  <a:pt x="1" y="402"/>
                  <a:pt x="0" y="396"/>
                  <a:pt x="0" y="390"/>
                </a:cubicBezTo>
                <a:lnTo>
                  <a:pt x="0" y="43"/>
                </a:lnTo>
                <a:cubicBezTo>
                  <a:pt x="0" y="37"/>
                  <a:pt x="1" y="32"/>
                  <a:pt x="3" y="27"/>
                </a:cubicBezTo>
                <a:cubicBezTo>
                  <a:pt x="5" y="21"/>
                  <a:pt x="8" y="17"/>
                  <a:pt x="12" y="13"/>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563" name=""/>
          <p:cNvSpPr txBox="1"/>
          <p:nvPr/>
        </p:nvSpPr>
        <p:spPr>
          <a:xfrm>
            <a:off x="3376080" y="410400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64" name=""/>
          <p:cNvSpPr txBox="1"/>
          <p:nvPr/>
        </p:nvSpPr>
        <p:spPr>
          <a:xfrm>
            <a:off x="3349440" y="431388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65" name=""/>
          <p:cNvSpPr txBox="1"/>
          <p:nvPr/>
        </p:nvSpPr>
        <p:spPr>
          <a:xfrm>
            <a:off x="3528000" y="443592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66" name=""/>
          <p:cNvSpPr txBox="1"/>
          <p:nvPr/>
        </p:nvSpPr>
        <p:spPr>
          <a:xfrm>
            <a:off x="3022200" y="174636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67"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8"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9" name=""/>
          <p:cNvSpPr/>
          <p:nvPr/>
        </p:nvSpPr>
        <p:spPr>
          <a:xfrm>
            <a:off x="3617640" y="252216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3678480" y="2583000"/>
            <a:ext cx="34200" cy="68400"/>
          </a:xfrm>
          <a:custGeom>
            <a:avLst/>
            <a:gdLst/>
            <a:ahLst/>
            <a:rect l="0" t="0" r="r" b="b"/>
            <a:pathLst>
              <a:path fill="none" w="95" h="190">
                <a:moveTo>
                  <a:pt x="95" y="0"/>
                </a:moveTo>
                <a:lnTo>
                  <a:pt x="0" y="96"/>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1" name=""/>
          <p:cNvSpPr/>
          <p:nvPr/>
        </p:nvSpPr>
        <p:spPr>
          <a:xfrm flipH="1">
            <a:off x="3786840" y="256284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2" name=""/>
          <p:cNvSpPr/>
          <p:nvPr/>
        </p:nvSpPr>
        <p:spPr>
          <a:xfrm>
            <a:off x="3861360" y="2583000"/>
            <a:ext cx="34200" cy="68400"/>
          </a:xfrm>
          <a:custGeom>
            <a:avLst/>
            <a:gdLst/>
            <a:ahLst/>
            <a:rect l="0" t="0" r="r" b="b"/>
            <a:pathLst>
              <a:path fill="none" w="95" h="190">
                <a:moveTo>
                  <a:pt x="0" y="0"/>
                </a:moveTo>
                <a:lnTo>
                  <a:pt x="95" y="96"/>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3" name=""/>
          <p:cNvSpPr/>
          <p:nvPr/>
        </p:nvSpPr>
        <p:spPr>
          <a:xfrm>
            <a:off x="3989880" y="2224080"/>
            <a:ext cx="216720" cy="217080"/>
          </a:xfrm>
          <a:custGeom>
            <a:avLst/>
            <a:gdLst/>
            <a:ahLst/>
            <a:rect l="0" t="0" r="r" b="b"/>
            <a:pathLst>
              <a:path w="602" h="603">
                <a:moveTo>
                  <a:pt x="602" y="302"/>
                </a:moveTo>
                <a:cubicBezTo>
                  <a:pt x="602" y="322"/>
                  <a:pt x="600" y="342"/>
                  <a:pt x="597" y="361"/>
                </a:cubicBezTo>
                <a:cubicBezTo>
                  <a:pt x="593" y="381"/>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1"/>
                </a:cubicBezTo>
                <a:cubicBezTo>
                  <a:pt x="398" y="588"/>
                  <a:pt x="380" y="594"/>
                  <a:pt x="360" y="598"/>
                </a:cubicBezTo>
                <a:cubicBezTo>
                  <a:pt x="341" y="602"/>
                  <a:pt x="321" y="603"/>
                  <a:pt x="302" y="603"/>
                </a:cubicBezTo>
                <a:cubicBezTo>
                  <a:pt x="282" y="603"/>
                  <a:pt x="262" y="602"/>
                  <a:pt x="243" y="598"/>
                </a:cubicBezTo>
                <a:cubicBezTo>
                  <a:pt x="223" y="594"/>
                  <a:pt x="205" y="588"/>
                  <a:pt x="186" y="581"/>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1"/>
                  <a:pt x="6" y="361"/>
                </a:cubicBezTo>
                <a:cubicBezTo>
                  <a:pt x="2" y="342"/>
                  <a:pt x="0" y="322"/>
                  <a:pt x="0" y="302"/>
                </a:cubicBezTo>
                <a:cubicBezTo>
                  <a:pt x="0" y="283"/>
                  <a:pt x="2" y="263"/>
                  <a:pt x="6" y="244"/>
                </a:cubicBezTo>
                <a:cubicBezTo>
                  <a:pt x="9" y="224"/>
                  <a:pt x="15" y="206"/>
                  <a:pt x="23" y="187"/>
                </a:cubicBezTo>
                <a:cubicBezTo>
                  <a:pt x="30" y="169"/>
                  <a:pt x="40" y="152"/>
                  <a:pt x="51" y="135"/>
                </a:cubicBezTo>
                <a:cubicBezTo>
                  <a:pt x="62" y="118"/>
                  <a:pt x="75" y="103"/>
                  <a:pt x="89" y="89"/>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89"/>
                </a:cubicBezTo>
                <a:cubicBezTo>
                  <a:pt x="528" y="103"/>
                  <a:pt x="541" y="118"/>
                  <a:pt x="552" y="135"/>
                </a:cubicBezTo>
                <a:cubicBezTo>
                  <a:pt x="563" y="152"/>
                  <a:pt x="572" y="169"/>
                  <a:pt x="579" y="187"/>
                </a:cubicBezTo>
                <a:cubicBezTo>
                  <a:pt x="587" y="206"/>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txBox="1"/>
          <p:nvPr/>
        </p:nvSpPr>
        <p:spPr>
          <a:xfrm>
            <a:off x="3283200" y="196596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575"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6"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77" name=""/>
          <p:cNvSpPr/>
          <p:nvPr/>
        </p:nvSpPr>
        <p:spPr>
          <a:xfrm>
            <a:off x="5248440" y="403920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5"/>
                </a:lnTo>
                <a:cubicBezTo>
                  <a:pt x="603" y="742"/>
                  <a:pt x="602" y="749"/>
                  <a:pt x="599" y="756"/>
                </a:cubicBezTo>
                <a:cubicBezTo>
                  <a:pt x="596" y="763"/>
                  <a:pt x="592" y="769"/>
                  <a:pt x="586" y="774"/>
                </a:cubicBezTo>
                <a:cubicBezTo>
                  <a:pt x="581" y="780"/>
                  <a:pt x="575" y="784"/>
                  <a:pt x="568" y="787"/>
                </a:cubicBezTo>
                <a:cubicBezTo>
                  <a:pt x="561" y="790"/>
                  <a:pt x="554" y="791"/>
                  <a:pt x="547" y="791"/>
                </a:cubicBezTo>
                <a:lnTo>
                  <a:pt x="57" y="791"/>
                </a:lnTo>
                <a:cubicBezTo>
                  <a:pt x="49" y="791"/>
                  <a:pt x="42" y="790"/>
                  <a:pt x="35" y="787"/>
                </a:cubicBezTo>
                <a:cubicBezTo>
                  <a:pt x="28" y="784"/>
                  <a:pt x="22" y="780"/>
                  <a:pt x="17" y="774"/>
                </a:cubicBezTo>
                <a:cubicBezTo>
                  <a:pt x="12" y="769"/>
                  <a:pt x="8" y="763"/>
                  <a:pt x="5" y="756"/>
                </a:cubicBezTo>
                <a:cubicBezTo>
                  <a:pt x="2" y="749"/>
                  <a:pt x="0" y="742"/>
                  <a:pt x="0" y="735"/>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5295960" y="4113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9" name=""/>
          <p:cNvSpPr/>
          <p:nvPr/>
        </p:nvSpPr>
        <p:spPr>
          <a:xfrm>
            <a:off x="5295960" y="4167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0" name=""/>
          <p:cNvSpPr/>
          <p:nvPr/>
        </p:nvSpPr>
        <p:spPr>
          <a:xfrm>
            <a:off x="5295960" y="422208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1" name=""/>
          <p:cNvSpPr/>
          <p:nvPr/>
        </p:nvSpPr>
        <p:spPr>
          <a:xfrm flipV="1">
            <a:off x="5383800" y="420156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582" name=""/>
          <p:cNvSpPr/>
          <p:nvPr/>
        </p:nvSpPr>
        <p:spPr>
          <a:xfrm>
            <a:off x="5465160" y="414072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5546520" y="3781800"/>
            <a:ext cx="216720" cy="217080"/>
          </a:xfrm>
          <a:custGeom>
            <a:avLst/>
            <a:gdLst/>
            <a:ahLst/>
            <a:rect l="0" t="0" r="r" b="b"/>
            <a:pathLst>
              <a:path w="602" h="603">
                <a:moveTo>
                  <a:pt x="602" y="302"/>
                </a:moveTo>
                <a:cubicBezTo>
                  <a:pt x="602" y="322"/>
                  <a:pt x="600" y="341"/>
                  <a:pt x="596" y="361"/>
                </a:cubicBezTo>
                <a:cubicBezTo>
                  <a:pt x="592" y="380"/>
                  <a:pt x="587" y="399"/>
                  <a:pt x="579" y="417"/>
                </a:cubicBezTo>
                <a:cubicBezTo>
                  <a:pt x="572" y="435"/>
                  <a:pt x="562" y="453"/>
                  <a:pt x="551" y="469"/>
                </a:cubicBezTo>
                <a:cubicBezTo>
                  <a:pt x="540" y="486"/>
                  <a:pt x="528" y="501"/>
                  <a:pt x="513" y="515"/>
                </a:cubicBezTo>
                <a:cubicBezTo>
                  <a:pt x="499" y="529"/>
                  <a:pt x="484" y="541"/>
                  <a:pt x="467" y="552"/>
                </a:cubicBezTo>
                <a:cubicBezTo>
                  <a:pt x="451" y="563"/>
                  <a:pt x="434" y="573"/>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3"/>
                  <a:pt x="150" y="563"/>
                  <a:pt x="133" y="552"/>
                </a:cubicBezTo>
                <a:cubicBezTo>
                  <a:pt x="117" y="541"/>
                  <a:pt x="102" y="529"/>
                  <a:pt x="88" y="515"/>
                </a:cubicBezTo>
                <a:cubicBezTo>
                  <a:pt x="74" y="501"/>
                  <a:pt x="61" y="486"/>
                  <a:pt x="50" y="469"/>
                </a:cubicBezTo>
                <a:cubicBezTo>
                  <a:pt x="39" y="453"/>
                  <a:pt x="30" y="435"/>
                  <a:pt x="22" y="417"/>
                </a:cubicBezTo>
                <a:cubicBezTo>
                  <a:pt x="15" y="399"/>
                  <a:pt x="9" y="380"/>
                  <a:pt x="5" y="361"/>
                </a:cubicBezTo>
                <a:cubicBezTo>
                  <a:pt x="1" y="341"/>
                  <a:pt x="0" y="322"/>
                  <a:pt x="0" y="302"/>
                </a:cubicBezTo>
                <a:cubicBezTo>
                  <a:pt x="0" y="282"/>
                  <a:pt x="1" y="263"/>
                  <a:pt x="5" y="243"/>
                </a:cubicBezTo>
                <a:cubicBezTo>
                  <a:pt x="9" y="224"/>
                  <a:pt x="15" y="205"/>
                  <a:pt x="22" y="187"/>
                </a:cubicBezTo>
                <a:cubicBezTo>
                  <a:pt x="30" y="169"/>
                  <a:pt x="39" y="151"/>
                  <a:pt x="50" y="135"/>
                </a:cubicBezTo>
                <a:cubicBezTo>
                  <a:pt x="61" y="118"/>
                  <a:pt x="74" y="103"/>
                  <a:pt x="88" y="89"/>
                </a:cubicBezTo>
                <a:cubicBezTo>
                  <a:pt x="102" y="75"/>
                  <a:pt x="117" y="63"/>
                  <a:pt x="133" y="52"/>
                </a:cubicBezTo>
                <a:cubicBezTo>
                  <a:pt x="150" y="41"/>
                  <a:pt x="167" y="32"/>
                  <a:pt x="185" y="24"/>
                </a:cubicBezTo>
                <a:cubicBezTo>
                  <a:pt x="203" y="16"/>
                  <a:pt x="222" y="10"/>
                  <a:pt x="242" y="6"/>
                </a:cubicBezTo>
                <a:cubicBezTo>
                  <a:pt x="261" y="2"/>
                  <a:pt x="281" y="0"/>
                  <a:pt x="300" y="0"/>
                </a:cubicBezTo>
                <a:cubicBezTo>
                  <a:pt x="320" y="0"/>
                  <a:pt x="340" y="2"/>
                  <a:pt x="359" y="6"/>
                </a:cubicBezTo>
                <a:cubicBezTo>
                  <a:pt x="378" y="10"/>
                  <a:pt x="397" y="16"/>
                  <a:pt x="415" y="24"/>
                </a:cubicBezTo>
                <a:cubicBezTo>
                  <a:pt x="434" y="32"/>
                  <a:pt x="451" y="41"/>
                  <a:pt x="467" y="52"/>
                </a:cubicBezTo>
                <a:cubicBezTo>
                  <a:pt x="484" y="63"/>
                  <a:pt x="499" y="75"/>
                  <a:pt x="513" y="89"/>
                </a:cubicBezTo>
                <a:cubicBezTo>
                  <a:pt x="528" y="103"/>
                  <a:pt x="540" y="118"/>
                  <a:pt x="551" y="135"/>
                </a:cubicBezTo>
                <a:cubicBezTo>
                  <a:pt x="562" y="151"/>
                  <a:pt x="572" y="169"/>
                  <a:pt x="579" y="187"/>
                </a:cubicBezTo>
                <a:cubicBezTo>
                  <a:pt x="587" y="205"/>
                  <a:pt x="592" y="224"/>
                  <a:pt x="596" y="243"/>
                </a:cubicBezTo>
                <a:cubicBezTo>
                  <a:pt x="600" y="263"/>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txBox="1"/>
          <p:nvPr/>
        </p:nvSpPr>
        <p:spPr>
          <a:xfrm>
            <a:off x="4057200" y="2250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585" name=""/>
          <p:cNvSpPr txBox="1"/>
          <p:nvPr/>
        </p:nvSpPr>
        <p:spPr>
          <a:xfrm>
            <a:off x="561384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586" name=""/>
          <p:cNvSpPr txBox="1"/>
          <p:nvPr/>
        </p:nvSpPr>
        <p:spPr>
          <a:xfrm>
            <a:off x="4738320" y="463140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587"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89" name=""/>
          <p:cNvSpPr/>
          <p:nvPr/>
        </p:nvSpPr>
        <p:spPr>
          <a:xfrm>
            <a:off x="3622320" y="561780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3"/>
                  <a:pt x="790" y="-15"/>
                  <a:pt x="890" y="111"/>
                </a:cubicBezTo>
                <a:cubicBezTo>
                  <a:pt x="1028" y="111"/>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766320" y="571860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591" name=""/>
          <p:cNvSpPr/>
          <p:nvPr/>
        </p:nvSpPr>
        <p:spPr>
          <a:xfrm>
            <a:off x="3989880" y="59353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1"/>
                  <a:pt x="51" y="135"/>
                </a:cubicBezTo>
                <a:cubicBezTo>
                  <a:pt x="62" y="118"/>
                  <a:pt x="75" y="103"/>
                  <a:pt x="89" y="89"/>
                </a:cubicBezTo>
                <a:cubicBezTo>
                  <a:pt x="103" y="75"/>
                  <a:pt x="118" y="63"/>
                  <a:pt x="134" y="52"/>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2"/>
                </a:cubicBezTo>
                <a:cubicBezTo>
                  <a:pt x="485" y="63"/>
                  <a:pt x="500" y="75"/>
                  <a:pt x="514" y="89"/>
                </a:cubicBezTo>
                <a:cubicBezTo>
                  <a:pt x="528" y="103"/>
                  <a:pt x="541" y="118"/>
                  <a:pt x="552" y="135"/>
                </a:cubicBezTo>
                <a:cubicBezTo>
                  <a:pt x="563" y="151"/>
                  <a:pt x="572" y="169"/>
                  <a:pt x="579" y="187"/>
                </a:cubicBezTo>
                <a:cubicBezTo>
                  <a:pt x="587" y="205"/>
                  <a:pt x="593" y="224"/>
                  <a:pt x="597" y="243"/>
                </a:cubicBezTo>
                <a:cubicBezTo>
                  <a:pt x="600" y="263"/>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txBox="1"/>
          <p:nvPr/>
        </p:nvSpPr>
        <p:spPr>
          <a:xfrm>
            <a:off x="4724640" y="485064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593" name=""/>
          <p:cNvSpPr/>
          <p:nvPr/>
        </p:nvSpPr>
        <p:spPr>
          <a:xfrm>
            <a:off x="3373920" y="591516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9"/>
                </a:cubicBezTo>
                <a:cubicBezTo>
                  <a:pt x="405" y="713"/>
                  <a:pt x="382" y="715"/>
                  <a:pt x="358" y="715"/>
                </a:cubicBezTo>
                <a:cubicBezTo>
                  <a:pt x="335" y="715"/>
                  <a:pt x="312" y="713"/>
                  <a:pt x="289" y="709"/>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0"/>
                  <a:pt x="7" y="287"/>
                </a:cubicBezTo>
                <a:cubicBezTo>
                  <a:pt x="11" y="264"/>
                  <a:pt x="18" y="242"/>
                  <a:pt x="27" y="220"/>
                </a:cubicBezTo>
                <a:cubicBezTo>
                  <a:pt x="36" y="199"/>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9"/>
                  <a:pt x="688" y="220"/>
                </a:cubicBezTo>
                <a:cubicBezTo>
                  <a:pt x="697" y="242"/>
                  <a:pt x="704" y="264"/>
                  <a:pt x="709" y="287"/>
                </a:cubicBezTo>
                <a:cubicBezTo>
                  <a:pt x="713" y="310"/>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3453120" y="5953680"/>
            <a:ext cx="58680" cy="58680"/>
          </a:xfrm>
          <a:custGeom>
            <a:avLst/>
            <a:gdLst/>
            <a:ahLst/>
            <a:rect l="0" t="0" r="r" b="b"/>
            <a:pathLst>
              <a:path w="163" h="163">
                <a:moveTo>
                  <a:pt x="163" y="81"/>
                </a:moveTo>
                <a:cubicBezTo>
                  <a:pt x="163" y="91"/>
                  <a:pt x="161" y="102"/>
                  <a:pt x="156" y="112"/>
                </a:cubicBezTo>
                <a:cubicBezTo>
                  <a:pt x="152" y="122"/>
                  <a:pt x="146" y="131"/>
                  <a:pt x="138" y="139"/>
                </a:cubicBezTo>
                <a:cubicBezTo>
                  <a:pt x="130" y="147"/>
                  <a:pt x="122" y="152"/>
                  <a:pt x="112" y="156"/>
                </a:cubicBezTo>
                <a:cubicBezTo>
                  <a:pt x="102" y="161"/>
                  <a:pt x="92" y="163"/>
                  <a:pt x="81" y="163"/>
                </a:cubicBezTo>
                <a:cubicBezTo>
                  <a:pt x="70" y="163"/>
                  <a:pt x="60" y="161"/>
                  <a:pt x="50" y="156"/>
                </a:cubicBezTo>
                <a:cubicBezTo>
                  <a:pt x="40" y="152"/>
                  <a:pt x="31" y="147"/>
                  <a:pt x="24" y="139"/>
                </a:cubicBezTo>
                <a:cubicBezTo>
                  <a:pt x="16" y="131"/>
                  <a:pt x="10" y="122"/>
                  <a:pt x="6" y="112"/>
                </a:cubicBezTo>
                <a:cubicBezTo>
                  <a:pt x="2" y="102"/>
                  <a:pt x="0" y="91"/>
                  <a:pt x="0" y="81"/>
                </a:cubicBezTo>
                <a:cubicBezTo>
                  <a:pt x="0" y="70"/>
                  <a:pt x="2" y="60"/>
                  <a:pt x="6" y="50"/>
                </a:cubicBezTo>
                <a:cubicBezTo>
                  <a:pt x="10" y="40"/>
                  <a:pt x="16" y="31"/>
                  <a:pt x="24" y="24"/>
                </a:cubicBezTo>
                <a:cubicBezTo>
                  <a:pt x="31" y="16"/>
                  <a:pt x="40" y="10"/>
                  <a:pt x="50" y="6"/>
                </a:cubicBezTo>
                <a:cubicBezTo>
                  <a:pt x="60" y="2"/>
                  <a:pt x="70" y="0"/>
                  <a:pt x="81" y="0"/>
                </a:cubicBezTo>
                <a:cubicBezTo>
                  <a:pt x="92" y="0"/>
                  <a:pt x="102" y="2"/>
                  <a:pt x="112" y="6"/>
                </a:cubicBezTo>
                <a:cubicBezTo>
                  <a:pt x="122" y="10"/>
                  <a:pt x="130" y="16"/>
                  <a:pt x="138" y="24"/>
                </a:cubicBezTo>
                <a:cubicBezTo>
                  <a:pt x="146" y="31"/>
                  <a:pt x="152" y="40"/>
                  <a:pt x="156" y="50"/>
                </a:cubicBezTo>
                <a:cubicBezTo>
                  <a:pt x="161" y="60"/>
                  <a:pt x="163" y="70"/>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5" name=""/>
          <p:cNvSpPr/>
          <p:nvPr/>
        </p:nvSpPr>
        <p:spPr>
          <a:xfrm>
            <a:off x="3434760" y="602352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6" name=""/>
          <p:cNvSpPr/>
          <p:nvPr/>
        </p:nvSpPr>
        <p:spPr>
          <a:xfrm>
            <a:off x="3509280" y="5989680"/>
            <a:ext cx="44280" cy="74520"/>
          </a:xfrm>
          <a:custGeom>
            <a:avLst/>
            <a:gdLst/>
            <a:ahLst/>
            <a:rect l="0" t="0" r="r" b="b"/>
            <a:pathLst>
              <a:path w="123" h="207">
                <a:moveTo>
                  <a:pt x="24" y="0"/>
                </a:moveTo>
                <a:lnTo>
                  <a:pt x="99" y="0"/>
                </a:lnTo>
                <a:cubicBezTo>
                  <a:pt x="106" y="0"/>
                  <a:pt x="111" y="2"/>
                  <a:pt x="116" y="7"/>
                </a:cubicBezTo>
                <a:cubicBezTo>
                  <a:pt x="121" y="11"/>
                  <a:pt x="123" y="17"/>
                  <a:pt x="123" y="24"/>
                </a:cubicBezTo>
                <a:lnTo>
                  <a:pt x="123" y="183"/>
                </a:lnTo>
                <a:cubicBezTo>
                  <a:pt x="123" y="190"/>
                  <a:pt x="121" y="196"/>
                  <a:pt x="116" y="200"/>
                </a:cubicBezTo>
                <a:cubicBezTo>
                  <a:pt x="111" y="205"/>
                  <a:pt x="106" y="207"/>
                  <a:pt x="99" y="207"/>
                </a:cubicBezTo>
                <a:lnTo>
                  <a:pt x="24" y="207"/>
                </a:lnTo>
                <a:cubicBezTo>
                  <a:pt x="18" y="207"/>
                  <a:pt x="12" y="205"/>
                  <a:pt x="7" y="200"/>
                </a:cubicBezTo>
                <a:cubicBezTo>
                  <a:pt x="2" y="196"/>
                  <a:pt x="0" y="190"/>
                  <a:pt x="0" y="183"/>
                </a:cubicBezTo>
                <a:lnTo>
                  <a:pt x="0" y="24"/>
                </a:lnTo>
                <a:cubicBezTo>
                  <a:pt x="0" y="17"/>
                  <a:pt x="2" y="11"/>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3517920" y="6001200"/>
            <a:ext cx="27000" cy="47520"/>
          </a:xfrm>
          <a:custGeom>
            <a:avLst/>
            <a:gdLst/>
            <a:ahLst/>
            <a:rect l="0" t="0" r="r" b="b"/>
            <a:pathLst>
              <a:path w="75" h="132">
                <a:moveTo>
                  <a:pt x="12" y="0"/>
                </a:moveTo>
                <a:lnTo>
                  <a:pt x="63" y="0"/>
                </a:lnTo>
                <a:cubicBezTo>
                  <a:pt x="67" y="0"/>
                  <a:pt x="69" y="1"/>
                  <a:pt x="71" y="3"/>
                </a:cubicBezTo>
                <a:cubicBezTo>
                  <a:pt x="74" y="5"/>
                  <a:pt x="75" y="8"/>
                  <a:pt x="75" y="11"/>
                </a:cubicBezTo>
                <a:lnTo>
                  <a:pt x="75" y="121"/>
                </a:lnTo>
                <a:cubicBezTo>
                  <a:pt x="75" y="124"/>
                  <a:pt x="74" y="127"/>
                  <a:pt x="71" y="129"/>
                </a:cubicBezTo>
                <a:cubicBezTo>
                  <a:pt x="69" y="131"/>
                  <a:pt x="67" y="132"/>
                  <a:pt x="63" y="132"/>
                </a:cubicBezTo>
                <a:lnTo>
                  <a:pt x="12" y="132"/>
                </a:lnTo>
                <a:cubicBezTo>
                  <a:pt x="9" y="132"/>
                  <a:pt x="6" y="131"/>
                  <a:pt x="4" y="129"/>
                </a:cubicBezTo>
                <a:cubicBezTo>
                  <a:pt x="2" y="127"/>
                  <a:pt x="0" y="124"/>
                  <a:pt x="0" y="121"/>
                </a:cubicBezTo>
                <a:lnTo>
                  <a:pt x="0" y="11"/>
                </a:lnTo>
                <a:cubicBezTo>
                  <a:pt x="0" y="8"/>
                  <a:pt x="2" y="5"/>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9"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0"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2" name=""/>
          <p:cNvSpPr txBox="1"/>
          <p:nvPr/>
        </p:nvSpPr>
        <p:spPr>
          <a:xfrm>
            <a:off x="4057200" y="59616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03" name=""/>
          <p:cNvSpPr txBox="1"/>
          <p:nvPr/>
        </p:nvSpPr>
        <p:spPr>
          <a:xfrm>
            <a:off x="2511000" y="562428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04" name=""/>
          <p:cNvSpPr txBox="1"/>
          <p:nvPr/>
        </p:nvSpPr>
        <p:spPr>
          <a:xfrm>
            <a:off x="2651400" y="574596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05" name=""/>
          <p:cNvSpPr txBox="1"/>
          <p:nvPr/>
        </p:nvSpPr>
        <p:spPr>
          <a:xfrm>
            <a:off x="2797200" y="617544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06" name=""/>
          <p:cNvSpPr txBox="1"/>
          <p:nvPr/>
        </p:nvSpPr>
        <p:spPr>
          <a:xfrm>
            <a:off x="3291840" y="639468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07"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8"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9" name=""/>
          <p:cNvSpPr/>
          <p:nvPr/>
        </p:nvSpPr>
        <p:spPr>
          <a:xfrm>
            <a:off x="2148840" y="4042440"/>
            <a:ext cx="217080" cy="57960"/>
          </a:xfrm>
          <a:custGeom>
            <a:avLst/>
            <a:gdLst/>
            <a:ahLst/>
            <a:rect l="0" t="0" r="r" b="b"/>
            <a:pathLst>
              <a:path fill="none" w="603" h="161">
                <a:moveTo>
                  <a:pt x="0" y="67"/>
                </a:moveTo>
                <a:cubicBezTo>
                  <a:pt x="176" y="-47"/>
                  <a:pt x="377" y="-15"/>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0" name=""/>
          <p:cNvSpPr/>
          <p:nvPr/>
        </p:nvSpPr>
        <p:spPr>
          <a:xfrm>
            <a:off x="2256480" y="3996360"/>
            <a:ext cx="109440" cy="104040"/>
          </a:xfrm>
          <a:custGeom>
            <a:avLst/>
            <a:gdLst/>
            <a:ahLst/>
            <a:rect l="0" t="0" r="r" b="b"/>
            <a:pathLst>
              <a:path fill="none" w="304" h="289">
                <a:moveTo>
                  <a:pt x="207" y="0"/>
                </a:moveTo>
                <a:lnTo>
                  <a:pt x="304" y="289"/>
                </a:lnTo>
                <a:lnTo>
                  <a:pt x="0" y="266"/>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1" name=""/>
          <p:cNvSpPr/>
          <p:nvPr/>
        </p:nvSpPr>
        <p:spPr>
          <a:xfrm>
            <a:off x="2162520" y="421524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2" name=""/>
          <p:cNvSpPr/>
          <p:nvPr/>
        </p:nvSpPr>
        <p:spPr>
          <a:xfrm>
            <a:off x="2162520" y="426744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3" name=""/>
          <p:cNvSpPr/>
          <p:nvPr/>
        </p:nvSpPr>
        <p:spPr>
          <a:xfrm>
            <a:off x="2433240" y="3781800"/>
            <a:ext cx="217080" cy="217080"/>
          </a:xfrm>
          <a:custGeom>
            <a:avLst/>
            <a:gdLst/>
            <a:ahLst/>
            <a:rect l="0" t="0" r="r" b="b"/>
            <a:pathLst>
              <a:path w="603" h="603">
                <a:moveTo>
                  <a:pt x="603" y="302"/>
                </a:moveTo>
                <a:cubicBezTo>
                  <a:pt x="603" y="322"/>
                  <a:pt x="601" y="341"/>
                  <a:pt x="597" y="361"/>
                </a:cubicBezTo>
                <a:cubicBezTo>
                  <a:pt x="593" y="380"/>
                  <a:pt x="587" y="399"/>
                  <a:pt x="580"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3"/>
                  <a:pt x="150" y="563"/>
                  <a:pt x="134" y="552"/>
                </a:cubicBezTo>
                <a:cubicBezTo>
                  <a:pt x="117" y="541"/>
                  <a:pt x="102" y="529"/>
                  <a:pt x="88" y="515"/>
                </a:cubicBezTo>
                <a:cubicBezTo>
                  <a:pt x="74" y="501"/>
                  <a:pt x="62" y="486"/>
                  <a:pt x="51" y="469"/>
                </a:cubicBezTo>
                <a:cubicBezTo>
                  <a:pt x="40" y="453"/>
                  <a:pt x="30" y="435"/>
                  <a:pt x="23" y="417"/>
                </a:cubicBezTo>
                <a:cubicBezTo>
                  <a:pt x="15" y="399"/>
                  <a:pt x="10" y="380"/>
                  <a:pt x="6" y="361"/>
                </a:cubicBezTo>
                <a:cubicBezTo>
                  <a:pt x="2" y="341"/>
                  <a:pt x="0" y="322"/>
                  <a:pt x="0" y="302"/>
                </a:cubicBezTo>
                <a:cubicBezTo>
                  <a:pt x="0" y="282"/>
                  <a:pt x="2" y="263"/>
                  <a:pt x="6" y="243"/>
                </a:cubicBezTo>
                <a:cubicBezTo>
                  <a:pt x="10" y="224"/>
                  <a:pt x="15" y="205"/>
                  <a:pt x="23" y="187"/>
                </a:cubicBezTo>
                <a:cubicBezTo>
                  <a:pt x="30" y="169"/>
                  <a:pt x="40" y="151"/>
                  <a:pt x="51" y="135"/>
                </a:cubicBezTo>
                <a:cubicBezTo>
                  <a:pt x="62" y="118"/>
                  <a:pt x="74" y="103"/>
                  <a:pt x="88" y="89"/>
                </a:cubicBezTo>
                <a:cubicBezTo>
                  <a:pt x="102" y="75"/>
                  <a:pt x="117" y="63"/>
                  <a:pt x="134" y="52"/>
                </a:cubicBezTo>
                <a:cubicBezTo>
                  <a:pt x="150" y="41"/>
                  <a:pt x="168" y="32"/>
                  <a:pt x="187" y="24"/>
                </a:cubicBezTo>
                <a:cubicBezTo>
                  <a:pt x="205" y="16"/>
                  <a:pt x="224" y="10"/>
                  <a:pt x="243" y="6"/>
                </a:cubicBezTo>
                <a:cubicBezTo>
                  <a:pt x="262" y="2"/>
                  <a:pt x="282" y="0"/>
                  <a:pt x="302" y="0"/>
                </a:cubicBezTo>
                <a:cubicBezTo>
                  <a:pt x="321" y="0"/>
                  <a:pt x="341" y="2"/>
                  <a:pt x="360" y="6"/>
                </a:cubicBezTo>
                <a:cubicBezTo>
                  <a:pt x="380" y="10"/>
                  <a:pt x="399" y="16"/>
                  <a:pt x="417" y="24"/>
                </a:cubicBezTo>
                <a:cubicBezTo>
                  <a:pt x="435" y="32"/>
                  <a:pt x="452" y="41"/>
                  <a:pt x="469" y="52"/>
                </a:cubicBezTo>
                <a:cubicBezTo>
                  <a:pt x="485" y="63"/>
                  <a:pt x="500" y="75"/>
                  <a:pt x="514" y="89"/>
                </a:cubicBezTo>
                <a:cubicBezTo>
                  <a:pt x="528" y="103"/>
                  <a:pt x="541" y="118"/>
                  <a:pt x="552" y="135"/>
                </a:cubicBezTo>
                <a:cubicBezTo>
                  <a:pt x="563" y="151"/>
                  <a:pt x="572" y="169"/>
                  <a:pt x="580" y="187"/>
                </a:cubicBezTo>
                <a:cubicBezTo>
                  <a:pt x="587" y="205"/>
                  <a:pt x="593" y="224"/>
                  <a:pt x="597" y="243"/>
                </a:cubicBezTo>
                <a:cubicBezTo>
                  <a:pt x="601" y="263"/>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3455640" y="653040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15" name=""/>
          <p:cNvSpPr txBox="1"/>
          <p:nvPr/>
        </p:nvSpPr>
        <p:spPr>
          <a:xfrm>
            <a:off x="250056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16" name=""/>
          <p:cNvSpPr txBox="1"/>
          <p:nvPr/>
        </p:nvSpPr>
        <p:spPr>
          <a:xfrm>
            <a:off x="1776960" y="463140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17" name=""/>
          <p:cNvSpPr txBox="1"/>
          <p:nvPr/>
        </p:nvSpPr>
        <p:spPr>
          <a:xfrm>
            <a:off x="1934640" y="481428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18" name=""/>
          <p:cNvSpPr/>
          <p:nvPr/>
        </p:nvSpPr>
        <p:spPr>
          <a:xfrm>
            <a:off x="7314840" y="5047920"/>
            <a:ext cx="4343760" cy="1553040"/>
          </a:xfrm>
          <a:custGeom>
            <a:avLst/>
            <a:gdLst/>
            <a:ahLst/>
            <a:rect l="0" t="0" r="r" b="b"/>
            <a:pathLst>
              <a:path w="12066" h="4314">
                <a:moveTo>
                  <a:pt x="0" y="4314"/>
                </a:moveTo>
                <a:lnTo>
                  <a:pt x="0" y="0"/>
                </a:lnTo>
                <a:lnTo>
                  <a:pt x="11961" y="0"/>
                </a:lnTo>
                <a:cubicBezTo>
                  <a:pt x="11975" y="0"/>
                  <a:pt x="11988" y="3"/>
                  <a:pt x="12001" y="8"/>
                </a:cubicBezTo>
                <a:cubicBezTo>
                  <a:pt x="12014" y="14"/>
                  <a:pt x="12026" y="21"/>
                  <a:pt x="12035" y="31"/>
                </a:cubicBezTo>
                <a:cubicBezTo>
                  <a:pt x="12045" y="41"/>
                  <a:pt x="12053" y="53"/>
                  <a:pt x="12058" y="66"/>
                </a:cubicBezTo>
                <a:cubicBezTo>
                  <a:pt x="12064" y="79"/>
                  <a:pt x="12066" y="92"/>
                  <a:pt x="12066" y="106"/>
                </a:cubicBezTo>
                <a:lnTo>
                  <a:pt x="12066" y="4208"/>
                </a:lnTo>
                <a:cubicBezTo>
                  <a:pt x="12066" y="4222"/>
                  <a:pt x="12064" y="4236"/>
                  <a:pt x="12058" y="4249"/>
                </a:cubicBezTo>
                <a:cubicBezTo>
                  <a:pt x="12053" y="4262"/>
                  <a:pt x="12045" y="4273"/>
                  <a:pt x="12035" y="4283"/>
                </a:cubicBezTo>
                <a:cubicBezTo>
                  <a:pt x="12026" y="4293"/>
                  <a:pt x="12014" y="4301"/>
                  <a:pt x="12001" y="4306"/>
                </a:cubicBezTo>
                <a:cubicBezTo>
                  <a:pt x="11988" y="4311"/>
                  <a:pt x="11975" y="4314"/>
                  <a:pt x="11961" y="4314"/>
                </a:cubicBezTo>
                <a:lnTo>
                  <a:pt x="0" y="4314"/>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p:nvPr/>
        </p:nvSpPr>
        <p:spPr>
          <a:xfrm>
            <a:off x="7296120" y="504792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7381800" y="142848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59"/>
                  <a:pt x="6" y="49"/>
                </a:cubicBezTo>
                <a:cubicBezTo>
                  <a:pt x="10" y="40"/>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40"/>
                  <a:pt x="153" y="49"/>
                </a:cubicBezTo>
                <a:cubicBezTo>
                  <a:pt x="157" y="59"/>
                  <a:pt x="159" y="70"/>
                  <a:pt x="159"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txBox="1"/>
          <p:nvPr/>
        </p:nvSpPr>
        <p:spPr>
          <a:xfrm>
            <a:off x="1617840" y="503352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22" name=""/>
          <p:cNvSpPr txBox="1"/>
          <p:nvPr/>
        </p:nvSpPr>
        <p:spPr>
          <a:xfrm>
            <a:off x="7566480" y="13420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23" name=""/>
          <p:cNvSpPr/>
          <p:nvPr/>
        </p:nvSpPr>
        <p:spPr>
          <a:xfrm>
            <a:off x="7381800" y="2162160"/>
            <a:ext cx="57240" cy="57240"/>
          </a:xfrm>
          <a:custGeom>
            <a:avLst/>
            <a:gdLst/>
            <a:ahLst/>
            <a:rect l="0" t="0" r="r" b="b"/>
            <a:pathLst>
              <a:path w="159" h="159">
                <a:moveTo>
                  <a:pt x="159" y="80"/>
                </a:moveTo>
                <a:cubicBezTo>
                  <a:pt x="159" y="90"/>
                  <a:pt x="157" y="101"/>
                  <a:pt x="153" y="110"/>
                </a:cubicBezTo>
                <a:cubicBezTo>
                  <a:pt x="149" y="120"/>
                  <a:pt x="144" y="129"/>
                  <a:pt x="136" y="136"/>
                </a:cubicBezTo>
                <a:cubicBezTo>
                  <a:pt x="129" y="143"/>
                  <a:pt x="120" y="149"/>
                  <a:pt x="109" y="153"/>
                </a:cubicBezTo>
                <a:cubicBezTo>
                  <a:pt x="100" y="157"/>
                  <a:pt x="90" y="159"/>
                  <a:pt x="79" y="159"/>
                </a:cubicBezTo>
                <a:cubicBezTo>
                  <a:pt x="69" y="159"/>
                  <a:pt x="58" y="157"/>
                  <a:pt x="49" y="153"/>
                </a:cubicBezTo>
                <a:cubicBezTo>
                  <a:pt x="39" y="149"/>
                  <a:pt x="30" y="143"/>
                  <a:pt x="23" y="136"/>
                </a:cubicBezTo>
                <a:cubicBezTo>
                  <a:pt x="16" y="129"/>
                  <a:pt x="10" y="120"/>
                  <a:pt x="6" y="110"/>
                </a:cubicBezTo>
                <a:cubicBezTo>
                  <a:pt x="2" y="101"/>
                  <a:pt x="0" y="90"/>
                  <a:pt x="0" y="80"/>
                </a:cubicBezTo>
                <a:cubicBezTo>
                  <a:pt x="0" y="68"/>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8"/>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txBox="1"/>
          <p:nvPr/>
        </p:nvSpPr>
        <p:spPr>
          <a:xfrm>
            <a:off x="7566480" y="1684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25" name=""/>
          <p:cNvSpPr txBox="1"/>
          <p:nvPr/>
        </p:nvSpPr>
        <p:spPr>
          <a:xfrm>
            <a:off x="756648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6" name=""/>
          <p:cNvSpPr txBox="1"/>
          <p:nvPr/>
        </p:nvSpPr>
        <p:spPr>
          <a:xfrm>
            <a:off x="8127360" y="20754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27" name=""/>
          <p:cNvSpPr txBox="1"/>
          <p:nvPr/>
        </p:nvSpPr>
        <p:spPr>
          <a:xfrm>
            <a:off x="7566480" y="24184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28" name=""/>
          <p:cNvSpPr txBox="1"/>
          <p:nvPr/>
        </p:nvSpPr>
        <p:spPr>
          <a:xfrm>
            <a:off x="7756920" y="240948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9" name=""/>
          <p:cNvSpPr/>
          <p:nvPr/>
        </p:nvSpPr>
        <p:spPr>
          <a:xfrm>
            <a:off x="7381800" y="2895480"/>
            <a:ext cx="57240" cy="57600"/>
          </a:xfrm>
          <a:custGeom>
            <a:avLst/>
            <a:gdLst/>
            <a:ahLst/>
            <a:rect l="0" t="0" r="r" b="b"/>
            <a:pathLst>
              <a:path w="159" h="160">
                <a:moveTo>
                  <a:pt x="159" y="79"/>
                </a:moveTo>
                <a:cubicBezTo>
                  <a:pt x="159" y="90"/>
                  <a:pt x="157" y="101"/>
                  <a:pt x="153" y="111"/>
                </a:cubicBezTo>
                <a:cubicBezTo>
                  <a:pt x="149" y="120"/>
                  <a:pt x="144" y="129"/>
                  <a:pt x="136" y="136"/>
                </a:cubicBezTo>
                <a:cubicBezTo>
                  <a:pt x="129" y="144"/>
                  <a:pt x="120" y="150"/>
                  <a:pt x="109" y="154"/>
                </a:cubicBezTo>
                <a:cubicBezTo>
                  <a:pt x="100" y="158"/>
                  <a:pt x="90" y="160"/>
                  <a:pt x="79" y="160"/>
                </a:cubicBezTo>
                <a:cubicBezTo>
                  <a:pt x="69" y="160"/>
                  <a:pt x="58" y="158"/>
                  <a:pt x="49" y="154"/>
                </a:cubicBezTo>
                <a:cubicBezTo>
                  <a:pt x="39" y="150"/>
                  <a:pt x="30" y="144"/>
                  <a:pt x="23" y="136"/>
                </a:cubicBezTo>
                <a:cubicBezTo>
                  <a:pt x="16" y="129"/>
                  <a:pt x="10" y="120"/>
                  <a:pt x="6" y="111"/>
                </a:cubicBezTo>
                <a:cubicBezTo>
                  <a:pt x="2" y="101"/>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txBox="1"/>
          <p:nvPr/>
        </p:nvSpPr>
        <p:spPr>
          <a:xfrm>
            <a:off x="835704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31" name=""/>
          <p:cNvSpPr txBox="1"/>
          <p:nvPr/>
        </p:nvSpPr>
        <p:spPr>
          <a:xfrm>
            <a:off x="756648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32" name=""/>
          <p:cNvSpPr txBox="1"/>
          <p:nvPr/>
        </p:nvSpPr>
        <p:spPr>
          <a:xfrm>
            <a:off x="794772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3" name=""/>
          <p:cNvSpPr txBox="1"/>
          <p:nvPr/>
        </p:nvSpPr>
        <p:spPr>
          <a:xfrm>
            <a:off x="8120520" y="2809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34" name=""/>
          <p:cNvSpPr/>
          <p:nvPr/>
        </p:nvSpPr>
        <p:spPr>
          <a:xfrm>
            <a:off x="7381800" y="3628800"/>
            <a:ext cx="57240" cy="57600"/>
          </a:xfrm>
          <a:custGeom>
            <a:avLst/>
            <a:gdLst/>
            <a:ahLst/>
            <a:rect l="0" t="0" r="r" b="b"/>
            <a:pathLst>
              <a:path w="159" h="160">
                <a:moveTo>
                  <a:pt x="159" y="79"/>
                </a:moveTo>
                <a:cubicBezTo>
                  <a:pt x="159" y="90"/>
                  <a:pt x="157" y="100"/>
                  <a:pt x="153" y="110"/>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txBox="1"/>
          <p:nvPr/>
        </p:nvSpPr>
        <p:spPr>
          <a:xfrm>
            <a:off x="7566480" y="31518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36" name=""/>
          <p:cNvSpPr txBox="1"/>
          <p:nvPr/>
        </p:nvSpPr>
        <p:spPr>
          <a:xfrm>
            <a:off x="7566480" y="35424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37" name=""/>
          <p:cNvSpPr/>
          <p:nvPr/>
        </p:nvSpPr>
        <p:spPr>
          <a:xfrm>
            <a:off x="7381800" y="436212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txBox="1"/>
          <p:nvPr/>
        </p:nvSpPr>
        <p:spPr>
          <a:xfrm>
            <a:off x="7566480" y="38851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39" name=""/>
          <p:cNvSpPr txBox="1"/>
          <p:nvPr/>
        </p:nvSpPr>
        <p:spPr>
          <a:xfrm>
            <a:off x="7566480" y="4266720"/>
            <a:ext cx="604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40" name=""/>
          <p:cNvSpPr txBox="1"/>
          <p:nvPr/>
        </p:nvSpPr>
        <p:spPr>
          <a:xfrm>
            <a:off x="8169840" y="427572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41" name=""/>
          <p:cNvSpPr txBox="1"/>
          <p:nvPr/>
        </p:nvSpPr>
        <p:spPr>
          <a:xfrm>
            <a:off x="8741520" y="4266720"/>
            <a:ext cx="420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42" name=""/>
          <p:cNvSpPr txBox="1"/>
          <p:nvPr/>
        </p:nvSpPr>
        <p:spPr>
          <a:xfrm>
            <a:off x="9161280" y="42757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43" name=""/>
          <p:cNvSpPr txBox="1"/>
          <p:nvPr/>
        </p:nvSpPr>
        <p:spPr>
          <a:xfrm>
            <a:off x="7566480" y="46188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44" name=""/>
          <p:cNvSpPr txBox="1"/>
          <p:nvPr/>
        </p:nvSpPr>
        <p:spPr>
          <a:xfrm>
            <a:off x="7490520" y="517968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45" name=""/>
          <p:cNvSpPr txBox="1"/>
          <p:nvPr/>
        </p:nvSpPr>
        <p:spPr>
          <a:xfrm>
            <a:off x="7490520" y="54558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46" name=""/>
          <p:cNvSpPr txBox="1"/>
          <p:nvPr/>
        </p:nvSpPr>
        <p:spPr>
          <a:xfrm>
            <a:off x="7490520" y="572256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47" name=""/>
          <p:cNvSpPr txBox="1"/>
          <p:nvPr/>
        </p:nvSpPr>
        <p:spPr>
          <a:xfrm>
            <a:off x="7490520" y="599904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48" name=""/>
          <p:cNvSpPr txBox="1"/>
          <p:nvPr/>
        </p:nvSpPr>
        <p:spPr>
          <a:xfrm>
            <a:off x="8576280" y="599040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49" name=""/>
          <p:cNvSpPr txBox="1"/>
          <p:nvPr/>
        </p:nvSpPr>
        <p:spPr>
          <a:xfrm>
            <a:off x="8740440" y="599904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50" name=""/>
          <p:cNvSpPr txBox="1"/>
          <p:nvPr/>
        </p:nvSpPr>
        <p:spPr>
          <a:xfrm>
            <a:off x="7490520" y="6265440"/>
            <a:ext cx="1821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5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2_slide22-22.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