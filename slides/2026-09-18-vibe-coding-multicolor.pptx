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5" name="PlaceHolder 2"/>
          <p:cNvSpPr>
            <a:spLocks noGrp="1"/>
          </p:cNvSpPr>
          <p:nvPr>
            <p:ph type="subTitle"/>
          </p:nvPr>
        </p:nvSpPr>
        <p:spPr>
          <a:xfrm>
            <a:off x="609480" y="1520280"/>
            <a:ext cx="10972080" cy="376848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image" Target="../media/image4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jpe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6.png"/><Relationship Id="rId12" Type="http://schemas.openxmlformats.org/officeDocument/2006/relationships/image" Target="../media/image37.png"/><Relationship Id="rId13"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 Id="rId9" Type="http://schemas.openxmlformats.org/officeDocument/2006/relationships/image" Target="../media/image46.png"/><Relationship Id="rId10" Type="http://schemas.openxmlformats.org/officeDocument/2006/relationships/image" Target="../media/image47.png"/><Relationship Id="rId11" Type="http://schemas.openxmlformats.org/officeDocument/2006/relationships/image" Target="../media/image48.png"/><Relationship Id="rId12"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image" Target="../media/image50.png"/></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 name="Picture 1" descr="mc_fixed.001.png"/>
          <p:cNvPicPr>
            <a:picLocks noChangeAspect="1"/>
          </p:cNvPicPr>
          <p:nvPr/>
        </p:nvPicPr>
        <p:blipFill>
          <a:blip r:embed="rId4"/>
          <a:stretch>
            <a:fillRect/>
          </a:stretch>
        </p:blipFill>
        <p:spPr>
          <a:xfrm>
            <a:off x="0" y="0"/>
            <a:ext cx="12192000" cy="6858000"/>
          </a:xfrm>
          <a:prstGeom prst="rect">
            <a:avLst/>
          </a:prstGeom>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1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18" name=""/>
          <p:cNvSpPr/>
          <p:nvPr/>
        </p:nvSpPr>
        <p:spPr>
          <a:xfrm>
            <a:off x="533160" y="241920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19" name=""/>
          <p:cNvSpPr txBox="1"/>
          <p:nvPr/>
        </p:nvSpPr>
        <p:spPr>
          <a:xfrm>
            <a:off x="533520" y="1902960"/>
            <a:ext cx="762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概要</a:t>
            </a:r>
            <a:endParaRPr lang="en-US" sz="3000" b="0" u="none" strike="noStrike">
              <a:solidFill>
                <a:srgbClr val="000000"/>
              </a:solidFill>
              <a:effectLst/>
              <a:uFillTx/>
              <a:latin typeface="游明朝体"/>
            </a:endParaRPr>
          </a:p>
        </p:txBody>
      </p:sp>
      <p:sp>
        <p:nvSpPr>
          <p:cNvPr id="1620" name=""/>
          <p:cNvSpPr txBox="1"/>
          <p:nvPr/>
        </p:nvSpPr>
        <p:spPr>
          <a:xfrm>
            <a:off x="533520" y="2723040"/>
            <a:ext cx="6096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プログラミングを少しかじった程度で開発の専⾨知識のない私ですが、</a:t>
            </a:r>
            <a:endParaRPr lang="en-US" sz="1500" b="0" u="none" strike="noStrike">
              <a:solidFill>
                <a:srgbClr val="000000"/>
              </a:solidFill>
              <a:effectLst/>
              <a:uFillTx/>
              <a:latin typeface="游明朝体"/>
            </a:endParaRPr>
          </a:p>
        </p:txBody>
      </p:sp>
      <p:sp>
        <p:nvSpPr>
          <p:cNvPr id="1621" name=""/>
          <p:cNvSpPr txBox="1"/>
          <p:nvPr/>
        </p:nvSpPr>
        <p:spPr>
          <a:xfrm>
            <a:off x="6629400" y="2714400"/>
            <a:ext cx="5616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1622" name=""/>
          <p:cNvSpPr txBox="1"/>
          <p:nvPr/>
        </p:nvSpPr>
        <p:spPr>
          <a:xfrm>
            <a:off x="7190280" y="2723040"/>
            <a:ext cx="3810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の「アメダス気象データ分析チャレンジ」で</a:t>
            </a:r>
            <a:endParaRPr lang="en-US" sz="1500" b="0" u="none" strike="noStrike">
              <a:solidFill>
                <a:srgbClr val="000000"/>
              </a:solidFill>
              <a:effectLst/>
              <a:uFillTx/>
              <a:latin typeface="游明朝体"/>
            </a:endParaRPr>
          </a:p>
        </p:txBody>
      </p:sp>
      <p:sp>
        <p:nvSpPr>
          <p:cNvPr id="1623" name=""/>
          <p:cNvSpPr txBox="1"/>
          <p:nvPr/>
        </p:nvSpPr>
        <p:spPr>
          <a:xfrm>
            <a:off x="10973520" y="2714400"/>
            <a:ext cx="6004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Python</a:t>
            </a:r>
            <a:endParaRPr lang="en-US" sz="1500" b="0" u="none" strike="noStrike">
              <a:solidFill>
                <a:srgbClr val="000000"/>
              </a:solidFill>
              <a:effectLst/>
              <a:uFillTx/>
              <a:latin typeface="游明朝体"/>
            </a:endParaRPr>
          </a:p>
        </p:txBody>
      </p:sp>
      <p:sp>
        <p:nvSpPr>
          <p:cNvPr id="1624" name=""/>
          <p:cNvSpPr txBox="1"/>
          <p:nvPr/>
        </p:nvSpPr>
        <p:spPr>
          <a:xfrm>
            <a:off x="533520" y="3008880"/>
            <a:ext cx="4001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と機械学習を初めて学び、同時期に始めた⽣成</a:t>
            </a:r>
            <a:endParaRPr lang="en-US" sz="1500" b="0" u="none" strike="noStrike">
              <a:solidFill>
                <a:srgbClr val="000000"/>
              </a:solidFill>
              <a:effectLst/>
              <a:uFillTx/>
              <a:latin typeface="游明朝体"/>
            </a:endParaRPr>
          </a:p>
        </p:txBody>
      </p:sp>
      <p:sp>
        <p:nvSpPr>
          <p:cNvPr id="1625" name=""/>
          <p:cNvSpPr txBox="1"/>
          <p:nvPr/>
        </p:nvSpPr>
        <p:spPr>
          <a:xfrm>
            <a:off x="4520520" y="29998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626" name=""/>
          <p:cNvSpPr txBox="1"/>
          <p:nvPr/>
        </p:nvSpPr>
        <p:spPr>
          <a:xfrm>
            <a:off x="4693320" y="3008880"/>
            <a:ext cx="6668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によるプログラミングを組み合わせることで、新たな世界が広がっています。</a:t>
            </a:r>
            <a:endParaRPr lang="en-US" sz="1500" b="0" u="none" strike="noStrike">
              <a:solidFill>
                <a:srgbClr val="000000"/>
              </a:solidFill>
              <a:effectLst/>
              <a:uFillTx/>
              <a:latin typeface="游明朝体"/>
            </a:endParaRPr>
          </a:p>
        </p:txBody>
      </p:sp>
      <p:sp>
        <p:nvSpPr>
          <p:cNvPr id="1627" name=""/>
          <p:cNvSpPr txBox="1"/>
          <p:nvPr/>
        </p:nvSpPr>
        <p:spPr>
          <a:xfrm>
            <a:off x="533520" y="343800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628" name=""/>
          <p:cNvSpPr txBox="1"/>
          <p:nvPr/>
        </p:nvSpPr>
        <p:spPr>
          <a:xfrm>
            <a:off x="706320" y="3447000"/>
            <a:ext cx="5144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と対話しながらアプリ開発を進める「バイブコーディング（</a:t>
            </a:r>
            <a:endParaRPr lang="en-US" sz="1500" b="0" u="none" strike="noStrike">
              <a:solidFill>
                <a:srgbClr val="000000"/>
              </a:solidFill>
              <a:effectLst/>
              <a:uFillTx/>
              <a:latin typeface="游明朝体"/>
            </a:endParaRPr>
          </a:p>
        </p:txBody>
      </p:sp>
      <p:sp>
        <p:nvSpPr>
          <p:cNvPr id="1629" name=""/>
          <p:cNvSpPr txBox="1"/>
          <p:nvPr/>
        </p:nvSpPr>
        <p:spPr>
          <a:xfrm>
            <a:off x="5832360" y="3438000"/>
            <a:ext cx="1045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Vibe Coding</a:t>
            </a:r>
            <a:endParaRPr lang="en-US" sz="1500" b="0" u="none" strike="noStrike">
              <a:solidFill>
                <a:srgbClr val="000000"/>
              </a:solidFill>
              <a:effectLst/>
              <a:uFillTx/>
              <a:latin typeface="游明朝体"/>
            </a:endParaRPr>
          </a:p>
        </p:txBody>
      </p:sp>
      <p:sp>
        <p:nvSpPr>
          <p:cNvPr id="1630" name=""/>
          <p:cNvSpPr txBox="1"/>
          <p:nvPr/>
        </p:nvSpPr>
        <p:spPr>
          <a:xfrm>
            <a:off x="6873480" y="3447000"/>
            <a:ext cx="4953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）」というスタイルで、プログラミング（⼿抜きですが）</a:t>
            </a:r>
            <a:endParaRPr lang="en-US" sz="1500" b="0" u="none" strike="noStrike">
              <a:solidFill>
                <a:srgbClr val="000000"/>
              </a:solidFill>
              <a:effectLst/>
              <a:uFillTx/>
              <a:latin typeface="游明朝体"/>
            </a:endParaRPr>
          </a:p>
        </p:txBody>
      </p:sp>
      <p:sp>
        <p:nvSpPr>
          <p:cNvPr id="1631" name=""/>
          <p:cNvSpPr txBox="1"/>
          <p:nvPr/>
        </p:nvSpPr>
        <p:spPr>
          <a:xfrm>
            <a:off x="533520" y="3732840"/>
            <a:ext cx="1905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の楽しさを知り、今年</a:t>
            </a:r>
            <a:endParaRPr lang="en-US" sz="1500" b="0" u="none" strike="noStrike">
              <a:solidFill>
                <a:srgbClr val="000000"/>
              </a:solidFill>
              <a:effectLst/>
              <a:uFillTx/>
              <a:latin typeface="游明朝体"/>
            </a:endParaRPr>
          </a:p>
        </p:txBody>
      </p:sp>
      <p:sp>
        <p:nvSpPr>
          <p:cNvPr id="1632" name=""/>
          <p:cNvSpPr txBox="1"/>
          <p:nvPr/>
        </p:nvSpPr>
        <p:spPr>
          <a:xfrm>
            <a:off x="2438280" y="372384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3</a:t>
            </a:r>
            <a:endParaRPr lang="en-US" sz="1500" b="0" u="none" strike="noStrike">
              <a:solidFill>
                <a:srgbClr val="000000"/>
              </a:solidFill>
              <a:effectLst/>
              <a:uFillTx/>
              <a:latin typeface="游明朝体"/>
            </a:endParaRPr>
          </a:p>
        </p:txBody>
      </p:sp>
      <p:sp>
        <p:nvSpPr>
          <p:cNvPr id="1633" name=""/>
          <p:cNvSpPr txBox="1"/>
          <p:nvPr/>
        </p:nvSpPr>
        <p:spPr>
          <a:xfrm>
            <a:off x="2544480" y="3732840"/>
            <a:ext cx="953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⽉から⽣成</a:t>
            </a:r>
            <a:endParaRPr lang="en-US" sz="1500" b="0" u="none" strike="noStrike">
              <a:solidFill>
                <a:srgbClr val="000000"/>
              </a:solidFill>
              <a:effectLst/>
              <a:uFillTx/>
              <a:latin typeface="游明朝体"/>
            </a:endParaRPr>
          </a:p>
        </p:txBody>
      </p:sp>
      <p:sp>
        <p:nvSpPr>
          <p:cNvPr id="1634" name=""/>
          <p:cNvSpPr txBox="1"/>
          <p:nvPr/>
        </p:nvSpPr>
        <p:spPr>
          <a:xfrm>
            <a:off x="3496680" y="372384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635" name=""/>
          <p:cNvSpPr txBox="1"/>
          <p:nvPr/>
        </p:nvSpPr>
        <p:spPr>
          <a:xfrm>
            <a:off x="3669480" y="373284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エージェントの</a:t>
            </a:r>
            <a:endParaRPr lang="en-US" sz="1500" b="0" u="none" strike="noStrike">
              <a:solidFill>
                <a:srgbClr val="000000"/>
              </a:solidFill>
              <a:effectLst/>
              <a:uFillTx/>
              <a:latin typeface="游明朝体"/>
            </a:endParaRPr>
          </a:p>
        </p:txBody>
      </p:sp>
      <p:sp>
        <p:nvSpPr>
          <p:cNvPr id="1636" name=""/>
          <p:cNvSpPr txBox="1"/>
          <p:nvPr/>
        </p:nvSpPr>
        <p:spPr>
          <a:xfrm>
            <a:off x="4987800" y="3723840"/>
            <a:ext cx="11192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Claude Code</a:t>
            </a:r>
            <a:endParaRPr lang="en-US" sz="1500" b="0" u="none" strike="noStrike">
              <a:solidFill>
                <a:srgbClr val="000000"/>
              </a:solidFill>
              <a:effectLst/>
              <a:uFillTx/>
              <a:latin typeface="游明朝体"/>
            </a:endParaRPr>
          </a:p>
        </p:txBody>
      </p:sp>
      <p:sp>
        <p:nvSpPr>
          <p:cNvPr id="1637" name=""/>
          <p:cNvSpPr txBox="1"/>
          <p:nvPr/>
        </p:nvSpPr>
        <p:spPr>
          <a:xfrm>
            <a:off x="6106320" y="3732840"/>
            <a:ext cx="5525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を使い始めてからは、⾯倒な「作業」を減らして、アイデアを形</a:t>
            </a:r>
            <a:endParaRPr lang="en-US" sz="1500" b="0" u="none" strike="noStrike">
              <a:solidFill>
                <a:srgbClr val="000000"/>
              </a:solidFill>
              <a:effectLst/>
              <a:uFillTx/>
              <a:latin typeface="游明朝体"/>
            </a:endParaRPr>
          </a:p>
        </p:txBody>
      </p:sp>
      <p:sp>
        <p:nvSpPr>
          <p:cNvPr id="1638" name=""/>
          <p:cNvSpPr txBox="1"/>
          <p:nvPr/>
        </p:nvSpPr>
        <p:spPr>
          <a:xfrm>
            <a:off x="533520" y="4018680"/>
            <a:ext cx="3810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にする⾼速開発のサイクルが定着しました。</a:t>
            </a:r>
            <a:endParaRPr lang="en-US" sz="1500" b="0" u="none" strike="noStrike">
              <a:solidFill>
                <a:srgbClr val="000000"/>
              </a:solidFill>
              <a:effectLst/>
              <a:uFillTx/>
              <a:latin typeface="游明朝体"/>
            </a:endParaRPr>
          </a:p>
        </p:txBody>
      </p:sp>
      <p:sp>
        <p:nvSpPr>
          <p:cNvPr id="1639" name=""/>
          <p:cNvSpPr txBox="1"/>
          <p:nvPr/>
        </p:nvSpPr>
        <p:spPr>
          <a:xfrm>
            <a:off x="533520" y="4456800"/>
            <a:ext cx="10859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今回は、この開発スタイルの紹介と、農研機構メッシュ農業気象データを活⽤した太陽光発電量予測の機械学習事例を紹介しま</a:t>
            </a:r>
            <a:endParaRPr lang="en-US" sz="1500" b="0" u="none" strike="noStrike">
              <a:solidFill>
                <a:srgbClr val="000000"/>
              </a:solidFill>
              <a:effectLst/>
              <a:uFillTx/>
              <a:latin typeface="游明朝体"/>
            </a:endParaRPr>
          </a:p>
        </p:txBody>
      </p:sp>
      <p:sp>
        <p:nvSpPr>
          <p:cNvPr id="1640" name=""/>
          <p:cNvSpPr txBox="1"/>
          <p:nvPr/>
        </p:nvSpPr>
        <p:spPr>
          <a:xfrm>
            <a:off x="533520" y="474264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す。</a:t>
            </a:r>
            <a:endParaRPr lang="en-US" sz="1500" b="0" u="none" strike="noStrike">
              <a:solidFill>
                <a:srgbClr val="000000"/>
              </a:solidFill>
              <a:effectLst/>
              <a:uFillTx/>
              <a:latin typeface="游明朝体"/>
            </a:endParaRPr>
          </a:p>
        </p:txBody>
      </p:sp>
      <p:sp>
        <p:nvSpPr>
          <p:cNvPr id="1641"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2</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4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4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45" name=""/>
          <p:cNvSpPr/>
          <p:nvPr/>
        </p:nvSpPr>
        <p:spPr>
          <a:xfrm>
            <a:off x="533160" y="2600280"/>
            <a:ext cx="11125440" cy="38160"/>
          </a:xfrm>
          <a:custGeom>
            <a:avLst/>
            <a:gdLst/>
            <a:ahLst/>
            <a:rect l="0" t="0" r="r" b="b"/>
            <a:pathLst>
              <a:path w="30904" h="106">
                <a:moveTo>
                  <a:pt x="0" y="0"/>
                </a:moveTo>
                <a:lnTo>
                  <a:pt x="30904" y="0"/>
                </a:lnTo>
                <a:lnTo>
                  <a:pt x="30904" y="106"/>
                </a:lnTo>
                <a:lnTo>
                  <a:pt x="0" y="106"/>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46" name=""/>
          <p:cNvSpPr txBox="1"/>
          <p:nvPr/>
        </p:nvSpPr>
        <p:spPr>
          <a:xfrm>
            <a:off x="533520" y="2084040"/>
            <a:ext cx="762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⽬次</a:t>
            </a:r>
            <a:endParaRPr lang="en-US" sz="3000" b="0" u="none" strike="noStrike">
              <a:solidFill>
                <a:srgbClr val="000000"/>
              </a:solidFill>
              <a:effectLst/>
              <a:uFillTx/>
              <a:latin typeface="游明朝体"/>
            </a:endParaRPr>
          </a:p>
        </p:txBody>
      </p:sp>
      <p:sp>
        <p:nvSpPr>
          <p:cNvPr id="1647" name=""/>
          <p:cNvSpPr txBox="1"/>
          <p:nvPr/>
        </p:nvSpPr>
        <p:spPr>
          <a:xfrm>
            <a:off x="588240" y="2923920"/>
            <a:ext cx="212400" cy="222840"/>
          </a:xfrm>
          <a:prstGeom prst="rect">
            <a:avLst/>
          </a:prstGeom>
          <a:noFill/>
          <a:ln w="0">
            <a:noFill/>
          </a:ln>
        </p:spPr>
        <p:txBody>
          <a:bodyPr wrap="none" lIns="0" tIns="0" rIns="0" bIns="0" anchor="t">
            <a:spAutoFit/>
          </a:bodyPr>
          <a:p>
            <a:pPr/>
            <a:r>
              <a:rPr lang="en-US" sz="1500" b="0" u="none" strike="noStrike">
                <a:solidFill>
                  <a:srgbClr val="EB6834"/>
                </a:solidFill>
                <a:effectLst/>
                <a:uFillTx/>
                <a:latin typeface="HelveticaNeue"/>
                <a:ea typeface="HelveticaNeue"/>
              </a:rPr>
              <a:t>1. </a:t>
            </a:r>
            <a:endParaRPr lang="en-US" sz="1500" b="0" u="none" strike="noStrike">
              <a:solidFill>
                <a:srgbClr val="000000"/>
              </a:solidFill>
              <a:effectLst/>
              <a:uFillTx/>
              <a:latin typeface="游明朝体"/>
            </a:endParaRPr>
          </a:p>
        </p:txBody>
      </p:sp>
      <p:sp>
        <p:nvSpPr>
          <p:cNvPr id="1648" name=""/>
          <p:cNvSpPr txBox="1"/>
          <p:nvPr/>
        </p:nvSpPr>
        <p:spPr>
          <a:xfrm>
            <a:off x="799920" y="293292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⽣成</a:t>
            </a:r>
            <a:endParaRPr lang="en-US" sz="1500" b="0" u="none" strike="noStrike">
              <a:solidFill>
                <a:srgbClr val="000000"/>
              </a:solidFill>
              <a:effectLst/>
              <a:uFillTx/>
              <a:latin typeface="游明朝体"/>
            </a:endParaRPr>
          </a:p>
        </p:txBody>
      </p:sp>
      <p:sp>
        <p:nvSpPr>
          <p:cNvPr id="1649" name=""/>
          <p:cNvSpPr txBox="1"/>
          <p:nvPr/>
        </p:nvSpPr>
        <p:spPr>
          <a:xfrm>
            <a:off x="1181160" y="292392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650" name=""/>
          <p:cNvSpPr txBox="1"/>
          <p:nvPr/>
        </p:nvSpPr>
        <p:spPr>
          <a:xfrm>
            <a:off x="1353960" y="2932920"/>
            <a:ext cx="953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活⽤の経緯</a:t>
            </a:r>
            <a:endParaRPr lang="en-US" sz="1500" b="0" u="none" strike="noStrike">
              <a:solidFill>
                <a:srgbClr val="000000"/>
              </a:solidFill>
              <a:effectLst/>
              <a:uFillTx/>
              <a:latin typeface="游明朝体"/>
            </a:endParaRPr>
          </a:p>
        </p:txBody>
      </p:sp>
      <p:sp>
        <p:nvSpPr>
          <p:cNvPr id="1651" name=""/>
          <p:cNvSpPr txBox="1"/>
          <p:nvPr/>
        </p:nvSpPr>
        <p:spPr>
          <a:xfrm>
            <a:off x="588240" y="3314160"/>
            <a:ext cx="212400" cy="222840"/>
          </a:xfrm>
          <a:prstGeom prst="rect">
            <a:avLst/>
          </a:prstGeom>
          <a:noFill/>
          <a:ln w="0">
            <a:noFill/>
          </a:ln>
        </p:spPr>
        <p:txBody>
          <a:bodyPr wrap="none" lIns="0" tIns="0" rIns="0" bIns="0" anchor="t">
            <a:spAutoFit/>
          </a:bodyPr>
          <a:p>
            <a:pPr/>
            <a:r>
              <a:rPr lang="en-US" sz="1500" b="0" u="none" strike="noStrike">
                <a:solidFill>
                  <a:srgbClr val="EB6834"/>
                </a:solidFill>
                <a:effectLst/>
                <a:uFillTx/>
                <a:latin typeface="HelveticaNeue"/>
                <a:ea typeface="HelveticaNeue"/>
              </a:rPr>
              <a:t>2. </a:t>
            </a:r>
            <a:endParaRPr lang="en-US" sz="1500" b="0" u="none" strike="noStrike">
              <a:solidFill>
                <a:srgbClr val="000000"/>
              </a:solidFill>
              <a:effectLst/>
              <a:uFillTx/>
              <a:latin typeface="游明朝体"/>
            </a:endParaRPr>
          </a:p>
        </p:txBody>
      </p:sp>
      <p:sp>
        <p:nvSpPr>
          <p:cNvPr id="1652" name=""/>
          <p:cNvSpPr txBox="1"/>
          <p:nvPr/>
        </p:nvSpPr>
        <p:spPr>
          <a:xfrm>
            <a:off x="799920" y="3323160"/>
            <a:ext cx="3620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開発したプロダクト（気象・予測ツール）</a:t>
            </a:r>
            <a:endParaRPr lang="en-US" sz="1500" b="0" u="none" strike="noStrike">
              <a:solidFill>
                <a:srgbClr val="000000"/>
              </a:solidFill>
              <a:effectLst/>
              <a:uFillTx/>
              <a:latin typeface="游明朝体"/>
            </a:endParaRPr>
          </a:p>
        </p:txBody>
      </p:sp>
      <p:sp>
        <p:nvSpPr>
          <p:cNvPr id="1653" name=""/>
          <p:cNvSpPr txBox="1"/>
          <p:nvPr/>
        </p:nvSpPr>
        <p:spPr>
          <a:xfrm>
            <a:off x="588240" y="3704760"/>
            <a:ext cx="212400" cy="222840"/>
          </a:xfrm>
          <a:prstGeom prst="rect">
            <a:avLst/>
          </a:prstGeom>
          <a:noFill/>
          <a:ln w="0">
            <a:noFill/>
          </a:ln>
        </p:spPr>
        <p:txBody>
          <a:bodyPr wrap="none" lIns="0" tIns="0" rIns="0" bIns="0" anchor="t">
            <a:spAutoFit/>
          </a:bodyPr>
          <a:p>
            <a:pPr/>
            <a:r>
              <a:rPr lang="en-US" sz="1500" b="0" u="none" strike="noStrike">
                <a:solidFill>
                  <a:srgbClr val="EB6834"/>
                </a:solidFill>
                <a:effectLst/>
                <a:uFillTx/>
                <a:latin typeface="HelveticaNeue"/>
                <a:ea typeface="HelveticaNeue"/>
              </a:rPr>
              <a:t>3. </a:t>
            </a:r>
            <a:endParaRPr lang="en-US" sz="1500" b="0" u="none" strike="noStrike">
              <a:solidFill>
                <a:srgbClr val="000000"/>
              </a:solidFill>
              <a:effectLst/>
              <a:uFillTx/>
              <a:latin typeface="游明朝体"/>
            </a:endParaRPr>
          </a:p>
        </p:txBody>
      </p:sp>
      <p:sp>
        <p:nvSpPr>
          <p:cNvPr id="1654" name=""/>
          <p:cNvSpPr txBox="1"/>
          <p:nvPr/>
        </p:nvSpPr>
        <p:spPr>
          <a:xfrm>
            <a:off x="799920" y="3713760"/>
            <a:ext cx="2858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農研機構メッシュ農業気象データ</a:t>
            </a:r>
            <a:endParaRPr lang="en-US" sz="1500" b="0" u="none" strike="noStrike">
              <a:solidFill>
                <a:srgbClr val="000000"/>
              </a:solidFill>
              <a:effectLst/>
              <a:uFillTx/>
              <a:latin typeface="游明朝体"/>
            </a:endParaRPr>
          </a:p>
        </p:txBody>
      </p:sp>
      <p:sp>
        <p:nvSpPr>
          <p:cNvPr id="1655" name=""/>
          <p:cNvSpPr txBox="1"/>
          <p:nvPr/>
        </p:nvSpPr>
        <p:spPr>
          <a:xfrm>
            <a:off x="3657600" y="3704760"/>
            <a:ext cx="3938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 AI</a:t>
            </a:r>
            <a:endParaRPr lang="en-US" sz="1500" b="0" u="none" strike="noStrike">
              <a:solidFill>
                <a:srgbClr val="000000"/>
              </a:solidFill>
              <a:effectLst/>
              <a:uFillTx/>
              <a:latin typeface="游明朝体"/>
            </a:endParaRPr>
          </a:p>
        </p:txBody>
      </p:sp>
      <p:sp>
        <p:nvSpPr>
          <p:cNvPr id="1656" name=""/>
          <p:cNvSpPr txBox="1"/>
          <p:nvPr/>
        </p:nvSpPr>
        <p:spPr>
          <a:xfrm>
            <a:off x="4050720" y="3713760"/>
            <a:ext cx="2286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による機械学習の取り組み</a:t>
            </a:r>
            <a:endParaRPr lang="en-US" sz="1500" b="0" u="none" strike="noStrike">
              <a:solidFill>
                <a:srgbClr val="000000"/>
              </a:solidFill>
              <a:effectLst/>
              <a:uFillTx/>
              <a:latin typeface="游明朝体"/>
            </a:endParaRPr>
          </a:p>
        </p:txBody>
      </p:sp>
      <p:sp>
        <p:nvSpPr>
          <p:cNvPr id="1657" name=""/>
          <p:cNvSpPr txBox="1"/>
          <p:nvPr/>
        </p:nvSpPr>
        <p:spPr>
          <a:xfrm>
            <a:off x="588240" y="4095360"/>
            <a:ext cx="212400" cy="222840"/>
          </a:xfrm>
          <a:prstGeom prst="rect">
            <a:avLst/>
          </a:prstGeom>
          <a:noFill/>
          <a:ln w="0">
            <a:noFill/>
          </a:ln>
        </p:spPr>
        <p:txBody>
          <a:bodyPr wrap="none" lIns="0" tIns="0" rIns="0" bIns="0" anchor="t">
            <a:spAutoFit/>
          </a:bodyPr>
          <a:p>
            <a:pPr/>
            <a:r>
              <a:rPr lang="en-US" sz="1500" b="0" u="none" strike="noStrike">
                <a:solidFill>
                  <a:srgbClr val="EB6834"/>
                </a:solidFill>
                <a:effectLst/>
                <a:uFillTx/>
                <a:latin typeface="HelveticaNeue"/>
                <a:ea typeface="HelveticaNeue"/>
              </a:rPr>
              <a:t>4. </a:t>
            </a:r>
            <a:endParaRPr lang="en-US" sz="1500" b="0" u="none" strike="noStrike">
              <a:solidFill>
                <a:srgbClr val="000000"/>
              </a:solidFill>
              <a:effectLst/>
              <a:uFillTx/>
              <a:latin typeface="游明朝体"/>
            </a:endParaRPr>
          </a:p>
        </p:txBody>
      </p:sp>
      <p:sp>
        <p:nvSpPr>
          <p:cNvPr id="1658" name=""/>
          <p:cNvSpPr txBox="1"/>
          <p:nvPr/>
        </p:nvSpPr>
        <p:spPr>
          <a:xfrm>
            <a:off x="799920" y="4104360"/>
            <a:ext cx="2096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バイブコーディングとは</a:t>
            </a:r>
            <a:endParaRPr lang="en-US" sz="1500" b="0" u="none" strike="noStrike">
              <a:solidFill>
                <a:srgbClr val="000000"/>
              </a:solidFill>
              <a:effectLst/>
              <a:uFillTx/>
              <a:latin typeface="游明朝体"/>
            </a:endParaRPr>
          </a:p>
        </p:txBody>
      </p:sp>
      <p:sp>
        <p:nvSpPr>
          <p:cNvPr id="1659" name=""/>
          <p:cNvSpPr txBox="1"/>
          <p:nvPr/>
        </p:nvSpPr>
        <p:spPr>
          <a:xfrm>
            <a:off x="588240" y="4485960"/>
            <a:ext cx="212400" cy="222840"/>
          </a:xfrm>
          <a:prstGeom prst="rect">
            <a:avLst/>
          </a:prstGeom>
          <a:noFill/>
          <a:ln w="0">
            <a:noFill/>
          </a:ln>
        </p:spPr>
        <p:txBody>
          <a:bodyPr wrap="none" lIns="0" tIns="0" rIns="0" bIns="0" anchor="t">
            <a:spAutoFit/>
          </a:bodyPr>
          <a:p>
            <a:pPr/>
            <a:r>
              <a:rPr lang="en-US" sz="1500" b="0" u="none" strike="noStrike">
                <a:solidFill>
                  <a:srgbClr val="EB6834"/>
                </a:solidFill>
                <a:effectLst/>
                <a:uFillTx/>
                <a:latin typeface="HelveticaNeue"/>
                <a:ea typeface="HelveticaNeue"/>
              </a:rPr>
              <a:t>5. </a:t>
            </a:r>
            <a:endParaRPr lang="en-US" sz="1500" b="0" u="none" strike="noStrike">
              <a:solidFill>
                <a:srgbClr val="000000"/>
              </a:solidFill>
              <a:effectLst/>
              <a:uFillTx/>
              <a:latin typeface="游明朝体"/>
            </a:endParaRPr>
          </a:p>
        </p:txBody>
      </p:sp>
      <p:sp>
        <p:nvSpPr>
          <p:cNvPr id="1660" name=""/>
          <p:cNvSpPr txBox="1"/>
          <p:nvPr/>
        </p:nvSpPr>
        <p:spPr>
          <a:xfrm>
            <a:off x="799920" y="4494960"/>
            <a:ext cx="1715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まとめ・今後の展開</a:t>
            </a:r>
            <a:endParaRPr lang="en-US" sz="1500" b="0" u="none" strike="noStrike">
              <a:solidFill>
                <a:srgbClr val="000000"/>
              </a:solidFill>
              <a:effectLst/>
              <a:uFillTx/>
              <a:latin typeface="游明朝体"/>
            </a:endParaRPr>
          </a:p>
        </p:txBody>
      </p:sp>
      <p:sp>
        <p:nvSpPr>
          <p:cNvPr id="1661"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3</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6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6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65" name=""/>
          <p:cNvSpPr/>
          <p:nvPr/>
        </p:nvSpPr>
        <p:spPr>
          <a:xfrm>
            <a:off x="533160" y="2143080"/>
            <a:ext cx="11125440" cy="38160"/>
          </a:xfrm>
          <a:custGeom>
            <a:avLst/>
            <a:gdLst/>
            <a:ahLst/>
            <a:rect l="0" t="0" r="r" b="b"/>
            <a:pathLst>
              <a:path w="30904" h="106">
                <a:moveTo>
                  <a:pt x="0" y="0"/>
                </a:moveTo>
                <a:lnTo>
                  <a:pt x="30904" y="0"/>
                </a:lnTo>
                <a:lnTo>
                  <a:pt x="30904" y="106"/>
                </a:lnTo>
                <a:lnTo>
                  <a:pt x="0" y="106"/>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6" name=""/>
          <p:cNvSpPr/>
          <p:nvPr/>
        </p:nvSpPr>
        <p:spPr>
          <a:xfrm>
            <a:off x="552240" y="4809960"/>
            <a:ext cx="11106360" cy="457560"/>
          </a:xfrm>
          <a:custGeom>
            <a:avLst/>
            <a:gdLst/>
            <a:ahLst/>
            <a:rect l="0" t="0" r="r" b="b"/>
            <a:pathLst>
              <a:path w="30851" h="1271">
                <a:moveTo>
                  <a:pt x="0" y="1271"/>
                </a:moveTo>
                <a:lnTo>
                  <a:pt x="0" y="0"/>
                </a:lnTo>
                <a:lnTo>
                  <a:pt x="30746" y="0"/>
                </a:lnTo>
                <a:cubicBezTo>
                  <a:pt x="30760" y="0"/>
                  <a:pt x="30773" y="3"/>
                  <a:pt x="30786" y="8"/>
                </a:cubicBezTo>
                <a:cubicBezTo>
                  <a:pt x="30799" y="13"/>
                  <a:pt x="30811" y="21"/>
                  <a:pt x="30820" y="31"/>
                </a:cubicBezTo>
                <a:cubicBezTo>
                  <a:pt x="30830" y="41"/>
                  <a:pt x="30838" y="52"/>
                  <a:pt x="30843" y="65"/>
                </a:cubicBezTo>
                <a:cubicBezTo>
                  <a:pt x="30849" y="78"/>
                  <a:pt x="30851" y="92"/>
                  <a:pt x="30851" y="106"/>
                </a:cubicBezTo>
                <a:lnTo>
                  <a:pt x="30851" y="1164"/>
                </a:lnTo>
                <a:cubicBezTo>
                  <a:pt x="30851" y="1178"/>
                  <a:pt x="30849" y="1192"/>
                  <a:pt x="30843" y="1205"/>
                </a:cubicBezTo>
                <a:cubicBezTo>
                  <a:pt x="30838" y="1218"/>
                  <a:pt x="30830" y="1229"/>
                  <a:pt x="30820" y="1240"/>
                </a:cubicBezTo>
                <a:cubicBezTo>
                  <a:pt x="30811" y="1250"/>
                  <a:pt x="30799" y="1258"/>
                  <a:pt x="30786" y="1263"/>
                </a:cubicBezTo>
                <a:cubicBezTo>
                  <a:pt x="30773" y="1268"/>
                  <a:pt x="30760" y="1271"/>
                  <a:pt x="30746" y="1271"/>
                </a:cubicBezTo>
                <a:lnTo>
                  <a:pt x="0" y="1271"/>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667" name=""/>
          <p:cNvSpPr/>
          <p:nvPr/>
        </p:nvSpPr>
        <p:spPr>
          <a:xfrm>
            <a:off x="533160" y="4809960"/>
            <a:ext cx="38520" cy="457560"/>
          </a:xfrm>
          <a:custGeom>
            <a:avLst/>
            <a:gdLst/>
            <a:ahLst/>
            <a:rect l="0" t="0" r="r" b="b"/>
            <a:pathLst>
              <a:path w="107" h="1271">
                <a:moveTo>
                  <a:pt x="0" y="0"/>
                </a:moveTo>
                <a:lnTo>
                  <a:pt x="107" y="0"/>
                </a:lnTo>
                <a:lnTo>
                  <a:pt x="107" y="1271"/>
                </a:lnTo>
                <a:lnTo>
                  <a:pt x="0" y="1271"/>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68" name=""/>
          <p:cNvSpPr txBox="1"/>
          <p:nvPr/>
        </p:nvSpPr>
        <p:spPr>
          <a:xfrm>
            <a:off x="533520" y="1626840"/>
            <a:ext cx="762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⽣成</a:t>
            </a:r>
            <a:endParaRPr lang="en-US" sz="3000" b="0" u="none" strike="noStrike">
              <a:solidFill>
                <a:srgbClr val="000000"/>
              </a:solidFill>
              <a:effectLst/>
              <a:uFillTx/>
              <a:latin typeface="游明朝体"/>
            </a:endParaRPr>
          </a:p>
        </p:txBody>
      </p:sp>
      <p:sp>
        <p:nvSpPr>
          <p:cNvPr id="1669" name=""/>
          <p:cNvSpPr txBox="1"/>
          <p:nvPr/>
        </p:nvSpPr>
        <p:spPr>
          <a:xfrm>
            <a:off x="1295280" y="1608840"/>
            <a:ext cx="38052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AI</a:t>
            </a:r>
            <a:endParaRPr lang="en-US" sz="3000" b="0" u="none" strike="noStrike">
              <a:solidFill>
                <a:srgbClr val="000000"/>
              </a:solidFill>
              <a:effectLst/>
              <a:uFillTx/>
              <a:latin typeface="游明朝体"/>
            </a:endParaRPr>
          </a:p>
        </p:txBody>
      </p:sp>
      <p:sp>
        <p:nvSpPr>
          <p:cNvPr id="1670" name=""/>
          <p:cNvSpPr txBox="1"/>
          <p:nvPr/>
        </p:nvSpPr>
        <p:spPr>
          <a:xfrm>
            <a:off x="1668600" y="1626840"/>
            <a:ext cx="152460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活⽤から</a:t>
            </a:r>
            <a:endParaRPr lang="en-US" sz="3000" b="0" u="none" strike="noStrike">
              <a:solidFill>
                <a:srgbClr val="000000"/>
              </a:solidFill>
              <a:effectLst/>
              <a:uFillTx/>
              <a:latin typeface="游明朝体"/>
            </a:endParaRPr>
          </a:p>
        </p:txBody>
      </p:sp>
      <p:sp>
        <p:nvSpPr>
          <p:cNvPr id="1671" name=""/>
          <p:cNvSpPr txBox="1"/>
          <p:nvPr/>
        </p:nvSpPr>
        <p:spPr>
          <a:xfrm>
            <a:off x="3192840" y="1608840"/>
            <a:ext cx="256176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 Claude Code </a:t>
            </a:r>
            <a:endParaRPr lang="en-US" sz="3000" b="0" u="none" strike="noStrike">
              <a:solidFill>
                <a:srgbClr val="000000"/>
              </a:solidFill>
              <a:effectLst/>
              <a:uFillTx/>
              <a:latin typeface="游明朝体"/>
            </a:endParaRPr>
          </a:p>
        </p:txBody>
      </p:sp>
      <p:sp>
        <p:nvSpPr>
          <p:cNvPr id="1672" name=""/>
          <p:cNvSpPr/>
          <p:nvPr/>
        </p:nvSpPr>
        <p:spPr>
          <a:xfrm>
            <a:off x="618840" y="2562120"/>
            <a:ext cx="57600" cy="57600"/>
          </a:xfrm>
          <a:custGeom>
            <a:avLst/>
            <a:gdLst/>
            <a:ahLst/>
            <a:rect l="0" t="0" r="r" b="b"/>
            <a:pathLst>
              <a:path w="160" h="160">
                <a:moveTo>
                  <a:pt x="160" y="80"/>
                </a:moveTo>
                <a:cubicBezTo>
                  <a:pt x="160" y="91"/>
                  <a:pt x="158" y="101"/>
                  <a:pt x="154" y="111"/>
                </a:cubicBezTo>
                <a:cubicBezTo>
                  <a:pt x="150" y="120"/>
                  <a:pt x="144" y="129"/>
                  <a:pt x="137" y="136"/>
                </a:cubicBezTo>
                <a:cubicBezTo>
                  <a:pt x="129" y="144"/>
                  <a:pt x="121" y="149"/>
                  <a:pt x="111" y="153"/>
                </a:cubicBezTo>
                <a:cubicBezTo>
                  <a:pt x="101" y="158"/>
                  <a:pt x="90" y="160"/>
                  <a:pt x="80" y="160"/>
                </a:cubicBezTo>
                <a:cubicBezTo>
                  <a:pt x="69" y="160"/>
                  <a:pt x="59" y="158"/>
                  <a:pt x="49" y="153"/>
                </a:cubicBezTo>
                <a:cubicBezTo>
                  <a:pt x="40" y="149"/>
                  <a:pt x="31" y="144"/>
                  <a:pt x="24" y="136"/>
                </a:cubicBezTo>
                <a:cubicBezTo>
                  <a:pt x="16" y="129"/>
                  <a:pt x="10" y="120"/>
                  <a:pt x="6" y="111"/>
                </a:cubicBezTo>
                <a:cubicBezTo>
                  <a:pt x="2" y="101"/>
                  <a:pt x="0" y="91"/>
                  <a:pt x="0" y="80"/>
                </a:cubicBezTo>
                <a:cubicBezTo>
                  <a:pt x="0" y="69"/>
                  <a:pt x="2" y="59"/>
                  <a:pt x="6" y="49"/>
                </a:cubicBezTo>
                <a:cubicBezTo>
                  <a:pt x="10" y="39"/>
                  <a:pt x="16" y="30"/>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0"/>
                  <a:pt x="150" y="39"/>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73" name=""/>
          <p:cNvSpPr txBox="1"/>
          <p:nvPr/>
        </p:nvSpPr>
        <p:spPr>
          <a:xfrm>
            <a:off x="5753880" y="1626840"/>
            <a:ext cx="228672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による開発へ</a:t>
            </a:r>
            <a:endParaRPr lang="en-US" sz="3000" b="0" u="none" strike="noStrike">
              <a:solidFill>
                <a:srgbClr val="000000"/>
              </a:solidFill>
              <a:effectLst/>
              <a:uFillTx/>
              <a:latin typeface="游明朝体"/>
            </a:endParaRPr>
          </a:p>
        </p:txBody>
      </p:sp>
      <p:sp>
        <p:nvSpPr>
          <p:cNvPr id="1674" name=""/>
          <p:cNvSpPr txBox="1"/>
          <p:nvPr/>
        </p:nvSpPr>
        <p:spPr>
          <a:xfrm>
            <a:off x="799920" y="247572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約</a:t>
            </a:r>
            <a:endParaRPr lang="en-US" sz="1500" b="0" u="none" strike="noStrike">
              <a:solidFill>
                <a:srgbClr val="000000"/>
              </a:solidFill>
              <a:effectLst/>
              <a:uFillTx/>
              <a:latin typeface="游明朝体"/>
            </a:endParaRPr>
          </a:p>
        </p:txBody>
      </p:sp>
      <p:sp>
        <p:nvSpPr>
          <p:cNvPr id="1675" name=""/>
          <p:cNvSpPr txBox="1"/>
          <p:nvPr/>
        </p:nvSpPr>
        <p:spPr>
          <a:xfrm>
            <a:off x="990720" y="246672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2</a:t>
            </a:r>
            <a:endParaRPr lang="en-US" sz="1500" b="0" u="none" strike="noStrike">
              <a:solidFill>
                <a:srgbClr val="000000"/>
              </a:solidFill>
              <a:effectLst/>
              <a:uFillTx/>
              <a:latin typeface="游明朝体"/>
            </a:endParaRPr>
          </a:p>
        </p:txBody>
      </p:sp>
      <p:sp>
        <p:nvSpPr>
          <p:cNvPr id="1676" name=""/>
          <p:cNvSpPr txBox="1"/>
          <p:nvPr/>
        </p:nvSpPr>
        <p:spPr>
          <a:xfrm>
            <a:off x="1096560" y="247572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年前より⽣成</a:t>
            </a:r>
            <a:endParaRPr lang="en-US" sz="1500" b="0" u="none" strike="noStrike">
              <a:solidFill>
                <a:srgbClr val="000000"/>
              </a:solidFill>
              <a:effectLst/>
              <a:uFillTx/>
              <a:latin typeface="游明朝体"/>
            </a:endParaRPr>
          </a:p>
        </p:txBody>
      </p:sp>
      <p:sp>
        <p:nvSpPr>
          <p:cNvPr id="1677" name=""/>
          <p:cNvSpPr txBox="1"/>
          <p:nvPr/>
        </p:nvSpPr>
        <p:spPr>
          <a:xfrm>
            <a:off x="2239560" y="246672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678" name=""/>
          <p:cNvSpPr txBox="1"/>
          <p:nvPr/>
        </p:nvSpPr>
        <p:spPr>
          <a:xfrm>
            <a:off x="2412360" y="247572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1679" name=""/>
          <p:cNvSpPr txBox="1"/>
          <p:nvPr/>
        </p:nvSpPr>
        <p:spPr>
          <a:xfrm>
            <a:off x="2602800" y="2466720"/>
            <a:ext cx="8370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Chat GPT</a:t>
            </a:r>
            <a:endParaRPr lang="en-US" sz="1500" b="0" u="none" strike="noStrike">
              <a:solidFill>
                <a:srgbClr val="000000"/>
              </a:solidFill>
              <a:effectLst/>
              <a:uFillTx/>
              <a:latin typeface="游明朝体"/>
            </a:endParaRPr>
          </a:p>
        </p:txBody>
      </p:sp>
      <p:sp>
        <p:nvSpPr>
          <p:cNvPr id="1680" name=""/>
          <p:cNvSpPr txBox="1"/>
          <p:nvPr/>
        </p:nvSpPr>
        <p:spPr>
          <a:xfrm>
            <a:off x="3439080" y="2475720"/>
            <a:ext cx="4382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）を利⽤したコード作成を開始。チャットベースで</a:t>
            </a:r>
            <a:endParaRPr lang="en-US" sz="1500" b="0" u="none" strike="noStrike">
              <a:solidFill>
                <a:srgbClr val="000000"/>
              </a:solidFill>
              <a:effectLst/>
              <a:uFillTx/>
              <a:latin typeface="游明朝体"/>
            </a:endParaRPr>
          </a:p>
        </p:txBody>
      </p:sp>
      <p:sp>
        <p:nvSpPr>
          <p:cNvPr id="1681" name=""/>
          <p:cNvSpPr txBox="1"/>
          <p:nvPr/>
        </p:nvSpPr>
        <p:spPr>
          <a:xfrm>
            <a:off x="7793640" y="2466720"/>
            <a:ext cx="3924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1682" name=""/>
          <p:cNvSpPr/>
          <p:nvPr/>
        </p:nvSpPr>
        <p:spPr>
          <a:xfrm>
            <a:off x="618840" y="2952720"/>
            <a:ext cx="57600" cy="57240"/>
          </a:xfrm>
          <a:custGeom>
            <a:avLst/>
            <a:gdLst/>
            <a:ahLst/>
            <a:rect l="0" t="0" r="r" b="b"/>
            <a:pathLst>
              <a:path w="160" h="159">
                <a:moveTo>
                  <a:pt x="160" y="79"/>
                </a:moveTo>
                <a:cubicBezTo>
                  <a:pt x="160" y="89"/>
                  <a:pt x="158" y="101"/>
                  <a:pt x="154" y="110"/>
                </a:cubicBezTo>
                <a:cubicBezTo>
                  <a:pt x="150" y="120"/>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20"/>
                  <a:pt x="6" y="110"/>
                </a:cubicBezTo>
                <a:cubicBezTo>
                  <a:pt x="2" y="101"/>
                  <a:pt x="0" y="89"/>
                  <a:pt x="0" y="79"/>
                </a:cubicBezTo>
                <a:cubicBezTo>
                  <a:pt x="0" y="68"/>
                  <a:pt x="2" y="58"/>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8"/>
                  <a:pt x="160" y="68"/>
                  <a:pt x="160"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83" name=""/>
          <p:cNvSpPr txBox="1"/>
          <p:nvPr/>
        </p:nvSpPr>
        <p:spPr>
          <a:xfrm>
            <a:off x="8174520" y="2475720"/>
            <a:ext cx="1715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アプリの試作を実施</a:t>
            </a:r>
            <a:endParaRPr lang="en-US" sz="1500" b="0" u="none" strike="noStrike">
              <a:solidFill>
                <a:srgbClr val="000000"/>
              </a:solidFill>
              <a:effectLst/>
              <a:uFillTx/>
              <a:latin typeface="游明朝体"/>
            </a:endParaRPr>
          </a:p>
        </p:txBody>
      </p:sp>
      <p:sp>
        <p:nvSpPr>
          <p:cNvPr id="1684" name=""/>
          <p:cNvSpPr txBox="1"/>
          <p:nvPr/>
        </p:nvSpPr>
        <p:spPr>
          <a:xfrm>
            <a:off x="799920" y="2856960"/>
            <a:ext cx="5616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1685" name=""/>
          <p:cNvSpPr txBox="1"/>
          <p:nvPr/>
        </p:nvSpPr>
        <p:spPr>
          <a:xfrm>
            <a:off x="1360800" y="2865960"/>
            <a:ext cx="4382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のアメダス気象データ分析チャレンジ受講により、</a:t>
            </a:r>
            <a:endParaRPr lang="en-US" sz="1500" b="0" u="none" strike="noStrike">
              <a:solidFill>
                <a:srgbClr val="000000"/>
              </a:solidFill>
              <a:effectLst/>
              <a:uFillTx/>
              <a:latin typeface="游明朝体"/>
            </a:endParaRPr>
          </a:p>
        </p:txBody>
      </p:sp>
      <p:sp>
        <p:nvSpPr>
          <p:cNvPr id="1686" name=""/>
          <p:cNvSpPr txBox="1"/>
          <p:nvPr/>
        </p:nvSpPr>
        <p:spPr>
          <a:xfrm>
            <a:off x="5715720" y="2856960"/>
            <a:ext cx="5900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python</a:t>
            </a:r>
            <a:endParaRPr lang="en-US" sz="1500" b="0" u="none" strike="noStrike">
              <a:solidFill>
                <a:srgbClr val="000000"/>
              </a:solidFill>
              <a:effectLst/>
              <a:uFillTx/>
              <a:latin typeface="游明朝体"/>
            </a:endParaRPr>
          </a:p>
        </p:txBody>
      </p:sp>
      <p:sp>
        <p:nvSpPr>
          <p:cNvPr id="1687" name=""/>
          <p:cNvSpPr/>
          <p:nvPr/>
        </p:nvSpPr>
        <p:spPr>
          <a:xfrm>
            <a:off x="618840" y="3342960"/>
            <a:ext cx="57600" cy="57600"/>
          </a:xfrm>
          <a:custGeom>
            <a:avLst/>
            <a:gdLst/>
            <a:ahLst/>
            <a:rect l="0" t="0" r="r" b="b"/>
            <a:pathLst>
              <a:path w="160" h="160">
                <a:moveTo>
                  <a:pt x="160" y="80"/>
                </a:moveTo>
                <a:cubicBezTo>
                  <a:pt x="160" y="90"/>
                  <a:pt x="158" y="100"/>
                  <a:pt x="154" y="110"/>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0"/>
                </a:cubicBezTo>
                <a:cubicBezTo>
                  <a:pt x="2" y="100"/>
                  <a:pt x="0" y="90"/>
                  <a:pt x="0" y="80"/>
                </a:cubicBezTo>
                <a:cubicBezTo>
                  <a:pt x="0" y="69"/>
                  <a:pt x="2" y="59"/>
                  <a:pt x="6" y="49"/>
                </a:cubicBezTo>
                <a:cubicBezTo>
                  <a:pt x="10" y="40"/>
                  <a:pt x="16" y="31"/>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1"/>
                  <a:pt x="150" y="40"/>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88" name=""/>
          <p:cNvSpPr txBox="1"/>
          <p:nvPr/>
        </p:nvSpPr>
        <p:spPr>
          <a:xfrm>
            <a:off x="6305040" y="2865960"/>
            <a:ext cx="3429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と機械学習、気象データの扱い⽅を学ぶ</a:t>
            </a:r>
            <a:endParaRPr lang="en-US" sz="1500" b="0" u="none" strike="noStrike">
              <a:solidFill>
                <a:srgbClr val="000000"/>
              </a:solidFill>
              <a:effectLst/>
              <a:uFillTx/>
              <a:latin typeface="游明朝体"/>
            </a:endParaRPr>
          </a:p>
        </p:txBody>
      </p:sp>
      <p:sp>
        <p:nvSpPr>
          <p:cNvPr id="1689" name=""/>
          <p:cNvSpPr txBox="1"/>
          <p:nvPr/>
        </p:nvSpPr>
        <p:spPr>
          <a:xfrm>
            <a:off x="799920" y="3256560"/>
            <a:ext cx="572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その後</a:t>
            </a:r>
            <a:endParaRPr lang="en-US" sz="1500" b="0" u="none" strike="noStrike">
              <a:solidFill>
                <a:srgbClr val="000000"/>
              </a:solidFill>
              <a:effectLst/>
              <a:uFillTx/>
              <a:latin typeface="游明朝体"/>
            </a:endParaRPr>
          </a:p>
        </p:txBody>
      </p:sp>
      <p:sp>
        <p:nvSpPr>
          <p:cNvPr id="1690" name=""/>
          <p:cNvSpPr txBox="1"/>
          <p:nvPr/>
        </p:nvSpPr>
        <p:spPr>
          <a:xfrm>
            <a:off x="1371600" y="3247560"/>
            <a:ext cx="2793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AI </a:t>
            </a:r>
            <a:endParaRPr lang="en-US" sz="1500" b="0" u="none" strike="noStrike">
              <a:solidFill>
                <a:srgbClr val="000000"/>
              </a:solidFill>
              <a:effectLst/>
              <a:uFillTx/>
              <a:latin typeface="游明朝体"/>
            </a:endParaRPr>
          </a:p>
        </p:txBody>
      </p:sp>
      <p:sp>
        <p:nvSpPr>
          <p:cNvPr id="1691" name=""/>
          <p:cNvSpPr txBox="1"/>
          <p:nvPr/>
        </p:nvSpPr>
        <p:spPr>
          <a:xfrm>
            <a:off x="1650240" y="3256560"/>
            <a:ext cx="3239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エージェントの活⽤⽅法を知り、今年</a:t>
            </a:r>
            <a:endParaRPr lang="en-US" sz="1500" b="0" u="none" strike="noStrike">
              <a:solidFill>
                <a:srgbClr val="000000"/>
              </a:solidFill>
              <a:effectLst/>
              <a:uFillTx/>
              <a:latin typeface="游明朝体"/>
            </a:endParaRPr>
          </a:p>
        </p:txBody>
      </p:sp>
      <p:sp>
        <p:nvSpPr>
          <p:cNvPr id="1692" name=""/>
          <p:cNvSpPr txBox="1"/>
          <p:nvPr/>
        </p:nvSpPr>
        <p:spPr>
          <a:xfrm>
            <a:off x="4873680" y="324756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3</a:t>
            </a:r>
            <a:endParaRPr lang="en-US" sz="1500" b="0" u="none" strike="noStrike">
              <a:solidFill>
                <a:srgbClr val="000000"/>
              </a:solidFill>
              <a:effectLst/>
              <a:uFillTx/>
              <a:latin typeface="游明朝体"/>
            </a:endParaRPr>
          </a:p>
        </p:txBody>
      </p:sp>
      <p:sp>
        <p:nvSpPr>
          <p:cNvPr id="1693" name=""/>
          <p:cNvSpPr txBox="1"/>
          <p:nvPr/>
        </p:nvSpPr>
        <p:spPr>
          <a:xfrm>
            <a:off x="4979520" y="3256560"/>
            <a:ext cx="572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⽉から</a:t>
            </a:r>
            <a:endParaRPr lang="en-US" sz="1500" b="0" u="none" strike="noStrike">
              <a:solidFill>
                <a:srgbClr val="000000"/>
              </a:solidFill>
              <a:effectLst/>
              <a:uFillTx/>
              <a:latin typeface="游明朝体"/>
            </a:endParaRPr>
          </a:p>
        </p:txBody>
      </p:sp>
      <p:sp>
        <p:nvSpPr>
          <p:cNvPr id="1694" name=""/>
          <p:cNvSpPr txBox="1"/>
          <p:nvPr/>
        </p:nvSpPr>
        <p:spPr>
          <a:xfrm>
            <a:off x="5550840" y="3247560"/>
            <a:ext cx="11721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Claude Code </a:t>
            </a:r>
            <a:endParaRPr lang="en-US" sz="1500" b="0" u="none" strike="noStrike">
              <a:solidFill>
                <a:srgbClr val="000000"/>
              </a:solidFill>
              <a:effectLst/>
              <a:uFillTx/>
              <a:latin typeface="游明朝体"/>
            </a:endParaRPr>
          </a:p>
        </p:txBody>
      </p:sp>
      <p:sp>
        <p:nvSpPr>
          <p:cNvPr id="1695" name=""/>
          <p:cNvSpPr/>
          <p:nvPr/>
        </p:nvSpPr>
        <p:spPr>
          <a:xfrm>
            <a:off x="618840" y="3733560"/>
            <a:ext cx="57600" cy="57600"/>
          </a:xfrm>
          <a:custGeom>
            <a:avLst/>
            <a:gdLst/>
            <a:ahLst/>
            <a:rect l="0" t="0" r="r" b="b"/>
            <a:pathLst>
              <a:path w="160" h="160">
                <a:moveTo>
                  <a:pt x="160" y="80"/>
                </a:moveTo>
                <a:cubicBezTo>
                  <a:pt x="160" y="90"/>
                  <a:pt x="158" y="100"/>
                  <a:pt x="154" y="110"/>
                </a:cubicBezTo>
                <a:cubicBezTo>
                  <a:pt x="150" y="120"/>
                  <a:pt x="144" y="128"/>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8"/>
                  <a:pt x="10" y="120"/>
                  <a:pt x="6" y="110"/>
                </a:cubicBezTo>
                <a:cubicBezTo>
                  <a:pt x="2" y="100"/>
                  <a:pt x="0" y="90"/>
                  <a:pt x="0" y="80"/>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696" name=""/>
          <p:cNvSpPr txBox="1"/>
          <p:nvPr/>
        </p:nvSpPr>
        <p:spPr>
          <a:xfrm>
            <a:off x="6722280" y="325656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での開発を開始</a:t>
            </a:r>
            <a:endParaRPr lang="en-US" sz="1500" b="0" u="none" strike="noStrike">
              <a:solidFill>
                <a:srgbClr val="000000"/>
              </a:solidFill>
              <a:effectLst/>
              <a:uFillTx/>
              <a:latin typeface="游明朝体"/>
            </a:endParaRPr>
          </a:p>
        </p:txBody>
      </p:sp>
      <p:sp>
        <p:nvSpPr>
          <p:cNvPr id="1697" name=""/>
          <p:cNvSpPr txBox="1"/>
          <p:nvPr/>
        </p:nvSpPr>
        <p:spPr>
          <a:xfrm>
            <a:off x="799920" y="3647160"/>
            <a:ext cx="3810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何でも⾃動化を合⾔葉に、⽇常の電気料⾦の</a:t>
            </a:r>
            <a:endParaRPr lang="en-US" sz="1500" b="0" u="none" strike="noStrike">
              <a:solidFill>
                <a:srgbClr val="000000"/>
              </a:solidFill>
              <a:effectLst/>
              <a:uFillTx/>
              <a:latin typeface="游明朝体"/>
            </a:endParaRPr>
          </a:p>
        </p:txBody>
      </p:sp>
      <p:sp>
        <p:nvSpPr>
          <p:cNvPr id="1698" name=""/>
          <p:cNvSpPr txBox="1"/>
          <p:nvPr/>
        </p:nvSpPr>
        <p:spPr>
          <a:xfrm>
            <a:off x="4610160" y="3638160"/>
            <a:ext cx="3603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1699" name=""/>
          <p:cNvSpPr txBox="1"/>
          <p:nvPr/>
        </p:nvSpPr>
        <p:spPr>
          <a:xfrm>
            <a:off x="4969800" y="3647160"/>
            <a:ext cx="6096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サイトでの確認などを⾃動化（⾃動データ取得・グラフ化・⾒える化し</a:t>
            </a:r>
            <a:endParaRPr lang="en-US" sz="1500" b="0" u="none" strike="noStrike">
              <a:solidFill>
                <a:srgbClr val="000000"/>
              </a:solidFill>
              <a:effectLst/>
              <a:uFillTx/>
              <a:latin typeface="游明朝体"/>
            </a:endParaRPr>
          </a:p>
        </p:txBody>
      </p:sp>
      <p:sp>
        <p:nvSpPr>
          <p:cNvPr id="1700" name=""/>
          <p:cNvSpPr txBox="1"/>
          <p:nvPr/>
        </p:nvSpPr>
        <p:spPr>
          <a:xfrm>
            <a:off x="11054160" y="3638160"/>
            <a:ext cx="3603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1701" name=""/>
          <p:cNvSpPr/>
          <p:nvPr/>
        </p:nvSpPr>
        <p:spPr>
          <a:xfrm>
            <a:off x="618840" y="4466880"/>
            <a:ext cx="57600" cy="57600"/>
          </a:xfrm>
          <a:custGeom>
            <a:avLst/>
            <a:gdLst/>
            <a:ahLst/>
            <a:rect l="0" t="0" r="r" b="b"/>
            <a:pathLst>
              <a:path w="160" h="160">
                <a:moveTo>
                  <a:pt x="160" y="80"/>
                </a:moveTo>
                <a:cubicBezTo>
                  <a:pt x="160" y="90"/>
                  <a:pt x="158" y="100"/>
                  <a:pt x="154" y="110"/>
                </a:cubicBezTo>
                <a:cubicBezTo>
                  <a:pt x="150" y="120"/>
                  <a:pt x="144" y="129"/>
                  <a:pt x="137" y="136"/>
                </a:cubicBezTo>
                <a:cubicBezTo>
                  <a:pt x="129" y="143"/>
                  <a:pt x="121" y="149"/>
                  <a:pt x="111" y="154"/>
                </a:cubicBezTo>
                <a:cubicBezTo>
                  <a:pt x="101" y="158"/>
                  <a:pt x="90" y="160"/>
                  <a:pt x="80" y="160"/>
                </a:cubicBezTo>
                <a:cubicBezTo>
                  <a:pt x="69" y="160"/>
                  <a:pt x="59" y="158"/>
                  <a:pt x="49" y="154"/>
                </a:cubicBezTo>
                <a:cubicBezTo>
                  <a:pt x="40" y="149"/>
                  <a:pt x="31" y="143"/>
                  <a:pt x="24" y="136"/>
                </a:cubicBezTo>
                <a:cubicBezTo>
                  <a:pt x="16" y="129"/>
                  <a:pt x="10" y="120"/>
                  <a:pt x="6" y="110"/>
                </a:cubicBezTo>
                <a:cubicBezTo>
                  <a:pt x="2" y="100"/>
                  <a:pt x="0" y="90"/>
                  <a:pt x="0" y="80"/>
                </a:cubicBezTo>
                <a:cubicBezTo>
                  <a:pt x="0" y="69"/>
                  <a:pt x="2" y="59"/>
                  <a:pt x="6" y="49"/>
                </a:cubicBezTo>
                <a:cubicBezTo>
                  <a:pt x="10" y="40"/>
                  <a:pt x="16" y="31"/>
                  <a:pt x="24" y="24"/>
                </a:cubicBezTo>
                <a:cubicBezTo>
                  <a:pt x="31" y="16"/>
                  <a:pt x="40" y="11"/>
                  <a:pt x="49" y="6"/>
                </a:cubicBezTo>
                <a:cubicBezTo>
                  <a:pt x="59" y="2"/>
                  <a:pt x="69" y="0"/>
                  <a:pt x="80" y="0"/>
                </a:cubicBezTo>
                <a:cubicBezTo>
                  <a:pt x="90" y="0"/>
                  <a:pt x="101" y="2"/>
                  <a:pt x="111" y="6"/>
                </a:cubicBezTo>
                <a:cubicBezTo>
                  <a:pt x="121" y="11"/>
                  <a:pt x="129" y="16"/>
                  <a:pt x="137" y="24"/>
                </a:cubicBezTo>
                <a:cubicBezTo>
                  <a:pt x="144" y="31"/>
                  <a:pt x="150" y="40"/>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02" name=""/>
          <p:cNvSpPr txBox="1"/>
          <p:nvPr/>
        </p:nvSpPr>
        <p:spPr>
          <a:xfrm>
            <a:off x="799920" y="398988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へ）</a:t>
            </a:r>
            <a:endParaRPr lang="en-US" sz="1500" b="0" u="none" strike="noStrike">
              <a:solidFill>
                <a:srgbClr val="000000"/>
              </a:solidFill>
              <a:effectLst/>
              <a:uFillTx/>
              <a:latin typeface="游明朝体"/>
            </a:endParaRPr>
          </a:p>
        </p:txBody>
      </p:sp>
      <p:sp>
        <p:nvSpPr>
          <p:cNvPr id="1703" name=""/>
          <p:cNvSpPr txBox="1"/>
          <p:nvPr/>
        </p:nvSpPr>
        <p:spPr>
          <a:xfrm>
            <a:off x="799920" y="43714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704" name=""/>
          <p:cNvSpPr txBox="1"/>
          <p:nvPr/>
        </p:nvSpPr>
        <p:spPr>
          <a:xfrm>
            <a:off x="972720" y="4380480"/>
            <a:ext cx="5144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へのチャットによる指⽰でコード⾃動修正・ドキュメント化</a:t>
            </a:r>
            <a:endParaRPr lang="en-US" sz="1500" b="0" u="none" strike="noStrike">
              <a:solidFill>
                <a:srgbClr val="000000"/>
              </a:solidFill>
              <a:effectLst/>
              <a:uFillTx/>
              <a:latin typeface="游明朝体"/>
            </a:endParaRPr>
          </a:p>
        </p:txBody>
      </p:sp>
      <p:sp>
        <p:nvSpPr>
          <p:cNvPr id="1705" name=""/>
          <p:cNvSpPr txBox="1"/>
          <p:nvPr/>
        </p:nvSpPr>
        <p:spPr>
          <a:xfrm>
            <a:off x="6110640" y="43714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1706" name=""/>
          <p:cNvSpPr txBox="1"/>
          <p:nvPr/>
        </p:nvSpPr>
        <p:spPr>
          <a:xfrm>
            <a:off x="6163560" y="4380480"/>
            <a:ext cx="191160" cy="2120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Arial"/>
                <a:ea typeface="Arial"/>
              </a:rPr>
              <a:t>→</a:t>
            </a:r>
            <a:endParaRPr lang="en-US" sz="1500" b="0" u="none" strike="noStrike">
              <a:solidFill>
                <a:srgbClr val="000000"/>
              </a:solidFill>
              <a:effectLst/>
              <a:uFillTx/>
              <a:latin typeface="游明朝体"/>
            </a:endParaRPr>
          </a:p>
        </p:txBody>
      </p:sp>
      <p:sp>
        <p:nvSpPr>
          <p:cNvPr id="1707" name=""/>
          <p:cNvSpPr txBox="1"/>
          <p:nvPr/>
        </p:nvSpPr>
        <p:spPr>
          <a:xfrm>
            <a:off x="6354000" y="4371480"/>
            <a:ext cx="7099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GitHub </a:t>
            </a:r>
            <a:endParaRPr lang="en-US" sz="1500" b="0" u="none" strike="noStrike">
              <a:solidFill>
                <a:srgbClr val="000000"/>
              </a:solidFill>
              <a:effectLst/>
              <a:uFillTx/>
              <a:latin typeface="游明朝体"/>
            </a:endParaRPr>
          </a:p>
        </p:txBody>
      </p:sp>
      <p:sp>
        <p:nvSpPr>
          <p:cNvPr id="1708" name=""/>
          <p:cNvSpPr txBox="1"/>
          <p:nvPr/>
        </p:nvSpPr>
        <p:spPr>
          <a:xfrm>
            <a:off x="7063200" y="438048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への</a:t>
            </a:r>
            <a:endParaRPr lang="en-US" sz="1500" b="0" u="none" strike="noStrike">
              <a:solidFill>
                <a:srgbClr val="000000"/>
              </a:solidFill>
              <a:effectLst/>
              <a:uFillTx/>
              <a:latin typeface="游明朝体"/>
            </a:endParaRPr>
          </a:p>
        </p:txBody>
      </p:sp>
      <p:sp>
        <p:nvSpPr>
          <p:cNvPr id="1709" name=""/>
          <p:cNvSpPr txBox="1"/>
          <p:nvPr/>
        </p:nvSpPr>
        <p:spPr>
          <a:xfrm>
            <a:off x="7444440" y="4371480"/>
            <a:ext cx="5266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push </a:t>
            </a:r>
            <a:endParaRPr lang="en-US" sz="1500" b="0" u="none" strike="noStrike">
              <a:solidFill>
                <a:srgbClr val="000000"/>
              </a:solidFill>
              <a:effectLst/>
              <a:uFillTx/>
              <a:latin typeface="游明朝体"/>
            </a:endParaRPr>
          </a:p>
        </p:txBody>
      </p:sp>
      <p:sp>
        <p:nvSpPr>
          <p:cNvPr id="1710" name=""/>
          <p:cNvSpPr txBox="1"/>
          <p:nvPr/>
        </p:nvSpPr>
        <p:spPr>
          <a:xfrm>
            <a:off x="7970400" y="4380480"/>
            <a:ext cx="3620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という⼀連の流れを反復し、改良していく</a:t>
            </a:r>
            <a:endParaRPr lang="en-US" sz="1500" b="0" u="none" strike="noStrike">
              <a:solidFill>
                <a:srgbClr val="000000"/>
              </a:solidFill>
              <a:effectLst/>
              <a:uFillTx/>
              <a:latin typeface="游明朝体"/>
            </a:endParaRPr>
          </a:p>
        </p:txBody>
      </p:sp>
      <p:sp>
        <p:nvSpPr>
          <p:cNvPr id="1711" name=""/>
          <p:cNvSpPr txBox="1"/>
          <p:nvPr/>
        </p:nvSpPr>
        <p:spPr>
          <a:xfrm>
            <a:off x="723960" y="4941720"/>
            <a:ext cx="399060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天気図・発電量予測・電⼒データ分析・ローカル</a:t>
            </a:r>
            <a:endParaRPr lang="en-US" sz="1430" b="0" u="none" strike="noStrike">
              <a:solidFill>
                <a:srgbClr val="000000"/>
              </a:solidFill>
              <a:effectLst/>
              <a:uFillTx/>
              <a:latin typeface="游明朝体"/>
            </a:endParaRPr>
          </a:p>
        </p:txBody>
      </p:sp>
      <p:sp>
        <p:nvSpPr>
          <p:cNvPr id="1712" name=""/>
          <p:cNvSpPr txBox="1"/>
          <p:nvPr/>
        </p:nvSpPr>
        <p:spPr>
          <a:xfrm>
            <a:off x="4699800" y="4933080"/>
            <a:ext cx="36036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LLM</a:t>
            </a:r>
            <a:endParaRPr lang="en-US" sz="1430" b="0" u="none" strike="noStrike">
              <a:solidFill>
                <a:srgbClr val="000000"/>
              </a:solidFill>
              <a:effectLst/>
              <a:uFillTx/>
              <a:latin typeface="游明朝体"/>
            </a:endParaRPr>
          </a:p>
        </p:txBody>
      </p:sp>
      <p:sp>
        <p:nvSpPr>
          <p:cNvPr id="1713" name=""/>
          <p:cNvSpPr txBox="1"/>
          <p:nvPr/>
        </p:nvSpPr>
        <p:spPr>
          <a:xfrm>
            <a:off x="5058720" y="4941720"/>
            <a:ext cx="36277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⽐較など、実⽤ニーズに応じてテーマを設定</a:t>
            </a:r>
            <a:endParaRPr lang="en-US" sz="1430" b="0" u="none" strike="noStrike">
              <a:solidFill>
                <a:srgbClr val="000000"/>
              </a:solidFill>
              <a:effectLst/>
              <a:uFillTx/>
              <a:latin typeface="游明朝体"/>
            </a:endParaRPr>
          </a:p>
        </p:txBody>
      </p:sp>
      <p:sp>
        <p:nvSpPr>
          <p:cNvPr id="1714"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4</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1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18"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19" name=""/>
          <p:cNvSpPr txBox="1"/>
          <p:nvPr/>
        </p:nvSpPr>
        <p:spPr>
          <a:xfrm>
            <a:off x="533520" y="493560"/>
            <a:ext cx="3048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チャットでの開発</a:t>
            </a:r>
            <a:endParaRPr lang="en-US" sz="3000" b="0" u="none" strike="noStrike">
              <a:solidFill>
                <a:srgbClr val="000000"/>
              </a:solidFill>
              <a:effectLst/>
              <a:uFillTx/>
              <a:latin typeface="游明朝体"/>
            </a:endParaRPr>
          </a:p>
        </p:txBody>
      </p:sp>
      <p:sp>
        <p:nvSpPr>
          <p:cNvPr id="1720" name=""/>
          <p:cNvSpPr txBox="1"/>
          <p:nvPr/>
        </p:nvSpPr>
        <p:spPr>
          <a:xfrm>
            <a:off x="3581280" y="475560"/>
            <a:ext cx="296460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 vs Claude Code</a:t>
            </a:r>
            <a:endParaRPr lang="en-US" sz="3000" b="0" u="none" strike="noStrike">
              <a:solidFill>
                <a:srgbClr val="000000"/>
              </a:solidFill>
              <a:effectLst/>
              <a:uFillTx/>
              <a:latin typeface="游明朝体"/>
            </a:endParaRPr>
          </a:p>
        </p:txBody>
      </p:sp>
      <p:sp>
        <p:nvSpPr>
          <p:cNvPr id="1721" name=""/>
          <p:cNvSpPr txBox="1"/>
          <p:nvPr/>
        </p:nvSpPr>
        <p:spPr>
          <a:xfrm>
            <a:off x="6545160" y="493560"/>
            <a:ext cx="38160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a:t>
            </a:r>
            <a:endParaRPr lang="en-US" sz="3000" b="0" u="none" strike="noStrike">
              <a:solidFill>
                <a:srgbClr val="000000"/>
              </a:solidFill>
              <a:effectLst/>
              <a:uFillTx/>
              <a:latin typeface="游明朝体"/>
            </a:endParaRPr>
          </a:p>
        </p:txBody>
      </p:sp>
      <p:sp>
        <p:nvSpPr>
          <p:cNvPr id="1722" name=""/>
          <p:cNvSpPr txBox="1"/>
          <p:nvPr/>
        </p:nvSpPr>
        <p:spPr>
          <a:xfrm>
            <a:off x="6926040" y="475560"/>
            <a:ext cx="38052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AI</a:t>
            </a:r>
            <a:endParaRPr lang="en-US" sz="3000" b="0" u="none" strike="noStrike">
              <a:solidFill>
                <a:srgbClr val="000000"/>
              </a:solidFill>
              <a:effectLst/>
              <a:uFillTx/>
              <a:latin typeface="游明朝体"/>
            </a:endParaRPr>
          </a:p>
        </p:txBody>
      </p:sp>
      <p:sp>
        <p:nvSpPr>
          <p:cNvPr id="1723" name=""/>
          <p:cNvSpPr/>
          <p:nvPr/>
        </p:nvSpPr>
        <p:spPr>
          <a:xfrm>
            <a:off x="533160" y="1276200"/>
            <a:ext cx="10477800" cy="5105880"/>
          </a:xfrm>
          <a:custGeom>
            <a:avLst/>
            <a:gdLst/>
            <a:ahLst/>
            <a:rect l="0" t="0" r="r" b="b"/>
            <a:pathLst>
              <a:path w="29105" h="14183">
                <a:moveTo>
                  <a:pt x="0" y="0"/>
                </a:moveTo>
                <a:lnTo>
                  <a:pt x="29105" y="0"/>
                </a:lnTo>
                <a:lnTo>
                  <a:pt x="29105" y="14183"/>
                </a:lnTo>
                <a:lnTo>
                  <a:pt x="0" y="14183"/>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24" name=""/>
          <p:cNvSpPr/>
          <p:nvPr/>
        </p:nvSpPr>
        <p:spPr>
          <a:xfrm>
            <a:off x="5765400" y="1341720"/>
            <a:ext cx="13320" cy="4974840"/>
          </a:xfrm>
          <a:custGeom>
            <a:avLst/>
            <a:gdLst/>
            <a:ahLst/>
            <a:rect l="0" t="0" r="r" b="b"/>
            <a:pathLst>
              <a:path w="37" h="13819">
                <a:moveTo>
                  <a:pt x="37" y="0"/>
                </a:moveTo>
                <a:lnTo>
                  <a:pt x="37" y="109"/>
                </a:lnTo>
                <a:lnTo>
                  <a:pt x="0" y="109"/>
                </a:lnTo>
                <a:lnTo>
                  <a:pt x="0" y="0"/>
                </a:lnTo>
                <a:lnTo>
                  <a:pt x="37" y="0"/>
                </a:lnTo>
                <a:moveTo>
                  <a:pt x="37" y="218"/>
                </a:moveTo>
                <a:lnTo>
                  <a:pt x="37" y="327"/>
                </a:lnTo>
                <a:lnTo>
                  <a:pt x="0" y="327"/>
                </a:lnTo>
                <a:lnTo>
                  <a:pt x="0" y="218"/>
                </a:lnTo>
                <a:lnTo>
                  <a:pt x="37" y="218"/>
                </a:lnTo>
                <a:moveTo>
                  <a:pt x="37" y="436"/>
                </a:moveTo>
                <a:lnTo>
                  <a:pt x="37" y="545"/>
                </a:lnTo>
                <a:lnTo>
                  <a:pt x="0" y="545"/>
                </a:lnTo>
                <a:lnTo>
                  <a:pt x="0" y="436"/>
                </a:lnTo>
                <a:lnTo>
                  <a:pt x="37" y="436"/>
                </a:lnTo>
                <a:moveTo>
                  <a:pt x="37" y="654"/>
                </a:moveTo>
                <a:lnTo>
                  <a:pt x="37" y="763"/>
                </a:lnTo>
                <a:lnTo>
                  <a:pt x="0" y="763"/>
                </a:lnTo>
                <a:lnTo>
                  <a:pt x="0" y="654"/>
                </a:lnTo>
                <a:lnTo>
                  <a:pt x="37" y="654"/>
                </a:lnTo>
                <a:moveTo>
                  <a:pt x="37" y="872"/>
                </a:moveTo>
                <a:lnTo>
                  <a:pt x="37" y="982"/>
                </a:lnTo>
                <a:lnTo>
                  <a:pt x="0" y="982"/>
                </a:lnTo>
                <a:lnTo>
                  <a:pt x="0" y="872"/>
                </a:lnTo>
                <a:lnTo>
                  <a:pt x="37" y="872"/>
                </a:lnTo>
                <a:moveTo>
                  <a:pt x="37" y="1091"/>
                </a:moveTo>
                <a:lnTo>
                  <a:pt x="37" y="1200"/>
                </a:lnTo>
                <a:lnTo>
                  <a:pt x="0" y="1200"/>
                </a:lnTo>
                <a:lnTo>
                  <a:pt x="0" y="1091"/>
                </a:lnTo>
                <a:lnTo>
                  <a:pt x="37" y="1091"/>
                </a:lnTo>
                <a:moveTo>
                  <a:pt x="37" y="1309"/>
                </a:moveTo>
                <a:lnTo>
                  <a:pt x="37" y="1418"/>
                </a:lnTo>
                <a:lnTo>
                  <a:pt x="0" y="1418"/>
                </a:lnTo>
                <a:lnTo>
                  <a:pt x="0" y="1309"/>
                </a:lnTo>
                <a:lnTo>
                  <a:pt x="37" y="1309"/>
                </a:lnTo>
                <a:moveTo>
                  <a:pt x="37" y="1527"/>
                </a:moveTo>
                <a:lnTo>
                  <a:pt x="37" y="1636"/>
                </a:lnTo>
                <a:lnTo>
                  <a:pt x="0" y="1636"/>
                </a:lnTo>
                <a:lnTo>
                  <a:pt x="0" y="1527"/>
                </a:lnTo>
                <a:lnTo>
                  <a:pt x="37" y="1527"/>
                </a:lnTo>
                <a:moveTo>
                  <a:pt x="37" y="1745"/>
                </a:moveTo>
                <a:lnTo>
                  <a:pt x="37" y="1854"/>
                </a:lnTo>
                <a:lnTo>
                  <a:pt x="0" y="1854"/>
                </a:lnTo>
                <a:lnTo>
                  <a:pt x="0" y="1745"/>
                </a:lnTo>
                <a:lnTo>
                  <a:pt x="37" y="1745"/>
                </a:lnTo>
                <a:moveTo>
                  <a:pt x="37" y="1963"/>
                </a:moveTo>
                <a:lnTo>
                  <a:pt x="37" y="2072"/>
                </a:lnTo>
                <a:lnTo>
                  <a:pt x="0" y="2072"/>
                </a:lnTo>
                <a:lnTo>
                  <a:pt x="0" y="1963"/>
                </a:lnTo>
                <a:lnTo>
                  <a:pt x="37" y="1963"/>
                </a:lnTo>
                <a:moveTo>
                  <a:pt x="37" y="2182"/>
                </a:moveTo>
                <a:lnTo>
                  <a:pt x="37" y="2291"/>
                </a:lnTo>
                <a:lnTo>
                  <a:pt x="0" y="2291"/>
                </a:lnTo>
                <a:lnTo>
                  <a:pt x="0" y="2182"/>
                </a:lnTo>
                <a:lnTo>
                  <a:pt x="37" y="2182"/>
                </a:lnTo>
                <a:moveTo>
                  <a:pt x="37" y="2400"/>
                </a:moveTo>
                <a:lnTo>
                  <a:pt x="37" y="2509"/>
                </a:lnTo>
                <a:lnTo>
                  <a:pt x="0" y="2509"/>
                </a:lnTo>
                <a:lnTo>
                  <a:pt x="0" y="2400"/>
                </a:lnTo>
                <a:lnTo>
                  <a:pt x="37" y="2400"/>
                </a:lnTo>
                <a:moveTo>
                  <a:pt x="37" y="2618"/>
                </a:moveTo>
                <a:lnTo>
                  <a:pt x="37" y="2727"/>
                </a:lnTo>
                <a:lnTo>
                  <a:pt x="0" y="2727"/>
                </a:lnTo>
                <a:lnTo>
                  <a:pt x="0" y="2618"/>
                </a:lnTo>
                <a:lnTo>
                  <a:pt x="37" y="2618"/>
                </a:lnTo>
                <a:moveTo>
                  <a:pt x="37" y="2836"/>
                </a:moveTo>
                <a:lnTo>
                  <a:pt x="37" y="2945"/>
                </a:lnTo>
                <a:lnTo>
                  <a:pt x="0" y="2945"/>
                </a:lnTo>
                <a:lnTo>
                  <a:pt x="0" y="2836"/>
                </a:lnTo>
                <a:lnTo>
                  <a:pt x="37" y="2836"/>
                </a:lnTo>
                <a:moveTo>
                  <a:pt x="37" y="3054"/>
                </a:moveTo>
                <a:lnTo>
                  <a:pt x="37" y="3163"/>
                </a:lnTo>
                <a:lnTo>
                  <a:pt x="0" y="3163"/>
                </a:lnTo>
                <a:lnTo>
                  <a:pt x="0" y="3054"/>
                </a:lnTo>
                <a:lnTo>
                  <a:pt x="37" y="3054"/>
                </a:lnTo>
                <a:moveTo>
                  <a:pt x="37" y="3273"/>
                </a:moveTo>
                <a:lnTo>
                  <a:pt x="37" y="3383"/>
                </a:lnTo>
                <a:lnTo>
                  <a:pt x="0" y="3383"/>
                </a:lnTo>
                <a:lnTo>
                  <a:pt x="0" y="3273"/>
                </a:lnTo>
                <a:lnTo>
                  <a:pt x="37" y="3273"/>
                </a:lnTo>
                <a:moveTo>
                  <a:pt x="37" y="3492"/>
                </a:moveTo>
                <a:lnTo>
                  <a:pt x="37" y="3601"/>
                </a:lnTo>
                <a:lnTo>
                  <a:pt x="0" y="3601"/>
                </a:lnTo>
                <a:lnTo>
                  <a:pt x="0" y="3492"/>
                </a:lnTo>
                <a:lnTo>
                  <a:pt x="37" y="3492"/>
                </a:lnTo>
                <a:moveTo>
                  <a:pt x="37" y="3710"/>
                </a:moveTo>
                <a:lnTo>
                  <a:pt x="37" y="3819"/>
                </a:lnTo>
                <a:lnTo>
                  <a:pt x="0" y="3819"/>
                </a:lnTo>
                <a:lnTo>
                  <a:pt x="0" y="3710"/>
                </a:lnTo>
                <a:lnTo>
                  <a:pt x="37" y="3710"/>
                </a:lnTo>
                <a:moveTo>
                  <a:pt x="37" y="3928"/>
                </a:moveTo>
                <a:lnTo>
                  <a:pt x="37" y="4037"/>
                </a:lnTo>
                <a:lnTo>
                  <a:pt x="0" y="4037"/>
                </a:lnTo>
                <a:lnTo>
                  <a:pt x="0" y="3928"/>
                </a:lnTo>
                <a:lnTo>
                  <a:pt x="37" y="3928"/>
                </a:lnTo>
                <a:moveTo>
                  <a:pt x="37" y="4146"/>
                </a:moveTo>
                <a:lnTo>
                  <a:pt x="37" y="4255"/>
                </a:lnTo>
                <a:lnTo>
                  <a:pt x="0" y="4255"/>
                </a:lnTo>
                <a:lnTo>
                  <a:pt x="0" y="4146"/>
                </a:lnTo>
                <a:lnTo>
                  <a:pt x="37" y="4146"/>
                </a:lnTo>
                <a:moveTo>
                  <a:pt x="37" y="4364"/>
                </a:moveTo>
                <a:lnTo>
                  <a:pt x="37" y="4473"/>
                </a:lnTo>
                <a:lnTo>
                  <a:pt x="0" y="4473"/>
                </a:lnTo>
                <a:lnTo>
                  <a:pt x="0" y="4364"/>
                </a:lnTo>
                <a:lnTo>
                  <a:pt x="37" y="4364"/>
                </a:lnTo>
                <a:moveTo>
                  <a:pt x="37" y="4583"/>
                </a:moveTo>
                <a:lnTo>
                  <a:pt x="37" y="4692"/>
                </a:lnTo>
                <a:lnTo>
                  <a:pt x="0" y="4692"/>
                </a:lnTo>
                <a:lnTo>
                  <a:pt x="0" y="4583"/>
                </a:lnTo>
                <a:lnTo>
                  <a:pt x="37" y="4583"/>
                </a:lnTo>
                <a:moveTo>
                  <a:pt x="37" y="4801"/>
                </a:moveTo>
                <a:lnTo>
                  <a:pt x="37" y="4910"/>
                </a:lnTo>
                <a:lnTo>
                  <a:pt x="0" y="4910"/>
                </a:lnTo>
                <a:lnTo>
                  <a:pt x="0" y="4801"/>
                </a:lnTo>
                <a:lnTo>
                  <a:pt x="37" y="4801"/>
                </a:lnTo>
                <a:moveTo>
                  <a:pt x="37" y="5019"/>
                </a:moveTo>
                <a:lnTo>
                  <a:pt x="37" y="5128"/>
                </a:lnTo>
                <a:lnTo>
                  <a:pt x="0" y="5128"/>
                </a:lnTo>
                <a:lnTo>
                  <a:pt x="0" y="5019"/>
                </a:lnTo>
                <a:lnTo>
                  <a:pt x="37" y="5019"/>
                </a:lnTo>
                <a:moveTo>
                  <a:pt x="37" y="5237"/>
                </a:moveTo>
                <a:lnTo>
                  <a:pt x="37" y="5346"/>
                </a:lnTo>
                <a:lnTo>
                  <a:pt x="0" y="5346"/>
                </a:lnTo>
                <a:lnTo>
                  <a:pt x="0" y="5237"/>
                </a:lnTo>
                <a:lnTo>
                  <a:pt x="37" y="5237"/>
                </a:lnTo>
                <a:moveTo>
                  <a:pt x="37" y="5455"/>
                </a:moveTo>
                <a:lnTo>
                  <a:pt x="37" y="5564"/>
                </a:lnTo>
                <a:lnTo>
                  <a:pt x="0" y="5564"/>
                </a:lnTo>
                <a:lnTo>
                  <a:pt x="0" y="5455"/>
                </a:lnTo>
                <a:lnTo>
                  <a:pt x="37" y="5455"/>
                </a:lnTo>
                <a:moveTo>
                  <a:pt x="37" y="5673"/>
                </a:moveTo>
                <a:lnTo>
                  <a:pt x="37" y="5782"/>
                </a:lnTo>
                <a:lnTo>
                  <a:pt x="0" y="5782"/>
                </a:lnTo>
                <a:lnTo>
                  <a:pt x="0" y="5673"/>
                </a:lnTo>
                <a:lnTo>
                  <a:pt x="37" y="5673"/>
                </a:lnTo>
                <a:moveTo>
                  <a:pt x="37" y="5892"/>
                </a:moveTo>
                <a:lnTo>
                  <a:pt x="37" y="6001"/>
                </a:lnTo>
                <a:lnTo>
                  <a:pt x="0" y="6001"/>
                </a:lnTo>
                <a:lnTo>
                  <a:pt x="0" y="5892"/>
                </a:lnTo>
                <a:lnTo>
                  <a:pt x="37" y="5892"/>
                </a:lnTo>
                <a:moveTo>
                  <a:pt x="37" y="6110"/>
                </a:moveTo>
                <a:lnTo>
                  <a:pt x="37" y="6219"/>
                </a:lnTo>
                <a:lnTo>
                  <a:pt x="0" y="6219"/>
                </a:lnTo>
                <a:lnTo>
                  <a:pt x="0" y="6110"/>
                </a:lnTo>
                <a:lnTo>
                  <a:pt x="37" y="6110"/>
                </a:lnTo>
                <a:moveTo>
                  <a:pt x="37" y="6328"/>
                </a:moveTo>
                <a:lnTo>
                  <a:pt x="37" y="6437"/>
                </a:lnTo>
                <a:lnTo>
                  <a:pt x="0" y="6437"/>
                </a:lnTo>
                <a:lnTo>
                  <a:pt x="0" y="6328"/>
                </a:lnTo>
                <a:lnTo>
                  <a:pt x="37" y="6328"/>
                </a:lnTo>
                <a:moveTo>
                  <a:pt x="37" y="6546"/>
                </a:moveTo>
                <a:lnTo>
                  <a:pt x="37" y="6655"/>
                </a:lnTo>
                <a:lnTo>
                  <a:pt x="0" y="6655"/>
                </a:lnTo>
                <a:lnTo>
                  <a:pt x="0" y="6546"/>
                </a:lnTo>
                <a:lnTo>
                  <a:pt x="37" y="6546"/>
                </a:lnTo>
                <a:moveTo>
                  <a:pt x="37" y="6764"/>
                </a:moveTo>
                <a:lnTo>
                  <a:pt x="37" y="6873"/>
                </a:lnTo>
                <a:lnTo>
                  <a:pt x="0" y="6873"/>
                </a:lnTo>
                <a:lnTo>
                  <a:pt x="0" y="6764"/>
                </a:lnTo>
                <a:lnTo>
                  <a:pt x="37" y="6764"/>
                </a:lnTo>
                <a:moveTo>
                  <a:pt x="37" y="6982"/>
                </a:moveTo>
                <a:lnTo>
                  <a:pt x="37" y="7092"/>
                </a:lnTo>
                <a:lnTo>
                  <a:pt x="0" y="7092"/>
                </a:lnTo>
                <a:lnTo>
                  <a:pt x="0" y="6982"/>
                </a:lnTo>
                <a:lnTo>
                  <a:pt x="37" y="6982"/>
                </a:lnTo>
                <a:moveTo>
                  <a:pt x="37" y="7201"/>
                </a:moveTo>
                <a:lnTo>
                  <a:pt x="37" y="7310"/>
                </a:lnTo>
                <a:lnTo>
                  <a:pt x="0" y="7310"/>
                </a:lnTo>
                <a:lnTo>
                  <a:pt x="0" y="7201"/>
                </a:lnTo>
                <a:lnTo>
                  <a:pt x="37" y="7201"/>
                </a:lnTo>
                <a:moveTo>
                  <a:pt x="37" y="7419"/>
                </a:moveTo>
                <a:lnTo>
                  <a:pt x="37" y="7528"/>
                </a:lnTo>
                <a:lnTo>
                  <a:pt x="0" y="7528"/>
                </a:lnTo>
                <a:lnTo>
                  <a:pt x="0" y="7419"/>
                </a:lnTo>
                <a:lnTo>
                  <a:pt x="37" y="7419"/>
                </a:lnTo>
                <a:moveTo>
                  <a:pt x="37" y="7637"/>
                </a:moveTo>
                <a:lnTo>
                  <a:pt x="37" y="7746"/>
                </a:lnTo>
                <a:lnTo>
                  <a:pt x="0" y="7746"/>
                </a:lnTo>
                <a:lnTo>
                  <a:pt x="0" y="7637"/>
                </a:lnTo>
                <a:lnTo>
                  <a:pt x="37" y="7637"/>
                </a:lnTo>
                <a:moveTo>
                  <a:pt x="37" y="7855"/>
                </a:moveTo>
                <a:lnTo>
                  <a:pt x="37" y="7964"/>
                </a:lnTo>
                <a:lnTo>
                  <a:pt x="0" y="7964"/>
                </a:lnTo>
                <a:lnTo>
                  <a:pt x="0" y="7855"/>
                </a:lnTo>
                <a:lnTo>
                  <a:pt x="37" y="7855"/>
                </a:lnTo>
                <a:moveTo>
                  <a:pt x="37" y="8073"/>
                </a:moveTo>
                <a:lnTo>
                  <a:pt x="37" y="8182"/>
                </a:lnTo>
                <a:lnTo>
                  <a:pt x="0" y="8182"/>
                </a:lnTo>
                <a:lnTo>
                  <a:pt x="0" y="8073"/>
                </a:lnTo>
                <a:lnTo>
                  <a:pt x="37" y="8073"/>
                </a:lnTo>
                <a:moveTo>
                  <a:pt x="37" y="8292"/>
                </a:moveTo>
                <a:lnTo>
                  <a:pt x="37" y="8401"/>
                </a:lnTo>
                <a:lnTo>
                  <a:pt x="0" y="8401"/>
                </a:lnTo>
                <a:lnTo>
                  <a:pt x="0" y="8292"/>
                </a:lnTo>
                <a:lnTo>
                  <a:pt x="37" y="8292"/>
                </a:lnTo>
                <a:moveTo>
                  <a:pt x="37" y="8510"/>
                </a:moveTo>
                <a:lnTo>
                  <a:pt x="37" y="8619"/>
                </a:lnTo>
                <a:lnTo>
                  <a:pt x="0" y="8619"/>
                </a:lnTo>
                <a:lnTo>
                  <a:pt x="0" y="8510"/>
                </a:lnTo>
                <a:lnTo>
                  <a:pt x="37" y="8510"/>
                </a:lnTo>
                <a:moveTo>
                  <a:pt x="37" y="8728"/>
                </a:moveTo>
                <a:lnTo>
                  <a:pt x="37" y="8837"/>
                </a:lnTo>
                <a:lnTo>
                  <a:pt x="0" y="8837"/>
                </a:lnTo>
                <a:lnTo>
                  <a:pt x="0" y="8728"/>
                </a:lnTo>
                <a:lnTo>
                  <a:pt x="37" y="8728"/>
                </a:lnTo>
                <a:moveTo>
                  <a:pt x="37" y="8946"/>
                </a:moveTo>
                <a:lnTo>
                  <a:pt x="37" y="9055"/>
                </a:lnTo>
                <a:lnTo>
                  <a:pt x="0" y="9055"/>
                </a:lnTo>
                <a:lnTo>
                  <a:pt x="0" y="8946"/>
                </a:lnTo>
                <a:lnTo>
                  <a:pt x="37" y="8946"/>
                </a:lnTo>
                <a:moveTo>
                  <a:pt x="37" y="9164"/>
                </a:moveTo>
                <a:lnTo>
                  <a:pt x="37" y="9273"/>
                </a:lnTo>
                <a:lnTo>
                  <a:pt x="0" y="9273"/>
                </a:lnTo>
                <a:lnTo>
                  <a:pt x="0" y="9164"/>
                </a:lnTo>
                <a:lnTo>
                  <a:pt x="37" y="9164"/>
                </a:lnTo>
                <a:moveTo>
                  <a:pt x="37" y="9382"/>
                </a:moveTo>
                <a:lnTo>
                  <a:pt x="37" y="9492"/>
                </a:lnTo>
                <a:lnTo>
                  <a:pt x="0" y="9492"/>
                </a:lnTo>
                <a:lnTo>
                  <a:pt x="0" y="9382"/>
                </a:lnTo>
                <a:lnTo>
                  <a:pt x="37" y="9382"/>
                </a:lnTo>
                <a:moveTo>
                  <a:pt x="37" y="9601"/>
                </a:moveTo>
                <a:lnTo>
                  <a:pt x="37" y="9710"/>
                </a:lnTo>
                <a:lnTo>
                  <a:pt x="0" y="9710"/>
                </a:lnTo>
                <a:lnTo>
                  <a:pt x="0" y="9601"/>
                </a:lnTo>
                <a:lnTo>
                  <a:pt x="37" y="9601"/>
                </a:lnTo>
                <a:moveTo>
                  <a:pt x="37" y="9819"/>
                </a:moveTo>
                <a:lnTo>
                  <a:pt x="37" y="9928"/>
                </a:lnTo>
                <a:lnTo>
                  <a:pt x="0" y="9928"/>
                </a:lnTo>
                <a:lnTo>
                  <a:pt x="0" y="9819"/>
                </a:lnTo>
                <a:lnTo>
                  <a:pt x="37" y="9819"/>
                </a:lnTo>
                <a:moveTo>
                  <a:pt x="37" y="10037"/>
                </a:moveTo>
                <a:lnTo>
                  <a:pt x="37" y="10146"/>
                </a:lnTo>
                <a:lnTo>
                  <a:pt x="0" y="10146"/>
                </a:lnTo>
                <a:lnTo>
                  <a:pt x="0" y="10037"/>
                </a:lnTo>
                <a:lnTo>
                  <a:pt x="37" y="10037"/>
                </a:lnTo>
                <a:moveTo>
                  <a:pt x="37" y="10255"/>
                </a:moveTo>
                <a:lnTo>
                  <a:pt x="37" y="10364"/>
                </a:lnTo>
                <a:lnTo>
                  <a:pt x="0" y="10364"/>
                </a:lnTo>
                <a:lnTo>
                  <a:pt x="0" y="10255"/>
                </a:lnTo>
                <a:lnTo>
                  <a:pt x="37" y="10255"/>
                </a:lnTo>
                <a:moveTo>
                  <a:pt x="37" y="10473"/>
                </a:moveTo>
                <a:lnTo>
                  <a:pt x="37" y="10582"/>
                </a:lnTo>
                <a:lnTo>
                  <a:pt x="0" y="10582"/>
                </a:lnTo>
                <a:lnTo>
                  <a:pt x="0" y="10473"/>
                </a:lnTo>
                <a:lnTo>
                  <a:pt x="37" y="10473"/>
                </a:lnTo>
                <a:moveTo>
                  <a:pt x="37" y="10692"/>
                </a:moveTo>
                <a:lnTo>
                  <a:pt x="37" y="10801"/>
                </a:lnTo>
                <a:lnTo>
                  <a:pt x="0" y="10801"/>
                </a:lnTo>
                <a:lnTo>
                  <a:pt x="0" y="10692"/>
                </a:lnTo>
                <a:lnTo>
                  <a:pt x="37" y="10692"/>
                </a:lnTo>
                <a:moveTo>
                  <a:pt x="37" y="10910"/>
                </a:moveTo>
                <a:lnTo>
                  <a:pt x="37" y="11019"/>
                </a:lnTo>
                <a:lnTo>
                  <a:pt x="0" y="11019"/>
                </a:lnTo>
                <a:lnTo>
                  <a:pt x="0" y="10910"/>
                </a:lnTo>
                <a:lnTo>
                  <a:pt x="37" y="10910"/>
                </a:lnTo>
                <a:moveTo>
                  <a:pt x="37" y="11128"/>
                </a:moveTo>
                <a:lnTo>
                  <a:pt x="37" y="11237"/>
                </a:lnTo>
                <a:lnTo>
                  <a:pt x="0" y="11237"/>
                </a:lnTo>
                <a:lnTo>
                  <a:pt x="0" y="11128"/>
                </a:lnTo>
                <a:lnTo>
                  <a:pt x="37" y="11128"/>
                </a:lnTo>
                <a:moveTo>
                  <a:pt x="37" y="11346"/>
                </a:moveTo>
                <a:lnTo>
                  <a:pt x="37" y="11455"/>
                </a:lnTo>
                <a:lnTo>
                  <a:pt x="0" y="11455"/>
                </a:lnTo>
                <a:lnTo>
                  <a:pt x="0" y="11346"/>
                </a:lnTo>
                <a:lnTo>
                  <a:pt x="37" y="11346"/>
                </a:lnTo>
                <a:moveTo>
                  <a:pt x="37" y="11564"/>
                </a:moveTo>
                <a:lnTo>
                  <a:pt x="37" y="11673"/>
                </a:lnTo>
                <a:lnTo>
                  <a:pt x="0" y="11673"/>
                </a:lnTo>
                <a:lnTo>
                  <a:pt x="0" y="11564"/>
                </a:lnTo>
                <a:lnTo>
                  <a:pt x="37" y="11564"/>
                </a:lnTo>
                <a:moveTo>
                  <a:pt x="37" y="11782"/>
                </a:moveTo>
                <a:lnTo>
                  <a:pt x="37" y="11892"/>
                </a:lnTo>
                <a:lnTo>
                  <a:pt x="0" y="11892"/>
                </a:lnTo>
                <a:lnTo>
                  <a:pt x="0" y="11782"/>
                </a:lnTo>
                <a:lnTo>
                  <a:pt x="37" y="11782"/>
                </a:lnTo>
                <a:moveTo>
                  <a:pt x="37" y="12001"/>
                </a:moveTo>
                <a:lnTo>
                  <a:pt x="37" y="12110"/>
                </a:lnTo>
                <a:lnTo>
                  <a:pt x="0" y="12110"/>
                </a:lnTo>
                <a:lnTo>
                  <a:pt x="0" y="12001"/>
                </a:lnTo>
                <a:lnTo>
                  <a:pt x="37" y="12001"/>
                </a:lnTo>
                <a:moveTo>
                  <a:pt x="37" y="12219"/>
                </a:moveTo>
                <a:lnTo>
                  <a:pt x="37" y="12328"/>
                </a:lnTo>
                <a:lnTo>
                  <a:pt x="0" y="12328"/>
                </a:lnTo>
                <a:lnTo>
                  <a:pt x="0" y="12219"/>
                </a:lnTo>
                <a:lnTo>
                  <a:pt x="37" y="12219"/>
                </a:lnTo>
                <a:moveTo>
                  <a:pt x="37" y="12437"/>
                </a:moveTo>
                <a:lnTo>
                  <a:pt x="37" y="12546"/>
                </a:lnTo>
                <a:lnTo>
                  <a:pt x="0" y="12546"/>
                </a:lnTo>
                <a:lnTo>
                  <a:pt x="0" y="12437"/>
                </a:lnTo>
                <a:lnTo>
                  <a:pt x="37" y="12437"/>
                </a:lnTo>
                <a:moveTo>
                  <a:pt x="37" y="12655"/>
                </a:moveTo>
                <a:lnTo>
                  <a:pt x="37" y="12764"/>
                </a:lnTo>
                <a:lnTo>
                  <a:pt x="0" y="12764"/>
                </a:lnTo>
                <a:lnTo>
                  <a:pt x="0" y="12655"/>
                </a:lnTo>
                <a:lnTo>
                  <a:pt x="37" y="12655"/>
                </a:lnTo>
                <a:moveTo>
                  <a:pt x="37" y="12873"/>
                </a:moveTo>
                <a:lnTo>
                  <a:pt x="37" y="12982"/>
                </a:lnTo>
                <a:lnTo>
                  <a:pt x="0" y="12982"/>
                </a:lnTo>
                <a:lnTo>
                  <a:pt x="0" y="12873"/>
                </a:lnTo>
                <a:lnTo>
                  <a:pt x="37" y="12873"/>
                </a:lnTo>
                <a:moveTo>
                  <a:pt x="37" y="13092"/>
                </a:moveTo>
                <a:lnTo>
                  <a:pt x="37" y="13201"/>
                </a:lnTo>
                <a:lnTo>
                  <a:pt x="0" y="13201"/>
                </a:lnTo>
                <a:lnTo>
                  <a:pt x="0" y="13092"/>
                </a:lnTo>
                <a:lnTo>
                  <a:pt x="37" y="13092"/>
                </a:lnTo>
                <a:moveTo>
                  <a:pt x="37" y="13310"/>
                </a:moveTo>
                <a:lnTo>
                  <a:pt x="37" y="13419"/>
                </a:lnTo>
                <a:lnTo>
                  <a:pt x="0" y="13419"/>
                </a:lnTo>
                <a:lnTo>
                  <a:pt x="0" y="13310"/>
                </a:lnTo>
                <a:lnTo>
                  <a:pt x="37" y="13310"/>
                </a:lnTo>
                <a:moveTo>
                  <a:pt x="37" y="13528"/>
                </a:moveTo>
                <a:lnTo>
                  <a:pt x="37" y="13637"/>
                </a:lnTo>
                <a:lnTo>
                  <a:pt x="0" y="13637"/>
                </a:lnTo>
                <a:lnTo>
                  <a:pt x="0" y="13528"/>
                </a:lnTo>
                <a:lnTo>
                  <a:pt x="37" y="13528"/>
                </a:lnTo>
                <a:moveTo>
                  <a:pt x="37" y="13746"/>
                </a:moveTo>
                <a:lnTo>
                  <a:pt x="37" y="13819"/>
                </a:lnTo>
                <a:lnTo>
                  <a:pt x="0" y="13819"/>
                </a:lnTo>
                <a:lnTo>
                  <a:pt x="0" y="13746"/>
                </a:lnTo>
                <a:lnTo>
                  <a:pt x="37" y="13746"/>
                </a:lnTo>
                <a:close/>
              </a:path>
            </a:pathLst>
          </a:custGeom>
          <a:solidFill>
            <a:srgbClr val="E2E8F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25" name=""/>
          <p:cNvSpPr/>
          <p:nvPr/>
        </p:nvSpPr>
        <p:spPr>
          <a:xfrm>
            <a:off x="795240" y="1380960"/>
            <a:ext cx="4715280" cy="419040"/>
          </a:xfrm>
          <a:custGeom>
            <a:avLst/>
            <a:gdLst/>
            <a:ahLst/>
            <a:rect l="0" t="0" r="r" b="b"/>
            <a:pathLst>
              <a:path w="13098" h="1164">
                <a:moveTo>
                  <a:pt x="182" y="0"/>
                </a:moveTo>
                <a:lnTo>
                  <a:pt x="12916" y="0"/>
                </a:lnTo>
                <a:cubicBezTo>
                  <a:pt x="12928" y="0"/>
                  <a:pt x="12940" y="1"/>
                  <a:pt x="12951" y="3"/>
                </a:cubicBezTo>
                <a:cubicBezTo>
                  <a:pt x="12963" y="6"/>
                  <a:pt x="12974" y="9"/>
                  <a:pt x="12985" y="14"/>
                </a:cubicBezTo>
                <a:cubicBezTo>
                  <a:pt x="12996" y="18"/>
                  <a:pt x="13007" y="24"/>
                  <a:pt x="13017" y="30"/>
                </a:cubicBezTo>
                <a:cubicBezTo>
                  <a:pt x="13027" y="37"/>
                  <a:pt x="13036" y="45"/>
                  <a:pt x="13044" y="53"/>
                </a:cubicBezTo>
                <a:cubicBezTo>
                  <a:pt x="13053" y="62"/>
                  <a:pt x="13060" y="71"/>
                  <a:pt x="13067" y="81"/>
                </a:cubicBezTo>
                <a:cubicBezTo>
                  <a:pt x="13074" y="91"/>
                  <a:pt x="13079" y="101"/>
                  <a:pt x="13084" y="112"/>
                </a:cubicBezTo>
                <a:cubicBezTo>
                  <a:pt x="13088" y="123"/>
                  <a:pt x="13092" y="134"/>
                  <a:pt x="13094" y="146"/>
                </a:cubicBezTo>
                <a:cubicBezTo>
                  <a:pt x="13096" y="158"/>
                  <a:pt x="13098" y="170"/>
                  <a:pt x="13098" y="182"/>
                </a:cubicBezTo>
                <a:lnTo>
                  <a:pt x="13098" y="983"/>
                </a:lnTo>
                <a:cubicBezTo>
                  <a:pt x="13098" y="995"/>
                  <a:pt x="13096" y="1006"/>
                  <a:pt x="13094" y="1018"/>
                </a:cubicBezTo>
                <a:cubicBezTo>
                  <a:pt x="13092" y="1030"/>
                  <a:pt x="13088" y="1041"/>
                  <a:pt x="13084" y="1052"/>
                </a:cubicBezTo>
                <a:cubicBezTo>
                  <a:pt x="13079" y="1063"/>
                  <a:pt x="13074" y="1074"/>
                  <a:pt x="13067" y="1084"/>
                </a:cubicBezTo>
                <a:cubicBezTo>
                  <a:pt x="13060" y="1094"/>
                  <a:pt x="13053" y="1103"/>
                  <a:pt x="13044" y="1111"/>
                </a:cubicBezTo>
                <a:cubicBezTo>
                  <a:pt x="13036" y="1120"/>
                  <a:pt x="13027" y="1127"/>
                  <a:pt x="13017" y="1134"/>
                </a:cubicBezTo>
                <a:cubicBezTo>
                  <a:pt x="13007" y="1140"/>
                  <a:pt x="12996" y="1146"/>
                  <a:pt x="12985" y="1151"/>
                </a:cubicBezTo>
                <a:cubicBezTo>
                  <a:pt x="12974" y="1155"/>
                  <a:pt x="12963" y="1159"/>
                  <a:pt x="12951" y="1161"/>
                </a:cubicBezTo>
                <a:cubicBezTo>
                  <a:pt x="12940" y="1163"/>
                  <a:pt x="12928" y="1164"/>
                  <a:pt x="12916" y="1164"/>
                </a:cubicBezTo>
                <a:lnTo>
                  <a:pt x="182" y="1164"/>
                </a:lnTo>
                <a:cubicBezTo>
                  <a:pt x="170" y="1164"/>
                  <a:pt x="158" y="1163"/>
                  <a:pt x="146" y="1161"/>
                </a:cubicBezTo>
                <a:cubicBezTo>
                  <a:pt x="134" y="1159"/>
                  <a:pt x="123" y="1155"/>
                  <a:pt x="112" y="1151"/>
                </a:cubicBezTo>
                <a:cubicBezTo>
                  <a:pt x="101" y="1146"/>
                  <a:pt x="91" y="1140"/>
                  <a:pt x="81" y="1134"/>
                </a:cubicBezTo>
                <a:cubicBezTo>
                  <a:pt x="71" y="1127"/>
                  <a:pt x="61" y="1120"/>
                  <a:pt x="53" y="1111"/>
                </a:cubicBezTo>
                <a:cubicBezTo>
                  <a:pt x="45" y="1103"/>
                  <a:pt x="37" y="1094"/>
                  <a:pt x="30" y="1084"/>
                </a:cubicBezTo>
                <a:cubicBezTo>
                  <a:pt x="24" y="1074"/>
                  <a:pt x="18" y="1063"/>
                  <a:pt x="14" y="1052"/>
                </a:cubicBezTo>
                <a:cubicBezTo>
                  <a:pt x="9" y="1041"/>
                  <a:pt x="6" y="1030"/>
                  <a:pt x="3" y="1018"/>
                </a:cubicBezTo>
                <a:cubicBezTo>
                  <a:pt x="1" y="1006"/>
                  <a:pt x="0" y="995"/>
                  <a:pt x="0" y="983"/>
                </a:cubicBezTo>
                <a:lnTo>
                  <a:pt x="0" y="182"/>
                </a:lnTo>
                <a:cubicBezTo>
                  <a:pt x="0" y="170"/>
                  <a:pt x="1" y="158"/>
                  <a:pt x="3" y="146"/>
                </a:cubicBezTo>
                <a:cubicBezTo>
                  <a:pt x="6" y="134"/>
                  <a:pt x="9" y="123"/>
                  <a:pt x="14" y="112"/>
                </a:cubicBezTo>
                <a:cubicBezTo>
                  <a:pt x="18" y="101"/>
                  <a:pt x="24" y="91"/>
                  <a:pt x="30" y="81"/>
                </a:cubicBezTo>
                <a:cubicBezTo>
                  <a:pt x="37" y="71"/>
                  <a:pt x="45" y="62"/>
                  <a:pt x="53" y="53"/>
                </a:cubicBezTo>
                <a:cubicBezTo>
                  <a:pt x="61" y="45"/>
                  <a:pt x="71" y="37"/>
                  <a:pt x="81" y="30"/>
                </a:cubicBezTo>
                <a:cubicBezTo>
                  <a:pt x="91" y="24"/>
                  <a:pt x="101" y="18"/>
                  <a:pt x="112" y="14"/>
                </a:cubicBezTo>
                <a:cubicBezTo>
                  <a:pt x="123" y="9"/>
                  <a:pt x="134" y="6"/>
                  <a:pt x="146" y="3"/>
                </a:cubicBezTo>
                <a:cubicBezTo>
                  <a:pt x="158" y="1"/>
                  <a:pt x="170" y="0"/>
                  <a:pt x="182" y="0"/>
                </a:cubicBezTo>
                <a:close/>
              </a:path>
            </a:pathLst>
          </a:custGeom>
          <a:solidFill>
            <a:srgbClr val="6474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26" name=""/>
          <p:cNvSpPr txBox="1"/>
          <p:nvPr/>
        </p:nvSpPr>
        <p:spPr>
          <a:xfrm>
            <a:off x="7299720" y="493560"/>
            <a:ext cx="266760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エージェント）</a:t>
            </a:r>
            <a:endParaRPr lang="en-US" sz="3000" b="0" u="none" strike="noStrike">
              <a:solidFill>
                <a:srgbClr val="000000"/>
              </a:solidFill>
              <a:effectLst/>
              <a:uFillTx/>
              <a:latin typeface="游明朝体"/>
            </a:endParaRPr>
          </a:p>
        </p:txBody>
      </p:sp>
      <p:sp>
        <p:nvSpPr>
          <p:cNvPr id="1727" name=""/>
          <p:cNvSpPr/>
          <p:nvPr/>
        </p:nvSpPr>
        <p:spPr>
          <a:xfrm>
            <a:off x="991440" y="2009160"/>
            <a:ext cx="4322520" cy="576360"/>
          </a:xfrm>
          <a:custGeom>
            <a:avLst/>
            <a:gdLst/>
            <a:ahLst/>
            <a:rect l="0" t="0" r="r" b="b"/>
            <a:pathLst>
              <a:path w="12007" h="1601">
                <a:moveTo>
                  <a:pt x="182" y="0"/>
                </a:moveTo>
                <a:lnTo>
                  <a:pt x="11825" y="0"/>
                </a:lnTo>
                <a:cubicBezTo>
                  <a:pt x="11837" y="0"/>
                  <a:pt x="11849" y="1"/>
                  <a:pt x="11861" y="4"/>
                </a:cubicBezTo>
                <a:cubicBezTo>
                  <a:pt x="11872" y="6"/>
                  <a:pt x="11884" y="10"/>
                  <a:pt x="11895" y="14"/>
                </a:cubicBezTo>
                <a:cubicBezTo>
                  <a:pt x="11906" y="20"/>
                  <a:pt x="11916" y="25"/>
                  <a:pt x="11926" y="32"/>
                </a:cubicBezTo>
                <a:cubicBezTo>
                  <a:pt x="11936" y="39"/>
                  <a:pt x="11945" y="46"/>
                  <a:pt x="11954" y="55"/>
                </a:cubicBezTo>
                <a:cubicBezTo>
                  <a:pt x="11962" y="63"/>
                  <a:pt x="11970" y="72"/>
                  <a:pt x="11976" y="82"/>
                </a:cubicBezTo>
                <a:cubicBezTo>
                  <a:pt x="11983" y="92"/>
                  <a:pt x="11989" y="102"/>
                  <a:pt x="11993" y="113"/>
                </a:cubicBezTo>
                <a:cubicBezTo>
                  <a:pt x="11998" y="125"/>
                  <a:pt x="12001" y="136"/>
                  <a:pt x="12003" y="148"/>
                </a:cubicBezTo>
                <a:cubicBezTo>
                  <a:pt x="12006" y="159"/>
                  <a:pt x="12007" y="171"/>
                  <a:pt x="12007" y="183"/>
                </a:cubicBezTo>
                <a:lnTo>
                  <a:pt x="12007" y="1419"/>
                </a:lnTo>
                <a:cubicBezTo>
                  <a:pt x="12007" y="1431"/>
                  <a:pt x="12006" y="1443"/>
                  <a:pt x="12003" y="1455"/>
                </a:cubicBezTo>
                <a:cubicBezTo>
                  <a:pt x="12001" y="1467"/>
                  <a:pt x="11998" y="1478"/>
                  <a:pt x="11993" y="1489"/>
                </a:cubicBezTo>
                <a:cubicBezTo>
                  <a:pt x="11989" y="1500"/>
                  <a:pt x="11983" y="1511"/>
                  <a:pt x="11976" y="1520"/>
                </a:cubicBezTo>
                <a:cubicBezTo>
                  <a:pt x="11970" y="1530"/>
                  <a:pt x="11962" y="1540"/>
                  <a:pt x="11954" y="1548"/>
                </a:cubicBezTo>
                <a:cubicBezTo>
                  <a:pt x="11945" y="1556"/>
                  <a:pt x="11936" y="1564"/>
                  <a:pt x="11926" y="1571"/>
                </a:cubicBezTo>
                <a:cubicBezTo>
                  <a:pt x="11916" y="1577"/>
                  <a:pt x="11906" y="1583"/>
                  <a:pt x="11895" y="1587"/>
                </a:cubicBezTo>
                <a:cubicBezTo>
                  <a:pt x="11884" y="1592"/>
                  <a:pt x="11872" y="1595"/>
                  <a:pt x="11861" y="1598"/>
                </a:cubicBezTo>
                <a:cubicBezTo>
                  <a:pt x="11849" y="1600"/>
                  <a:pt x="11837" y="1601"/>
                  <a:pt x="11825" y="1601"/>
                </a:cubicBezTo>
                <a:lnTo>
                  <a:pt x="182" y="1601"/>
                </a:lnTo>
                <a:cubicBezTo>
                  <a:pt x="170" y="1601"/>
                  <a:pt x="159" y="1600"/>
                  <a:pt x="147" y="1598"/>
                </a:cubicBezTo>
                <a:cubicBezTo>
                  <a:pt x="135" y="1595"/>
                  <a:pt x="124" y="1592"/>
                  <a:pt x="113" y="1587"/>
                </a:cubicBezTo>
                <a:cubicBezTo>
                  <a:pt x="102" y="1583"/>
                  <a:pt x="91" y="1577"/>
                  <a:pt x="81" y="1571"/>
                </a:cubicBezTo>
                <a:cubicBezTo>
                  <a:pt x="71" y="1564"/>
                  <a:pt x="62" y="1556"/>
                  <a:pt x="54" y="1548"/>
                </a:cubicBezTo>
                <a:cubicBezTo>
                  <a:pt x="45" y="1540"/>
                  <a:pt x="38" y="1530"/>
                  <a:pt x="31" y="1520"/>
                </a:cubicBezTo>
                <a:cubicBezTo>
                  <a:pt x="24" y="1511"/>
                  <a:pt x="19" y="1500"/>
                  <a:pt x="14" y="1489"/>
                </a:cubicBezTo>
                <a:cubicBezTo>
                  <a:pt x="10" y="1478"/>
                  <a:pt x="6" y="1467"/>
                  <a:pt x="4" y="1455"/>
                </a:cubicBezTo>
                <a:cubicBezTo>
                  <a:pt x="2" y="1443"/>
                  <a:pt x="0" y="1431"/>
                  <a:pt x="0" y="1419"/>
                </a:cubicBezTo>
                <a:lnTo>
                  <a:pt x="0" y="183"/>
                </a:lnTo>
                <a:cubicBezTo>
                  <a:pt x="0" y="171"/>
                  <a:pt x="2" y="159"/>
                  <a:pt x="4" y="148"/>
                </a:cubicBezTo>
                <a:cubicBezTo>
                  <a:pt x="6" y="136"/>
                  <a:pt x="10" y="125"/>
                  <a:pt x="14" y="113"/>
                </a:cubicBezTo>
                <a:cubicBezTo>
                  <a:pt x="19" y="102"/>
                  <a:pt x="24" y="92"/>
                  <a:pt x="31" y="82"/>
                </a:cubicBezTo>
                <a:cubicBezTo>
                  <a:pt x="38" y="72"/>
                  <a:pt x="45" y="63"/>
                  <a:pt x="54" y="55"/>
                </a:cubicBezTo>
                <a:cubicBezTo>
                  <a:pt x="62" y="46"/>
                  <a:pt x="71" y="39"/>
                  <a:pt x="81" y="32"/>
                </a:cubicBezTo>
                <a:cubicBezTo>
                  <a:pt x="91" y="25"/>
                  <a:pt x="102" y="20"/>
                  <a:pt x="113" y="14"/>
                </a:cubicBezTo>
                <a:cubicBezTo>
                  <a:pt x="124" y="10"/>
                  <a:pt x="135" y="6"/>
                  <a:pt x="147" y="4"/>
                </a:cubicBezTo>
                <a:cubicBezTo>
                  <a:pt x="159" y="1"/>
                  <a:pt x="170" y="0"/>
                  <a:pt x="182" y="0"/>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28" name=""/>
          <p:cNvSpPr/>
          <p:nvPr/>
        </p:nvSpPr>
        <p:spPr>
          <a:xfrm>
            <a:off x="991440" y="2009160"/>
            <a:ext cx="4322520" cy="576360"/>
          </a:xfrm>
          <a:custGeom>
            <a:avLst/>
            <a:gdLst/>
            <a:ahLst/>
            <a:rect l="0" t="0" r="r" b="b"/>
            <a:pathLst>
              <a:path w="12007" h="1601">
                <a:moveTo>
                  <a:pt x="182" y="0"/>
                </a:moveTo>
                <a:lnTo>
                  <a:pt x="11825" y="0"/>
                </a:lnTo>
                <a:cubicBezTo>
                  <a:pt x="11837" y="0"/>
                  <a:pt x="11849" y="1"/>
                  <a:pt x="11861" y="4"/>
                </a:cubicBezTo>
                <a:cubicBezTo>
                  <a:pt x="11872" y="6"/>
                  <a:pt x="11884" y="10"/>
                  <a:pt x="11895" y="14"/>
                </a:cubicBezTo>
                <a:cubicBezTo>
                  <a:pt x="11906" y="20"/>
                  <a:pt x="11916" y="25"/>
                  <a:pt x="11926" y="32"/>
                </a:cubicBezTo>
                <a:cubicBezTo>
                  <a:pt x="11936" y="39"/>
                  <a:pt x="11945" y="46"/>
                  <a:pt x="11954" y="55"/>
                </a:cubicBezTo>
                <a:cubicBezTo>
                  <a:pt x="11962" y="63"/>
                  <a:pt x="11970" y="72"/>
                  <a:pt x="11976" y="82"/>
                </a:cubicBezTo>
                <a:cubicBezTo>
                  <a:pt x="11983" y="92"/>
                  <a:pt x="11989" y="102"/>
                  <a:pt x="11993" y="113"/>
                </a:cubicBezTo>
                <a:cubicBezTo>
                  <a:pt x="11998" y="125"/>
                  <a:pt x="12001" y="136"/>
                  <a:pt x="12003" y="148"/>
                </a:cubicBezTo>
                <a:cubicBezTo>
                  <a:pt x="12006" y="159"/>
                  <a:pt x="12007" y="171"/>
                  <a:pt x="12007" y="183"/>
                </a:cubicBezTo>
                <a:lnTo>
                  <a:pt x="12007" y="1419"/>
                </a:lnTo>
                <a:cubicBezTo>
                  <a:pt x="12007" y="1431"/>
                  <a:pt x="12006" y="1443"/>
                  <a:pt x="12003" y="1455"/>
                </a:cubicBezTo>
                <a:cubicBezTo>
                  <a:pt x="12001" y="1467"/>
                  <a:pt x="11998" y="1478"/>
                  <a:pt x="11993" y="1489"/>
                </a:cubicBezTo>
                <a:cubicBezTo>
                  <a:pt x="11989" y="1500"/>
                  <a:pt x="11983" y="1511"/>
                  <a:pt x="11976" y="1520"/>
                </a:cubicBezTo>
                <a:cubicBezTo>
                  <a:pt x="11970" y="1530"/>
                  <a:pt x="11962" y="1540"/>
                  <a:pt x="11954" y="1548"/>
                </a:cubicBezTo>
                <a:cubicBezTo>
                  <a:pt x="11945" y="1556"/>
                  <a:pt x="11936" y="1564"/>
                  <a:pt x="11926" y="1571"/>
                </a:cubicBezTo>
                <a:cubicBezTo>
                  <a:pt x="11916" y="1577"/>
                  <a:pt x="11906" y="1583"/>
                  <a:pt x="11895" y="1587"/>
                </a:cubicBezTo>
                <a:cubicBezTo>
                  <a:pt x="11884" y="1592"/>
                  <a:pt x="11872" y="1595"/>
                  <a:pt x="11861" y="1598"/>
                </a:cubicBezTo>
                <a:cubicBezTo>
                  <a:pt x="11849" y="1600"/>
                  <a:pt x="11837" y="1601"/>
                  <a:pt x="11825" y="1601"/>
                </a:cubicBezTo>
                <a:lnTo>
                  <a:pt x="182" y="1601"/>
                </a:lnTo>
                <a:cubicBezTo>
                  <a:pt x="170" y="1601"/>
                  <a:pt x="159" y="1600"/>
                  <a:pt x="147" y="1598"/>
                </a:cubicBezTo>
                <a:cubicBezTo>
                  <a:pt x="135" y="1595"/>
                  <a:pt x="124" y="1592"/>
                  <a:pt x="113" y="1587"/>
                </a:cubicBezTo>
                <a:cubicBezTo>
                  <a:pt x="102" y="1583"/>
                  <a:pt x="91" y="1577"/>
                  <a:pt x="81" y="1571"/>
                </a:cubicBezTo>
                <a:cubicBezTo>
                  <a:pt x="71" y="1564"/>
                  <a:pt x="62" y="1556"/>
                  <a:pt x="54" y="1548"/>
                </a:cubicBezTo>
                <a:cubicBezTo>
                  <a:pt x="45" y="1540"/>
                  <a:pt x="38" y="1530"/>
                  <a:pt x="31" y="1520"/>
                </a:cubicBezTo>
                <a:cubicBezTo>
                  <a:pt x="24" y="1511"/>
                  <a:pt x="19" y="1500"/>
                  <a:pt x="14" y="1489"/>
                </a:cubicBezTo>
                <a:cubicBezTo>
                  <a:pt x="10" y="1478"/>
                  <a:pt x="6" y="1467"/>
                  <a:pt x="4" y="1455"/>
                </a:cubicBezTo>
                <a:cubicBezTo>
                  <a:pt x="2" y="1443"/>
                  <a:pt x="0" y="1431"/>
                  <a:pt x="0" y="1419"/>
                </a:cubicBezTo>
                <a:lnTo>
                  <a:pt x="0" y="183"/>
                </a:lnTo>
                <a:cubicBezTo>
                  <a:pt x="0" y="171"/>
                  <a:pt x="2" y="159"/>
                  <a:pt x="4" y="148"/>
                </a:cubicBezTo>
                <a:cubicBezTo>
                  <a:pt x="6" y="136"/>
                  <a:pt x="10" y="125"/>
                  <a:pt x="14" y="113"/>
                </a:cubicBezTo>
                <a:cubicBezTo>
                  <a:pt x="19" y="102"/>
                  <a:pt x="24" y="92"/>
                  <a:pt x="31" y="82"/>
                </a:cubicBezTo>
                <a:cubicBezTo>
                  <a:pt x="38" y="72"/>
                  <a:pt x="45" y="63"/>
                  <a:pt x="54" y="55"/>
                </a:cubicBezTo>
                <a:cubicBezTo>
                  <a:pt x="62" y="46"/>
                  <a:pt x="71" y="39"/>
                  <a:pt x="81" y="32"/>
                </a:cubicBezTo>
                <a:cubicBezTo>
                  <a:pt x="91" y="25"/>
                  <a:pt x="102" y="20"/>
                  <a:pt x="113" y="14"/>
                </a:cubicBezTo>
                <a:cubicBezTo>
                  <a:pt x="124" y="10"/>
                  <a:pt x="135" y="6"/>
                  <a:pt x="147" y="4"/>
                </a:cubicBezTo>
                <a:cubicBezTo>
                  <a:pt x="159" y="1"/>
                  <a:pt x="170" y="0"/>
                  <a:pt x="182" y="0"/>
                </a:cubicBezTo>
                <a:close/>
              </a:path>
            </a:pathLst>
          </a:custGeom>
          <a:noFill/>
          <a:ln w="12960">
            <a:solidFill>
              <a:srgbClr val="CBD5E1"/>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1729" name=""/>
          <p:cNvSpPr/>
          <p:nvPr/>
        </p:nvSpPr>
        <p:spPr>
          <a:xfrm>
            <a:off x="1148760" y="2127240"/>
            <a:ext cx="340920" cy="340560"/>
          </a:xfrm>
          <a:custGeom>
            <a:avLst/>
            <a:gdLst/>
            <a:ahLst/>
            <a:rect l="0" t="0" r="r" b="b"/>
            <a:pathLst>
              <a:path w="947" h="946">
                <a:moveTo>
                  <a:pt x="947" y="473"/>
                </a:moveTo>
                <a:cubicBezTo>
                  <a:pt x="947" y="504"/>
                  <a:pt x="944" y="535"/>
                  <a:pt x="938" y="565"/>
                </a:cubicBezTo>
                <a:cubicBezTo>
                  <a:pt x="932" y="596"/>
                  <a:pt x="923" y="625"/>
                  <a:pt x="911" y="654"/>
                </a:cubicBezTo>
                <a:cubicBezTo>
                  <a:pt x="899" y="683"/>
                  <a:pt x="884" y="710"/>
                  <a:pt x="867" y="736"/>
                </a:cubicBezTo>
                <a:cubicBezTo>
                  <a:pt x="850" y="762"/>
                  <a:pt x="830" y="786"/>
                  <a:pt x="808" y="808"/>
                </a:cubicBezTo>
                <a:cubicBezTo>
                  <a:pt x="786" y="829"/>
                  <a:pt x="763" y="849"/>
                  <a:pt x="737" y="866"/>
                </a:cubicBezTo>
                <a:cubicBezTo>
                  <a:pt x="711" y="884"/>
                  <a:pt x="684" y="898"/>
                  <a:pt x="655" y="910"/>
                </a:cubicBezTo>
                <a:cubicBezTo>
                  <a:pt x="626" y="922"/>
                  <a:pt x="597" y="931"/>
                  <a:pt x="566" y="937"/>
                </a:cubicBezTo>
                <a:cubicBezTo>
                  <a:pt x="536" y="943"/>
                  <a:pt x="505" y="946"/>
                  <a:pt x="474" y="946"/>
                </a:cubicBezTo>
                <a:cubicBezTo>
                  <a:pt x="443" y="946"/>
                  <a:pt x="412" y="943"/>
                  <a:pt x="382" y="937"/>
                </a:cubicBezTo>
                <a:cubicBezTo>
                  <a:pt x="351" y="931"/>
                  <a:pt x="322" y="922"/>
                  <a:pt x="293" y="910"/>
                </a:cubicBezTo>
                <a:cubicBezTo>
                  <a:pt x="264" y="898"/>
                  <a:pt x="237" y="884"/>
                  <a:pt x="211" y="866"/>
                </a:cubicBezTo>
                <a:cubicBezTo>
                  <a:pt x="185" y="849"/>
                  <a:pt x="162" y="829"/>
                  <a:pt x="140" y="808"/>
                </a:cubicBezTo>
                <a:cubicBezTo>
                  <a:pt x="118" y="786"/>
                  <a:pt x="97" y="762"/>
                  <a:pt x="80" y="736"/>
                </a:cubicBezTo>
                <a:cubicBezTo>
                  <a:pt x="62" y="710"/>
                  <a:pt x="48" y="683"/>
                  <a:pt x="36" y="654"/>
                </a:cubicBezTo>
                <a:cubicBezTo>
                  <a:pt x="24" y="625"/>
                  <a:pt x="15" y="596"/>
                  <a:pt x="9" y="565"/>
                </a:cubicBezTo>
                <a:cubicBezTo>
                  <a:pt x="3" y="535"/>
                  <a:pt x="0" y="504"/>
                  <a:pt x="0" y="473"/>
                </a:cubicBezTo>
                <a:cubicBezTo>
                  <a:pt x="0" y="442"/>
                  <a:pt x="3" y="411"/>
                  <a:pt x="9" y="381"/>
                </a:cubicBezTo>
                <a:cubicBezTo>
                  <a:pt x="15" y="351"/>
                  <a:pt x="24" y="321"/>
                  <a:pt x="36" y="292"/>
                </a:cubicBezTo>
                <a:cubicBezTo>
                  <a:pt x="48" y="264"/>
                  <a:pt x="62" y="236"/>
                  <a:pt x="80" y="210"/>
                </a:cubicBezTo>
                <a:cubicBezTo>
                  <a:pt x="97" y="184"/>
                  <a:pt x="118" y="160"/>
                  <a:pt x="140" y="138"/>
                </a:cubicBezTo>
                <a:cubicBezTo>
                  <a:pt x="162" y="116"/>
                  <a:pt x="185" y="96"/>
                  <a:pt x="211" y="79"/>
                </a:cubicBezTo>
                <a:cubicBezTo>
                  <a:pt x="237" y="62"/>
                  <a:pt x="264" y="47"/>
                  <a:pt x="293" y="36"/>
                </a:cubicBezTo>
                <a:cubicBezTo>
                  <a:pt x="322" y="24"/>
                  <a:pt x="351" y="15"/>
                  <a:pt x="382" y="9"/>
                </a:cubicBezTo>
                <a:cubicBezTo>
                  <a:pt x="412" y="3"/>
                  <a:pt x="443" y="0"/>
                  <a:pt x="474" y="0"/>
                </a:cubicBezTo>
                <a:cubicBezTo>
                  <a:pt x="505" y="0"/>
                  <a:pt x="536" y="3"/>
                  <a:pt x="566" y="9"/>
                </a:cubicBezTo>
                <a:cubicBezTo>
                  <a:pt x="597" y="15"/>
                  <a:pt x="626" y="24"/>
                  <a:pt x="655" y="36"/>
                </a:cubicBezTo>
                <a:cubicBezTo>
                  <a:pt x="684" y="47"/>
                  <a:pt x="711" y="62"/>
                  <a:pt x="737" y="79"/>
                </a:cubicBezTo>
                <a:cubicBezTo>
                  <a:pt x="763" y="96"/>
                  <a:pt x="786" y="116"/>
                  <a:pt x="808" y="138"/>
                </a:cubicBezTo>
                <a:cubicBezTo>
                  <a:pt x="830" y="160"/>
                  <a:pt x="850" y="184"/>
                  <a:pt x="867" y="210"/>
                </a:cubicBezTo>
                <a:cubicBezTo>
                  <a:pt x="884" y="236"/>
                  <a:pt x="899" y="264"/>
                  <a:pt x="911" y="292"/>
                </a:cubicBezTo>
                <a:cubicBezTo>
                  <a:pt x="923" y="321"/>
                  <a:pt x="932" y="351"/>
                  <a:pt x="938" y="381"/>
                </a:cubicBezTo>
                <a:cubicBezTo>
                  <a:pt x="944" y="411"/>
                  <a:pt x="947" y="442"/>
                  <a:pt x="947" y="473"/>
                </a:cubicBezTo>
                <a:close/>
              </a:path>
            </a:pathLst>
          </a:custGeom>
          <a:solidFill>
            <a:srgbClr val="6474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30" name=""/>
          <p:cNvSpPr txBox="1"/>
          <p:nvPr/>
        </p:nvSpPr>
        <p:spPr>
          <a:xfrm>
            <a:off x="1960920" y="1483560"/>
            <a:ext cx="2378160" cy="183240"/>
          </a:xfrm>
          <a:prstGeom prst="rect">
            <a:avLst/>
          </a:prstGeom>
          <a:noFill/>
          <a:ln w="0">
            <a:noFill/>
          </a:ln>
        </p:spPr>
        <p:txBody>
          <a:bodyPr wrap="none" lIns="0" tIns="0" rIns="0" bIns="0" anchor="t">
            <a:spAutoFit/>
          </a:bodyPr>
          <a:p>
            <a:pPr/>
            <a:r>
              <a:rPr lang="ja-JP" sz="1450" b="1" u="none" strike="noStrike">
                <a:solidFill>
                  <a:srgbClr val="FFFFFF"/>
                </a:solidFill>
                <a:effectLst/>
                <a:uFillTx/>
                <a:latin typeface="HiraginoSans-W7"/>
                <a:ea typeface="HiraginoSans-W7"/>
              </a:rPr>
              <a:t>チャットでコードを書かせる</a:t>
            </a:r>
            <a:endParaRPr lang="en-US" sz="1450" b="0" u="none" strike="noStrike">
              <a:solidFill>
                <a:srgbClr val="000000"/>
              </a:solidFill>
              <a:effectLst/>
              <a:uFillTx/>
              <a:latin typeface="游明朝体"/>
            </a:endParaRPr>
          </a:p>
        </p:txBody>
      </p:sp>
      <p:sp>
        <p:nvSpPr>
          <p:cNvPr id="1731" name=""/>
          <p:cNvSpPr txBox="1"/>
          <p:nvPr/>
        </p:nvSpPr>
        <p:spPr>
          <a:xfrm>
            <a:off x="1253880" y="2224800"/>
            <a:ext cx="131760" cy="131400"/>
          </a:xfrm>
          <a:prstGeom prst="rect">
            <a:avLst/>
          </a:prstGeom>
          <a:noFill/>
          <a:ln w="0">
            <a:noFill/>
          </a:ln>
        </p:spPr>
        <p:txBody>
          <a:bodyPr wrap="none" lIns="0" tIns="0" rIns="0" bIns="0" anchor="t">
            <a:spAutoFit/>
          </a:bodyPr>
          <a:p>
            <a:pPr/>
            <a:r>
              <a:rPr lang="ja-JP" sz="1030" b="0" u="none" strike="noStrike">
                <a:solidFill>
                  <a:srgbClr val="FFFFFF"/>
                </a:solidFill>
                <a:effectLst/>
                <a:uFillTx/>
                <a:latin typeface="HiraginoSans-W4"/>
                <a:ea typeface="HiraginoSans-W4"/>
              </a:rPr>
              <a:t>⼈</a:t>
            </a:r>
            <a:endParaRPr lang="en-US" sz="1030" b="0" u="none" strike="noStrike">
              <a:solidFill>
                <a:srgbClr val="000000"/>
              </a:solidFill>
              <a:effectLst/>
              <a:uFillTx/>
              <a:latin typeface="游明朝体"/>
            </a:endParaRPr>
          </a:p>
        </p:txBody>
      </p:sp>
      <p:sp>
        <p:nvSpPr>
          <p:cNvPr id="1732" name=""/>
          <p:cNvSpPr txBox="1"/>
          <p:nvPr/>
        </p:nvSpPr>
        <p:spPr>
          <a:xfrm>
            <a:off x="1613880" y="2127960"/>
            <a:ext cx="186300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6"/>
                <a:ea typeface="HiraginoSans-W6"/>
              </a:rPr>
              <a:t>質問・指⽰をチャットで⼊⼒</a:t>
            </a:r>
            <a:endParaRPr lang="en-US" sz="1130" b="0" u="none" strike="noStrike">
              <a:solidFill>
                <a:srgbClr val="000000"/>
              </a:solidFill>
              <a:effectLst/>
              <a:uFillTx/>
              <a:latin typeface="游明朝体"/>
            </a:endParaRPr>
          </a:p>
        </p:txBody>
      </p:sp>
      <p:sp>
        <p:nvSpPr>
          <p:cNvPr id="1733" name=""/>
          <p:cNvSpPr/>
          <p:nvPr/>
        </p:nvSpPr>
        <p:spPr>
          <a:xfrm>
            <a:off x="3152520" y="2585160"/>
            <a:ext cx="0" cy="222480"/>
          </a:xfrm>
          <a:prstGeom prst="line">
            <a:avLst/>
          </a:prstGeom>
          <a:ln w="19440">
            <a:solidFill>
              <a:srgbClr val="94A3B8"/>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1734" name=""/>
          <p:cNvSpPr/>
          <p:nvPr/>
        </p:nvSpPr>
        <p:spPr>
          <a:xfrm>
            <a:off x="3054240" y="2709720"/>
            <a:ext cx="196920" cy="196560"/>
          </a:xfrm>
          <a:custGeom>
            <a:avLst/>
            <a:gdLst/>
            <a:ahLst/>
            <a:rect l="0" t="0" r="r" b="b"/>
            <a:pathLst>
              <a:path w="547" h="546">
                <a:moveTo>
                  <a:pt x="547" y="0"/>
                </a:moveTo>
                <a:lnTo>
                  <a:pt x="273" y="546"/>
                </a:lnTo>
                <a:lnTo>
                  <a:pt x="0" y="0"/>
                </a:lnTo>
                <a:lnTo>
                  <a:pt x="547" y="0"/>
                </a:lnTo>
                <a:close/>
              </a:path>
            </a:pathLst>
          </a:custGeom>
          <a:solidFill>
            <a:srgbClr val="94A3B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35" name=""/>
          <p:cNvSpPr/>
          <p:nvPr/>
        </p:nvSpPr>
        <p:spPr>
          <a:xfrm>
            <a:off x="991440" y="2807640"/>
            <a:ext cx="4322520" cy="576360"/>
          </a:xfrm>
          <a:custGeom>
            <a:avLst/>
            <a:gdLst/>
            <a:ahLst/>
            <a:rect l="0" t="0" r="r" b="b"/>
            <a:pathLst>
              <a:path w="12007" h="1601">
                <a:moveTo>
                  <a:pt x="182" y="0"/>
                </a:moveTo>
                <a:lnTo>
                  <a:pt x="11825" y="0"/>
                </a:lnTo>
                <a:cubicBezTo>
                  <a:pt x="11837" y="0"/>
                  <a:pt x="11849" y="2"/>
                  <a:pt x="11861" y="4"/>
                </a:cubicBezTo>
                <a:cubicBezTo>
                  <a:pt x="11872" y="6"/>
                  <a:pt x="11884" y="10"/>
                  <a:pt x="11895" y="14"/>
                </a:cubicBezTo>
                <a:cubicBezTo>
                  <a:pt x="11906" y="19"/>
                  <a:pt x="11916" y="24"/>
                  <a:pt x="11926" y="31"/>
                </a:cubicBezTo>
                <a:cubicBezTo>
                  <a:pt x="11936" y="38"/>
                  <a:pt x="11945" y="45"/>
                  <a:pt x="11954" y="54"/>
                </a:cubicBezTo>
                <a:cubicBezTo>
                  <a:pt x="11962" y="62"/>
                  <a:pt x="11970" y="71"/>
                  <a:pt x="11976" y="81"/>
                </a:cubicBezTo>
                <a:cubicBezTo>
                  <a:pt x="11983" y="91"/>
                  <a:pt x="11989" y="102"/>
                  <a:pt x="11993" y="113"/>
                </a:cubicBezTo>
                <a:cubicBezTo>
                  <a:pt x="11998" y="124"/>
                  <a:pt x="12001" y="135"/>
                  <a:pt x="12003" y="147"/>
                </a:cubicBezTo>
                <a:cubicBezTo>
                  <a:pt x="12006" y="158"/>
                  <a:pt x="12007" y="170"/>
                  <a:pt x="12007" y="182"/>
                </a:cubicBezTo>
                <a:lnTo>
                  <a:pt x="12007" y="1420"/>
                </a:lnTo>
                <a:cubicBezTo>
                  <a:pt x="12007" y="1432"/>
                  <a:pt x="12006" y="1443"/>
                  <a:pt x="12003" y="1455"/>
                </a:cubicBezTo>
                <a:cubicBezTo>
                  <a:pt x="12001" y="1467"/>
                  <a:pt x="11998" y="1478"/>
                  <a:pt x="11993" y="1489"/>
                </a:cubicBezTo>
                <a:cubicBezTo>
                  <a:pt x="11989" y="1500"/>
                  <a:pt x="11983" y="1511"/>
                  <a:pt x="11976" y="1521"/>
                </a:cubicBezTo>
                <a:cubicBezTo>
                  <a:pt x="11970" y="1531"/>
                  <a:pt x="11962" y="1540"/>
                  <a:pt x="11954" y="1548"/>
                </a:cubicBezTo>
                <a:cubicBezTo>
                  <a:pt x="11945" y="1557"/>
                  <a:pt x="11936" y="1564"/>
                  <a:pt x="11926" y="1571"/>
                </a:cubicBezTo>
                <a:cubicBezTo>
                  <a:pt x="11916" y="1577"/>
                  <a:pt x="11906" y="1583"/>
                  <a:pt x="11895" y="1588"/>
                </a:cubicBezTo>
                <a:cubicBezTo>
                  <a:pt x="11884" y="1592"/>
                  <a:pt x="11872" y="1596"/>
                  <a:pt x="11861" y="1598"/>
                </a:cubicBezTo>
                <a:cubicBezTo>
                  <a:pt x="11849" y="1600"/>
                  <a:pt x="11837" y="1601"/>
                  <a:pt x="11825" y="1601"/>
                </a:cubicBezTo>
                <a:lnTo>
                  <a:pt x="182" y="1601"/>
                </a:lnTo>
                <a:cubicBezTo>
                  <a:pt x="170" y="1601"/>
                  <a:pt x="159" y="1600"/>
                  <a:pt x="147" y="1598"/>
                </a:cubicBezTo>
                <a:cubicBezTo>
                  <a:pt x="135" y="1596"/>
                  <a:pt x="124" y="1592"/>
                  <a:pt x="113" y="1588"/>
                </a:cubicBezTo>
                <a:cubicBezTo>
                  <a:pt x="102" y="1583"/>
                  <a:pt x="91" y="1577"/>
                  <a:pt x="81" y="1571"/>
                </a:cubicBezTo>
                <a:cubicBezTo>
                  <a:pt x="71" y="1564"/>
                  <a:pt x="62" y="1557"/>
                  <a:pt x="54" y="1548"/>
                </a:cubicBezTo>
                <a:cubicBezTo>
                  <a:pt x="45" y="1540"/>
                  <a:pt x="38" y="1531"/>
                  <a:pt x="31" y="1521"/>
                </a:cubicBezTo>
                <a:cubicBezTo>
                  <a:pt x="24" y="1511"/>
                  <a:pt x="19" y="1500"/>
                  <a:pt x="14" y="1489"/>
                </a:cubicBezTo>
                <a:cubicBezTo>
                  <a:pt x="10" y="1478"/>
                  <a:pt x="6" y="1467"/>
                  <a:pt x="4" y="1455"/>
                </a:cubicBezTo>
                <a:cubicBezTo>
                  <a:pt x="2" y="1443"/>
                  <a:pt x="0" y="1432"/>
                  <a:pt x="0" y="1420"/>
                </a:cubicBezTo>
                <a:lnTo>
                  <a:pt x="0" y="182"/>
                </a:lnTo>
                <a:cubicBezTo>
                  <a:pt x="0" y="170"/>
                  <a:pt x="2" y="158"/>
                  <a:pt x="4" y="147"/>
                </a:cubicBezTo>
                <a:cubicBezTo>
                  <a:pt x="6" y="135"/>
                  <a:pt x="10" y="124"/>
                  <a:pt x="14" y="113"/>
                </a:cubicBezTo>
                <a:cubicBezTo>
                  <a:pt x="19" y="102"/>
                  <a:pt x="24" y="91"/>
                  <a:pt x="31" y="81"/>
                </a:cubicBezTo>
                <a:cubicBezTo>
                  <a:pt x="38" y="71"/>
                  <a:pt x="45" y="62"/>
                  <a:pt x="54" y="54"/>
                </a:cubicBezTo>
                <a:cubicBezTo>
                  <a:pt x="62" y="45"/>
                  <a:pt x="71" y="38"/>
                  <a:pt x="81" y="31"/>
                </a:cubicBezTo>
                <a:cubicBezTo>
                  <a:pt x="91" y="24"/>
                  <a:pt x="102" y="19"/>
                  <a:pt x="113" y="14"/>
                </a:cubicBezTo>
                <a:cubicBezTo>
                  <a:pt x="124" y="10"/>
                  <a:pt x="135" y="6"/>
                  <a:pt x="147" y="4"/>
                </a:cubicBezTo>
                <a:cubicBezTo>
                  <a:pt x="159" y="2"/>
                  <a:pt x="170" y="0"/>
                  <a:pt x="182" y="0"/>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36" name=""/>
          <p:cNvSpPr/>
          <p:nvPr/>
        </p:nvSpPr>
        <p:spPr>
          <a:xfrm>
            <a:off x="991440" y="2807640"/>
            <a:ext cx="4322520" cy="576360"/>
          </a:xfrm>
          <a:custGeom>
            <a:avLst/>
            <a:gdLst/>
            <a:ahLst/>
            <a:rect l="0" t="0" r="r" b="b"/>
            <a:pathLst>
              <a:path w="12007" h="1601">
                <a:moveTo>
                  <a:pt x="182" y="0"/>
                </a:moveTo>
                <a:lnTo>
                  <a:pt x="11825" y="0"/>
                </a:lnTo>
                <a:cubicBezTo>
                  <a:pt x="11837" y="0"/>
                  <a:pt x="11849" y="2"/>
                  <a:pt x="11861" y="4"/>
                </a:cubicBezTo>
                <a:cubicBezTo>
                  <a:pt x="11872" y="6"/>
                  <a:pt x="11884" y="10"/>
                  <a:pt x="11895" y="14"/>
                </a:cubicBezTo>
                <a:cubicBezTo>
                  <a:pt x="11906" y="19"/>
                  <a:pt x="11916" y="24"/>
                  <a:pt x="11926" y="31"/>
                </a:cubicBezTo>
                <a:cubicBezTo>
                  <a:pt x="11936" y="38"/>
                  <a:pt x="11945" y="45"/>
                  <a:pt x="11954" y="54"/>
                </a:cubicBezTo>
                <a:cubicBezTo>
                  <a:pt x="11962" y="62"/>
                  <a:pt x="11970" y="71"/>
                  <a:pt x="11976" y="81"/>
                </a:cubicBezTo>
                <a:cubicBezTo>
                  <a:pt x="11983" y="91"/>
                  <a:pt x="11989" y="102"/>
                  <a:pt x="11993" y="113"/>
                </a:cubicBezTo>
                <a:cubicBezTo>
                  <a:pt x="11998" y="124"/>
                  <a:pt x="12001" y="135"/>
                  <a:pt x="12003" y="147"/>
                </a:cubicBezTo>
                <a:cubicBezTo>
                  <a:pt x="12006" y="158"/>
                  <a:pt x="12007" y="170"/>
                  <a:pt x="12007" y="182"/>
                </a:cubicBezTo>
                <a:lnTo>
                  <a:pt x="12007" y="1420"/>
                </a:lnTo>
                <a:cubicBezTo>
                  <a:pt x="12007" y="1432"/>
                  <a:pt x="12006" y="1443"/>
                  <a:pt x="12003" y="1455"/>
                </a:cubicBezTo>
                <a:cubicBezTo>
                  <a:pt x="12001" y="1467"/>
                  <a:pt x="11998" y="1478"/>
                  <a:pt x="11993" y="1489"/>
                </a:cubicBezTo>
                <a:cubicBezTo>
                  <a:pt x="11989" y="1500"/>
                  <a:pt x="11983" y="1511"/>
                  <a:pt x="11976" y="1521"/>
                </a:cubicBezTo>
                <a:cubicBezTo>
                  <a:pt x="11970" y="1531"/>
                  <a:pt x="11962" y="1540"/>
                  <a:pt x="11954" y="1548"/>
                </a:cubicBezTo>
                <a:cubicBezTo>
                  <a:pt x="11945" y="1557"/>
                  <a:pt x="11936" y="1564"/>
                  <a:pt x="11926" y="1571"/>
                </a:cubicBezTo>
                <a:cubicBezTo>
                  <a:pt x="11916" y="1577"/>
                  <a:pt x="11906" y="1583"/>
                  <a:pt x="11895" y="1588"/>
                </a:cubicBezTo>
                <a:cubicBezTo>
                  <a:pt x="11884" y="1592"/>
                  <a:pt x="11872" y="1596"/>
                  <a:pt x="11861" y="1598"/>
                </a:cubicBezTo>
                <a:cubicBezTo>
                  <a:pt x="11849" y="1600"/>
                  <a:pt x="11837" y="1601"/>
                  <a:pt x="11825" y="1601"/>
                </a:cubicBezTo>
                <a:lnTo>
                  <a:pt x="182" y="1601"/>
                </a:lnTo>
                <a:cubicBezTo>
                  <a:pt x="170" y="1601"/>
                  <a:pt x="159" y="1600"/>
                  <a:pt x="147" y="1598"/>
                </a:cubicBezTo>
                <a:cubicBezTo>
                  <a:pt x="135" y="1596"/>
                  <a:pt x="124" y="1592"/>
                  <a:pt x="113" y="1588"/>
                </a:cubicBezTo>
                <a:cubicBezTo>
                  <a:pt x="102" y="1583"/>
                  <a:pt x="91" y="1577"/>
                  <a:pt x="81" y="1571"/>
                </a:cubicBezTo>
                <a:cubicBezTo>
                  <a:pt x="71" y="1564"/>
                  <a:pt x="62" y="1557"/>
                  <a:pt x="54" y="1548"/>
                </a:cubicBezTo>
                <a:cubicBezTo>
                  <a:pt x="45" y="1540"/>
                  <a:pt x="38" y="1531"/>
                  <a:pt x="31" y="1521"/>
                </a:cubicBezTo>
                <a:cubicBezTo>
                  <a:pt x="24" y="1511"/>
                  <a:pt x="19" y="1500"/>
                  <a:pt x="14" y="1489"/>
                </a:cubicBezTo>
                <a:cubicBezTo>
                  <a:pt x="10" y="1478"/>
                  <a:pt x="6" y="1467"/>
                  <a:pt x="4" y="1455"/>
                </a:cubicBezTo>
                <a:cubicBezTo>
                  <a:pt x="2" y="1443"/>
                  <a:pt x="0" y="1432"/>
                  <a:pt x="0" y="1420"/>
                </a:cubicBezTo>
                <a:lnTo>
                  <a:pt x="0" y="182"/>
                </a:lnTo>
                <a:cubicBezTo>
                  <a:pt x="0" y="170"/>
                  <a:pt x="2" y="158"/>
                  <a:pt x="4" y="147"/>
                </a:cubicBezTo>
                <a:cubicBezTo>
                  <a:pt x="6" y="135"/>
                  <a:pt x="10" y="124"/>
                  <a:pt x="14" y="113"/>
                </a:cubicBezTo>
                <a:cubicBezTo>
                  <a:pt x="19" y="102"/>
                  <a:pt x="24" y="91"/>
                  <a:pt x="31" y="81"/>
                </a:cubicBezTo>
                <a:cubicBezTo>
                  <a:pt x="38" y="71"/>
                  <a:pt x="45" y="62"/>
                  <a:pt x="54" y="54"/>
                </a:cubicBezTo>
                <a:cubicBezTo>
                  <a:pt x="62" y="45"/>
                  <a:pt x="71" y="38"/>
                  <a:pt x="81" y="31"/>
                </a:cubicBezTo>
                <a:cubicBezTo>
                  <a:pt x="91" y="24"/>
                  <a:pt x="102" y="19"/>
                  <a:pt x="113" y="14"/>
                </a:cubicBezTo>
                <a:cubicBezTo>
                  <a:pt x="124" y="10"/>
                  <a:pt x="135" y="6"/>
                  <a:pt x="147" y="4"/>
                </a:cubicBezTo>
                <a:cubicBezTo>
                  <a:pt x="159" y="2"/>
                  <a:pt x="170" y="0"/>
                  <a:pt x="182" y="0"/>
                </a:cubicBezTo>
                <a:close/>
              </a:path>
            </a:pathLst>
          </a:custGeom>
          <a:noFill/>
          <a:ln w="12960">
            <a:solidFill>
              <a:srgbClr val="CBD5E1"/>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1737" name=""/>
          <p:cNvSpPr/>
          <p:nvPr/>
        </p:nvSpPr>
        <p:spPr>
          <a:xfrm>
            <a:off x="1148760" y="2925720"/>
            <a:ext cx="340920" cy="340560"/>
          </a:xfrm>
          <a:custGeom>
            <a:avLst/>
            <a:gdLst/>
            <a:ahLst/>
            <a:rect l="0" t="0" r="r" b="b"/>
            <a:pathLst>
              <a:path w="947" h="946">
                <a:moveTo>
                  <a:pt x="947" y="472"/>
                </a:moveTo>
                <a:cubicBezTo>
                  <a:pt x="947" y="503"/>
                  <a:pt x="944" y="534"/>
                  <a:pt x="938" y="565"/>
                </a:cubicBezTo>
                <a:cubicBezTo>
                  <a:pt x="932" y="595"/>
                  <a:pt x="923" y="625"/>
                  <a:pt x="911" y="653"/>
                </a:cubicBezTo>
                <a:cubicBezTo>
                  <a:pt x="899" y="682"/>
                  <a:pt x="884" y="709"/>
                  <a:pt x="867" y="735"/>
                </a:cubicBezTo>
                <a:cubicBezTo>
                  <a:pt x="850" y="761"/>
                  <a:pt x="830" y="785"/>
                  <a:pt x="808" y="807"/>
                </a:cubicBezTo>
                <a:cubicBezTo>
                  <a:pt x="786" y="829"/>
                  <a:pt x="763" y="848"/>
                  <a:pt x="737" y="866"/>
                </a:cubicBezTo>
                <a:cubicBezTo>
                  <a:pt x="711" y="884"/>
                  <a:pt x="684" y="898"/>
                  <a:pt x="655" y="910"/>
                </a:cubicBezTo>
                <a:cubicBezTo>
                  <a:pt x="626" y="922"/>
                  <a:pt x="597" y="931"/>
                  <a:pt x="566" y="937"/>
                </a:cubicBezTo>
                <a:cubicBezTo>
                  <a:pt x="536" y="943"/>
                  <a:pt x="505" y="946"/>
                  <a:pt x="474" y="946"/>
                </a:cubicBezTo>
                <a:cubicBezTo>
                  <a:pt x="443" y="946"/>
                  <a:pt x="412" y="943"/>
                  <a:pt x="382" y="937"/>
                </a:cubicBezTo>
                <a:cubicBezTo>
                  <a:pt x="351" y="931"/>
                  <a:pt x="322" y="922"/>
                  <a:pt x="293" y="910"/>
                </a:cubicBezTo>
                <a:cubicBezTo>
                  <a:pt x="264" y="898"/>
                  <a:pt x="237" y="884"/>
                  <a:pt x="211" y="866"/>
                </a:cubicBezTo>
                <a:cubicBezTo>
                  <a:pt x="185" y="848"/>
                  <a:pt x="162" y="829"/>
                  <a:pt x="140" y="807"/>
                </a:cubicBezTo>
                <a:cubicBezTo>
                  <a:pt x="118" y="785"/>
                  <a:pt x="97" y="761"/>
                  <a:pt x="80" y="735"/>
                </a:cubicBezTo>
                <a:cubicBezTo>
                  <a:pt x="62" y="709"/>
                  <a:pt x="48" y="682"/>
                  <a:pt x="36" y="653"/>
                </a:cubicBezTo>
                <a:cubicBezTo>
                  <a:pt x="24" y="625"/>
                  <a:pt x="15" y="595"/>
                  <a:pt x="9" y="565"/>
                </a:cubicBezTo>
                <a:cubicBezTo>
                  <a:pt x="3" y="534"/>
                  <a:pt x="0" y="503"/>
                  <a:pt x="0" y="472"/>
                </a:cubicBezTo>
                <a:cubicBezTo>
                  <a:pt x="0" y="441"/>
                  <a:pt x="3" y="411"/>
                  <a:pt x="9" y="380"/>
                </a:cubicBezTo>
                <a:cubicBezTo>
                  <a:pt x="15" y="350"/>
                  <a:pt x="24" y="320"/>
                  <a:pt x="36" y="292"/>
                </a:cubicBezTo>
                <a:cubicBezTo>
                  <a:pt x="48" y="263"/>
                  <a:pt x="62" y="236"/>
                  <a:pt x="80" y="210"/>
                </a:cubicBezTo>
                <a:cubicBezTo>
                  <a:pt x="97" y="184"/>
                  <a:pt x="118" y="160"/>
                  <a:pt x="140" y="138"/>
                </a:cubicBezTo>
                <a:cubicBezTo>
                  <a:pt x="162" y="116"/>
                  <a:pt x="185" y="97"/>
                  <a:pt x="211" y="79"/>
                </a:cubicBezTo>
                <a:cubicBezTo>
                  <a:pt x="237" y="62"/>
                  <a:pt x="264" y="48"/>
                  <a:pt x="293" y="36"/>
                </a:cubicBezTo>
                <a:cubicBezTo>
                  <a:pt x="322" y="24"/>
                  <a:pt x="351" y="15"/>
                  <a:pt x="382" y="9"/>
                </a:cubicBezTo>
                <a:cubicBezTo>
                  <a:pt x="412" y="3"/>
                  <a:pt x="443" y="0"/>
                  <a:pt x="474" y="0"/>
                </a:cubicBezTo>
                <a:cubicBezTo>
                  <a:pt x="505" y="0"/>
                  <a:pt x="536" y="3"/>
                  <a:pt x="566" y="9"/>
                </a:cubicBezTo>
                <a:cubicBezTo>
                  <a:pt x="597" y="15"/>
                  <a:pt x="626" y="24"/>
                  <a:pt x="655" y="36"/>
                </a:cubicBezTo>
                <a:cubicBezTo>
                  <a:pt x="684" y="48"/>
                  <a:pt x="711" y="62"/>
                  <a:pt x="737" y="79"/>
                </a:cubicBezTo>
                <a:cubicBezTo>
                  <a:pt x="763" y="97"/>
                  <a:pt x="786" y="116"/>
                  <a:pt x="808" y="138"/>
                </a:cubicBezTo>
                <a:cubicBezTo>
                  <a:pt x="830" y="160"/>
                  <a:pt x="850" y="184"/>
                  <a:pt x="867" y="210"/>
                </a:cubicBezTo>
                <a:cubicBezTo>
                  <a:pt x="884" y="236"/>
                  <a:pt x="899" y="263"/>
                  <a:pt x="911" y="292"/>
                </a:cubicBezTo>
                <a:cubicBezTo>
                  <a:pt x="923" y="320"/>
                  <a:pt x="932" y="350"/>
                  <a:pt x="938" y="380"/>
                </a:cubicBezTo>
                <a:cubicBezTo>
                  <a:pt x="944" y="411"/>
                  <a:pt x="947" y="441"/>
                  <a:pt x="947" y="472"/>
                </a:cubicBezTo>
                <a:close/>
              </a:path>
            </a:pathLst>
          </a:custGeom>
          <a:solidFill>
            <a:srgbClr val="94A3B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38" name=""/>
          <p:cNvSpPr txBox="1"/>
          <p:nvPr/>
        </p:nvSpPr>
        <p:spPr>
          <a:xfrm>
            <a:off x="1613880" y="2340720"/>
            <a:ext cx="1446840" cy="111600"/>
          </a:xfrm>
          <a:prstGeom prst="rect">
            <a:avLst/>
          </a:prstGeom>
          <a:noFill/>
          <a:ln w="0">
            <a:noFill/>
          </a:ln>
        </p:spPr>
        <p:txBody>
          <a:bodyPr wrap="none" lIns="0" tIns="0" rIns="0" bIns="0" anchor="t">
            <a:spAutoFit/>
          </a:bodyPr>
          <a:p>
            <a:pPr/>
            <a:r>
              <a:rPr lang="ja-JP" sz="880" b="0" u="none" strike="noStrike">
                <a:solidFill>
                  <a:srgbClr val="64748B"/>
                </a:solidFill>
                <a:effectLst/>
                <a:uFillTx/>
                <a:latin typeface="HiraginoSans-W4"/>
                <a:ea typeface="HiraginoSans-W4"/>
              </a:rPr>
              <a:t>「〇〇を作って」と都度依頼</a:t>
            </a:r>
            <a:endParaRPr lang="en-US" sz="880" b="0" u="none" strike="noStrike">
              <a:solidFill>
                <a:srgbClr val="000000"/>
              </a:solidFill>
              <a:effectLst/>
              <a:uFillTx/>
              <a:latin typeface="游明朝体"/>
            </a:endParaRPr>
          </a:p>
        </p:txBody>
      </p:sp>
      <p:sp>
        <p:nvSpPr>
          <p:cNvPr id="1739" name=""/>
          <p:cNvSpPr txBox="1"/>
          <p:nvPr/>
        </p:nvSpPr>
        <p:spPr>
          <a:xfrm>
            <a:off x="1258560" y="3035160"/>
            <a:ext cx="117360" cy="131400"/>
          </a:xfrm>
          <a:prstGeom prst="rect">
            <a:avLst/>
          </a:prstGeom>
          <a:noFill/>
          <a:ln w="0">
            <a:noFill/>
          </a:ln>
        </p:spPr>
        <p:txBody>
          <a:bodyPr wrap="none" lIns="0" tIns="0" rIns="0" bIns="0" anchor="t">
            <a:spAutoFit/>
          </a:bodyPr>
          <a:p>
            <a:pPr/>
            <a:r>
              <a:rPr lang="en-US" sz="920" b="0" u="none" strike="noStrike">
                <a:solidFill>
                  <a:srgbClr val="FFFFFF"/>
                </a:solidFill>
                <a:effectLst/>
                <a:uFillTx/>
                <a:latin typeface="HiraginoSans-W4"/>
                <a:ea typeface="HiraginoSans-W4"/>
              </a:rPr>
              <a:t>AI</a:t>
            </a:r>
            <a:endParaRPr lang="en-US" sz="920" b="0" u="none" strike="noStrike">
              <a:solidFill>
                <a:srgbClr val="000000"/>
              </a:solidFill>
              <a:effectLst/>
              <a:uFillTx/>
              <a:latin typeface="游明朝体"/>
            </a:endParaRPr>
          </a:p>
        </p:txBody>
      </p:sp>
      <p:sp>
        <p:nvSpPr>
          <p:cNvPr id="1740" name=""/>
          <p:cNvSpPr txBox="1"/>
          <p:nvPr/>
        </p:nvSpPr>
        <p:spPr>
          <a:xfrm>
            <a:off x="1613880" y="2926440"/>
            <a:ext cx="157644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6"/>
                <a:ea typeface="HiraginoSans-W6"/>
              </a:rPr>
              <a:t>コードをテキストで提案</a:t>
            </a:r>
            <a:endParaRPr lang="en-US" sz="1130" b="0" u="none" strike="noStrike">
              <a:solidFill>
                <a:srgbClr val="000000"/>
              </a:solidFill>
              <a:effectLst/>
              <a:uFillTx/>
              <a:latin typeface="游明朝体"/>
            </a:endParaRPr>
          </a:p>
        </p:txBody>
      </p:sp>
      <p:sp>
        <p:nvSpPr>
          <p:cNvPr id="1741" name=""/>
          <p:cNvSpPr/>
          <p:nvPr/>
        </p:nvSpPr>
        <p:spPr>
          <a:xfrm>
            <a:off x="3152520" y="3383640"/>
            <a:ext cx="0" cy="222840"/>
          </a:xfrm>
          <a:prstGeom prst="line">
            <a:avLst/>
          </a:prstGeom>
          <a:ln w="19440">
            <a:solidFill>
              <a:srgbClr val="94A3B8"/>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1742" name=""/>
          <p:cNvSpPr/>
          <p:nvPr/>
        </p:nvSpPr>
        <p:spPr>
          <a:xfrm>
            <a:off x="3054240" y="3508200"/>
            <a:ext cx="196920" cy="196560"/>
          </a:xfrm>
          <a:custGeom>
            <a:avLst/>
            <a:gdLst/>
            <a:ahLst/>
            <a:rect l="0" t="0" r="r" b="b"/>
            <a:pathLst>
              <a:path w="547" h="546">
                <a:moveTo>
                  <a:pt x="547" y="0"/>
                </a:moveTo>
                <a:lnTo>
                  <a:pt x="273" y="546"/>
                </a:lnTo>
                <a:lnTo>
                  <a:pt x="0" y="0"/>
                </a:lnTo>
                <a:lnTo>
                  <a:pt x="547" y="0"/>
                </a:lnTo>
                <a:close/>
              </a:path>
            </a:pathLst>
          </a:custGeom>
          <a:solidFill>
            <a:srgbClr val="94A3B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43" name=""/>
          <p:cNvSpPr/>
          <p:nvPr/>
        </p:nvSpPr>
        <p:spPr>
          <a:xfrm>
            <a:off x="991440" y="3606480"/>
            <a:ext cx="4322520" cy="576360"/>
          </a:xfrm>
          <a:custGeom>
            <a:avLst/>
            <a:gdLst/>
            <a:ahLst/>
            <a:rect l="0" t="0" r="r" b="b"/>
            <a:pathLst>
              <a:path w="12007" h="1601">
                <a:moveTo>
                  <a:pt x="182" y="0"/>
                </a:moveTo>
                <a:lnTo>
                  <a:pt x="11825" y="0"/>
                </a:lnTo>
                <a:cubicBezTo>
                  <a:pt x="11837" y="0"/>
                  <a:pt x="11849" y="1"/>
                  <a:pt x="11861" y="3"/>
                </a:cubicBezTo>
                <a:cubicBezTo>
                  <a:pt x="11872" y="5"/>
                  <a:pt x="11884" y="9"/>
                  <a:pt x="11895" y="13"/>
                </a:cubicBezTo>
                <a:cubicBezTo>
                  <a:pt x="11906" y="18"/>
                  <a:pt x="11916" y="24"/>
                  <a:pt x="11926" y="30"/>
                </a:cubicBezTo>
                <a:cubicBezTo>
                  <a:pt x="11936" y="37"/>
                  <a:pt x="11945" y="44"/>
                  <a:pt x="11954" y="53"/>
                </a:cubicBezTo>
                <a:cubicBezTo>
                  <a:pt x="11962" y="61"/>
                  <a:pt x="11970" y="70"/>
                  <a:pt x="11976" y="80"/>
                </a:cubicBezTo>
                <a:cubicBezTo>
                  <a:pt x="11983" y="90"/>
                  <a:pt x="11989" y="101"/>
                  <a:pt x="11993" y="112"/>
                </a:cubicBezTo>
                <a:cubicBezTo>
                  <a:pt x="11998" y="123"/>
                  <a:pt x="12001" y="134"/>
                  <a:pt x="12003" y="146"/>
                </a:cubicBezTo>
                <a:cubicBezTo>
                  <a:pt x="12006" y="158"/>
                  <a:pt x="12007" y="169"/>
                  <a:pt x="12007" y="181"/>
                </a:cubicBezTo>
                <a:lnTo>
                  <a:pt x="12007" y="1419"/>
                </a:lnTo>
                <a:cubicBezTo>
                  <a:pt x="12007" y="1431"/>
                  <a:pt x="12006" y="1443"/>
                  <a:pt x="12003" y="1454"/>
                </a:cubicBezTo>
                <a:cubicBezTo>
                  <a:pt x="12001" y="1466"/>
                  <a:pt x="11998" y="1477"/>
                  <a:pt x="11993" y="1488"/>
                </a:cubicBezTo>
                <a:cubicBezTo>
                  <a:pt x="11989" y="1499"/>
                  <a:pt x="11983" y="1510"/>
                  <a:pt x="11976" y="1520"/>
                </a:cubicBezTo>
                <a:cubicBezTo>
                  <a:pt x="11970" y="1530"/>
                  <a:pt x="11962" y="1539"/>
                  <a:pt x="11954" y="1547"/>
                </a:cubicBezTo>
                <a:cubicBezTo>
                  <a:pt x="11945" y="1556"/>
                  <a:pt x="11936" y="1563"/>
                  <a:pt x="11926" y="1570"/>
                </a:cubicBezTo>
                <a:cubicBezTo>
                  <a:pt x="11916" y="1577"/>
                  <a:pt x="11906" y="1582"/>
                  <a:pt x="11895" y="1587"/>
                </a:cubicBezTo>
                <a:cubicBezTo>
                  <a:pt x="11884" y="1591"/>
                  <a:pt x="11872" y="1595"/>
                  <a:pt x="11861" y="1597"/>
                </a:cubicBezTo>
                <a:cubicBezTo>
                  <a:pt x="11849" y="1599"/>
                  <a:pt x="11837" y="1601"/>
                  <a:pt x="11825" y="1601"/>
                </a:cubicBezTo>
                <a:lnTo>
                  <a:pt x="182" y="1601"/>
                </a:lnTo>
                <a:cubicBezTo>
                  <a:pt x="170" y="1601"/>
                  <a:pt x="159" y="1599"/>
                  <a:pt x="147" y="1597"/>
                </a:cubicBezTo>
                <a:cubicBezTo>
                  <a:pt x="135" y="1595"/>
                  <a:pt x="124" y="1591"/>
                  <a:pt x="113" y="1587"/>
                </a:cubicBezTo>
                <a:cubicBezTo>
                  <a:pt x="102" y="1582"/>
                  <a:pt x="91" y="1577"/>
                  <a:pt x="81" y="1570"/>
                </a:cubicBezTo>
                <a:cubicBezTo>
                  <a:pt x="71" y="1563"/>
                  <a:pt x="62" y="1556"/>
                  <a:pt x="54" y="1547"/>
                </a:cubicBezTo>
                <a:cubicBezTo>
                  <a:pt x="45" y="1539"/>
                  <a:pt x="38" y="1530"/>
                  <a:pt x="31" y="1520"/>
                </a:cubicBezTo>
                <a:cubicBezTo>
                  <a:pt x="24" y="1510"/>
                  <a:pt x="19" y="1499"/>
                  <a:pt x="14" y="1488"/>
                </a:cubicBezTo>
                <a:cubicBezTo>
                  <a:pt x="10" y="1477"/>
                  <a:pt x="6" y="1466"/>
                  <a:pt x="4" y="1454"/>
                </a:cubicBezTo>
                <a:cubicBezTo>
                  <a:pt x="2" y="1443"/>
                  <a:pt x="0" y="1431"/>
                  <a:pt x="0" y="1419"/>
                </a:cubicBezTo>
                <a:lnTo>
                  <a:pt x="0" y="181"/>
                </a:lnTo>
                <a:cubicBezTo>
                  <a:pt x="0" y="169"/>
                  <a:pt x="2" y="158"/>
                  <a:pt x="4" y="146"/>
                </a:cubicBezTo>
                <a:cubicBezTo>
                  <a:pt x="6" y="134"/>
                  <a:pt x="10" y="123"/>
                  <a:pt x="14" y="112"/>
                </a:cubicBezTo>
                <a:cubicBezTo>
                  <a:pt x="19" y="101"/>
                  <a:pt x="24" y="90"/>
                  <a:pt x="31" y="80"/>
                </a:cubicBezTo>
                <a:cubicBezTo>
                  <a:pt x="38" y="70"/>
                  <a:pt x="45" y="61"/>
                  <a:pt x="54" y="53"/>
                </a:cubicBezTo>
                <a:cubicBezTo>
                  <a:pt x="62" y="44"/>
                  <a:pt x="71" y="37"/>
                  <a:pt x="81" y="30"/>
                </a:cubicBezTo>
                <a:cubicBezTo>
                  <a:pt x="91" y="24"/>
                  <a:pt x="102" y="18"/>
                  <a:pt x="113" y="13"/>
                </a:cubicBezTo>
                <a:cubicBezTo>
                  <a:pt x="124" y="9"/>
                  <a:pt x="135" y="5"/>
                  <a:pt x="147" y="3"/>
                </a:cubicBezTo>
                <a:cubicBezTo>
                  <a:pt x="159" y="1"/>
                  <a:pt x="170" y="0"/>
                  <a:pt x="182" y="0"/>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44" name=""/>
          <p:cNvSpPr/>
          <p:nvPr/>
        </p:nvSpPr>
        <p:spPr>
          <a:xfrm>
            <a:off x="991440" y="3606480"/>
            <a:ext cx="4322520" cy="576360"/>
          </a:xfrm>
          <a:custGeom>
            <a:avLst/>
            <a:gdLst/>
            <a:ahLst/>
            <a:rect l="0" t="0" r="r" b="b"/>
            <a:pathLst>
              <a:path w="12007" h="1601">
                <a:moveTo>
                  <a:pt x="182" y="0"/>
                </a:moveTo>
                <a:lnTo>
                  <a:pt x="11825" y="0"/>
                </a:lnTo>
                <a:cubicBezTo>
                  <a:pt x="11837" y="0"/>
                  <a:pt x="11849" y="1"/>
                  <a:pt x="11861" y="3"/>
                </a:cubicBezTo>
                <a:cubicBezTo>
                  <a:pt x="11872" y="5"/>
                  <a:pt x="11884" y="9"/>
                  <a:pt x="11895" y="13"/>
                </a:cubicBezTo>
                <a:cubicBezTo>
                  <a:pt x="11906" y="18"/>
                  <a:pt x="11916" y="24"/>
                  <a:pt x="11926" y="30"/>
                </a:cubicBezTo>
                <a:cubicBezTo>
                  <a:pt x="11936" y="37"/>
                  <a:pt x="11945" y="44"/>
                  <a:pt x="11954" y="53"/>
                </a:cubicBezTo>
                <a:cubicBezTo>
                  <a:pt x="11962" y="61"/>
                  <a:pt x="11970" y="70"/>
                  <a:pt x="11976" y="80"/>
                </a:cubicBezTo>
                <a:cubicBezTo>
                  <a:pt x="11983" y="90"/>
                  <a:pt x="11989" y="101"/>
                  <a:pt x="11993" y="112"/>
                </a:cubicBezTo>
                <a:cubicBezTo>
                  <a:pt x="11998" y="123"/>
                  <a:pt x="12001" y="134"/>
                  <a:pt x="12003" y="146"/>
                </a:cubicBezTo>
                <a:cubicBezTo>
                  <a:pt x="12006" y="158"/>
                  <a:pt x="12007" y="169"/>
                  <a:pt x="12007" y="181"/>
                </a:cubicBezTo>
                <a:lnTo>
                  <a:pt x="12007" y="1419"/>
                </a:lnTo>
                <a:cubicBezTo>
                  <a:pt x="12007" y="1431"/>
                  <a:pt x="12006" y="1443"/>
                  <a:pt x="12003" y="1454"/>
                </a:cubicBezTo>
                <a:cubicBezTo>
                  <a:pt x="12001" y="1466"/>
                  <a:pt x="11998" y="1477"/>
                  <a:pt x="11993" y="1488"/>
                </a:cubicBezTo>
                <a:cubicBezTo>
                  <a:pt x="11989" y="1499"/>
                  <a:pt x="11983" y="1510"/>
                  <a:pt x="11976" y="1520"/>
                </a:cubicBezTo>
                <a:cubicBezTo>
                  <a:pt x="11970" y="1530"/>
                  <a:pt x="11962" y="1539"/>
                  <a:pt x="11954" y="1547"/>
                </a:cubicBezTo>
                <a:cubicBezTo>
                  <a:pt x="11945" y="1556"/>
                  <a:pt x="11936" y="1563"/>
                  <a:pt x="11926" y="1570"/>
                </a:cubicBezTo>
                <a:cubicBezTo>
                  <a:pt x="11916" y="1577"/>
                  <a:pt x="11906" y="1582"/>
                  <a:pt x="11895" y="1587"/>
                </a:cubicBezTo>
                <a:cubicBezTo>
                  <a:pt x="11884" y="1591"/>
                  <a:pt x="11872" y="1595"/>
                  <a:pt x="11861" y="1597"/>
                </a:cubicBezTo>
                <a:cubicBezTo>
                  <a:pt x="11849" y="1599"/>
                  <a:pt x="11837" y="1601"/>
                  <a:pt x="11825" y="1601"/>
                </a:cubicBezTo>
                <a:lnTo>
                  <a:pt x="182" y="1601"/>
                </a:lnTo>
                <a:cubicBezTo>
                  <a:pt x="170" y="1601"/>
                  <a:pt x="159" y="1599"/>
                  <a:pt x="147" y="1597"/>
                </a:cubicBezTo>
                <a:cubicBezTo>
                  <a:pt x="135" y="1595"/>
                  <a:pt x="124" y="1591"/>
                  <a:pt x="113" y="1587"/>
                </a:cubicBezTo>
                <a:cubicBezTo>
                  <a:pt x="102" y="1582"/>
                  <a:pt x="91" y="1577"/>
                  <a:pt x="81" y="1570"/>
                </a:cubicBezTo>
                <a:cubicBezTo>
                  <a:pt x="71" y="1563"/>
                  <a:pt x="62" y="1556"/>
                  <a:pt x="54" y="1547"/>
                </a:cubicBezTo>
                <a:cubicBezTo>
                  <a:pt x="45" y="1539"/>
                  <a:pt x="38" y="1530"/>
                  <a:pt x="31" y="1520"/>
                </a:cubicBezTo>
                <a:cubicBezTo>
                  <a:pt x="24" y="1510"/>
                  <a:pt x="19" y="1499"/>
                  <a:pt x="14" y="1488"/>
                </a:cubicBezTo>
                <a:cubicBezTo>
                  <a:pt x="10" y="1477"/>
                  <a:pt x="6" y="1466"/>
                  <a:pt x="4" y="1454"/>
                </a:cubicBezTo>
                <a:cubicBezTo>
                  <a:pt x="2" y="1443"/>
                  <a:pt x="0" y="1431"/>
                  <a:pt x="0" y="1419"/>
                </a:cubicBezTo>
                <a:lnTo>
                  <a:pt x="0" y="181"/>
                </a:lnTo>
                <a:cubicBezTo>
                  <a:pt x="0" y="169"/>
                  <a:pt x="2" y="158"/>
                  <a:pt x="4" y="146"/>
                </a:cubicBezTo>
                <a:cubicBezTo>
                  <a:pt x="6" y="134"/>
                  <a:pt x="10" y="123"/>
                  <a:pt x="14" y="112"/>
                </a:cubicBezTo>
                <a:cubicBezTo>
                  <a:pt x="19" y="101"/>
                  <a:pt x="24" y="90"/>
                  <a:pt x="31" y="80"/>
                </a:cubicBezTo>
                <a:cubicBezTo>
                  <a:pt x="38" y="70"/>
                  <a:pt x="45" y="61"/>
                  <a:pt x="54" y="53"/>
                </a:cubicBezTo>
                <a:cubicBezTo>
                  <a:pt x="62" y="44"/>
                  <a:pt x="71" y="37"/>
                  <a:pt x="81" y="30"/>
                </a:cubicBezTo>
                <a:cubicBezTo>
                  <a:pt x="91" y="24"/>
                  <a:pt x="102" y="18"/>
                  <a:pt x="113" y="13"/>
                </a:cubicBezTo>
                <a:cubicBezTo>
                  <a:pt x="124" y="9"/>
                  <a:pt x="135" y="5"/>
                  <a:pt x="147" y="3"/>
                </a:cubicBezTo>
                <a:cubicBezTo>
                  <a:pt x="159" y="1"/>
                  <a:pt x="170" y="0"/>
                  <a:pt x="182" y="0"/>
                </a:cubicBezTo>
                <a:close/>
              </a:path>
            </a:pathLst>
          </a:custGeom>
          <a:noFill/>
          <a:ln w="12960">
            <a:solidFill>
              <a:srgbClr val="CBD5E1"/>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1745" name=""/>
          <p:cNvSpPr/>
          <p:nvPr/>
        </p:nvSpPr>
        <p:spPr>
          <a:xfrm>
            <a:off x="1148760" y="3724200"/>
            <a:ext cx="340920" cy="340560"/>
          </a:xfrm>
          <a:custGeom>
            <a:avLst/>
            <a:gdLst/>
            <a:ahLst/>
            <a:rect l="0" t="0" r="r" b="b"/>
            <a:pathLst>
              <a:path w="947" h="946">
                <a:moveTo>
                  <a:pt x="947" y="473"/>
                </a:moveTo>
                <a:cubicBezTo>
                  <a:pt x="947" y="504"/>
                  <a:pt x="944" y="535"/>
                  <a:pt x="938" y="566"/>
                </a:cubicBezTo>
                <a:cubicBezTo>
                  <a:pt x="932" y="596"/>
                  <a:pt x="923" y="626"/>
                  <a:pt x="911" y="654"/>
                </a:cubicBezTo>
                <a:cubicBezTo>
                  <a:pt x="899" y="683"/>
                  <a:pt x="884" y="710"/>
                  <a:pt x="867" y="736"/>
                </a:cubicBezTo>
                <a:cubicBezTo>
                  <a:pt x="850" y="762"/>
                  <a:pt x="830" y="786"/>
                  <a:pt x="808" y="808"/>
                </a:cubicBezTo>
                <a:cubicBezTo>
                  <a:pt x="786" y="830"/>
                  <a:pt x="763" y="849"/>
                  <a:pt x="737" y="867"/>
                </a:cubicBezTo>
                <a:cubicBezTo>
                  <a:pt x="711" y="884"/>
                  <a:pt x="684" y="898"/>
                  <a:pt x="655" y="910"/>
                </a:cubicBezTo>
                <a:cubicBezTo>
                  <a:pt x="626" y="922"/>
                  <a:pt x="597" y="931"/>
                  <a:pt x="566" y="937"/>
                </a:cubicBezTo>
                <a:cubicBezTo>
                  <a:pt x="536" y="943"/>
                  <a:pt x="505" y="946"/>
                  <a:pt x="474" y="946"/>
                </a:cubicBezTo>
                <a:cubicBezTo>
                  <a:pt x="443" y="946"/>
                  <a:pt x="412" y="943"/>
                  <a:pt x="382" y="937"/>
                </a:cubicBezTo>
                <a:cubicBezTo>
                  <a:pt x="351" y="931"/>
                  <a:pt x="322" y="922"/>
                  <a:pt x="293" y="910"/>
                </a:cubicBezTo>
                <a:cubicBezTo>
                  <a:pt x="264" y="898"/>
                  <a:pt x="237" y="884"/>
                  <a:pt x="211" y="867"/>
                </a:cubicBezTo>
                <a:cubicBezTo>
                  <a:pt x="185" y="849"/>
                  <a:pt x="162" y="830"/>
                  <a:pt x="140" y="808"/>
                </a:cubicBezTo>
                <a:cubicBezTo>
                  <a:pt x="118" y="786"/>
                  <a:pt x="97" y="762"/>
                  <a:pt x="80" y="736"/>
                </a:cubicBezTo>
                <a:cubicBezTo>
                  <a:pt x="62" y="710"/>
                  <a:pt x="48" y="683"/>
                  <a:pt x="36" y="654"/>
                </a:cubicBezTo>
                <a:cubicBezTo>
                  <a:pt x="24" y="626"/>
                  <a:pt x="15" y="596"/>
                  <a:pt x="9" y="566"/>
                </a:cubicBezTo>
                <a:cubicBezTo>
                  <a:pt x="3" y="535"/>
                  <a:pt x="0" y="504"/>
                  <a:pt x="0" y="473"/>
                </a:cubicBezTo>
                <a:cubicBezTo>
                  <a:pt x="0" y="442"/>
                  <a:pt x="3" y="411"/>
                  <a:pt x="9" y="380"/>
                </a:cubicBezTo>
                <a:cubicBezTo>
                  <a:pt x="15" y="350"/>
                  <a:pt x="24" y="320"/>
                  <a:pt x="36" y="292"/>
                </a:cubicBezTo>
                <a:cubicBezTo>
                  <a:pt x="48" y="263"/>
                  <a:pt x="62" y="236"/>
                  <a:pt x="80" y="210"/>
                </a:cubicBezTo>
                <a:cubicBezTo>
                  <a:pt x="97" y="184"/>
                  <a:pt x="118" y="160"/>
                  <a:pt x="140" y="138"/>
                </a:cubicBezTo>
                <a:cubicBezTo>
                  <a:pt x="162" y="116"/>
                  <a:pt x="185" y="97"/>
                  <a:pt x="211" y="80"/>
                </a:cubicBezTo>
                <a:cubicBezTo>
                  <a:pt x="237" y="62"/>
                  <a:pt x="264" y="48"/>
                  <a:pt x="293" y="36"/>
                </a:cubicBezTo>
                <a:cubicBezTo>
                  <a:pt x="322" y="24"/>
                  <a:pt x="351" y="15"/>
                  <a:pt x="382" y="9"/>
                </a:cubicBezTo>
                <a:cubicBezTo>
                  <a:pt x="412" y="3"/>
                  <a:pt x="443" y="0"/>
                  <a:pt x="474" y="0"/>
                </a:cubicBezTo>
                <a:cubicBezTo>
                  <a:pt x="505" y="0"/>
                  <a:pt x="536" y="3"/>
                  <a:pt x="566" y="9"/>
                </a:cubicBezTo>
                <a:cubicBezTo>
                  <a:pt x="597" y="15"/>
                  <a:pt x="626" y="24"/>
                  <a:pt x="655" y="36"/>
                </a:cubicBezTo>
                <a:cubicBezTo>
                  <a:pt x="684" y="48"/>
                  <a:pt x="711" y="62"/>
                  <a:pt x="737" y="80"/>
                </a:cubicBezTo>
                <a:cubicBezTo>
                  <a:pt x="763" y="97"/>
                  <a:pt x="786" y="116"/>
                  <a:pt x="808" y="138"/>
                </a:cubicBezTo>
                <a:cubicBezTo>
                  <a:pt x="830" y="160"/>
                  <a:pt x="850" y="184"/>
                  <a:pt x="867" y="210"/>
                </a:cubicBezTo>
                <a:cubicBezTo>
                  <a:pt x="884" y="236"/>
                  <a:pt x="899" y="263"/>
                  <a:pt x="911" y="292"/>
                </a:cubicBezTo>
                <a:cubicBezTo>
                  <a:pt x="923" y="320"/>
                  <a:pt x="932" y="350"/>
                  <a:pt x="938" y="380"/>
                </a:cubicBezTo>
                <a:cubicBezTo>
                  <a:pt x="944" y="411"/>
                  <a:pt x="947" y="442"/>
                  <a:pt x="947" y="473"/>
                </a:cubicBezTo>
                <a:close/>
              </a:path>
            </a:pathLst>
          </a:custGeom>
          <a:solidFill>
            <a:srgbClr val="6474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46" name=""/>
          <p:cNvSpPr txBox="1"/>
          <p:nvPr/>
        </p:nvSpPr>
        <p:spPr>
          <a:xfrm>
            <a:off x="1613880" y="3139200"/>
            <a:ext cx="1446840" cy="111600"/>
          </a:xfrm>
          <a:prstGeom prst="rect">
            <a:avLst/>
          </a:prstGeom>
          <a:noFill/>
          <a:ln w="0">
            <a:noFill/>
          </a:ln>
        </p:spPr>
        <p:txBody>
          <a:bodyPr wrap="none" lIns="0" tIns="0" rIns="0" bIns="0" anchor="t">
            <a:spAutoFit/>
          </a:bodyPr>
          <a:p>
            <a:pPr/>
            <a:r>
              <a:rPr lang="ja-JP" sz="880" b="0" u="none" strike="noStrike">
                <a:solidFill>
                  <a:srgbClr val="64748B"/>
                </a:solidFill>
                <a:effectLst/>
                <a:uFillTx/>
                <a:latin typeface="HiraginoSans-W4"/>
                <a:ea typeface="HiraginoSans-W4"/>
              </a:rPr>
              <a:t>ファイルは⾃動更新されない</a:t>
            </a:r>
            <a:endParaRPr lang="en-US" sz="880" b="0" u="none" strike="noStrike">
              <a:solidFill>
                <a:srgbClr val="000000"/>
              </a:solidFill>
              <a:effectLst/>
              <a:uFillTx/>
              <a:latin typeface="游明朝体"/>
            </a:endParaRPr>
          </a:p>
        </p:txBody>
      </p:sp>
      <p:sp>
        <p:nvSpPr>
          <p:cNvPr id="1747" name=""/>
          <p:cNvSpPr txBox="1"/>
          <p:nvPr/>
        </p:nvSpPr>
        <p:spPr>
          <a:xfrm>
            <a:off x="1253880" y="3821760"/>
            <a:ext cx="131760" cy="131400"/>
          </a:xfrm>
          <a:prstGeom prst="rect">
            <a:avLst/>
          </a:prstGeom>
          <a:noFill/>
          <a:ln w="0">
            <a:noFill/>
          </a:ln>
        </p:spPr>
        <p:txBody>
          <a:bodyPr wrap="none" lIns="0" tIns="0" rIns="0" bIns="0" anchor="t">
            <a:spAutoFit/>
          </a:bodyPr>
          <a:p>
            <a:pPr/>
            <a:r>
              <a:rPr lang="ja-JP" sz="1030" b="0" u="none" strike="noStrike">
                <a:solidFill>
                  <a:srgbClr val="FFFFFF"/>
                </a:solidFill>
                <a:effectLst/>
                <a:uFillTx/>
                <a:latin typeface="HiraginoSans-W4"/>
                <a:ea typeface="HiraginoSans-W4"/>
              </a:rPr>
              <a:t>⼈</a:t>
            </a:r>
            <a:endParaRPr lang="en-US" sz="1030" b="0" u="none" strike="noStrike">
              <a:solidFill>
                <a:srgbClr val="000000"/>
              </a:solidFill>
              <a:effectLst/>
              <a:uFillTx/>
              <a:latin typeface="游明朝体"/>
            </a:endParaRPr>
          </a:p>
        </p:txBody>
      </p:sp>
      <p:sp>
        <p:nvSpPr>
          <p:cNvPr id="1748" name=""/>
          <p:cNvSpPr txBox="1"/>
          <p:nvPr/>
        </p:nvSpPr>
        <p:spPr>
          <a:xfrm>
            <a:off x="1613880" y="3724920"/>
            <a:ext cx="1536840" cy="16056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6"/>
                <a:ea typeface="HiraginoSans-W6"/>
              </a:rPr>
              <a:t>コピー</a:t>
            </a:r>
            <a:r>
              <a:rPr lang="en-US" sz="1130" b="1" u="none" strike="noStrike">
                <a:solidFill>
                  <a:srgbClr val="1A1A2E"/>
                </a:solidFill>
                <a:effectLst/>
                <a:uFillTx/>
                <a:latin typeface="HiraginoSans-W6"/>
                <a:ea typeface="HiraginoSans-W6"/>
              </a:rPr>
              <a:t>&amp;</a:t>
            </a:r>
            <a:r>
              <a:rPr lang="ja-JP" sz="1130" b="1" u="none" strike="noStrike">
                <a:solidFill>
                  <a:srgbClr val="1A1A2E"/>
                </a:solidFill>
                <a:effectLst/>
                <a:uFillTx/>
                <a:latin typeface="HiraginoSans-W6"/>
                <a:ea typeface="HiraginoSans-W6"/>
              </a:rPr>
              <a:t>ペーストで反映</a:t>
            </a:r>
            <a:endParaRPr lang="en-US" sz="1130" b="0" u="none" strike="noStrike">
              <a:solidFill>
                <a:srgbClr val="000000"/>
              </a:solidFill>
              <a:effectLst/>
              <a:uFillTx/>
              <a:latin typeface="游明朝体"/>
            </a:endParaRPr>
          </a:p>
        </p:txBody>
      </p:sp>
      <p:sp>
        <p:nvSpPr>
          <p:cNvPr id="1749" name=""/>
          <p:cNvSpPr/>
          <p:nvPr/>
        </p:nvSpPr>
        <p:spPr>
          <a:xfrm>
            <a:off x="3152520" y="4182480"/>
            <a:ext cx="0" cy="222480"/>
          </a:xfrm>
          <a:prstGeom prst="line">
            <a:avLst/>
          </a:prstGeom>
          <a:ln w="19440">
            <a:solidFill>
              <a:srgbClr val="94A3B8"/>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1750" name=""/>
          <p:cNvSpPr/>
          <p:nvPr/>
        </p:nvSpPr>
        <p:spPr>
          <a:xfrm>
            <a:off x="3054240" y="4306680"/>
            <a:ext cx="196920" cy="196560"/>
          </a:xfrm>
          <a:custGeom>
            <a:avLst/>
            <a:gdLst/>
            <a:ahLst/>
            <a:rect l="0" t="0" r="r" b="b"/>
            <a:pathLst>
              <a:path w="547" h="546">
                <a:moveTo>
                  <a:pt x="547" y="0"/>
                </a:moveTo>
                <a:lnTo>
                  <a:pt x="273" y="546"/>
                </a:lnTo>
                <a:lnTo>
                  <a:pt x="0" y="0"/>
                </a:lnTo>
                <a:lnTo>
                  <a:pt x="547" y="0"/>
                </a:lnTo>
                <a:close/>
              </a:path>
            </a:pathLst>
          </a:custGeom>
          <a:solidFill>
            <a:srgbClr val="94A3B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51" name=""/>
          <p:cNvSpPr/>
          <p:nvPr/>
        </p:nvSpPr>
        <p:spPr>
          <a:xfrm>
            <a:off x="991440" y="4404960"/>
            <a:ext cx="4322520" cy="576360"/>
          </a:xfrm>
          <a:custGeom>
            <a:avLst/>
            <a:gdLst/>
            <a:ahLst/>
            <a:rect l="0" t="0" r="r" b="b"/>
            <a:pathLst>
              <a:path w="12007" h="1601">
                <a:moveTo>
                  <a:pt x="182" y="0"/>
                </a:moveTo>
                <a:lnTo>
                  <a:pt x="11825" y="0"/>
                </a:lnTo>
                <a:cubicBezTo>
                  <a:pt x="11837" y="0"/>
                  <a:pt x="11849" y="1"/>
                  <a:pt x="11861" y="3"/>
                </a:cubicBezTo>
                <a:cubicBezTo>
                  <a:pt x="11872" y="6"/>
                  <a:pt x="11884" y="9"/>
                  <a:pt x="11895" y="14"/>
                </a:cubicBezTo>
                <a:cubicBezTo>
                  <a:pt x="11906" y="18"/>
                  <a:pt x="11916" y="24"/>
                  <a:pt x="11926" y="30"/>
                </a:cubicBezTo>
                <a:cubicBezTo>
                  <a:pt x="11936" y="37"/>
                  <a:pt x="11945" y="45"/>
                  <a:pt x="11954" y="53"/>
                </a:cubicBezTo>
                <a:cubicBezTo>
                  <a:pt x="11962" y="61"/>
                  <a:pt x="11970" y="71"/>
                  <a:pt x="11976" y="81"/>
                </a:cubicBezTo>
                <a:cubicBezTo>
                  <a:pt x="11983" y="90"/>
                  <a:pt x="11989" y="101"/>
                  <a:pt x="11993" y="112"/>
                </a:cubicBezTo>
                <a:cubicBezTo>
                  <a:pt x="11998" y="123"/>
                  <a:pt x="12001" y="134"/>
                  <a:pt x="12003" y="146"/>
                </a:cubicBezTo>
                <a:cubicBezTo>
                  <a:pt x="12006" y="158"/>
                  <a:pt x="12007" y="170"/>
                  <a:pt x="12007" y="182"/>
                </a:cubicBezTo>
                <a:lnTo>
                  <a:pt x="12007" y="1419"/>
                </a:lnTo>
                <a:cubicBezTo>
                  <a:pt x="12007" y="1431"/>
                  <a:pt x="12006" y="1443"/>
                  <a:pt x="12003" y="1454"/>
                </a:cubicBezTo>
                <a:cubicBezTo>
                  <a:pt x="12001" y="1466"/>
                  <a:pt x="11998" y="1477"/>
                  <a:pt x="11993" y="1488"/>
                </a:cubicBezTo>
                <a:cubicBezTo>
                  <a:pt x="11989" y="1500"/>
                  <a:pt x="11983" y="1510"/>
                  <a:pt x="11976" y="1520"/>
                </a:cubicBezTo>
                <a:cubicBezTo>
                  <a:pt x="11970" y="1530"/>
                  <a:pt x="11962" y="1539"/>
                  <a:pt x="11954" y="1547"/>
                </a:cubicBezTo>
                <a:cubicBezTo>
                  <a:pt x="11945" y="1556"/>
                  <a:pt x="11936" y="1563"/>
                  <a:pt x="11926" y="1570"/>
                </a:cubicBezTo>
                <a:cubicBezTo>
                  <a:pt x="11916" y="1577"/>
                  <a:pt x="11906" y="1582"/>
                  <a:pt x="11895" y="1587"/>
                </a:cubicBezTo>
                <a:cubicBezTo>
                  <a:pt x="11884" y="1591"/>
                  <a:pt x="11872" y="1595"/>
                  <a:pt x="11861" y="1597"/>
                </a:cubicBezTo>
                <a:cubicBezTo>
                  <a:pt x="11849" y="1600"/>
                  <a:pt x="11837" y="1601"/>
                  <a:pt x="11825" y="1601"/>
                </a:cubicBezTo>
                <a:lnTo>
                  <a:pt x="182" y="1601"/>
                </a:lnTo>
                <a:cubicBezTo>
                  <a:pt x="170" y="1601"/>
                  <a:pt x="159" y="1600"/>
                  <a:pt x="147" y="1597"/>
                </a:cubicBezTo>
                <a:cubicBezTo>
                  <a:pt x="135" y="1595"/>
                  <a:pt x="124" y="1591"/>
                  <a:pt x="113" y="1587"/>
                </a:cubicBezTo>
                <a:cubicBezTo>
                  <a:pt x="102" y="1582"/>
                  <a:pt x="91" y="1577"/>
                  <a:pt x="81" y="1570"/>
                </a:cubicBezTo>
                <a:cubicBezTo>
                  <a:pt x="71" y="1563"/>
                  <a:pt x="62" y="1556"/>
                  <a:pt x="54" y="1547"/>
                </a:cubicBezTo>
                <a:cubicBezTo>
                  <a:pt x="45" y="1539"/>
                  <a:pt x="38" y="1530"/>
                  <a:pt x="31" y="1520"/>
                </a:cubicBezTo>
                <a:cubicBezTo>
                  <a:pt x="24" y="1510"/>
                  <a:pt x="19" y="1500"/>
                  <a:pt x="14" y="1488"/>
                </a:cubicBezTo>
                <a:cubicBezTo>
                  <a:pt x="10" y="1477"/>
                  <a:pt x="6" y="1466"/>
                  <a:pt x="4" y="1454"/>
                </a:cubicBezTo>
                <a:cubicBezTo>
                  <a:pt x="2" y="1443"/>
                  <a:pt x="0" y="1431"/>
                  <a:pt x="0" y="1419"/>
                </a:cubicBezTo>
                <a:lnTo>
                  <a:pt x="0" y="182"/>
                </a:lnTo>
                <a:cubicBezTo>
                  <a:pt x="0" y="170"/>
                  <a:pt x="2" y="158"/>
                  <a:pt x="4" y="146"/>
                </a:cubicBezTo>
                <a:cubicBezTo>
                  <a:pt x="6" y="134"/>
                  <a:pt x="10" y="123"/>
                  <a:pt x="14" y="112"/>
                </a:cubicBezTo>
                <a:cubicBezTo>
                  <a:pt x="19" y="101"/>
                  <a:pt x="24" y="90"/>
                  <a:pt x="31" y="81"/>
                </a:cubicBezTo>
                <a:cubicBezTo>
                  <a:pt x="38" y="71"/>
                  <a:pt x="45" y="61"/>
                  <a:pt x="54" y="53"/>
                </a:cubicBezTo>
                <a:cubicBezTo>
                  <a:pt x="62" y="45"/>
                  <a:pt x="71" y="37"/>
                  <a:pt x="81" y="30"/>
                </a:cubicBezTo>
                <a:cubicBezTo>
                  <a:pt x="91" y="24"/>
                  <a:pt x="102" y="18"/>
                  <a:pt x="113" y="14"/>
                </a:cubicBezTo>
                <a:cubicBezTo>
                  <a:pt x="124" y="9"/>
                  <a:pt x="135" y="6"/>
                  <a:pt x="147" y="3"/>
                </a:cubicBezTo>
                <a:cubicBezTo>
                  <a:pt x="159" y="1"/>
                  <a:pt x="170" y="0"/>
                  <a:pt x="182" y="0"/>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52" name=""/>
          <p:cNvSpPr/>
          <p:nvPr/>
        </p:nvSpPr>
        <p:spPr>
          <a:xfrm>
            <a:off x="991440" y="4404960"/>
            <a:ext cx="4322520" cy="576360"/>
          </a:xfrm>
          <a:custGeom>
            <a:avLst/>
            <a:gdLst/>
            <a:ahLst/>
            <a:rect l="0" t="0" r="r" b="b"/>
            <a:pathLst>
              <a:path w="12007" h="1601">
                <a:moveTo>
                  <a:pt x="182" y="0"/>
                </a:moveTo>
                <a:lnTo>
                  <a:pt x="11825" y="0"/>
                </a:lnTo>
                <a:cubicBezTo>
                  <a:pt x="11837" y="0"/>
                  <a:pt x="11849" y="1"/>
                  <a:pt x="11861" y="3"/>
                </a:cubicBezTo>
                <a:cubicBezTo>
                  <a:pt x="11872" y="6"/>
                  <a:pt x="11884" y="9"/>
                  <a:pt x="11895" y="14"/>
                </a:cubicBezTo>
                <a:cubicBezTo>
                  <a:pt x="11906" y="18"/>
                  <a:pt x="11916" y="24"/>
                  <a:pt x="11926" y="30"/>
                </a:cubicBezTo>
                <a:cubicBezTo>
                  <a:pt x="11936" y="37"/>
                  <a:pt x="11945" y="45"/>
                  <a:pt x="11954" y="53"/>
                </a:cubicBezTo>
                <a:cubicBezTo>
                  <a:pt x="11962" y="61"/>
                  <a:pt x="11970" y="71"/>
                  <a:pt x="11976" y="81"/>
                </a:cubicBezTo>
                <a:cubicBezTo>
                  <a:pt x="11983" y="90"/>
                  <a:pt x="11989" y="101"/>
                  <a:pt x="11993" y="112"/>
                </a:cubicBezTo>
                <a:cubicBezTo>
                  <a:pt x="11998" y="123"/>
                  <a:pt x="12001" y="134"/>
                  <a:pt x="12003" y="146"/>
                </a:cubicBezTo>
                <a:cubicBezTo>
                  <a:pt x="12006" y="158"/>
                  <a:pt x="12007" y="170"/>
                  <a:pt x="12007" y="182"/>
                </a:cubicBezTo>
                <a:lnTo>
                  <a:pt x="12007" y="1419"/>
                </a:lnTo>
                <a:cubicBezTo>
                  <a:pt x="12007" y="1431"/>
                  <a:pt x="12006" y="1443"/>
                  <a:pt x="12003" y="1454"/>
                </a:cubicBezTo>
                <a:cubicBezTo>
                  <a:pt x="12001" y="1466"/>
                  <a:pt x="11998" y="1477"/>
                  <a:pt x="11993" y="1488"/>
                </a:cubicBezTo>
                <a:cubicBezTo>
                  <a:pt x="11989" y="1500"/>
                  <a:pt x="11983" y="1510"/>
                  <a:pt x="11976" y="1520"/>
                </a:cubicBezTo>
                <a:cubicBezTo>
                  <a:pt x="11970" y="1530"/>
                  <a:pt x="11962" y="1539"/>
                  <a:pt x="11954" y="1547"/>
                </a:cubicBezTo>
                <a:cubicBezTo>
                  <a:pt x="11945" y="1556"/>
                  <a:pt x="11936" y="1563"/>
                  <a:pt x="11926" y="1570"/>
                </a:cubicBezTo>
                <a:cubicBezTo>
                  <a:pt x="11916" y="1577"/>
                  <a:pt x="11906" y="1582"/>
                  <a:pt x="11895" y="1587"/>
                </a:cubicBezTo>
                <a:cubicBezTo>
                  <a:pt x="11884" y="1591"/>
                  <a:pt x="11872" y="1595"/>
                  <a:pt x="11861" y="1597"/>
                </a:cubicBezTo>
                <a:cubicBezTo>
                  <a:pt x="11849" y="1600"/>
                  <a:pt x="11837" y="1601"/>
                  <a:pt x="11825" y="1601"/>
                </a:cubicBezTo>
                <a:lnTo>
                  <a:pt x="182" y="1601"/>
                </a:lnTo>
                <a:cubicBezTo>
                  <a:pt x="170" y="1601"/>
                  <a:pt x="159" y="1600"/>
                  <a:pt x="147" y="1597"/>
                </a:cubicBezTo>
                <a:cubicBezTo>
                  <a:pt x="135" y="1595"/>
                  <a:pt x="124" y="1591"/>
                  <a:pt x="113" y="1587"/>
                </a:cubicBezTo>
                <a:cubicBezTo>
                  <a:pt x="102" y="1582"/>
                  <a:pt x="91" y="1577"/>
                  <a:pt x="81" y="1570"/>
                </a:cubicBezTo>
                <a:cubicBezTo>
                  <a:pt x="71" y="1563"/>
                  <a:pt x="62" y="1556"/>
                  <a:pt x="54" y="1547"/>
                </a:cubicBezTo>
                <a:cubicBezTo>
                  <a:pt x="45" y="1539"/>
                  <a:pt x="38" y="1530"/>
                  <a:pt x="31" y="1520"/>
                </a:cubicBezTo>
                <a:cubicBezTo>
                  <a:pt x="24" y="1510"/>
                  <a:pt x="19" y="1500"/>
                  <a:pt x="14" y="1488"/>
                </a:cubicBezTo>
                <a:cubicBezTo>
                  <a:pt x="10" y="1477"/>
                  <a:pt x="6" y="1466"/>
                  <a:pt x="4" y="1454"/>
                </a:cubicBezTo>
                <a:cubicBezTo>
                  <a:pt x="2" y="1443"/>
                  <a:pt x="0" y="1431"/>
                  <a:pt x="0" y="1419"/>
                </a:cubicBezTo>
                <a:lnTo>
                  <a:pt x="0" y="182"/>
                </a:lnTo>
                <a:cubicBezTo>
                  <a:pt x="0" y="170"/>
                  <a:pt x="2" y="158"/>
                  <a:pt x="4" y="146"/>
                </a:cubicBezTo>
                <a:cubicBezTo>
                  <a:pt x="6" y="134"/>
                  <a:pt x="10" y="123"/>
                  <a:pt x="14" y="112"/>
                </a:cubicBezTo>
                <a:cubicBezTo>
                  <a:pt x="19" y="101"/>
                  <a:pt x="24" y="90"/>
                  <a:pt x="31" y="81"/>
                </a:cubicBezTo>
                <a:cubicBezTo>
                  <a:pt x="38" y="71"/>
                  <a:pt x="45" y="61"/>
                  <a:pt x="54" y="53"/>
                </a:cubicBezTo>
                <a:cubicBezTo>
                  <a:pt x="62" y="45"/>
                  <a:pt x="71" y="37"/>
                  <a:pt x="81" y="30"/>
                </a:cubicBezTo>
                <a:cubicBezTo>
                  <a:pt x="91" y="24"/>
                  <a:pt x="102" y="18"/>
                  <a:pt x="113" y="14"/>
                </a:cubicBezTo>
                <a:cubicBezTo>
                  <a:pt x="124" y="9"/>
                  <a:pt x="135" y="6"/>
                  <a:pt x="147" y="3"/>
                </a:cubicBezTo>
                <a:cubicBezTo>
                  <a:pt x="159" y="1"/>
                  <a:pt x="170" y="0"/>
                  <a:pt x="182" y="0"/>
                </a:cubicBezTo>
                <a:close/>
              </a:path>
            </a:pathLst>
          </a:custGeom>
          <a:noFill/>
          <a:ln w="12960">
            <a:solidFill>
              <a:srgbClr val="CBD5E1"/>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1753" name=""/>
          <p:cNvSpPr/>
          <p:nvPr/>
        </p:nvSpPr>
        <p:spPr>
          <a:xfrm>
            <a:off x="1148760" y="4522680"/>
            <a:ext cx="340920" cy="340560"/>
          </a:xfrm>
          <a:custGeom>
            <a:avLst/>
            <a:gdLst/>
            <a:ahLst/>
            <a:rect l="0" t="0" r="r" b="b"/>
            <a:pathLst>
              <a:path w="947" h="946">
                <a:moveTo>
                  <a:pt x="947" y="474"/>
                </a:moveTo>
                <a:cubicBezTo>
                  <a:pt x="947" y="505"/>
                  <a:pt x="944" y="536"/>
                  <a:pt x="938" y="566"/>
                </a:cubicBezTo>
                <a:cubicBezTo>
                  <a:pt x="932" y="596"/>
                  <a:pt x="923" y="626"/>
                  <a:pt x="911" y="655"/>
                </a:cubicBezTo>
                <a:cubicBezTo>
                  <a:pt x="899" y="683"/>
                  <a:pt x="884" y="711"/>
                  <a:pt x="867" y="736"/>
                </a:cubicBezTo>
                <a:cubicBezTo>
                  <a:pt x="850" y="762"/>
                  <a:pt x="830" y="786"/>
                  <a:pt x="808" y="808"/>
                </a:cubicBezTo>
                <a:cubicBezTo>
                  <a:pt x="786" y="830"/>
                  <a:pt x="763" y="850"/>
                  <a:pt x="737" y="867"/>
                </a:cubicBezTo>
                <a:cubicBezTo>
                  <a:pt x="711" y="884"/>
                  <a:pt x="684" y="899"/>
                  <a:pt x="655" y="910"/>
                </a:cubicBezTo>
                <a:cubicBezTo>
                  <a:pt x="626" y="922"/>
                  <a:pt x="597" y="931"/>
                  <a:pt x="566" y="937"/>
                </a:cubicBezTo>
                <a:cubicBezTo>
                  <a:pt x="536" y="943"/>
                  <a:pt x="505" y="946"/>
                  <a:pt x="474" y="946"/>
                </a:cubicBezTo>
                <a:cubicBezTo>
                  <a:pt x="443" y="946"/>
                  <a:pt x="412" y="943"/>
                  <a:pt x="382" y="937"/>
                </a:cubicBezTo>
                <a:cubicBezTo>
                  <a:pt x="351" y="931"/>
                  <a:pt x="322" y="922"/>
                  <a:pt x="293" y="910"/>
                </a:cubicBezTo>
                <a:cubicBezTo>
                  <a:pt x="264" y="899"/>
                  <a:pt x="237" y="884"/>
                  <a:pt x="211" y="867"/>
                </a:cubicBezTo>
                <a:cubicBezTo>
                  <a:pt x="185" y="850"/>
                  <a:pt x="162" y="830"/>
                  <a:pt x="140" y="808"/>
                </a:cubicBezTo>
                <a:cubicBezTo>
                  <a:pt x="118" y="786"/>
                  <a:pt x="97" y="762"/>
                  <a:pt x="80" y="736"/>
                </a:cubicBezTo>
                <a:cubicBezTo>
                  <a:pt x="62" y="711"/>
                  <a:pt x="48" y="683"/>
                  <a:pt x="36" y="655"/>
                </a:cubicBezTo>
                <a:cubicBezTo>
                  <a:pt x="24" y="626"/>
                  <a:pt x="15" y="596"/>
                  <a:pt x="9" y="566"/>
                </a:cubicBezTo>
                <a:cubicBezTo>
                  <a:pt x="3" y="536"/>
                  <a:pt x="0" y="505"/>
                  <a:pt x="0" y="474"/>
                </a:cubicBezTo>
                <a:cubicBezTo>
                  <a:pt x="0" y="443"/>
                  <a:pt x="3" y="412"/>
                  <a:pt x="9" y="381"/>
                </a:cubicBezTo>
                <a:cubicBezTo>
                  <a:pt x="15" y="351"/>
                  <a:pt x="24" y="321"/>
                  <a:pt x="36" y="293"/>
                </a:cubicBezTo>
                <a:cubicBezTo>
                  <a:pt x="48" y="264"/>
                  <a:pt x="62" y="237"/>
                  <a:pt x="80" y="211"/>
                </a:cubicBezTo>
                <a:cubicBezTo>
                  <a:pt x="97" y="184"/>
                  <a:pt x="118" y="160"/>
                  <a:pt x="140" y="138"/>
                </a:cubicBezTo>
                <a:cubicBezTo>
                  <a:pt x="162" y="117"/>
                  <a:pt x="185" y="97"/>
                  <a:pt x="211" y="80"/>
                </a:cubicBezTo>
                <a:cubicBezTo>
                  <a:pt x="237" y="62"/>
                  <a:pt x="264" y="48"/>
                  <a:pt x="293" y="36"/>
                </a:cubicBezTo>
                <a:cubicBezTo>
                  <a:pt x="322" y="24"/>
                  <a:pt x="351" y="15"/>
                  <a:pt x="382" y="9"/>
                </a:cubicBezTo>
                <a:cubicBezTo>
                  <a:pt x="412" y="3"/>
                  <a:pt x="443" y="0"/>
                  <a:pt x="474" y="0"/>
                </a:cubicBezTo>
                <a:cubicBezTo>
                  <a:pt x="505" y="0"/>
                  <a:pt x="536" y="3"/>
                  <a:pt x="566" y="9"/>
                </a:cubicBezTo>
                <a:cubicBezTo>
                  <a:pt x="597" y="15"/>
                  <a:pt x="626" y="24"/>
                  <a:pt x="655" y="36"/>
                </a:cubicBezTo>
                <a:cubicBezTo>
                  <a:pt x="684" y="48"/>
                  <a:pt x="711" y="62"/>
                  <a:pt x="737" y="80"/>
                </a:cubicBezTo>
                <a:cubicBezTo>
                  <a:pt x="763" y="97"/>
                  <a:pt x="786" y="117"/>
                  <a:pt x="808" y="138"/>
                </a:cubicBezTo>
                <a:cubicBezTo>
                  <a:pt x="830" y="160"/>
                  <a:pt x="850" y="184"/>
                  <a:pt x="867" y="211"/>
                </a:cubicBezTo>
                <a:cubicBezTo>
                  <a:pt x="884" y="237"/>
                  <a:pt x="899" y="264"/>
                  <a:pt x="911" y="293"/>
                </a:cubicBezTo>
                <a:cubicBezTo>
                  <a:pt x="923" y="321"/>
                  <a:pt x="932" y="351"/>
                  <a:pt x="938" y="381"/>
                </a:cubicBezTo>
                <a:cubicBezTo>
                  <a:pt x="944" y="412"/>
                  <a:pt x="947" y="443"/>
                  <a:pt x="947" y="474"/>
                </a:cubicBezTo>
                <a:close/>
              </a:path>
            </a:pathLst>
          </a:custGeom>
          <a:solidFill>
            <a:srgbClr val="6474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4" name=""/>
          <p:cNvSpPr txBox="1"/>
          <p:nvPr/>
        </p:nvSpPr>
        <p:spPr>
          <a:xfrm>
            <a:off x="1613880" y="3938040"/>
            <a:ext cx="1446840" cy="111600"/>
          </a:xfrm>
          <a:prstGeom prst="rect">
            <a:avLst/>
          </a:prstGeom>
          <a:noFill/>
          <a:ln w="0">
            <a:noFill/>
          </a:ln>
        </p:spPr>
        <p:txBody>
          <a:bodyPr wrap="none" lIns="0" tIns="0" rIns="0" bIns="0" anchor="t">
            <a:spAutoFit/>
          </a:bodyPr>
          <a:p>
            <a:pPr/>
            <a:r>
              <a:rPr lang="ja-JP" sz="880" b="0" u="none" strike="noStrike">
                <a:solidFill>
                  <a:srgbClr val="64748B"/>
                </a:solidFill>
                <a:effectLst/>
                <a:uFillTx/>
                <a:latin typeface="HiraginoSans-W4"/>
                <a:ea typeface="HiraginoSans-W4"/>
              </a:rPr>
              <a:t>⼿作業でファイルに貼り付け</a:t>
            </a:r>
            <a:endParaRPr lang="en-US" sz="880" b="0" u="none" strike="noStrike">
              <a:solidFill>
                <a:srgbClr val="000000"/>
              </a:solidFill>
              <a:effectLst/>
              <a:uFillTx/>
              <a:latin typeface="游明朝体"/>
            </a:endParaRPr>
          </a:p>
        </p:txBody>
      </p:sp>
      <p:sp>
        <p:nvSpPr>
          <p:cNvPr id="1755" name=""/>
          <p:cNvSpPr txBox="1"/>
          <p:nvPr/>
        </p:nvSpPr>
        <p:spPr>
          <a:xfrm>
            <a:off x="1253880" y="4620240"/>
            <a:ext cx="131760" cy="131400"/>
          </a:xfrm>
          <a:prstGeom prst="rect">
            <a:avLst/>
          </a:prstGeom>
          <a:noFill/>
          <a:ln w="0">
            <a:noFill/>
          </a:ln>
        </p:spPr>
        <p:txBody>
          <a:bodyPr wrap="none" lIns="0" tIns="0" rIns="0" bIns="0" anchor="t">
            <a:spAutoFit/>
          </a:bodyPr>
          <a:p>
            <a:pPr/>
            <a:r>
              <a:rPr lang="ja-JP" sz="1030" b="0" u="none" strike="noStrike">
                <a:solidFill>
                  <a:srgbClr val="FFFFFF"/>
                </a:solidFill>
                <a:effectLst/>
                <a:uFillTx/>
                <a:latin typeface="HiraginoSans-W4"/>
                <a:ea typeface="HiraginoSans-W4"/>
              </a:rPr>
              <a:t>⼈</a:t>
            </a:r>
            <a:endParaRPr lang="en-US" sz="1030" b="0" u="none" strike="noStrike">
              <a:solidFill>
                <a:srgbClr val="000000"/>
              </a:solidFill>
              <a:effectLst/>
              <a:uFillTx/>
              <a:latin typeface="游明朝体"/>
            </a:endParaRPr>
          </a:p>
        </p:txBody>
      </p:sp>
      <p:sp>
        <p:nvSpPr>
          <p:cNvPr id="1756" name=""/>
          <p:cNvSpPr txBox="1"/>
          <p:nvPr/>
        </p:nvSpPr>
        <p:spPr>
          <a:xfrm>
            <a:off x="1613880" y="4523400"/>
            <a:ext cx="186300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6"/>
                <a:ea typeface="HiraginoSans-W6"/>
              </a:rPr>
              <a:t>実⾏して動作確認・修正依頼</a:t>
            </a:r>
            <a:endParaRPr lang="en-US" sz="1130" b="0" u="none" strike="noStrike">
              <a:solidFill>
                <a:srgbClr val="000000"/>
              </a:solidFill>
              <a:effectLst/>
              <a:uFillTx/>
              <a:latin typeface="游明朝体"/>
            </a:endParaRPr>
          </a:p>
        </p:txBody>
      </p:sp>
      <p:sp>
        <p:nvSpPr>
          <p:cNvPr id="1757" name=""/>
          <p:cNvSpPr/>
          <p:nvPr/>
        </p:nvSpPr>
        <p:spPr>
          <a:xfrm>
            <a:off x="5313600" y="2297160"/>
            <a:ext cx="108720" cy="2396160"/>
          </a:xfrm>
          <a:custGeom>
            <a:avLst/>
            <a:gdLst/>
            <a:ahLst/>
            <a:rect l="0" t="0" r="r" b="b"/>
            <a:pathLst>
              <a:path fill="none" w="302" h="6656">
                <a:moveTo>
                  <a:pt x="0" y="6656"/>
                </a:moveTo>
                <a:cubicBezTo>
                  <a:pt x="402" y="6656"/>
                  <a:pt x="402" y="0"/>
                  <a:pt x="0" y="0"/>
                </a:cubicBezTo>
              </a:path>
            </a:pathLst>
          </a:custGeom>
          <a:ln w="19440">
            <a:solidFill>
              <a:srgbClr val="DC2626"/>
            </a:solidFill>
            <a:miter/>
          </a:ln>
        </p:spPr>
        <p:txBody>
          <a:bodyPr lIns="9720" tIns="9720" rIns="9720" bIns="9720" anchor="t">
            <a:noAutofit/>
          </a:bodyPr>
          <a:p>
            <a:endParaRPr lang="en-US" sz="2400" b="0" u="none" strike="noStrike">
              <a:solidFill>
                <a:srgbClr val="000000"/>
              </a:solidFill>
              <a:effectLst/>
              <a:uFillTx/>
              <a:latin typeface="游明朝体"/>
            </a:endParaRPr>
          </a:p>
        </p:txBody>
      </p:sp>
      <p:sp>
        <p:nvSpPr>
          <p:cNvPr id="1758" name=""/>
          <p:cNvSpPr/>
          <p:nvPr/>
        </p:nvSpPr>
        <p:spPr>
          <a:xfrm>
            <a:off x="5215320" y="2199240"/>
            <a:ext cx="196920" cy="196560"/>
          </a:xfrm>
          <a:custGeom>
            <a:avLst/>
            <a:gdLst/>
            <a:ahLst/>
            <a:rect l="0" t="0" r="r" b="b"/>
            <a:pathLst>
              <a:path w="547" h="546">
                <a:moveTo>
                  <a:pt x="547" y="546"/>
                </a:moveTo>
                <a:lnTo>
                  <a:pt x="0" y="273"/>
                </a:lnTo>
                <a:lnTo>
                  <a:pt x="547" y="0"/>
                </a:lnTo>
                <a:lnTo>
                  <a:pt x="547" y="546"/>
                </a:lnTo>
                <a:close/>
              </a:path>
            </a:pathLst>
          </a:custGeom>
          <a:solidFill>
            <a:srgbClr val="DC2626"/>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59" name=""/>
          <p:cNvSpPr txBox="1"/>
          <p:nvPr/>
        </p:nvSpPr>
        <p:spPr>
          <a:xfrm>
            <a:off x="1613880" y="4736520"/>
            <a:ext cx="1558080" cy="111600"/>
          </a:xfrm>
          <a:prstGeom prst="rect">
            <a:avLst/>
          </a:prstGeom>
          <a:noFill/>
          <a:ln w="0">
            <a:noFill/>
          </a:ln>
        </p:spPr>
        <p:txBody>
          <a:bodyPr wrap="none" lIns="0" tIns="0" rIns="0" bIns="0" anchor="t">
            <a:spAutoFit/>
          </a:bodyPr>
          <a:p>
            <a:pPr/>
            <a:r>
              <a:rPr lang="ja-JP" sz="880" b="0" u="none" strike="noStrike">
                <a:solidFill>
                  <a:srgbClr val="64748B"/>
                </a:solidFill>
                <a:effectLst/>
                <a:uFillTx/>
                <a:latin typeface="HiraginoSans-W4"/>
                <a:ea typeface="HiraginoSans-W4"/>
              </a:rPr>
              <a:t>結果を⾒てまたチャットへ戻る</a:t>
            </a:r>
            <a:endParaRPr lang="en-US" sz="880" b="0" u="none" strike="noStrike">
              <a:solidFill>
                <a:srgbClr val="000000"/>
              </a:solidFill>
              <a:effectLst/>
              <a:uFillTx/>
              <a:latin typeface="游明朝体"/>
            </a:endParaRPr>
          </a:p>
        </p:txBody>
      </p:sp>
      <p:sp>
        <p:nvSpPr>
          <p:cNvPr id="1760" name=""/>
          <p:cNvSpPr/>
          <p:nvPr/>
        </p:nvSpPr>
        <p:spPr>
          <a:xfrm>
            <a:off x="991440" y="5203440"/>
            <a:ext cx="4322520" cy="523800"/>
          </a:xfrm>
          <a:custGeom>
            <a:avLst/>
            <a:gdLst/>
            <a:ahLst/>
            <a:rect l="0" t="0" r="r" b="b"/>
            <a:pathLst>
              <a:path w="12007" h="1455">
                <a:moveTo>
                  <a:pt x="182" y="0"/>
                </a:moveTo>
                <a:lnTo>
                  <a:pt x="11825" y="0"/>
                </a:lnTo>
                <a:cubicBezTo>
                  <a:pt x="11837" y="0"/>
                  <a:pt x="11849" y="1"/>
                  <a:pt x="11861" y="3"/>
                </a:cubicBezTo>
                <a:cubicBezTo>
                  <a:pt x="11872" y="6"/>
                  <a:pt x="11884" y="9"/>
                  <a:pt x="11895" y="14"/>
                </a:cubicBezTo>
                <a:cubicBezTo>
                  <a:pt x="11906" y="18"/>
                  <a:pt x="11916" y="24"/>
                  <a:pt x="11926" y="31"/>
                </a:cubicBezTo>
                <a:cubicBezTo>
                  <a:pt x="11936" y="37"/>
                  <a:pt x="11945" y="45"/>
                  <a:pt x="11954" y="53"/>
                </a:cubicBezTo>
                <a:cubicBezTo>
                  <a:pt x="11962" y="62"/>
                  <a:pt x="11970" y="71"/>
                  <a:pt x="11976" y="81"/>
                </a:cubicBezTo>
                <a:cubicBezTo>
                  <a:pt x="11983" y="91"/>
                  <a:pt x="11989" y="101"/>
                  <a:pt x="11993" y="112"/>
                </a:cubicBezTo>
                <a:cubicBezTo>
                  <a:pt x="11998" y="123"/>
                  <a:pt x="12001" y="135"/>
                  <a:pt x="12003" y="146"/>
                </a:cubicBezTo>
                <a:cubicBezTo>
                  <a:pt x="12006" y="158"/>
                  <a:pt x="12007" y="170"/>
                  <a:pt x="12007" y="182"/>
                </a:cubicBezTo>
                <a:lnTo>
                  <a:pt x="12007" y="1274"/>
                </a:lnTo>
                <a:cubicBezTo>
                  <a:pt x="12007" y="1286"/>
                  <a:pt x="12006" y="1297"/>
                  <a:pt x="12003" y="1309"/>
                </a:cubicBezTo>
                <a:cubicBezTo>
                  <a:pt x="12001" y="1321"/>
                  <a:pt x="11998" y="1332"/>
                  <a:pt x="11993" y="1343"/>
                </a:cubicBezTo>
                <a:cubicBezTo>
                  <a:pt x="11989" y="1354"/>
                  <a:pt x="11983" y="1365"/>
                  <a:pt x="11976" y="1375"/>
                </a:cubicBezTo>
                <a:cubicBezTo>
                  <a:pt x="11970" y="1385"/>
                  <a:pt x="11962" y="1394"/>
                  <a:pt x="11954" y="1402"/>
                </a:cubicBezTo>
                <a:cubicBezTo>
                  <a:pt x="11945" y="1411"/>
                  <a:pt x="11936" y="1418"/>
                  <a:pt x="11926" y="1425"/>
                </a:cubicBezTo>
                <a:cubicBezTo>
                  <a:pt x="11916" y="1431"/>
                  <a:pt x="11906" y="1437"/>
                  <a:pt x="11895" y="1442"/>
                </a:cubicBezTo>
                <a:cubicBezTo>
                  <a:pt x="11884" y="1446"/>
                  <a:pt x="11872" y="1450"/>
                  <a:pt x="11861" y="1452"/>
                </a:cubicBezTo>
                <a:cubicBezTo>
                  <a:pt x="11849" y="1454"/>
                  <a:pt x="11837" y="1455"/>
                  <a:pt x="11825" y="1455"/>
                </a:cubicBezTo>
                <a:lnTo>
                  <a:pt x="182" y="1455"/>
                </a:lnTo>
                <a:cubicBezTo>
                  <a:pt x="170" y="1455"/>
                  <a:pt x="159" y="1454"/>
                  <a:pt x="147" y="1452"/>
                </a:cubicBezTo>
                <a:cubicBezTo>
                  <a:pt x="135" y="1450"/>
                  <a:pt x="124" y="1446"/>
                  <a:pt x="113" y="1442"/>
                </a:cubicBezTo>
                <a:cubicBezTo>
                  <a:pt x="102" y="1437"/>
                  <a:pt x="91" y="1431"/>
                  <a:pt x="81" y="1425"/>
                </a:cubicBezTo>
                <a:cubicBezTo>
                  <a:pt x="71" y="1418"/>
                  <a:pt x="62" y="1411"/>
                  <a:pt x="54" y="1402"/>
                </a:cubicBezTo>
                <a:cubicBezTo>
                  <a:pt x="45" y="1394"/>
                  <a:pt x="38" y="1385"/>
                  <a:pt x="31" y="1375"/>
                </a:cubicBezTo>
                <a:cubicBezTo>
                  <a:pt x="24" y="1365"/>
                  <a:pt x="19" y="1354"/>
                  <a:pt x="14" y="1343"/>
                </a:cubicBezTo>
                <a:cubicBezTo>
                  <a:pt x="10" y="1332"/>
                  <a:pt x="6" y="1321"/>
                  <a:pt x="4" y="1309"/>
                </a:cubicBezTo>
                <a:cubicBezTo>
                  <a:pt x="2" y="1297"/>
                  <a:pt x="0" y="1286"/>
                  <a:pt x="0" y="1274"/>
                </a:cubicBezTo>
                <a:lnTo>
                  <a:pt x="0" y="182"/>
                </a:lnTo>
                <a:cubicBezTo>
                  <a:pt x="0" y="170"/>
                  <a:pt x="2" y="158"/>
                  <a:pt x="4" y="146"/>
                </a:cubicBezTo>
                <a:cubicBezTo>
                  <a:pt x="6" y="135"/>
                  <a:pt x="10" y="123"/>
                  <a:pt x="14" y="112"/>
                </a:cubicBezTo>
                <a:cubicBezTo>
                  <a:pt x="19" y="101"/>
                  <a:pt x="24" y="91"/>
                  <a:pt x="31" y="81"/>
                </a:cubicBezTo>
                <a:cubicBezTo>
                  <a:pt x="38" y="71"/>
                  <a:pt x="45" y="62"/>
                  <a:pt x="54" y="53"/>
                </a:cubicBezTo>
                <a:cubicBezTo>
                  <a:pt x="62" y="45"/>
                  <a:pt x="71" y="37"/>
                  <a:pt x="81" y="31"/>
                </a:cubicBezTo>
                <a:cubicBezTo>
                  <a:pt x="91" y="24"/>
                  <a:pt x="102" y="18"/>
                  <a:pt x="113" y="14"/>
                </a:cubicBezTo>
                <a:cubicBezTo>
                  <a:pt x="124" y="9"/>
                  <a:pt x="135" y="6"/>
                  <a:pt x="147" y="3"/>
                </a:cubicBezTo>
                <a:cubicBezTo>
                  <a:pt x="159" y="1"/>
                  <a:pt x="170" y="0"/>
                  <a:pt x="182"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61" name=""/>
          <p:cNvSpPr/>
          <p:nvPr/>
        </p:nvSpPr>
        <p:spPr>
          <a:xfrm>
            <a:off x="984960" y="5196960"/>
            <a:ext cx="4335480" cy="537120"/>
          </a:xfrm>
          <a:custGeom>
            <a:avLst/>
            <a:gdLst/>
            <a:ahLst/>
            <a:rect l="0" t="0" r="r" b="b"/>
            <a:pathLst>
              <a:path w="12043" h="1492">
                <a:moveTo>
                  <a:pt x="419" y="0"/>
                </a:moveTo>
                <a:lnTo>
                  <a:pt x="528" y="0"/>
                </a:lnTo>
                <a:lnTo>
                  <a:pt x="528" y="36"/>
                </a:lnTo>
                <a:lnTo>
                  <a:pt x="419" y="36"/>
                </a:lnTo>
                <a:lnTo>
                  <a:pt x="419" y="0"/>
                </a:lnTo>
                <a:moveTo>
                  <a:pt x="637" y="0"/>
                </a:moveTo>
                <a:lnTo>
                  <a:pt x="746" y="0"/>
                </a:lnTo>
                <a:lnTo>
                  <a:pt x="746" y="36"/>
                </a:lnTo>
                <a:lnTo>
                  <a:pt x="637" y="36"/>
                </a:lnTo>
                <a:lnTo>
                  <a:pt x="637" y="0"/>
                </a:lnTo>
                <a:moveTo>
                  <a:pt x="855" y="0"/>
                </a:moveTo>
                <a:lnTo>
                  <a:pt x="964" y="0"/>
                </a:lnTo>
                <a:lnTo>
                  <a:pt x="964" y="36"/>
                </a:lnTo>
                <a:lnTo>
                  <a:pt x="855" y="36"/>
                </a:lnTo>
                <a:lnTo>
                  <a:pt x="855" y="0"/>
                </a:lnTo>
                <a:moveTo>
                  <a:pt x="1073" y="0"/>
                </a:moveTo>
                <a:lnTo>
                  <a:pt x="1183" y="0"/>
                </a:lnTo>
                <a:lnTo>
                  <a:pt x="1183" y="36"/>
                </a:lnTo>
                <a:lnTo>
                  <a:pt x="1073" y="36"/>
                </a:lnTo>
                <a:lnTo>
                  <a:pt x="1073" y="0"/>
                </a:lnTo>
                <a:moveTo>
                  <a:pt x="1292" y="0"/>
                </a:moveTo>
                <a:lnTo>
                  <a:pt x="1401" y="0"/>
                </a:lnTo>
                <a:lnTo>
                  <a:pt x="1401" y="36"/>
                </a:lnTo>
                <a:lnTo>
                  <a:pt x="1292" y="36"/>
                </a:lnTo>
                <a:lnTo>
                  <a:pt x="1292" y="0"/>
                </a:lnTo>
                <a:moveTo>
                  <a:pt x="1510" y="0"/>
                </a:moveTo>
                <a:lnTo>
                  <a:pt x="1619" y="0"/>
                </a:lnTo>
                <a:lnTo>
                  <a:pt x="1619" y="36"/>
                </a:lnTo>
                <a:lnTo>
                  <a:pt x="1510" y="36"/>
                </a:lnTo>
                <a:lnTo>
                  <a:pt x="1510" y="0"/>
                </a:lnTo>
                <a:moveTo>
                  <a:pt x="1728" y="0"/>
                </a:moveTo>
                <a:lnTo>
                  <a:pt x="1837" y="0"/>
                </a:lnTo>
                <a:lnTo>
                  <a:pt x="1837" y="36"/>
                </a:lnTo>
                <a:lnTo>
                  <a:pt x="1728" y="36"/>
                </a:lnTo>
                <a:lnTo>
                  <a:pt x="1728" y="0"/>
                </a:lnTo>
                <a:moveTo>
                  <a:pt x="1947" y="0"/>
                </a:moveTo>
                <a:lnTo>
                  <a:pt x="2056" y="0"/>
                </a:lnTo>
                <a:lnTo>
                  <a:pt x="2056" y="36"/>
                </a:lnTo>
                <a:lnTo>
                  <a:pt x="1947" y="36"/>
                </a:lnTo>
                <a:lnTo>
                  <a:pt x="1947" y="0"/>
                </a:lnTo>
                <a:moveTo>
                  <a:pt x="2165" y="0"/>
                </a:moveTo>
                <a:lnTo>
                  <a:pt x="2274" y="0"/>
                </a:lnTo>
                <a:lnTo>
                  <a:pt x="2274" y="36"/>
                </a:lnTo>
                <a:lnTo>
                  <a:pt x="2165" y="36"/>
                </a:lnTo>
                <a:lnTo>
                  <a:pt x="2165" y="0"/>
                </a:lnTo>
                <a:moveTo>
                  <a:pt x="2383" y="0"/>
                </a:moveTo>
                <a:lnTo>
                  <a:pt x="2492" y="0"/>
                </a:lnTo>
                <a:lnTo>
                  <a:pt x="2492" y="36"/>
                </a:lnTo>
                <a:lnTo>
                  <a:pt x="2383" y="36"/>
                </a:lnTo>
                <a:lnTo>
                  <a:pt x="2383" y="0"/>
                </a:lnTo>
                <a:moveTo>
                  <a:pt x="2601" y="0"/>
                </a:moveTo>
                <a:lnTo>
                  <a:pt x="2711" y="0"/>
                </a:lnTo>
                <a:lnTo>
                  <a:pt x="2711" y="36"/>
                </a:lnTo>
                <a:lnTo>
                  <a:pt x="2601" y="36"/>
                </a:lnTo>
                <a:lnTo>
                  <a:pt x="2601" y="0"/>
                </a:lnTo>
                <a:moveTo>
                  <a:pt x="2820" y="0"/>
                </a:moveTo>
                <a:lnTo>
                  <a:pt x="2929" y="0"/>
                </a:lnTo>
                <a:lnTo>
                  <a:pt x="2929" y="36"/>
                </a:lnTo>
                <a:lnTo>
                  <a:pt x="2820" y="36"/>
                </a:lnTo>
                <a:lnTo>
                  <a:pt x="2820" y="0"/>
                </a:lnTo>
                <a:moveTo>
                  <a:pt x="3038" y="0"/>
                </a:moveTo>
                <a:lnTo>
                  <a:pt x="3147" y="0"/>
                </a:lnTo>
                <a:lnTo>
                  <a:pt x="3147" y="36"/>
                </a:lnTo>
                <a:lnTo>
                  <a:pt x="3038" y="36"/>
                </a:lnTo>
                <a:lnTo>
                  <a:pt x="3038" y="0"/>
                </a:lnTo>
                <a:moveTo>
                  <a:pt x="3256" y="0"/>
                </a:moveTo>
                <a:lnTo>
                  <a:pt x="3366" y="0"/>
                </a:lnTo>
                <a:lnTo>
                  <a:pt x="3366" y="36"/>
                </a:lnTo>
                <a:lnTo>
                  <a:pt x="3256" y="36"/>
                </a:lnTo>
                <a:lnTo>
                  <a:pt x="3256" y="0"/>
                </a:lnTo>
                <a:moveTo>
                  <a:pt x="3476" y="0"/>
                </a:moveTo>
                <a:lnTo>
                  <a:pt x="3585" y="0"/>
                </a:lnTo>
                <a:lnTo>
                  <a:pt x="3585" y="36"/>
                </a:lnTo>
                <a:lnTo>
                  <a:pt x="3476" y="36"/>
                </a:lnTo>
                <a:lnTo>
                  <a:pt x="3476" y="0"/>
                </a:lnTo>
                <a:moveTo>
                  <a:pt x="3694" y="0"/>
                </a:moveTo>
                <a:lnTo>
                  <a:pt x="3803" y="0"/>
                </a:lnTo>
                <a:lnTo>
                  <a:pt x="3803" y="36"/>
                </a:lnTo>
                <a:lnTo>
                  <a:pt x="3694" y="36"/>
                </a:lnTo>
                <a:lnTo>
                  <a:pt x="3694" y="0"/>
                </a:lnTo>
                <a:moveTo>
                  <a:pt x="3912" y="0"/>
                </a:moveTo>
                <a:lnTo>
                  <a:pt x="4021" y="0"/>
                </a:lnTo>
                <a:lnTo>
                  <a:pt x="4021" y="36"/>
                </a:lnTo>
                <a:lnTo>
                  <a:pt x="3912" y="36"/>
                </a:lnTo>
                <a:lnTo>
                  <a:pt x="3912" y="0"/>
                </a:lnTo>
                <a:moveTo>
                  <a:pt x="4130" y="0"/>
                </a:moveTo>
                <a:lnTo>
                  <a:pt x="4240" y="0"/>
                </a:lnTo>
                <a:lnTo>
                  <a:pt x="4240" y="36"/>
                </a:lnTo>
                <a:lnTo>
                  <a:pt x="4130" y="36"/>
                </a:lnTo>
                <a:lnTo>
                  <a:pt x="4130" y="0"/>
                </a:lnTo>
                <a:moveTo>
                  <a:pt x="4349" y="0"/>
                </a:moveTo>
                <a:lnTo>
                  <a:pt x="4458" y="0"/>
                </a:lnTo>
                <a:lnTo>
                  <a:pt x="4458" y="36"/>
                </a:lnTo>
                <a:lnTo>
                  <a:pt x="4349" y="36"/>
                </a:lnTo>
                <a:lnTo>
                  <a:pt x="4349" y="0"/>
                </a:lnTo>
                <a:moveTo>
                  <a:pt x="4567" y="0"/>
                </a:moveTo>
                <a:lnTo>
                  <a:pt x="4676" y="0"/>
                </a:lnTo>
                <a:lnTo>
                  <a:pt x="4676" y="36"/>
                </a:lnTo>
                <a:lnTo>
                  <a:pt x="4567" y="36"/>
                </a:lnTo>
                <a:lnTo>
                  <a:pt x="4567" y="0"/>
                </a:lnTo>
                <a:moveTo>
                  <a:pt x="4785" y="0"/>
                </a:moveTo>
                <a:lnTo>
                  <a:pt x="4894" y="0"/>
                </a:lnTo>
                <a:lnTo>
                  <a:pt x="4894" y="36"/>
                </a:lnTo>
                <a:lnTo>
                  <a:pt x="4785" y="36"/>
                </a:lnTo>
                <a:lnTo>
                  <a:pt x="4785" y="0"/>
                </a:lnTo>
                <a:moveTo>
                  <a:pt x="5004" y="0"/>
                </a:moveTo>
                <a:lnTo>
                  <a:pt x="5113" y="0"/>
                </a:lnTo>
                <a:lnTo>
                  <a:pt x="5113" y="36"/>
                </a:lnTo>
                <a:lnTo>
                  <a:pt x="5004" y="36"/>
                </a:lnTo>
                <a:lnTo>
                  <a:pt x="5004" y="0"/>
                </a:lnTo>
                <a:moveTo>
                  <a:pt x="5222" y="0"/>
                </a:moveTo>
                <a:lnTo>
                  <a:pt x="5331" y="0"/>
                </a:lnTo>
                <a:lnTo>
                  <a:pt x="5331" y="36"/>
                </a:lnTo>
                <a:lnTo>
                  <a:pt x="5222" y="36"/>
                </a:lnTo>
                <a:lnTo>
                  <a:pt x="5222" y="0"/>
                </a:lnTo>
                <a:moveTo>
                  <a:pt x="5440" y="0"/>
                </a:moveTo>
                <a:lnTo>
                  <a:pt x="5549" y="0"/>
                </a:lnTo>
                <a:lnTo>
                  <a:pt x="5549" y="36"/>
                </a:lnTo>
                <a:lnTo>
                  <a:pt x="5440" y="36"/>
                </a:lnTo>
                <a:lnTo>
                  <a:pt x="5440" y="0"/>
                </a:lnTo>
                <a:moveTo>
                  <a:pt x="5658" y="0"/>
                </a:moveTo>
                <a:lnTo>
                  <a:pt x="5768" y="0"/>
                </a:lnTo>
                <a:lnTo>
                  <a:pt x="5768" y="36"/>
                </a:lnTo>
                <a:lnTo>
                  <a:pt x="5658" y="36"/>
                </a:lnTo>
                <a:lnTo>
                  <a:pt x="5658" y="0"/>
                </a:lnTo>
                <a:moveTo>
                  <a:pt x="5877" y="0"/>
                </a:moveTo>
                <a:lnTo>
                  <a:pt x="5986" y="0"/>
                </a:lnTo>
                <a:lnTo>
                  <a:pt x="5986" y="36"/>
                </a:lnTo>
                <a:lnTo>
                  <a:pt x="5877" y="36"/>
                </a:lnTo>
                <a:lnTo>
                  <a:pt x="5877" y="0"/>
                </a:lnTo>
                <a:moveTo>
                  <a:pt x="6095" y="0"/>
                </a:moveTo>
                <a:lnTo>
                  <a:pt x="6204" y="0"/>
                </a:lnTo>
                <a:lnTo>
                  <a:pt x="6204" y="36"/>
                </a:lnTo>
                <a:lnTo>
                  <a:pt x="6095" y="36"/>
                </a:lnTo>
                <a:lnTo>
                  <a:pt x="6095" y="0"/>
                </a:lnTo>
                <a:moveTo>
                  <a:pt x="6313" y="0"/>
                </a:moveTo>
                <a:lnTo>
                  <a:pt x="6422" y="0"/>
                </a:lnTo>
                <a:lnTo>
                  <a:pt x="6422" y="36"/>
                </a:lnTo>
                <a:lnTo>
                  <a:pt x="6313" y="36"/>
                </a:lnTo>
                <a:lnTo>
                  <a:pt x="6313" y="0"/>
                </a:lnTo>
                <a:moveTo>
                  <a:pt x="6532" y="0"/>
                </a:moveTo>
                <a:lnTo>
                  <a:pt x="6641" y="0"/>
                </a:lnTo>
                <a:lnTo>
                  <a:pt x="6641" y="36"/>
                </a:lnTo>
                <a:lnTo>
                  <a:pt x="6532" y="36"/>
                </a:lnTo>
                <a:lnTo>
                  <a:pt x="6532" y="0"/>
                </a:lnTo>
                <a:moveTo>
                  <a:pt x="6750" y="0"/>
                </a:moveTo>
                <a:lnTo>
                  <a:pt x="6859" y="0"/>
                </a:lnTo>
                <a:lnTo>
                  <a:pt x="6859" y="36"/>
                </a:lnTo>
                <a:lnTo>
                  <a:pt x="6750" y="36"/>
                </a:lnTo>
                <a:lnTo>
                  <a:pt x="6750" y="0"/>
                </a:lnTo>
                <a:moveTo>
                  <a:pt x="6968" y="0"/>
                </a:moveTo>
                <a:lnTo>
                  <a:pt x="7077" y="0"/>
                </a:lnTo>
                <a:lnTo>
                  <a:pt x="7077" y="36"/>
                </a:lnTo>
                <a:lnTo>
                  <a:pt x="6968" y="36"/>
                </a:lnTo>
                <a:lnTo>
                  <a:pt x="6968" y="0"/>
                </a:lnTo>
                <a:moveTo>
                  <a:pt x="7186" y="0"/>
                </a:moveTo>
                <a:lnTo>
                  <a:pt x="7296" y="0"/>
                </a:lnTo>
                <a:lnTo>
                  <a:pt x="7296" y="36"/>
                </a:lnTo>
                <a:lnTo>
                  <a:pt x="7186" y="36"/>
                </a:lnTo>
                <a:lnTo>
                  <a:pt x="7186" y="0"/>
                </a:lnTo>
                <a:moveTo>
                  <a:pt x="7405" y="0"/>
                </a:moveTo>
                <a:lnTo>
                  <a:pt x="7514" y="0"/>
                </a:lnTo>
                <a:lnTo>
                  <a:pt x="7514" y="36"/>
                </a:lnTo>
                <a:lnTo>
                  <a:pt x="7405" y="36"/>
                </a:lnTo>
                <a:lnTo>
                  <a:pt x="7405" y="0"/>
                </a:lnTo>
                <a:moveTo>
                  <a:pt x="7623" y="0"/>
                </a:moveTo>
                <a:lnTo>
                  <a:pt x="7732" y="0"/>
                </a:lnTo>
                <a:lnTo>
                  <a:pt x="7732" y="36"/>
                </a:lnTo>
                <a:lnTo>
                  <a:pt x="7623" y="36"/>
                </a:lnTo>
                <a:lnTo>
                  <a:pt x="7623" y="0"/>
                </a:lnTo>
                <a:moveTo>
                  <a:pt x="7841" y="0"/>
                </a:moveTo>
                <a:lnTo>
                  <a:pt x="7950" y="0"/>
                </a:lnTo>
                <a:lnTo>
                  <a:pt x="7950" y="36"/>
                </a:lnTo>
                <a:lnTo>
                  <a:pt x="7841" y="36"/>
                </a:lnTo>
                <a:lnTo>
                  <a:pt x="7841" y="0"/>
                </a:lnTo>
                <a:moveTo>
                  <a:pt x="8059" y="0"/>
                </a:moveTo>
                <a:lnTo>
                  <a:pt x="8169" y="0"/>
                </a:lnTo>
                <a:lnTo>
                  <a:pt x="8169" y="36"/>
                </a:lnTo>
                <a:lnTo>
                  <a:pt x="8059" y="36"/>
                </a:lnTo>
                <a:lnTo>
                  <a:pt x="8059" y="0"/>
                </a:lnTo>
                <a:moveTo>
                  <a:pt x="8278" y="0"/>
                </a:moveTo>
                <a:lnTo>
                  <a:pt x="8387" y="0"/>
                </a:lnTo>
                <a:lnTo>
                  <a:pt x="8387" y="36"/>
                </a:lnTo>
                <a:lnTo>
                  <a:pt x="8278" y="36"/>
                </a:lnTo>
                <a:lnTo>
                  <a:pt x="8278" y="0"/>
                </a:lnTo>
                <a:moveTo>
                  <a:pt x="8496" y="0"/>
                </a:moveTo>
                <a:lnTo>
                  <a:pt x="8605" y="0"/>
                </a:lnTo>
                <a:lnTo>
                  <a:pt x="8605" y="36"/>
                </a:lnTo>
                <a:lnTo>
                  <a:pt x="8496" y="36"/>
                </a:lnTo>
                <a:lnTo>
                  <a:pt x="8496" y="0"/>
                </a:lnTo>
                <a:moveTo>
                  <a:pt x="8714" y="0"/>
                </a:moveTo>
                <a:lnTo>
                  <a:pt x="8823" y="0"/>
                </a:lnTo>
                <a:lnTo>
                  <a:pt x="8823" y="36"/>
                </a:lnTo>
                <a:lnTo>
                  <a:pt x="8714" y="36"/>
                </a:lnTo>
                <a:lnTo>
                  <a:pt x="8714" y="0"/>
                </a:lnTo>
                <a:moveTo>
                  <a:pt x="8933" y="0"/>
                </a:moveTo>
                <a:lnTo>
                  <a:pt x="9042" y="0"/>
                </a:lnTo>
                <a:lnTo>
                  <a:pt x="9042" y="36"/>
                </a:lnTo>
                <a:lnTo>
                  <a:pt x="8933" y="36"/>
                </a:lnTo>
                <a:lnTo>
                  <a:pt x="8933" y="0"/>
                </a:lnTo>
                <a:moveTo>
                  <a:pt x="9151" y="0"/>
                </a:moveTo>
                <a:lnTo>
                  <a:pt x="9260" y="0"/>
                </a:lnTo>
                <a:lnTo>
                  <a:pt x="9260" y="36"/>
                </a:lnTo>
                <a:lnTo>
                  <a:pt x="9151" y="36"/>
                </a:lnTo>
                <a:lnTo>
                  <a:pt x="9151" y="0"/>
                </a:lnTo>
                <a:moveTo>
                  <a:pt x="9369" y="0"/>
                </a:moveTo>
                <a:lnTo>
                  <a:pt x="9478" y="0"/>
                </a:lnTo>
                <a:lnTo>
                  <a:pt x="9478" y="36"/>
                </a:lnTo>
                <a:lnTo>
                  <a:pt x="9369" y="36"/>
                </a:lnTo>
                <a:lnTo>
                  <a:pt x="9369" y="0"/>
                </a:lnTo>
                <a:moveTo>
                  <a:pt x="9587" y="0"/>
                </a:moveTo>
                <a:lnTo>
                  <a:pt x="9697" y="0"/>
                </a:lnTo>
                <a:lnTo>
                  <a:pt x="9697" y="36"/>
                </a:lnTo>
                <a:lnTo>
                  <a:pt x="9587" y="36"/>
                </a:lnTo>
                <a:lnTo>
                  <a:pt x="9587" y="0"/>
                </a:lnTo>
                <a:moveTo>
                  <a:pt x="9806" y="0"/>
                </a:moveTo>
                <a:lnTo>
                  <a:pt x="9915" y="0"/>
                </a:lnTo>
                <a:lnTo>
                  <a:pt x="9915" y="36"/>
                </a:lnTo>
                <a:lnTo>
                  <a:pt x="9806" y="36"/>
                </a:lnTo>
                <a:lnTo>
                  <a:pt x="9806" y="0"/>
                </a:lnTo>
                <a:moveTo>
                  <a:pt x="10024" y="0"/>
                </a:moveTo>
                <a:lnTo>
                  <a:pt x="10133" y="0"/>
                </a:lnTo>
                <a:lnTo>
                  <a:pt x="10133" y="36"/>
                </a:lnTo>
                <a:lnTo>
                  <a:pt x="10024" y="36"/>
                </a:lnTo>
                <a:lnTo>
                  <a:pt x="10024" y="0"/>
                </a:lnTo>
                <a:moveTo>
                  <a:pt x="10242" y="0"/>
                </a:moveTo>
                <a:lnTo>
                  <a:pt x="10351" y="0"/>
                </a:lnTo>
                <a:lnTo>
                  <a:pt x="10351" y="36"/>
                </a:lnTo>
                <a:lnTo>
                  <a:pt x="10242" y="36"/>
                </a:lnTo>
                <a:lnTo>
                  <a:pt x="10242" y="0"/>
                </a:lnTo>
                <a:moveTo>
                  <a:pt x="10461" y="0"/>
                </a:moveTo>
                <a:lnTo>
                  <a:pt x="10570" y="0"/>
                </a:lnTo>
                <a:lnTo>
                  <a:pt x="10570" y="36"/>
                </a:lnTo>
                <a:lnTo>
                  <a:pt x="10461" y="36"/>
                </a:lnTo>
                <a:lnTo>
                  <a:pt x="10461" y="0"/>
                </a:lnTo>
                <a:moveTo>
                  <a:pt x="10679" y="0"/>
                </a:moveTo>
                <a:lnTo>
                  <a:pt x="10788" y="0"/>
                </a:lnTo>
                <a:lnTo>
                  <a:pt x="10788" y="36"/>
                </a:lnTo>
                <a:lnTo>
                  <a:pt x="10679" y="36"/>
                </a:lnTo>
                <a:lnTo>
                  <a:pt x="10679" y="0"/>
                </a:lnTo>
                <a:moveTo>
                  <a:pt x="10897" y="0"/>
                </a:moveTo>
                <a:lnTo>
                  <a:pt x="11006" y="0"/>
                </a:lnTo>
                <a:lnTo>
                  <a:pt x="11006" y="36"/>
                </a:lnTo>
                <a:lnTo>
                  <a:pt x="10897" y="36"/>
                </a:lnTo>
                <a:lnTo>
                  <a:pt x="10897" y="0"/>
                </a:lnTo>
                <a:moveTo>
                  <a:pt x="11115" y="0"/>
                </a:moveTo>
                <a:lnTo>
                  <a:pt x="11225" y="0"/>
                </a:lnTo>
                <a:lnTo>
                  <a:pt x="11225" y="36"/>
                </a:lnTo>
                <a:lnTo>
                  <a:pt x="11115" y="36"/>
                </a:lnTo>
                <a:lnTo>
                  <a:pt x="11115" y="0"/>
                </a:lnTo>
                <a:moveTo>
                  <a:pt x="11334" y="0"/>
                </a:moveTo>
                <a:lnTo>
                  <a:pt x="11443" y="0"/>
                </a:lnTo>
                <a:lnTo>
                  <a:pt x="11443" y="36"/>
                </a:lnTo>
                <a:lnTo>
                  <a:pt x="11334" y="36"/>
                </a:lnTo>
                <a:lnTo>
                  <a:pt x="11334" y="0"/>
                </a:lnTo>
                <a:moveTo>
                  <a:pt x="11552" y="0"/>
                </a:moveTo>
                <a:lnTo>
                  <a:pt x="11661" y="0"/>
                </a:lnTo>
                <a:lnTo>
                  <a:pt x="11661" y="36"/>
                </a:lnTo>
                <a:lnTo>
                  <a:pt x="11552" y="36"/>
                </a:lnTo>
                <a:lnTo>
                  <a:pt x="11552" y="0"/>
                </a:lnTo>
                <a:moveTo>
                  <a:pt x="11770" y="0"/>
                </a:moveTo>
                <a:lnTo>
                  <a:pt x="11843" y="0"/>
                </a:lnTo>
                <a:cubicBezTo>
                  <a:pt x="11856" y="0"/>
                  <a:pt x="11869" y="1"/>
                  <a:pt x="11882" y="4"/>
                </a:cubicBezTo>
                <a:lnTo>
                  <a:pt x="11875" y="39"/>
                </a:lnTo>
                <a:cubicBezTo>
                  <a:pt x="11864" y="37"/>
                  <a:pt x="11854" y="36"/>
                  <a:pt x="11843" y="36"/>
                </a:cubicBezTo>
                <a:lnTo>
                  <a:pt x="11770" y="36"/>
                </a:lnTo>
                <a:lnTo>
                  <a:pt x="11770" y="0"/>
                </a:lnTo>
                <a:moveTo>
                  <a:pt x="11987" y="61"/>
                </a:moveTo>
                <a:cubicBezTo>
                  <a:pt x="12016" y="91"/>
                  <a:pt x="12034" y="127"/>
                  <a:pt x="12041" y="169"/>
                </a:cubicBezTo>
                <a:lnTo>
                  <a:pt x="12005" y="174"/>
                </a:lnTo>
                <a:cubicBezTo>
                  <a:pt x="11999" y="140"/>
                  <a:pt x="11985" y="111"/>
                  <a:pt x="11961" y="86"/>
                </a:cubicBezTo>
                <a:lnTo>
                  <a:pt x="11987" y="61"/>
                </a:lnTo>
                <a:moveTo>
                  <a:pt x="12043" y="280"/>
                </a:moveTo>
                <a:lnTo>
                  <a:pt x="12043" y="389"/>
                </a:lnTo>
                <a:lnTo>
                  <a:pt x="12007" y="389"/>
                </a:lnTo>
                <a:lnTo>
                  <a:pt x="12007" y="280"/>
                </a:lnTo>
                <a:lnTo>
                  <a:pt x="12043" y="280"/>
                </a:lnTo>
                <a:moveTo>
                  <a:pt x="12043" y="498"/>
                </a:moveTo>
                <a:lnTo>
                  <a:pt x="12043" y="607"/>
                </a:lnTo>
                <a:lnTo>
                  <a:pt x="12007" y="607"/>
                </a:lnTo>
                <a:lnTo>
                  <a:pt x="12007" y="498"/>
                </a:lnTo>
                <a:lnTo>
                  <a:pt x="12043" y="498"/>
                </a:lnTo>
                <a:moveTo>
                  <a:pt x="12043" y="716"/>
                </a:moveTo>
                <a:lnTo>
                  <a:pt x="12043" y="825"/>
                </a:lnTo>
                <a:lnTo>
                  <a:pt x="12007" y="825"/>
                </a:lnTo>
                <a:lnTo>
                  <a:pt x="12007" y="716"/>
                </a:lnTo>
                <a:lnTo>
                  <a:pt x="12043" y="716"/>
                </a:lnTo>
                <a:moveTo>
                  <a:pt x="12043" y="934"/>
                </a:moveTo>
                <a:lnTo>
                  <a:pt x="12043" y="1043"/>
                </a:lnTo>
                <a:lnTo>
                  <a:pt x="12007" y="1043"/>
                </a:lnTo>
                <a:lnTo>
                  <a:pt x="12007" y="934"/>
                </a:lnTo>
                <a:lnTo>
                  <a:pt x="12043" y="934"/>
                </a:lnTo>
                <a:moveTo>
                  <a:pt x="12043" y="1152"/>
                </a:moveTo>
                <a:lnTo>
                  <a:pt x="12043" y="1262"/>
                </a:lnTo>
                <a:lnTo>
                  <a:pt x="12007" y="1262"/>
                </a:lnTo>
                <a:lnTo>
                  <a:pt x="12007" y="1152"/>
                </a:lnTo>
                <a:lnTo>
                  <a:pt x="12043" y="1152"/>
                </a:lnTo>
                <a:moveTo>
                  <a:pt x="12024" y="1377"/>
                </a:moveTo>
                <a:cubicBezTo>
                  <a:pt x="12006" y="1415"/>
                  <a:pt x="11979" y="1444"/>
                  <a:pt x="11943" y="1465"/>
                </a:cubicBezTo>
                <a:lnTo>
                  <a:pt x="11925" y="1433"/>
                </a:lnTo>
                <a:cubicBezTo>
                  <a:pt x="11954" y="1416"/>
                  <a:pt x="11977" y="1392"/>
                  <a:pt x="11991" y="1361"/>
                </a:cubicBezTo>
                <a:lnTo>
                  <a:pt x="12024" y="1377"/>
                </a:lnTo>
                <a:moveTo>
                  <a:pt x="11829" y="1492"/>
                </a:moveTo>
                <a:lnTo>
                  <a:pt x="11720" y="1492"/>
                </a:lnTo>
                <a:lnTo>
                  <a:pt x="11720" y="1455"/>
                </a:lnTo>
                <a:lnTo>
                  <a:pt x="11829" y="1455"/>
                </a:lnTo>
                <a:lnTo>
                  <a:pt x="11829" y="1492"/>
                </a:lnTo>
                <a:moveTo>
                  <a:pt x="11610" y="1492"/>
                </a:moveTo>
                <a:lnTo>
                  <a:pt x="11501" y="1492"/>
                </a:lnTo>
                <a:lnTo>
                  <a:pt x="11501" y="1455"/>
                </a:lnTo>
                <a:lnTo>
                  <a:pt x="11610" y="1455"/>
                </a:lnTo>
                <a:lnTo>
                  <a:pt x="11610" y="1492"/>
                </a:lnTo>
                <a:moveTo>
                  <a:pt x="11392" y="1492"/>
                </a:moveTo>
                <a:lnTo>
                  <a:pt x="11283" y="1492"/>
                </a:lnTo>
                <a:lnTo>
                  <a:pt x="11283" y="1455"/>
                </a:lnTo>
                <a:lnTo>
                  <a:pt x="11392" y="1455"/>
                </a:lnTo>
                <a:lnTo>
                  <a:pt x="11392" y="1492"/>
                </a:lnTo>
                <a:moveTo>
                  <a:pt x="11174" y="1492"/>
                </a:moveTo>
                <a:lnTo>
                  <a:pt x="11065" y="1492"/>
                </a:lnTo>
                <a:lnTo>
                  <a:pt x="11065" y="1455"/>
                </a:lnTo>
                <a:lnTo>
                  <a:pt x="11174" y="1455"/>
                </a:lnTo>
                <a:lnTo>
                  <a:pt x="11174" y="1492"/>
                </a:lnTo>
                <a:moveTo>
                  <a:pt x="10956" y="1492"/>
                </a:moveTo>
                <a:lnTo>
                  <a:pt x="10846" y="1492"/>
                </a:lnTo>
                <a:lnTo>
                  <a:pt x="10846" y="1455"/>
                </a:lnTo>
                <a:lnTo>
                  <a:pt x="10956" y="1455"/>
                </a:lnTo>
                <a:lnTo>
                  <a:pt x="10956" y="1492"/>
                </a:lnTo>
                <a:moveTo>
                  <a:pt x="10737" y="1492"/>
                </a:moveTo>
                <a:lnTo>
                  <a:pt x="10628" y="1492"/>
                </a:lnTo>
                <a:lnTo>
                  <a:pt x="10628" y="1455"/>
                </a:lnTo>
                <a:lnTo>
                  <a:pt x="10737" y="1455"/>
                </a:lnTo>
                <a:lnTo>
                  <a:pt x="10737" y="1492"/>
                </a:lnTo>
                <a:moveTo>
                  <a:pt x="10519" y="1492"/>
                </a:moveTo>
                <a:lnTo>
                  <a:pt x="10410" y="1492"/>
                </a:lnTo>
                <a:lnTo>
                  <a:pt x="10410" y="1455"/>
                </a:lnTo>
                <a:lnTo>
                  <a:pt x="10519" y="1455"/>
                </a:lnTo>
                <a:lnTo>
                  <a:pt x="10519" y="1492"/>
                </a:lnTo>
                <a:moveTo>
                  <a:pt x="10301" y="1492"/>
                </a:moveTo>
                <a:lnTo>
                  <a:pt x="10192" y="1492"/>
                </a:lnTo>
                <a:lnTo>
                  <a:pt x="10192" y="1455"/>
                </a:lnTo>
                <a:lnTo>
                  <a:pt x="10301" y="1455"/>
                </a:lnTo>
                <a:lnTo>
                  <a:pt x="10301" y="1492"/>
                </a:lnTo>
                <a:moveTo>
                  <a:pt x="10082" y="1492"/>
                </a:moveTo>
                <a:lnTo>
                  <a:pt x="9973" y="1492"/>
                </a:lnTo>
                <a:lnTo>
                  <a:pt x="9973" y="1455"/>
                </a:lnTo>
                <a:lnTo>
                  <a:pt x="10082" y="1455"/>
                </a:lnTo>
                <a:lnTo>
                  <a:pt x="10082" y="1492"/>
                </a:lnTo>
                <a:moveTo>
                  <a:pt x="9864" y="1492"/>
                </a:moveTo>
                <a:lnTo>
                  <a:pt x="9755" y="1492"/>
                </a:lnTo>
                <a:lnTo>
                  <a:pt x="9755" y="1455"/>
                </a:lnTo>
                <a:lnTo>
                  <a:pt x="9864" y="1455"/>
                </a:lnTo>
                <a:lnTo>
                  <a:pt x="9864" y="1492"/>
                </a:lnTo>
                <a:moveTo>
                  <a:pt x="9646" y="1492"/>
                </a:moveTo>
                <a:lnTo>
                  <a:pt x="9537" y="1492"/>
                </a:lnTo>
                <a:lnTo>
                  <a:pt x="9537" y="1455"/>
                </a:lnTo>
                <a:lnTo>
                  <a:pt x="9646" y="1455"/>
                </a:lnTo>
                <a:lnTo>
                  <a:pt x="9646" y="1492"/>
                </a:lnTo>
                <a:moveTo>
                  <a:pt x="9428" y="1492"/>
                </a:moveTo>
                <a:lnTo>
                  <a:pt x="9318" y="1492"/>
                </a:lnTo>
                <a:lnTo>
                  <a:pt x="9318" y="1455"/>
                </a:lnTo>
                <a:lnTo>
                  <a:pt x="9428" y="1455"/>
                </a:lnTo>
                <a:lnTo>
                  <a:pt x="9428" y="1492"/>
                </a:lnTo>
                <a:moveTo>
                  <a:pt x="9209" y="1492"/>
                </a:moveTo>
                <a:lnTo>
                  <a:pt x="9100" y="1492"/>
                </a:lnTo>
                <a:lnTo>
                  <a:pt x="9100" y="1455"/>
                </a:lnTo>
                <a:lnTo>
                  <a:pt x="9209" y="1455"/>
                </a:lnTo>
                <a:lnTo>
                  <a:pt x="9209" y="1492"/>
                </a:lnTo>
                <a:moveTo>
                  <a:pt x="8991" y="1492"/>
                </a:moveTo>
                <a:lnTo>
                  <a:pt x="8882" y="1492"/>
                </a:lnTo>
                <a:lnTo>
                  <a:pt x="8882" y="1455"/>
                </a:lnTo>
                <a:lnTo>
                  <a:pt x="8991" y="1455"/>
                </a:lnTo>
                <a:lnTo>
                  <a:pt x="8991" y="1492"/>
                </a:lnTo>
                <a:moveTo>
                  <a:pt x="8773" y="1492"/>
                </a:moveTo>
                <a:lnTo>
                  <a:pt x="8664" y="1492"/>
                </a:lnTo>
                <a:lnTo>
                  <a:pt x="8664" y="1455"/>
                </a:lnTo>
                <a:lnTo>
                  <a:pt x="8773" y="1455"/>
                </a:lnTo>
                <a:lnTo>
                  <a:pt x="8773" y="1492"/>
                </a:lnTo>
                <a:moveTo>
                  <a:pt x="8555" y="1492"/>
                </a:moveTo>
                <a:lnTo>
                  <a:pt x="8445" y="1492"/>
                </a:lnTo>
                <a:lnTo>
                  <a:pt x="8445" y="1455"/>
                </a:lnTo>
                <a:lnTo>
                  <a:pt x="8555" y="1455"/>
                </a:lnTo>
                <a:lnTo>
                  <a:pt x="8555" y="1492"/>
                </a:lnTo>
                <a:moveTo>
                  <a:pt x="8336" y="1492"/>
                </a:moveTo>
                <a:lnTo>
                  <a:pt x="8227" y="1492"/>
                </a:lnTo>
                <a:lnTo>
                  <a:pt x="8227" y="1455"/>
                </a:lnTo>
                <a:lnTo>
                  <a:pt x="8336" y="1455"/>
                </a:lnTo>
                <a:lnTo>
                  <a:pt x="8336" y="1492"/>
                </a:lnTo>
                <a:moveTo>
                  <a:pt x="8118" y="1492"/>
                </a:moveTo>
                <a:lnTo>
                  <a:pt x="8009" y="1492"/>
                </a:lnTo>
                <a:lnTo>
                  <a:pt x="8009" y="1455"/>
                </a:lnTo>
                <a:lnTo>
                  <a:pt x="8118" y="1455"/>
                </a:lnTo>
                <a:lnTo>
                  <a:pt x="8118" y="1492"/>
                </a:lnTo>
                <a:moveTo>
                  <a:pt x="7900" y="1492"/>
                </a:moveTo>
                <a:lnTo>
                  <a:pt x="7791" y="1492"/>
                </a:lnTo>
                <a:lnTo>
                  <a:pt x="7791" y="1455"/>
                </a:lnTo>
                <a:lnTo>
                  <a:pt x="7900" y="1455"/>
                </a:lnTo>
                <a:lnTo>
                  <a:pt x="7900" y="1492"/>
                </a:lnTo>
                <a:moveTo>
                  <a:pt x="7681" y="1492"/>
                </a:moveTo>
                <a:lnTo>
                  <a:pt x="7572" y="1492"/>
                </a:lnTo>
                <a:lnTo>
                  <a:pt x="7572" y="1455"/>
                </a:lnTo>
                <a:lnTo>
                  <a:pt x="7681" y="1455"/>
                </a:lnTo>
                <a:lnTo>
                  <a:pt x="7681" y="1492"/>
                </a:lnTo>
                <a:moveTo>
                  <a:pt x="7463" y="1492"/>
                </a:moveTo>
                <a:lnTo>
                  <a:pt x="7354" y="1492"/>
                </a:lnTo>
                <a:lnTo>
                  <a:pt x="7354" y="1455"/>
                </a:lnTo>
                <a:lnTo>
                  <a:pt x="7463" y="1455"/>
                </a:lnTo>
                <a:lnTo>
                  <a:pt x="7463" y="1492"/>
                </a:lnTo>
                <a:moveTo>
                  <a:pt x="7245" y="1492"/>
                </a:moveTo>
                <a:lnTo>
                  <a:pt x="7136" y="1492"/>
                </a:lnTo>
                <a:lnTo>
                  <a:pt x="7136" y="1455"/>
                </a:lnTo>
                <a:lnTo>
                  <a:pt x="7245" y="1455"/>
                </a:lnTo>
                <a:lnTo>
                  <a:pt x="7245" y="1492"/>
                </a:lnTo>
                <a:moveTo>
                  <a:pt x="7027" y="1492"/>
                </a:moveTo>
                <a:lnTo>
                  <a:pt x="6917" y="1492"/>
                </a:lnTo>
                <a:lnTo>
                  <a:pt x="6917" y="1455"/>
                </a:lnTo>
                <a:lnTo>
                  <a:pt x="7027" y="1455"/>
                </a:lnTo>
                <a:lnTo>
                  <a:pt x="7027" y="1492"/>
                </a:lnTo>
                <a:moveTo>
                  <a:pt x="6808" y="1492"/>
                </a:moveTo>
                <a:lnTo>
                  <a:pt x="6699" y="1492"/>
                </a:lnTo>
                <a:lnTo>
                  <a:pt x="6699" y="1455"/>
                </a:lnTo>
                <a:lnTo>
                  <a:pt x="6808" y="1455"/>
                </a:lnTo>
                <a:lnTo>
                  <a:pt x="6808" y="1492"/>
                </a:lnTo>
                <a:moveTo>
                  <a:pt x="6590" y="1492"/>
                </a:moveTo>
                <a:lnTo>
                  <a:pt x="6481" y="1492"/>
                </a:lnTo>
                <a:lnTo>
                  <a:pt x="6481" y="1455"/>
                </a:lnTo>
                <a:lnTo>
                  <a:pt x="6590" y="1455"/>
                </a:lnTo>
                <a:lnTo>
                  <a:pt x="6590" y="1492"/>
                </a:lnTo>
                <a:moveTo>
                  <a:pt x="6372" y="1492"/>
                </a:moveTo>
                <a:lnTo>
                  <a:pt x="6263" y="1492"/>
                </a:lnTo>
                <a:lnTo>
                  <a:pt x="6263" y="1455"/>
                </a:lnTo>
                <a:lnTo>
                  <a:pt x="6372" y="1455"/>
                </a:lnTo>
                <a:lnTo>
                  <a:pt x="6372" y="1492"/>
                </a:lnTo>
                <a:moveTo>
                  <a:pt x="6153" y="1492"/>
                </a:moveTo>
                <a:lnTo>
                  <a:pt x="6044" y="1492"/>
                </a:lnTo>
                <a:lnTo>
                  <a:pt x="6044" y="1455"/>
                </a:lnTo>
                <a:lnTo>
                  <a:pt x="6153" y="1455"/>
                </a:lnTo>
                <a:lnTo>
                  <a:pt x="6153" y="1492"/>
                </a:lnTo>
                <a:moveTo>
                  <a:pt x="5935" y="1492"/>
                </a:moveTo>
                <a:lnTo>
                  <a:pt x="5826" y="1492"/>
                </a:lnTo>
                <a:lnTo>
                  <a:pt x="5826" y="1455"/>
                </a:lnTo>
                <a:lnTo>
                  <a:pt x="5935" y="1455"/>
                </a:lnTo>
                <a:lnTo>
                  <a:pt x="5935" y="1492"/>
                </a:lnTo>
                <a:moveTo>
                  <a:pt x="5717" y="1492"/>
                </a:moveTo>
                <a:lnTo>
                  <a:pt x="5608" y="1492"/>
                </a:lnTo>
                <a:lnTo>
                  <a:pt x="5608" y="1455"/>
                </a:lnTo>
                <a:lnTo>
                  <a:pt x="5717" y="1455"/>
                </a:lnTo>
                <a:lnTo>
                  <a:pt x="5717" y="1492"/>
                </a:lnTo>
                <a:moveTo>
                  <a:pt x="5499" y="1492"/>
                </a:moveTo>
                <a:lnTo>
                  <a:pt x="5389" y="1492"/>
                </a:lnTo>
                <a:lnTo>
                  <a:pt x="5389" y="1455"/>
                </a:lnTo>
                <a:lnTo>
                  <a:pt x="5499" y="1455"/>
                </a:lnTo>
                <a:lnTo>
                  <a:pt x="5499" y="1492"/>
                </a:lnTo>
                <a:moveTo>
                  <a:pt x="5280" y="1492"/>
                </a:moveTo>
                <a:lnTo>
                  <a:pt x="5171" y="1492"/>
                </a:lnTo>
                <a:lnTo>
                  <a:pt x="5171" y="1455"/>
                </a:lnTo>
                <a:lnTo>
                  <a:pt x="5280" y="1455"/>
                </a:lnTo>
                <a:lnTo>
                  <a:pt x="5280" y="1492"/>
                </a:lnTo>
                <a:moveTo>
                  <a:pt x="5062" y="1492"/>
                </a:moveTo>
                <a:lnTo>
                  <a:pt x="4953" y="1492"/>
                </a:lnTo>
                <a:lnTo>
                  <a:pt x="4953" y="1455"/>
                </a:lnTo>
                <a:lnTo>
                  <a:pt x="5062" y="1455"/>
                </a:lnTo>
                <a:lnTo>
                  <a:pt x="5062" y="1492"/>
                </a:lnTo>
                <a:moveTo>
                  <a:pt x="4844" y="1492"/>
                </a:moveTo>
                <a:lnTo>
                  <a:pt x="4735" y="1492"/>
                </a:lnTo>
                <a:lnTo>
                  <a:pt x="4735" y="1455"/>
                </a:lnTo>
                <a:lnTo>
                  <a:pt x="4844" y="1455"/>
                </a:lnTo>
                <a:lnTo>
                  <a:pt x="4844" y="1492"/>
                </a:lnTo>
                <a:moveTo>
                  <a:pt x="4625" y="1492"/>
                </a:moveTo>
                <a:lnTo>
                  <a:pt x="4516" y="1492"/>
                </a:lnTo>
                <a:lnTo>
                  <a:pt x="4516" y="1455"/>
                </a:lnTo>
                <a:lnTo>
                  <a:pt x="4625" y="1455"/>
                </a:lnTo>
                <a:lnTo>
                  <a:pt x="4625" y="1492"/>
                </a:lnTo>
                <a:moveTo>
                  <a:pt x="4407" y="1492"/>
                </a:moveTo>
                <a:lnTo>
                  <a:pt x="4298" y="1492"/>
                </a:lnTo>
                <a:lnTo>
                  <a:pt x="4298" y="1455"/>
                </a:lnTo>
                <a:lnTo>
                  <a:pt x="4407" y="1455"/>
                </a:lnTo>
                <a:lnTo>
                  <a:pt x="4407" y="1492"/>
                </a:lnTo>
                <a:moveTo>
                  <a:pt x="4189" y="1492"/>
                </a:moveTo>
                <a:lnTo>
                  <a:pt x="4080" y="1492"/>
                </a:lnTo>
                <a:lnTo>
                  <a:pt x="4080" y="1455"/>
                </a:lnTo>
                <a:lnTo>
                  <a:pt x="4189" y="1455"/>
                </a:lnTo>
                <a:lnTo>
                  <a:pt x="4189" y="1492"/>
                </a:lnTo>
                <a:moveTo>
                  <a:pt x="3971" y="1492"/>
                </a:moveTo>
                <a:lnTo>
                  <a:pt x="3861" y="1492"/>
                </a:lnTo>
                <a:lnTo>
                  <a:pt x="3861" y="1455"/>
                </a:lnTo>
                <a:lnTo>
                  <a:pt x="3971" y="1455"/>
                </a:lnTo>
                <a:lnTo>
                  <a:pt x="3971" y="1492"/>
                </a:lnTo>
                <a:moveTo>
                  <a:pt x="3752" y="1492"/>
                </a:moveTo>
                <a:lnTo>
                  <a:pt x="3643" y="1492"/>
                </a:lnTo>
                <a:lnTo>
                  <a:pt x="3643" y="1455"/>
                </a:lnTo>
                <a:lnTo>
                  <a:pt x="3752" y="1455"/>
                </a:lnTo>
                <a:lnTo>
                  <a:pt x="3752" y="1492"/>
                </a:lnTo>
                <a:moveTo>
                  <a:pt x="3534" y="1492"/>
                </a:moveTo>
                <a:lnTo>
                  <a:pt x="3425" y="1492"/>
                </a:lnTo>
                <a:lnTo>
                  <a:pt x="3425" y="1455"/>
                </a:lnTo>
                <a:lnTo>
                  <a:pt x="3534" y="1455"/>
                </a:lnTo>
                <a:lnTo>
                  <a:pt x="3534" y="1492"/>
                </a:lnTo>
                <a:moveTo>
                  <a:pt x="3316" y="1492"/>
                </a:moveTo>
                <a:lnTo>
                  <a:pt x="3206" y="1492"/>
                </a:lnTo>
                <a:lnTo>
                  <a:pt x="3206" y="1455"/>
                </a:lnTo>
                <a:lnTo>
                  <a:pt x="3316" y="1455"/>
                </a:lnTo>
                <a:lnTo>
                  <a:pt x="3316" y="1492"/>
                </a:lnTo>
                <a:moveTo>
                  <a:pt x="3096" y="1492"/>
                </a:moveTo>
                <a:lnTo>
                  <a:pt x="2987" y="1492"/>
                </a:lnTo>
                <a:lnTo>
                  <a:pt x="2987" y="1455"/>
                </a:lnTo>
                <a:lnTo>
                  <a:pt x="3096" y="1455"/>
                </a:lnTo>
                <a:lnTo>
                  <a:pt x="3096" y="1492"/>
                </a:lnTo>
                <a:moveTo>
                  <a:pt x="2878" y="1492"/>
                </a:moveTo>
                <a:lnTo>
                  <a:pt x="2769" y="1492"/>
                </a:lnTo>
                <a:lnTo>
                  <a:pt x="2769" y="1455"/>
                </a:lnTo>
                <a:lnTo>
                  <a:pt x="2878" y="1455"/>
                </a:lnTo>
                <a:lnTo>
                  <a:pt x="2878" y="1492"/>
                </a:lnTo>
                <a:moveTo>
                  <a:pt x="2660" y="1492"/>
                </a:moveTo>
                <a:lnTo>
                  <a:pt x="2551" y="1492"/>
                </a:lnTo>
                <a:lnTo>
                  <a:pt x="2551" y="1455"/>
                </a:lnTo>
                <a:lnTo>
                  <a:pt x="2660" y="1455"/>
                </a:lnTo>
                <a:lnTo>
                  <a:pt x="2660" y="1492"/>
                </a:lnTo>
                <a:moveTo>
                  <a:pt x="2442" y="1492"/>
                </a:moveTo>
                <a:lnTo>
                  <a:pt x="2332" y="1492"/>
                </a:lnTo>
                <a:lnTo>
                  <a:pt x="2332" y="1455"/>
                </a:lnTo>
                <a:lnTo>
                  <a:pt x="2442" y="1455"/>
                </a:lnTo>
                <a:lnTo>
                  <a:pt x="2442" y="1492"/>
                </a:lnTo>
                <a:moveTo>
                  <a:pt x="2223" y="1492"/>
                </a:moveTo>
                <a:lnTo>
                  <a:pt x="2114" y="1492"/>
                </a:lnTo>
                <a:lnTo>
                  <a:pt x="2114" y="1455"/>
                </a:lnTo>
                <a:lnTo>
                  <a:pt x="2223" y="1455"/>
                </a:lnTo>
                <a:lnTo>
                  <a:pt x="2223" y="1492"/>
                </a:lnTo>
                <a:moveTo>
                  <a:pt x="2005" y="1492"/>
                </a:moveTo>
                <a:lnTo>
                  <a:pt x="1896" y="1492"/>
                </a:lnTo>
                <a:lnTo>
                  <a:pt x="1896" y="1455"/>
                </a:lnTo>
                <a:lnTo>
                  <a:pt x="2005" y="1455"/>
                </a:lnTo>
                <a:lnTo>
                  <a:pt x="2005" y="1492"/>
                </a:lnTo>
                <a:moveTo>
                  <a:pt x="1787" y="1492"/>
                </a:moveTo>
                <a:lnTo>
                  <a:pt x="1678" y="1492"/>
                </a:lnTo>
                <a:lnTo>
                  <a:pt x="1678" y="1455"/>
                </a:lnTo>
                <a:lnTo>
                  <a:pt x="1787" y="1455"/>
                </a:lnTo>
                <a:lnTo>
                  <a:pt x="1787" y="1492"/>
                </a:lnTo>
                <a:moveTo>
                  <a:pt x="1569" y="1492"/>
                </a:moveTo>
                <a:lnTo>
                  <a:pt x="1459" y="1492"/>
                </a:lnTo>
                <a:lnTo>
                  <a:pt x="1459" y="1455"/>
                </a:lnTo>
                <a:lnTo>
                  <a:pt x="1569" y="1455"/>
                </a:lnTo>
                <a:lnTo>
                  <a:pt x="1569" y="1492"/>
                </a:lnTo>
                <a:moveTo>
                  <a:pt x="1350" y="1492"/>
                </a:moveTo>
                <a:lnTo>
                  <a:pt x="1241" y="1492"/>
                </a:lnTo>
                <a:lnTo>
                  <a:pt x="1241" y="1455"/>
                </a:lnTo>
                <a:lnTo>
                  <a:pt x="1350" y="1455"/>
                </a:lnTo>
                <a:lnTo>
                  <a:pt x="1350" y="1492"/>
                </a:lnTo>
                <a:moveTo>
                  <a:pt x="1132" y="1492"/>
                </a:moveTo>
                <a:lnTo>
                  <a:pt x="1023" y="1492"/>
                </a:lnTo>
                <a:lnTo>
                  <a:pt x="1023" y="1455"/>
                </a:lnTo>
                <a:lnTo>
                  <a:pt x="1132" y="1455"/>
                </a:lnTo>
                <a:lnTo>
                  <a:pt x="1132" y="1492"/>
                </a:lnTo>
                <a:moveTo>
                  <a:pt x="914" y="1492"/>
                </a:moveTo>
                <a:lnTo>
                  <a:pt x="805" y="1492"/>
                </a:lnTo>
                <a:lnTo>
                  <a:pt x="805" y="1455"/>
                </a:lnTo>
                <a:lnTo>
                  <a:pt x="914" y="1455"/>
                </a:lnTo>
                <a:lnTo>
                  <a:pt x="914" y="1492"/>
                </a:lnTo>
                <a:moveTo>
                  <a:pt x="695" y="1492"/>
                </a:moveTo>
                <a:lnTo>
                  <a:pt x="586" y="1492"/>
                </a:lnTo>
                <a:lnTo>
                  <a:pt x="586" y="1455"/>
                </a:lnTo>
                <a:lnTo>
                  <a:pt x="695" y="1455"/>
                </a:lnTo>
                <a:lnTo>
                  <a:pt x="695" y="1492"/>
                </a:lnTo>
                <a:moveTo>
                  <a:pt x="477" y="1492"/>
                </a:moveTo>
                <a:lnTo>
                  <a:pt x="368" y="1492"/>
                </a:lnTo>
                <a:lnTo>
                  <a:pt x="368" y="1455"/>
                </a:lnTo>
                <a:lnTo>
                  <a:pt x="477" y="1455"/>
                </a:lnTo>
                <a:lnTo>
                  <a:pt x="477" y="1492"/>
                </a:lnTo>
                <a:moveTo>
                  <a:pt x="259" y="1492"/>
                </a:moveTo>
                <a:lnTo>
                  <a:pt x="200" y="1492"/>
                </a:lnTo>
                <a:cubicBezTo>
                  <a:pt x="182" y="1492"/>
                  <a:pt x="164" y="1489"/>
                  <a:pt x="146" y="1484"/>
                </a:cubicBezTo>
                <a:lnTo>
                  <a:pt x="156" y="1449"/>
                </a:lnTo>
                <a:cubicBezTo>
                  <a:pt x="170" y="1453"/>
                  <a:pt x="185" y="1455"/>
                  <a:pt x="200" y="1455"/>
                </a:cubicBezTo>
                <a:lnTo>
                  <a:pt x="259" y="1455"/>
                </a:lnTo>
                <a:lnTo>
                  <a:pt x="259" y="1492"/>
                </a:lnTo>
                <a:moveTo>
                  <a:pt x="45" y="1418"/>
                </a:moveTo>
                <a:cubicBezTo>
                  <a:pt x="19" y="1386"/>
                  <a:pt x="4" y="1349"/>
                  <a:pt x="1" y="1307"/>
                </a:cubicBezTo>
                <a:lnTo>
                  <a:pt x="37" y="1304"/>
                </a:lnTo>
                <a:cubicBezTo>
                  <a:pt x="40" y="1338"/>
                  <a:pt x="52" y="1369"/>
                  <a:pt x="74" y="1395"/>
                </a:cubicBezTo>
                <a:lnTo>
                  <a:pt x="45" y="1418"/>
                </a:lnTo>
                <a:moveTo>
                  <a:pt x="0" y="1196"/>
                </a:moveTo>
                <a:lnTo>
                  <a:pt x="0" y="1087"/>
                </a:lnTo>
                <a:lnTo>
                  <a:pt x="37" y="1087"/>
                </a:lnTo>
                <a:lnTo>
                  <a:pt x="37" y="1196"/>
                </a:lnTo>
                <a:lnTo>
                  <a:pt x="0" y="1196"/>
                </a:lnTo>
                <a:moveTo>
                  <a:pt x="0" y="978"/>
                </a:moveTo>
                <a:lnTo>
                  <a:pt x="0" y="869"/>
                </a:lnTo>
                <a:lnTo>
                  <a:pt x="37" y="869"/>
                </a:lnTo>
                <a:lnTo>
                  <a:pt x="37" y="978"/>
                </a:lnTo>
                <a:lnTo>
                  <a:pt x="0" y="978"/>
                </a:lnTo>
                <a:moveTo>
                  <a:pt x="0" y="760"/>
                </a:moveTo>
                <a:lnTo>
                  <a:pt x="0" y="651"/>
                </a:lnTo>
                <a:lnTo>
                  <a:pt x="37" y="651"/>
                </a:lnTo>
                <a:lnTo>
                  <a:pt x="37" y="760"/>
                </a:lnTo>
                <a:lnTo>
                  <a:pt x="0" y="760"/>
                </a:lnTo>
                <a:moveTo>
                  <a:pt x="0" y="542"/>
                </a:moveTo>
                <a:lnTo>
                  <a:pt x="0" y="433"/>
                </a:lnTo>
                <a:lnTo>
                  <a:pt x="37" y="433"/>
                </a:lnTo>
                <a:lnTo>
                  <a:pt x="37" y="542"/>
                </a:lnTo>
                <a:lnTo>
                  <a:pt x="0" y="542"/>
                </a:lnTo>
                <a:moveTo>
                  <a:pt x="0" y="324"/>
                </a:moveTo>
                <a:lnTo>
                  <a:pt x="0" y="215"/>
                </a:lnTo>
                <a:lnTo>
                  <a:pt x="37" y="215"/>
                </a:lnTo>
                <a:lnTo>
                  <a:pt x="37" y="324"/>
                </a:lnTo>
                <a:lnTo>
                  <a:pt x="0" y="324"/>
                </a:lnTo>
                <a:moveTo>
                  <a:pt x="27" y="100"/>
                </a:moveTo>
                <a:cubicBezTo>
                  <a:pt x="47" y="64"/>
                  <a:pt x="77" y="37"/>
                  <a:pt x="114" y="19"/>
                </a:cubicBezTo>
                <a:lnTo>
                  <a:pt x="130" y="52"/>
                </a:lnTo>
                <a:cubicBezTo>
                  <a:pt x="99" y="67"/>
                  <a:pt x="75" y="89"/>
                  <a:pt x="58" y="119"/>
                </a:cubicBezTo>
                <a:lnTo>
                  <a:pt x="27" y="100"/>
                </a:lnTo>
                <a:moveTo>
                  <a:pt x="200" y="0"/>
                </a:moveTo>
                <a:lnTo>
                  <a:pt x="310" y="0"/>
                </a:lnTo>
                <a:lnTo>
                  <a:pt x="310" y="36"/>
                </a:lnTo>
                <a:lnTo>
                  <a:pt x="200" y="36"/>
                </a:lnTo>
                <a:lnTo>
                  <a:pt x="200" y="0"/>
                </a:lnTo>
                <a:close/>
              </a:path>
            </a:pathLst>
          </a:custGeom>
          <a:solidFill>
            <a:srgbClr val="CBD5E1"/>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62" name=""/>
          <p:cNvSpPr txBox="1"/>
          <p:nvPr/>
        </p:nvSpPr>
        <p:spPr>
          <a:xfrm rot="5400000">
            <a:off x="4994280" y="3481920"/>
            <a:ext cx="1268640" cy="97920"/>
          </a:xfrm>
          <a:prstGeom prst="rect">
            <a:avLst/>
          </a:prstGeom>
          <a:noFill/>
          <a:ln w="0">
            <a:noFill/>
          </a:ln>
        </p:spPr>
        <p:txBody>
          <a:bodyPr wrap="none" lIns="0" tIns="0" rIns="0" bIns="0" anchor="t">
            <a:spAutoFit/>
          </a:bodyPr>
          <a:p>
            <a:pPr/>
            <a:r>
              <a:rPr lang="ja-JP" sz="770" b="1" u="none" strike="noStrike">
                <a:solidFill>
                  <a:srgbClr val="DC2626"/>
                </a:solidFill>
                <a:effectLst/>
                <a:uFillTx/>
                <a:latin typeface="HiraginoSans-W6"/>
                <a:ea typeface="HiraginoSans-W6"/>
              </a:rPr>
              <a:t>都度、⼈が確認・修正を仲介</a:t>
            </a:r>
            <a:endParaRPr lang="en-US" sz="770" b="0" u="none" strike="noStrike">
              <a:solidFill>
                <a:srgbClr val="000000"/>
              </a:solidFill>
              <a:effectLst/>
              <a:uFillTx/>
              <a:latin typeface="游明朝体"/>
            </a:endParaRPr>
          </a:p>
        </p:txBody>
      </p:sp>
      <p:sp>
        <p:nvSpPr>
          <p:cNvPr id="1763" name=""/>
          <p:cNvSpPr txBox="1"/>
          <p:nvPr/>
        </p:nvSpPr>
        <p:spPr>
          <a:xfrm>
            <a:off x="2282040" y="5333400"/>
            <a:ext cx="1750320" cy="125280"/>
          </a:xfrm>
          <a:prstGeom prst="rect">
            <a:avLst/>
          </a:prstGeom>
          <a:noFill/>
          <a:ln w="0">
            <a:noFill/>
          </a:ln>
        </p:spPr>
        <p:txBody>
          <a:bodyPr wrap="none" lIns="0" tIns="0" rIns="0" bIns="0" anchor="t">
            <a:spAutoFit/>
          </a:bodyPr>
          <a:p>
            <a:pPr/>
            <a:r>
              <a:rPr lang="ja-JP" sz="980" b="1" u="none" strike="noStrike">
                <a:solidFill>
                  <a:srgbClr val="64748B"/>
                </a:solidFill>
                <a:effectLst/>
                <a:uFillTx/>
                <a:latin typeface="HiraginoSans-W7"/>
                <a:ea typeface="HiraginoSans-W7"/>
              </a:rPr>
              <a:t>⼀往復ごとに⼈⼿の作業が発⽣</a:t>
            </a:r>
            <a:endParaRPr lang="en-US" sz="980" b="0" u="none" strike="noStrike">
              <a:solidFill>
                <a:srgbClr val="000000"/>
              </a:solidFill>
              <a:effectLst/>
              <a:uFillTx/>
              <a:latin typeface="游明朝体"/>
            </a:endParaRPr>
          </a:p>
        </p:txBody>
      </p:sp>
      <p:sp>
        <p:nvSpPr>
          <p:cNvPr id="1764" name=""/>
          <p:cNvSpPr/>
          <p:nvPr/>
        </p:nvSpPr>
        <p:spPr>
          <a:xfrm>
            <a:off x="6033960" y="1380960"/>
            <a:ext cx="4715280" cy="419040"/>
          </a:xfrm>
          <a:custGeom>
            <a:avLst/>
            <a:gdLst/>
            <a:ahLst/>
            <a:rect l="0" t="0" r="r" b="b"/>
            <a:pathLst>
              <a:path w="13098" h="1164">
                <a:moveTo>
                  <a:pt x="182" y="0"/>
                </a:moveTo>
                <a:lnTo>
                  <a:pt x="12916" y="0"/>
                </a:lnTo>
                <a:cubicBezTo>
                  <a:pt x="12928" y="0"/>
                  <a:pt x="12940" y="1"/>
                  <a:pt x="12951" y="3"/>
                </a:cubicBezTo>
                <a:cubicBezTo>
                  <a:pt x="12963" y="6"/>
                  <a:pt x="12974" y="9"/>
                  <a:pt x="12985" y="14"/>
                </a:cubicBezTo>
                <a:cubicBezTo>
                  <a:pt x="12996" y="18"/>
                  <a:pt x="13007" y="24"/>
                  <a:pt x="13017" y="30"/>
                </a:cubicBezTo>
                <a:cubicBezTo>
                  <a:pt x="13027" y="37"/>
                  <a:pt x="13036" y="45"/>
                  <a:pt x="13044" y="53"/>
                </a:cubicBezTo>
                <a:cubicBezTo>
                  <a:pt x="13053" y="62"/>
                  <a:pt x="13060" y="71"/>
                  <a:pt x="13067" y="81"/>
                </a:cubicBezTo>
                <a:cubicBezTo>
                  <a:pt x="13074" y="91"/>
                  <a:pt x="13079" y="101"/>
                  <a:pt x="13084" y="112"/>
                </a:cubicBezTo>
                <a:cubicBezTo>
                  <a:pt x="13088" y="123"/>
                  <a:pt x="13092" y="134"/>
                  <a:pt x="13094" y="146"/>
                </a:cubicBezTo>
                <a:cubicBezTo>
                  <a:pt x="13097" y="158"/>
                  <a:pt x="13098" y="170"/>
                  <a:pt x="13098" y="182"/>
                </a:cubicBezTo>
                <a:lnTo>
                  <a:pt x="13098" y="983"/>
                </a:lnTo>
                <a:cubicBezTo>
                  <a:pt x="13098" y="995"/>
                  <a:pt x="13097" y="1006"/>
                  <a:pt x="13094" y="1018"/>
                </a:cubicBezTo>
                <a:cubicBezTo>
                  <a:pt x="13092" y="1030"/>
                  <a:pt x="13088" y="1041"/>
                  <a:pt x="13084" y="1052"/>
                </a:cubicBezTo>
                <a:cubicBezTo>
                  <a:pt x="13079" y="1063"/>
                  <a:pt x="13074" y="1074"/>
                  <a:pt x="13067" y="1084"/>
                </a:cubicBezTo>
                <a:cubicBezTo>
                  <a:pt x="13060" y="1094"/>
                  <a:pt x="13053" y="1103"/>
                  <a:pt x="13044" y="1111"/>
                </a:cubicBezTo>
                <a:cubicBezTo>
                  <a:pt x="13036" y="1120"/>
                  <a:pt x="13027" y="1127"/>
                  <a:pt x="13017" y="1134"/>
                </a:cubicBezTo>
                <a:cubicBezTo>
                  <a:pt x="13007" y="1140"/>
                  <a:pt x="12996" y="1146"/>
                  <a:pt x="12985" y="1151"/>
                </a:cubicBezTo>
                <a:cubicBezTo>
                  <a:pt x="12974" y="1155"/>
                  <a:pt x="12963" y="1159"/>
                  <a:pt x="12951" y="1161"/>
                </a:cubicBezTo>
                <a:cubicBezTo>
                  <a:pt x="12940" y="1163"/>
                  <a:pt x="12928" y="1164"/>
                  <a:pt x="12916" y="1164"/>
                </a:cubicBezTo>
                <a:lnTo>
                  <a:pt x="182" y="1164"/>
                </a:lnTo>
                <a:cubicBezTo>
                  <a:pt x="170" y="1164"/>
                  <a:pt x="158" y="1163"/>
                  <a:pt x="146" y="1161"/>
                </a:cubicBezTo>
                <a:cubicBezTo>
                  <a:pt x="135" y="1159"/>
                  <a:pt x="123" y="1155"/>
                  <a:pt x="112" y="1151"/>
                </a:cubicBezTo>
                <a:cubicBezTo>
                  <a:pt x="101" y="1146"/>
                  <a:pt x="91" y="1140"/>
                  <a:pt x="81" y="1134"/>
                </a:cubicBezTo>
                <a:cubicBezTo>
                  <a:pt x="71" y="1127"/>
                  <a:pt x="62" y="1120"/>
                  <a:pt x="53" y="1111"/>
                </a:cubicBezTo>
                <a:cubicBezTo>
                  <a:pt x="45" y="1103"/>
                  <a:pt x="37" y="1094"/>
                  <a:pt x="31" y="1084"/>
                </a:cubicBezTo>
                <a:cubicBezTo>
                  <a:pt x="24" y="1074"/>
                  <a:pt x="18" y="1063"/>
                  <a:pt x="14" y="1052"/>
                </a:cubicBezTo>
                <a:cubicBezTo>
                  <a:pt x="9" y="1041"/>
                  <a:pt x="6" y="1030"/>
                  <a:pt x="3" y="1018"/>
                </a:cubicBezTo>
                <a:cubicBezTo>
                  <a:pt x="1" y="1006"/>
                  <a:pt x="0" y="995"/>
                  <a:pt x="0" y="983"/>
                </a:cubicBezTo>
                <a:lnTo>
                  <a:pt x="0" y="182"/>
                </a:lnTo>
                <a:cubicBezTo>
                  <a:pt x="0" y="170"/>
                  <a:pt x="1" y="158"/>
                  <a:pt x="3" y="146"/>
                </a:cubicBezTo>
                <a:cubicBezTo>
                  <a:pt x="6" y="134"/>
                  <a:pt x="9" y="123"/>
                  <a:pt x="14" y="112"/>
                </a:cubicBezTo>
                <a:cubicBezTo>
                  <a:pt x="18" y="101"/>
                  <a:pt x="24" y="91"/>
                  <a:pt x="31" y="81"/>
                </a:cubicBezTo>
                <a:cubicBezTo>
                  <a:pt x="37" y="71"/>
                  <a:pt x="45" y="62"/>
                  <a:pt x="53" y="53"/>
                </a:cubicBezTo>
                <a:cubicBezTo>
                  <a:pt x="62" y="45"/>
                  <a:pt x="71" y="37"/>
                  <a:pt x="81" y="30"/>
                </a:cubicBezTo>
                <a:cubicBezTo>
                  <a:pt x="91" y="24"/>
                  <a:pt x="101" y="18"/>
                  <a:pt x="112" y="14"/>
                </a:cubicBezTo>
                <a:cubicBezTo>
                  <a:pt x="123" y="9"/>
                  <a:pt x="135" y="6"/>
                  <a:pt x="146" y="3"/>
                </a:cubicBezTo>
                <a:cubicBezTo>
                  <a:pt x="158" y="1"/>
                  <a:pt x="170" y="0"/>
                  <a:pt x="182" y="0"/>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5" name=""/>
          <p:cNvSpPr txBox="1"/>
          <p:nvPr/>
        </p:nvSpPr>
        <p:spPr>
          <a:xfrm>
            <a:off x="2367000" y="5521320"/>
            <a:ext cx="1578240" cy="105480"/>
          </a:xfrm>
          <a:prstGeom prst="rect">
            <a:avLst/>
          </a:prstGeom>
          <a:noFill/>
          <a:ln w="0">
            <a:noFill/>
          </a:ln>
        </p:spPr>
        <p:txBody>
          <a:bodyPr wrap="none" lIns="0" tIns="0" rIns="0" bIns="0" anchor="t">
            <a:spAutoFit/>
          </a:bodyPr>
          <a:p>
            <a:pPr/>
            <a:r>
              <a:rPr lang="ja-JP" sz="820" b="0" u="none" strike="noStrike">
                <a:solidFill>
                  <a:srgbClr val="64748B"/>
                </a:solidFill>
                <a:effectLst/>
                <a:uFillTx/>
                <a:latin typeface="HiraginoSans-W4"/>
                <a:ea typeface="HiraginoSans-W4"/>
              </a:rPr>
              <a:t>試作・単発の作業には⼿軽で有効</a:t>
            </a:r>
            <a:endParaRPr lang="en-US" sz="820" b="0" u="none" strike="noStrike">
              <a:solidFill>
                <a:srgbClr val="000000"/>
              </a:solidFill>
              <a:effectLst/>
              <a:uFillTx/>
              <a:latin typeface="游明朝体"/>
            </a:endParaRPr>
          </a:p>
        </p:txBody>
      </p:sp>
      <p:sp>
        <p:nvSpPr>
          <p:cNvPr id="1766" name=""/>
          <p:cNvSpPr/>
          <p:nvPr/>
        </p:nvSpPr>
        <p:spPr>
          <a:xfrm>
            <a:off x="6230520" y="2009160"/>
            <a:ext cx="4322160" cy="576360"/>
          </a:xfrm>
          <a:custGeom>
            <a:avLst/>
            <a:gdLst/>
            <a:ahLst/>
            <a:rect l="0" t="0" r="r" b="b"/>
            <a:pathLst>
              <a:path w="12006" h="1601">
                <a:moveTo>
                  <a:pt x="181" y="0"/>
                </a:moveTo>
                <a:lnTo>
                  <a:pt x="11824" y="0"/>
                </a:lnTo>
                <a:cubicBezTo>
                  <a:pt x="11836" y="0"/>
                  <a:pt x="11848" y="1"/>
                  <a:pt x="11860" y="4"/>
                </a:cubicBezTo>
                <a:cubicBezTo>
                  <a:pt x="11871" y="6"/>
                  <a:pt x="11883" y="10"/>
                  <a:pt x="11894" y="14"/>
                </a:cubicBezTo>
                <a:cubicBezTo>
                  <a:pt x="11905" y="20"/>
                  <a:pt x="11915" y="25"/>
                  <a:pt x="11925" y="32"/>
                </a:cubicBezTo>
                <a:cubicBezTo>
                  <a:pt x="11935" y="39"/>
                  <a:pt x="11944" y="46"/>
                  <a:pt x="11953" y="55"/>
                </a:cubicBezTo>
                <a:cubicBezTo>
                  <a:pt x="11961" y="63"/>
                  <a:pt x="11969" y="72"/>
                  <a:pt x="11975" y="82"/>
                </a:cubicBezTo>
                <a:cubicBezTo>
                  <a:pt x="11982" y="92"/>
                  <a:pt x="11988" y="102"/>
                  <a:pt x="11992" y="113"/>
                </a:cubicBezTo>
                <a:cubicBezTo>
                  <a:pt x="11997" y="125"/>
                  <a:pt x="12000" y="136"/>
                  <a:pt x="12003" y="148"/>
                </a:cubicBezTo>
                <a:cubicBezTo>
                  <a:pt x="12005" y="159"/>
                  <a:pt x="12006" y="171"/>
                  <a:pt x="12006" y="183"/>
                </a:cubicBezTo>
                <a:lnTo>
                  <a:pt x="12006" y="1419"/>
                </a:lnTo>
                <a:cubicBezTo>
                  <a:pt x="12006" y="1431"/>
                  <a:pt x="12005" y="1443"/>
                  <a:pt x="12003" y="1455"/>
                </a:cubicBezTo>
                <a:cubicBezTo>
                  <a:pt x="12000" y="1467"/>
                  <a:pt x="11997" y="1478"/>
                  <a:pt x="11992" y="1489"/>
                </a:cubicBezTo>
                <a:cubicBezTo>
                  <a:pt x="11988" y="1500"/>
                  <a:pt x="11982" y="1511"/>
                  <a:pt x="11975" y="1520"/>
                </a:cubicBezTo>
                <a:cubicBezTo>
                  <a:pt x="11969" y="1530"/>
                  <a:pt x="11961" y="1540"/>
                  <a:pt x="11953" y="1548"/>
                </a:cubicBezTo>
                <a:cubicBezTo>
                  <a:pt x="11944" y="1556"/>
                  <a:pt x="11935" y="1564"/>
                  <a:pt x="11925" y="1571"/>
                </a:cubicBezTo>
                <a:cubicBezTo>
                  <a:pt x="11915" y="1577"/>
                  <a:pt x="11905" y="1583"/>
                  <a:pt x="11894" y="1587"/>
                </a:cubicBezTo>
                <a:cubicBezTo>
                  <a:pt x="11883" y="1592"/>
                  <a:pt x="11871" y="1595"/>
                  <a:pt x="11860" y="1598"/>
                </a:cubicBezTo>
                <a:cubicBezTo>
                  <a:pt x="11848" y="1600"/>
                  <a:pt x="11836" y="1601"/>
                  <a:pt x="11824" y="1601"/>
                </a:cubicBezTo>
                <a:lnTo>
                  <a:pt x="181" y="1601"/>
                </a:lnTo>
                <a:cubicBezTo>
                  <a:pt x="170" y="1601"/>
                  <a:pt x="158" y="1600"/>
                  <a:pt x="146" y="1598"/>
                </a:cubicBezTo>
                <a:cubicBezTo>
                  <a:pt x="134" y="1595"/>
                  <a:pt x="123" y="1592"/>
                  <a:pt x="112" y="1587"/>
                </a:cubicBezTo>
                <a:cubicBezTo>
                  <a:pt x="101" y="1583"/>
                  <a:pt x="90" y="1577"/>
                  <a:pt x="80" y="1571"/>
                </a:cubicBezTo>
                <a:cubicBezTo>
                  <a:pt x="70" y="1564"/>
                  <a:pt x="61" y="1556"/>
                  <a:pt x="53" y="1548"/>
                </a:cubicBezTo>
                <a:cubicBezTo>
                  <a:pt x="44" y="1540"/>
                  <a:pt x="37" y="1530"/>
                  <a:pt x="30" y="1520"/>
                </a:cubicBezTo>
                <a:cubicBezTo>
                  <a:pt x="24" y="1511"/>
                  <a:pt x="18" y="1500"/>
                  <a:pt x="13" y="1489"/>
                </a:cubicBezTo>
                <a:cubicBezTo>
                  <a:pt x="9" y="1478"/>
                  <a:pt x="5" y="1467"/>
                  <a:pt x="3" y="1455"/>
                </a:cubicBezTo>
                <a:cubicBezTo>
                  <a:pt x="1" y="1443"/>
                  <a:pt x="0" y="1431"/>
                  <a:pt x="0" y="1419"/>
                </a:cubicBezTo>
                <a:lnTo>
                  <a:pt x="0" y="183"/>
                </a:lnTo>
                <a:cubicBezTo>
                  <a:pt x="0" y="171"/>
                  <a:pt x="1" y="159"/>
                  <a:pt x="3" y="148"/>
                </a:cubicBezTo>
                <a:cubicBezTo>
                  <a:pt x="5" y="136"/>
                  <a:pt x="9" y="125"/>
                  <a:pt x="13" y="113"/>
                </a:cubicBezTo>
                <a:cubicBezTo>
                  <a:pt x="18" y="102"/>
                  <a:pt x="24" y="92"/>
                  <a:pt x="30" y="82"/>
                </a:cubicBezTo>
                <a:cubicBezTo>
                  <a:pt x="37" y="72"/>
                  <a:pt x="44" y="63"/>
                  <a:pt x="53" y="55"/>
                </a:cubicBezTo>
                <a:cubicBezTo>
                  <a:pt x="61" y="46"/>
                  <a:pt x="70" y="39"/>
                  <a:pt x="80" y="32"/>
                </a:cubicBezTo>
                <a:cubicBezTo>
                  <a:pt x="90" y="25"/>
                  <a:pt x="101" y="20"/>
                  <a:pt x="112" y="14"/>
                </a:cubicBezTo>
                <a:cubicBezTo>
                  <a:pt x="123" y="10"/>
                  <a:pt x="134" y="6"/>
                  <a:pt x="146" y="4"/>
                </a:cubicBezTo>
                <a:cubicBezTo>
                  <a:pt x="158" y="1"/>
                  <a:pt x="170" y="0"/>
                  <a:pt x="181" y="0"/>
                </a:cubicBezTo>
                <a:close/>
              </a:path>
            </a:pathLst>
          </a:custGeom>
          <a:solidFill>
            <a:srgbClr val="EFF6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67" name=""/>
          <p:cNvSpPr/>
          <p:nvPr/>
        </p:nvSpPr>
        <p:spPr>
          <a:xfrm>
            <a:off x="6230520" y="2009160"/>
            <a:ext cx="4322160" cy="576360"/>
          </a:xfrm>
          <a:custGeom>
            <a:avLst/>
            <a:gdLst/>
            <a:ahLst/>
            <a:rect l="0" t="0" r="r" b="b"/>
            <a:pathLst>
              <a:path w="12006" h="1601">
                <a:moveTo>
                  <a:pt x="181" y="0"/>
                </a:moveTo>
                <a:lnTo>
                  <a:pt x="11824" y="0"/>
                </a:lnTo>
                <a:cubicBezTo>
                  <a:pt x="11836" y="0"/>
                  <a:pt x="11848" y="1"/>
                  <a:pt x="11860" y="4"/>
                </a:cubicBezTo>
                <a:cubicBezTo>
                  <a:pt x="11871" y="6"/>
                  <a:pt x="11883" y="10"/>
                  <a:pt x="11894" y="14"/>
                </a:cubicBezTo>
                <a:cubicBezTo>
                  <a:pt x="11905" y="20"/>
                  <a:pt x="11915" y="25"/>
                  <a:pt x="11925" y="32"/>
                </a:cubicBezTo>
                <a:cubicBezTo>
                  <a:pt x="11935" y="39"/>
                  <a:pt x="11944" y="46"/>
                  <a:pt x="11953" y="55"/>
                </a:cubicBezTo>
                <a:cubicBezTo>
                  <a:pt x="11961" y="63"/>
                  <a:pt x="11969" y="72"/>
                  <a:pt x="11975" y="82"/>
                </a:cubicBezTo>
                <a:cubicBezTo>
                  <a:pt x="11982" y="92"/>
                  <a:pt x="11988" y="102"/>
                  <a:pt x="11992" y="113"/>
                </a:cubicBezTo>
                <a:cubicBezTo>
                  <a:pt x="11997" y="125"/>
                  <a:pt x="12000" y="136"/>
                  <a:pt x="12003" y="148"/>
                </a:cubicBezTo>
                <a:cubicBezTo>
                  <a:pt x="12005" y="159"/>
                  <a:pt x="12006" y="171"/>
                  <a:pt x="12006" y="183"/>
                </a:cubicBezTo>
                <a:lnTo>
                  <a:pt x="12006" y="1419"/>
                </a:lnTo>
                <a:cubicBezTo>
                  <a:pt x="12006" y="1431"/>
                  <a:pt x="12005" y="1443"/>
                  <a:pt x="12003" y="1455"/>
                </a:cubicBezTo>
                <a:cubicBezTo>
                  <a:pt x="12000" y="1467"/>
                  <a:pt x="11997" y="1478"/>
                  <a:pt x="11992" y="1489"/>
                </a:cubicBezTo>
                <a:cubicBezTo>
                  <a:pt x="11988" y="1500"/>
                  <a:pt x="11982" y="1511"/>
                  <a:pt x="11975" y="1520"/>
                </a:cubicBezTo>
                <a:cubicBezTo>
                  <a:pt x="11969" y="1530"/>
                  <a:pt x="11961" y="1540"/>
                  <a:pt x="11953" y="1548"/>
                </a:cubicBezTo>
                <a:cubicBezTo>
                  <a:pt x="11944" y="1556"/>
                  <a:pt x="11935" y="1564"/>
                  <a:pt x="11925" y="1571"/>
                </a:cubicBezTo>
                <a:cubicBezTo>
                  <a:pt x="11915" y="1577"/>
                  <a:pt x="11905" y="1583"/>
                  <a:pt x="11894" y="1587"/>
                </a:cubicBezTo>
                <a:cubicBezTo>
                  <a:pt x="11883" y="1592"/>
                  <a:pt x="11871" y="1595"/>
                  <a:pt x="11860" y="1598"/>
                </a:cubicBezTo>
                <a:cubicBezTo>
                  <a:pt x="11848" y="1600"/>
                  <a:pt x="11836" y="1601"/>
                  <a:pt x="11824" y="1601"/>
                </a:cubicBezTo>
                <a:lnTo>
                  <a:pt x="181" y="1601"/>
                </a:lnTo>
                <a:cubicBezTo>
                  <a:pt x="170" y="1601"/>
                  <a:pt x="158" y="1600"/>
                  <a:pt x="146" y="1598"/>
                </a:cubicBezTo>
                <a:cubicBezTo>
                  <a:pt x="134" y="1595"/>
                  <a:pt x="123" y="1592"/>
                  <a:pt x="112" y="1587"/>
                </a:cubicBezTo>
                <a:cubicBezTo>
                  <a:pt x="101" y="1583"/>
                  <a:pt x="90" y="1577"/>
                  <a:pt x="80" y="1571"/>
                </a:cubicBezTo>
                <a:cubicBezTo>
                  <a:pt x="70" y="1564"/>
                  <a:pt x="61" y="1556"/>
                  <a:pt x="53" y="1548"/>
                </a:cubicBezTo>
                <a:cubicBezTo>
                  <a:pt x="44" y="1540"/>
                  <a:pt x="37" y="1530"/>
                  <a:pt x="30" y="1520"/>
                </a:cubicBezTo>
                <a:cubicBezTo>
                  <a:pt x="24" y="1511"/>
                  <a:pt x="18" y="1500"/>
                  <a:pt x="13" y="1489"/>
                </a:cubicBezTo>
                <a:cubicBezTo>
                  <a:pt x="9" y="1478"/>
                  <a:pt x="5" y="1467"/>
                  <a:pt x="3" y="1455"/>
                </a:cubicBezTo>
                <a:cubicBezTo>
                  <a:pt x="1" y="1443"/>
                  <a:pt x="0" y="1431"/>
                  <a:pt x="0" y="1419"/>
                </a:cubicBezTo>
                <a:lnTo>
                  <a:pt x="0" y="183"/>
                </a:lnTo>
                <a:cubicBezTo>
                  <a:pt x="0" y="171"/>
                  <a:pt x="1" y="159"/>
                  <a:pt x="3" y="148"/>
                </a:cubicBezTo>
                <a:cubicBezTo>
                  <a:pt x="5" y="136"/>
                  <a:pt x="9" y="125"/>
                  <a:pt x="13" y="113"/>
                </a:cubicBezTo>
                <a:cubicBezTo>
                  <a:pt x="18" y="102"/>
                  <a:pt x="24" y="92"/>
                  <a:pt x="30" y="82"/>
                </a:cubicBezTo>
                <a:cubicBezTo>
                  <a:pt x="37" y="72"/>
                  <a:pt x="44" y="63"/>
                  <a:pt x="53" y="55"/>
                </a:cubicBezTo>
                <a:cubicBezTo>
                  <a:pt x="61" y="46"/>
                  <a:pt x="70" y="39"/>
                  <a:pt x="80" y="32"/>
                </a:cubicBezTo>
                <a:cubicBezTo>
                  <a:pt x="90" y="25"/>
                  <a:pt x="101" y="20"/>
                  <a:pt x="112" y="14"/>
                </a:cubicBezTo>
                <a:cubicBezTo>
                  <a:pt x="123" y="10"/>
                  <a:pt x="134" y="6"/>
                  <a:pt x="146" y="4"/>
                </a:cubicBezTo>
                <a:cubicBezTo>
                  <a:pt x="158" y="1"/>
                  <a:pt x="170" y="0"/>
                  <a:pt x="181" y="0"/>
                </a:cubicBezTo>
                <a:close/>
              </a:path>
            </a:pathLst>
          </a:custGeom>
          <a:noFill/>
          <a:ln w="12960">
            <a:solidFill>
              <a:srgbClr val="2563EB"/>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1768" name=""/>
          <p:cNvSpPr/>
          <p:nvPr/>
        </p:nvSpPr>
        <p:spPr>
          <a:xfrm>
            <a:off x="6387480" y="2127240"/>
            <a:ext cx="340920" cy="340560"/>
          </a:xfrm>
          <a:custGeom>
            <a:avLst/>
            <a:gdLst/>
            <a:ahLst/>
            <a:rect l="0" t="0" r="r" b="b"/>
            <a:pathLst>
              <a:path w="947" h="946">
                <a:moveTo>
                  <a:pt x="947" y="473"/>
                </a:moveTo>
                <a:cubicBezTo>
                  <a:pt x="947" y="504"/>
                  <a:pt x="944" y="535"/>
                  <a:pt x="938" y="565"/>
                </a:cubicBezTo>
                <a:cubicBezTo>
                  <a:pt x="932" y="596"/>
                  <a:pt x="923" y="625"/>
                  <a:pt x="911" y="654"/>
                </a:cubicBezTo>
                <a:cubicBezTo>
                  <a:pt x="899" y="683"/>
                  <a:pt x="885" y="710"/>
                  <a:pt x="867" y="736"/>
                </a:cubicBezTo>
                <a:cubicBezTo>
                  <a:pt x="850" y="762"/>
                  <a:pt x="830" y="786"/>
                  <a:pt x="808" y="808"/>
                </a:cubicBezTo>
                <a:cubicBezTo>
                  <a:pt x="787" y="829"/>
                  <a:pt x="763" y="849"/>
                  <a:pt x="737" y="866"/>
                </a:cubicBezTo>
                <a:cubicBezTo>
                  <a:pt x="711" y="884"/>
                  <a:pt x="683" y="898"/>
                  <a:pt x="654" y="910"/>
                </a:cubicBezTo>
                <a:cubicBezTo>
                  <a:pt x="625" y="922"/>
                  <a:pt x="596" y="931"/>
                  <a:pt x="565" y="937"/>
                </a:cubicBezTo>
                <a:cubicBezTo>
                  <a:pt x="535" y="943"/>
                  <a:pt x="504" y="946"/>
                  <a:pt x="473" y="946"/>
                </a:cubicBezTo>
                <a:cubicBezTo>
                  <a:pt x="442" y="946"/>
                  <a:pt x="411" y="943"/>
                  <a:pt x="381" y="937"/>
                </a:cubicBezTo>
                <a:cubicBezTo>
                  <a:pt x="350" y="931"/>
                  <a:pt x="321" y="922"/>
                  <a:pt x="292" y="910"/>
                </a:cubicBezTo>
                <a:cubicBezTo>
                  <a:pt x="263" y="898"/>
                  <a:pt x="236" y="884"/>
                  <a:pt x="210" y="866"/>
                </a:cubicBezTo>
                <a:cubicBezTo>
                  <a:pt x="184" y="849"/>
                  <a:pt x="161" y="829"/>
                  <a:pt x="139" y="808"/>
                </a:cubicBezTo>
                <a:cubicBezTo>
                  <a:pt x="117" y="786"/>
                  <a:pt x="97" y="762"/>
                  <a:pt x="80" y="736"/>
                </a:cubicBezTo>
                <a:cubicBezTo>
                  <a:pt x="63" y="710"/>
                  <a:pt x="48" y="683"/>
                  <a:pt x="36" y="654"/>
                </a:cubicBezTo>
                <a:cubicBezTo>
                  <a:pt x="24" y="625"/>
                  <a:pt x="15" y="596"/>
                  <a:pt x="9" y="565"/>
                </a:cubicBezTo>
                <a:cubicBezTo>
                  <a:pt x="3" y="535"/>
                  <a:pt x="0" y="504"/>
                  <a:pt x="0" y="473"/>
                </a:cubicBezTo>
                <a:cubicBezTo>
                  <a:pt x="0" y="442"/>
                  <a:pt x="3" y="411"/>
                  <a:pt x="9" y="381"/>
                </a:cubicBezTo>
                <a:cubicBezTo>
                  <a:pt x="15" y="351"/>
                  <a:pt x="24" y="321"/>
                  <a:pt x="36" y="292"/>
                </a:cubicBezTo>
                <a:cubicBezTo>
                  <a:pt x="48" y="264"/>
                  <a:pt x="63" y="236"/>
                  <a:pt x="80" y="210"/>
                </a:cubicBezTo>
                <a:cubicBezTo>
                  <a:pt x="97" y="184"/>
                  <a:pt x="117" y="160"/>
                  <a:pt x="139" y="138"/>
                </a:cubicBezTo>
                <a:cubicBezTo>
                  <a:pt x="161" y="116"/>
                  <a:pt x="184" y="96"/>
                  <a:pt x="210" y="79"/>
                </a:cubicBezTo>
                <a:cubicBezTo>
                  <a:pt x="236" y="62"/>
                  <a:pt x="263" y="47"/>
                  <a:pt x="292" y="36"/>
                </a:cubicBezTo>
                <a:cubicBezTo>
                  <a:pt x="321" y="24"/>
                  <a:pt x="350" y="15"/>
                  <a:pt x="381" y="9"/>
                </a:cubicBezTo>
                <a:cubicBezTo>
                  <a:pt x="411" y="3"/>
                  <a:pt x="442" y="0"/>
                  <a:pt x="473" y="0"/>
                </a:cubicBezTo>
                <a:cubicBezTo>
                  <a:pt x="504" y="0"/>
                  <a:pt x="535" y="3"/>
                  <a:pt x="565" y="9"/>
                </a:cubicBezTo>
                <a:cubicBezTo>
                  <a:pt x="596" y="15"/>
                  <a:pt x="625" y="24"/>
                  <a:pt x="654" y="36"/>
                </a:cubicBezTo>
                <a:cubicBezTo>
                  <a:pt x="683" y="47"/>
                  <a:pt x="711" y="62"/>
                  <a:pt x="737" y="79"/>
                </a:cubicBezTo>
                <a:cubicBezTo>
                  <a:pt x="763" y="96"/>
                  <a:pt x="787" y="116"/>
                  <a:pt x="808" y="138"/>
                </a:cubicBezTo>
                <a:cubicBezTo>
                  <a:pt x="830" y="160"/>
                  <a:pt x="850" y="184"/>
                  <a:pt x="867" y="210"/>
                </a:cubicBezTo>
                <a:cubicBezTo>
                  <a:pt x="885" y="236"/>
                  <a:pt x="899" y="264"/>
                  <a:pt x="911" y="292"/>
                </a:cubicBezTo>
                <a:cubicBezTo>
                  <a:pt x="923" y="321"/>
                  <a:pt x="932" y="351"/>
                  <a:pt x="938" y="381"/>
                </a:cubicBezTo>
                <a:cubicBezTo>
                  <a:pt x="944" y="411"/>
                  <a:pt x="947" y="442"/>
                  <a:pt x="947" y="473"/>
                </a:cubicBezTo>
                <a:close/>
              </a:path>
            </a:pathLst>
          </a:custGeom>
          <a:solidFill>
            <a:srgbClr val="64748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69" name=""/>
          <p:cNvSpPr txBox="1"/>
          <p:nvPr/>
        </p:nvSpPr>
        <p:spPr>
          <a:xfrm>
            <a:off x="6903360" y="1483560"/>
            <a:ext cx="2764440" cy="204480"/>
          </a:xfrm>
          <a:prstGeom prst="rect">
            <a:avLst/>
          </a:prstGeom>
          <a:noFill/>
          <a:ln w="0">
            <a:noFill/>
          </a:ln>
        </p:spPr>
        <p:txBody>
          <a:bodyPr wrap="none" lIns="0" tIns="0" rIns="0" bIns="0" anchor="t">
            <a:spAutoFit/>
          </a:bodyPr>
          <a:p>
            <a:pPr/>
            <a:r>
              <a:rPr lang="en-US" sz="1450" b="1" u="none" strike="noStrike">
                <a:solidFill>
                  <a:srgbClr val="FFFFFF"/>
                </a:solidFill>
                <a:effectLst/>
                <a:uFillTx/>
                <a:latin typeface="HiraginoSans-W7"/>
                <a:ea typeface="HiraginoSans-W7"/>
              </a:rPr>
              <a:t>Claude Code</a:t>
            </a:r>
            <a:r>
              <a:rPr lang="ja-JP" sz="1450" b="1" u="none" strike="noStrike">
                <a:solidFill>
                  <a:srgbClr val="FFFFFF"/>
                </a:solidFill>
                <a:effectLst/>
                <a:uFillTx/>
                <a:latin typeface="HiraginoSans-W7"/>
                <a:ea typeface="HiraginoSans-W7"/>
              </a:rPr>
              <a:t>（</a:t>
            </a:r>
            <a:r>
              <a:rPr lang="en-US" sz="1450" b="1" u="none" strike="noStrike">
                <a:solidFill>
                  <a:srgbClr val="FFFFFF"/>
                </a:solidFill>
                <a:effectLst/>
                <a:uFillTx/>
                <a:latin typeface="HiraginoSans-W7"/>
                <a:ea typeface="HiraginoSans-W7"/>
              </a:rPr>
              <a:t>AI</a:t>
            </a:r>
            <a:r>
              <a:rPr lang="ja-JP" sz="1450" b="1" u="none" strike="noStrike">
                <a:solidFill>
                  <a:srgbClr val="FFFFFF"/>
                </a:solidFill>
                <a:effectLst/>
                <a:uFillTx/>
                <a:latin typeface="HiraginoSans-W7"/>
                <a:ea typeface="HiraginoSans-W7"/>
              </a:rPr>
              <a:t>エージェント）</a:t>
            </a:r>
            <a:endParaRPr lang="en-US" sz="1450" b="0" u="none" strike="noStrike">
              <a:solidFill>
                <a:srgbClr val="000000"/>
              </a:solidFill>
              <a:effectLst/>
              <a:uFillTx/>
              <a:latin typeface="游明朝体"/>
            </a:endParaRPr>
          </a:p>
        </p:txBody>
      </p:sp>
      <p:sp>
        <p:nvSpPr>
          <p:cNvPr id="1770" name=""/>
          <p:cNvSpPr txBox="1"/>
          <p:nvPr/>
        </p:nvSpPr>
        <p:spPr>
          <a:xfrm>
            <a:off x="6492600" y="2224800"/>
            <a:ext cx="131760" cy="131400"/>
          </a:xfrm>
          <a:prstGeom prst="rect">
            <a:avLst/>
          </a:prstGeom>
          <a:noFill/>
          <a:ln w="0">
            <a:noFill/>
          </a:ln>
        </p:spPr>
        <p:txBody>
          <a:bodyPr wrap="none" lIns="0" tIns="0" rIns="0" bIns="0" anchor="t">
            <a:spAutoFit/>
          </a:bodyPr>
          <a:p>
            <a:pPr/>
            <a:r>
              <a:rPr lang="ja-JP" sz="1030" b="0" u="none" strike="noStrike">
                <a:solidFill>
                  <a:srgbClr val="FFFFFF"/>
                </a:solidFill>
                <a:effectLst/>
                <a:uFillTx/>
                <a:latin typeface="HiraginoSans-W4"/>
                <a:ea typeface="HiraginoSans-W4"/>
              </a:rPr>
              <a:t>⼈</a:t>
            </a:r>
            <a:endParaRPr lang="en-US" sz="1030" b="0" u="none" strike="noStrike">
              <a:solidFill>
                <a:srgbClr val="000000"/>
              </a:solidFill>
              <a:effectLst/>
              <a:uFillTx/>
              <a:latin typeface="游明朝体"/>
            </a:endParaRPr>
          </a:p>
        </p:txBody>
      </p:sp>
      <p:sp>
        <p:nvSpPr>
          <p:cNvPr id="1771" name=""/>
          <p:cNvSpPr txBox="1"/>
          <p:nvPr/>
        </p:nvSpPr>
        <p:spPr>
          <a:xfrm>
            <a:off x="6852600" y="2127960"/>
            <a:ext cx="71712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6"/>
                <a:ea typeface="HiraginoSans-W6"/>
              </a:rPr>
              <a:t>要件を指⽰</a:t>
            </a:r>
            <a:endParaRPr lang="en-US" sz="1130" b="0" u="none" strike="noStrike">
              <a:solidFill>
                <a:srgbClr val="000000"/>
              </a:solidFill>
              <a:effectLst/>
              <a:uFillTx/>
              <a:latin typeface="游明朝体"/>
            </a:endParaRPr>
          </a:p>
        </p:txBody>
      </p:sp>
      <p:sp>
        <p:nvSpPr>
          <p:cNvPr id="1772" name=""/>
          <p:cNvSpPr/>
          <p:nvPr/>
        </p:nvSpPr>
        <p:spPr>
          <a:xfrm>
            <a:off x="8391240" y="2585160"/>
            <a:ext cx="0" cy="222480"/>
          </a:xfrm>
          <a:prstGeom prst="line">
            <a:avLst/>
          </a:prstGeom>
          <a:ln w="19440">
            <a:solidFill>
              <a:srgbClr val="2563EB"/>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1773" name=""/>
          <p:cNvSpPr/>
          <p:nvPr/>
        </p:nvSpPr>
        <p:spPr>
          <a:xfrm>
            <a:off x="8292960" y="2709720"/>
            <a:ext cx="196920" cy="196560"/>
          </a:xfrm>
          <a:custGeom>
            <a:avLst/>
            <a:gdLst/>
            <a:ahLst/>
            <a:rect l="0" t="0" r="r" b="b"/>
            <a:pathLst>
              <a:path w="547" h="546">
                <a:moveTo>
                  <a:pt x="547" y="0"/>
                </a:moveTo>
                <a:lnTo>
                  <a:pt x="274" y="546"/>
                </a:lnTo>
                <a:lnTo>
                  <a:pt x="0" y="0"/>
                </a:lnTo>
                <a:lnTo>
                  <a:pt x="547" y="0"/>
                </a:ln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4" name=""/>
          <p:cNvSpPr/>
          <p:nvPr/>
        </p:nvSpPr>
        <p:spPr>
          <a:xfrm>
            <a:off x="6230520" y="2807640"/>
            <a:ext cx="4322160" cy="576360"/>
          </a:xfrm>
          <a:custGeom>
            <a:avLst/>
            <a:gdLst/>
            <a:ahLst/>
            <a:rect l="0" t="0" r="r" b="b"/>
            <a:pathLst>
              <a:path w="12006" h="1601">
                <a:moveTo>
                  <a:pt x="181" y="0"/>
                </a:moveTo>
                <a:lnTo>
                  <a:pt x="11824" y="0"/>
                </a:lnTo>
                <a:cubicBezTo>
                  <a:pt x="11836" y="0"/>
                  <a:pt x="11848" y="2"/>
                  <a:pt x="11860" y="4"/>
                </a:cubicBezTo>
                <a:cubicBezTo>
                  <a:pt x="11871" y="6"/>
                  <a:pt x="11883" y="10"/>
                  <a:pt x="11894" y="14"/>
                </a:cubicBezTo>
                <a:cubicBezTo>
                  <a:pt x="11905" y="19"/>
                  <a:pt x="11915" y="24"/>
                  <a:pt x="11925" y="31"/>
                </a:cubicBezTo>
                <a:cubicBezTo>
                  <a:pt x="11935" y="38"/>
                  <a:pt x="11944" y="45"/>
                  <a:pt x="11953" y="54"/>
                </a:cubicBezTo>
                <a:cubicBezTo>
                  <a:pt x="11961" y="62"/>
                  <a:pt x="11969" y="71"/>
                  <a:pt x="11975" y="81"/>
                </a:cubicBezTo>
                <a:cubicBezTo>
                  <a:pt x="11982" y="91"/>
                  <a:pt x="11988" y="102"/>
                  <a:pt x="11992" y="113"/>
                </a:cubicBezTo>
                <a:cubicBezTo>
                  <a:pt x="11997" y="124"/>
                  <a:pt x="12000" y="135"/>
                  <a:pt x="12003" y="147"/>
                </a:cubicBezTo>
                <a:cubicBezTo>
                  <a:pt x="12005" y="158"/>
                  <a:pt x="12006" y="170"/>
                  <a:pt x="12006" y="182"/>
                </a:cubicBezTo>
                <a:lnTo>
                  <a:pt x="12006" y="1420"/>
                </a:lnTo>
                <a:cubicBezTo>
                  <a:pt x="12006" y="1432"/>
                  <a:pt x="12005" y="1443"/>
                  <a:pt x="12003" y="1455"/>
                </a:cubicBezTo>
                <a:cubicBezTo>
                  <a:pt x="12000" y="1467"/>
                  <a:pt x="11997" y="1478"/>
                  <a:pt x="11992" y="1489"/>
                </a:cubicBezTo>
                <a:cubicBezTo>
                  <a:pt x="11988" y="1500"/>
                  <a:pt x="11982" y="1511"/>
                  <a:pt x="11975" y="1521"/>
                </a:cubicBezTo>
                <a:cubicBezTo>
                  <a:pt x="11969" y="1531"/>
                  <a:pt x="11961" y="1540"/>
                  <a:pt x="11953" y="1548"/>
                </a:cubicBezTo>
                <a:cubicBezTo>
                  <a:pt x="11944" y="1557"/>
                  <a:pt x="11935" y="1564"/>
                  <a:pt x="11925" y="1571"/>
                </a:cubicBezTo>
                <a:cubicBezTo>
                  <a:pt x="11915" y="1577"/>
                  <a:pt x="11905" y="1583"/>
                  <a:pt x="11894" y="1588"/>
                </a:cubicBezTo>
                <a:cubicBezTo>
                  <a:pt x="11883" y="1592"/>
                  <a:pt x="11871" y="1596"/>
                  <a:pt x="11860" y="1598"/>
                </a:cubicBezTo>
                <a:cubicBezTo>
                  <a:pt x="11848" y="1600"/>
                  <a:pt x="11836" y="1601"/>
                  <a:pt x="11824" y="1601"/>
                </a:cubicBezTo>
                <a:lnTo>
                  <a:pt x="181" y="1601"/>
                </a:lnTo>
                <a:cubicBezTo>
                  <a:pt x="170" y="1601"/>
                  <a:pt x="158" y="1600"/>
                  <a:pt x="146" y="1598"/>
                </a:cubicBezTo>
                <a:cubicBezTo>
                  <a:pt x="134" y="1596"/>
                  <a:pt x="123" y="1592"/>
                  <a:pt x="112" y="1588"/>
                </a:cubicBezTo>
                <a:cubicBezTo>
                  <a:pt x="101" y="1583"/>
                  <a:pt x="90" y="1577"/>
                  <a:pt x="80" y="1571"/>
                </a:cubicBezTo>
                <a:cubicBezTo>
                  <a:pt x="70" y="1564"/>
                  <a:pt x="61" y="1557"/>
                  <a:pt x="53" y="1548"/>
                </a:cubicBezTo>
                <a:cubicBezTo>
                  <a:pt x="44" y="1540"/>
                  <a:pt x="37" y="1531"/>
                  <a:pt x="30" y="1521"/>
                </a:cubicBezTo>
                <a:cubicBezTo>
                  <a:pt x="24" y="1511"/>
                  <a:pt x="18" y="1500"/>
                  <a:pt x="13" y="1489"/>
                </a:cubicBezTo>
                <a:cubicBezTo>
                  <a:pt x="9" y="1478"/>
                  <a:pt x="5" y="1467"/>
                  <a:pt x="3" y="1455"/>
                </a:cubicBezTo>
                <a:cubicBezTo>
                  <a:pt x="1" y="1443"/>
                  <a:pt x="0" y="1432"/>
                  <a:pt x="0" y="1420"/>
                </a:cubicBezTo>
                <a:lnTo>
                  <a:pt x="0" y="182"/>
                </a:lnTo>
                <a:cubicBezTo>
                  <a:pt x="0" y="170"/>
                  <a:pt x="1" y="158"/>
                  <a:pt x="3" y="147"/>
                </a:cubicBezTo>
                <a:cubicBezTo>
                  <a:pt x="5" y="135"/>
                  <a:pt x="9" y="124"/>
                  <a:pt x="13" y="113"/>
                </a:cubicBezTo>
                <a:cubicBezTo>
                  <a:pt x="18" y="102"/>
                  <a:pt x="24" y="91"/>
                  <a:pt x="30" y="81"/>
                </a:cubicBezTo>
                <a:cubicBezTo>
                  <a:pt x="37" y="71"/>
                  <a:pt x="44" y="62"/>
                  <a:pt x="53" y="54"/>
                </a:cubicBezTo>
                <a:cubicBezTo>
                  <a:pt x="61" y="45"/>
                  <a:pt x="70" y="38"/>
                  <a:pt x="80" y="31"/>
                </a:cubicBezTo>
                <a:cubicBezTo>
                  <a:pt x="90" y="24"/>
                  <a:pt x="101" y="19"/>
                  <a:pt x="112" y="14"/>
                </a:cubicBezTo>
                <a:cubicBezTo>
                  <a:pt x="123" y="10"/>
                  <a:pt x="134" y="6"/>
                  <a:pt x="146" y="4"/>
                </a:cubicBezTo>
                <a:cubicBezTo>
                  <a:pt x="158" y="2"/>
                  <a:pt x="170" y="0"/>
                  <a:pt x="181" y="0"/>
                </a:cubicBezTo>
                <a:close/>
              </a:path>
            </a:pathLst>
          </a:custGeom>
          <a:solidFill>
            <a:srgbClr val="EFF6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75" name=""/>
          <p:cNvSpPr/>
          <p:nvPr/>
        </p:nvSpPr>
        <p:spPr>
          <a:xfrm>
            <a:off x="6230520" y="2807640"/>
            <a:ext cx="4322160" cy="576360"/>
          </a:xfrm>
          <a:custGeom>
            <a:avLst/>
            <a:gdLst/>
            <a:ahLst/>
            <a:rect l="0" t="0" r="r" b="b"/>
            <a:pathLst>
              <a:path w="12006" h="1601">
                <a:moveTo>
                  <a:pt x="181" y="0"/>
                </a:moveTo>
                <a:lnTo>
                  <a:pt x="11824" y="0"/>
                </a:lnTo>
                <a:cubicBezTo>
                  <a:pt x="11836" y="0"/>
                  <a:pt x="11848" y="2"/>
                  <a:pt x="11860" y="4"/>
                </a:cubicBezTo>
                <a:cubicBezTo>
                  <a:pt x="11871" y="6"/>
                  <a:pt x="11883" y="10"/>
                  <a:pt x="11894" y="14"/>
                </a:cubicBezTo>
                <a:cubicBezTo>
                  <a:pt x="11905" y="19"/>
                  <a:pt x="11915" y="24"/>
                  <a:pt x="11925" y="31"/>
                </a:cubicBezTo>
                <a:cubicBezTo>
                  <a:pt x="11935" y="38"/>
                  <a:pt x="11944" y="45"/>
                  <a:pt x="11953" y="54"/>
                </a:cubicBezTo>
                <a:cubicBezTo>
                  <a:pt x="11961" y="62"/>
                  <a:pt x="11969" y="71"/>
                  <a:pt x="11975" y="81"/>
                </a:cubicBezTo>
                <a:cubicBezTo>
                  <a:pt x="11982" y="91"/>
                  <a:pt x="11988" y="102"/>
                  <a:pt x="11992" y="113"/>
                </a:cubicBezTo>
                <a:cubicBezTo>
                  <a:pt x="11997" y="124"/>
                  <a:pt x="12000" y="135"/>
                  <a:pt x="12003" y="147"/>
                </a:cubicBezTo>
                <a:cubicBezTo>
                  <a:pt x="12005" y="158"/>
                  <a:pt x="12006" y="170"/>
                  <a:pt x="12006" y="182"/>
                </a:cubicBezTo>
                <a:lnTo>
                  <a:pt x="12006" y="1420"/>
                </a:lnTo>
                <a:cubicBezTo>
                  <a:pt x="12006" y="1432"/>
                  <a:pt x="12005" y="1443"/>
                  <a:pt x="12003" y="1455"/>
                </a:cubicBezTo>
                <a:cubicBezTo>
                  <a:pt x="12000" y="1467"/>
                  <a:pt x="11997" y="1478"/>
                  <a:pt x="11992" y="1489"/>
                </a:cubicBezTo>
                <a:cubicBezTo>
                  <a:pt x="11988" y="1500"/>
                  <a:pt x="11982" y="1511"/>
                  <a:pt x="11975" y="1521"/>
                </a:cubicBezTo>
                <a:cubicBezTo>
                  <a:pt x="11969" y="1531"/>
                  <a:pt x="11961" y="1540"/>
                  <a:pt x="11953" y="1548"/>
                </a:cubicBezTo>
                <a:cubicBezTo>
                  <a:pt x="11944" y="1557"/>
                  <a:pt x="11935" y="1564"/>
                  <a:pt x="11925" y="1571"/>
                </a:cubicBezTo>
                <a:cubicBezTo>
                  <a:pt x="11915" y="1577"/>
                  <a:pt x="11905" y="1583"/>
                  <a:pt x="11894" y="1588"/>
                </a:cubicBezTo>
                <a:cubicBezTo>
                  <a:pt x="11883" y="1592"/>
                  <a:pt x="11871" y="1596"/>
                  <a:pt x="11860" y="1598"/>
                </a:cubicBezTo>
                <a:cubicBezTo>
                  <a:pt x="11848" y="1600"/>
                  <a:pt x="11836" y="1601"/>
                  <a:pt x="11824" y="1601"/>
                </a:cubicBezTo>
                <a:lnTo>
                  <a:pt x="181" y="1601"/>
                </a:lnTo>
                <a:cubicBezTo>
                  <a:pt x="170" y="1601"/>
                  <a:pt x="158" y="1600"/>
                  <a:pt x="146" y="1598"/>
                </a:cubicBezTo>
                <a:cubicBezTo>
                  <a:pt x="134" y="1596"/>
                  <a:pt x="123" y="1592"/>
                  <a:pt x="112" y="1588"/>
                </a:cubicBezTo>
                <a:cubicBezTo>
                  <a:pt x="101" y="1583"/>
                  <a:pt x="90" y="1577"/>
                  <a:pt x="80" y="1571"/>
                </a:cubicBezTo>
                <a:cubicBezTo>
                  <a:pt x="70" y="1564"/>
                  <a:pt x="61" y="1557"/>
                  <a:pt x="53" y="1548"/>
                </a:cubicBezTo>
                <a:cubicBezTo>
                  <a:pt x="44" y="1540"/>
                  <a:pt x="37" y="1531"/>
                  <a:pt x="30" y="1521"/>
                </a:cubicBezTo>
                <a:cubicBezTo>
                  <a:pt x="24" y="1511"/>
                  <a:pt x="18" y="1500"/>
                  <a:pt x="13" y="1489"/>
                </a:cubicBezTo>
                <a:cubicBezTo>
                  <a:pt x="9" y="1478"/>
                  <a:pt x="5" y="1467"/>
                  <a:pt x="3" y="1455"/>
                </a:cubicBezTo>
                <a:cubicBezTo>
                  <a:pt x="1" y="1443"/>
                  <a:pt x="0" y="1432"/>
                  <a:pt x="0" y="1420"/>
                </a:cubicBezTo>
                <a:lnTo>
                  <a:pt x="0" y="182"/>
                </a:lnTo>
                <a:cubicBezTo>
                  <a:pt x="0" y="170"/>
                  <a:pt x="1" y="158"/>
                  <a:pt x="3" y="147"/>
                </a:cubicBezTo>
                <a:cubicBezTo>
                  <a:pt x="5" y="135"/>
                  <a:pt x="9" y="124"/>
                  <a:pt x="13" y="113"/>
                </a:cubicBezTo>
                <a:cubicBezTo>
                  <a:pt x="18" y="102"/>
                  <a:pt x="24" y="91"/>
                  <a:pt x="30" y="81"/>
                </a:cubicBezTo>
                <a:cubicBezTo>
                  <a:pt x="37" y="71"/>
                  <a:pt x="44" y="62"/>
                  <a:pt x="53" y="54"/>
                </a:cubicBezTo>
                <a:cubicBezTo>
                  <a:pt x="61" y="45"/>
                  <a:pt x="70" y="38"/>
                  <a:pt x="80" y="31"/>
                </a:cubicBezTo>
                <a:cubicBezTo>
                  <a:pt x="90" y="24"/>
                  <a:pt x="101" y="19"/>
                  <a:pt x="112" y="14"/>
                </a:cubicBezTo>
                <a:cubicBezTo>
                  <a:pt x="123" y="10"/>
                  <a:pt x="134" y="6"/>
                  <a:pt x="146" y="4"/>
                </a:cubicBezTo>
                <a:cubicBezTo>
                  <a:pt x="158" y="2"/>
                  <a:pt x="170" y="0"/>
                  <a:pt x="181" y="0"/>
                </a:cubicBezTo>
                <a:close/>
              </a:path>
            </a:pathLst>
          </a:custGeom>
          <a:noFill/>
          <a:ln w="12960">
            <a:solidFill>
              <a:srgbClr val="2563EB"/>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1776" name=""/>
          <p:cNvSpPr/>
          <p:nvPr/>
        </p:nvSpPr>
        <p:spPr>
          <a:xfrm>
            <a:off x="6387480" y="2925720"/>
            <a:ext cx="340920" cy="340560"/>
          </a:xfrm>
          <a:custGeom>
            <a:avLst/>
            <a:gdLst/>
            <a:ahLst/>
            <a:rect l="0" t="0" r="r" b="b"/>
            <a:pathLst>
              <a:path w="947" h="946">
                <a:moveTo>
                  <a:pt x="947" y="472"/>
                </a:moveTo>
                <a:cubicBezTo>
                  <a:pt x="947" y="503"/>
                  <a:pt x="944" y="534"/>
                  <a:pt x="938" y="565"/>
                </a:cubicBezTo>
                <a:cubicBezTo>
                  <a:pt x="932" y="595"/>
                  <a:pt x="923" y="625"/>
                  <a:pt x="911" y="653"/>
                </a:cubicBezTo>
                <a:cubicBezTo>
                  <a:pt x="899" y="682"/>
                  <a:pt x="885" y="709"/>
                  <a:pt x="867" y="735"/>
                </a:cubicBezTo>
                <a:cubicBezTo>
                  <a:pt x="850" y="761"/>
                  <a:pt x="830" y="785"/>
                  <a:pt x="808" y="807"/>
                </a:cubicBezTo>
                <a:cubicBezTo>
                  <a:pt x="787" y="829"/>
                  <a:pt x="763" y="848"/>
                  <a:pt x="737" y="866"/>
                </a:cubicBezTo>
                <a:cubicBezTo>
                  <a:pt x="711" y="884"/>
                  <a:pt x="683" y="898"/>
                  <a:pt x="654" y="910"/>
                </a:cubicBezTo>
                <a:cubicBezTo>
                  <a:pt x="625" y="922"/>
                  <a:pt x="596" y="931"/>
                  <a:pt x="565" y="937"/>
                </a:cubicBezTo>
                <a:cubicBezTo>
                  <a:pt x="535" y="943"/>
                  <a:pt x="504" y="946"/>
                  <a:pt x="473" y="946"/>
                </a:cubicBezTo>
                <a:cubicBezTo>
                  <a:pt x="442" y="946"/>
                  <a:pt x="411" y="943"/>
                  <a:pt x="381" y="937"/>
                </a:cubicBezTo>
                <a:cubicBezTo>
                  <a:pt x="350" y="931"/>
                  <a:pt x="321" y="922"/>
                  <a:pt x="292" y="910"/>
                </a:cubicBezTo>
                <a:cubicBezTo>
                  <a:pt x="263" y="898"/>
                  <a:pt x="236" y="884"/>
                  <a:pt x="210" y="866"/>
                </a:cubicBezTo>
                <a:cubicBezTo>
                  <a:pt x="184" y="848"/>
                  <a:pt x="161" y="829"/>
                  <a:pt x="139" y="807"/>
                </a:cubicBezTo>
                <a:cubicBezTo>
                  <a:pt x="117" y="785"/>
                  <a:pt x="97" y="761"/>
                  <a:pt x="80" y="735"/>
                </a:cubicBezTo>
                <a:cubicBezTo>
                  <a:pt x="63" y="709"/>
                  <a:pt x="48" y="682"/>
                  <a:pt x="36" y="653"/>
                </a:cubicBezTo>
                <a:cubicBezTo>
                  <a:pt x="24" y="625"/>
                  <a:pt x="15" y="595"/>
                  <a:pt x="9" y="565"/>
                </a:cubicBezTo>
                <a:cubicBezTo>
                  <a:pt x="3" y="534"/>
                  <a:pt x="0" y="503"/>
                  <a:pt x="0" y="472"/>
                </a:cubicBezTo>
                <a:cubicBezTo>
                  <a:pt x="0" y="441"/>
                  <a:pt x="3" y="411"/>
                  <a:pt x="9" y="380"/>
                </a:cubicBezTo>
                <a:cubicBezTo>
                  <a:pt x="15" y="350"/>
                  <a:pt x="24" y="320"/>
                  <a:pt x="36" y="292"/>
                </a:cubicBezTo>
                <a:cubicBezTo>
                  <a:pt x="48" y="263"/>
                  <a:pt x="63" y="236"/>
                  <a:pt x="80" y="210"/>
                </a:cubicBezTo>
                <a:cubicBezTo>
                  <a:pt x="97" y="184"/>
                  <a:pt x="117" y="160"/>
                  <a:pt x="139" y="138"/>
                </a:cubicBezTo>
                <a:cubicBezTo>
                  <a:pt x="161" y="116"/>
                  <a:pt x="184" y="97"/>
                  <a:pt x="210" y="79"/>
                </a:cubicBezTo>
                <a:cubicBezTo>
                  <a:pt x="236" y="62"/>
                  <a:pt x="263" y="48"/>
                  <a:pt x="292" y="36"/>
                </a:cubicBezTo>
                <a:cubicBezTo>
                  <a:pt x="321" y="24"/>
                  <a:pt x="350" y="15"/>
                  <a:pt x="381" y="9"/>
                </a:cubicBezTo>
                <a:cubicBezTo>
                  <a:pt x="411" y="3"/>
                  <a:pt x="442" y="0"/>
                  <a:pt x="473" y="0"/>
                </a:cubicBezTo>
                <a:cubicBezTo>
                  <a:pt x="504" y="0"/>
                  <a:pt x="535" y="3"/>
                  <a:pt x="565" y="9"/>
                </a:cubicBezTo>
                <a:cubicBezTo>
                  <a:pt x="596" y="15"/>
                  <a:pt x="625" y="24"/>
                  <a:pt x="654" y="36"/>
                </a:cubicBezTo>
                <a:cubicBezTo>
                  <a:pt x="683" y="48"/>
                  <a:pt x="711" y="62"/>
                  <a:pt x="737" y="79"/>
                </a:cubicBezTo>
                <a:cubicBezTo>
                  <a:pt x="763" y="97"/>
                  <a:pt x="787" y="116"/>
                  <a:pt x="808" y="138"/>
                </a:cubicBezTo>
                <a:cubicBezTo>
                  <a:pt x="830" y="160"/>
                  <a:pt x="850" y="184"/>
                  <a:pt x="867" y="210"/>
                </a:cubicBezTo>
                <a:cubicBezTo>
                  <a:pt x="885" y="236"/>
                  <a:pt x="899" y="263"/>
                  <a:pt x="911" y="292"/>
                </a:cubicBezTo>
                <a:cubicBezTo>
                  <a:pt x="923" y="320"/>
                  <a:pt x="932" y="350"/>
                  <a:pt x="938" y="380"/>
                </a:cubicBezTo>
                <a:cubicBezTo>
                  <a:pt x="944" y="411"/>
                  <a:pt x="947" y="441"/>
                  <a:pt x="947" y="472"/>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77" name=""/>
          <p:cNvSpPr txBox="1"/>
          <p:nvPr/>
        </p:nvSpPr>
        <p:spPr>
          <a:xfrm>
            <a:off x="6852600" y="2340720"/>
            <a:ext cx="1842840" cy="123840"/>
          </a:xfrm>
          <a:prstGeom prst="rect">
            <a:avLst/>
          </a:prstGeom>
          <a:noFill/>
          <a:ln w="0">
            <a:noFill/>
          </a:ln>
        </p:spPr>
        <p:txBody>
          <a:bodyPr wrap="none" lIns="0" tIns="0" rIns="0" bIns="0" anchor="t">
            <a:spAutoFit/>
          </a:bodyPr>
          <a:p>
            <a:pPr/>
            <a:r>
              <a:rPr lang="en-US" sz="880" b="0" u="none" strike="noStrike">
                <a:solidFill>
                  <a:srgbClr val="2563EB"/>
                </a:solidFill>
                <a:effectLst/>
                <a:uFillTx/>
                <a:latin typeface="HiraginoSans-W4"/>
                <a:ea typeface="HiraginoSans-W4"/>
              </a:rPr>
              <a:t>CLAUDE.md</a:t>
            </a:r>
            <a:r>
              <a:rPr lang="ja-JP" sz="880" b="0" u="none" strike="noStrike">
                <a:solidFill>
                  <a:srgbClr val="2563EB"/>
                </a:solidFill>
                <a:effectLst/>
                <a:uFillTx/>
                <a:latin typeface="HiraginoSans-W4"/>
                <a:ea typeface="HiraginoSans-W4"/>
              </a:rPr>
              <a:t>・</a:t>
            </a:r>
            <a:r>
              <a:rPr lang="en-US" sz="880" b="0" u="none" strike="noStrike">
                <a:solidFill>
                  <a:srgbClr val="2563EB"/>
                </a:solidFill>
                <a:effectLst/>
                <a:uFillTx/>
                <a:latin typeface="HiraginoSans-W4"/>
                <a:ea typeface="HiraginoSans-W4"/>
              </a:rPr>
              <a:t>plan.md </a:t>
            </a:r>
            <a:r>
              <a:rPr lang="ja-JP" sz="880" b="0" u="none" strike="noStrike">
                <a:solidFill>
                  <a:srgbClr val="2563EB"/>
                </a:solidFill>
                <a:effectLst/>
                <a:uFillTx/>
                <a:latin typeface="HiraginoSans-W4"/>
                <a:ea typeface="HiraginoSans-W4"/>
              </a:rPr>
              <a:t>に⽅針を蓄積</a:t>
            </a:r>
            <a:endParaRPr lang="en-US" sz="880" b="0" u="none" strike="noStrike">
              <a:solidFill>
                <a:srgbClr val="000000"/>
              </a:solidFill>
              <a:effectLst/>
              <a:uFillTx/>
              <a:latin typeface="游明朝体"/>
            </a:endParaRPr>
          </a:p>
        </p:txBody>
      </p:sp>
      <p:sp>
        <p:nvSpPr>
          <p:cNvPr id="1778" name=""/>
          <p:cNvSpPr txBox="1"/>
          <p:nvPr/>
        </p:nvSpPr>
        <p:spPr>
          <a:xfrm>
            <a:off x="6407640" y="3046320"/>
            <a:ext cx="255600" cy="110160"/>
          </a:xfrm>
          <a:prstGeom prst="rect">
            <a:avLst/>
          </a:prstGeom>
          <a:noFill/>
          <a:ln w="0">
            <a:noFill/>
          </a:ln>
        </p:spPr>
        <p:txBody>
          <a:bodyPr wrap="none" lIns="0" tIns="0" rIns="0" bIns="0" anchor="t">
            <a:spAutoFit/>
          </a:bodyPr>
          <a:p>
            <a:pPr/>
            <a:r>
              <a:rPr lang="en-US" sz="770" b="0" u="none" strike="noStrike">
                <a:solidFill>
                  <a:srgbClr val="FFFFFF"/>
                </a:solidFill>
                <a:effectLst/>
                <a:uFillTx/>
                <a:latin typeface="HiraginoSans-W4"/>
                <a:ea typeface="HiraginoSans-W4"/>
              </a:rPr>
              <a:t>Agent</a:t>
            </a:r>
            <a:endParaRPr lang="en-US" sz="770" b="0" u="none" strike="noStrike">
              <a:solidFill>
                <a:srgbClr val="000000"/>
              </a:solidFill>
              <a:effectLst/>
              <a:uFillTx/>
              <a:latin typeface="游明朝体"/>
            </a:endParaRPr>
          </a:p>
        </p:txBody>
      </p:sp>
      <p:sp>
        <p:nvSpPr>
          <p:cNvPr id="1779" name=""/>
          <p:cNvSpPr txBox="1"/>
          <p:nvPr/>
        </p:nvSpPr>
        <p:spPr>
          <a:xfrm>
            <a:off x="6852600" y="2926440"/>
            <a:ext cx="128988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6"/>
                <a:ea typeface="HiraginoSans-W6"/>
              </a:rPr>
              <a:t>ファイルを直接編集</a:t>
            </a:r>
            <a:endParaRPr lang="en-US" sz="1130" b="0" u="none" strike="noStrike">
              <a:solidFill>
                <a:srgbClr val="000000"/>
              </a:solidFill>
              <a:effectLst/>
              <a:uFillTx/>
              <a:latin typeface="游明朝体"/>
            </a:endParaRPr>
          </a:p>
        </p:txBody>
      </p:sp>
      <p:sp>
        <p:nvSpPr>
          <p:cNvPr id="1780" name=""/>
          <p:cNvSpPr/>
          <p:nvPr/>
        </p:nvSpPr>
        <p:spPr>
          <a:xfrm>
            <a:off x="8391240" y="3383640"/>
            <a:ext cx="0" cy="222840"/>
          </a:xfrm>
          <a:prstGeom prst="line">
            <a:avLst/>
          </a:prstGeom>
          <a:ln w="19440">
            <a:solidFill>
              <a:srgbClr val="2563EB"/>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1781" name=""/>
          <p:cNvSpPr/>
          <p:nvPr/>
        </p:nvSpPr>
        <p:spPr>
          <a:xfrm>
            <a:off x="8292960" y="3508200"/>
            <a:ext cx="196920" cy="196560"/>
          </a:xfrm>
          <a:custGeom>
            <a:avLst/>
            <a:gdLst/>
            <a:ahLst/>
            <a:rect l="0" t="0" r="r" b="b"/>
            <a:pathLst>
              <a:path w="547" h="546">
                <a:moveTo>
                  <a:pt x="547" y="0"/>
                </a:moveTo>
                <a:lnTo>
                  <a:pt x="274" y="546"/>
                </a:lnTo>
                <a:lnTo>
                  <a:pt x="0" y="0"/>
                </a:lnTo>
                <a:lnTo>
                  <a:pt x="547" y="0"/>
                </a:ln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2" name=""/>
          <p:cNvSpPr/>
          <p:nvPr/>
        </p:nvSpPr>
        <p:spPr>
          <a:xfrm>
            <a:off x="6230520" y="3606480"/>
            <a:ext cx="4322160" cy="576360"/>
          </a:xfrm>
          <a:custGeom>
            <a:avLst/>
            <a:gdLst/>
            <a:ahLst/>
            <a:rect l="0" t="0" r="r" b="b"/>
            <a:pathLst>
              <a:path w="12006" h="1601">
                <a:moveTo>
                  <a:pt x="181" y="0"/>
                </a:moveTo>
                <a:lnTo>
                  <a:pt x="11824" y="0"/>
                </a:lnTo>
                <a:cubicBezTo>
                  <a:pt x="11836" y="0"/>
                  <a:pt x="11848" y="1"/>
                  <a:pt x="11860" y="3"/>
                </a:cubicBezTo>
                <a:cubicBezTo>
                  <a:pt x="11871" y="5"/>
                  <a:pt x="11883" y="9"/>
                  <a:pt x="11894" y="13"/>
                </a:cubicBezTo>
                <a:cubicBezTo>
                  <a:pt x="11905" y="18"/>
                  <a:pt x="11915" y="24"/>
                  <a:pt x="11925" y="30"/>
                </a:cubicBezTo>
                <a:cubicBezTo>
                  <a:pt x="11935" y="37"/>
                  <a:pt x="11944" y="44"/>
                  <a:pt x="11953" y="53"/>
                </a:cubicBezTo>
                <a:cubicBezTo>
                  <a:pt x="11961" y="61"/>
                  <a:pt x="11969" y="70"/>
                  <a:pt x="11975" y="80"/>
                </a:cubicBezTo>
                <a:cubicBezTo>
                  <a:pt x="11982" y="90"/>
                  <a:pt x="11988" y="101"/>
                  <a:pt x="11992" y="112"/>
                </a:cubicBezTo>
                <a:cubicBezTo>
                  <a:pt x="11997" y="123"/>
                  <a:pt x="12000" y="134"/>
                  <a:pt x="12003" y="146"/>
                </a:cubicBezTo>
                <a:cubicBezTo>
                  <a:pt x="12005" y="158"/>
                  <a:pt x="12006" y="169"/>
                  <a:pt x="12006" y="181"/>
                </a:cubicBezTo>
                <a:lnTo>
                  <a:pt x="12006" y="1419"/>
                </a:lnTo>
                <a:cubicBezTo>
                  <a:pt x="12006" y="1431"/>
                  <a:pt x="12005" y="1443"/>
                  <a:pt x="12003" y="1454"/>
                </a:cubicBezTo>
                <a:cubicBezTo>
                  <a:pt x="12000" y="1466"/>
                  <a:pt x="11997" y="1477"/>
                  <a:pt x="11992" y="1488"/>
                </a:cubicBezTo>
                <a:cubicBezTo>
                  <a:pt x="11988" y="1499"/>
                  <a:pt x="11982" y="1510"/>
                  <a:pt x="11975" y="1520"/>
                </a:cubicBezTo>
                <a:cubicBezTo>
                  <a:pt x="11969" y="1530"/>
                  <a:pt x="11961" y="1539"/>
                  <a:pt x="11953" y="1547"/>
                </a:cubicBezTo>
                <a:cubicBezTo>
                  <a:pt x="11944" y="1556"/>
                  <a:pt x="11935" y="1563"/>
                  <a:pt x="11925" y="1570"/>
                </a:cubicBezTo>
                <a:cubicBezTo>
                  <a:pt x="11915" y="1577"/>
                  <a:pt x="11905" y="1582"/>
                  <a:pt x="11894" y="1587"/>
                </a:cubicBezTo>
                <a:cubicBezTo>
                  <a:pt x="11883" y="1591"/>
                  <a:pt x="11871" y="1595"/>
                  <a:pt x="11860" y="1597"/>
                </a:cubicBezTo>
                <a:cubicBezTo>
                  <a:pt x="11848" y="1599"/>
                  <a:pt x="11836" y="1601"/>
                  <a:pt x="11824" y="1601"/>
                </a:cubicBezTo>
                <a:lnTo>
                  <a:pt x="181" y="1601"/>
                </a:lnTo>
                <a:cubicBezTo>
                  <a:pt x="170" y="1601"/>
                  <a:pt x="158" y="1599"/>
                  <a:pt x="146" y="1597"/>
                </a:cubicBezTo>
                <a:cubicBezTo>
                  <a:pt x="134" y="1595"/>
                  <a:pt x="123" y="1591"/>
                  <a:pt x="112" y="1587"/>
                </a:cubicBezTo>
                <a:cubicBezTo>
                  <a:pt x="101" y="1582"/>
                  <a:pt x="90" y="1577"/>
                  <a:pt x="80" y="1570"/>
                </a:cubicBezTo>
                <a:cubicBezTo>
                  <a:pt x="70" y="1563"/>
                  <a:pt x="61" y="1556"/>
                  <a:pt x="53" y="1547"/>
                </a:cubicBezTo>
                <a:cubicBezTo>
                  <a:pt x="44" y="1539"/>
                  <a:pt x="37" y="1530"/>
                  <a:pt x="30" y="1520"/>
                </a:cubicBezTo>
                <a:cubicBezTo>
                  <a:pt x="24" y="1510"/>
                  <a:pt x="18" y="1499"/>
                  <a:pt x="13" y="1488"/>
                </a:cubicBezTo>
                <a:cubicBezTo>
                  <a:pt x="9" y="1477"/>
                  <a:pt x="5" y="1466"/>
                  <a:pt x="3" y="1454"/>
                </a:cubicBezTo>
                <a:cubicBezTo>
                  <a:pt x="1" y="1443"/>
                  <a:pt x="0" y="1431"/>
                  <a:pt x="0" y="1419"/>
                </a:cubicBezTo>
                <a:lnTo>
                  <a:pt x="0" y="181"/>
                </a:lnTo>
                <a:cubicBezTo>
                  <a:pt x="0" y="169"/>
                  <a:pt x="1" y="158"/>
                  <a:pt x="3" y="146"/>
                </a:cubicBezTo>
                <a:cubicBezTo>
                  <a:pt x="5" y="134"/>
                  <a:pt x="9" y="123"/>
                  <a:pt x="13" y="112"/>
                </a:cubicBezTo>
                <a:cubicBezTo>
                  <a:pt x="18" y="101"/>
                  <a:pt x="24" y="90"/>
                  <a:pt x="30" y="80"/>
                </a:cubicBezTo>
                <a:cubicBezTo>
                  <a:pt x="37" y="70"/>
                  <a:pt x="44" y="61"/>
                  <a:pt x="53" y="53"/>
                </a:cubicBezTo>
                <a:cubicBezTo>
                  <a:pt x="61" y="44"/>
                  <a:pt x="70" y="37"/>
                  <a:pt x="80" y="30"/>
                </a:cubicBezTo>
                <a:cubicBezTo>
                  <a:pt x="90" y="24"/>
                  <a:pt x="101" y="18"/>
                  <a:pt x="112" y="13"/>
                </a:cubicBezTo>
                <a:cubicBezTo>
                  <a:pt x="123" y="9"/>
                  <a:pt x="134" y="5"/>
                  <a:pt x="146" y="3"/>
                </a:cubicBezTo>
                <a:cubicBezTo>
                  <a:pt x="158" y="1"/>
                  <a:pt x="170" y="0"/>
                  <a:pt x="181" y="0"/>
                </a:cubicBezTo>
                <a:close/>
              </a:path>
            </a:pathLst>
          </a:custGeom>
          <a:solidFill>
            <a:srgbClr val="EFF6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83" name=""/>
          <p:cNvSpPr/>
          <p:nvPr/>
        </p:nvSpPr>
        <p:spPr>
          <a:xfrm>
            <a:off x="6230520" y="3606480"/>
            <a:ext cx="4322160" cy="576360"/>
          </a:xfrm>
          <a:custGeom>
            <a:avLst/>
            <a:gdLst/>
            <a:ahLst/>
            <a:rect l="0" t="0" r="r" b="b"/>
            <a:pathLst>
              <a:path w="12006" h="1601">
                <a:moveTo>
                  <a:pt x="181" y="0"/>
                </a:moveTo>
                <a:lnTo>
                  <a:pt x="11824" y="0"/>
                </a:lnTo>
                <a:cubicBezTo>
                  <a:pt x="11836" y="0"/>
                  <a:pt x="11848" y="1"/>
                  <a:pt x="11860" y="3"/>
                </a:cubicBezTo>
                <a:cubicBezTo>
                  <a:pt x="11871" y="5"/>
                  <a:pt x="11883" y="9"/>
                  <a:pt x="11894" y="13"/>
                </a:cubicBezTo>
                <a:cubicBezTo>
                  <a:pt x="11905" y="18"/>
                  <a:pt x="11915" y="24"/>
                  <a:pt x="11925" y="30"/>
                </a:cubicBezTo>
                <a:cubicBezTo>
                  <a:pt x="11935" y="37"/>
                  <a:pt x="11944" y="44"/>
                  <a:pt x="11953" y="53"/>
                </a:cubicBezTo>
                <a:cubicBezTo>
                  <a:pt x="11961" y="61"/>
                  <a:pt x="11969" y="70"/>
                  <a:pt x="11975" y="80"/>
                </a:cubicBezTo>
                <a:cubicBezTo>
                  <a:pt x="11982" y="90"/>
                  <a:pt x="11988" y="101"/>
                  <a:pt x="11992" y="112"/>
                </a:cubicBezTo>
                <a:cubicBezTo>
                  <a:pt x="11997" y="123"/>
                  <a:pt x="12000" y="134"/>
                  <a:pt x="12003" y="146"/>
                </a:cubicBezTo>
                <a:cubicBezTo>
                  <a:pt x="12005" y="158"/>
                  <a:pt x="12006" y="169"/>
                  <a:pt x="12006" y="181"/>
                </a:cubicBezTo>
                <a:lnTo>
                  <a:pt x="12006" y="1419"/>
                </a:lnTo>
                <a:cubicBezTo>
                  <a:pt x="12006" y="1431"/>
                  <a:pt x="12005" y="1443"/>
                  <a:pt x="12003" y="1454"/>
                </a:cubicBezTo>
                <a:cubicBezTo>
                  <a:pt x="12000" y="1466"/>
                  <a:pt x="11997" y="1477"/>
                  <a:pt x="11992" y="1488"/>
                </a:cubicBezTo>
                <a:cubicBezTo>
                  <a:pt x="11988" y="1499"/>
                  <a:pt x="11982" y="1510"/>
                  <a:pt x="11975" y="1520"/>
                </a:cubicBezTo>
                <a:cubicBezTo>
                  <a:pt x="11969" y="1530"/>
                  <a:pt x="11961" y="1539"/>
                  <a:pt x="11953" y="1547"/>
                </a:cubicBezTo>
                <a:cubicBezTo>
                  <a:pt x="11944" y="1556"/>
                  <a:pt x="11935" y="1563"/>
                  <a:pt x="11925" y="1570"/>
                </a:cubicBezTo>
                <a:cubicBezTo>
                  <a:pt x="11915" y="1577"/>
                  <a:pt x="11905" y="1582"/>
                  <a:pt x="11894" y="1587"/>
                </a:cubicBezTo>
                <a:cubicBezTo>
                  <a:pt x="11883" y="1591"/>
                  <a:pt x="11871" y="1595"/>
                  <a:pt x="11860" y="1597"/>
                </a:cubicBezTo>
                <a:cubicBezTo>
                  <a:pt x="11848" y="1599"/>
                  <a:pt x="11836" y="1601"/>
                  <a:pt x="11824" y="1601"/>
                </a:cubicBezTo>
                <a:lnTo>
                  <a:pt x="181" y="1601"/>
                </a:lnTo>
                <a:cubicBezTo>
                  <a:pt x="170" y="1601"/>
                  <a:pt x="158" y="1599"/>
                  <a:pt x="146" y="1597"/>
                </a:cubicBezTo>
                <a:cubicBezTo>
                  <a:pt x="134" y="1595"/>
                  <a:pt x="123" y="1591"/>
                  <a:pt x="112" y="1587"/>
                </a:cubicBezTo>
                <a:cubicBezTo>
                  <a:pt x="101" y="1582"/>
                  <a:pt x="90" y="1577"/>
                  <a:pt x="80" y="1570"/>
                </a:cubicBezTo>
                <a:cubicBezTo>
                  <a:pt x="70" y="1563"/>
                  <a:pt x="61" y="1556"/>
                  <a:pt x="53" y="1547"/>
                </a:cubicBezTo>
                <a:cubicBezTo>
                  <a:pt x="44" y="1539"/>
                  <a:pt x="37" y="1530"/>
                  <a:pt x="30" y="1520"/>
                </a:cubicBezTo>
                <a:cubicBezTo>
                  <a:pt x="24" y="1510"/>
                  <a:pt x="18" y="1499"/>
                  <a:pt x="13" y="1488"/>
                </a:cubicBezTo>
                <a:cubicBezTo>
                  <a:pt x="9" y="1477"/>
                  <a:pt x="5" y="1466"/>
                  <a:pt x="3" y="1454"/>
                </a:cubicBezTo>
                <a:cubicBezTo>
                  <a:pt x="1" y="1443"/>
                  <a:pt x="0" y="1431"/>
                  <a:pt x="0" y="1419"/>
                </a:cubicBezTo>
                <a:lnTo>
                  <a:pt x="0" y="181"/>
                </a:lnTo>
                <a:cubicBezTo>
                  <a:pt x="0" y="169"/>
                  <a:pt x="1" y="158"/>
                  <a:pt x="3" y="146"/>
                </a:cubicBezTo>
                <a:cubicBezTo>
                  <a:pt x="5" y="134"/>
                  <a:pt x="9" y="123"/>
                  <a:pt x="13" y="112"/>
                </a:cubicBezTo>
                <a:cubicBezTo>
                  <a:pt x="18" y="101"/>
                  <a:pt x="24" y="90"/>
                  <a:pt x="30" y="80"/>
                </a:cubicBezTo>
                <a:cubicBezTo>
                  <a:pt x="37" y="70"/>
                  <a:pt x="44" y="61"/>
                  <a:pt x="53" y="53"/>
                </a:cubicBezTo>
                <a:cubicBezTo>
                  <a:pt x="61" y="44"/>
                  <a:pt x="70" y="37"/>
                  <a:pt x="80" y="30"/>
                </a:cubicBezTo>
                <a:cubicBezTo>
                  <a:pt x="90" y="24"/>
                  <a:pt x="101" y="18"/>
                  <a:pt x="112" y="13"/>
                </a:cubicBezTo>
                <a:cubicBezTo>
                  <a:pt x="123" y="9"/>
                  <a:pt x="134" y="5"/>
                  <a:pt x="146" y="3"/>
                </a:cubicBezTo>
                <a:cubicBezTo>
                  <a:pt x="158" y="1"/>
                  <a:pt x="170" y="0"/>
                  <a:pt x="181" y="0"/>
                </a:cubicBezTo>
                <a:close/>
              </a:path>
            </a:pathLst>
          </a:custGeom>
          <a:noFill/>
          <a:ln w="12960">
            <a:solidFill>
              <a:srgbClr val="2563EB"/>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1784" name=""/>
          <p:cNvSpPr/>
          <p:nvPr/>
        </p:nvSpPr>
        <p:spPr>
          <a:xfrm>
            <a:off x="6387480" y="3724200"/>
            <a:ext cx="340920" cy="340560"/>
          </a:xfrm>
          <a:custGeom>
            <a:avLst/>
            <a:gdLst/>
            <a:ahLst/>
            <a:rect l="0" t="0" r="r" b="b"/>
            <a:pathLst>
              <a:path w="947" h="946">
                <a:moveTo>
                  <a:pt x="947" y="473"/>
                </a:moveTo>
                <a:cubicBezTo>
                  <a:pt x="947" y="504"/>
                  <a:pt x="944" y="535"/>
                  <a:pt x="938" y="566"/>
                </a:cubicBezTo>
                <a:cubicBezTo>
                  <a:pt x="932" y="596"/>
                  <a:pt x="923" y="626"/>
                  <a:pt x="911" y="654"/>
                </a:cubicBezTo>
                <a:cubicBezTo>
                  <a:pt x="899" y="683"/>
                  <a:pt x="885" y="710"/>
                  <a:pt x="867" y="736"/>
                </a:cubicBezTo>
                <a:cubicBezTo>
                  <a:pt x="850" y="762"/>
                  <a:pt x="830" y="786"/>
                  <a:pt x="808" y="808"/>
                </a:cubicBezTo>
                <a:cubicBezTo>
                  <a:pt x="787" y="830"/>
                  <a:pt x="763" y="849"/>
                  <a:pt x="737" y="867"/>
                </a:cubicBezTo>
                <a:cubicBezTo>
                  <a:pt x="711" y="884"/>
                  <a:pt x="683" y="898"/>
                  <a:pt x="654" y="910"/>
                </a:cubicBezTo>
                <a:cubicBezTo>
                  <a:pt x="625" y="922"/>
                  <a:pt x="596" y="931"/>
                  <a:pt x="565" y="937"/>
                </a:cubicBezTo>
                <a:cubicBezTo>
                  <a:pt x="535" y="943"/>
                  <a:pt x="504" y="946"/>
                  <a:pt x="473" y="946"/>
                </a:cubicBezTo>
                <a:cubicBezTo>
                  <a:pt x="442" y="946"/>
                  <a:pt x="411" y="943"/>
                  <a:pt x="381" y="937"/>
                </a:cubicBezTo>
                <a:cubicBezTo>
                  <a:pt x="350" y="931"/>
                  <a:pt x="321" y="922"/>
                  <a:pt x="292" y="910"/>
                </a:cubicBezTo>
                <a:cubicBezTo>
                  <a:pt x="263" y="898"/>
                  <a:pt x="236" y="884"/>
                  <a:pt x="210" y="867"/>
                </a:cubicBezTo>
                <a:cubicBezTo>
                  <a:pt x="184" y="849"/>
                  <a:pt x="161" y="830"/>
                  <a:pt x="139" y="808"/>
                </a:cubicBezTo>
                <a:cubicBezTo>
                  <a:pt x="117" y="786"/>
                  <a:pt x="97" y="762"/>
                  <a:pt x="80" y="736"/>
                </a:cubicBezTo>
                <a:cubicBezTo>
                  <a:pt x="63" y="710"/>
                  <a:pt x="48" y="683"/>
                  <a:pt x="36" y="654"/>
                </a:cubicBezTo>
                <a:cubicBezTo>
                  <a:pt x="24" y="626"/>
                  <a:pt x="15" y="596"/>
                  <a:pt x="9" y="566"/>
                </a:cubicBezTo>
                <a:cubicBezTo>
                  <a:pt x="3" y="535"/>
                  <a:pt x="0" y="504"/>
                  <a:pt x="0" y="473"/>
                </a:cubicBezTo>
                <a:cubicBezTo>
                  <a:pt x="0" y="442"/>
                  <a:pt x="3" y="411"/>
                  <a:pt x="9" y="380"/>
                </a:cubicBezTo>
                <a:cubicBezTo>
                  <a:pt x="15" y="350"/>
                  <a:pt x="24" y="320"/>
                  <a:pt x="36" y="292"/>
                </a:cubicBezTo>
                <a:cubicBezTo>
                  <a:pt x="48" y="263"/>
                  <a:pt x="63" y="236"/>
                  <a:pt x="80" y="210"/>
                </a:cubicBezTo>
                <a:cubicBezTo>
                  <a:pt x="97" y="184"/>
                  <a:pt x="117" y="160"/>
                  <a:pt x="139" y="138"/>
                </a:cubicBezTo>
                <a:cubicBezTo>
                  <a:pt x="161" y="116"/>
                  <a:pt x="184" y="97"/>
                  <a:pt x="210" y="80"/>
                </a:cubicBezTo>
                <a:cubicBezTo>
                  <a:pt x="236" y="62"/>
                  <a:pt x="263" y="48"/>
                  <a:pt x="292" y="36"/>
                </a:cubicBezTo>
                <a:cubicBezTo>
                  <a:pt x="321" y="24"/>
                  <a:pt x="350" y="15"/>
                  <a:pt x="381" y="9"/>
                </a:cubicBezTo>
                <a:cubicBezTo>
                  <a:pt x="411" y="3"/>
                  <a:pt x="442" y="0"/>
                  <a:pt x="473" y="0"/>
                </a:cubicBezTo>
                <a:cubicBezTo>
                  <a:pt x="504" y="0"/>
                  <a:pt x="535" y="3"/>
                  <a:pt x="565" y="9"/>
                </a:cubicBezTo>
                <a:cubicBezTo>
                  <a:pt x="596" y="15"/>
                  <a:pt x="625" y="24"/>
                  <a:pt x="654" y="36"/>
                </a:cubicBezTo>
                <a:cubicBezTo>
                  <a:pt x="683" y="48"/>
                  <a:pt x="711" y="62"/>
                  <a:pt x="737" y="80"/>
                </a:cubicBezTo>
                <a:cubicBezTo>
                  <a:pt x="763" y="97"/>
                  <a:pt x="787" y="116"/>
                  <a:pt x="808" y="138"/>
                </a:cubicBezTo>
                <a:cubicBezTo>
                  <a:pt x="830" y="160"/>
                  <a:pt x="850" y="184"/>
                  <a:pt x="867" y="210"/>
                </a:cubicBezTo>
                <a:cubicBezTo>
                  <a:pt x="885" y="236"/>
                  <a:pt x="899" y="263"/>
                  <a:pt x="911" y="292"/>
                </a:cubicBezTo>
                <a:cubicBezTo>
                  <a:pt x="923" y="320"/>
                  <a:pt x="932" y="350"/>
                  <a:pt x="938" y="380"/>
                </a:cubicBezTo>
                <a:cubicBezTo>
                  <a:pt x="944" y="411"/>
                  <a:pt x="947" y="442"/>
                  <a:pt x="947" y="473"/>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85" name=""/>
          <p:cNvSpPr txBox="1"/>
          <p:nvPr/>
        </p:nvSpPr>
        <p:spPr>
          <a:xfrm>
            <a:off x="6852600" y="3139200"/>
            <a:ext cx="1780920" cy="111600"/>
          </a:xfrm>
          <a:prstGeom prst="rect">
            <a:avLst/>
          </a:prstGeom>
          <a:noFill/>
          <a:ln w="0">
            <a:noFill/>
          </a:ln>
        </p:spPr>
        <p:txBody>
          <a:bodyPr wrap="none" lIns="0" tIns="0" rIns="0" bIns="0" anchor="t">
            <a:spAutoFit/>
          </a:bodyPr>
          <a:p>
            <a:pPr/>
            <a:r>
              <a:rPr lang="ja-JP" sz="880" b="0" u="none" strike="noStrike">
                <a:solidFill>
                  <a:srgbClr val="2563EB"/>
                </a:solidFill>
                <a:effectLst/>
                <a:uFillTx/>
                <a:latin typeface="HiraginoSans-W4"/>
                <a:ea typeface="HiraginoSans-W4"/>
              </a:rPr>
              <a:t>リポジトリを読み込み⾃律的に変更</a:t>
            </a:r>
            <a:endParaRPr lang="en-US" sz="880" b="0" u="none" strike="noStrike">
              <a:solidFill>
                <a:srgbClr val="000000"/>
              </a:solidFill>
              <a:effectLst/>
              <a:uFillTx/>
              <a:latin typeface="游明朝体"/>
            </a:endParaRPr>
          </a:p>
        </p:txBody>
      </p:sp>
      <p:sp>
        <p:nvSpPr>
          <p:cNvPr id="1786" name=""/>
          <p:cNvSpPr txBox="1"/>
          <p:nvPr/>
        </p:nvSpPr>
        <p:spPr>
          <a:xfrm>
            <a:off x="6407640" y="3844800"/>
            <a:ext cx="255600" cy="110160"/>
          </a:xfrm>
          <a:prstGeom prst="rect">
            <a:avLst/>
          </a:prstGeom>
          <a:noFill/>
          <a:ln w="0">
            <a:noFill/>
          </a:ln>
        </p:spPr>
        <p:txBody>
          <a:bodyPr wrap="none" lIns="0" tIns="0" rIns="0" bIns="0" anchor="t">
            <a:spAutoFit/>
          </a:bodyPr>
          <a:p>
            <a:pPr/>
            <a:r>
              <a:rPr lang="en-US" sz="770" b="0" u="none" strike="noStrike">
                <a:solidFill>
                  <a:srgbClr val="FFFFFF"/>
                </a:solidFill>
                <a:effectLst/>
                <a:uFillTx/>
                <a:latin typeface="HiraginoSans-W4"/>
                <a:ea typeface="HiraginoSans-W4"/>
              </a:rPr>
              <a:t>Agent</a:t>
            </a:r>
            <a:endParaRPr lang="en-US" sz="770" b="0" u="none" strike="noStrike">
              <a:solidFill>
                <a:srgbClr val="000000"/>
              </a:solidFill>
              <a:effectLst/>
              <a:uFillTx/>
              <a:latin typeface="游明朝体"/>
            </a:endParaRPr>
          </a:p>
        </p:txBody>
      </p:sp>
      <p:sp>
        <p:nvSpPr>
          <p:cNvPr id="1787" name=""/>
          <p:cNvSpPr txBox="1"/>
          <p:nvPr/>
        </p:nvSpPr>
        <p:spPr>
          <a:xfrm>
            <a:off x="6852600" y="3724920"/>
            <a:ext cx="1433160" cy="143640"/>
          </a:xfrm>
          <a:prstGeom prst="rect">
            <a:avLst/>
          </a:prstGeom>
          <a:noFill/>
          <a:ln w="0">
            <a:noFill/>
          </a:ln>
        </p:spPr>
        <p:txBody>
          <a:bodyPr wrap="none" lIns="0" tIns="0" rIns="0" bIns="0" anchor="t">
            <a:spAutoFit/>
          </a:bodyPr>
          <a:p>
            <a:pPr/>
            <a:r>
              <a:rPr lang="ja-JP" sz="1130" b="1" u="none" strike="noStrike">
                <a:solidFill>
                  <a:srgbClr val="1A1A2E"/>
                </a:solidFill>
                <a:effectLst/>
                <a:uFillTx/>
                <a:latin typeface="HiraginoSans-W6"/>
                <a:ea typeface="HiraginoSans-W6"/>
              </a:rPr>
              <a:t>テスト実⾏・動作確認</a:t>
            </a:r>
            <a:endParaRPr lang="en-US" sz="1130" b="0" u="none" strike="noStrike">
              <a:solidFill>
                <a:srgbClr val="000000"/>
              </a:solidFill>
              <a:effectLst/>
              <a:uFillTx/>
              <a:latin typeface="游明朝体"/>
            </a:endParaRPr>
          </a:p>
        </p:txBody>
      </p:sp>
      <p:sp>
        <p:nvSpPr>
          <p:cNvPr id="1788" name=""/>
          <p:cNvSpPr/>
          <p:nvPr/>
        </p:nvSpPr>
        <p:spPr>
          <a:xfrm>
            <a:off x="8391240" y="4182480"/>
            <a:ext cx="0" cy="222480"/>
          </a:xfrm>
          <a:prstGeom prst="line">
            <a:avLst/>
          </a:prstGeom>
          <a:ln w="19440">
            <a:solidFill>
              <a:srgbClr val="2563EB"/>
            </a:solidFill>
            <a:miter/>
          </a:ln>
        </p:spPr>
        <p:style>
          <a:lnRef idx="0"/>
          <a:fillRef idx="0"/>
          <a:effectRef idx="0"/>
          <a:fontRef idx="minor"/>
        </p:style>
        <p:txBody>
          <a:bodyPr lIns="9720" tIns="9720" rIns="9720" bIns="9720" anchor="t">
            <a:noAutofit/>
          </a:bodyPr>
          <a:p>
            <a:endParaRPr lang="en-US" sz="2400" b="0" u="none" strike="noStrike">
              <a:solidFill>
                <a:srgbClr val="000000"/>
              </a:solidFill>
              <a:effectLst/>
              <a:uFillTx/>
              <a:latin typeface="游明朝体"/>
            </a:endParaRPr>
          </a:p>
        </p:txBody>
      </p:sp>
      <p:sp>
        <p:nvSpPr>
          <p:cNvPr id="1789" name=""/>
          <p:cNvSpPr/>
          <p:nvPr/>
        </p:nvSpPr>
        <p:spPr>
          <a:xfrm>
            <a:off x="8292960" y="4306680"/>
            <a:ext cx="196920" cy="196560"/>
          </a:xfrm>
          <a:custGeom>
            <a:avLst/>
            <a:gdLst/>
            <a:ahLst/>
            <a:rect l="0" t="0" r="r" b="b"/>
            <a:pathLst>
              <a:path w="547" h="546">
                <a:moveTo>
                  <a:pt x="547" y="0"/>
                </a:moveTo>
                <a:lnTo>
                  <a:pt x="274" y="546"/>
                </a:lnTo>
                <a:lnTo>
                  <a:pt x="0" y="0"/>
                </a:lnTo>
                <a:lnTo>
                  <a:pt x="547" y="0"/>
                </a:ln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0" name=""/>
          <p:cNvSpPr/>
          <p:nvPr/>
        </p:nvSpPr>
        <p:spPr>
          <a:xfrm>
            <a:off x="6230520" y="4404960"/>
            <a:ext cx="4322160" cy="576360"/>
          </a:xfrm>
          <a:custGeom>
            <a:avLst/>
            <a:gdLst/>
            <a:ahLst/>
            <a:rect l="0" t="0" r="r" b="b"/>
            <a:pathLst>
              <a:path w="12006" h="1601">
                <a:moveTo>
                  <a:pt x="181" y="0"/>
                </a:moveTo>
                <a:lnTo>
                  <a:pt x="11824" y="0"/>
                </a:lnTo>
                <a:cubicBezTo>
                  <a:pt x="11836" y="0"/>
                  <a:pt x="11848" y="1"/>
                  <a:pt x="11860" y="3"/>
                </a:cubicBezTo>
                <a:cubicBezTo>
                  <a:pt x="11871" y="6"/>
                  <a:pt x="11883" y="9"/>
                  <a:pt x="11894" y="14"/>
                </a:cubicBezTo>
                <a:cubicBezTo>
                  <a:pt x="11905" y="18"/>
                  <a:pt x="11915" y="24"/>
                  <a:pt x="11925" y="30"/>
                </a:cubicBezTo>
                <a:cubicBezTo>
                  <a:pt x="11935" y="37"/>
                  <a:pt x="11944" y="45"/>
                  <a:pt x="11953" y="53"/>
                </a:cubicBezTo>
                <a:cubicBezTo>
                  <a:pt x="11961" y="61"/>
                  <a:pt x="11969" y="71"/>
                  <a:pt x="11975" y="81"/>
                </a:cubicBezTo>
                <a:cubicBezTo>
                  <a:pt x="11982" y="90"/>
                  <a:pt x="11988" y="101"/>
                  <a:pt x="11992" y="112"/>
                </a:cubicBezTo>
                <a:cubicBezTo>
                  <a:pt x="11997" y="123"/>
                  <a:pt x="12000" y="134"/>
                  <a:pt x="12003" y="146"/>
                </a:cubicBezTo>
                <a:cubicBezTo>
                  <a:pt x="12005" y="158"/>
                  <a:pt x="12006" y="170"/>
                  <a:pt x="12006" y="182"/>
                </a:cubicBezTo>
                <a:lnTo>
                  <a:pt x="12006" y="1419"/>
                </a:lnTo>
                <a:cubicBezTo>
                  <a:pt x="12006" y="1431"/>
                  <a:pt x="12005" y="1443"/>
                  <a:pt x="12003" y="1454"/>
                </a:cubicBezTo>
                <a:cubicBezTo>
                  <a:pt x="12000" y="1466"/>
                  <a:pt x="11997" y="1477"/>
                  <a:pt x="11992" y="1488"/>
                </a:cubicBezTo>
                <a:cubicBezTo>
                  <a:pt x="11988" y="1500"/>
                  <a:pt x="11982" y="1510"/>
                  <a:pt x="11975" y="1520"/>
                </a:cubicBezTo>
                <a:cubicBezTo>
                  <a:pt x="11969" y="1530"/>
                  <a:pt x="11961" y="1539"/>
                  <a:pt x="11953" y="1547"/>
                </a:cubicBezTo>
                <a:cubicBezTo>
                  <a:pt x="11944" y="1556"/>
                  <a:pt x="11935" y="1563"/>
                  <a:pt x="11925" y="1570"/>
                </a:cubicBezTo>
                <a:cubicBezTo>
                  <a:pt x="11915" y="1577"/>
                  <a:pt x="11905" y="1582"/>
                  <a:pt x="11894" y="1587"/>
                </a:cubicBezTo>
                <a:cubicBezTo>
                  <a:pt x="11883" y="1591"/>
                  <a:pt x="11871" y="1595"/>
                  <a:pt x="11860" y="1597"/>
                </a:cubicBezTo>
                <a:cubicBezTo>
                  <a:pt x="11848" y="1600"/>
                  <a:pt x="11836" y="1601"/>
                  <a:pt x="11824" y="1601"/>
                </a:cubicBezTo>
                <a:lnTo>
                  <a:pt x="181" y="1601"/>
                </a:lnTo>
                <a:cubicBezTo>
                  <a:pt x="170" y="1601"/>
                  <a:pt x="158" y="1600"/>
                  <a:pt x="146" y="1597"/>
                </a:cubicBezTo>
                <a:cubicBezTo>
                  <a:pt x="134" y="1595"/>
                  <a:pt x="123" y="1591"/>
                  <a:pt x="112" y="1587"/>
                </a:cubicBezTo>
                <a:cubicBezTo>
                  <a:pt x="101" y="1582"/>
                  <a:pt x="90" y="1577"/>
                  <a:pt x="80" y="1570"/>
                </a:cubicBezTo>
                <a:cubicBezTo>
                  <a:pt x="70" y="1563"/>
                  <a:pt x="61" y="1556"/>
                  <a:pt x="53" y="1547"/>
                </a:cubicBezTo>
                <a:cubicBezTo>
                  <a:pt x="44" y="1539"/>
                  <a:pt x="37" y="1530"/>
                  <a:pt x="30" y="1520"/>
                </a:cubicBezTo>
                <a:cubicBezTo>
                  <a:pt x="24" y="1510"/>
                  <a:pt x="18" y="1500"/>
                  <a:pt x="13" y="1488"/>
                </a:cubicBezTo>
                <a:cubicBezTo>
                  <a:pt x="9" y="1477"/>
                  <a:pt x="5" y="1466"/>
                  <a:pt x="3" y="1454"/>
                </a:cubicBezTo>
                <a:cubicBezTo>
                  <a:pt x="1" y="1443"/>
                  <a:pt x="0" y="1431"/>
                  <a:pt x="0" y="1419"/>
                </a:cubicBezTo>
                <a:lnTo>
                  <a:pt x="0" y="182"/>
                </a:lnTo>
                <a:cubicBezTo>
                  <a:pt x="0" y="170"/>
                  <a:pt x="1" y="158"/>
                  <a:pt x="3" y="146"/>
                </a:cubicBezTo>
                <a:cubicBezTo>
                  <a:pt x="5" y="134"/>
                  <a:pt x="9" y="123"/>
                  <a:pt x="13" y="112"/>
                </a:cubicBezTo>
                <a:cubicBezTo>
                  <a:pt x="18" y="101"/>
                  <a:pt x="24" y="90"/>
                  <a:pt x="30" y="81"/>
                </a:cubicBezTo>
                <a:cubicBezTo>
                  <a:pt x="37" y="71"/>
                  <a:pt x="44" y="61"/>
                  <a:pt x="53" y="53"/>
                </a:cubicBezTo>
                <a:cubicBezTo>
                  <a:pt x="61" y="45"/>
                  <a:pt x="70" y="37"/>
                  <a:pt x="80" y="30"/>
                </a:cubicBezTo>
                <a:cubicBezTo>
                  <a:pt x="90" y="24"/>
                  <a:pt x="101" y="18"/>
                  <a:pt x="112" y="14"/>
                </a:cubicBezTo>
                <a:cubicBezTo>
                  <a:pt x="123" y="9"/>
                  <a:pt x="134" y="6"/>
                  <a:pt x="146" y="3"/>
                </a:cubicBezTo>
                <a:cubicBezTo>
                  <a:pt x="158" y="1"/>
                  <a:pt x="170" y="0"/>
                  <a:pt x="181" y="0"/>
                </a:cubicBezTo>
                <a:close/>
              </a:path>
            </a:pathLst>
          </a:custGeom>
          <a:solidFill>
            <a:srgbClr val="EFF6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791" name=""/>
          <p:cNvSpPr/>
          <p:nvPr/>
        </p:nvSpPr>
        <p:spPr>
          <a:xfrm>
            <a:off x="6230520" y="4404960"/>
            <a:ext cx="4322160" cy="576360"/>
          </a:xfrm>
          <a:custGeom>
            <a:avLst/>
            <a:gdLst/>
            <a:ahLst/>
            <a:rect l="0" t="0" r="r" b="b"/>
            <a:pathLst>
              <a:path w="12006" h="1601">
                <a:moveTo>
                  <a:pt x="181" y="0"/>
                </a:moveTo>
                <a:lnTo>
                  <a:pt x="11824" y="0"/>
                </a:lnTo>
                <a:cubicBezTo>
                  <a:pt x="11836" y="0"/>
                  <a:pt x="11848" y="1"/>
                  <a:pt x="11860" y="3"/>
                </a:cubicBezTo>
                <a:cubicBezTo>
                  <a:pt x="11871" y="6"/>
                  <a:pt x="11883" y="9"/>
                  <a:pt x="11894" y="14"/>
                </a:cubicBezTo>
                <a:cubicBezTo>
                  <a:pt x="11905" y="18"/>
                  <a:pt x="11915" y="24"/>
                  <a:pt x="11925" y="30"/>
                </a:cubicBezTo>
                <a:cubicBezTo>
                  <a:pt x="11935" y="37"/>
                  <a:pt x="11944" y="45"/>
                  <a:pt x="11953" y="53"/>
                </a:cubicBezTo>
                <a:cubicBezTo>
                  <a:pt x="11961" y="61"/>
                  <a:pt x="11969" y="71"/>
                  <a:pt x="11975" y="81"/>
                </a:cubicBezTo>
                <a:cubicBezTo>
                  <a:pt x="11982" y="90"/>
                  <a:pt x="11988" y="101"/>
                  <a:pt x="11992" y="112"/>
                </a:cubicBezTo>
                <a:cubicBezTo>
                  <a:pt x="11997" y="123"/>
                  <a:pt x="12000" y="134"/>
                  <a:pt x="12003" y="146"/>
                </a:cubicBezTo>
                <a:cubicBezTo>
                  <a:pt x="12005" y="158"/>
                  <a:pt x="12006" y="170"/>
                  <a:pt x="12006" y="182"/>
                </a:cubicBezTo>
                <a:lnTo>
                  <a:pt x="12006" y="1419"/>
                </a:lnTo>
                <a:cubicBezTo>
                  <a:pt x="12006" y="1431"/>
                  <a:pt x="12005" y="1443"/>
                  <a:pt x="12003" y="1454"/>
                </a:cubicBezTo>
                <a:cubicBezTo>
                  <a:pt x="12000" y="1466"/>
                  <a:pt x="11997" y="1477"/>
                  <a:pt x="11992" y="1488"/>
                </a:cubicBezTo>
                <a:cubicBezTo>
                  <a:pt x="11988" y="1500"/>
                  <a:pt x="11982" y="1510"/>
                  <a:pt x="11975" y="1520"/>
                </a:cubicBezTo>
                <a:cubicBezTo>
                  <a:pt x="11969" y="1530"/>
                  <a:pt x="11961" y="1539"/>
                  <a:pt x="11953" y="1547"/>
                </a:cubicBezTo>
                <a:cubicBezTo>
                  <a:pt x="11944" y="1556"/>
                  <a:pt x="11935" y="1563"/>
                  <a:pt x="11925" y="1570"/>
                </a:cubicBezTo>
                <a:cubicBezTo>
                  <a:pt x="11915" y="1577"/>
                  <a:pt x="11905" y="1582"/>
                  <a:pt x="11894" y="1587"/>
                </a:cubicBezTo>
                <a:cubicBezTo>
                  <a:pt x="11883" y="1591"/>
                  <a:pt x="11871" y="1595"/>
                  <a:pt x="11860" y="1597"/>
                </a:cubicBezTo>
                <a:cubicBezTo>
                  <a:pt x="11848" y="1600"/>
                  <a:pt x="11836" y="1601"/>
                  <a:pt x="11824" y="1601"/>
                </a:cubicBezTo>
                <a:lnTo>
                  <a:pt x="181" y="1601"/>
                </a:lnTo>
                <a:cubicBezTo>
                  <a:pt x="170" y="1601"/>
                  <a:pt x="158" y="1600"/>
                  <a:pt x="146" y="1597"/>
                </a:cubicBezTo>
                <a:cubicBezTo>
                  <a:pt x="134" y="1595"/>
                  <a:pt x="123" y="1591"/>
                  <a:pt x="112" y="1587"/>
                </a:cubicBezTo>
                <a:cubicBezTo>
                  <a:pt x="101" y="1582"/>
                  <a:pt x="90" y="1577"/>
                  <a:pt x="80" y="1570"/>
                </a:cubicBezTo>
                <a:cubicBezTo>
                  <a:pt x="70" y="1563"/>
                  <a:pt x="61" y="1556"/>
                  <a:pt x="53" y="1547"/>
                </a:cubicBezTo>
                <a:cubicBezTo>
                  <a:pt x="44" y="1539"/>
                  <a:pt x="37" y="1530"/>
                  <a:pt x="30" y="1520"/>
                </a:cubicBezTo>
                <a:cubicBezTo>
                  <a:pt x="24" y="1510"/>
                  <a:pt x="18" y="1500"/>
                  <a:pt x="13" y="1488"/>
                </a:cubicBezTo>
                <a:cubicBezTo>
                  <a:pt x="9" y="1477"/>
                  <a:pt x="5" y="1466"/>
                  <a:pt x="3" y="1454"/>
                </a:cubicBezTo>
                <a:cubicBezTo>
                  <a:pt x="1" y="1443"/>
                  <a:pt x="0" y="1431"/>
                  <a:pt x="0" y="1419"/>
                </a:cubicBezTo>
                <a:lnTo>
                  <a:pt x="0" y="182"/>
                </a:lnTo>
                <a:cubicBezTo>
                  <a:pt x="0" y="170"/>
                  <a:pt x="1" y="158"/>
                  <a:pt x="3" y="146"/>
                </a:cubicBezTo>
                <a:cubicBezTo>
                  <a:pt x="5" y="134"/>
                  <a:pt x="9" y="123"/>
                  <a:pt x="13" y="112"/>
                </a:cubicBezTo>
                <a:cubicBezTo>
                  <a:pt x="18" y="101"/>
                  <a:pt x="24" y="90"/>
                  <a:pt x="30" y="81"/>
                </a:cubicBezTo>
                <a:cubicBezTo>
                  <a:pt x="37" y="71"/>
                  <a:pt x="44" y="61"/>
                  <a:pt x="53" y="53"/>
                </a:cubicBezTo>
                <a:cubicBezTo>
                  <a:pt x="61" y="45"/>
                  <a:pt x="70" y="37"/>
                  <a:pt x="80" y="30"/>
                </a:cubicBezTo>
                <a:cubicBezTo>
                  <a:pt x="90" y="24"/>
                  <a:pt x="101" y="18"/>
                  <a:pt x="112" y="14"/>
                </a:cubicBezTo>
                <a:cubicBezTo>
                  <a:pt x="123" y="9"/>
                  <a:pt x="134" y="6"/>
                  <a:pt x="146" y="3"/>
                </a:cubicBezTo>
                <a:cubicBezTo>
                  <a:pt x="158" y="1"/>
                  <a:pt x="170" y="0"/>
                  <a:pt x="181" y="0"/>
                </a:cubicBezTo>
                <a:close/>
              </a:path>
            </a:pathLst>
          </a:custGeom>
          <a:noFill/>
          <a:ln w="12960">
            <a:solidFill>
              <a:srgbClr val="2563EB"/>
            </a:solidFill>
            <a:miter/>
          </a:ln>
        </p:spPr>
        <p:txBody>
          <a:bodyPr lIns="6480" tIns="6480" rIns="6480" bIns="6480" anchor="t">
            <a:noAutofit/>
          </a:bodyPr>
          <a:p>
            <a:endParaRPr lang="en-US" sz="2400" b="0" u="none" strike="noStrike">
              <a:solidFill>
                <a:srgbClr val="000000"/>
              </a:solidFill>
              <a:effectLst/>
              <a:uFillTx/>
              <a:latin typeface="游明朝体"/>
            </a:endParaRPr>
          </a:p>
        </p:txBody>
      </p:sp>
      <p:sp>
        <p:nvSpPr>
          <p:cNvPr id="1792" name=""/>
          <p:cNvSpPr/>
          <p:nvPr/>
        </p:nvSpPr>
        <p:spPr>
          <a:xfrm>
            <a:off x="6387480" y="4522680"/>
            <a:ext cx="340920" cy="340560"/>
          </a:xfrm>
          <a:custGeom>
            <a:avLst/>
            <a:gdLst/>
            <a:ahLst/>
            <a:rect l="0" t="0" r="r" b="b"/>
            <a:pathLst>
              <a:path w="947" h="946">
                <a:moveTo>
                  <a:pt x="947" y="474"/>
                </a:moveTo>
                <a:cubicBezTo>
                  <a:pt x="947" y="505"/>
                  <a:pt x="944" y="536"/>
                  <a:pt x="938" y="566"/>
                </a:cubicBezTo>
                <a:cubicBezTo>
                  <a:pt x="932" y="596"/>
                  <a:pt x="923" y="626"/>
                  <a:pt x="911" y="655"/>
                </a:cubicBezTo>
                <a:cubicBezTo>
                  <a:pt x="899" y="683"/>
                  <a:pt x="885" y="711"/>
                  <a:pt x="867" y="736"/>
                </a:cubicBezTo>
                <a:cubicBezTo>
                  <a:pt x="850" y="762"/>
                  <a:pt x="830" y="786"/>
                  <a:pt x="808" y="808"/>
                </a:cubicBezTo>
                <a:cubicBezTo>
                  <a:pt x="787" y="830"/>
                  <a:pt x="763" y="850"/>
                  <a:pt x="737" y="867"/>
                </a:cubicBezTo>
                <a:cubicBezTo>
                  <a:pt x="711" y="884"/>
                  <a:pt x="683" y="899"/>
                  <a:pt x="654" y="910"/>
                </a:cubicBezTo>
                <a:cubicBezTo>
                  <a:pt x="625" y="922"/>
                  <a:pt x="596" y="931"/>
                  <a:pt x="565" y="937"/>
                </a:cubicBezTo>
                <a:cubicBezTo>
                  <a:pt x="535" y="943"/>
                  <a:pt x="504" y="946"/>
                  <a:pt x="473" y="946"/>
                </a:cubicBezTo>
                <a:cubicBezTo>
                  <a:pt x="442" y="946"/>
                  <a:pt x="411" y="943"/>
                  <a:pt x="381" y="937"/>
                </a:cubicBezTo>
                <a:cubicBezTo>
                  <a:pt x="350" y="931"/>
                  <a:pt x="321" y="922"/>
                  <a:pt x="292" y="910"/>
                </a:cubicBezTo>
                <a:cubicBezTo>
                  <a:pt x="263" y="899"/>
                  <a:pt x="236" y="884"/>
                  <a:pt x="210" y="867"/>
                </a:cubicBezTo>
                <a:cubicBezTo>
                  <a:pt x="184" y="850"/>
                  <a:pt x="161" y="830"/>
                  <a:pt x="139" y="808"/>
                </a:cubicBezTo>
                <a:cubicBezTo>
                  <a:pt x="117" y="786"/>
                  <a:pt x="97" y="762"/>
                  <a:pt x="80" y="736"/>
                </a:cubicBezTo>
                <a:cubicBezTo>
                  <a:pt x="63" y="711"/>
                  <a:pt x="48" y="683"/>
                  <a:pt x="36" y="655"/>
                </a:cubicBezTo>
                <a:cubicBezTo>
                  <a:pt x="24" y="626"/>
                  <a:pt x="15" y="596"/>
                  <a:pt x="9" y="566"/>
                </a:cubicBezTo>
                <a:cubicBezTo>
                  <a:pt x="3" y="536"/>
                  <a:pt x="0" y="505"/>
                  <a:pt x="0" y="474"/>
                </a:cubicBezTo>
                <a:cubicBezTo>
                  <a:pt x="0" y="443"/>
                  <a:pt x="3" y="412"/>
                  <a:pt x="9" y="381"/>
                </a:cubicBezTo>
                <a:cubicBezTo>
                  <a:pt x="15" y="351"/>
                  <a:pt x="24" y="321"/>
                  <a:pt x="36" y="293"/>
                </a:cubicBezTo>
                <a:cubicBezTo>
                  <a:pt x="48" y="264"/>
                  <a:pt x="63" y="237"/>
                  <a:pt x="80" y="211"/>
                </a:cubicBezTo>
                <a:cubicBezTo>
                  <a:pt x="97" y="184"/>
                  <a:pt x="117" y="160"/>
                  <a:pt x="139" y="138"/>
                </a:cubicBezTo>
                <a:cubicBezTo>
                  <a:pt x="161" y="117"/>
                  <a:pt x="184" y="97"/>
                  <a:pt x="210" y="80"/>
                </a:cubicBezTo>
                <a:cubicBezTo>
                  <a:pt x="236" y="62"/>
                  <a:pt x="263" y="48"/>
                  <a:pt x="292" y="36"/>
                </a:cubicBezTo>
                <a:cubicBezTo>
                  <a:pt x="321" y="24"/>
                  <a:pt x="350" y="15"/>
                  <a:pt x="381" y="9"/>
                </a:cubicBezTo>
                <a:cubicBezTo>
                  <a:pt x="411" y="3"/>
                  <a:pt x="442" y="0"/>
                  <a:pt x="473" y="0"/>
                </a:cubicBezTo>
                <a:cubicBezTo>
                  <a:pt x="504" y="0"/>
                  <a:pt x="535" y="3"/>
                  <a:pt x="565" y="9"/>
                </a:cubicBezTo>
                <a:cubicBezTo>
                  <a:pt x="596" y="15"/>
                  <a:pt x="625" y="24"/>
                  <a:pt x="654" y="36"/>
                </a:cubicBezTo>
                <a:cubicBezTo>
                  <a:pt x="683" y="48"/>
                  <a:pt x="711" y="62"/>
                  <a:pt x="737" y="80"/>
                </a:cubicBezTo>
                <a:cubicBezTo>
                  <a:pt x="763" y="97"/>
                  <a:pt x="787" y="117"/>
                  <a:pt x="808" y="138"/>
                </a:cubicBezTo>
                <a:cubicBezTo>
                  <a:pt x="830" y="160"/>
                  <a:pt x="850" y="184"/>
                  <a:pt x="867" y="211"/>
                </a:cubicBezTo>
                <a:cubicBezTo>
                  <a:pt x="885" y="237"/>
                  <a:pt x="899" y="264"/>
                  <a:pt x="911" y="293"/>
                </a:cubicBezTo>
                <a:cubicBezTo>
                  <a:pt x="923" y="321"/>
                  <a:pt x="932" y="351"/>
                  <a:pt x="938" y="381"/>
                </a:cubicBezTo>
                <a:cubicBezTo>
                  <a:pt x="944" y="412"/>
                  <a:pt x="947" y="443"/>
                  <a:pt x="947" y="474"/>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3" name=""/>
          <p:cNvSpPr txBox="1"/>
          <p:nvPr/>
        </p:nvSpPr>
        <p:spPr>
          <a:xfrm>
            <a:off x="6852600" y="3938040"/>
            <a:ext cx="1669680" cy="111600"/>
          </a:xfrm>
          <a:prstGeom prst="rect">
            <a:avLst/>
          </a:prstGeom>
          <a:noFill/>
          <a:ln w="0">
            <a:noFill/>
          </a:ln>
        </p:spPr>
        <p:txBody>
          <a:bodyPr wrap="none" lIns="0" tIns="0" rIns="0" bIns="0" anchor="t">
            <a:spAutoFit/>
          </a:bodyPr>
          <a:p>
            <a:pPr/>
            <a:r>
              <a:rPr lang="ja-JP" sz="880" b="0" u="none" strike="noStrike">
                <a:solidFill>
                  <a:srgbClr val="2563EB"/>
                </a:solidFill>
                <a:effectLst/>
                <a:uFillTx/>
                <a:latin typeface="HiraginoSans-W4"/>
                <a:ea typeface="HiraginoSans-W4"/>
              </a:rPr>
              <a:t>実⾏結果を⾒て⾃らコードを修正</a:t>
            </a:r>
            <a:endParaRPr lang="en-US" sz="880" b="0" u="none" strike="noStrike">
              <a:solidFill>
                <a:srgbClr val="000000"/>
              </a:solidFill>
              <a:effectLst/>
              <a:uFillTx/>
              <a:latin typeface="游明朝体"/>
            </a:endParaRPr>
          </a:p>
        </p:txBody>
      </p:sp>
      <p:sp>
        <p:nvSpPr>
          <p:cNvPr id="1794" name=""/>
          <p:cNvSpPr txBox="1"/>
          <p:nvPr/>
        </p:nvSpPr>
        <p:spPr>
          <a:xfrm>
            <a:off x="6407640" y="4643640"/>
            <a:ext cx="255600" cy="110160"/>
          </a:xfrm>
          <a:prstGeom prst="rect">
            <a:avLst/>
          </a:prstGeom>
          <a:noFill/>
          <a:ln w="0">
            <a:noFill/>
          </a:ln>
        </p:spPr>
        <p:txBody>
          <a:bodyPr wrap="none" lIns="0" tIns="0" rIns="0" bIns="0" anchor="t">
            <a:spAutoFit/>
          </a:bodyPr>
          <a:p>
            <a:pPr/>
            <a:r>
              <a:rPr lang="en-US" sz="770" b="0" u="none" strike="noStrike">
                <a:solidFill>
                  <a:srgbClr val="FFFFFF"/>
                </a:solidFill>
                <a:effectLst/>
                <a:uFillTx/>
                <a:latin typeface="HiraginoSans-W4"/>
                <a:ea typeface="HiraginoSans-W4"/>
              </a:rPr>
              <a:t>Agent</a:t>
            </a:r>
            <a:endParaRPr lang="en-US" sz="770" b="0" u="none" strike="noStrike">
              <a:solidFill>
                <a:srgbClr val="000000"/>
              </a:solidFill>
              <a:effectLst/>
              <a:uFillTx/>
              <a:latin typeface="游明朝体"/>
            </a:endParaRPr>
          </a:p>
        </p:txBody>
      </p:sp>
      <p:sp>
        <p:nvSpPr>
          <p:cNvPr id="1795" name=""/>
          <p:cNvSpPr txBox="1"/>
          <p:nvPr/>
        </p:nvSpPr>
        <p:spPr>
          <a:xfrm>
            <a:off x="6852600" y="4523400"/>
            <a:ext cx="2301120" cy="160560"/>
          </a:xfrm>
          <a:prstGeom prst="rect">
            <a:avLst/>
          </a:prstGeom>
          <a:noFill/>
          <a:ln w="0">
            <a:noFill/>
          </a:ln>
        </p:spPr>
        <p:txBody>
          <a:bodyPr wrap="none" lIns="0" tIns="0" rIns="0" bIns="0" anchor="t">
            <a:spAutoFit/>
          </a:bodyPr>
          <a:p>
            <a:pPr/>
            <a:r>
              <a:rPr lang="en-US" sz="1130" b="1" u="none" strike="noStrike">
                <a:solidFill>
                  <a:srgbClr val="1A1A2E"/>
                </a:solidFill>
                <a:effectLst/>
                <a:uFillTx/>
                <a:latin typeface="HiraginoSans-W6"/>
                <a:ea typeface="HiraginoSans-W6"/>
              </a:rPr>
              <a:t>commit → push → </a:t>
            </a:r>
            <a:r>
              <a:rPr lang="ja-JP" sz="1130" b="1" u="none" strike="noStrike">
                <a:solidFill>
                  <a:srgbClr val="1A1A2E"/>
                </a:solidFill>
                <a:effectLst/>
                <a:uFillTx/>
                <a:latin typeface="HiraginoSans-W6"/>
                <a:ea typeface="HiraginoSans-W6"/>
              </a:rPr>
              <a:t>ドキュメント化</a:t>
            </a:r>
            <a:endParaRPr lang="en-US" sz="1130" b="0" u="none" strike="noStrike">
              <a:solidFill>
                <a:srgbClr val="000000"/>
              </a:solidFill>
              <a:effectLst/>
              <a:uFillTx/>
              <a:latin typeface="游明朝体"/>
            </a:endParaRPr>
          </a:p>
        </p:txBody>
      </p:sp>
      <p:sp>
        <p:nvSpPr>
          <p:cNvPr id="1796" name=""/>
          <p:cNvSpPr/>
          <p:nvPr/>
        </p:nvSpPr>
        <p:spPr>
          <a:xfrm>
            <a:off x="6122160" y="2297160"/>
            <a:ext cx="108720" cy="2396160"/>
          </a:xfrm>
          <a:custGeom>
            <a:avLst/>
            <a:gdLst/>
            <a:ahLst/>
            <a:rect l="0" t="0" r="r" b="b"/>
            <a:pathLst>
              <a:path fill="none" w="302" h="6656">
                <a:moveTo>
                  <a:pt x="302" y="6656"/>
                </a:moveTo>
                <a:cubicBezTo>
                  <a:pt x="-101" y="6656"/>
                  <a:pt x="-101" y="0"/>
                  <a:pt x="302" y="0"/>
                </a:cubicBezTo>
              </a:path>
            </a:pathLst>
          </a:custGeom>
          <a:ln w="19440">
            <a:solidFill>
              <a:srgbClr val="2563EB"/>
            </a:solidFill>
            <a:miter/>
          </a:ln>
        </p:spPr>
        <p:txBody>
          <a:bodyPr lIns="9720" tIns="9720" rIns="9720" bIns="9720" anchor="t">
            <a:noAutofit/>
          </a:bodyPr>
          <a:p>
            <a:endParaRPr lang="en-US" sz="2400" b="0" u="none" strike="noStrike">
              <a:solidFill>
                <a:srgbClr val="000000"/>
              </a:solidFill>
              <a:effectLst/>
              <a:uFillTx/>
              <a:latin typeface="游明朝体"/>
            </a:endParaRPr>
          </a:p>
        </p:txBody>
      </p:sp>
      <p:sp>
        <p:nvSpPr>
          <p:cNvPr id="1797" name=""/>
          <p:cNvSpPr/>
          <p:nvPr/>
        </p:nvSpPr>
        <p:spPr>
          <a:xfrm>
            <a:off x="6132240" y="2199240"/>
            <a:ext cx="196560" cy="196560"/>
          </a:xfrm>
          <a:custGeom>
            <a:avLst/>
            <a:gdLst/>
            <a:ahLst/>
            <a:rect l="0" t="0" r="r" b="b"/>
            <a:pathLst>
              <a:path w="546" h="546">
                <a:moveTo>
                  <a:pt x="0" y="0"/>
                </a:moveTo>
                <a:lnTo>
                  <a:pt x="546" y="273"/>
                </a:lnTo>
                <a:lnTo>
                  <a:pt x="0" y="546"/>
                </a:lnTo>
                <a:lnTo>
                  <a:pt x="0" y="0"/>
                </a:ln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798" name=""/>
          <p:cNvSpPr txBox="1"/>
          <p:nvPr/>
        </p:nvSpPr>
        <p:spPr>
          <a:xfrm>
            <a:off x="6852600" y="4736520"/>
            <a:ext cx="1669680" cy="111600"/>
          </a:xfrm>
          <a:prstGeom prst="rect">
            <a:avLst/>
          </a:prstGeom>
          <a:noFill/>
          <a:ln w="0">
            <a:noFill/>
          </a:ln>
        </p:spPr>
        <p:txBody>
          <a:bodyPr wrap="none" lIns="0" tIns="0" rIns="0" bIns="0" anchor="t">
            <a:spAutoFit/>
          </a:bodyPr>
          <a:p>
            <a:pPr/>
            <a:r>
              <a:rPr lang="ja-JP" sz="880" b="0" u="none" strike="noStrike">
                <a:solidFill>
                  <a:srgbClr val="2563EB"/>
                </a:solidFill>
                <a:effectLst/>
                <a:uFillTx/>
                <a:latin typeface="HiraginoSans-W4"/>
                <a:ea typeface="HiraginoSans-W4"/>
              </a:rPr>
              <a:t>⼀連の流れを⼈の介在少なく反復</a:t>
            </a:r>
            <a:endParaRPr lang="en-US" sz="880" b="0" u="none" strike="noStrike">
              <a:solidFill>
                <a:srgbClr val="000000"/>
              </a:solidFill>
              <a:effectLst/>
              <a:uFillTx/>
              <a:latin typeface="游明朝体"/>
            </a:endParaRPr>
          </a:p>
        </p:txBody>
      </p:sp>
      <p:sp>
        <p:nvSpPr>
          <p:cNvPr id="1799" name=""/>
          <p:cNvSpPr/>
          <p:nvPr/>
        </p:nvSpPr>
        <p:spPr>
          <a:xfrm>
            <a:off x="6230520" y="5203440"/>
            <a:ext cx="4322160" cy="523800"/>
          </a:xfrm>
          <a:custGeom>
            <a:avLst/>
            <a:gdLst/>
            <a:ahLst/>
            <a:rect l="0" t="0" r="r" b="b"/>
            <a:pathLst>
              <a:path w="12006" h="1455">
                <a:moveTo>
                  <a:pt x="181" y="0"/>
                </a:moveTo>
                <a:lnTo>
                  <a:pt x="11824" y="0"/>
                </a:lnTo>
                <a:cubicBezTo>
                  <a:pt x="11836" y="0"/>
                  <a:pt x="11848" y="1"/>
                  <a:pt x="11860" y="3"/>
                </a:cubicBezTo>
                <a:cubicBezTo>
                  <a:pt x="11871" y="6"/>
                  <a:pt x="11883" y="9"/>
                  <a:pt x="11894" y="14"/>
                </a:cubicBezTo>
                <a:cubicBezTo>
                  <a:pt x="11905" y="18"/>
                  <a:pt x="11915" y="24"/>
                  <a:pt x="11925" y="31"/>
                </a:cubicBezTo>
                <a:cubicBezTo>
                  <a:pt x="11935" y="37"/>
                  <a:pt x="11944" y="45"/>
                  <a:pt x="11953" y="53"/>
                </a:cubicBezTo>
                <a:cubicBezTo>
                  <a:pt x="11961" y="62"/>
                  <a:pt x="11969" y="71"/>
                  <a:pt x="11975" y="81"/>
                </a:cubicBezTo>
                <a:cubicBezTo>
                  <a:pt x="11982" y="91"/>
                  <a:pt x="11988" y="101"/>
                  <a:pt x="11992" y="112"/>
                </a:cubicBezTo>
                <a:cubicBezTo>
                  <a:pt x="11997" y="123"/>
                  <a:pt x="12000" y="135"/>
                  <a:pt x="12003" y="146"/>
                </a:cubicBezTo>
                <a:cubicBezTo>
                  <a:pt x="12005" y="158"/>
                  <a:pt x="12006" y="170"/>
                  <a:pt x="12006" y="182"/>
                </a:cubicBezTo>
                <a:lnTo>
                  <a:pt x="12006" y="1274"/>
                </a:lnTo>
                <a:cubicBezTo>
                  <a:pt x="12006" y="1286"/>
                  <a:pt x="12005" y="1297"/>
                  <a:pt x="12003" y="1309"/>
                </a:cubicBezTo>
                <a:cubicBezTo>
                  <a:pt x="12000" y="1321"/>
                  <a:pt x="11997" y="1332"/>
                  <a:pt x="11992" y="1343"/>
                </a:cubicBezTo>
                <a:cubicBezTo>
                  <a:pt x="11988" y="1354"/>
                  <a:pt x="11982" y="1365"/>
                  <a:pt x="11975" y="1375"/>
                </a:cubicBezTo>
                <a:cubicBezTo>
                  <a:pt x="11969" y="1385"/>
                  <a:pt x="11961" y="1394"/>
                  <a:pt x="11953" y="1402"/>
                </a:cubicBezTo>
                <a:cubicBezTo>
                  <a:pt x="11944" y="1411"/>
                  <a:pt x="11935" y="1418"/>
                  <a:pt x="11925" y="1425"/>
                </a:cubicBezTo>
                <a:cubicBezTo>
                  <a:pt x="11915" y="1431"/>
                  <a:pt x="11905" y="1437"/>
                  <a:pt x="11894" y="1442"/>
                </a:cubicBezTo>
                <a:cubicBezTo>
                  <a:pt x="11883" y="1446"/>
                  <a:pt x="11871" y="1450"/>
                  <a:pt x="11860" y="1452"/>
                </a:cubicBezTo>
                <a:cubicBezTo>
                  <a:pt x="11848" y="1454"/>
                  <a:pt x="11836" y="1455"/>
                  <a:pt x="11824" y="1455"/>
                </a:cubicBezTo>
                <a:lnTo>
                  <a:pt x="181" y="1455"/>
                </a:lnTo>
                <a:cubicBezTo>
                  <a:pt x="170" y="1455"/>
                  <a:pt x="158" y="1454"/>
                  <a:pt x="146" y="1452"/>
                </a:cubicBezTo>
                <a:cubicBezTo>
                  <a:pt x="134" y="1450"/>
                  <a:pt x="123" y="1446"/>
                  <a:pt x="112" y="1442"/>
                </a:cubicBezTo>
                <a:cubicBezTo>
                  <a:pt x="101" y="1437"/>
                  <a:pt x="90" y="1431"/>
                  <a:pt x="80" y="1425"/>
                </a:cubicBezTo>
                <a:cubicBezTo>
                  <a:pt x="70" y="1418"/>
                  <a:pt x="61" y="1411"/>
                  <a:pt x="53" y="1402"/>
                </a:cubicBezTo>
                <a:cubicBezTo>
                  <a:pt x="44" y="1394"/>
                  <a:pt x="37" y="1385"/>
                  <a:pt x="30" y="1375"/>
                </a:cubicBezTo>
                <a:cubicBezTo>
                  <a:pt x="24" y="1365"/>
                  <a:pt x="18" y="1354"/>
                  <a:pt x="13" y="1343"/>
                </a:cubicBezTo>
                <a:cubicBezTo>
                  <a:pt x="9" y="1332"/>
                  <a:pt x="5" y="1321"/>
                  <a:pt x="3" y="1309"/>
                </a:cubicBezTo>
                <a:cubicBezTo>
                  <a:pt x="1" y="1297"/>
                  <a:pt x="0" y="1286"/>
                  <a:pt x="0" y="1274"/>
                </a:cubicBezTo>
                <a:lnTo>
                  <a:pt x="0" y="182"/>
                </a:lnTo>
                <a:cubicBezTo>
                  <a:pt x="0" y="170"/>
                  <a:pt x="1" y="158"/>
                  <a:pt x="3" y="146"/>
                </a:cubicBezTo>
                <a:cubicBezTo>
                  <a:pt x="5" y="135"/>
                  <a:pt x="9" y="123"/>
                  <a:pt x="13" y="112"/>
                </a:cubicBezTo>
                <a:cubicBezTo>
                  <a:pt x="18" y="101"/>
                  <a:pt x="24" y="91"/>
                  <a:pt x="30" y="81"/>
                </a:cubicBezTo>
                <a:cubicBezTo>
                  <a:pt x="37" y="71"/>
                  <a:pt x="44" y="62"/>
                  <a:pt x="53" y="53"/>
                </a:cubicBezTo>
                <a:cubicBezTo>
                  <a:pt x="61" y="45"/>
                  <a:pt x="70" y="37"/>
                  <a:pt x="80" y="31"/>
                </a:cubicBezTo>
                <a:cubicBezTo>
                  <a:pt x="90" y="24"/>
                  <a:pt x="101" y="18"/>
                  <a:pt x="112" y="14"/>
                </a:cubicBezTo>
                <a:cubicBezTo>
                  <a:pt x="123" y="9"/>
                  <a:pt x="134" y="6"/>
                  <a:pt x="146" y="3"/>
                </a:cubicBezTo>
                <a:cubicBezTo>
                  <a:pt x="158" y="1"/>
                  <a:pt x="170" y="0"/>
                  <a:pt x="181" y="0"/>
                </a:cubicBezTo>
                <a:close/>
              </a:path>
            </a:pathLst>
          </a:custGeom>
          <a:solidFill>
            <a:srgbClr val="1E3A8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0" name=""/>
          <p:cNvSpPr txBox="1"/>
          <p:nvPr/>
        </p:nvSpPr>
        <p:spPr>
          <a:xfrm rot="5400000">
            <a:off x="5361120" y="3484800"/>
            <a:ext cx="1268640" cy="97920"/>
          </a:xfrm>
          <a:prstGeom prst="rect">
            <a:avLst/>
          </a:prstGeom>
          <a:noFill/>
          <a:ln w="0">
            <a:noFill/>
          </a:ln>
        </p:spPr>
        <p:txBody>
          <a:bodyPr wrap="none" lIns="0" tIns="0" rIns="0" bIns="0" anchor="t">
            <a:spAutoFit/>
          </a:bodyPr>
          <a:p>
            <a:pPr/>
            <a:r>
              <a:rPr lang="ja-JP" sz="770" b="1" u="none" strike="noStrike">
                <a:solidFill>
                  <a:srgbClr val="2563EB"/>
                </a:solidFill>
                <a:effectLst/>
                <a:uFillTx/>
                <a:latin typeface="HiraginoSans-W6"/>
                <a:ea typeface="HiraginoSans-W6"/>
              </a:rPr>
              <a:t>エージェントが⾃律的に反復</a:t>
            </a:r>
            <a:endParaRPr lang="en-US" sz="770" b="0" u="none" strike="noStrike">
              <a:solidFill>
                <a:srgbClr val="000000"/>
              </a:solidFill>
              <a:effectLst/>
              <a:uFillTx/>
              <a:latin typeface="游明朝体"/>
            </a:endParaRPr>
          </a:p>
        </p:txBody>
      </p:sp>
      <p:sp>
        <p:nvSpPr>
          <p:cNvPr id="1801" name=""/>
          <p:cNvSpPr txBox="1"/>
          <p:nvPr/>
        </p:nvSpPr>
        <p:spPr>
          <a:xfrm>
            <a:off x="7520760" y="5333400"/>
            <a:ext cx="1750320" cy="125280"/>
          </a:xfrm>
          <a:prstGeom prst="rect">
            <a:avLst/>
          </a:prstGeom>
          <a:noFill/>
          <a:ln w="0">
            <a:noFill/>
          </a:ln>
        </p:spPr>
        <p:txBody>
          <a:bodyPr wrap="none" lIns="0" tIns="0" rIns="0" bIns="0" anchor="t">
            <a:spAutoFit/>
          </a:bodyPr>
          <a:p>
            <a:pPr/>
            <a:r>
              <a:rPr lang="ja-JP" sz="980" b="1" u="none" strike="noStrike">
                <a:solidFill>
                  <a:srgbClr val="FFFFFF"/>
                </a:solidFill>
                <a:effectLst/>
                <a:uFillTx/>
                <a:latin typeface="HiraginoSans-W7"/>
                <a:ea typeface="HiraginoSans-W7"/>
              </a:rPr>
              <a:t>⼈の介在を最⼩化し⾼速に反復</a:t>
            </a:r>
            <a:endParaRPr lang="en-US" sz="980" b="0" u="none" strike="noStrike">
              <a:solidFill>
                <a:srgbClr val="000000"/>
              </a:solidFill>
              <a:effectLst/>
              <a:uFillTx/>
              <a:latin typeface="游明朝体"/>
            </a:endParaRPr>
          </a:p>
        </p:txBody>
      </p:sp>
      <p:sp>
        <p:nvSpPr>
          <p:cNvPr id="1802" name=""/>
          <p:cNvSpPr txBox="1"/>
          <p:nvPr/>
        </p:nvSpPr>
        <p:spPr>
          <a:xfrm>
            <a:off x="7482600" y="5521320"/>
            <a:ext cx="1800000" cy="117720"/>
          </a:xfrm>
          <a:prstGeom prst="rect">
            <a:avLst/>
          </a:prstGeom>
          <a:noFill/>
          <a:ln w="0">
            <a:noFill/>
          </a:ln>
        </p:spPr>
        <p:txBody>
          <a:bodyPr wrap="none" lIns="0" tIns="0" rIns="0" bIns="0" anchor="t">
            <a:spAutoFit/>
          </a:bodyPr>
          <a:p>
            <a:pPr/>
            <a:r>
              <a:rPr lang="ja-JP" sz="820" b="0" u="none" strike="noStrike">
                <a:solidFill>
                  <a:srgbClr val="DBEAFE"/>
                </a:solidFill>
                <a:effectLst/>
                <a:uFillTx/>
                <a:latin typeface="HiraginoSans-W4"/>
                <a:ea typeface="HiraginoSans-W4"/>
              </a:rPr>
              <a:t>半年間で</a:t>
            </a:r>
            <a:r>
              <a:rPr lang="en-US" sz="820" b="0" u="none" strike="noStrike">
                <a:solidFill>
                  <a:srgbClr val="DBEAFE"/>
                </a:solidFill>
                <a:effectLst/>
                <a:uFillTx/>
                <a:latin typeface="HiraginoSans-W4"/>
                <a:ea typeface="HiraginoSans-W4"/>
              </a:rPr>
              <a:t>34</a:t>
            </a:r>
            <a:r>
              <a:rPr lang="ja-JP" sz="820" b="0" u="none" strike="noStrike">
                <a:solidFill>
                  <a:srgbClr val="DBEAFE"/>
                </a:solidFill>
                <a:effectLst/>
                <a:uFillTx/>
                <a:latin typeface="HiraginoSans-W4"/>
                <a:ea typeface="HiraginoSans-W4"/>
              </a:rPr>
              <a:t>件のリポジトリを継続開発</a:t>
            </a:r>
            <a:endParaRPr lang="en-US" sz="820" b="0" u="none" strike="noStrike">
              <a:solidFill>
                <a:srgbClr val="000000"/>
              </a:solidFill>
              <a:effectLst/>
              <a:uFillTx/>
              <a:latin typeface="游明朝体"/>
            </a:endParaRPr>
          </a:p>
        </p:txBody>
      </p:sp>
      <p:sp>
        <p:nvSpPr>
          <p:cNvPr id="1803"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5</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0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0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07"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08" name=""/>
          <p:cNvSpPr/>
          <p:nvPr/>
        </p:nvSpPr>
        <p:spPr>
          <a:xfrm>
            <a:off x="552240" y="5143320"/>
            <a:ext cx="11106360" cy="1276560"/>
          </a:xfrm>
          <a:custGeom>
            <a:avLst/>
            <a:gdLst/>
            <a:ahLst/>
            <a:rect l="0" t="0" r="r" b="b"/>
            <a:pathLst>
              <a:path w="30851" h="3546">
                <a:moveTo>
                  <a:pt x="0" y="3546"/>
                </a:moveTo>
                <a:lnTo>
                  <a:pt x="0" y="0"/>
                </a:lnTo>
                <a:lnTo>
                  <a:pt x="30746" y="0"/>
                </a:lnTo>
                <a:cubicBezTo>
                  <a:pt x="30760" y="0"/>
                  <a:pt x="30773" y="3"/>
                  <a:pt x="30786" y="8"/>
                </a:cubicBezTo>
                <a:cubicBezTo>
                  <a:pt x="30799" y="13"/>
                  <a:pt x="30811" y="21"/>
                  <a:pt x="30820" y="31"/>
                </a:cubicBezTo>
                <a:cubicBezTo>
                  <a:pt x="30830" y="41"/>
                  <a:pt x="30838" y="52"/>
                  <a:pt x="30843" y="65"/>
                </a:cubicBezTo>
                <a:cubicBezTo>
                  <a:pt x="30849" y="78"/>
                  <a:pt x="30851" y="92"/>
                  <a:pt x="30851" y="106"/>
                </a:cubicBezTo>
                <a:lnTo>
                  <a:pt x="30851" y="3441"/>
                </a:lnTo>
                <a:cubicBezTo>
                  <a:pt x="30851" y="3455"/>
                  <a:pt x="30849" y="3468"/>
                  <a:pt x="30843" y="3481"/>
                </a:cubicBezTo>
                <a:cubicBezTo>
                  <a:pt x="30838" y="3494"/>
                  <a:pt x="30830" y="3505"/>
                  <a:pt x="30820" y="3515"/>
                </a:cubicBezTo>
                <a:cubicBezTo>
                  <a:pt x="30811" y="3525"/>
                  <a:pt x="30799" y="3533"/>
                  <a:pt x="30786" y="3538"/>
                </a:cubicBezTo>
                <a:cubicBezTo>
                  <a:pt x="30773" y="3544"/>
                  <a:pt x="30760" y="3546"/>
                  <a:pt x="30746" y="3546"/>
                </a:cubicBezTo>
                <a:lnTo>
                  <a:pt x="0" y="3546"/>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09" name=""/>
          <p:cNvSpPr/>
          <p:nvPr/>
        </p:nvSpPr>
        <p:spPr>
          <a:xfrm>
            <a:off x="533160" y="5143320"/>
            <a:ext cx="38520" cy="1276560"/>
          </a:xfrm>
          <a:custGeom>
            <a:avLst/>
            <a:gdLst/>
            <a:ahLst/>
            <a:rect l="0" t="0" r="r" b="b"/>
            <a:pathLst>
              <a:path w="107" h="3546">
                <a:moveTo>
                  <a:pt x="0" y="0"/>
                </a:moveTo>
                <a:lnTo>
                  <a:pt x="107" y="0"/>
                </a:lnTo>
                <a:lnTo>
                  <a:pt x="107" y="3546"/>
                </a:lnTo>
                <a:lnTo>
                  <a:pt x="0" y="3546"/>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0" name=""/>
          <p:cNvSpPr txBox="1"/>
          <p:nvPr/>
        </p:nvSpPr>
        <p:spPr>
          <a:xfrm>
            <a:off x="533520" y="475560"/>
            <a:ext cx="245592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Claude Code </a:t>
            </a:r>
            <a:endParaRPr lang="en-US" sz="3000" b="0" u="none" strike="noStrike">
              <a:solidFill>
                <a:srgbClr val="000000"/>
              </a:solidFill>
              <a:effectLst/>
              <a:uFillTx/>
              <a:latin typeface="游明朝体"/>
            </a:endParaRPr>
          </a:p>
        </p:txBody>
      </p:sp>
      <p:pic>
        <p:nvPicPr>
          <p:cNvPr id="1811" name=""/>
          <p:cNvPicPr/>
          <p:nvPr/>
        </p:nvPicPr>
        <p:blipFill>
          <a:blip r:embed="rId1"/>
          <a:stretch/>
        </p:blipFill>
        <p:spPr>
          <a:xfrm>
            <a:off x="1257120" y="1276200"/>
            <a:ext cx="3999960" cy="2437920"/>
          </a:xfrm>
          <a:prstGeom prst="rect">
            <a:avLst/>
          </a:prstGeom>
          <a:noFill/>
          <a:ln w="0">
            <a:noFill/>
          </a:ln>
        </p:spPr>
      </p:pic>
      <p:sp>
        <p:nvSpPr>
          <p:cNvPr id="1812" name=""/>
          <p:cNvSpPr/>
          <p:nvPr/>
        </p:nvSpPr>
        <p:spPr>
          <a:xfrm>
            <a:off x="6295680" y="14284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30" y="144"/>
                  <a:pt x="120" y="150"/>
                  <a:pt x="110" y="154"/>
                </a:cubicBezTo>
                <a:cubicBezTo>
                  <a:pt x="100" y="158"/>
                  <a:pt x="90" y="160"/>
                  <a:pt x="80" y="160"/>
                </a:cubicBezTo>
                <a:cubicBezTo>
                  <a:pt x="69" y="160"/>
                  <a:pt x="59" y="158"/>
                  <a:pt x="49" y="154"/>
                </a:cubicBezTo>
                <a:cubicBezTo>
                  <a:pt x="40" y="150"/>
                  <a:pt x="31" y="144"/>
                  <a:pt x="24" y="137"/>
                </a:cubicBezTo>
                <a:cubicBezTo>
                  <a:pt x="16" y="129"/>
                  <a:pt x="11" y="121"/>
                  <a:pt x="6" y="111"/>
                </a:cubicBezTo>
                <a:cubicBezTo>
                  <a:pt x="2" y="101"/>
                  <a:pt x="0" y="91"/>
                  <a:pt x="0" y="81"/>
                </a:cubicBezTo>
                <a:cubicBezTo>
                  <a:pt x="0" y="70"/>
                  <a:pt x="2" y="59"/>
                  <a:pt x="6" y="49"/>
                </a:cubicBezTo>
                <a:cubicBezTo>
                  <a:pt x="11" y="40"/>
                  <a:pt x="16" y="31"/>
                  <a:pt x="24" y="23"/>
                </a:cubicBezTo>
                <a:cubicBezTo>
                  <a:pt x="31" y="16"/>
                  <a:pt x="40" y="10"/>
                  <a:pt x="49" y="6"/>
                </a:cubicBezTo>
                <a:cubicBezTo>
                  <a:pt x="59" y="2"/>
                  <a:pt x="69" y="0"/>
                  <a:pt x="80" y="0"/>
                </a:cubicBezTo>
                <a:cubicBezTo>
                  <a:pt x="90" y="0"/>
                  <a:pt x="100" y="2"/>
                  <a:pt x="110" y="6"/>
                </a:cubicBezTo>
                <a:cubicBezTo>
                  <a:pt x="120" y="10"/>
                  <a:pt x="130" y="16"/>
                  <a:pt x="137" y="23"/>
                </a:cubicBezTo>
                <a:cubicBezTo>
                  <a:pt x="144" y="31"/>
                  <a:pt x="150" y="40"/>
                  <a:pt x="154" y="49"/>
                </a:cubicBezTo>
                <a:cubicBezTo>
                  <a:pt x="158" y="59"/>
                  <a:pt x="160" y="70"/>
                  <a:pt x="160"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13" name=""/>
          <p:cNvSpPr txBox="1"/>
          <p:nvPr/>
        </p:nvSpPr>
        <p:spPr>
          <a:xfrm>
            <a:off x="2988720" y="493560"/>
            <a:ext cx="3048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の具体的な使い⽅</a:t>
            </a:r>
            <a:endParaRPr lang="en-US" sz="3000" b="0" u="none" strike="noStrike">
              <a:solidFill>
                <a:srgbClr val="000000"/>
              </a:solidFill>
              <a:effectLst/>
              <a:uFillTx/>
              <a:latin typeface="游明朝体"/>
            </a:endParaRPr>
          </a:p>
        </p:txBody>
      </p:sp>
      <p:sp>
        <p:nvSpPr>
          <p:cNvPr id="1814" name=""/>
          <p:cNvSpPr txBox="1"/>
          <p:nvPr/>
        </p:nvSpPr>
        <p:spPr>
          <a:xfrm>
            <a:off x="6477120" y="1342080"/>
            <a:ext cx="3620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フォルダにマークダウンファイルを保存（</a:t>
            </a:r>
            <a:endParaRPr lang="en-US" sz="1500" b="0" u="none" strike="noStrike">
              <a:solidFill>
                <a:srgbClr val="000000"/>
              </a:solidFill>
              <a:effectLst/>
              <a:uFillTx/>
              <a:latin typeface="游明朝体"/>
            </a:endParaRPr>
          </a:p>
        </p:txBody>
      </p:sp>
      <p:sp>
        <p:nvSpPr>
          <p:cNvPr id="1815" name=""/>
          <p:cNvSpPr txBox="1"/>
          <p:nvPr/>
        </p:nvSpPr>
        <p:spPr>
          <a:xfrm>
            <a:off x="10071720" y="1333080"/>
            <a:ext cx="10839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CLAUDE.md</a:t>
            </a:r>
            <a:endParaRPr lang="en-US" sz="1500" b="0" u="none" strike="noStrike">
              <a:solidFill>
                <a:srgbClr val="000000"/>
              </a:solidFill>
              <a:effectLst/>
              <a:uFillTx/>
              <a:latin typeface="游明朝体"/>
            </a:endParaRPr>
          </a:p>
        </p:txBody>
      </p:sp>
      <p:sp>
        <p:nvSpPr>
          <p:cNvPr id="1816" name=""/>
          <p:cNvSpPr txBox="1"/>
          <p:nvPr/>
        </p:nvSpPr>
        <p:spPr>
          <a:xfrm>
            <a:off x="11154960" y="134208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1817" name=""/>
          <p:cNvSpPr txBox="1"/>
          <p:nvPr/>
        </p:nvSpPr>
        <p:spPr>
          <a:xfrm>
            <a:off x="6477120" y="1676160"/>
            <a:ext cx="6926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plan.md</a:t>
            </a:r>
            <a:endParaRPr lang="en-US" sz="1500" b="0" u="none" strike="noStrike">
              <a:solidFill>
                <a:srgbClr val="000000"/>
              </a:solidFill>
              <a:effectLst/>
              <a:uFillTx/>
              <a:latin typeface="游明朝体"/>
            </a:endParaRPr>
          </a:p>
        </p:txBody>
      </p:sp>
      <p:sp>
        <p:nvSpPr>
          <p:cNvPr id="1818" name=""/>
          <p:cNvSpPr txBox="1"/>
          <p:nvPr/>
        </p:nvSpPr>
        <p:spPr>
          <a:xfrm>
            <a:off x="7169040" y="1684800"/>
            <a:ext cx="953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など）し、</a:t>
            </a:r>
            <a:endParaRPr lang="en-US" sz="1500" b="0" u="none" strike="noStrike">
              <a:solidFill>
                <a:srgbClr val="000000"/>
              </a:solidFill>
              <a:effectLst/>
              <a:uFillTx/>
              <a:latin typeface="游明朝体"/>
            </a:endParaRPr>
          </a:p>
        </p:txBody>
      </p:sp>
      <p:sp>
        <p:nvSpPr>
          <p:cNvPr id="1819" name=""/>
          <p:cNvSpPr txBox="1"/>
          <p:nvPr/>
        </p:nvSpPr>
        <p:spPr>
          <a:xfrm>
            <a:off x="8121240" y="167616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820" name=""/>
          <p:cNvSpPr txBox="1"/>
          <p:nvPr/>
        </p:nvSpPr>
        <p:spPr>
          <a:xfrm>
            <a:off x="8294040" y="1684800"/>
            <a:ext cx="3239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に制限事項（セキュリティ）や⽅針を</a:t>
            </a:r>
            <a:endParaRPr lang="en-US" sz="1500" b="0" u="none" strike="noStrike">
              <a:solidFill>
                <a:srgbClr val="000000"/>
              </a:solidFill>
              <a:effectLst/>
              <a:uFillTx/>
              <a:latin typeface="游明朝体"/>
            </a:endParaRPr>
          </a:p>
        </p:txBody>
      </p:sp>
      <p:sp>
        <p:nvSpPr>
          <p:cNvPr id="1821" name=""/>
          <p:cNvSpPr/>
          <p:nvPr/>
        </p:nvSpPr>
        <p:spPr>
          <a:xfrm>
            <a:off x="6295680" y="2504880"/>
            <a:ext cx="57600" cy="57600"/>
          </a:xfrm>
          <a:custGeom>
            <a:avLst/>
            <a:gdLst/>
            <a:ahLst/>
            <a:rect l="0" t="0" r="r" b="b"/>
            <a:pathLst>
              <a:path w="160" h="160">
                <a:moveTo>
                  <a:pt x="160" y="80"/>
                </a:moveTo>
                <a:cubicBezTo>
                  <a:pt x="160" y="91"/>
                  <a:pt x="158" y="101"/>
                  <a:pt x="154" y="111"/>
                </a:cubicBezTo>
                <a:cubicBezTo>
                  <a:pt x="150" y="121"/>
                  <a:pt x="144" y="129"/>
                  <a:pt x="137" y="137"/>
                </a:cubicBezTo>
                <a:cubicBezTo>
                  <a:pt x="130" y="144"/>
                  <a:pt x="120" y="150"/>
                  <a:pt x="110" y="154"/>
                </a:cubicBezTo>
                <a:cubicBezTo>
                  <a:pt x="100" y="158"/>
                  <a:pt x="90" y="160"/>
                  <a:pt x="80" y="160"/>
                </a:cubicBezTo>
                <a:cubicBezTo>
                  <a:pt x="69" y="160"/>
                  <a:pt x="59" y="158"/>
                  <a:pt x="49" y="154"/>
                </a:cubicBezTo>
                <a:cubicBezTo>
                  <a:pt x="40" y="150"/>
                  <a:pt x="31" y="144"/>
                  <a:pt x="24" y="137"/>
                </a:cubicBezTo>
                <a:cubicBezTo>
                  <a:pt x="16" y="129"/>
                  <a:pt x="11" y="121"/>
                  <a:pt x="6" y="111"/>
                </a:cubicBezTo>
                <a:cubicBezTo>
                  <a:pt x="2" y="101"/>
                  <a:pt x="0" y="91"/>
                  <a:pt x="0" y="80"/>
                </a:cubicBezTo>
                <a:cubicBezTo>
                  <a:pt x="0" y="69"/>
                  <a:pt x="2" y="59"/>
                  <a:pt x="6" y="49"/>
                </a:cubicBezTo>
                <a:cubicBezTo>
                  <a:pt x="11" y="39"/>
                  <a:pt x="16" y="31"/>
                  <a:pt x="24" y="23"/>
                </a:cubicBezTo>
                <a:cubicBezTo>
                  <a:pt x="31" y="16"/>
                  <a:pt x="40" y="10"/>
                  <a:pt x="49" y="6"/>
                </a:cubicBezTo>
                <a:cubicBezTo>
                  <a:pt x="59" y="2"/>
                  <a:pt x="69" y="0"/>
                  <a:pt x="80" y="0"/>
                </a:cubicBezTo>
                <a:cubicBezTo>
                  <a:pt x="90" y="0"/>
                  <a:pt x="100" y="2"/>
                  <a:pt x="110" y="6"/>
                </a:cubicBezTo>
                <a:cubicBezTo>
                  <a:pt x="120" y="10"/>
                  <a:pt x="130" y="16"/>
                  <a:pt x="137" y="23"/>
                </a:cubicBezTo>
                <a:cubicBezTo>
                  <a:pt x="144" y="31"/>
                  <a:pt x="150" y="39"/>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2" name=""/>
          <p:cNvSpPr txBox="1"/>
          <p:nvPr/>
        </p:nvSpPr>
        <p:spPr>
          <a:xfrm>
            <a:off x="6477120" y="202788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読ませて開発</a:t>
            </a:r>
            <a:endParaRPr lang="en-US" sz="1500" b="0" u="none" strike="noStrike">
              <a:solidFill>
                <a:srgbClr val="000000"/>
              </a:solidFill>
              <a:effectLst/>
              <a:uFillTx/>
              <a:latin typeface="游明朝体"/>
            </a:endParaRPr>
          </a:p>
        </p:txBody>
      </p:sp>
      <p:sp>
        <p:nvSpPr>
          <p:cNvPr id="1823" name=""/>
          <p:cNvSpPr txBox="1"/>
          <p:nvPr/>
        </p:nvSpPr>
        <p:spPr>
          <a:xfrm>
            <a:off x="6477120" y="2418480"/>
            <a:ext cx="1905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チャットで指⽰を出し</a:t>
            </a:r>
            <a:endParaRPr lang="en-US" sz="1500" b="0" u="none" strike="noStrike">
              <a:solidFill>
                <a:srgbClr val="000000"/>
              </a:solidFill>
              <a:effectLst/>
              <a:uFillTx/>
              <a:latin typeface="游明朝体"/>
            </a:endParaRPr>
          </a:p>
        </p:txBody>
      </p:sp>
      <p:sp>
        <p:nvSpPr>
          <p:cNvPr id="1824" name=""/>
          <p:cNvSpPr txBox="1"/>
          <p:nvPr/>
        </p:nvSpPr>
        <p:spPr>
          <a:xfrm>
            <a:off x="8381880" y="24094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825" name=""/>
          <p:cNvSpPr txBox="1"/>
          <p:nvPr/>
        </p:nvSpPr>
        <p:spPr>
          <a:xfrm>
            <a:off x="8554680" y="2418480"/>
            <a:ext cx="572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が直接</a:t>
            </a:r>
            <a:endParaRPr lang="en-US" sz="1500" b="0" u="none" strike="noStrike">
              <a:solidFill>
                <a:srgbClr val="000000"/>
              </a:solidFill>
              <a:effectLst/>
              <a:uFillTx/>
              <a:latin typeface="游明朝体"/>
            </a:endParaRPr>
          </a:p>
        </p:txBody>
      </p:sp>
      <p:sp>
        <p:nvSpPr>
          <p:cNvPr id="1826" name=""/>
          <p:cNvSpPr txBox="1"/>
          <p:nvPr/>
        </p:nvSpPr>
        <p:spPr>
          <a:xfrm>
            <a:off x="9126360" y="2409480"/>
            <a:ext cx="5900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python</a:t>
            </a:r>
            <a:endParaRPr lang="en-US" sz="1500" b="0" u="none" strike="noStrike">
              <a:solidFill>
                <a:srgbClr val="000000"/>
              </a:solidFill>
              <a:effectLst/>
              <a:uFillTx/>
              <a:latin typeface="游明朝体"/>
            </a:endParaRPr>
          </a:p>
        </p:txBody>
      </p:sp>
      <p:sp>
        <p:nvSpPr>
          <p:cNvPr id="1827" name=""/>
          <p:cNvSpPr txBox="1"/>
          <p:nvPr/>
        </p:nvSpPr>
        <p:spPr>
          <a:xfrm>
            <a:off x="9715680" y="2418480"/>
            <a:ext cx="1715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コードを書いて保存</a:t>
            </a:r>
            <a:endParaRPr lang="en-US" sz="1500" b="0" u="none" strike="noStrike">
              <a:solidFill>
                <a:srgbClr val="000000"/>
              </a:solidFill>
              <a:effectLst/>
              <a:uFillTx/>
              <a:latin typeface="游明朝体"/>
            </a:endParaRPr>
          </a:p>
        </p:txBody>
      </p:sp>
      <p:sp>
        <p:nvSpPr>
          <p:cNvPr id="1828" name=""/>
          <p:cNvSpPr/>
          <p:nvPr/>
        </p:nvSpPr>
        <p:spPr>
          <a:xfrm>
            <a:off x="6295680" y="3238200"/>
            <a:ext cx="57600" cy="57600"/>
          </a:xfrm>
          <a:custGeom>
            <a:avLst/>
            <a:gdLst/>
            <a:ahLst/>
            <a:rect l="0" t="0" r="r" b="b"/>
            <a:pathLst>
              <a:path w="160" h="160">
                <a:moveTo>
                  <a:pt x="160" y="80"/>
                </a:moveTo>
                <a:cubicBezTo>
                  <a:pt x="160" y="91"/>
                  <a:pt x="158" y="101"/>
                  <a:pt x="154" y="111"/>
                </a:cubicBezTo>
                <a:cubicBezTo>
                  <a:pt x="150" y="121"/>
                  <a:pt x="144" y="129"/>
                  <a:pt x="137" y="137"/>
                </a:cubicBezTo>
                <a:cubicBezTo>
                  <a:pt x="130" y="144"/>
                  <a:pt x="120" y="150"/>
                  <a:pt x="110" y="154"/>
                </a:cubicBezTo>
                <a:cubicBezTo>
                  <a:pt x="100" y="158"/>
                  <a:pt x="90" y="160"/>
                  <a:pt x="80" y="160"/>
                </a:cubicBezTo>
                <a:cubicBezTo>
                  <a:pt x="69" y="160"/>
                  <a:pt x="59" y="158"/>
                  <a:pt x="49" y="154"/>
                </a:cubicBezTo>
                <a:cubicBezTo>
                  <a:pt x="40" y="150"/>
                  <a:pt x="31" y="144"/>
                  <a:pt x="24" y="137"/>
                </a:cubicBezTo>
                <a:cubicBezTo>
                  <a:pt x="16" y="129"/>
                  <a:pt x="11" y="121"/>
                  <a:pt x="6" y="111"/>
                </a:cubicBezTo>
                <a:cubicBezTo>
                  <a:pt x="2" y="101"/>
                  <a:pt x="0" y="91"/>
                  <a:pt x="0" y="80"/>
                </a:cubicBezTo>
                <a:cubicBezTo>
                  <a:pt x="0" y="69"/>
                  <a:pt x="2" y="59"/>
                  <a:pt x="6" y="49"/>
                </a:cubicBezTo>
                <a:cubicBezTo>
                  <a:pt x="11" y="40"/>
                  <a:pt x="16" y="31"/>
                  <a:pt x="24" y="24"/>
                </a:cubicBezTo>
                <a:cubicBezTo>
                  <a:pt x="31" y="16"/>
                  <a:pt x="40" y="10"/>
                  <a:pt x="49" y="6"/>
                </a:cubicBezTo>
                <a:cubicBezTo>
                  <a:pt x="59" y="2"/>
                  <a:pt x="69" y="0"/>
                  <a:pt x="80" y="0"/>
                </a:cubicBezTo>
                <a:cubicBezTo>
                  <a:pt x="90" y="0"/>
                  <a:pt x="100" y="2"/>
                  <a:pt x="110" y="6"/>
                </a:cubicBezTo>
                <a:cubicBezTo>
                  <a:pt x="120" y="10"/>
                  <a:pt x="130" y="16"/>
                  <a:pt x="137" y="24"/>
                </a:cubicBezTo>
                <a:cubicBezTo>
                  <a:pt x="144" y="31"/>
                  <a:pt x="150" y="40"/>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29" name=""/>
          <p:cNvSpPr txBox="1"/>
          <p:nvPr/>
        </p:nvSpPr>
        <p:spPr>
          <a:xfrm>
            <a:off x="6477120" y="2761200"/>
            <a:ext cx="1905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（タイプミスもない）</a:t>
            </a:r>
            <a:endParaRPr lang="en-US" sz="1500" b="0" u="none" strike="noStrike">
              <a:solidFill>
                <a:srgbClr val="000000"/>
              </a:solidFill>
              <a:effectLst/>
              <a:uFillTx/>
              <a:latin typeface="游明朝体"/>
            </a:endParaRPr>
          </a:p>
        </p:txBody>
      </p:sp>
      <p:sp>
        <p:nvSpPr>
          <p:cNvPr id="1830" name=""/>
          <p:cNvSpPr txBox="1"/>
          <p:nvPr/>
        </p:nvSpPr>
        <p:spPr>
          <a:xfrm>
            <a:off x="6477120" y="3151800"/>
            <a:ext cx="3429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チャットの内容（バグ取り、機能追加、</a:t>
            </a:r>
            <a:endParaRPr lang="en-US" sz="1500" b="0" u="none" strike="noStrike">
              <a:solidFill>
                <a:srgbClr val="000000"/>
              </a:solidFill>
              <a:effectLst/>
              <a:uFillTx/>
              <a:latin typeface="游明朝体"/>
            </a:endParaRPr>
          </a:p>
        </p:txBody>
      </p:sp>
      <p:sp>
        <p:nvSpPr>
          <p:cNvPr id="1831" name=""/>
          <p:cNvSpPr txBox="1"/>
          <p:nvPr/>
        </p:nvSpPr>
        <p:spPr>
          <a:xfrm>
            <a:off x="9900360" y="314280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Q</a:t>
            </a:r>
            <a:endParaRPr lang="en-US" sz="1500" b="0" u="none" strike="noStrike">
              <a:solidFill>
                <a:srgbClr val="000000"/>
              </a:solidFill>
              <a:effectLst/>
              <a:uFillTx/>
              <a:latin typeface="游明朝体"/>
            </a:endParaRPr>
          </a:p>
        </p:txBody>
      </p:sp>
      <p:sp>
        <p:nvSpPr>
          <p:cNvPr id="1832" name=""/>
          <p:cNvSpPr txBox="1"/>
          <p:nvPr/>
        </p:nvSpPr>
        <p:spPr>
          <a:xfrm>
            <a:off x="10045080" y="315180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1833" name=""/>
          <p:cNvSpPr txBox="1"/>
          <p:nvPr/>
        </p:nvSpPr>
        <p:spPr>
          <a:xfrm>
            <a:off x="10235520" y="314280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a:t>
            </a:r>
            <a:endParaRPr lang="en-US" sz="1500" b="0" u="none" strike="noStrike">
              <a:solidFill>
                <a:srgbClr val="000000"/>
              </a:solidFill>
              <a:effectLst/>
              <a:uFillTx/>
              <a:latin typeface="游明朝体"/>
            </a:endParaRPr>
          </a:p>
        </p:txBody>
      </p:sp>
      <p:sp>
        <p:nvSpPr>
          <p:cNvPr id="1834" name=""/>
          <p:cNvSpPr txBox="1"/>
          <p:nvPr/>
        </p:nvSpPr>
        <p:spPr>
          <a:xfrm>
            <a:off x="10359000" y="315180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）を常時まと</a:t>
            </a:r>
            <a:endParaRPr lang="en-US" sz="1500" b="0" u="none" strike="noStrike">
              <a:solidFill>
                <a:srgbClr val="000000"/>
              </a:solidFill>
              <a:effectLst/>
              <a:uFillTx/>
              <a:latin typeface="游明朝体"/>
            </a:endParaRPr>
          </a:p>
        </p:txBody>
      </p:sp>
      <p:sp>
        <p:nvSpPr>
          <p:cNvPr id="1835" name=""/>
          <p:cNvSpPr txBox="1"/>
          <p:nvPr/>
        </p:nvSpPr>
        <p:spPr>
          <a:xfrm>
            <a:off x="6477120" y="3494880"/>
            <a:ext cx="2286720" cy="21204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めさせてマニュアル化 </a:t>
            </a:r>
            <a:r>
              <a:rPr lang="en-US" sz="1500" b="0" u="none" strike="noStrike">
                <a:solidFill>
                  <a:srgbClr val="1A1A2E"/>
                </a:solidFill>
                <a:effectLst/>
                <a:uFillTx/>
                <a:latin typeface="Arial"/>
                <a:ea typeface="Arial"/>
              </a:rPr>
              <a:t>←</a:t>
            </a:r>
            <a:endParaRPr lang="en-US" sz="1500" b="0" u="none" strike="noStrike">
              <a:solidFill>
                <a:srgbClr val="000000"/>
              </a:solidFill>
              <a:effectLst/>
              <a:uFillTx/>
              <a:latin typeface="游明朝体"/>
            </a:endParaRPr>
          </a:p>
        </p:txBody>
      </p:sp>
      <p:sp>
        <p:nvSpPr>
          <p:cNvPr id="1836" name=""/>
          <p:cNvSpPr txBox="1"/>
          <p:nvPr/>
        </p:nvSpPr>
        <p:spPr>
          <a:xfrm>
            <a:off x="8751600" y="34858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1837" name=""/>
          <p:cNvSpPr txBox="1"/>
          <p:nvPr/>
        </p:nvSpPr>
        <p:spPr>
          <a:xfrm>
            <a:off x="8804520" y="3494880"/>
            <a:ext cx="2858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チャットだと⾃分でやる（⾯倒）</a:t>
            </a:r>
            <a:endParaRPr lang="en-US" sz="1500" b="0" u="none" strike="noStrike">
              <a:solidFill>
                <a:srgbClr val="000000"/>
              </a:solidFill>
              <a:effectLst/>
              <a:uFillTx/>
              <a:latin typeface="游明朝体"/>
            </a:endParaRPr>
          </a:p>
        </p:txBody>
      </p:sp>
      <p:sp>
        <p:nvSpPr>
          <p:cNvPr id="1838" name=""/>
          <p:cNvSpPr txBox="1"/>
          <p:nvPr/>
        </p:nvSpPr>
        <p:spPr>
          <a:xfrm>
            <a:off x="6477120" y="383760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が、</a:t>
            </a:r>
            <a:endParaRPr lang="en-US" sz="1500" b="0" u="none" strike="noStrike">
              <a:solidFill>
                <a:srgbClr val="000000"/>
              </a:solidFill>
              <a:effectLst/>
              <a:uFillTx/>
              <a:latin typeface="游明朝体"/>
            </a:endParaRPr>
          </a:p>
        </p:txBody>
      </p:sp>
      <p:sp>
        <p:nvSpPr>
          <p:cNvPr id="1839" name=""/>
          <p:cNvSpPr txBox="1"/>
          <p:nvPr/>
        </p:nvSpPr>
        <p:spPr>
          <a:xfrm>
            <a:off x="6858000" y="382860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840" name=""/>
          <p:cNvSpPr/>
          <p:nvPr/>
        </p:nvSpPr>
        <p:spPr>
          <a:xfrm>
            <a:off x="6295680" y="4314600"/>
            <a:ext cx="57600" cy="57600"/>
          </a:xfrm>
          <a:custGeom>
            <a:avLst/>
            <a:gdLst/>
            <a:ahLst/>
            <a:rect l="0" t="0" r="r" b="b"/>
            <a:pathLst>
              <a:path w="160" h="160">
                <a:moveTo>
                  <a:pt x="160" y="79"/>
                </a:moveTo>
                <a:cubicBezTo>
                  <a:pt x="160" y="90"/>
                  <a:pt x="158" y="100"/>
                  <a:pt x="154" y="111"/>
                </a:cubicBezTo>
                <a:cubicBezTo>
                  <a:pt x="150" y="121"/>
                  <a:pt x="144" y="129"/>
                  <a:pt x="137" y="137"/>
                </a:cubicBezTo>
                <a:cubicBezTo>
                  <a:pt x="130" y="144"/>
                  <a:pt x="120" y="150"/>
                  <a:pt x="110" y="154"/>
                </a:cubicBezTo>
                <a:cubicBezTo>
                  <a:pt x="100" y="158"/>
                  <a:pt x="90" y="160"/>
                  <a:pt x="80" y="160"/>
                </a:cubicBezTo>
                <a:cubicBezTo>
                  <a:pt x="69" y="160"/>
                  <a:pt x="59" y="158"/>
                  <a:pt x="49" y="154"/>
                </a:cubicBezTo>
                <a:cubicBezTo>
                  <a:pt x="40" y="150"/>
                  <a:pt x="31" y="144"/>
                  <a:pt x="24" y="137"/>
                </a:cubicBezTo>
                <a:cubicBezTo>
                  <a:pt x="16" y="129"/>
                  <a:pt x="11" y="121"/>
                  <a:pt x="6" y="111"/>
                </a:cubicBezTo>
                <a:cubicBezTo>
                  <a:pt x="2" y="100"/>
                  <a:pt x="0" y="90"/>
                  <a:pt x="0" y="79"/>
                </a:cubicBezTo>
                <a:cubicBezTo>
                  <a:pt x="0" y="69"/>
                  <a:pt x="2" y="59"/>
                  <a:pt x="6" y="49"/>
                </a:cubicBezTo>
                <a:cubicBezTo>
                  <a:pt x="11" y="39"/>
                  <a:pt x="16" y="31"/>
                  <a:pt x="24" y="23"/>
                </a:cubicBezTo>
                <a:cubicBezTo>
                  <a:pt x="31" y="16"/>
                  <a:pt x="40" y="10"/>
                  <a:pt x="49" y="6"/>
                </a:cubicBezTo>
                <a:cubicBezTo>
                  <a:pt x="59" y="2"/>
                  <a:pt x="69" y="0"/>
                  <a:pt x="80" y="0"/>
                </a:cubicBezTo>
                <a:cubicBezTo>
                  <a:pt x="90" y="0"/>
                  <a:pt x="100" y="2"/>
                  <a:pt x="110" y="6"/>
                </a:cubicBezTo>
                <a:cubicBezTo>
                  <a:pt x="120" y="10"/>
                  <a:pt x="130" y="16"/>
                  <a:pt x="137" y="23"/>
                </a:cubicBezTo>
                <a:cubicBezTo>
                  <a:pt x="144" y="31"/>
                  <a:pt x="150" y="39"/>
                  <a:pt x="154" y="49"/>
                </a:cubicBezTo>
                <a:cubicBezTo>
                  <a:pt x="158" y="59"/>
                  <a:pt x="160" y="69"/>
                  <a:pt x="160"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41" name=""/>
          <p:cNvSpPr txBox="1"/>
          <p:nvPr/>
        </p:nvSpPr>
        <p:spPr>
          <a:xfrm>
            <a:off x="7030800" y="383760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頼みだと簡単</a:t>
            </a:r>
            <a:endParaRPr lang="en-US" sz="1500" b="0" u="none" strike="noStrike">
              <a:solidFill>
                <a:srgbClr val="000000"/>
              </a:solidFill>
              <a:effectLst/>
              <a:uFillTx/>
              <a:latin typeface="游明朝体"/>
            </a:endParaRPr>
          </a:p>
        </p:txBody>
      </p:sp>
      <p:sp>
        <p:nvSpPr>
          <p:cNvPr id="1842" name=""/>
          <p:cNvSpPr txBox="1"/>
          <p:nvPr/>
        </p:nvSpPr>
        <p:spPr>
          <a:xfrm>
            <a:off x="6477120" y="421920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843" name=""/>
          <p:cNvSpPr txBox="1"/>
          <p:nvPr/>
        </p:nvSpPr>
        <p:spPr>
          <a:xfrm>
            <a:off x="6649920" y="4228200"/>
            <a:ext cx="572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作成の</a:t>
            </a:r>
            <a:endParaRPr lang="en-US" sz="1500" b="0" u="none" strike="noStrike">
              <a:solidFill>
                <a:srgbClr val="000000"/>
              </a:solidFill>
              <a:effectLst/>
              <a:uFillTx/>
              <a:latin typeface="游明朝体"/>
            </a:endParaRPr>
          </a:p>
        </p:txBody>
      </p:sp>
      <p:sp>
        <p:nvSpPr>
          <p:cNvPr id="1844" name=""/>
          <p:cNvSpPr txBox="1"/>
          <p:nvPr/>
        </p:nvSpPr>
        <p:spPr>
          <a:xfrm>
            <a:off x="7221240" y="4219200"/>
            <a:ext cx="5900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python</a:t>
            </a:r>
            <a:endParaRPr lang="en-US" sz="1500" b="0" u="none" strike="noStrike">
              <a:solidFill>
                <a:srgbClr val="000000"/>
              </a:solidFill>
              <a:effectLst/>
              <a:uFillTx/>
              <a:latin typeface="游明朝体"/>
            </a:endParaRPr>
          </a:p>
        </p:txBody>
      </p:sp>
      <p:sp>
        <p:nvSpPr>
          <p:cNvPr id="1845" name=""/>
          <p:cNvSpPr txBox="1"/>
          <p:nvPr/>
        </p:nvSpPr>
        <p:spPr>
          <a:xfrm>
            <a:off x="7810560" y="4228200"/>
            <a:ext cx="1905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コード・ドキュメント</a:t>
            </a:r>
            <a:endParaRPr lang="en-US" sz="1500" b="0" u="none" strike="noStrike">
              <a:solidFill>
                <a:srgbClr val="000000"/>
              </a:solidFill>
              <a:effectLst/>
              <a:uFillTx/>
              <a:latin typeface="游明朝体"/>
            </a:endParaRPr>
          </a:p>
        </p:txBody>
      </p:sp>
      <p:sp>
        <p:nvSpPr>
          <p:cNvPr id="1846" name=""/>
          <p:cNvSpPr txBox="1"/>
          <p:nvPr/>
        </p:nvSpPr>
        <p:spPr>
          <a:xfrm>
            <a:off x="9715680" y="421920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1847" name=""/>
          <p:cNvSpPr txBox="1"/>
          <p:nvPr/>
        </p:nvSpPr>
        <p:spPr>
          <a:xfrm>
            <a:off x="9768600" y="4228200"/>
            <a:ext cx="191160" cy="2120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Arial"/>
                <a:ea typeface="Arial"/>
              </a:rPr>
              <a:t>→</a:t>
            </a:r>
            <a:endParaRPr lang="en-US" sz="1500" b="0" u="none" strike="noStrike">
              <a:solidFill>
                <a:srgbClr val="000000"/>
              </a:solidFill>
              <a:effectLst/>
              <a:uFillTx/>
              <a:latin typeface="游明朝体"/>
            </a:endParaRPr>
          </a:p>
        </p:txBody>
      </p:sp>
      <p:sp>
        <p:nvSpPr>
          <p:cNvPr id="1848" name=""/>
          <p:cNvSpPr txBox="1"/>
          <p:nvPr/>
        </p:nvSpPr>
        <p:spPr>
          <a:xfrm>
            <a:off x="9959040" y="4219200"/>
            <a:ext cx="7099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GitHub </a:t>
            </a:r>
            <a:endParaRPr lang="en-US" sz="1500" b="0" u="none" strike="noStrike">
              <a:solidFill>
                <a:srgbClr val="000000"/>
              </a:solidFill>
              <a:effectLst/>
              <a:uFillTx/>
              <a:latin typeface="游明朝体"/>
            </a:endParaRPr>
          </a:p>
        </p:txBody>
      </p:sp>
      <p:sp>
        <p:nvSpPr>
          <p:cNvPr id="1849" name=""/>
          <p:cNvSpPr txBox="1"/>
          <p:nvPr/>
        </p:nvSpPr>
        <p:spPr>
          <a:xfrm>
            <a:off x="10668240" y="422820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への</a:t>
            </a:r>
            <a:endParaRPr lang="en-US" sz="1500" b="0" u="none" strike="noStrike">
              <a:solidFill>
                <a:srgbClr val="000000"/>
              </a:solidFill>
              <a:effectLst/>
              <a:uFillTx/>
              <a:latin typeface="游明朝体"/>
            </a:endParaRPr>
          </a:p>
        </p:txBody>
      </p:sp>
      <p:sp>
        <p:nvSpPr>
          <p:cNvPr id="1850" name=""/>
          <p:cNvSpPr txBox="1"/>
          <p:nvPr/>
        </p:nvSpPr>
        <p:spPr>
          <a:xfrm>
            <a:off x="11049480" y="4219200"/>
            <a:ext cx="4737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push</a:t>
            </a:r>
            <a:endParaRPr lang="en-US" sz="1500" b="0" u="none" strike="noStrike">
              <a:solidFill>
                <a:srgbClr val="000000"/>
              </a:solidFill>
              <a:effectLst/>
              <a:uFillTx/>
              <a:latin typeface="游明朝体"/>
            </a:endParaRPr>
          </a:p>
        </p:txBody>
      </p:sp>
      <p:sp>
        <p:nvSpPr>
          <p:cNvPr id="1851" name=""/>
          <p:cNvSpPr txBox="1"/>
          <p:nvPr/>
        </p:nvSpPr>
        <p:spPr>
          <a:xfrm>
            <a:off x="6477120" y="4570920"/>
            <a:ext cx="3620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という⼀連の流れを反復し、改良していく</a:t>
            </a:r>
            <a:endParaRPr lang="en-US" sz="1500" b="0" u="none" strike="noStrike">
              <a:solidFill>
                <a:srgbClr val="000000"/>
              </a:solidFill>
              <a:effectLst/>
              <a:uFillTx/>
              <a:latin typeface="游明朝体"/>
            </a:endParaRPr>
          </a:p>
        </p:txBody>
      </p:sp>
      <p:sp>
        <p:nvSpPr>
          <p:cNvPr id="1852" name=""/>
          <p:cNvSpPr txBox="1"/>
          <p:nvPr/>
        </p:nvSpPr>
        <p:spPr>
          <a:xfrm>
            <a:off x="723960" y="5275080"/>
            <a:ext cx="1070064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チャットによる開発では継続的・安定的な開発が難しい。毎回説明し、プロンプトで指⽰し、コードを貼り付けて作業再開しなけれ</a:t>
            </a:r>
            <a:endParaRPr lang="en-US" sz="1430" b="0" u="none" strike="noStrike">
              <a:solidFill>
                <a:srgbClr val="000000"/>
              </a:solidFill>
              <a:effectLst/>
              <a:uFillTx/>
              <a:latin typeface="游明朝体"/>
            </a:endParaRPr>
          </a:p>
        </p:txBody>
      </p:sp>
      <p:sp>
        <p:nvSpPr>
          <p:cNvPr id="1853" name=""/>
          <p:cNvSpPr txBox="1"/>
          <p:nvPr/>
        </p:nvSpPr>
        <p:spPr>
          <a:xfrm>
            <a:off x="723960" y="5551200"/>
            <a:ext cx="108900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ばならない。</a:t>
            </a:r>
            <a:endParaRPr lang="en-US" sz="1430" b="0" u="none" strike="noStrike">
              <a:solidFill>
                <a:srgbClr val="000000"/>
              </a:solidFill>
              <a:effectLst/>
              <a:uFillTx/>
              <a:latin typeface="游明朝体"/>
            </a:endParaRPr>
          </a:p>
        </p:txBody>
      </p:sp>
      <p:sp>
        <p:nvSpPr>
          <p:cNvPr id="1854" name=""/>
          <p:cNvSpPr txBox="1"/>
          <p:nvPr/>
        </p:nvSpPr>
        <p:spPr>
          <a:xfrm>
            <a:off x="723960" y="5809320"/>
            <a:ext cx="106560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Claude Code</a:t>
            </a:r>
            <a:endParaRPr lang="en-US" sz="1430" b="0" u="none" strike="noStrike">
              <a:solidFill>
                <a:srgbClr val="000000"/>
              </a:solidFill>
              <a:effectLst/>
              <a:uFillTx/>
              <a:latin typeface="游明朝体"/>
            </a:endParaRPr>
          </a:p>
        </p:txBody>
      </p:sp>
      <p:sp>
        <p:nvSpPr>
          <p:cNvPr id="1855" name=""/>
          <p:cNvSpPr txBox="1"/>
          <p:nvPr/>
        </p:nvSpPr>
        <p:spPr>
          <a:xfrm>
            <a:off x="1786320" y="5817960"/>
            <a:ext cx="707364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では、プロンプトに当たるマークダウンファイルを常に読み込ませて起動し、コードも</a:t>
            </a:r>
            <a:endParaRPr lang="en-US" sz="1430" b="0" u="none" strike="noStrike">
              <a:solidFill>
                <a:srgbClr val="000000"/>
              </a:solidFill>
              <a:effectLst/>
              <a:uFillTx/>
              <a:latin typeface="游明朝体"/>
            </a:endParaRPr>
          </a:p>
        </p:txBody>
      </p:sp>
      <p:sp>
        <p:nvSpPr>
          <p:cNvPr id="1856" name=""/>
          <p:cNvSpPr txBox="1"/>
          <p:nvPr/>
        </p:nvSpPr>
        <p:spPr>
          <a:xfrm>
            <a:off x="8826480" y="5809320"/>
            <a:ext cx="2023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git</a:t>
            </a:r>
            <a:endParaRPr lang="en-US" sz="1430" b="0" u="none" strike="noStrike">
              <a:solidFill>
                <a:srgbClr val="000000"/>
              </a:solidFill>
              <a:effectLst/>
              <a:uFillTx/>
              <a:latin typeface="游明朝体"/>
            </a:endParaRPr>
          </a:p>
        </p:txBody>
      </p:sp>
      <p:sp>
        <p:nvSpPr>
          <p:cNvPr id="1857" name=""/>
          <p:cNvSpPr txBox="1"/>
          <p:nvPr/>
        </p:nvSpPr>
        <p:spPr>
          <a:xfrm>
            <a:off x="9027360" y="5817960"/>
            <a:ext cx="7261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で管理、</a:t>
            </a:r>
            <a:endParaRPr lang="en-US" sz="1430" b="0" u="none" strike="noStrike">
              <a:solidFill>
                <a:srgbClr val="000000"/>
              </a:solidFill>
              <a:effectLst/>
              <a:uFillTx/>
              <a:latin typeface="游明朝体"/>
            </a:endParaRPr>
          </a:p>
        </p:txBody>
      </p:sp>
      <p:sp>
        <p:nvSpPr>
          <p:cNvPr id="1858" name=""/>
          <p:cNvSpPr txBox="1"/>
          <p:nvPr/>
        </p:nvSpPr>
        <p:spPr>
          <a:xfrm>
            <a:off x="9751320" y="5809320"/>
            <a:ext cx="5749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GitHub</a:t>
            </a:r>
            <a:endParaRPr lang="en-US" sz="1430" b="0" u="none" strike="noStrike">
              <a:solidFill>
                <a:srgbClr val="000000"/>
              </a:solidFill>
              <a:effectLst/>
              <a:uFillTx/>
              <a:latin typeface="游明朝体"/>
            </a:endParaRPr>
          </a:p>
        </p:txBody>
      </p:sp>
      <p:sp>
        <p:nvSpPr>
          <p:cNvPr id="1859" name=""/>
          <p:cNvSpPr txBox="1"/>
          <p:nvPr/>
        </p:nvSpPr>
        <p:spPr>
          <a:xfrm>
            <a:off x="10324440" y="5817960"/>
            <a:ext cx="108900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にコードとド</a:t>
            </a:r>
            <a:endParaRPr lang="en-US" sz="1430" b="0" u="none" strike="noStrike">
              <a:solidFill>
                <a:srgbClr val="000000"/>
              </a:solidFill>
              <a:effectLst/>
              <a:uFillTx/>
              <a:latin typeface="游明朝体"/>
            </a:endParaRPr>
          </a:p>
        </p:txBody>
      </p:sp>
      <p:sp>
        <p:nvSpPr>
          <p:cNvPr id="1860" name=""/>
          <p:cNvSpPr txBox="1"/>
          <p:nvPr/>
        </p:nvSpPr>
        <p:spPr>
          <a:xfrm>
            <a:off x="723960" y="6094080"/>
            <a:ext cx="96127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キュメントを保存することで、スマホでドキュメント確認や毎⽇の⾃動処理の結果のグラフなどを⾒ることができる。</a:t>
            </a:r>
            <a:endParaRPr lang="en-US" sz="1430" b="0" u="none" strike="noStrike">
              <a:solidFill>
                <a:srgbClr val="000000"/>
              </a:solidFill>
              <a:effectLst/>
              <a:uFillTx/>
              <a:latin typeface="游明朝体"/>
            </a:endParaRPr>
          </a:p>
        </p:txBody>
      </p:sp>
      <p:sp>
        <p:nvSpPr>
          <p:cNvPr id="1861"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6</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6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6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65" name=""/>
          <p:cNvSpPr/>
          <p:nvPr/>
        </p:nvSpPr>
        <p:spPr>
          <a:xfrm>
            <a:off x="533160" y="2314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6" name=""/>
          <p:cNvSpPr/>
          <p:nvPr/>
        </p:nvSpPr>
        <p:spPr>
          <a:xfrm>
            <a:off x="552240" y="4638600"/>
            <a:ext cx="11106360" cy="457560"/>
          </a:xfrm>
          <a:custGeom>
            <a:avLst/>
            <a:gdLst/>
            <a:ahLst/>
            <a:rect l="0" t="0" r="r" b="b"/>
            <a:pathLst>
              <a:path w="30851" h="1271">
                <a:moveTo>
                  <a:pt x="0" y="1271"/>
                </a:moveTo>
                <a:lnTo>
                  <a:pt x="0" y="0"/>
                </a:lnTo>
                <a:lnTo>
                  <a:pt x="30746" y="0"/>
                </a:lnTo>
                <a:cubicBezTo>
                  <a:pt x="30760" y="0"/>
                  <a:pt x="30773" y="2"/>
                  <a:pt x="30786" y="8"/>
                </a:cubicBezTo>
                <a:cubicBezTo>
                  <a:pt x="30799" y="13"/>
                  <a:pt x="30811" y="21"/>
                  <a:pt x="30820" y="31"/>
                </a:cubicBezTo>
                <a:cubicBezTo>
                  <a:pt x="30830" y="41"/>
                  <a:pt x="30838" y="52"/>
                  <a:pt x="30843" y="65"/>
                </a:cubicBezTo>
                <a:cubicBezTo>
                  <a:pt x="30849" y="78"/>
                  <a:pt x="30851" y="92"/>
                  <a:pt x="30851" y="106"/>
                </a:cubicBezTo>
                <a:lnTo>
                  <a:pt x="30851" y="1165"/>
                </a:lnTo>
                <a:cubicBezTo>
                  <a:pt x="30851" y="1179"/>
                  <a:pt x="30849" y="1192"/>
                  <a:pt x="30843" y="1205"/>
                </a:cubicBezTo>
                <a:cubicBezTo>
                  <a:pt x="30838" y="1218"/>
                  <a:pt x="30830" y="1230"/>
                  <a:pt x="30820" y="1240"/>
                </a:cubicBezTo>
                <a:cubicBezTo>
                  <a:pt x="30811" y="1250"/>
                  <a:pt x="30799" y="1257"/>
                  <a:pt x="30786" y="1263"/>
                </a:cubicBezTo>
                <a:cubicBezTo>
                  <a:pt x="30773" y="1268"/>
                  <a:pt x="30760" y="1271"/>
                  <a:pt x="30746" y="1271"/>
                </a:cubicBezTo>
                <a:lnTo>
                  <a:pt x="0" y="1271"/>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867" name=""/>
          <p:cNvSpPr/>
          <p:nvPr/>
        </p:nvSpPr>
        <p:spPr>
          <a:xfrm>
            <a:off x="533160" y="4638600"/>
            <a:ext cx="38520" cy="457560"/>
          </a:xfrm>
          <a:custGeom>
            <a:avLst/>
            <a:gdLst/>
            <a:ahLst/>
            <a:rect l="0" t="0" r="r" b="b"/>
            <a:pathLst>
              <a:path w="107" h="1271">
                <a:moveTo>
                  <a:pt x="0" y="0"/>
                </a:moveTo>
                <a:lnTo>
                  <a:pt x="107" y="0"/>
                </a:lnTo>
                <a:lnTo>
                  <a:pt x="107" y="1271"/>
                </a:lnTo>
                <a:lnTo>
                  <a:pt x="0" y="1271"/>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68" name=""/>
          <p:cNvSpPr txBox="1"/>
          <p:nvPr/>
        </p:nvSpPr>
        <p:spPr>
          <a:xfrm>
            <a:off x="533520" y="1780560"/>
            <a:ext cx="38052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AI</a:t>
            </a:r>
            <a:endParaRPr lang="en-US" sz="3000" b="0" u="none" strike="noStrike">
              <a:solidFill>
                <a:srgbClr val="000000"/>
              </a:solidFill>
              <a:effectLst/>
              <a:uFillTx/>
              <a:latin typeface="游明朝体"/>
            </a:endParaRPr>
          </a:p>
        </p:txBody>
      </p:sp>
      <p:sp>
        <p:nvSpPr>
          <p:cNvPr id="1869" name=""/>
          <p:cNvSpPr/>
          <p:nvPr/>
        </p:nvSpPr>
        <p:spPr>
          <a:xfrm>
            <a:off x="618840" y="2733480"/>
            <a:ext cx="57600" cy="57600"/>
          </a:xfrm>
          <a:custGeom>
            <a:avLst/>
            <a:gdLst/>
            <a:ahLst/>
            <a:rect l="0" t="0" r="r" b="b"/>
            <a:pathLst>
              <a:path w="160" h="160">
                <a:moveTo>
                  <a:pt x="160" y="80"/>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0"/>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0" name=""/>
          <p:cNvSpPr txBox="1"/>
          <p:nvPr/>
        </p:nvSpPr>
        <p:spPr>
          <a:xfrm>
            <a:off x="906840" y="1798200"/>
            <a:ext cx="914472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へサンプルアプリを読ませて開発（応⽤、⾼機能化）</a:t>
            </a:r>
            <a:endParaRPr lang="en-US" sz="3000" b="0" u="none" strike="noStrike">
              <a:solidFill>
                <a:srgbClr val="000000"/>
              </a:solidFill>
              <a:effectLst/>
              <a:uFillTx/>
              <a:latin typeface="游明朝体"/>
            </a:endParaRPr>
          </a:p>
        </p:txBody>
      </p:sp>
      <p:sp>
        <p:nvSpPr>
          <p:cNvPr id="1871" name=""/>
          <p:cNvSpPr txBox="1"/>
          <p:nvPr/>
        </p:nvSpPr>
        <p:spPr>
          <a:xfrm>
            <a:off x="799920" y="2638080"/>
            <a:ext cx="5616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1872" name=""/>
          <p:cNvSpPr txBox="1"/>
          <p:nvPr/>
        </p:nvSpPr>
        <p:spPr>
          <a:xfrm>
            <a:off x="1360800" y="2647080"/>
            <a:ext cx="3048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「気象データ分析チャレンジ」にて</a:t>
            </a:r>
            <a:endParaRPr lang="en-US" sz="1500" b="0" u="none" strike="noStrike">
              <a:solidFill>
                <a:srgbClr val="000000"/>
              </a:solidFill>
              <a:effectLst/>
              <a:uFillTx/>
              <a:latin typeface="游明朝体"/>
            </a:endParaRPr>
          </a:p>
        </p:txBody>
      </p:sp>
      <p:sp>
        <p:nvSpPr>
          <p:cNvPr id="1873" name=""/>
          <p:cNvSpPr txBox="1"/>
          <p:nvPr/>
        </p:nvSpPr>
        <p:spPr>
          <a:xfrm>
            <a:off x="4397400" y="2638080"/>
            <a:ext cx="6534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Python</a:t>
            </a:r>
            <a:endParaRPr lang="en-US" sz="1500" b="0" u="none" strike="noStrike">
              <a:solidFill>
                <a:srgbClr val="000000"/>
              </a:solidFill>
              <a:effectLst/>
              <a:uFillTx/>
              <a:latin typeface="游明朝体"/>
            </a:endParaRPr>
          </a:p>
        </p:txBody>
      </p:sp>
      <p:sp>
        <p:nvSpPr>
          <p:cNvPr id="1874" name=""/>
          <p:cNvSpPr/>
          <p:nvPr/>
        </p:nvSpPr>
        <p:spPr>
          <a:xfrm>
            <a:off x="618840" y="3124080"/>
            <a:ext cx="57600" cy="57600"/>
          </a:xfrm>
          <a:custGeom>
            <a:avLst/>
            <a:gdLst/>
            <a:ahLst/>
            <a:rect l="0" t="0" r="r" b="b"/>
            <a:pathLst>
              <a:path w="160" h="160">
                <a:moveTo>
                  <a:pt x="160" y="79"/>
                </a:moveTo>
                <a:cubicBezTo>
                  <a:pt x="160" y="90"/>
                  <a:pt x="158" y="101"/>
                  <a:pt x="154" y="111"/>
                </a:cubicBezTo>
                <a:cubicBezTo>
                  <a:pt x="150" y="120"/>
                  <a:pt x="144" y="129"/>
                  <a:pt x="137" y="136"/>
                </a:cubicBezTo>
                <a:cubicBezTo>
                  <a:pt x="129" y="144"/>
                  <a:pt x="121" y="150"/>
                  <a:pt x="111" y="154"/>
                </a:cubicBezTo>
                <a:cubicBezTo>
                  <a:pt x="101" y="158"/>
                  <a:pt x="90" y="160"/>
                  <a:pt x="80" y="160"/>
                </a:cubicBezTo>
                <a:cubicBezTo>
                  <a:pt x="69" y="160"/>
                  <a:pt x="59" y="158"/>
                  <a:pt x="49" y="154"/>
                </a:cubicBezTo>
                <a:cubicBezTo>
                  <a:pt x="40" y="150"/>
                  <a:pt x="31" y="144"/>
                  <a:pt x="24" y="136"/>
                </a:cubicBezTo>
                <a:cubicBezTo>
                  <a:pt x="16" y="129"/>
                  <a:pt x="10" y="120"/>
                  <a:pt x="6" y="111"/>
                </a:cubicBezTo>
                <a:cubicBezTo>
                  <a:pt x="2" y="101"/>
                  <a:pt x="0" y="90"/>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75" name=""/>
          <p:cNvSpPr txBox="1"/>
          <p:nvPr/>
        </p:nvSpPr>
        <p:spPr>
          <a:xfrm>
            <a:off x="5050440" y="2647080"/>
            <a:ext cx="4191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・気象データの取り扱い・機械学習の基礎を習得</a:t>
            </a:r>
            <a:endParaRPr lang="en-US" sz="1500" b="0" u="none" strike="noStrike">
              <a:solidFill>
                <a:srgbClr val="000000"/>
              </a:solidFill>
              <a:effectLst/>
              <a:uFillTx/>
              <a:latin typeface="游明朝体"/>
            </a:endParaRPr>
          </a:p>
        </p:txBody>
      </p:sp>
      <p:sp>
        <p:nvSpPr>
          <p:cNvPr id="1876" name=""/>
          <p:cNvSpPr txBox="1"/>
          <p:nvPr/>
        </p:nvSpPr>
        <p:spPr>
          <a:xfrm>
            <a:off x="799920" y="303768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同講座を通じて</a:t>
            </a:r>
            <a:endParaRPr lang="en-US" sz="1500" b="0" u="none" strike="noStrike">
              <a:solidFill>
                <a:srgbClr val="000000"/>
              </a:solidFill>
              <a:effectLst/>
              <a:uFillTx/>
              <a:latin typeface="游明朝体"/>
            </a:endParaRPr>
          </a:p>
        </p:txBody>
      </p:sp>
      <p:sp>
        <p:nvSpPr>
          <p:cNvPr id="1877" name=""/>
          <p:cNvSpPr txBox="1"/>
          <p:nvPr/>
        </p:nvSpPr>
        <p:spPr>
          <a:xfrm>
            <a:off x="2133720" y="30286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t>
            </a:r>
            <a:endParaRPr lang="en-US" sz="1500" b="0" u="none" strike="noStrike">
              <a:solidFill>
                <a:srgbClr val="000000"/>
              </a:solidFill>
              <a:effectLst/>
              <a:uFillTx/>
              <a:latin typeface="游明朝体"/>
            </a:endParaRPr>
          </a:p>
        </p:txBody>
      </p:sp>
      <p:sp>
        <p:nvSpPr>
          <p:cNvPr id="1878" name=""/>
          <p:cNvSpPr txBox="1"/>
          <p:nvPr/>
        </p:nvSpPr>
        <p:spPr>
          <a:xfrm>
            <a:off x="2267640" y="3037680"/>
            <a:ext cx="3810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農研機構メッシュ農業気象データシステム（</a:t>
            </a:r>
            <a:endParaRPr lang="en-US" sz="1500" b="0" u="none" strike="noStrike">
              <a:solidFill>
                <a:srgbClr val="000000"/>
              </a:solidFill>
              <a:effectLst/>
              <a:uFillTx/>
              <a:latin typeface="游明朝体"/>
            </a:endParaRPr>
          </a:p>
        </p:txBody>
      </p:sp>
      <p:sp>
        <p:nvSpPr>
          <p:cNvPr id="1879" name=""/>
          <p:cNvSpPr txBox="1"/>
          <p:nvPr/>
        </p:nvSpPr>
        <p:spPr>
          <a:xfrm>
            <a:off x="6056640" y="3028680"/>
            <a:ext cx="8157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AMGSDS</a:t>
            </a:r>
            <a:endParaRPr lang="en-US" sz="1500" b="0" u="none" strike="noStrike">
              <a:solidFill>
                <a:srgbClr val="000000"/>
              </a:solidFill>
              <a:effectLst/>
              <a:uFillTx/>
              <a:latin typeface="游明朝体"/>
            </a:endParaRPr>
          </a:p>
        </p:txBody>
      </p:sp>
      <p:sp>
        <p:nvSpPr>
          <p:cNvPr id="1880" name=""/>
          <p:cNvSpPr txBox="1"/>
          <p:nvPr/>
        </p:nvSpPr>
        <p:spPr>
          <a:xfrm>
            <a:off x="6871680" y="303768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1881" name=""/>
          <p:cNvSpPr txBox="1"/>
          <p:nvPr/>
        </p:nvSpPr>
        <p:spPr>
          <a:xfrm>
            <a:off x="7062120" y="30286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t>
            </a:r>
            <a:endParaRPr lang="en-US" sz="1500" b="0" u="none" strike="noStrike">
              <a:solidFill>
                <a:srgbClr val="000000"/>
              </a:solidFill>
              <a:effectLst/>
              <a:uFillTx/>
              <a:latin typeface="游明朝体"/>
            </a:endParaRPr>
          </a:p>
        </p:txBody>
      </p:sp>
      <p:sp>
        <p:nvSpPr>
          <p:cNvPr id="1882" name=""/>
          <p:cNvSpPr/>
          <p:nvPr/>
        </p:nvSpPr>
        <p:spPr>
          <a:xfrm>
            <a:off x="618840" y="3514680"/>
            <a:ext cx="57600" cy="57240"/>
          </a:xfrm>
          <a:custGeom>
            <a:avLst/>
            <a:gdLst/>
            <a:ahLst/>
            <a:rect l="0" t="0" r="r" b="b"/>
            <a:pathLst>
              <a:path w="160" h="159">
                <a:moveTo>
                  <a:pt x="160" y="79"/>
                </a:moveTo>
                <a:cubicBezTo>
                  <a:pt x="160" y="90"/>
                  <a:pt x="158" y="100"/>
                  <a:pt x="154" y="109"/>
                </a:cubicBezTo>
                <a:cubicBezTo>
                  <a:pt x="150" y="120"/>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20"/>
                  <a:pt x="6" y="109"/>
                </a:cubicBezTo>
                <a:cubicBezTo>
                  <a:pt x="2" y="100"/>
                  <a:pt x="0" y="90"/>
                  <a:pt x="0" y="79"/>
                </a:cubicBezTo>
                <a:cubicBezTo>
                  <a:pt x="0" y="68"/>
                  <a:pt x="2" y="58"/>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8"/>
                  <a:pt x="160" y="68"/>
                  <a:pt x="160"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83" name=""/>
          <p:cNvSpPr txBox="1"/>
          <p:nvPr/>
        </p:nvSpPr>
        <p:spPr>
          <a:xfrm>
            <a:off x="7196400" y="303768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の存在を確認</a:t>
            </a:r>
            <a:endParaRPr lang="en-US" sz="1500" b="0" u="none" strike="noStrike">
              <a:solidFill>
                <a:srgbClr val="000000"/>
              </a:solidFill>
              <a:effectLst/>
              <a:uFillTx/>
              <a:latin typeface="游明朝体"/>
            </a:endParaRPr>
          </a:p>
        </p:txBody>
      </p:sp>
      <p:sp>
        <p:nvSpPr>
          <p:cNvPr id="1884" name=""/>
          <p:cNvSpPr txBox="1"/>
          <p:nvPr/>
        </p:nvSpPr>
        <p:spPr>
          <a:xfrm>
            <a:off x="799920" y="342792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⿊良⽒の</a:t>
            </a:r>
            <a:endParaRPr lang="en-US" sz="1500" b="0" u="none" strike="noStrike">
              <a:solidFill>
                <a:srgbClr val="000000"/>
              </a:solidFill>
              <a:effectLst/>
              <a:uFillTx/>
              <a:latin typeface="游明朝体"/>
            </a:endParaRPr>
          </a:p>
        </p:txBody>
      </p:sp>
      <p:sp>
        <p:nvSpPr>
          <p:cNvPr id="1885" name=""/>
          <p:cNvSpPr txBox="1"/>
          <p:nvPr/>
        </p:nvSpPr>
        <p:spPr>
          <a:xfrm>
            <a:off x="1562040" y="3418920"/>
            <a:ext cx="5158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Note </a:t>
            </a:r>
            <a:endParaRPr lang="en-US" sz="1500" b="0" u="none" strike="noStrike">
              <a:solidFill>
                <a:srgbClr val="000000"/>
              </a:solidFill>
              <a:effectLst/>
              <a:uFillTx/>
              <a:latin typeface="游明朝体"/>
            </a:endParaRPr>
          </a:p>
        </p:txBody>
      </p:sp>
      <p:sp>
        <p:nvSpPr>
          <p:cNvPr id="1886" name=""/>
          <p:cNvSpPr txBox="1"/>
          <p:nvPr/>
        </p:nvSpPr>
        <p:spPr>
          <a:xfrm>
            <a:off x="2077200" y="3427920"/>
            <a:ext cx="1524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連載記事を参考に</a:t>
            </a:r>
            <a:endParaRPr lang="en-US" sz="1500" b="0" u="none" strike="noStrike">
              <a:solidFill>
                <a:srgbClr val="000000"/>
              </a:solidFill>
              <a:effectLst/>
              <a:uFillTx/>
              <a:latin typeface="游明朝体"/>
            </a:endParaRPr>
          </a:p>
        </p:txBody>
      </p:sp>
      <p:sp>
        <p:nvSpPr>
          <p:cNvPr id="1887" name=""/>
          <p:cNvSpPr txBox="1"/>
          <p:nvPr/>
        </p:nvSpPr>
        <p:spPr>
          <a:xfrm>
            <a:off x="3601080" y="3418920"/>
            <a:ext cx="6674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GRIB2 </a:t>
            </a:r>
            <a:endParaRPr lang="en-US" sz="1500" b="0" u="none" strike="noStrike">
              <a:solidFill>
                <a:srgbClr val="000000"/>
              </a:solidFill>
              <a:effectLst/>
              <a:uFillTx/>
              <a:latin typeface="游明朝体"/>
            </a:endParaRPr>
          </a:p>
        </p:txBody>
      </p:sp>
      <p:sp>
        <p:nvSpPr>
          <p:cNvPr id="1888" name=""/>
          <p:cNvSpPr/>
          <p:nvPr/>
        </p:nvSpPr>
        <p:spPr>
          <a:xfrm>
            <a:off x="618840" y="3904920"/>
            <a:ext cx="57600" cy="57600"/>
          </a:xfrm>
          <a:custGeom>
            <a:avLst/>
            <a:gdLst/>
            <a:ahLst/>
            <a:rect l="0" t="0" r="r" b="b"/>
            <a:pathLst>
              <a:path w="160" h="160">
                <a:moveTo>
                  <a:pt x="160" y="80"/>
                </a:moveTo>
                <a:cubicBezTo>
                  <a:pt x="160" y="90"/>
                  <a:pt x="158" y="100"/>
                  <a:pt x="154" y="110"/>
                </a:cubicBezTo>
                <a:cubicBezTo>
                  <a:pt x="150" y="120"/>
                  <a:pt x="144" y="128"/>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8"/>
                  <a:pt x="10" y="120"/>
                  <a:pt x="6" y="110"/>
                </a:cubicBezTo>
                <a:cubicBezTo>
                  <a:pt x="2" y="100"/>
                  <a:pt x="0" y="90"/>
                  <a:pt x="0" y="80"/>
                </a:cubicBezTo>
                <a:cubicBezTo>
                  <a:pt x="0" y="69"/>
                  <a:pt x="2" y="59"/>
                  <a:pt x="6" y="49"/>
                </a:cubicBezTo>
                <a:cubicBezTo>
                  <a:pt x="10" y="40"/>
                  <a:pt x="16" y="31"/>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1"/>
                  <a:pt x="150" y="40"/>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889" name=""/>
          <p:cNvSpPr txBox="1"/>
          <p:nvPr/>
        </p:nvSpPr>
        <p:spPr>
          <a:xfrm>
            <a:off x="4267800" y="3427920"/>
            <a:ext cx="4572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データの読み込み処理と天気図作成スクリプトを実装</a:t>
            </a:r>
            <a:endParaRPr lang="en-US" sz="1500" b="0" u="none" strike="noStrike">
              <a:solidFill>
                <a:srgbClr val="000000"/>
              </a:solidFill>
              <a:effectLst/>
              <a:uFillTx/>
              <a:latin typeface="游明朝体"/>
            </a:endParaRPr>
          </a:p>
        </p:txBody>
      </p:sp>
      <p:sp>
        <p:nvSpPr>
          <p:cNvPr id="1890" name=""/>
          <p:cNvSpPr txBox="1"/>
          <p:nvPr/>
        </p:nvSpPr>
        <p:spPr>
          <a:xfrm>
            <a:off x="799920" y="381852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気象台職員の</a:t>
            </a:r>
            <a:endParaRPr lang="en-US" sz="1500" b="0" u="none" strike="noStrike">
              <a:solidFill>
                <a:srgbClr val="000000"/>
              </a:solidFill>
              <a:effectLst/>
              <a:uFillTx/>
              <a:latin typeface="游明朝体"/>
            </a:endParaRPr>
          </a:p>
        </p:txBody>
      </p:sp>
      <p:sp>
        <p:nvSpPr>
          <p:cNvPr id="1891" name=""/>
          <p:cNvSpPr txBox="1"/>
          <p:nvPr/>
        </p:nvSpPr>
        <p:spPr>
          <a:xfrm>
            <a:off x="1942920" y="3809520"/>
            <a:ext cx="3603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1892" name=""/>
          <p:cNvSpPr txBox="1"/>
          <p:nvPr/>
        </p:nvSpPr>
        <p:spPr>
          <a:xfrm>
            <a:off x="2302920" y="3818520"/>
            <a:ext cx="1524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アプリのコード（</a:t>
            </a:r>
            <a:endParaRPr lang="en-US" sz="1500" b="0" u="none" strike="noStrike">
              <a:solidFill>
                <a:srgbClr val="000000"/>
              </a:solidFill>
              <a:effectLst/>
              <a:uFillTx/>
              <a:latin typeface="游明朝体"/>
            </a:endParaRPr>
          </a:p>
        </p:txBody>
      </p:sp>
      <p:sp>
        <p:nvSpPr>
          <p:cNvPr id="1893" name=""/>
          <p:cNvSpPr txBox="1"/>
          <p:nvPr/>
        </p:nvSpPr>
        <p:spPr>
          <a:xfrm>
            <a:off x="3826800" y="3809520"/>
            <a:ext cx="8190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javascript</a:t>
            </a:r>
            <a:endParaRPr lang="en-US" sz="1500" b="0" u="none" strike="noStrike">
              <a:solidFill>
                <a:srgbClr val="000000"/>
              </a:solidFill>
              <a:effectLst/>
              <a:uFillTx/>
              <a:latin typeface="游明朝体"/>
            </a:endParaRPr>
          </a:p>
        </p:txBody>
      </p:sp>
      <p:sp>
        <p:nvSpPr>
          <p:cNvPr id="1894" name=""/>
          <p:cNvSpPr txBox="1"/>
          <p:nvPr/>
        </p:nvSpPr>
        <p:spPr>
          <a:xfrm>
            <a:off x="4645080" y="381852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）を</a:t>
            </a:r>
            <a:endParaRPr lang="en-US" sz="1500" b="0" u="none" strike="noStrike">
              <a:solidFill>
                <a:srgbClr val="000000"/>
              </a:solidFill>
              <a:effectLst/>
              <a:uFillTx/>
              <a:latin typeface="游明朝体"/>
            </a:endParaRPr>
          </a:p>
        </p:txBody>
      </p:sp>
      <p:sp>
        <p:nvSpPr>
          <p:cNvPr id="1895" name=""/>
          <p:cNvSpPr txBox="1"/>
          <p:nvPr/>
        </p:nvSpPr>
        <p:spPr>
          <a:xfrm>
            <a:off x="5026320" y="380952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896" name=""/>
          <p:cNvSpPr txBox="1"/>
          <p:nvPr/>
        </p:nvSpPr>
        <p:spPr>
          <a:xfrm>
            <a:off x="5198760" y="381852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に読ませて、</a:t>
            </a:r>
            <a:endParaRPr lang="en-US" sz="1500" b="0" u="none" strike="noStrike">
              <a:solidFill>
                <a:srgbClr val="000000"/>
              </a:solidFill>
              <a:effectLst/>
              <a:uFillTx/>
              <a:latin typeface="游明朝体"/>
            </a:endParaRPr>
          </a:p>
        </p:txBody>
      </p:sp>
      <p:sp>
        <p:nvSpPr>
          <p:cNvPr id="1897" name=""/>
          <p:cNvSpPr txBox="1"/>
          <p:nvPr/>
        </p:nvSpPr>
        <p:spPr>
          <a:xfrm>
            <a:off x="6334200" y="3809520"/>
            <a:ext cx="3603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1898" name=""/>
          <p:cNvSpPr txBox="1"/>
          <p:nvPr/>
        </p:nvSpPr>
        <p:spPr>
          <a:xfrm>
            <a:off x="6693840" y="3818520"/>
            <a:ext cx="2858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アプリを作成（コード変換も簡単</a:t>
            </a:r>
            <a:endParaRPr lang="en-US" sz="1500" b="0" u="none" strike="noStrike">
              <a:solidFill>
                <a:srgbClr val="000000"/>
              </a:solidFill>
              <a:effectLst/>
              <a:uFillTx/>
              <a:latin typeface="游明朝体"/>
            </a:endParaRPr>
          </a:p>
        </p:txBody>
      </p:sp>
      <p:sp>
        <p:nvSpPr>
          <p:cNvPr id="1899" name=""/>
          <p:cNvSpPr txBox="1"/>
          <p:nvPr/>
        </p:nvSpPr>
        <p:spPr>
          <a:xfrm>
            <a:off x="9551520" y="3809520"/>
            <a:ext cx="17640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python&lt;-&gt;javascript</a:t>
            </a:r>
            <a:endParaRPr lang="en-US" sz="1500" b="0" u="none" strike="noStrike">
              <a:solidFill>
                <a:srgbClr val="000000"/>
              </a:solidFill>
              <a:effectLst/>
              <a:uFillTx/>
              <a:latin typeface="游明朝体"/>
            </a:endParaRPr>
          </a:p>
        </p:txBody>
      </p:sp>
      <p:sp>
        <p:nvSpPr>
          <p:cNvPr id="1900" name=""/>
          <p:cNvSpPr/>
          <p:nvPr/>
        </p:nvSpPr>
        <p:spPr>
          <a:xfrm>
            <a:off x="618840" y="4295520"/>
            <a:ext cx="57600" cy="57600"/>
          </a:xfrm>
          <a:custGeom>
            <a:avLst/>
            <a:gdLst/>
            <a:ahLst/>
            <a:rect l="0" t="0" r="r" b="b"/>
            <a:pathLst>
              <a:path w="160" h="160">
                <a:moveTo>
                  <a:pt x="160" y="80"/>
                </a:moveTo>
                <a:cubicBezTo>
                  <a:pt x="160" y="90"/>
                  <a:pt x="158" y="100"/>
                  <a:pt x="154" y="110"/>
                </a:cubicBezTo>
                <a:cubicBezTo>
                  <a:pt x="150" y="120"/>
                  <a:pt x="144" y="128"/>
                  <a:pt x="137" y="136"/>
                </a:cubicBezTo>
                <a:cubicBezTo>
                  <a:pt x="129" y="143"/>
                  <a:pt x="121" y="149"/>
                  <a:pt x="111" y="153"/>
                </a:cubicBezTo>
                <a:cubicBezTo>
                  <a:pt x="101" y="158"/>
                  <a:pt x="90" y="160"/>
                  <a:pt x="80" y="160"/>
                </a:cubicBezTo>
                <a:cubicBezTo>
                  <a:pt x="69" y="160"/>
                  <a:pt x="59" y="158"/>
                  <a:pt x="49" y="153"/>
                </a:cubicBezTo>
                <a:cubicBezTo>
                  <a:pt x="40" y="149"/>
                  <a:pt x="31" y="143"/>
                  <a:pt x="24" y="136"/>
                </a:cubicBezTo>
                <a:cubicBezTo>
                  <a:pt x="16" y="128"/>
                  <a:pt x="10" y="120"/>
                  <a:pt x="6" y="110"/>
                </a:cubicBezTo>
                <a:cubicBezTo>
                  <a:pt x="2" y="100"/>
                  <a:pt x="0" y="90"/>
                  <a:pt x="0" y="80"/>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01" name=""/>
          <p:cNvSpPr txBox="1"/>
          <p:nvPr/>
        </p:nvSpPr>
        <p:spPr>
          <a:xfrm>
            <a:off x="11314800" y="381852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1902" name=""/>
          <p:cNvSpPr txBox="1"/>
          <p:nvPr/>
        </p:nvSpPr>
        <p:spPr>
          <a:xfrm>
            <a:off x="799920" y="4209120"/>
            <a:ext cx="3429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公開されている教材コードをベースに、</a:t>
            </a:r>
            <a:endParaRPr lang="en-US" sz="1500" b="0" u="none" strike="noStrike">
              <a:solidFill>
                <a:srgbClr val="000000"/>
              </a:solidFill>
              <a:effectLst/>
              <a:uFillTx/>
              <a:latin typeface="游明朝体"/>
            </a:endParaRPr>
          </a:p>
        </p:txBody>
      </p:sp>
      <p:sp>
        <p:nvSpPr>
          <p:cNvPr id="1903" name=""/>
          <p:cNvSpPr txBox="1"/>
          <p:nvPr/>
        </p:nvSpPr>
        <p:spPr>
          <a:xfrm>
            <a:off x="4194720" y="4200120"/>
            <a:ext cx="11721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Claude Code </a:t>
            </a:r>
            <a:endParaRPr lang="en-US" sz="1500" b="0" u="none" strike="noStrike">
              <a:solidFill>
                <a:srgbClr val="000000"/>
              </a:solidFill>
              <a:effectLst/>
              <a:uFillTx/>
              <a:latin typeface="游明朝体"/>
            </a:endParaRPr>
          </a:p>
        </p:txBody>
      </p:sp>
      <p:sp>
        <p:nvSpPr>
          <p:cNvPr id="1904" name=""/>
          <p:cNvSpPr txBox="1"/>
          <p:nvPr/>
        </p:nvSpPr>
        <p:spPr>
          <a:xfrm>
            <a:off x="5366160" y="4209120"/>
            <a:ext cx="2096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で機能追加・改修を実施</a:t>
            </a:r>
            <a:endParaRPr lang="en-US" sz="1500" b="0" u="none" strike="noStrike">
              <a:solidFill>
                <a:srgbClr val="000000"/>
              </a:solidFill>
              <a:effectLst/>
              <a:uFillTx/>
              <a:latin typeface="游明朝体"/>
            </a:endParaRPr>
          </a:p>
        </p:txBody>
      </p:sp>
      <p:sp>
        <p:nvSpPr>
          <p:cNvPr id="1905" name=""/>
          <p:cNvSpPr txBox="1"/>
          <p:nvPr/>
        </p:nvSpPr>
        <p:spPr>
          <a:xfrm>
            <a:off x="723960" y="4770000"/>
            <a:ext cx="308376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教材・サンプルコードを⼟台として、</a:t>
            </a:r>
            <a:endParaRPr lang="en-US" sz="1430" b="0" u="none" strike="noStrike">
              <a:solidFill>
                <a:srgbClr val="000000"/>
              </a:solidFill>
              <a:effectLst/>
              <a:uFillTx/>
              <a:latin typeface="游明朝体"/>
            </a:endParaRPr>
          </a:p>
        </p:txBody>
      </p:sp>
      <p:sp>
        <p:nvSpPr>
          <p:cNvPr id="1906" name=""/>
          <p:cNvSpPr txBox="1"/>
          <p:nvPr/>
        </p:nvSpPr>
        <p:spPr>
          <a:xfrm>
            <a:off x="3767760" y="4761720"/>
            <a:ext cx="111600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Claude Code </a:t>
            </a:r>
            <a:endParaRPr lang="en-US" sz="1430" b="0" u="none" strike="noStrike">
              <a:solidFill>
                <a:srgbClr val="000000"/>
              </a:solidFill>
              <a:effectLst/>
              <a:uFillTx/>
              <a:latin typeface="游明朝体"/>
            </a:endParaRPr>
          </a:p>
        </p:txBody>
      </p:sp>
      <p:sp>
        <p:nvSpPr>
          <p:cNvPr id="1907" name=""/>
          <p:cNvSpPr txBox="1"/>
          <p:nvPr/>
        </p:nvSpPr>
        <p:spPr>
          <a:xfrm>
            <a:off x="4880880" y="4770000"/>
            <a:ext cx="326520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と共に機能を拡張していく開発スタイル</a:t>
            </a:r>
            <a:endParaRPr lang="en-US" sz="1430" b="0" u="none" strike="noStrike">
              <a:solidFill>
                <a:srgbClr val="000000"/>
              </a:solidFill>
              <a:effectLst/>
              <a:uFillTx/>
              <a:latin typeface="游明朝体"/>
            </a:endParaRPr>
          </a:p>
        </p:txBody>
      </p:sp>
      <p:sp>
        <p:nvSpPr>
          <p:cNvPr id="1908"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7</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1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1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DBE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12" name=""/>
          <p:cNvSpPr/>
          <p:nvPr/>
        </p:nvSpPr>
        <p:spPr>
          <a:xfrm>
            <a:off x="533160" y="36860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13" name=""/>
          <p:cNvSpPr txBox="1"/>
          <p:nvPr/>
        </p:nvSpPr>
        <p:spPr>
          <a:xfrm>
            <a:off x="533520" y="3169800"/>
            <a:ext cx="3429720" cy="381240"/>
          </a:xfrm>
          <a:prstGeom prst="rect">
            <a:avLst/>
          </a:prstGeom>
          <a:noFill/>
          <a:ln w="0">
            <a:noFill/>
          </a:ln>
        </p:spPr>
        <p:txBody>
          <a:bodyPr wrap="none" lIns="0" tIns="0" rIns="0" bIns="0" anchor="t">
            <a:spAutoFit/>
          </a:bodyPr>
          <a:p>
            <a:pPr/>
            <a:r>
              <a:rPr lang="ja-JP" sz="3000" b="1" u="none" strike="noStrike">
                <a:solidFill>
                  <a:srgbClr val="1E3A8A"/>
                </a:solidFill>
                <a:effectLst/>
                <a:uFillTx/>
                <a:latin typeface="HiraginoSans-W8"/>
                <a:ea typeface="HiraginoSans-W8"/>
              </a:rPr>
              <a:t>開発したプロダクト</a:t>
            </a:r>
            <a:endParaRPr lang="en-US" sz="300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17"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18" name=""/>
          <p:cNvSpPr/>
          <p:nvPr/>
        </p:nvSpPr>
        <p:spPr>
          <a:xfrm>
            <a:off x="552240" y="5810040"/>
            <a:ext cx="11106360" cy="733680"/>
          </a:xfrm>
          <a:custGeom>
            <a:avLst/>
            <a:gdLst/>
            <a:ahLst/>
            <a:rect l="0" t="0" r="r" b="b"/>
            <a:pathLst>
              <a:path w="30851" h="2038">
                <a:moveTo>
                  <a:pt x="0" y="2038"/>
                </a:moveTo>
                <a:lnTo>
                  <a:pt x="0" y="0"/>
                </a:lnTo>
                <a:lnTo>
                  <a:pt x="30746" y="0"/>
                </a:lnTo>
                <a:cubicBezTo>
                  <a:pt x="30760" y="0"/>
                  <a:pt x="30773" y="3"/>
                  <a:pt x="30786" y="8"/>
                </a:cubicBezTo>
                <a:cubicBezTo>
                  <a:pt x="30799" y="14"/>
                  <a:pt x="30811" y="21"/>
                  <a:pt x="30820" y="31"/>
                </a:cubicBezTo>
                <a:cubicBezTo>
                  <a:pt x="30830" y="41"/>
                  <a:pt x="30838" y="52"/>
                  <a:pt x="30843" y="65"/>
                </a:cubicBezTo>
                <a:cubicBezTo>
                  <a:pt x="30849" y="78"/>
                  <a:pt x="30851" y="92"/>
                  <a:pt x="30851" y="106"/>
                </a:cubicBezTo>
                <a:lnTo>
                  <a:pt x="30851" y="1933"/>
                </a:lnTo>
                <a:cubicBezTo>
                  <a:pt x="30851" y="1947"/>
                  <a:pt x="30849" y="1960"/>
                  <a:pt x="30843" y="1973"/>
                </a:cubicBezTo>
                <a:cubicBezTo>
                  <a:pt x="30838" y="1986"/>
                  <a:pt x="30830" y="1997"/>
                  <a:pt x="30820" y="2007"/>
                </a:cubicBezTo>
                <a:cubicBezTo>
                  <a:pt x="30811" y="2017"/>
                  <a:pt x="30799" y="2025"/>
                  <a:pt x="30786" y="2030"/>
                </a:cubicBezTo>
                <a:cubicBezTo>
                  <a:pt x="30773" y="2036"/>
                  <a:pt x="30760" y="2038"/>
                  <a:pt x="30746" y="2038"/>
                </a:cubicBezTo>
                <a:lnTo>
                  <a:pt x="0" y="2038"/>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19" name=""/>
          <p:cNvSpPr/>
          <p:nvPr/>
        </p:nvSpPr>
        <p:spPr>
          <a:xfrm>
            <a:off x="533160" y="5810040"/>
            <a:ext cx="38520" cy="733680"/>
          </a:xfrm>
          <a:custGeom>
            <a:avLst/>
            <a:gdLst/>
            <a:ahLst/>
            <a:rect l="0" t="0" r="r" b="b"/>
            <a:pathLst>
              <a:path w="107" h="2038">
                <a:moveTo>
                  <a:pt x="0" y="0"/>
                </a:moveTo>
                <a:lnTo>
                  <a:pt x="107" y="0"/>
                </a:lnTo>
                <a:lnTo>
                  <a:pt x="107" y="2038"/>
                </a:lnTo>
                <a:lnTo>
                  <a:pt x="0" y="2038"/>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20" name=""/>
          <p:cNvSpPr txBox="1"/>
          <p:nvPr/>
        </p:nvSpPr>
        <p:spPr>
          <a:xfrm>
            <a:off x="533520" y="475560"/>
            <a:ext cx="38052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5</a:t>
            </a:r>
            <a:endParaRPr lang="en-US" sz="3000" b="0" u="none" strike="noStrike">
              <a:solidFill>
                <a:srgbClr val="000000"/>
              </a:solidFill>
              <a:effectLst/>
              <a:uFillTx/>
              <a:latin typeface="游明朝体"/>
            </a:endParaRPr>
          </a:p>
        </p:txBody>
      </p:sp>
      <p:sp>
        <p:nvSpPr>
          <p:cNvPr id="1921" name=""/>
          <p:cNvSpPr txBox="1"/>
          <p:nvPr/>
        </p:nvSpPr>
        <p:spPr>
          <a:xfrm>
            <a:off x="745200" y="493560"/>
            <a:ext cx="571572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気象モデルによる進路予測の⽐較</a:t>
            </a:r>
            <a:endParaRPr lang="en-US" sz="3000" b="0" u="none" strike="noStrike">
              <a:solidFill>
                <a:srgbClr val="000000"/>
              </a:solidFill>
              <a:effectLst/>
              <a:uFillTx/>
              <a:latin typeface="游明朝体"/>
            </a:endParaRPr>
          </a:p>
        </p:txBody>
      </p:sp>
      <p:sp>
        <p:nvSpPr>
          <p:cNvPr id="1922" name=""/>
          <p:cNvSpPr txBox="1"/>
          <p:nvPr/>
        </p:nvSpPr>
        <p:spPr>
          <a:xfrm>
            <a:off x="533520" y="1304640"/>
            <a:ext cx="4345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GSM</a:t>
            </a:r>
            <a:endParaRPr lang="en-US" sz="1500" b="0" u="none" strike="noStrike">
              <a:solidFill>
                <a:srgbClr val="000000"/>
              </a:solidFill>
              <a:effectLst/>
              <a:uFillTx/>
              <a:latin typeface="游明朝体"/>
            </a:endParaRPr>
          </a:p>
        </p:txBody>
      </p:sp>
      <p:sp>
        <p:nvSpPr>
          <p:cNvPr id="1923" name=""/>
          <p:cNvSpPr txBox="1"/>
          <p:nvPr/>
        </p:nvSpPr>
        <p:spPr>
          <a:xfrm>
            <a:off x="967320" y="1313640"/>
            <a:ext cx="953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（気象庁）</a:t>
            </a:r>
            <a:endParaRPr lang="en-US" sz="1500" b="0" u="none" strike="noStrike">
              <a:solidFill>
                <a:srgbClr val="000000"/>
              </a:solidFill>
              <a:effectLst/>
              <a:uFillTx/>
              <a:latin typeface="游明朝体"/>
            </a:endParaRPr>
          </a:p>
        </p:txBody>
      </p:sp>
      <p:sp>
        <p:nvSpPr>
          <p:cNvPr id="1924" name=""/>
          <p:cNvSpPr txBox="1"/>
          <p:nvPr/>
        </p:nvSpPr>
        <p:spPr>
          <a:xfrm>
            <a:off x="1919880" y="1304640"/>
            <a:ext cx="7063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ECMWF</a:t>
            </a:r>
            <a:endParaRPr lang="en-US" sz="1500" b="0" u="none" strike="noStrike">
              <a:solidFill>
                <a:srgbClr val="000000"/>
              </a:solidFill>
              <a:effectLst/>
              <a:uFillTx/>
              <a:latin typeface="游明朝体"/>
            </a:endParaRPr>
          </a:p>
        </p:txBody>
      </p:sp>
      <p:sp>
        <p:nvSpPr>
          <p:cNvPr id="1925" name=""/>
          <p:cNvSpPr txBox="1"/>
          <p:nvPr/>
        </p:nvSpPr>
        <p:spPr>
          <a:xfrm>
            <a:off x="2625480" y="1313640"/>
            <a:ext cx="2286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（欧州中期予報センター）</a:t>
            </a:r>
            <a:endParaRPr lang="en-US" sz="1500" b="0" u="none" strike="noStrike">
              <a:solidFill>
                <a:srgbClr val="000000"/>
              </a:solidFill>
              <a:effectLst/>
              <a:uFillTx/>
              <a:latin typeface="游明朝体"/>
            </a:endParaRPr>
          </a:p>
        </p:txBody>
      </p:sp>
      <p:sp>
        <p:nvSpPr>
          <p:cNvPr id="1926" name=""/>
          <p:cNvSpPr txBox="1"/>
          <p:nvPr/>
        </p:nvSpPr>
        <p:spPr>
          <a:xfrm>
            <a:off x="4911480" y="1304640"/>
            <a:ext cx="3780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GFS</a:t>
            </a:r>
            <a:endParaRPr lang="en-US" sz="1500" b="0" u="none" strike="noStrike">
              <a:solidFill>
                <a:srgbClr val="000000"/>
              </a:solidFill>
              <a:effectLst/>
              <a:uFillTx/>
              <a:latin typeface="游明朝体"/>
            </a:endParaRPr>
          </a:p>
        </p:txBody>
      </p:sp>
      <p:sp>
        <p:nvSpPr>
          <p:cNvPr id="1927" name=""/>
          <p:cNvSpPr txBox="1"/>
          <p:nvPr/>
        </p:nvSpPr>
        <p:spPr>
          <a:xfrm>
            <a:off x="5288760" y="131364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（⽶国）</a:t>
            </a:r>
            <a:endParaRPr lang="en-US" sz="1500" b="0" u="none" strike="noStrike">
              <a:solidFill>
                <a:srgbClr val="000000"/>
              </a:solidFill>
              <a:effectLst/>
              <a:uFillTx/>
              <a:latin typeface="游明朝体"/>
            </a:endParaRPr>
          </a:p>
        </p:txBody>
      </p:sp>
      <p:sp>
        <p:nvSpPr>
          <p:cNvPr id="1928" name=""/>
          <p:cNvSpPr txBox="1"/>
          <p:nvPr/>
        </p:nvSpPr>
        <p:spPr>
          <a:xfrm>
            <a:off x="6050880" y="1304640"/>
            <a:ext cx="13161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AIFS,AIFS-ENS</a:t>
            </a:r>
            <a:endParaRPr lang="en-US" sz="1500" b="0" u="none" strike="noStrike">
              <a:solidFill>
                <a:srgbClr val="000000"/>
              </a:solidFill>
              <a:effectLst/>
              <a:uFillTx/>
              <a:latin typeface="游明朝体"/>
            </a:endParaRPr>
          </a:p>
        </p:txBody>
      </p:sp>
      <p:sp>
        <p:nvSpPr>
          <p:cNvPr id="1929" name=""/>
          <p:cNvSpPr txBox="1"/>
          <p:nvPr/>
        </p:nvSpPr>
        <p:spPr>
          <a:xfrm>
            <a:off x="7366320" y="131364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1930" name=""/>
          <p:cNvSpPr txBox="1"/>
          <p:nvPr/>
        </p:nvSpPr>
        <p:spPr>
          <a:xfrm>
            <a:off x="7557120" y="1304640"/>
            <a:ext cx="9320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ECMWF AI</a:t>
            </a:r>
            <a:endParaRPr lang="en-US" sz="1500" b="0" u="none" strike="noStrike">
              <a:solidFill>
                <a:srgbClr val="000000"/>
              </a:solidFill>
              <a:effectLst/>
              <a:uFillTx/>
              <a:latin typeface="游明朝体"/>
            </a:endParaRPr>
          </a:p>
        </p:txBody>
      </p:sp>
      <p:sp>
        <p:nvSpPr>
          <p:cNvPr id="1931" name=""/>
          <p:cNvSpPr txBox="1"/>
          <p:nvPr/>
        </p:nvSpPr>
        <p:spPr>
          <a:xfrm>
            <a:off x="8488440" y="1313640"/>
            <a:ext cx="3048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予測）による地上気圧予報を並列表</a:t>
            </a:r>
            <a:endParaRPr lang="en-US" sz="1500" b="0" u="none" strike="noStrike">
              <a:solidFill>
                <a:srgbClr val="000000"/>
              </a:solidFill>
              <a:effectLst/>
              <a:uFillTx/>
              <a:latin typeface="游明朝体"/>
            </a:endParaRPr>
          </a:p>
        </p:txBody>
      </p:sp>
      <p:sp>
        <p:nvSpPr>
          <p:cNvPr id="1932" name=""/>
          <p:cNvSpPr txBox="1"/>
          <p:nvPr/>
        </p:nvSpPr>
        <p:spPr>
          <a:xfrm>
            <a:off x="533520" y="159912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1933" name=""/>
          <p:cNvSpPr txBox="1"/>
          <p:nvPr/>
        </p:nvSpPr>
        <p:spPr>
          <a:xfrm>
            <a:off x="533520" y="188496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例</a:t>
            </a:r>
            <a:endParaRPr lang="en-US" sz="1500" b="0" u="none" strike="noStrike">
              <a:solidFill>
                <a:srgbClr val="000000"/>
              </a:solidFill>
              <a:effectLst/>
              <a:uFillTx/>
              <a:latin typeface="游明朝体"/>
            </a:endParaRPr>
          </a:p>
        </p:txBody>
      </p:sp>
      <p:sp>
        <p:nvSpPr>
          <p:cNvPr id="1934" name=""/>
          <p:cNvSpPr txBox="1"/>
          <p:nvPr/>
        </p:nvSpPr>
        <p:spPr>
          <a:xfrm>
            <a:off x="723960" y="1875960"/>
            <a:ext cx="8632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FT=132h</a:t>
            </a:r>
            <a:endParaRPr lang="en-US" sz="1500" b="0" u="none" strike="noStrike">
              <a:solidFill>
                <a:srgbClr val="000000"/>
              </a:solidFill>
              <a:effectLst/>
              <a:uFillTx/>
              <a:latin typeface="游明朝体"/>
            </a:endParaRPr>
          </a:p>
        </p:txBody>
      </p:sp>
      <p:sp>
        <p:nvSpPr>
          <p:cNvPr id="1935" name=""/>
          <p:cNvSpPr txBox="1"/>
          <p:nvPr/>
        </p:nvSpPr>
        <p:spPr>
          <a:xfrm>
            <a:off x="1586520" y="1884960"/>
            <a:ext cx="572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予報（</a:t>
            </a:r>
            <a:endParaRPr lang="en-US" sz="1500" b="0" u="none" strike="noStrike">
              <a:solidFill>
                <a:srgbClr val="000000"/>
              </a:solidFill>
              <a:effectLst/>
              <a:uFillTx/>
              <a:latin typeface="游明朝体"/>
            </a:endParaRPr>
          </a:p>
        </p:txBody>
      </p:sp>
      <p:sp>
        <p:nvSpPr>
          <p:cNvPr id="1936" name=""/>
          <p:cNvSpPr txBox="1"/>
          <p:nvPr/>
        </p:nvSpPr>
        <p:spPr>
          <a:xfrm>
            <a:off x="2157840" y="1875960"/>
            <a:ext cx="5407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7/10 9</a:t>
            </a:r>
            <a:endParaRPr lang="en-US" sz="1500" b="0" u="none" strike="noStrike">
              <a:solidFill>
                <a:srgbClr val="000000"/>
              </a:solidFill>
              <a:effectLst/>
              <a:uFillTx/>
              <a:latin typeface="游明朝体"/>
            </a:endParaRPr>
          </a:p>
        </p:txBody>
      </p:sp>
      <p:sp>
        <p:nvSpPr>
          <p:cNvPr id="1937" name=""/>
          <p:cNvSpPr txBox="1"/>
          <p:nvPr/>
        </p:nvSpPr>
        <p:spPr>
          <a:xfrm>
            <a:off x="2698200" y="188496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時</a:t>
            </a:r>
            <a:endParaRPr lang="en-US" sz="1500" b="0" u="none" strike="noStrike">
              <a:solidFill>
                <a:srgbClr val="000000"/>
              </a:solidFill>
              <a:effectLst/>
              <a:uFillTx/>
              <a:latin typeface="游明朝体"/>
            </a:endParaRPr>
          </a:p>
        </p:txBody>
      </p:sp>
      <p:sp>
        <p:nvSpPr>
          <p:cNvPr id="1938" name=""/>
          <p:cNvSpPr txBox="1"/>
          <p:nvPr/>
        </p:nvSpPr>
        <p:spPr>
          <a:xfrm>
            <a:off x="2888640" y="1875960"/>
            <a:ext cx="3322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JST</a:t>
            </a:r>
            <a:endParaRPr lang="en-US" sz="1500" b="0" u="none" strike="noStrike">
              <a:solidFill>
                <a:srgbClr val="000000"/>
              </a:solidFill>
              <a:effectLst/>
              <a:uFillTx/>
              <a:latin typeface="游明朝体"/>
            </a:endParaRPr>
          </a:p>
        </p:txBody>
      </p:sp>
      <p:pic>
        <p:nvPicPr>
          <p:cNvPr id="1939" name=""/>
          <p:cNvPicPr/>
          <p:nvPr/>
        </p:nvPicPr>
        <p:blipFill>
          <a:blip r:embed="rId1"/>
          <a:stretch/>
        </p:blipFill>
        <p:spPr>
          <a:xfrm>
            <a:off x="619200" y="2286000"/>
            <a:ext cx="10953360" cy="3295440"/>
          </a:xfrm>
          <a:prstGeom prst="rect">
            <a:avLst/>
          </a:prstGeom>
          <a:noFill/>
          <a:ln w="0">
            <a:noFill/>
          </a:ln>
        </p:spPr>
      </p:pic>
      <p:sp>
        <p:nvSpPr>
          <p:cNvPr id="1940" name=""/>
          <p:cNvSpPr txBox="1"/>
          <p:nvPr/>
        </p:nvSpPr>
        <p:spPr>
          <a:xfrm>
            <a:off x="3220200" y="188496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時点）。</a:t>
            </a:r>
            <a:endParaRPr lang="en-US" sz="1500" b="0" u="none" strike="noStrike">
              <a:solidFill>
                <a:srgbClr val="000000"/>
              </a:solidFill>
              <a:effectLst/>
              <a:uFillTx/>
              <a:latin typeface="游明朝体"/>
            </a:endParaRPr>
          </a:p>
        </p:txBody>
      </p:sp>
      <p:sp>
        <p:nvSpPr>
          <p:cNvPr id="1941" name=""/>
          <p:cNvSpPr txBox="1"/>
          <p:nvPr/>
        </p:nvSpPr>
        <p:spPr>
          <a:xfrm>
            <a:off x="723960" y="5933160"/>
            <a:ext cx="46440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GSM </a:t>
            </a:r>
            <a:endParaRPr lang="en-US" sz="1430" b="0" u="none" strike="noStrike">
              <a:solidFill>
                <a:srgbClr val="000000"/>
              </a:solidFill>
              <a:effectLst/>
              <a:uFillTx/>
              <a:latin typeface="游明朝体"/>
            </a:endParaRPr>
          </a:p>
        </p:txBody>
      </p:sp>
      <p:sp>
        <p:nvSpPr>
          <p:cNvPr id="1942" name=""/>
          <p:cNvSpPr txBox="1"/>
          <p:nvPr/>
        </p:nvSpPr>
        <p:spPr>
          <a:xfrm>
            <a:off x="1186560" y="5941800"/>
            <a:ext cx="54468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を含む</a:t>
            </a:r>
            <a:endParaRPr lang="en-US" sz="1430" b="0" u="none" strike="noStrike">
              <a:solidFill>
                <a:srgbClr val="000000"/>
              </a:solidFill>
              <a:effectLst/>
              <a:uFillTx/>
              <a:latin typeface="游明朝体"/>
            </a:endParaRPr>
          </a:p>
        </p:txBody>
      </p:sp>
      <p:sp>
        <p:nvSpPr>
          <p:cNvPr id="1943" name=""/>
          <p:cNvSpPr txBox="1"/>
          <p:nvPr/>
        </p:nvSpPr>
        <p:spPr>
          <a:xfrm>
            <a:off x="1729440" y="5933160"/>
            <a:ext cx="1807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5</a:t>
            </a:r>
            <a:endParaRPr lang="en-US" sz="1430" b="0" u="none" strike="noStrike">
              <a:solidFill>
                <a:srgbClr val="000000"/>
              </a:solidFill>
              <a:effectLst/>
              <a:uFillTx/>
              <a:latin typeface="游明朝体"/>
            </a:endParaRPr>
          </a:p>
        </p:txBody>
      </p:sp>
      <p:sp>
        <p:nvSpPr>
          <p:cNvPr id="1944" name=""/>
          <p:cNvSpPr txBox="1"/>
          <p:nvPr/>
        </p:nvSpPr>
        <p:spPr>
          <a:xfrm>
            <a:off x="1829880" y="5941800"/>
            <a:ext cx="562284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モデル⽐較表⽰は独⾃開発。台⾵接近時の進路確認に活⽤している。</a:t>
            </a:r>
            <a:endParaRPr lang="en-US" sz="1430" b="0" u="none" strike="noStrike">
              <a:solidFill>
                <a:srgbClr val="000000"/>
              </a:solidFill>
              <a:effectLst/>
              <a:uFillTx/>
              <a:latin typeface="游明朝体"/>
            </a:endParaRPr>
          </a:p>
        </p:txBody>
      </p:sp>
      <p:sp>
        <p:nvSpPr>
          <p:cNvPr id="1945" name=""/>
          <p:cNvSpPr txBox="1"/>
          <p:nvPr/>
        </p:nvSpPr>
        <p:spPr>
          <a:xfrm>
            <a:off x="723960" y="6217920"/>
            <a:ext cx="235836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カラー版天気図や極天気図、</a:t>
            </a:r>
            <a:endParaRPr lang="en-US" sz="1430" b="0" u="none" strike="noStrike">
              <a:solidFill>
                <a:srgbClr val="000000"/>
              </a:solidFill>
              <a:effectLst/>
              <a:uFillTx/>
              <a:latin typeface="游明朝体"/>
            </a:endParaRPr>
          </a:p>
        </p:txBody>
      </p:sp>
      <p:sp>
        <p:nvSpPr>
          <p:cNvPr id="1946" name=""/>
          <p:cNvSpPr txBox="1"/>
          <p:nvPr/>
        </p:nvSpPr>
        <p:spPr>
          <a:xfrm>
            <a:off x="3076560" y="6209640"/>
            <a:ext cx="1807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5</a:t>
            </a:r>
            <a:endParaRPr lang="en-US" sz="1430" b="0" u="none" strike="noStrike">
              <a:solidFill>
                <a:srgbClr val="000000"/>
              </a:solidFill>
              <a:effectLst/>
              <a:uFillTx/>
              <a:latin typeface="游明朝体"/>
            </a:endParaRPr>
          </a:p>
        </p:txBody>
      </p:sp>
      <p:sp>
        <p:nvSpPr>
          <p:cNvPr id="1947" name=""/>
          <p:cNvSpPr txBox="1"/>
          <p:nvPr/>
        </p:nvSpPr>
        <p:spPr>
          <a:xfrm>
            <a:off x="3177360" y="6217920"/>
            <a:ext cx="50785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⽇平均、エマグラム、断⾯図など、⾼度な天気図作成も可能で</a:t>
            </a:r>
            <a:endParaRPr lang="en-US" sz="1430" b="0" u="none" strike="noStrike">
              <a:solidFill>
                <a:srgbClr val="000000"/>
              </a:solidFill>
              <a:effectLst/>
              <a:uFillTx/>
              <a:latin typeface="游明朝体"/>
            </a:endParaRPr>
          </a:p>
        </p:txBody>
      </p:sp>
      <p:sp>
        <p:nvSpPr>
          <p:cNvPr id="1948" name=""/>
          <p:cNvSpPr txBox="1"/>
          <p:nvPr/>
        </p:nvSpPr>
        <p:spPr>
          <a:xfrm>
            <a:off x="8226360" y="6209640"/>
            <a:ext cx="5749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GitHub</a:t>
            </a:r>
            <a:endParaRPr lang="en-US" sz="1430" b="0" u="none" strike="noStrike">
              <a:solidFill>
                <a:srgbClr val="000000"/>
              </a:solidFill>
              <a:effectLst/>
              <a:uFillTx/>
              <a:latin typeface="游明朝体"/>
            </a:endParaRPr>
          </a:p>
        </p:txBody>
      </p:sp>
      <p:sp>
        <p:nvSpPr>
          <p:cNvPr id="1949" name=""/>
          <p:cNvSpPr txBox="1"/>
          <p:nvPr/>
        </p:nvSpPr>
        <p:spPr>
          <a:xfrm>
            <a:off x="8799480" y="6217920"/>
            <a:ext cx="163296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でスクリプトを公開</a:t>
            </a:r>
            <a:endParaRPr lang="en-US" sz="1430" b="0" u="none" strike="noStrike">
              <a:solidFill>
                <a:srgbClr val="000000"/>
              </a:solidFill>
              <a:effectLst/>
              <a:uFillTx/>
              <a:latin typeface="游明朝体"/>
            </a:endParaRPr>
          </a:p>
        </p:txBody>
      </p:sp>
      <p:sp>
        <p:nvSpPr>
          <p:cNvPr id="1950" name=""/>
          <p:cNvSpPr txBox="1"/>
          <p:nvPr/>
        </p:nvSpPr>
        <p:spPr>
          <a:xfrm>
            <a:off x="11837520" y="6492600"/>
            <a:ext cx="1234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9</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5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5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1954"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5" name=""/>
          <p:cNvSpPr/>
          <p:nvPr/>
        </p:nvSpPr>
        <p:spPr>
          <a:xfrm>
            <a:off x="618840" y="14284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59"/>
                  <a:pt x="6" y="49"/>
                </a:cubicBezTo>
                <a:cubicBezTo>
                  <a:pt x="10" y="40"/>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40"/>
                  <a:pt x="154" y="49"/>
                </a:cubicBezTo>
                <a:cubicBezTo>
                  <a:pt x="158" y="59"/>
                  <a:pt x="160" y="70"/>
                  <a:pt x="160"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56" name=""/>
          <p:cNvSpPr txBox="1"/>
          <p:nvPr/>
        </p:nvSpPr>
        <p:spPr>
          <a:xfrm>
            <a:off x="533520" y="493560"/>
            <a:ext cx="1028772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衛星画像・レーダー表⽰アプリ、潮位観測表⽰アプリを開発</a:t>
            </a:r>
            <a:endParaRPr lang="en-US" sz="3000" b="0" u="none" strike="noStrike">
              <a:solidFill>
                <a:srgbClr val="000000"/>
              </a:solidFill>
              <a:effectLst/>
              <a:uFillTx/>
              <a:latin typeface="游明朝体"/>
            </a:endParaRPr>
          </a:p>
        </p:txBody>
      </p:sp>
      <p:sp>
        <p:nvSpPr>
          <p:cNvPr id="1957" name=""/>
          <p:cNvSpPr txBox="1"/>
          <p:nvPr/>
        </p:nvSpPr>
        <p:spPr>
          <a:xfrm>
            <a:off x="799920" y="134208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気象情報表⽰</a:t>
            </a:r>
            <a:endParaRPr lang="en-US" sz="1500" b="0" u="none" strike="noStrike">
              <a:solidFill>
                <a:srgbClr val="000000"/>
              </a:solidFill>
              <a:effectLst/>
              <a:uFillTx/>
              <a:latin typeface="游明朝体"/>
            </a:endParaRPr>
          </a:p>
        </p:txBody>
      </p:sp>
      <p:sp>
        <p:nvSpPr>
          <p:cNvPr id="1958" name=""/>
          <p:cNvSpPr txBox="1"/>
          <p:nvPr/>
        </p:nvSpPr>
        <p:spPr>
          <a:xfrm>
            <a:off x="1942920" y="1333080"/>
            <a:ext cx="3603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1959" name=""/>
          <p:cNvSpPr txBox="1"/>
          <p:nvPr/>
        </p:nvSpPr>
        <p:spPr>
          <a:xfrm>
            <a:off x="2302920" y="1342080"/>
            <a:ext cx="1524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アプリのコードを</a:t>
            </a:r>
            <a:endParaRPr lang="en-US" sz="1500" b="0" u="none" strike="noStrike">
              <a:solidFill>
                <a:srgbClr val="000000"/>
              </a:solidFill>
              <a:effectLst/>
              <a:uFillTx/>
              <a:latin typeface="游明朝体"/>
            </a:endParaRPr>
          </a:p>
        </p:txBody>
      </p:sp>
      <p:sp>
        <p:nvSpPr>
          <p:cNvPr id="1960" name=""/>
          <p:cNvSpPr txBox="1"/>
          <p:nvPr/>
        </p:nvSpPr>
        <p:spPr>
          <a:xfrm>
            <a:off x="3826800" y="1333080"/>
            <a:ext cx="11721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Claude Code</a:t>
            </a:r>
            <a:endParaRPr lang="en-US" sz="1500" b="0" u="none" strike="noStrike">
              <a:solidFill>
                <a:srgbClr val="000000"/>
              </a:solidFill>
              <a:effectLst/>
              <a:uFillTx/>
              <a:latin typeface="游明朝体"/>
            </a:endParaRPr>
          </a:p>
        </p:txBody>
      </p:sp>
      <p:sp>
        <p:nvSpPr>
          <p:cNvPr id="1961" name=""/>
          <p:cNvSpPr txBox="1"/>
          <p:nvPr/>
        </p:nvSpPr>
        <p:spPr>
          <a:xfrm>
            <a:off x="799920" y="1684800"/>
            <a:ext cx="4382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に読み込ませ、機能単位に分割したサンプルアプリ</a:t>
            </a:r>
            <a:endParaRPr lang="en-US" sz="1500" b="0" u="none" strike="noStrike">
              <a:solidFill>
                <a:srgbClr val="000000"/>
              </a:solidFill>
              <a:effectLst/>
              <a:uFillTx/>
              <a:latin typeface="游明朝体"/>
            </a:endParaRPr>
          </a:p>
        </p:txBody>
      </p:sp>
      <p:sp>
        <p:nvSpPr>
          <p:cNvPr id="1962" name=""/>
          <p:cNvSpPr/>
          <p:nvPr/>
        </p:nvSpPr>
        <p:spPr>
          <a:xfrm>
            <a:off x="618840" y="2504880"/>
            <a:ext cx="57600" cy="57600"/>
          </a:xfrm>
          <a:custGeom>
            <a:avLst/>
            <a:gdLst/>
            <a:ahLst/>
            <a:rect l="0" t="0" r="r" b="b"/>
            <a:pathLst>
              <a:path w="160" h="160">
                <a:moveTo>
                  <a:pt x="160" y="80"/>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0"/>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63" name=""/>
          <p:cNvSpPr txBox="1"/>
          <p:nvPr/>
        </p:nvSpPr>
        <p:spPr>
          <a:xfrm>
            <a:off x="799920" y="202788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集を作成</a:t>
            </a:r>
            <a:endParaRPr lang="en-US" sz="1500" b="0" u="none" strike="noStrike">
              <a:solidFill>
                <a:srgbClr val="000000"/>
              </a:solidFill>
              <a:effectLst/>
              <a:uFillTx/>
              <a:latin typeface="游明朝体"/>
            </a:endParaRPr>
          </a:p>
        </p:txBody>
      </p:sp>
      <p:sp>
        <p:nvSpPr>
          <p:cNvPr id="1964" name=""/>
          <p:cNvSpPr txBox="1"/>
          <p:nvPr/>
        </p:nvSpPr>
        <p:spPr>
          <a:xfrm>
            <a:off x="799920" y="2418480"/>
            <a:ext cx="1524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単機能のコードを</a:t>
            </a:r>
            <a:endParaRPr lang="en-US" sz="1500" b="0" u="none" strike="noStrike">
              <a:solidFill>
                <a:srgbClr val="000000"/>
              </a:solidFill>
              <a:effectLst/>
              <a:uFillTx/>
              <a:latin typeface="游明朝体"/>
            </a:endParaRPr>
          </a:p>
        </p:txBody>
      </p:sp>
      <p:sp>
        <p:nvSpPr>
          <p:cNvPr id="1965" name=""/>
          <p:cNvSpPr txBox="1"/>
          <p:nvPr/>
        </p:nvSpPr>
        <p:spPr>
          <a:xfrm>
            <a:off x="2324160" y="24094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966" name=""/>
          <p:cNvSpPr txBox="1"/>
          <p:nvPr/>
        </p:nvSpPr>
        <p:spPr>
          <a:xfrm>
            <a:off x="2496960" y="2418480"/>
            <a:ext cx="2667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に読ませて、簡単なアプリを作</a:t>
            </a:r>
            <a:endParaRPr lang="en-US" sz="1500" b="0" u="none" strike="noStrike">
              <a:solidFill>
                <a:srgbClr val="000000"/>
              </a:solidFill>
              <a:effectLst/>
              <a:uFillTx/>
              <a:latin typeface="游明朝体"/>
            </a:endParaRPr>
          </a:p>
        </p:txBody>
      </p:sp>
      <p:sp>
        <p:nvSpPr>
          <p:cNvPr id="1967" name=""/>
          <p:cNvSpPr txBox="1"/>
          <p:nvPr/>
        </p:nvSpPr>
        <p:spPr>
          <a:xfrm>
            <a:off x="799920" y="2761200"/>
            <a:ext cx="572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成し、</a:t>
            </a:r>
            <a:endParaRPr lang="en-US" sz="1500" b="0" u="none" strike="noStrike">
              <a:solidFill>
                <a:srgbClr val="000000"/>
              </a:solidFill>
              <a:effectLst/>
              <a:uFillTx/>
              <a:latin typeface="游明朝体"/>
            </a:endParaRPr>
          </a:p>
        </p:txBody>
      </p:sp>
      <p:sp>
        <p:nvSpPr>
          <p:cNvPr id="1968" name=""/>
          <p:cNvSpPr txBox="1"/>
          <p:nvPr/>
        </p:nvSpPr>
        <p:spPr>
          <a:xfrm>
            <a:off x="1371600" y="275220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1969" name=""/>
          <p:cNvSpPr/>
          <p:nvPr/>
        </p:nvSpPr>
        <p:spPr>
          <a:xfrm>
            <a:off x="618840" y="3238200"/>
            <a:ext cx="57600" cy="57600"/>
          </a:xfrm>
          <a:custGeom>
            <a:avLst/>
            <a:gdLst/>
            <a:ahLst/>
            <a:rect l="0" t="0" r="r" b="b"/>
            <a:pathLst>
              <a:path w="160" h="160">
                <a:moveTo>
                  <a:pt x="160" y="80"/>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0"/>
                </a:cubicBezTo>
                <a:cubicBezTo>
                  <a:pt x="0" y="69"/>
                  <a:pt x="2" y="59"/>
                  <a:pt x="6" y="49"/>
                </a:cubicBezTo>
                <a:cubicBezTo>
                  <a:pt x="10" y="40"/>
                  <a:pt x="16" y="31"/>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1"/>
                  <a:pt x="150" y="40"/>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70" name=""/>
          <p:cNvSpPr txBox="1"/>
          <p:nvPr/>
        </p:nvSpPr>
        <p:spPr>
          <a:xfrm>
            <a:off x="1544400" y="2761200"/>
            <a:ext cx="3048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で機能を追加したりバグ取りを⾏う</a:t>
            </a:r>
            <a:endParaRPr lang="en-US" sz="1500" b="0" u="none" strike="noStrike">
              <a:solidFill>
                <a:srgbClr val="000000"/>
              </a:solidFill>
              <a:effectLst/>
              <a:uFillTx/>
              <a:latin typeface="游明朝体"/>
            </a:endParaRPr>
          </a:p>
        </p:txBody>
      </p:sp>
      <p:sp>
        <p:nvSpPr>
          <p:cNvPr id="1971" name=""/>
          <p:cNvSpPr txBox="1"/>
          <p:nvPr/>
        </p:nvSpPr>
        <p:spPr>
          <a:xfrm>
            <a:off x="799920" y="3142800"/>
            <a:ext cx="4453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Web </a:t>
            </a:r>
            <a:endParaRPr lang="en-US" sz="1500" b="0" u="none" strike="noStrike">
              <a:solidFill>
                <a:srgbClr val="000000"/>
              </a:solidFill>
              <a:effectLst/>
              <a:uFillTx/>
              <a:latin typeface="游明朝体"/>
            </a:endParaRPr>
          </a:p>
        </p:txBody>
      </p:sp>
      <p:sp>
        <p:nvSpPr>
          <p:cNvPr id="1972" name=""/>
          <p:cNvSpPr txBox="1"/>
          <p:nvPr/>
        </p:nvSpPr>
        <p:spPr>
          <a:xfrm>
            <a:off x="1233720" y="315180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アプリ・</a:t>
            </a:r>
            <a:endParaRPr lang="en-US" sz="1500" b="0" u="none" strike="noStrike">
              <a:solidFill>
                <a:srgbClr val="000000"/>
              </a:solidFill>
              <a:effectLst/>
              <a:uFillTx/>
              <a:latin typeface="游明朝体"/>
            </a:endParaRPr>
          </a:p>
        </p:txBody>
      </p:sp>
      <p:sp>
        <p:nvSpPr>
          <p:cNvPr id="1973" name=""/>
          <p:cNvSpPr txBox="1"/>
          <p:nvPr/>
        </p:nvSpPr>
        <p:spPr>
          <a:xfrm>
            <a:off x="1995840" y="3142800"/>
            <a:ext cx="3643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iOS </a:t>
            </a:r>
            <a:endParaRPr lang="en-US" sz="1500" b="0" u="none" strike="noStrike">
              <a:solidFill>
                <a:srgbClr val="000000"/>
              </a:solidFill>
              <a:effectLst/>
              <a:uFillTx/>
              <a:latin typeface="游明朝体"/>
            </a:endParaRPr>
          </a:p>
        </p:txBody>
      </p:sp>
      <p:sp>
        <p:nvSpPr>
          <p:cNvPr id="1974" name=""/>
          <p:cNvSpPr txBox="1"/>
          <p:nvPr/>
        </p:nvSpPr>
        <p:spPr>
          <a:xfrm>
            <a:off x="2359440" y="315180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アプリ・</a:t>
            </a:r>
            <a:endParaRPr lang="en-US" sz="1500" b="0" u="none" strike="noStrike">
              <a:solidFill>
                <a:srgbClr val="000000"/>
              </a:solidFill>
              <a:effectLst/>
              <a:uFillTx/>
              <a:latin typeface="游明朝体"/>
            </a:endParaRPr>
          </a:p>
        </p:txBody>
      </p:sp>
      <p:sp>
        <p:nvSpPr>
          <p:cNvPr id="1975" name=""/>
          <p:cNvSpPr txBox="1"/>
          <p:nvPr/>
        </p:nvSpPr>
        <p:spPr>
          <a:xfrm>
            <a:off x="3121200" y="3142800"/>
            <a:ext cx="7239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Android </a:t>
            </a:r>
            <a:endParaRPr lang="en-US" sz="1500" b="0" u="none" strike="noStrike">
              <a:solidFill>
                <a:srgbClr val="000000"/>
              </a:solidFill>
              <a:effectLst/>
              <a:uFillTx/>
              <a:latin typeface="游明朝体"/>
            </a:endParaRPr>
          </a:p>
        </p:txBody>
      </p:sp>
      <p:sp>
        <p:nvSpPr>
          <p:cNvPr id="1976" name=""/>
          <p:cNvSpPr txBox="1"/>
          <p:nvPr/>
        </p:nvSpPr>
        <p:spPr>
          <a:xfrm>
            <a:off x="3841200" y="315180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アプリを同時実</a:t>
            </a:r>
            <a:endParaRPr lang="en-US" sz="1500" b="0" u="none" strike="noStrike">
              <a:solidFill>
                <a:srgbClr val="000000"/>
              </a:solidFill>
              <a:effectLst/>
              <a:uFillTx/>
              <a:latin typeface="游明朝体"/>
            </a:endParaRPr>
          </a:p>
        </p:txBody>
      </p:sp>
      <p:sp>
        <p:nvSpPr>
          <p:cNvPr id="1977" name=""/>
          <p:cNvSpPr txBox="1"/>
          <p:nvPr/>
        </p:nvSpPr>
        <p:spPr>
          <a:xfrm>
            <a:off x="799920" y="349488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装（</a:t>
            </a:r>
            <a:endParaRPr lang="en-US" sz="1500" b="0" u="none" strike="noStrike">
              <a:solidFill>
                <a:srgbClr val="000000"/>
              </a:solidFill>
              <a:effectLst/>
              <a:uFillTx/>
              <a:latin typeface="游明朝体"/>
            </a:endParaRPr>
          </a:p>
        </p:txBody>
      </p:sp>
      <p:sp>
        <p:nvSpPr>
          <p:cNvPr id="1978" name=""/>
          <p:cNvSpPr txBox="1"/>
          <p:nvPr/>
        </p:nvSpPr>
        <p:spPr>
          <a:xfrm>
            <a:off x="1181160" y="3485880"/>
            <a:ext cx="7448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Expo Go</a:t>
            </a:r>
            <a:endParaRPr lang="en-US" sz="1500" b="0" u="none" strike="noStrike">
              <a:solidFill>
                <a:srgbClr val="000000"/>
              </a:solidFill>
              <a:effectLst/>
              <a:uFillTx/>
              <a:latin typeface="游明朝体"/>
            </a:endParaRPr>
          </a:p>
        </p:txBody>
      </p:sp>
      <p:sp>
        <p:nvSpPr>
          <p:cNvPr id="1979" name=""/>
          <p:cNvSpPr txBox="1"/>
          <p:nvPr/>
        </p:nvSpPr>
        <p:spPr>
          <a:xfrm>
            <a:off x="1925280" y="3494880"/>
            <a:ext cx="1715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を利⽤、現時点では</a:t>
            </a:r>
            <a:endParaRPr lang="en-US" sz="1500" b="0" u="none" strike="noStrike">
              <a:solidFill>
                <a:srgbClr val="000000"/>
              </a:solidFill>
              <a:effectLst/>
              <a:uFillTx/>
              <a:latin typeface="游明朝体"/>
            </a:endParaRPr>
          </a:p>
        </p:txBody>
      </p:sp>
      <p:sp>
        <p:nvSpPr>
          <p:cNvPr id="1980" name=""/>
          <p:cNvSpPr txBox="1"/>
          <p:nvPr/>
        </p:nvSpPr>
        <p:spPr>
          <a:xfrm>
            <a:off x="3639960" y="3485880"/>
            <a:ext cx="3603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web</a:t>
            </a:r>
            <a:endParaRPr lang="en-US" sz="1500" b="0" u="none" strike="noStrike">
              <a:solidFill>
                <a:srgbClr val="000000"/>
              </a:solidFill>
              <a:effectLst/>
              <a:uFillTx/>
              <a:latin typeface="游明朝体"/>
            </a:endParaRPr>
          </a:p>
        </p:txBody>
      </p:sp>
      <p:sp>
        <p:nvSpPr>
          <p:cNvPr id="1981" name=""/>
          <p:cNvSpPr txBox="1"/>
          <p:nvPr/>
        </p:nvSpPr>
        <p:spPr>
          <a:xfrm>
            <a:off x="3999600" y="349488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アプリのみ公</a:t>
            </a:r>
            <a:endParaRPr lang="en-US" sz="1500" b="0" u="none" strike="noStrike">
              <a:solidFill>
                <a:srgbClr val="000000"/>
              </a:solidFill>
              <a:effectLst/>
              <a:uFillTx/>
              <a:latin typeface="游明朝体"/>
            </a:endParaRPr>
          </a:p>
        </p:txBody>
      </p:sp>
      <p:sp>
        <p:nvSpPr>
          <p:cNvPr id="1982" name=""/>
          <p:cNvSpPr/>
          <p:nvPr/>
        </p:nvSpPr>
        <p:spPr>
          <a:xfrm>
            <a:off x="618840" y="4314600"/>
            <a:ext cx="57600" cy="57600"/>
          </a:xfrm>
          <a:custGeom>
            <a:avLst/>
            <a:gdLst/>
            <a:ahLst/>
            <a:rect l="0" t="0" r="r" b="b"/>
            <a:pathLst>
              <a:path w="160" h="160">
                <a:moveTo>
                  <a:pt x="160" y="79"/>
                </a:moveTo>
                <a:cubicBezTo>
                  <a:pt x="160" y="90"/>
                  <a:pt x="158" y="100"/>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0"/>
                  <a:pt x="0" y="90"/>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3" name=""/>
          <p:cNvSpPr txBox="1"/>
          <p:nvPr/>
        </p:nvSpPr>
        <p:spPr>
          <a:xfrm>
            <a:off x="799920" y="383760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開）</a:t>
            </a:r>
            <a:endParaRPr lang="en-US" sz="1500" b="0" u="none" strike="noStrike">
              <a:solidFill>
                <a:srgbClr val="000000"/>
              </a:solidFill>
              <a:effectLst/>
              <a:uFillTx/>
              <a:latin typeface="游明朝体"/>
            </a:endParaRPr>
          </a:p>
        </p:txBody>
      </p:sp>
      <p:sp>
        <p:nvSpPr>
          <p:cNvPr id="1984" name=""/>
          <p:cNvSpPr txBox="1"/>
          <p:nvPr/>
        </p:nvSpPr>
        <p:spPr>
          <a:xfrm>
            <a:off x="799920" y="4228200"/>
            <a:ext cx="1715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既存の実装を参考に</a:t>
            </a:r>
            <a:endParaRPr lang="en-US" sz="1500" b="0" u="none" strike="noStrike">
              <a:solidFill>
                <a:srgbClr val="000000"/>
              </a:solidFill>
              <a:effectLst/>
              <a:uFillTx/>
              <a:latin typeface="游明朝体"/>
            </a:endParaRPr>
          </a:p>
        </p:txBody>
      </p:sp>
      <p:sp>
        <p:nvSpPr>
          <p:cNvPr id="1985" name=""/>
          <p:cNvSpPr txBox="1"/>
          <p:nvPr/>
        </p:nvSpPr>
        <p:spPr>
          <a:xfrm>
            <a:off x="2514600" y="4219200"/>
            <a:ext cx="2793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AI </a:t>
            </a:r>
            <a:endParaRPr lang="en-US" sz="1500" b="0" u="none" strike="noStrike">
              <a:solidFill>
                <a:srgbClr val="000000"/>
              </a:solidFill>
              <a:effectLst/>
              <a:uFillTx/>
              <a:latin typeface="游明朝体"/>
            </a:endParaRPr>
          </a:p>
        </p:txBody>
      </p:sp>
      <p:sp>
        <p:nvSpPr>
          <p:cNvPr id="1986" name=""/>
          <p:cNvSpPr txBox="1"/>
          <p:nvPr/>
        </p:nvSpPr>
        <p:spPr>
          <a:xfrm>
            <a:off x="2793240" y="4228200"/>
            <a:ext cx="2286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で機能を移植・改修する開</a:t>
            </a:r>
            <a:endParaRPr lang="en-US" sz="1500" b="0" u="none" strike="noStrike">
              <a:solidFill>
                <a:srgbClr val="000000"/>
              </a:solidFill>
              <a:effectLst/>
              <a:uFillTx/>
              <a:latin typeface="游明朝体"/>
            </a:endParaRPr>
          </a:p>
        </p:txBody>
      </p:sp>
      <p:sp>
        <p:nvSpPr>
          <p:cNvPr id="1987" name=""/>
          <p:cNvSpPr/>
          <p:nvPr/>
        </p:nvSpPr>
        <p:spPr>
          <a:xfrm>
            <a:off x="618840" y="5047920"/>
            <a:ext cx="57600" cy="57600"/>
          </a:xfrm>
          <a:custGeom>
            <a:avLst/>
            <a:gdLst/>
            <a:ahLst/>
            <a:rect l="0" t="0" r="r" b="b"/>
            <a:pathLst>
              <a:path w="160" h="160">
                <a:moveTo>
                  <a:pt x="160" y="80"/>
                </a:moveTo>
                <a:cubicBezTo>
                  <a:pt x="160" y="90"/>
                  <a:pt x="158" y="100"/>
                  <a:pt x="154" y="110"/>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0"/>
                </a:cubicBezTo>
                <a:cubicBezTo>
                  <a:pt x="2" y="100"/>
                  <a:pt x="0" y="90"/>
                  <a:pt x="0" y="80"/>
                </a:cubicBezTo>
                <a:cubicBezTo>
                  <a:pt x="0" y="69"/>
                  <a:pt x="2" y="59"/>
                  <a:pt x="6" y="49"/>
                </a:cubicBezTo>
                <a:cubicBezTo>
                  <a:pt x="10" y="40"/>
                  <a:pt x="16" y="31"/>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1"/>
                  <a:pt x="150" y="40"/>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1988" name=""/>
          <p:cNvSpPr txBox="1"/>
          <p:nvPr/>
        </p:nvSpPr>
        <p:spPr>
          <a:xfrm>
            <a:off x="799920" y="457092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発⼿法を採⽤</a:t>
            </a:r>
            <a:endParaRPr lang="en-US" sz="1500" b="0" u="none" strike="noStrike">
              <a:solidFill>
                <a:srgbClr val="000000"/>
              </a:solidFill>
              <a:effectLst/>
              <a:uFillTx/>
              <a:latin typeface="游明朝体"/>
            </a:endParaRPr>
          </a:p>
        </p:txBody>
      </p:sp>
      <p:sp>
        <p:nvSpPr>
          <p:cNvPr id="1989" name=""/>
          <p:cNvSpPr txBox="1"/>
          <p:nvPr/>
        </p:nvSpPr>
        <p:spPr>
          <a:xfrm>
            <a:off x="799920" y="4961520"/>
            <a:ext cx="4382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気象庁の検潮所データをリアルタイム表⽰する潮位</a:t>
            </a:r>
            <a:endParaRPr lang="en-US" sz="1500" b="0" u="none" strike="noStrike">
              <a:solidFill>
                <a:srgbClr val="000000"/>
              </a:solidFill>
              <a:effectLst/>
              <a:uFillTx/>
              <a:latin typeface="游明朝体"/>
            </a:endParaRPr>
          </a:p>
        </p:txBody>
      </p:sp>
      <p:sp>
        <p:nvSpPr>
          <p:cNvPr id="1990" name=""/>
          <p:cNvSpPr txBox="1"/>
          <p:nvPr/>
        </p:nvSpPr>
        <p:spPr>
          <a:xfrm>
            <a:off x="799920" y="5304600"/>
            <a:ext cx="2667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観測アプリも同様の⼿法で開発</a:t>
            </a:r>
            <a:endParaRPr lang="en-US" sz="1500" b="0" u="none" strike="noStrike">
              <a:solidFill>
                <a:srgbClr val="000000"/>
              </a:solidFill>
              <a:effectLst/>
              <a:uFillTx/>
              <a:latin typeface="游明朝体"/>
            </a:endParaRPr>
          </a:p>
        </p:txBody>
      </p:sp>
      <p:sp>
        <p:nvSpPr>
          <p:cNvPr id="1991" name=""/>
          <p:cNvSpPr txBox="1"/>
          <p:nvPr/>
        </p:nvSpPr>
        <p:spPr>
          <a:xfrm>
            <a:off x="533520" y="577116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公開</a:t>
            </a:r>
            <a:endParaRPr lang="en-US" sz="1500" b="0" u="none" strike="noStrike">
              <a:solidFill>
                <a:srgbClr val="000000"/>
              </a:solidFill>
              <a:effectLst/>
              <a:uFillTx/>
              <a:latin typeface="游明朝体"/>
            </a:endParaRPr>
          </a:p>
        </p:txBody>
      </p:sp>
      <p:sp>
        <p:nvSpPr>
          <p:cNvPr id="1992" name=""/>
          <p:cNvSpPr txBox="1"/>
          <p:nvPr/>
        </p:nvSpPr>
        <p:spPr>
          <a:xfrm>
            <a:off x="914400" y="5762160"/>
            <a:ext cx="41994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URL: </a:t>
            </a:r>
            <a:r>
              <a:rPr lang="en-US" sz="1500" b="0" u="none" strike="noStrike">
                <a:solidFill>
                  <a:srgbClr val="0969DA"/>
                </a:solidFill>
                <a:effectLst/>
                <a:uFillTx/>
                <a:latin typeface="HelveticaNeue"/>
                <a:ea typeface="HelveticaNeue"/>
              </a:rPr>
              <a:t>https://masauehr.github.io/iphone-weather-</a:t>
            </a:r>
            <a:endParaRPr lang="en-US" sz="1500" b="0" u="none" strike="noStrike">
              <a:solidFill>
                <a:srgbClr val="000000"/>
              </a:solidFill>
              <a:effectLst/>
              <a:uFillTx/>
              <a:latin typeface="游明朝体"/>
            </a:endParaRPr>
          </a:p>
        </p:txBody>
      </p:sp>
      <p:sp>
        <p:nvSpPr>
          <p:cNvPr id="1993" name=""/>
          <p:cNvSpPr txBox="1"/>
          <p:nvPr/>
        </p:nvSpPr>
        <p:spPr>
          <a:xfrm>
            <a:off x="533520" y="6048000"/>
            <a:ext cx="837000" cy="222840"/>
          </a:xfrm>
          <a:prstGeom prst="rect">
            <a:avLst/>
          </a:prstGeom>
          <a:noFill/>
          <a:ln w="0">
            <a:noFill/>
          </a:ln>
        </p:spPr>
        <p:txBody>
          <a:bodyPr wrap="none" lIns="0" tIns="0" rIns="0" bIns="0" anchor="t">
            <a:spAutoFit/>
          </a:bodyPr>
          <a:p>
            <a:pPr/>
            <a:r>
              <a:rPr lang="en-US" sz="1500" b="0" u="none" strike="noStrike">
                <a:solidFill>
                  <a:srgbClr val="0969DA"/>
                </a:solidFill>
                <a:effectLst/>
                <a:uFillTx/>
                <a:latin typeface="HelveticaNeue"/>
                <a:ea typeface="HelveticaNeue"/>
              </a:rPr>
              <a:t>app/radar</a:t>
            </a:r>
            <a:endParaRPr lang="en-US" sz="1500" b="0" u="none" strike="noStrike">
              <a:solidFill>
                <a:srgbClr val="000000"/>
              </a:solidFill>
              <a:effectLst/>
              <a:uFillTx/>
              <a:latin typeface="游明朝体"/>
            </a:endParaRPr>
          </a:p>
        </p:txBody>
      </p:sp>
      <p:sp>
        <p:nvSpPr>
          <p:cNvPr id="1994" name=""/>
          <p:cNvSpPr txBox="1"/>
          <p:nvPr/>
        </p:nvSpPr>
        <p:spPr>
          <a:xfrm>
            <a:off x="533520" y="634284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公開</a:t>
            </a:r>
            <a:endParaRPr lang="en-US" sz="1500" b="0" u="none" strike="noStrike">
              <a:solidFill>
                <a:srgbClr val="000000"/>
              </a:solidFill>
              <a:effectLst/>
              <a:uFillTx/>
              <a:latin typeface="游明朝体"/>
            </a:endParaRPr>
          </a:p>
        </p:txBody>
      </p:sp>
      <p:pic>
        <p:nvPicPr>
          <p:cNvPr id="1995" name=""/>
          <p:cNvPicPr/>
          <p:nvPr/>
        </p:nvPicPr>
        <p:blipFill>
          <a:blip r:embed="rId1"/>
          <a:stretch/>
        </p:blipFill>
        <p:spPr>
          <a:xfrm>
            <a:off x="6095880" y="1276200"/>
            <a:ext cx="2790360" cy="4571640"/>
          </a:xfrm>
          <a:prstGeom prst="rect">
            <a:avLst/>
          </a:prstGeom>
          <a:noFill/>
          <a:ln w="0">
            <a:noFill/>
          </a:ln>
        </p:spPr>
      </p:pic>
      <p:pic>
        <p:nvPicPr>
          <p:cNvPr id="1996" name=""/>
          <p:cNvPicPr/>
          <p:nvPr/>
        </p:nvPicPr>
        <p:blipFill>
          <a:blip r:embed="rId2"/>
          <a:stretch/>
        </p:blipFill>
        <p:spPr>
          <a:xfrm>
            <a:off x="9001080" y="1276200"/>
            <a:ext cx="1999800" cy="4571640"/>
          </a:xfrm>
          <a:prstGeom prst="rect">
            <a:avLst/>
          </a:prstGeom>
          <a:noFill/>
          <a:ln w="0">
            <a:noFill/>
          </a:ln>
        </p:spPr>
      </p:pic>
      <p:sp>
        <p:nvSpPr>
          <p:cNvPr id="1997" name=""/>
          <p:cNvSpPr txBox="1"/>
          <p:nvPr/>
        </p:nvSpPr>
        <p:spPr>
          <a:xfrm>
            <a:off x="914400" y="6333840"/>
            <a:ext cx="38181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URL: </a:t>
            </a:r>
            <a:r>
              <a:rPr lang="en-US" sz="1500" b="0" u="none" strike="noStrike">
                <a:solidFill>
                  <a:srgbClr val="0969DA"/>
                </a:solidFill>
                <a:effectLst/>
                <a:uFillTx/>
                <a:latin typeface="HelveticaNeue"/>
                <a:ea typeface="HelveticaNeue"/>
              </a:rPr>
              <a:t>https://masauehr.github.io/tide_viewer/</a:t>
            </a:r>
            <a:endParaRPr lang="en-US" sz="1500" b="0" u="none" strike="noStrike">
              <a:solidFill>
                <a:srgbClr val="000000"/>
              </a:solidFill>
              <a:effectLst/>
              <a:uFillTx/>
              <a:latin typeface="游明朝体"/>
            </a:endParaRPr>
          </a:p>
        </p:txBody>
      </p:sp>
      <p:sp>
        <p:nvSpPr>
          <p:cNvPr id="1998"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10</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0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0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02"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03" name=""/>
          <p:cNvSpPr/>
          <p:nvPr/>
        </p:nvSpPr>
        <p:spPr>
          <a:xfrm>
            <a:off x="533160" y="5895720"/>
            <a:ext cx="11125440" cy="914760"/>
          </a:xfrm>
          <a:custGeom>
            <a:avLst/>
            <a:gdLst/>
            <a:ahLst/>
            <a:rect l="0" t="0" r="r" b="b"/>
            <a:pathLst>
              <a:path w="30904" h="2541">
                <a:moveTo>
                  <a:pt x="0" y="2382"/>
                </a:moveTo>
                <a:lnTo>
                  <a:pt x="0" y="160"/>
                </a:lnTo>
                <a:cubicBezTo>
                  <a:pt x="0" y="150"/>
                  <a:pt x="1" y="139"/>
                  <a:pt x="3" y="129"/>
                </a:cubicBezTo>
                <a:cubicBezTo>
                  <a:pt x="5" y="118"/>
                  <a:pt x="8" y="108"/>
                  <a:pt x="12" y="98"/>
                </a:cubicBezTo>
                <a:cubicBezTo>
                  <a:pt x="16" y="89"/>
                  <a:pt x="21" y="79"/>
                  <a:pt x="27" y="71"/>
                </a:cubicBezTo>
                <a:cubicBezTo>
                  <a:pt x="33" y="62"/>
                  <a:pt x="39" y="54"/>
                  <a:pt x="47" y="47"/>
                </a:cubicBezTo>
                <a:cubicBezTo>
                  <a:pt x="54" y="39"/>
                  <a:pt x="62" y="33"/>
                  <a:pt x="71" y="27"/>
                </a:cubicBezTo>
                <a:cubicBezTo>
                  <a:pt x="79" y="21"/>
                  <a:pt x="89" y="16"/>
                  <a:pt x="98" y="12"/>
                </a:cubicBezTo>
                <a:cubicBezTo>
                  <a:pt x="108" y="8"/>
                  <a:pt x="118" y="5"/>
                  <a:pt x="128" y="3"/>
                </a:cubicBezTo>
                <a:cubicBezTo>
                  <a:pt x="138" y="1"/>
                  <a:pt x="148" y="0"/>
                  <a:pt x="159" y="0"/>
                </a:cubicBezTo>
                <a:lnTo>
                  <a:pt x="30746" y="0"/>
                </a:lnTo>
                <a:cubicBezTo>
                  <a:pt x="30756" y="0"/>
                  <a:pt x="30766" y="1"/>
                  <a:pt x="30777" y="3"/>
                </a:cubicBezTo>
                <a:cubicBezTo>
                  <a:pt x="30787" y="5"/>
                  <a:pt x="30797" y="8"/>
                  <a:pt x="30806" y="12"/>
                </a:cubicBezTo>
                <a:cubicBezTo>
                  <a:pt x="30816" y="16"/>
                  <a:pt x="30825" y="21"/>
                  <a:pt x="30834" y="27"/>
                </a:cubicBezTo>
                <a:cubicBezTo>
                  <a:pt x="30843" y="33"/>
                  <a:pt x="30851" y="39"/>
                  <a:pt x="30858" y="47"/>
                </a:cubicBezTo>
                <a:cubicBezTo>
                  <a:pt x="30865" y="54"/>
                  <a:pt x="30872" y="62"/>
                  <a:pt x="30878" y="71"/>
                </a:cubicBezTo>
                <a:cubicBezTo>
                  <a:pt x="30884" y="79"/>
                  <a:pt x="30888" y="89"/>
                  <a:pt x="30892" y="98"/>
                </a:cubicBezTo>
                <a:cubicBezTo>
                  <a:pt x="30896" y="108"/>
                  <a:pt x="30899" y="118"/>
                  <a:pt x="30901" y="129"/>
                </a:cubicBezTo>
                <a:cubicBezTo>
                  <a:pt x="30903" y="139"/>
                  <a:pt x="30904" y="150"/>
                  <a:pt x="30904" y="160"/>
                </a:cubicBezTo>
                <a:lnTo>
                  <a:pt x="30904" y="2382"/>
                </a:lnTo>
                <a:cubicBezTo>
                  <a:pt x="30904" y="2393"/>
                  <a:pt x="30903" y="2403"/>
                  <a:pt x="30901" y="2413"/>
                </a:cubicBezTo>
                <a:cubicBezTo>
                  <a:pt x="30899" y="2424"/>
                  <a:pt x="30896" y="2434"/>
                  <a:pt x="30892" y="2443"/>
                </a:cubicBezTo>
                <a:cubicBezTo>
                  <a:pt x="30888" y="2453"/>
                  <a:pt x="30884" y="2462"/>
                  <a:pt x="30878" y="2471"/>
                </a:cubicBezTo>
                <a:cubicBezTo>
                  <a:pt x="30872" y="2479"/>
                  <a:pt x="30865" y="2487"/>
                  <a:pt x="30858" y="2495"/>
                </a:cubicBezTo>
                <a:cubicBezTo>
                  <a:pt x="30851" y="2502"/>
                  <a:pt x="30843" y="2509"/>
                  <a:pt x="30834" y="2514"/>
                </a:cubicBezTo>
                <a:cubicBezTo>
                  <a:pt x="30825" y="2520"/>
                  <a:pt x="30816" y="2525"/>
                  <a:pt x="30806" y="2529"/>
                </a:cubicBezTo>
                <a:cubicBezTo>
                  <a:pt x="30797" y="2533"/>
                  <a:pt x="30787" y="2536"/>
                  <a:pt x="30777" y="2538"/>
                </a:cubicBezTo>
                <a:cubicBezTo>
                  <a:pt x="30766" y="2540"/>
                  <a:pt x="30756" y="2541"/>
                  <a:pt x="30746" y="2541"/>
                </a:cubicBezTo>
                <a:lnTo>
                  <a:pt x="159" y="2541"/>
                </a:lnTo>
                <a:cubicBezTo>
                  <a:pt x="148" y="2541"/>
                  <a:pt x="138" y="2540"/>
                  <a:pt x="128" y="2538"/>
                </a:cubicBezTo>
                <a:cubicBezTo>
                  <a:pt x="118" y="2536"/>
                  <a:pt x="108" y="2533"/>
                  <a:pt x="98" y="2529"/>
                </a:cubicBezTo>
                <a:cubicBezTo>
                  <a:pt x="89" y="2525"/>
                  <a:pt x="79" y="2520"/>
                  <a:pt x="71" y="2514"/>
                </a:cubicBezTo>
                <a:cubicBezTo>
                  <a:pt x="62" y="2509"/>
                  <a:pt x="54" y="2502"/>
                  <a:pt x="47" y="2495"/>
                </a:cubicBezTo>
                <a:cubicBezTo>
                  <a:pt x="39" y="2487"/>
                  <a:pt x="33" y="2479"/>
                  <a:pt x="27" y="2471"/>
                </a:cubicBezTo>
                <a:cubicBezTo>
                  <a:pt x="21" y="2462"/>
                  <a:pt x="16" y="2453"/>
                  <a:pt x="12" y="2443"/>
                </a:cubicBezTo>
                <a:cubicBezTo>
                  <a:pt x="8" y="2434"/>
                  <a:pt x="5" y="2424"/>
                  <a:pt x="3" y="2413"/>
                </a:cubicBezTo>
                <a:cubicBezTo>
                  <a:pt x="1" y="2403"/>
                  <a:pt x="0" y="2393"/>
                  <a:pt x="0" y="2382"/>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04" name=""/>
          <p:cNvSpPr txBox="1"/>
          <p:nvPr/>
        </p:nvSpPr>
        <p:spPr>
          <a:xfrm>
            <a:off x="533520" y="493560"/>
            <a:ext cx="3048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気象庁データ取得</a:t>
            </a:r>
            <a:endParaRPr lang="en-US" sz="3000" b="0" u="none" strike="noStrike">
              <a:solidFill>
                <a:srgbClr val="000000"/>
              </a:solidFill>
              <a:effectLst/>
              <a:uFillTx/>
              <a:latin typeface="游明朝体"/>
            </a:endParaRPr>
          </a:p>
        </p:txBody>
      </p:sp>
      <p:sp>
        <p:nvSpPr>
          <p:cNvPr id="2005" name=""/>
          <p:cNvSpPr txBox="1"/>
          <p:nvPr/>
        </p:nvSpPr>
        <p:spPr>
          <a:xfrm>
            <a:off x="3581280" y="475560"/>
            <a:ext cx="98856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 MCP</a:t>
            </a:r>
            <a:endParaRPr lang="en-US" sz="3000" b="0" u="none" strike="noStrike">
              <a:solidFill>
                <a:srgbClr val="000000"/>
              </a:solidFill>
              <a:effectLst/>
              <a:uFillTx/>
              <a:latin typeface="游明朝体"/>
            </a:endParaRPr>
          </a:p>
        </p:txBody>
      </p:sp>
      <p:sp>
        <p:nvSpPr>
          <p:cNvPr id="2006" name=""/>
          <p:cNvSpPr txBox="1"/>
          <p:nvPr/>
        </p:nvSpPr>
        <p:spPr>
          <a:xfrm>
            <a:off x="4569480" y="493560"/>
            <a:ext cx="1905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サーバー（</a:t>
            </a:r>
            <a:endParaRPr lang="en-US" sz="3000" b="0" u="none" strike="noStrike">
              <a:solidFill>
                <a:srgbClr val="000000"/>
              </a:solidFill>
              <a:effectLst/>
              <a:uFillTx/>
              <a:latin typeface="游明朝体"/>
            </a:endParaRPr>
          </a:p>
        </p:txBody>
      </p:sp>
      <p:sp>
        <p:nvSpPr>
          <p:cNvPr id="2007" name=""/>
          <p:cNvSpPr txBox="1"/>
          <p:nvPr/>
        </p:nvSpPr>
        <p:spPr>
          <a:xfrm>
            <a:off x="6474240" y="475560"/>
            <a:ext cx="162216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jma-mcp</a:t>
            </a:r>
            <a:endParaRPr lang="en-US" sz="3000" b="0" u="none" strike="noStrike">
              <a:solidFill>
                <a:srgbClr val="000000"/>
              </a:solidFill>
              <a:effectLst/>
              <a:uFillTx/>
              <a:latin typeface="游明朝体"/>
            </a:endParaRPr>
          </a:p>
        </p:txBody>
      </p:sp>
      <p:sp>
        <p:nvSpPr>
          <p:cNvPr id="2008" name=""/>
          <p:cNvSpPr/>
          <p:nvPr/>
        </p:nvSpPr>
        <p:spPr>
          <a:xfrm>
            <a:off x="552240" y="4362120"/>
            <a:ext cx="5429520" cy="1010160"/>
          </a:xfrm>
          <a:custGeom>
            <a:avLst/>
            <a:gdLst/>
            <a:ahLst/>
            <a:rect l="0" t="0" r="r" b="b"/>
            <a:pathLst>
              <a:path w="15082" h="2806">
                <a:moveTo>
                  <a:pt x="0" y="2806"/>
                </a:moveTo>
                <a:lnTo>
                  <a:pt x="0" y="0"/>
                </a:lnTo>
                <a:lnTo>
                  <a:pt x="14976" y="0"/>
                </a:lnTo>
                <a:cubicBezTo>
                  <a:pt x="14991" y="0"/>
                  <a:pt x="15004" y="3"/>
                  <a:pt x="15017" y="8"/>
                </a:cubicBezTo>
                <a:cubicBezTo>
                  <a:pt x="15030" y="14"/>
                  <a:pt x="15041" y="21"/>
                  <a:pt x="15051" y="31"/>
                </a:cubicBezTo>
                <a:cubicBezTo>
                  <a:pt x="15061" y="41"/>
                  <a:pt x="15069" y="53"/>
                  <a:pt x="15074" y="66"/>
                </a:cubicBezTo>
                <a:cubicBezTo>
                  <a:pt x="15080" y="79"/>
                  <a:pt x="15082" y="92"/>
                  <a:pt x="15082" y="106"/>
                </a:cubicBezTo>
                <a:lnTo>
                  <a:pt x="15082" y="2700"/>
                </a:lnTo>
                <a:cubicBezTo>
                  <a:pt x="15082" y="2714"/>
                  <a:pt x="15080" y="2728"/>
                  <a:pt x="15074" y="2741"/>
                </a:cubicBezTo>
                <a:cubicBezTo>
                  <a:pt x="15069" y="2754"/>
                  <a:pt x="15061" y="2765"/>
                  <a:pt x="15051" y="2775"/>
                </a:cubicBezTo>
                <a:cubicBezTo>
                  <a:pt x="15041" y="2785"/>
                  <a:pt x="15030" y="2793"/>
                  <a:pt x="15017" y="2798"/>
                </a:cubicBezTo>
                <a:cubicBezTo>
                  <a:pt x="15004" y="2803"/>
                  <a:pt x="14991" y="2806"/>
                  <a:pt x="14976" y="2806"/>
                </a:cubicBezTo>
                <a:lnTo>
                  <a:pt x="0" y="2806"/>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09" name=""/>
          <p:cNvSpPr/>
          <p:nvPr/>
        </p:nvSpPr>
        <p:spPr>
          <a:xfrm>
            <a:off x="533160" y="4362120"/>
            <a:ext cx="38520" cy="1010160"/>
          </a:xfrm>
          <a:custGeom>
            <a:avLst/>
            <a:gdLst/>
            <a:ahLst/>
            <a:rect l="0" t="0" r="r" b="b"/>
            <a:pathLst>
              <a:path w="107" h="2806">
                <a:moveTo>
                  <a:pt x="0" y="0"/>
                </a:moveTo>
                <a:lnTo>
                  <a:pt x="107" y="0"/>
                </a:lnTo>
                <a:lnTo>
                  <a:pt x="107" y="2806"/>
                </a:lnTo>
                <a:lnTo>
                  <a:pt x="0" y="2806"/>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0" name=""/>
          <p:cNvSpPr/>
          <p:nvPr/>
        </p:nvSpPr>
        <p:spPr>
          <a:xfrm>
            <a:off x="618840" y="14284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59"/>
                  <a:pt x="6" y="49"/>
                </a:cubicBezTo>
                <a:cubicBezTo>
                  <a:pt x="10" y="40"/>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40"/>
                  <a:pt x="154" y="49"/>
                </a:cubicBezTo>
                <a:cubicBezTo>
                  <a:pt x="158" y="59"/>
                  <a:pt x="160" y="70"/>
                  <a:pt x="160"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11" name=""/>
          <p:cNvSpPr txBox="1"/>
          <p:nvPr/>
        </p:nvSpPr>
        <p:spPr>
          <a:xfrm>
            <a:off x="8096040" y="493560"/>
            <a:ext cx="38160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a:t>
            </a:r>
            <a:endParaRPr lang="en-US" sz="3000" b="0" u="none" strike="noStrike">
              <a:solidFill>
                <a:srgbClr val="000000"/>
              </a:solidFill>
              <a:effectLst/>
              <a:uFillTx/>
              <a:latin typeface="游明朝体"/>
            </a:endParaRPr>
          </a:p>
        </p:txBody>
      </p:sp>
      <p:sp>
        <p:nvSpPr>
          <p:cNvPr id="2012" name=""/>
          <p:cNvSpPr txBox="1"/>
          <p:nvPr/>
        </p:nvSpPr>
        <p:spPr>
          <a:xfrm>
            <a:off x="799920" y="134208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気象庁サイト（</a:t>
            </a:r>
            <a:endParaRPr lang="en-US" sz="1500" b="0" u="none" strike="noStrike">
              <a:solidFill>
                <a:srgbClr val="000000"/>
              </a:solidFill>
              <a:effectLst/>
              <a:uFillTx/>
              <a:latin typeface="游明朝体"/>
            </a:endParaRPr>
          </a:p>
        </p:txBody>
      </p:sp>
      <p:sp>
        <p:nvSpPr>
          <p:cNvPr id="2013" name=""/>
          <p:cNvSpPr txBox="1"/>
          <p:nvPr/>
        </p:nvSpPr>
        <p:spPr>
          <a:xfrm>
            <a:off x="2127960" y="1333080"/>
            <a:ext cx="13028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bosai.jma.go.jp</a:t>
            </a:r>
            <a:endParaRPr lang="en-US" sz="1500" b="0" u="none" strike="noStrike">
              <a:solidFill>
                <a:srgbClr val="000000"/>
              </a:solidFill>
              <a:effectLst/>
              <a:uFillTx/>
              <a:latin typeface="游明朝体"/>
            </a:endParaRPr>
          </a:p>
        </p:txBody>
      </p:sp>
      <p:sp>
        <p:nvSpPr>
          <p:cNvPr id="2014" name=""/>
          <p:cNvSpPr txBox="1"/>
          <p:nvPr/>
        </p:nvSpPr>
        <p:spPr>
          <a:xfrm>
            <a:off x="3430080" y="1342080"/>
            <a:ext cx="2286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）が内部で使⽤する⾮公開</a:t>
            </a:r>
            <a:endParaRPr lang="en-US" sz="1500" b="0" u="none" strike="noStrike">
              <a:solidFill>
                <a:srgbClr val="000000"/>
              </a:solidFill>
              <a:effectLst/>
              <a:uFillTx/>
              <a:latin typeface="游明朝体"/>
            </a:endParaRPr>
          </a:p>
        </p:txBody>
      </p:sp>
      <p:sp>
        <p:nvSpPr>
          <p:cNvPr id="2015" name=""/>
          <p:cNvSpPr txBox="1"/>
          <p:nvPr/>
        </p:nvSpPr>
        <p:spPr>
          <a:xfrm>
            <a:off x="799920" y="1676160"/>
            <a:ext cx="2970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API</a:t>
            </a:r>
            <a:endParaRPr lang="en-US" sz="1500" b="0" u="none" strike="noStrike">
              <a:solidFill>
                <a:srgbClr val="000000"/>
              </a:solidFill>
              <a:effectLst/>
              <a:uFillTx/>
              <a:latin typeface="游明朝体"/>
            </a:endParaRPr>
          </a:p>
        </p:txBody>
      </p:sp>
      <p:sp>
        <p:nvSpPr>
          <p:cNvPr id="2016" name=""/>
          <p:cNvSpPr txBox="1"/>
          <p:nvPr/>
        </p:nvSpPr>
        <p:spPr>
          <a:xfrm>
            <a:off x="1096200" y="168480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（認証不要）を</a:t>
            </a:r>
            <a:endParaRPr lang="en-US" sz="1500" b="0" u="none" strike="noStrike">
              <a:solidFill>
                <a:srgbClr val="000000"/>
              </a:solidFill>
              <a:effectLst/>
              <a:uFillTx/>
              <a:latin typeface="游明朝体"/>
            </a:endParaRPr>
          </a:p>
        </p:txBody>
      </p:sp>
      <p:sp>
        <p:nvSpPr>
          <p:cNvPr id="2017" name=""/>
          <p:cNvSpPr txBox="1"/>
          <p:nvPr/>
        </p:nvSpPr>
        <p:spPr>
          <a:xfrm>
            <a:off x="2430000" y="167616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018" name=""/>
          <p:cNvSpPr txBox="1"/>
          <p:nvPr/>
        </p:nvSpPr>
        <p:spPr>
          <a:xfrm>
            <a:off x="2602440" y="1684800"/>
            <a:ext cx="953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と解析し、</a:t>
            </a:r>
            <a:endParaRPr lang="en-US" sz="1500" b="0" u="none" strike="noStrike">
              <a:solidFill>
                <a:srgbClr val="000000"/>
              </a:solidFill>
              <a:effectLst/>
              <a:uFillTx/>
              <a:latin typeface="游明朝体"/>
            </a:endParaRPr>
          </a:p>
        </p:txBody>
      </p:sp>
      <p:sp>
        <p:nvSpPr>
          <p:cNvPr id="2019" name=""/>
          <p:cNvSpPr txBox="1"/>
          <p:nvPr/>
        </p:nvSpPr>
        <p:spPr>
          <a:xfrm>
            <a:off x="3555000" y="1676160"/>
            <a:ext cx="4276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MCP</a:t>
            </a:r>
            <a:endParaRPr lang="en-US" sz="1500" b="0" u="none" strike="noStrike">
              <a:solidFill>
                <a:srgbClr val="000000"/>
              </a:solidFill>
              <a:effectLst/>
              <a:uFillTx/>
              <a:latin typeface="游明朝体"/>
            </a:endParaRPr>
          </a:p>
        </p:txBody>
      </p:sp>
      <p:sp>
        <p:nvSpPr>
          <p:cNvPr id="2020" name=""/>
          <p:cNvSpPr/>
          <p:nvPr/>
        </p:nvSpPr>
        <p:spPr>
          <a:xfrm>
            <a:off x="618840" y="2162160"/>
            <a:ext cx="57600" cy="57240"/>
          </a:xfrm>
          <a:custGeom>
            <a:avLst/>
            <a:gdLst/>
            <a:ahLst/>
            <a:rect l="0" t="0" r="r" b="b"/>
            <a:pathLst>
              <a:path w="160" h="159">
                <a:moveTo>
                  <a:pt x="160" y="80"/>
                </a:moveTo>
                <a:cubicBezTo>
                  <a:pt x="160" y="90"/>
                  <a:pt x="158" y="101"/>
                  <a:pt x="154" y="110"/>
                </a:cubicBezTo>
                <a:cubicBezTo>
                  <a:pt x="150" y="120"/>
                  <a:pt x="144" y="129"/>
                  <a:pt x="137" y="136"/>
                </a:cubicBezTo>
                <a:cubicBezTo>
                  <a:pt x="129" y="143"/>
                  <a:pt x="121" y="149"/>
                  <a:pt x="111" y="153"/>
                </a:cubicBezTo>
                <a:cubicBezTo>
                  <a:pt x="101" y="157"/>
                  <a:pt x="90" y="159"/>
                  <a:pt x="80" y="159"/>
                </a:cubicBezTo>
                <a:cubicBezTo>
                  <a:pt x="69" y="159"/>
                  <a:pt x="59" y="157"/>
                  <a:pt x="49" y="153"/>
                </a:cubicBezTo>
                <a:cubicBezTo>
                  <a:pt x="40" y="149"/>
                  <a:pt x="31" y="143"/>
                  <a:pt x="24" y="136"/>
                </a:cubicBezTo>
                <a:cubicBezTo>
                  <a:pt x="16" y="129"/>
                  <a:pt x="10" y="120"/>
                  <a:pt x="6" y="110"/>
                </a:cubicBezTo>
                <a:cubicBezTo>
                  <a:pt x="2" y="101"/>
                  <a:pt x="0" y="90"/>
                  <a:pt x="0" y="80"/>
                </a:cubicBezTo>
                <a:cubicBezTo>
                  <a:pt x="0" y="68"/>
                  <a:pt x="2" y="58"/>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8"/>
                  <a:pt x="160" y="68"/>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1" name=""/>
          <p:cNvSpPr txBox="1"/>
          <p:nvPr/>
        </p:nvSpPr>
        <p:spPr>
          <a:xfrm>
            <a:off x="3981960" y="1684800"/>
            <a:ext cx="1715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サーバーとして実装</a:t>
            </a:r>
            <a:endParaRPr lang="en-US" sz="1500" b="0" u="none" strike="noStrike">
              <a:solidFill>
                <a:srgbClr val="000000"/>
              </a:solidFill>
              <a:effectLst/>
              <a:uFillTx/>
              <a:latin typeface="游明朝体"/>
            </a:endParaRPr>
          </a:p>
        </p:txBody>
      </p:sp>
      <p:sp>
        <p:nvSpPr>
          <p:cNvPr id="2022" name=""/>
          <p:cNvSpPr txBox="1"/>
          <p:nvPr/>
        </p:nvSpPr>
        <p:spPr>
          <a:xfrm>
            <a:off x="799920" y="2075400"/>
            <a:ext cx="5144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天気予報・警報／注意報・早期注意情報・観測ランキング・</a:t>
            </a:r>
            <a:endParaRPr lang="en-US" sz="1500" b="0" u="none" strike="noStrike">
              <a:solidFill>
                <a:srgbClr val="000000"/>
              </a:solidFill>
              <a:effectLst/>
              <a:uFillTx/>
              <a:latin typeface="游明朝体"/>
            </a:endParaRPr>
          </a:p>
        </p:txBody>
      </p:sp>
      <p:sp>
        <p:nvSpPr>
          <p:cNvPr id="2023" name=""/>
          <p:cNvSpPr txBox="1"/>
          <p:nvPr/>
        </p:nvSpPr>
        <p:spPr>
          <a:xfrm>
            <a:off x="799920" y="2418480"/>
            <a:ext cx="953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潮位など計</a:t>
            </a:r>
            <a:endParaRPr lang="en-US" sz="1500" b="0" u="none" strike="noStrike">
              <a:solidFill>
                <a:srgbClr val="000000"/>
              </a:solidFill>
              <a:effectLst/>
              <a:uFillTx/>
              <a:latin typeface="游明朝体"/>
            </a:endParaRPr>
          </a:p>
        </p:txBody>
      </p:sp>
      <p:sp>
        <p:nvSpPr>
          <p:cNvPr id="2024" name=""/>
          <p:cNvSpPr txBox="1"/>
          <p:nvPr/>
        </p:nvSpPr>
        <p:spPr>
          <a:xfrm>
            <a:off x="1752480" y="2409480"/>
            <a:ext cx="2124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21</a:t>
            </a:r>
            <a:endParaRPr lang="en-US" sz="1500" b="0" u="none" strike="noStrike">
              <a:solidFill>
                <a:srgbClr val="000000"/>
              </a:solidFill>
              <a:effectLst/>
              <a:uFillTx/>
              <a:latin typeface="游明朝体"/>
            </a:endParaRPr>
          </a:p>
        </p:txBody>
      </p:sp>
      <p:sp>
        <p:nvSpPr>
          <p:cNvPr id="2025" name=""/>
          <p:cNvSpPr/>
          <p:nvPr/>
        </p:nvSpPr>
        <p:spPr>
          <a:xfrm>
            <a:off x="618840" y="2895480"/>
            <a:ext cx="57600" cy="57600"/>
          </a:xfrm>
          <a:custGeom>
            <a:avLst/>
            <a:gdLst/>
            <a:ahLst/>
            <a:rect l="0" t="0" r="r" b="b"/>
            <a:pathLst>
              <a:path w="160" h="160">
                <a:moveTo>
                  <a:pt x="160" y="79"/>
                </a:moveTo>
                <a:cubicBezTo>
                  <a:pt x="160" y="90"/>
                  <a:pt x="158" y="101"/>
                  <a:pt x="154" y="111"/>
                </a:cubicBezTo>
                <a:cubicBezTo>
                  <a:pt x="150" y="120"/>
                  <a:pt x="144" y="129"/>
                  <a:pt x="137" y="136"/>
                </a:cubicBezTo>
                <a:cubicBezTo>
                  <a:pt x="129" y="144"/>
                  <a:pt x="121" y="150"/>
                  <a:pt x="111" y="154"/>
                </a:cubicBezTo>
                <a:cubicBezTo>
                  <a:pt x="101" y="158"/>
                  <a:pt x="90" y="160"/>
                  <a:pt x="80" y="160"/>
                </a:cubicBezTo>
                <a:cubicBezTo>
                  <a:pt x="69" y="160"/>
                  <a:pt x="59" y="158"/>
                  <a:pt x="49" y="154"/>
                </a:cubicBezTo>
                <a:cubicBezTo>
                  <a:pt x="40" y="150"/>
                  <a:pt x="31" y="144"/>
                  <a:pt x="24" y="136"/>
                </a:cubicBezTo>
                <a:cubicBezTo>
                  <a:pt x="16" y="129"/>
                  <a:pt x="10" y="120"/>
                  <a:pt x="6" y="111"/>
                </a:cubicBezTo>
                <a:cubicBezTo>
                  <a:pt x="2" y="101"/>
                  <a:pt x="0" y="90"/>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26" name=""/>
          <p:cNvSpPr txBox="1"/>
          <p:nvPr/>
        </p:nvSpPr>
        <p:spPr>
          <a:xfrm>
            <a:off x="1964520" y="2418480"/>
            <a:ext cx="1524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種のツールを提供</a:t>
            </a:r>
            <a:endParaRPr lang="en-US" sz="1500" b="0" u="none" strike="noStrike">
              <a:solidFill>
                <a:srgbClr val="000000"/>
              </a:solidFill>
              <a:effectLst/>
              <a:uFillTx/>
              <a:latin typeface="游明朝体"/>
            </a:endParaRPr>
          </a:p>
        </p:txBody>
      </p:sp>
      <p:sp>
        <p:nvSpPr>
          <p:cNvPr id="2027" name=""/>
          <p:cNvSpPr txBox="1"/>
          <p:nvPr/>
        </p:nvSpPr>
        <p:spPr>
          <a:xfrm>
            <a:off x="799920" y="2800080"/>
            <a:ext cx="9072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HTTP/SSE</a:t>
            </a:r>
            <a:endParaRPr lang="en-US" sz="1500" b="0" u="none" strike="noStrike">
              <a:solidFill>
                <a:srgbClr val="000000"/>
              </a:solidFill>
              <a:effectLst/>
              <a:uFillTx/>
              <a:latin typeface="游明朝体"/>
            </a:endParaRPr>
          </a:p>
        </p:txBody>
      </p:sp>
      <p:sp>
        <p:nvSpPr>
          <p:cNvPr id="2028" name=""/>
          <p:cNvSpPr txBox="1"/>
          <p:nvPr/>
        </p:nvSpPr>
        <p:spPr>
          <a:xfrm>
            <a:off x="1706400" y="280908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版（</a:t>
            </a:r>
            <a:endParaRPr lang="en-US" sz="1500" b="0" u="none" strike="noStrike">
              <a:solidFill>
                <a:srgbClr val="000000"/>
              </a:solidFill>
              <a:effectLst/>
              <a:uFillTx/>
              <a:latin typeface="游明朝体"/>
            </a:endParaRPr>
          </a:p>
        </p:txBody>
      </p:sp>
      <p:sp>
        <p:nvSpPr>
          <p:cNvPr id="2029" name=""/>
          <p:cNvSpPr txBox="1"/>
          <p:nvPr/>
        </p:nvSpPr>
        <p:spPr>
          <a:xfrm>
            <a:off x="2087640" y="2800080"/>
            <a:ext cx="14335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jma-mcp-remote</a:t>
            </a:r>
            <a:endParaRPr lang="en-US" sz="1500" b="0" u="none" strike="noStrike">
              <a:solidFill>
                <a:srgbClr val="000000"/>
              </a:solidFill>
              <a:effectLst/>
              <a:uFillTx/>
              <a:latin typeface="游明朝体"/>
            </a:endParaRPr>
          </a:p>
        </p:txBody>
      </p:sp>
      <p:sp>
        <p:nvSpPr>
          <p:cNvPr id="2030" name=""/>
          <p:cNvSpPr txBox="1"/>
          <p:nvPr/>
        </p:nvSpPr>
        <p:spPr>
          <a:xfrm>
            <a:off x="3516840" y="280908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）を</a:t>
            </a:r>
            <a:endParaRPr lang="en-US" sz="1500" b="0" u="none" strike="noStrike">
              <a:solidFill>
                <a:srgbClr val="000000"/>
              </a:solidFill>
              <a:effectLst/>
              <a:uFillTx/>
              <a:latin typeface="游明朝体"/>
            </a:endParaRPr>
          </a:p>
        </p:txBody>
      </p:sp>
      <p:sp>
        <p:nvSpPr>
          <p:cNvPr id="2031" name=""/>
          <p:cNvSpPr txBox="1"/>
          <p:nvPr/>
        </p:nvSpPr>
        <p:spPr>
          <a:xfrm>
            <a:off x="3898080" y="2800080"/>
            <a:ext cx="6181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Render</a:t>
            </a:r>
            <a:endParaRPr lang="en-US" sz="1500" b="0" u="none" strike="noStrike">
              <a:solidFill>
                <a:srgbClr val="000000"/>
              </a:solidFill>
              <a:effectLst/>
              <a:uFillTx/>
              <a:latin typeface="游明朝体"/>
            </a:endParaRPr>
          </a:p>
        </p:txBody>
      </p:sp>
      <p:sp>
        <p:nvSpPr>
          <p:cNvPr id="2032" name=""/>
          <p:cNvSpPr txBox="1"/>
          <p:nvPr/>
        </p:nvSpPr>
        <p:spPr>
          <a:xfrm>
            <a:off x="4515480" y="280908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にデプロイし、</a:t>
            </a:r>
            <a:endParaRPr lang="en-US" sz="1500" b="0" u="none" strike="noStrike">
              <a:solidFill>
                <a:srgbClr val="000000"/>
              </a:solidFill>
              <a:effectLst/>
              <a:uFillTx/>
              <a:latin typeface="游明朝体"/>
            </a:endParaRPr>
          </a:p>
        </p:txBody>
      </p:sp>
      <p:sp>
        <p:nvSpPr>
          <p:cNvPr id="2033" name=""/>
          <p:cNvSpPr txBox="1"/>
          <p:nvPr/>
        </p:nvSpPr>
        <p:spPr>
          <a:xfrm>
            <a:off x="799920" y="3142800"/>
            <a:ext cx="12463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Claude.ai Web</a:t>
            </a:r>
            <a:endParaRPr lang="en-US" sz="1500" b="0" u="none" strike="noStrike">
              <a:solidFill>
                <a:srgbClr val="000000"/>
              </a:solidFill>
              <a:effectLst/>
              <a:uFillTx/>
              <a:latin typeface="游明朝体"/>
            </a:endParaRPr>
          </a:p>
        </p:txBody>
      </p:sp>
      <p:sp>
        <p:nvSpPr>
          <p:cNvPr id="2034" name=""/>
          <p:cNvSpPr txBox="1"/>
          <p:nvPr/>
        </p:nvSpPr>
        <p:spPr>
          <a:xfrm>
            <a:off x="2034720" y="3151800"/>
            <a:ext cx="2286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版・デスクトップアプリ・</a:t>
            </a:r>
            <a:endParaRPr lang="en-US" sz="1500" b="0" u="none" strike="noStrike">
              <a:solidFill>
                <a:srgbClr val="000000"/>
              </a:solidFill>
              <a:effectLst/>
              <a:uFillTx/>
              <a:latin typeface="游明朝体"/>
            </a:endParaRPr>
          </a:p>
        </p:txBody>
      </p:sp>
      <p:sp>
        <p:nvSpPr>
          <p:cNvPr id="2035" name=""/>
          <p:cNvSpPr txBox="1"/>
          <p:nvPr/>
        </p:nvSpPr>
        <p:spPr>
          <a:xfrm>
            <a:off x="4307400" y="3142800"/>
            <a:ext cx="5900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iPhone</a:t>
            </a:r>
            <a:endParaRPr lang="en-US" sz="1500" b="0" u="none" strike="noStrike">
              <a:solidFill>
                <a:srgbClr val="000000"/>
              </a:solidFill>
              <a:effectLst/>
              <a:uFillTx/>
              <a:latin typeface="游明朝体"/>
            </a:endParaRPr>
          </a:p>
        </p:txBody>
      </p:sp>
      <p:sp>
        <p:nvSpPr>
          <p:cNvPr id="2036" name=""/>
          <p:cNvSpPr txBox="1"/>
          <p:nvPr/>
        </p:nvSpPr>
        <p:spPr>
          <a:xfrm>
            <a:off x="4896720" y="3151800"/>
            <a:ext cx="953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版からも利</a:t>
            </a:r>
            <a:endParaRPr lang="en-US" sz="1500" b="0" u="none" strike="noStrike">
              <a:solidFill>
                <a:srgbClr val="000000"/>
              </a:solidFill>
              <a:effectLst/>
              <a:uFillTx/>
              <a:latin typeface="游明朝体"/>
            </a:endParaRPr>
          </a:p>
        </p:txBody>
      </p:sp>
      <p:sp>
        <p:nvSpPr>
          <p:cNvPr id="2037" name=""/>
          <p:cNvSpPr txBox="1"/>
          <p:nvPr/>
        </p:nvSpPr>
        <p:spPr>
          <a:xfrm>
            <a:off x="799920" y="3494880"/>
            <a:ext cx="572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⽤可能</a:t>
            </a:r>
            <a:endParaRPr lang="en-US" sz="1500" b="0" u="none" strike="noStrike">
              <a:solidFill>
                <a:srgbClr val="000000"/>
              </a:solidFill>
              <a:effectLst/>
              <a:uFillTx/>
              <a:latin typeface="游明朝体"/>
            </a:endParaRPr>
          </a:p>
        </p:txBody>
      </p:sp>
      <p:sp>
        <p:nvSpPr>
          <p:cNvPr id="2038" name=""/>
          <p:cNvSpPr txBox="1"/>
          <p:nvPr/>
        </p:nvSpPr>
        <p:spPr>
          <a:xfrm>
            <a:off x="533520" y="3952440"/>
            <a:ext cx="40132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GitHub: </a:t>
            </a:r>
            <a:r>
              <a:rPr lang="en-US" sz="1500" b="0" u="none" strike="noStrike">
                <a:solidFill>
                  <a:srgbClr val="0969DA"/>
                </a:solidFill>
                <a:effectLst/>
                <a:uFillTx/>
                <a:latin typeface="HelveticaNeue"/>
                <a:ea typeface="HelveticaNeue"/>
              </a:rPr>
              <a:t>https://github.com/masauehr/jma-mcp</a:t>
            </a:r>
            <a:endParaRPr lang="en-US" sz="1500" b="0" u="none" strike="noStrike">
              <a:solidFill>
                <a:srgbClr val="000000"/>
              </a:solidFill>
              <a:effectLst/>
              <a:uFillTx/>
              <a:latin typeface="游明朝体"/>
            </a:endParaRPr>
          </a:p>
        </p:txBody>
      </p:sp>
      <p:sp>
        <p:nvSpPr>
          <p:cNvPr id="2039" name=""/>
          <p:cNvSpPr txBox="1"/>
          <p:nvPr/>
        </p:nvSpPr>
        <p:spPr>
          <a:xfrm>
            <a:off x="723960" y="4493880"/>
            <a:ext cx="54468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気象庁</a:t>
            </a:r>
            <a:endParaRPr lang="en-US" sz="1430" b="0" u="none" strike="noStrike">
              <a:solidFill>
                <a:srgbClr val="000000"/>
              </a:solidFill>
              <a:effectLst/>
              <a:uFillTx/>
              <a:latin typeface="游明朝体"/>
            </a:endParaRPr>
          </a:p>
        </p:txBody>
      </p:sp>
      <p:sp>
        <p:nvSpPr>
          <p:cNvPr id="2040" name=""/>
          <p:cNvSpPr txBox="1"/>
          <p:nvPr/>
        </p:nvSpPr>
        <p:spPr>
          <a:xfrm>
            <a:off x="1266840" y="4485600"/>
            <a:ext cx="2491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HP</a:t>
            </a:r>
            <a:endParaRPr lang="en-US" sz="1430" b="0" u="none" strike="noStrike">
              <a:solidFill>
                <a:srgbClr val="000000"/>
              </a:solidFill>
              <a:effectLst/>
              <a:uFillTx/>
              <a:latin typeface="游明朝体"/>
            </a:endParaRPr>
          </a:p>
        </p:txBody>
      </p:sp>
      <p:sp>
        <p:nvSpPr>
          <p:cNvPr id="2041" name=""/>
          <p:cNvSpPr txBox="1"/>
          <p:nvPr/>
        </p:nvSpPr>
        <p:spPr>
          <a:xfrm>
            <a:off x="1514880" y="4493880"/>
            <a:ext cx="417204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からのデータ取得コードは、以降の別アプリ（検潮</a:t>
            </a:r>
            <a:endParaRPr lang="en-US" sz="1430" b="0" u="none" strike="noStrike">
              <a:solidFill>
                <a:srgbClr val="000000"/>
              </a:solidFill>
              <a:effectLst/>
              <a:uFillTx/>
              <a:latin typeface="游明朝体"/>
            </a:endParaRPr>
          </a:p>
        </p:txBody>
      </p:sp>
      <p:sp>
        <p:nvSpPr>
          <p:cNvPr id="2042" name=""/>
          <p:cNvSpPr txBox="1"/>
          <p:nvPr/>
        </p:nvSpPr>
        <p:spPr>
          <a:xfrm>
            <a:off x="723960" y="4770000"/>
            <a:ext cx="272124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所観測データ⼀覧表⽰等）作成で</a:t>
            </a:r>
            <a:endParaRPr lang="en-US" sz="1430" b="0" u="none" strike="noStrike">
              <a:solidFill>
                <a:srgbClr val="000000"/>
              </a:solidFill>
              <a:effectLst/>
              <a:uFillTx/>
              <a:latin typeface="游明朝体"/>
            </a:endParaRPr>
          </a:p>
        </p:txBody>
      </p:sp>
      <p:sp>
        <p:nvSpPr>
          <p:cNvPr id="2043" name=""/>
          <p:cNvSpPr txBox="1"/>
          <p:nvPr/>
        </p:nvSpPr>
        <p:spPr>
          <a:xfrm>
            <a:off x="3438360" y="4761720"/>
            <a:ext cx="1807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AI</a:t>
            </a:r>
            <a:endParaRPr lang="en-US" sz="1430" b="0" u="none" strike="noStrike">
              <a:solidFill>
                <a:srgbClr val="000000"/>
              </a:solidFill>
              <a:effectLst/>
              <a:uFillTx/>
              <a:latin typeface="游明朝体"/>
            </a:endParaRPr>
          </a:p>
        </p:txBody>
      </p:sp>
      <p:sp>
        <p:nvSpPr>
          <p:cNvPr id="2044" name=""/>
          <p:cNvSpPr txBox="1"/>
          <p:nvPr/>
        </p:nvSpPr>
        <p:spPr>
          <a:xfrm>
            <a:off x="3602520" y="4770000"/>
            <a:ext cx="21769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が参考にできるので開発⾼</a:t>
            </a:r>
            <a:endParaRPr lang="en-US" sz="1430" b="0" u="none" strike="noStrike">
              <a:solidFill>
                <a:srgbClr val="000000"/>
              </a:solidFill>
              <a:effectLst/>
              <a:uFillTx/>
              <a:latin typeface="游明朝体"/>
            </a:endParaRPr>
          </a:p>
        </p:txBody>
      </p:sp>
      <p:sp>
        <p:nvSpPr>
          <p:cNvPr id="2045" name=""/>
          <p:cNvSpPr/>
          <p:nvPr/>
        </p:nvSpPr>
        <p:spPr>
          <a:xfrm>
            <a:off x="6229080" y="2019240"/>
            <a:ext cx="5429520" cy="1276560"/>
          </a:xfrm>
          <a:custGeom>
            <a:avLst/>
            <a:gdLst/>
            <a:ahLst/>
            <a:rect l="0" t="0" r="r" b="b"/>
            <a:pathLst>
              <a:path w="15082" h="3546">
                <a:moveTo>
                  <a:pt x="0" y="3546"/>
                </a:moveTo>
                <a:lnTo>
                  <a:pt x="0" y="0"/>
                </a:lnTo>
                <a:lnTo>
                  <a:pt x="14977" y="0"/>
                </a:lnTo>
                <a:cubicBezTo>
                  <a:pt x="14991" y="0"/>
                  <a:pt x="15004" y="2"/>
                  <a:pt x="15017" y="8"/>
                </a:cubicBezTo>
                <a:cubicBezTo>
                  <a:pt x="15030" y="13"/>
                  <a:pt x="15042" y="21"/>
                  <a:pt x="15051" y="31"/>
                </a:cubicBezTo>
                <a:cubicBezTo>
                  <a:pt x="15061" y="41"/>
                  <a:pt x="15069" y="52"/>
                  <a:pt x="15074" y="65"/>
                </a:cubicBezTo>
                <a:cubicBezTo>
                  <a:pt x="15080" y="78"/>
                  <a:pt x="15082" y="91"/>
                  <a:pt x="15082" y="105"/>
                </a:cubicBezTo>
                <a:lnTo>
                  <a:pt x="15082" y="3440"/>
                </a:lnTo>
                <a:cubicBezTo>
                  <a:pt x="15082" y="3454"/>
                  <a:pt x="15080" y="3468"/>
                  <a:pt x="15074" y="3481"/>
                </a:cubicBezTo>
                <a:cubicBezTo>
                  <a:pt x="15069" y="3494"/>
                  <a:pt x="15061" y="3505"/>
                  <a:pt x="15051" y="3515"/>
                </a:cubicBezTo>
                <a:cubicBezTo>
                  <a:pt x="15042" y="3525"/>
                  <a:pt x="15030" y="3533"/>
                  <a:pt x="15017" y="3538"/>
                </a:cubicBezTo>
                <a:cubicBezTo>
                  <a:pt x="15004" y="3543"/>
                  <a:pt x="14991" y="3546"/>
                  <a:pt x="14977" y="3546"/>
                </a:cubicBezTo>
                <a:lnTo>
                  <a:pt x="0" y="3546"/>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46" name=""/>
          <p:cNvSpPr/>
          <p:nvPr/>
        </p:nvSpPr>
        <p:spPr>
          <a:xfrm>
            <a:off x="6210000" y="2019240"/>
            <a:ext cx="38520" cy="1276560"/>
          </a:xfrm>
          <a:custGeom>
            <a:avLst/>
            <a:gdLst/>
            <a:ahLst/>
            <a:rect l="0" t="0" r="r" b="b"/>
            <a:pathLst>
              <a:path w="107" h="3546">
                <a:moveTo>
                  <a:pt x="0" y="0"/>
                </a:moveTo>
                <a:lnTo>
                  <a:pt x="107" y="0"/>
                </a:lnTo>
                <a:lnTo>
                  <a:pt x="107" y="3546"/>
                </a:lnTo>
                <a:lnTo>
                  <a:pt x="0" y="3546"/>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47" name=""/>
          <p:cNvSpPr txBox="1"/>
          <p:nvPr/>
        </p:nvSpPr>
        <p:spPr>
          <a:xfrm>
            <a:off x="723960" y="5036760"/>
            <a:ext cx="90756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速化になる</a:t>
            </a:r>
            <a:endParaRPr lang="en-US" sz="1430" b="0" u="none" strike="noStrike">
              <a:solidFill>
                <a:srgbClr val="000000"/>
              </a:solidFill>
              <a:effectLst/>
              <a:uFillTx/>
              <a:latin typeface="游明朝体"/>
            </a:endParaRPr>
          </a:p>
        </p:txBody>
      </p:sp>
      <p:sp>
        <p:nvSpPr>
          <p:cNvPr id="2048" name=""/>
          <p:cNvSpPr txBox="1"/>
          <p:nvPr/>
        </p:nvSpPr>
        <p:spPr>
          <a:xfrm>
            <a:off x="6210360" y="1314000"/>
            <a:ext cx="1228320" cy="227520"/>
          </a:xfrm>
          <a:prstGeom prst="rect">
            <a:avLst/>
          </a:prstGeom>
          <a:noFill/>
          <a:ln w="0">
            <a:noFill/>
          </a:ln>
        </p:spPr>
        <p:txBody>
          <a:bodyPr wrap="none" lIns="0" tIns="0" rIns="0" bIns="0" anchor="t">
            <a:spAutoFit/>
          </a:bodyPr>
          <a:p>
            <a:pPr/>
            <a:r>
              <a:rPr lang="en-US" sz="1500" b="1" u="none" strike="noStrike">
                <a:solidFill>
                  <a:srgbClr val="EB6834"/>
                </a:solidFill>
                <a:effectLst/>
                <a:uFillTx/>
                <a:latin typeface="HelveticaNeue"/>
                <a:ea typeface="HelveticaNeue"/>
              </a:rPr>
              <a:t>Claude Code </a:t>
            </a:r>
            <a:endParaRPr lang="en-US" sz="1500" b="0" u="none" strike="noStrike">
              <a:solidFill>
                <a:srgbClr val="000000"/>
              </a:solidFill>
              <a:effectLst/>
              <a:uFillTx/>
              <a:latin typeface="游明朝体"/>
            </a:endParaRPr>
          </a:p>
        </p:txBody>
      </p:sp>
      <p:sp>
        <p:nvSpPr>
          <p:cNvPr id="2049" name=""/>
          <p:cNvSpPr txBox="1"/>
          <p:nvPr/>
        </p:nvSpPr>
        <p:spPr>
          <a:xfrm>
            <a:off x="7437960" y="1323000"/>
            <a:ext cx="419184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6"/>
                <a:ea typeface="HiraginoSans-W6"/>
              </a:rPr>
              <a:t>へ⾃然⾔語で質問するだけで⾃動的にツールを呼</a:t>
            </a:r>
            <a:endParaRPr lang="en-US" sz="1500" b="0" u="none" strike="noStrike">
              <a:solidFill>
                <a:srgbClr val="000000"/>
              </a:solidFill>
              <a:effectLst/>
              <a:uFillTx/>
              <a:latin typeface="游明朝体"/>
            </a:endParaRPr>
          </a:p>
        </p:txBody>
      </p:sp>
      <p:sp>
        <p:nvSpPr>
          <p:cNvPr id="2050" name=""/>
          <p:cNvSpPr txBox="1"/>
          <p:nvPr/>
        </p:nvSpPr>
        <p:spPr>
          <a:xfrm>
            <a:off x="6210360" y="1618200"/>
            <a:ext cx="228672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6"/>
                <a:ea typeface="HiraginoSans-W6"/>
              </a:rPr>
              <a:t>び出し、最新データを取得</a:t>
            </a:r>
            <a:endParaRPr lang="en-US" sz="1500" b="0" u="none" strike="noStrike">
              <a:solidFill>
                <a:srgbClr val="000000"/>
              </a:solidFill>
              <a:effectLst/>
              <a:uFillTx/>
              <a:latin typeface="游明朝体"/>
            </a:endParaRPr>
          </a:p>
        </p:txBody>
      </p:sp>
      <p:sp>
        <p:nvSpPr>
          <p:cNvPr id="2051" name=""/>
          <p:cNvSpPr txBox="1"/>
          <p:nvPr/>
        </p:nvSpPr>
        <p:spPr>
          <a:xfrm>
            <a:off x="6400800" y="2150640"/>
            <a:ext cx="235836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「東京の週間天気予報は？」</a:t>
            </a:r>
            <a:endParaRPr lang="en-US" sz="1430" b="0" u="none" strike="noStrike">
              <a:solidFill>
                <a:srgbClr val="000000"/>
              </a:solidFill>
              <a:effectLst/>
              <a:uFillTx/>
              <a:latin typeface="游明朝体"/>
            </a:endParaRPr>
          </a:p>
        </p:txBody>
      </p:sp>
      <p:sp>
        <p:nvSpPr>
          <p:cNvPr id="2052" name=""/>
          <p:cNvSpPr txBox="1"/>
          <p:nvPr/>
        </p:nvSpPr>
        <p:spPr>
          <a:xfrm>
            <a:off x="6400800" y="2427120"/>
            <a:ext cx="29023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「沖縄への早期注意情報を教えて」</a:t>
            </a:r>
            <a:endParaRPr lang="en-US" sz="1430" b="0" u="none" strike="noStrike">
              <a:solidFill>
                <a:srgbClr val="000000"/>
              </a:solidFill>
              <a:effectLst/>
              <a:uFillTx/>
              <a:latin typeface="游明朝体"/>
            </a:endParaRPr>
          </a:p>
        </p:txBody>
      </p:sp>
      <p:sp>
        <p:nvSpPr>
          <p:cNvPr id="2053" name=""/>
          <p:cNvSpPr txBox="1"/>
          <p:nvPr/>
        </p:nvSpPr>
        <p:spPr>
          <a:xfrm>
            <a:off x="6400800" y="2693880"/>
            <a:ext cx="253980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「那覇の現在の潮位を教えて」</a:t>
            </a:r>
            <a:endParaRPr lang="en-US" sz="1430" b="0" u="none" strike="noStrike">
              <a:solidFill>
                <a:srgbClr val="000000"/>
              </a:solidFill>
              <a:effectLst/>
              <a:uFillTx/>
              <a:latin typeface="游明朝体"/>
            </a:endParaRPr>
          </a:p>
        </p:txBody>
      </p:sp>
      <p:sp>
        <p:nvSpPr>
          <p:cNvPr id="2054" name=""/>
          <p:cNvSpPr txBox="1"/>
          <p:nvPr/>
        </p:nvSpPr>
        <p:spPr>
          <a:xfrm>
            <a:off x="6400800" y="2970000"/>
            <a:ext cx="344664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「今⽇の全国降⽔量ランキングを⾒せて」</a:t>
            </a:r>
            <a:endParaRPr lang="en-US" sz="1430" b="0" u="none" strike="noStrike">
              <a:solidFill>
                <a:srgbClr val="000000"/>
              </a:solidFill>
              <a:effectLst/>
              <a:uFillTx/>
              <a:latin typeface="游明朝体"/>
            </a:endParaRPr>
          </a:p>
        </p:txBody>
      </p:sp>
      <p:sp>
        <p:nvSpPr>
          <p:cNvPr id="2055" name=""/>
          <p:cNvSpPr txBox="1"/>
          <p:nvPr/>
        </p:nvSpPr>
        <p:spPr>
          <a:xfrm>
            <a:off x="704880" y="6056280"/>
            <a:ext cx="374760" cy="192240"/>
          </a:xfrm>
          <a:prstGeom prst="rect">
            <a:avLst/>
          </a:prstGeom>
          <a:noFill/>
          <a:ln w="0">
            <a:noFill/>
          </a:ln>
        </p:spPr>
        <p:txBody>
          <a:bodyPr wrap="none" lIns="0" tIns="0" rIns="0" bIns="0" anchor="t">
            <a:spAutoFit/>
          </a:bodyPr>
          <a:p>
            <a:pPr/>
            <a:r>
              <a:rPr lang="en-US" sz="1280" b="1" u="none" strike="noStrike">
                <a:solidFill>
                  <a:srgbClr val="EB6834"/>
                </a:solidFill>
                <a:effectLst/>
                <a:uFillTx/>
                <a:latin typeface="HelveticaNeue"/>
                <a:ea typeface="HelveticaNeue"/>
              </a:rPr>
              <a:t>MCP</a:t>
            </a:r>
            <a:endParaRPr lang="en-US" sz="1280" b="0" u="none" strike="noStrike">
              <a:solidFill>
                <a:srgbClr val="000000"/>
              </a:solidFill>
              <a:effectLst/>
              <a:uFillTx/>
              <a:latin typeface="游明朝体"/>
            </a:endParaRPr>
          </a:p>
        </p:txBody>
      </p:sp>
      <p:sp>
        <p:nvSpPr>
          <p:cNvPr id="2056" name=""/>
          <p:cNvSpPr txBox="1"/>
          <p:nvPr/>
        </p:nvSpPr>
        <p:spPr>
          <a:xfrm>
            <a:off x="1079640" y="6063840"/>
            <a:ext cx="162360" cy="162000"/>
          </a:xfrm>
          <a:prstGeom prst="rect">
            <a:avLst/>
          </a:prstGeom>
          <a:noFill/>
          <a:ln w="0">
            <a:noFill/>
          </a:ln>
        </p:spPr>
        <p:txBody>
          <a:bodyPr wrap="none" lIns="0" tIns="0" rIns="0" bIns="0" anchor="t">
            <a:spAutoFit/>
          </a:bodyPr>
          <a:p>
            <a:pPr/>
            <a:r>
              <a:rPr lang="ja-JP" sz="1280" b="1" u="none" strike="noStrike">
                <a:solidFill>
                  <a:srgbClr val="EB6834"/>
                </a:solidFill>
                <a:effectLst/>
                <a:uFillTx/>
                <a:latin typeface="HiraginoSans-W6"/>
                <a:ea typeface="HiraginoSans-W6"/>
              </a:rPr>
              <a:t>（</a:t>
            </a:r>
            <a:endParaRPr lang="en-US" sz="1280" b="0" u="none" strike="noStrike">
              <a:solidFill>
                <a:srgbClr val="000000"/>
              </a:solidFill>
              <a:effectLst/>
              <a:uFillTx/>
              <a:latin typeface="游明朝体"/>
            </a:endParaRPr>
          </a:p>
        </p:txBody>
      </p:sp>
      <p:sp>
        <p:nvSpPr>
          <p:cNvPr id="2057" name=""/>
          <p:cNvSpPr txBox="1"/>
          <p:nvPr/>
        </p:nvSpPr>
        <p:spPr>
          <a:xfrm>
            <a:off x="1241640" y="6056280"/>
            <a:ext cx="1834200" cy="192240"/>
          </a:xfrm>
          <a:prstGeom prst="rect">
            <a:avLst/>
          </a:prstGeom>
          <a:noFill/>
          <a:ln w="0">
            <a:noFill/>
          </a:ln>
        </p:spPr>
        <p:txBody>
          <a:bodyPr wrap="none" lIns="0" tIns="0" rIns="0" bIns="0" anchor="t">
            <a:spAutoFit/>
          </a:bodyPr>
          <a:p>
            <a:pPr/>
            <a:r>
              <a:rPr lang="en-US" sz="1280" b="1" u="none" strike="noStrike">
                <a:solidFill>
                  <a:srgbClr val="EB6834"/>
                </a:solidFill>
                <a:effectLst/>
                <a:uFillTx/>
                <a:latin typeface="HelveticaNeue"/>
                <a:ea typeface="HelveticaNeue"/>
              </a:rPr>
              <a:t>Model Context Protocol</a:t>
            </a:r>
            <a:endParaRPr lang="en-US" sz="1280" b="0" u="none" strike="noStrike">
              <a:solidFill>
                <a:srgbClr val="000000"/>
              </a:solidFill>
              <a:effectLst/>
              <a:uFillTx/>
              <a:latin typeface="游明朝体"/>
            </a:endParaRPr>
          </a:p>
        </p:txBody>
      </p:sp>
      <p:sp>
        <p:nvSpPr>
          <p:cNvPr id="2058" name=""/>
          <p:cNvSpPr txBox="1"/>
          <p:nvPr/>
        </p:nvSpPr>
        <p:spPr>
          <a:xfrm>
            <a:off x="3076560" y="6063840"/>
            <a:ext cx="485280" cy="162000"/>
          </a:xfrm>
          <a:prstGeom prst="rect">
            <a:avLst/>
          </a:prstGeom>
          <a:noFill/>
          <a:ln w="0">
            <a:noFill/>
          </a:ln>
        </p:spPr>
        <p:txBody>
          <a:bodyPr wrap="none" lIns="0" tIns="0" rIns="0" bIns="0" anchor="t">
            <a:spAutoFit/>
          </a:bodyPr>
          <a:p>
            <a:pPr/>
            <a:r>
              <a:rPr lang="ja-JP" sz="1280" b="1" u="none" strike="noStrike">
                <a:solidFill>
                  <a:srgbClr val="EB6834"/>
                </a:solidFill>
                <a:effectLst/>
                <a:uFillTx/>
                <a:latin typeface="HiraginoSans-W6"/>
                <a:ea typeface="HiraginoSans-W6"/>
              </a:rPr>
              <a:t>）とは</a:t>
            </a:r>
            <a:endParaRPr lang="en-US" sz="1280" b="0" u="none" strike="noStrike">
              <a:solidFill>
                <a:srgbClr val="000000"/>
              </a:solidFill>
              <a:effectLst/>
              <a:uFillTx/>
              <a:latin typeface="游明朝体"/>
            </a:endParaRPr>
          </a:p>
        </p:txBody>
      </p:sp>
      <p:sp>
        <p:nvSpPr>
          <p:cNvPr id="2059" name=""/>
          <p:cNvSpPr txBox="1"/>
          <p:nvPr/>
        </p:nvSpPr>
        <p:spPr>
          <a:xfrm>
            <a:off x="3562200" y="6056280"/>
            <a:ext cx="790560" cy="189360"/>
          </a:xfrm>
          <a:prstGeom prst="rect">
            <a:avLst/>
          </a:prstGeom>
          <a:noFill/>
          <a:ln w="0">
            <a:noFill/>
          </a:ln>
        </p:spPr>
        <p:txBody>
          <a:bodyPr wrap="none" lIns="0" tIns="0" rIns="0" bIns="0" anchor="t">
            <a:spAutoFit/>
          </a:bodyPr>
          <a:p>
            <a:pPr/>
            <a:r>
              <a:rPr lang="en-US" sz="1280" b="0" u="none" strike="noStrike">
                <a:solidFill>
                  <a:srgbClr val="64748B"/>
                </a:solidFill>
                <a:effectLst/>
                <a:uFillTx/>
                <a:latin typeface="HelveticaNeue"/>
                <a:ea typeface="HelveticaNeue"/>
              </a:rPr>
              <a:t>: Anthropic</a:t>
            </a:r>
            <a:endParaRPr lang="en-US" sz="1280" b="0" u="none" strike="noStrike">
              <a:solidFill>
                <a:srgbClr val="000000"/>
              </a:solidFill>
              <a:effectLst/>
              <a:uFillTx/>
              <a:latin typeface="游明朝体"/>
            </a:endParaRPr>
          </a:p>
        </p:txBody>
      </p:sp>
      <p:sp>
        <p:nvSpPr>
          <p:cNvPr id="2060" name=""/>
          <p:cNvSpPr txBox="1"/>
          <p:nvPr/>
        </p:nvSpPr>
        <p:spPr>
          <a:xfrm>
            <a:off x="4351320" y="6063840"/>
            <a:ext cx="2746800" cy="162000"/>
          </a:xfrm>
          <a:prstGeom prst="rect">
            <a:avLst/>
          </a:prstGeom>
          <a:noFill/>
          <a:ln w="0">
            <a:noFill/>
          </a:ln>
        </p:spPr>
        <p:txBody>
          <a:bodyPr wrap="none" lIns="0" tIns="0" rIns="0" bIns="0" anchor="t">
            <a:spAutoFit/>
          </a:bodyPr>
          <a:p>
            <a:pPr/>
            <a:r>
              <a:rPr lang="ja-JP" sz="1280" b="0" u="none" strike="noStrike">
                <a:solidFill>
                  <a:srgbClr val="64748B"/>
                </a:solidFill>
                <a:effectLst/>
                <a:uFillTx/>
                <a:latin typeface="HiraginoSans-W4"/>
                <a:ea typeface="HiraginoSans-W4"/>
              </a:rPr>
              <a:t>が策定したオープン標準プロトコル。</a:t>
            </a:r>
            <a:endParaRPr lang="en-US" sz="1280" b="0" u="none" strike="noStrike">
              <a:solidFill>
                <a:srgbClr val="000000"/>
              </a:solidFill>
              <a:effectLst/>
              <a:uFillTx/>
              <a:latin typeface="游明朝体"/>
            </a:endParaRPr>
          </a:p>
        </p:txBody>
      </p:sp>
      <p:sp>
        <p:nvSpPr>
          <p:cNvPr id="2061" name=""/>
          <p:cNvSpPr txBox="1"/>
          <p:nvPr/>
        </p:nvSpPr>
        <p:spPr>
          <a:xfrm>
            <a:off x="7083000" y="6056280"/>
            <a:ext cx="161640" cy="189360"/>
          </a:xfrm>
          <a:prstGeom prst="rect">
            <a:avLst/>
          </a:prstGeom>
          <a:noFill/>
          <a:ln w="0">
            <a:noFill/>
          </a:ln>
        </p:spPr>
        <p:txBody>
          <a:bodyPr wrap="none" lIns="0" tIns="0" rIns="0" bIns="0" anchor="t">
            <a:spAutoFit/>
          </a:bodyPr>
          <a:p>
            <a:pPr/>
            <a:r>
              <a:rPr lang="en-US" sz="1280" b="0" u="none" strike="noStrike">
                <a:solidFill>
                  <a:srgbClr val="64748B"/>
                </a:solidFill>
                <a:effectLst/>
                <a:uFillTx/>
                <a:latin typeface="HelveticaNeue"/>
                <a:ea typeface="HelveticaNeue"/>
              </a:rPr>
              <a:t>AI</a:t>
            </a:r>
            <a:endParaRPr lang="en-US" sz="1280" b="0" u="none" strike="noStrike">
              <a:solidFill>
                <a:srgbClr val="000000"/>
              </a:solidFill>
              <a:effectLst/>
              <a:uFillTx/>
              <a:latin typeface="游明朝体"/>
            </a:endParaRPr>
          </a:p>
        </p:txBody>
      </p:sp>
      <p:sp>
        <p:nvSpPr>
          <p:cNvPr id="2062" name=""/>
          <p:cNvSpPr txBox="1"/>
          <p:nvPr/>
        </p:nvSpPr>
        <p:spPr>
          <a:xfrm>
            <a:off x="7229880" y="6063840"/>
            <a:ext cx="162360" cy="162000"/>
          </a:xfrm>
          <a:prstGeom prst="rect">
            <a:avLst/>
          </a:prstGeom>
          <a:noFill/>
          <a:ln w="0">
            <a:noFill/>
          </a:ln>
        </p:spPr>
        <p:txBody>
          <a:bodyPr wrap="none" lIns="0" tIns="0" rIns="0" bIns="0" anchor="t">
            <a:spAutoFit/>
          </a:bodyPr>
          <a:p>
            <a:pPr/>
            <a:r>
              <a:rPr lang="ja-JP" sz="1280" b="0" u="none" strike="noStrike">
                <a:solidFill>
                  <a:srgbClr val="64748B"/>
                </a:solidFill>
                <a:effectLst/>
                <a:uFillTx/>
                <a:latin typeface="HiraginoSans-W4"/>
                <a:ea typeface="HiraginoSans-W4"/>
              </a:rPr>
              <a:t>（</a:t>
            </a:r>
            <a:endParaRPr lang="en-US" sz="1280" b="0" u="none" strike="noStrike">
              <a:solidFill>
                <a:srgbClr val="000000"/>
              </a:solidFill>
              <a:effectLst/>
              <a:uFillTx/>
              <a:latin typeface="游明朝体"/>
            </a:endParaRPr>
          </a:p>
        </p:txBody>
      </p:sp>
      <p:sp>
        <p:nvSpPr>
          <p:cNvPr id="2063" name=""/>
          <p:cNvSpPr txBox="1"/>
          <p:nvPr/>
        </p:nvSpPr>
        <p:spPr>
          <a:xfrm>
            <a:off x="7391880" y="6056280"/>
            <a:ext cx="512280" cy="189360"/>
          </a:xfrm>
          <a:prstGeom prst="rect">
            <a:avLst/>
          </a:prstGeom>
          <a:noFill/>
          <a:ln w="0">
            <a:noFill/>
          </a:ln>
        </p:spPr>
        <p:txBody>
          <a:bodyPr wrap="none" lIns="0" tIns="0" rIns="0" bIns="0" anchor="t">
            <a:spAutoFit/>
          </a:bodyPr>
          <a:p>
            <a:pPr/>
            <a:r>
              <a:rPr lang="en-US" sz="1280" b="0" u="none" strike="noStrike">
                <a:solidFill>
                  <a:srgbClr val="64748B"/>
                </a:solidFill>
                <a:effectLst/>
                <a:uFillTx/>
                <a:latin typeface="HelveticaNeue"/>
                <a:ea typeface="HelveticaNeue"/>
              </a:rPr>
              <a:t>Claude</a:t>
            </a:r>
            <a:endParaRPr lang="en-US" sz="1280" b="0" u="none" strike="noStrike">
              <a:solidFill>
                <a:srgbClr val="000000"/>
              </a:solidFill>
              <a:effectLst/>
              <a:uFillTx/>
              <a:latin typeface="游明朝体"/>
            </a:endParaRPr>
          </a:p>
        </p:txBody>
      </p:sp>
      <p:sp>
        <p:nvSpPr>
          <p:cNvPr id="2064" name=""/>
          <p:cNvSpPr txBox="1"/>
          <p:nvPr/>
        </p:nvSpPr>
        <p:spPr>
          <a:xfrm>
            <a:off x="7904520" y="6063840"/>
            <a:ext cx="3554640" cy="162000"/>
          </a:xfrm>
          <a:prstGeom prst="rect">
            <a:avLst/>
          </a:prstGeom>
          <a:noFill/>
          <a:ln w="0">
            <a:noFill/>
          </a:ln>
        </p:spPr>
        <p:txBody>
          <a:bodyPr wrap="none" lIns="0" tIns="0" rIns="0" bIns="0" anchor="t">
            <a:spAutoFit/>
          </a:bodyPr>
          <a:p>
            <a:pPr/>
            <a:r>
              <a:rPr lang="ja-JP" sz="1280" b="0" u="none" strike="noStrike">
                <a:solidFill>
                  <a:srgbClr val="64748B"/>
                </a:solidFill>
                <a:effectLst/>
                <a:uFillTx/>
                <a:latin typeface="HiraginoSans-W4"/>
                <a:ea typeface="HiraginoSans-W4"/>
              </a:rPr>
              <a:t>）と外部ツール・データソースを接続する仕組み</a:t>
            </a:r>
            <a:endParaRPr lang="en-US" sz="1280" b="0" u="none" strike="noStrike">
              <a:solidFill>
                <a:srgbClr val="000000"/>
              </a:solidFill>
              <a:effectLst/>
              <a:uFillTx/>
              <a:latin typeface="游明朝体"/>
            </a:endParaRPr>
          </a:p>
        </p:txBody>
      </p:sp>
      <p:sp>
        <p:nvSpPr>
          <p:cNvPr id="2065" name=""/>
          <p:cNvSpPr txBox="1"/>
          <p:nvPr/>
        </p:nvSpPr>
        <p:spPr>
          <a:xfrm>
            <a:off x="704880" y="6301800"/>
            <a:ext cx="1131480" cy="162000"/>
          </a:xfrm>
          <a:prstGeom prst="rect">
            <a:avLst/>
          </a:prstGeom>
          <a:noFill/>
          <a:ln w="0">
            <a:noFill/>
          </a:ln>
        </p:spPr>
        <p:txBody>
          <a:bodyPr wrap="none" lIns="0" tIns="0" rIns="0" bIns="0" anchor="t">
            <a:spAutoFit/>
          </a:bodyPr>
          <a:p>
            <a:pPr/>
            <a:r>
              <a:rPr lang="ja-JP" sz="1280" b="0" u="none" strike="noStrike">
                <a:solidFill>
                  <a:srgbClr val="64748B"/>
                </a:solidFill>
                <a:effectLst/>
                <a:uFillTx/>
                <a:latin typeface="HiraginoSans-W4"/>
                <a:ea typeface="HiraginoSans-W4"/>
              </a:rPr>
              <a:t>で、これにより</a:t>
            </a:r>
            <a:endParaRPr lang="en-US" sz="1280" b="0" u="none" strike="noStrike">
              <a:solidFill>
                <a:srgbClr val="000000"/>
              </a:solidFill>
              <a:effectLst/>
              <a:uFillTx/>
              <a:latin typeface="游明朝体"/>
            </a:endParaRPr>
          </a:p>
        </p:txBody>
      </p:sp>
      <p:sp>
        <p:nvSpPr>
          <p:cNvPr id="2066" name=""/>
          <p:cNvSpPr txBox="1"/>
          <p:nvPr/>
        </p:nvSpPr>
        <p:spPr>
          <a:xfrm>
            <a:off x="1831680" y="6294240"/>
            <a:ext cx="161640" cy="189360"/>
          </a:xfrm>
          <a:prstGeom prst="rect">
            <a:avLst/>
          </a:prstGeom>
          <a:noFill/>
          <a:ln w="0">
            <a:noFill/>
          </a:ln>
        </p:spPr>
        <p:txBody>
          <a:bodyPr wrap="none" lIns="0" tIns="0" rIns="0" bIns="0" anchor="t">
            <a:spAutoFit/>
          </a:bodyPr>
          <a:p>
            <a:pPr/>
            <a:r>
              <a:rPr lang="en-US" sz="1280" b="0" u="none" strike="noStrike">
                <a:solidFill>
                  <a:srgbClr val="64748B"/>
                </a:solidFill>
                <a:effectLst/>
                <a:uFillTx/>
                <a:latin typeface="HelveticaNeue"/>
                <a:ea typeface="HelveticaNeue"/>
              </a:rPr>
              <a:t>AI</a:t>
            </a:r>
            <a:endParaRPr lang="en-US" sz="1280" b="0" u="none" strike="noStrike">
              <a:solidFill>
                <a:srgbClr val="000000"/>
              </a:solidFill>
              <a:effectLst/>
              <a:uFillTx/>
              <a:latin typeface="游明朝体"/>
            </a:endParaRPr>
          </a:p>
        </p:txBody>
      </p:sp>
      <p:sp>
        <p:nvSpPr>
          <p:cNvPr id="2067" name=""/>
          <p:cNvSpPr txBox="1"/>
          <p:nvPr/>
        </p:nvSpPr>
        <p:spPr>
          <a:xfrm>
            <a:off x="1978560" y="6301800"/>
            <a:ext cx="6785640" cy="162000"/>
          </a:xfrm>
          <a:prstGeom prst="rect">
            <a:avLst/>
          </a:prstGeom>
          <a:noFill/>
          <a:ln w="0">
            <a:noFill/>
          </a:ln>
        </p:spPr>
        <p:txBody>
          <a:bodyPr wrap="none" lIns="0" tIns="0" rIns="0" bIns="0" anchor="t">
            <a:spAutoFit/>
          </a:bodyPr>
          <a:p>
            <a:pPr/>
            <a:r>
              <a:rPr lang="ja-JP" sz="1280" b="0" u="none" strike="noStrike">
                <a:solidFill>
                  <a:srgbClr val="64748B"/>
                </a:solidFill>
                <a:effectLst/>
                <a:uFillTx/>
                <a:latin typeface="HiraginoSans-W4"/>
                <a:ea typeface="HiraginoSans-W4"/>
              </a:rPr>
              <a:t>が学習データにない最新情報やローカル環境の情報をリアルタイムに取得できるようになる。</a:t>
            </a:r>
            <a:endParaRPr lang="en-US" sz="1280" b="0" u="none" strike="noStrike">
              <a:solidFill>
                <a:srgbClr val="000000"/>
              </a:solidFill>
              <a:effectLst/>
              <a:uFillTx/>
              <a:latin typeface="游明朝体"/>
            </a:endParaRPr>
          </a:p>
        </p:txBody>
      </p:sp>
      <p:sp>
        <p:nvSpPr>
          <p:cNvPr id="2068"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11</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7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7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DBE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72" name=""/>
          <p:cNvSpPr/>
          <p:nvPr/>
        </p:nvSpPr>
        <p:spPr>
          <a:xfrm>
            <a:off x="533160" y="36860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73" name=""/>
          <p:cNvSpPr txBox="1"/>
          <p:nvPr/>
        </p:nvSpPr>
        <p:spPr>
          <a:xfrm>
            <a:off x="533520" y="3169800"/>
            <a:ext cx="5715720" cy="381240"/>
          </a:xfrm>
          <a:prstGeom prst="rect">
            <a:avLst/>
          </a:prstGeom>
          <a:noFill/>
          <a:ln w="0">
            <a:noFill/>
          </a:ln>
        </p:spPr>
        <p:txBody>
          <a:bodyPr wrap="none" lIns="0" tIns="0" rIns="0" bIns="0" anchor="t">
            <a:spAutoFit/>
          </a:bodyPr>
          <a:p>
            <a:pPr/>
            <a:r>
              <a:rPr lang="ja-JP" sz="3000" b="1" u="none" strike="noStrike">
                <a:solidFill>
                  <a:srgbClr val="1E3A8A"/>
                </a:solidFill>
                <a:effectLst/>
                <a:uFillTx/>
                <a:latin typeface="HiraginoSans-W8"/>
                <a:ea typeface="HiraginoSans-W8"/>
              </a:rPr>
              <a:t>農研機構メッシュ農業気象データ</a:t>
            </a:r>
            <a:endParaRPr lang="en-US" sz="3000" b="0" u="none" strike="noStrike">
              <a:solidFill>
                <a:srgbClr val="000000"/>
              </a:solidFill>
              <a:effectLst/>
              <a:uFillTx/>
              <a:latin typeface="游明朝体"/>
            </a:endParaRPr>
          </a:p>
        </p:txBody>
      </p:sp>
      <p:sp>
        <p:nvSpPr>
          <p:cNvPr id="2074" name=""/>
          <p:cNvSpPr txBox="1"/>
          <p:nvPr/>
        </p:nvSpPr>
        <p:spPr>
          <a:xfrm>
            <a:off x="6248520" y="3152160"/>
            <a:ext cx="814680" cy="454680"/>
          </a:xfrm>
          <a:prstGeom prst="rect">
            <a:avLst/>
          </a:prstGeom>
          <a:noFill/>
          <a:ln w="0">
            <a:noFill/>
          </a:ln>
        </p:spPr>
        <p:txBody>
          <a:bodyPr wrap="none" lIns="0" tIns="0" rIns="0" bIns="0" anchor="t">
            <a:spAutoFit/>
          </a:bodyPr>
          <a:p>
            <a:pPr/>
            <a:r>
              <a:rPr lang="en-US" sz="3000" b="1" u="none" strike="noStrike">
                <a:solidFill>
                  <a:srgbClr val="1E3A8A"/>
                </a:solidFill>
                <a:effectLst/>
                <a:uFillTx/>
                <a:latin typeface="HelveticaNeue"/>
                <a:ea typeface="HelveticaNeue"/>
              </a:rPr>
              <a:t> × AI</a:t>
            </a:r>
            <a:endParaRPr lang="en-US" sz="3000" b="0" u="none" strike="noStrike">
              <a:solidFill>
                <a:srgbClr val="000000"/>
              </a:solidFill>
              <a:effectLst/>
              <a:uFillTx/>
              <a:latin typeface="游明朝体"/>
            </a:endParaRPr>
          </a:p>
        </p:txBody>
      </p:sp>
      <p:sp>
        <p:nvSpPr>
          <p:cNvPr id="2075" name=""/>
          <p:cNvSpPr txBox="1"/>
          <p:nvPr/>
        </p:nvSpPr>
        <p:spPr>
          <a:xfrm>
            <a:off x="7062120" y="3169800"/>
            <a:ext cx="4572720" cy="381240"/>
          </a:xfrm>
          <a:prstGeom prst="rect">
            <a:avLst/>
          </a:prstGeom>
          <a:noFill/>
          <a:ln w="0">
            <a:noFill/>
          </a:ln>
        </p:spPr>
        <p:txBody>
          <a:bodyPr wrap="none" lIns="0" tIns="0" rIns="0" bIns="0" anchor="t">
            <a:spAutoFit/>
          </a:bodyPr>
          <a:p>
            <a:pPr/>
            <a:r>
              <a:rPr lang="ja-JP" sz="3000" b="1" u="none" strike="noStrike">
                <a:solidFill>
                  <a:srgbClr val="1E3A8A"/>
                </a:solidFill>
                <a:effectLst/>
                <a:uFillTx/>
                <a:latin typeface="HiraginoSans-W8"/>
                <a:ea typeface="HiraginoSans-W8"/>
              </a:rPr>
              <a:t>による機械学習の取り組み</a:t>
            </a:r>
            <a:endParaRPr lang="en-US" sz="300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7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7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79"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0" name=""/>
          <p:cNvSpPr/>
          <p:nvPr/>
        </p:nvSpPr>
        <p:spPr>
          <a:xfrm>
            <a:off x="552240" y="6200640"/>
            <a:ext cx="11106360" cy="466920"/>
          </a:xfrm>
          <a:custGeom>
            <a:avLst/>
            <a:gdLst/>
            <a:ahLst/>
            <a:rect l="0" t="0" r="r" b="b"/>
            <a:pathLst>
              <a:path w="30851" h="1297">
                <a:moveTo>
                  <a:pt x="0" y="1297"/>
                </a:moveTo>
                <a:lnTo>
                  <a:pt x="0" y="0"/>
                </a:lnTo>
                <a:lnTo>
                  <a:pt x="30746" y="0"/>
                </a:lnTo>
                <a:cubicBezTo>
                  <a:pt x="30760" y="0"/>
                  <a:pt x="30773" y="3"/>
                  <a:pt x="30786" y="8"/>
                </a:cubicBezTo>
                <a:cubicBezTo>
                  <a:pt x="30799" y="13"/>
                  <a:pt x="30811" y="21"/>
                  <a:pt x="30820" y="31"/>
                </a:cubicBezTo>
                <a:cubicBezTo>
                  <a:pt x="30830" y="41"/>
                  <a:pt x="30838" y="52"/>
                  <a:pt x="30843" y="65"/>
                </a:cubicBezTo>
                <a:cubicBezTo>
                  <a:pt x="30849" y="78"/>
                  <a:pt x="30851" y="92"/>
                  <a:pt x="30851" y="106"/>
                </a:cubicBezTo>
                <a:lnTo>
                  <a:pt x="30851" y="1191"/>
                </a:lnTo>
                <a:cubicBezTo>
                  <a:pt x="30851" y="1206"/>
                  <a:pt x="30849" y="1219"/>
                  <a:pt x="30843" y="1232"/>
                </a:cubicBezTo>
                <a:cubicBezTo>
                  <a:pt x="30838" y="1245"/>
                  <a:pt x="30830" y="1256"/>
                  <a:pt x="30820" y="1266"/>
                </a:cubicBezTo>
                <a:cubicBezTo>
                  <a:pt x="30811" y="1276"/>
                  <a:pt x="30799" y="1284"/>
                  <a:pt x="30786" y="1289"/>
                </a:cubicBezTo>
                <a:cubicBezTo>
                  <a:pt x="30773" y="1295"/>
                  <a:pt x="30760" y="1297"/>
                  <a:pt x="30746" y="1297"/>
                </a:cubicBezTo>
                <a:lnTo>
                  <a:pt x="0" y="1297"/>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081" name=""/>
          <p:cNvSpPr/>
          <p:nvPr/>
        </p:nvSpPr>
        <p:spPr>
          <a:xfrm>
            <a:off x="533160" y="6200640"/>
            <a:ext cx="38520" cy="466920"/>
          </a:xfrm>
          <a:custGeom>
            <a:avLst/>
            <a:gdLst/>
            <a:ahLst/>
            <a:rect l="0" t="0" r="r" b="b"/>
            <a:pathLst>
              <a:path w="107" h="1297">
                <a:moveTo>
                  <a:pt x="0" y="0"/>
                </a:moveTo>
                <a:lnTo>
                  <a:pt x="107" y="0"/>
                </a:lnTo>
                <a:lnTo>
                  <a:pt x="107" y="1297"/>
                </a:lnTo>
                <a:lnTo>
                  <a:pt x="0" y="1297"/>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2" name=""/>
          <p:cNvSpPr/>
          <p:nvPr/>
        </p:nvSpPr>
        <p:spPr>
          <a:xfrm>
            <a:off x="618840" y="14284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59"/>
                  <a:pt x="6" y="49"/>
                </a:cubicBezTo>
                <a:cubicBezTo>
                  <a:pt x="10" y="40"/>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40"/>
                  <a:pt x="154" y="49"/>
                </a:cubicBezTo>
                <a:cubicBezTo>
                  <a:pt x="158" y="59"/>
                  <a:pt x="160" y="70"/>
                  <a:pt x="160"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3" name=""/>
          <p:cNvSpPr txBox="1"/>
          <p:nvPr/>
        </p:nvSpPr>
        <p:spPr>
          <a:xfrm>
            <a:off x="533520" y="493560"/>
            <a:ext cx="342972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取り組みのきっかけ</a:t>
            </a:r>
            <a:endParaRPr lang="en-US" sz="3000" b="0" u="none" strike="noStrike">
              <a:solidFill>
                <a:srgbClr val="000000"/>
              </a:solidFill>
              <a:effectLst/>
              <a:uFillTx/>
              <a:latin typeface="游明朝体"/>
            </a:endParaRPr>
          </a:p>
        </p:txBody>
      </p:sp>
      <p:sp>
        <p:nvSpPr>
          <p:cNvPr id="2084" name=""/>
          <p:cNvSpPr txBox="1"/>
          <p:nvPr/>
        </p:nvSpPr>
        <p:spPr>
          <a:xfrm>
            <a:off x="799920" y="1333080"/>
            <a:ext cx="5616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2085" name=""/>
          <p:cNvSpPr txBox="1"/>
          <p:nvPr/>
        </p:nvSpPr>
        <p:spPr>
          <a:xfrm>
            <a:off x="1360800" y="1342080"/>
            <a:ext cx="3429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「アメダス気象データ分析チャレンジ」</a:t>
            </a:r>
            <a:endParaRPr lang="en-US" sz="1500" b="0" u="none" strike="noStrike">
              <a:solidFill>
                <a:srgbClr val="000000"/>
              </a:solidFill>
              <a:effectLst/>
              <a:uFillTx/>
              <a:latin typeface="游明朝体"/>
            </a:endParaRPr>
          </a:p>
        </p:txBody>
      </p:sp>
      <p:sp>
        <p:nvSpPr>
          <p:cNvPr id="2086" name=""/>
          <p:cNvSpPr txBox="1"/>
          <p:nvPr/>
        </p:nvSpPr>
        <p:spPr>
          <a:xfrm>
            <a:off x="799920" y="1684800"/>
            <a:ext cx="4001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で、気象データ（気温等）から東京電⼒の電⼒</a:t>
            </a:r>
            <a:endParaRPr lang="en-US" sz="1500" b="0" u="none" strike="noStrike">
              <a:solidFill>
                <a:srgbClr val="000000"/>
              </a:solidFill>
              <a:effectLst/>
              <a:uFillTx/>
              <a:latin typeface="游明朝体"/>
            </a:endParaRPr>
          </a:p>
        </p:txBody>
      </p:sp>
      <p:sp>
        <p:nvSpPr>
          <p:cNvPr id="2087" name=""/>
          <p:cNvSpPr txBox="1"/>
          <p:nvPr/>
        </p:nvSpPr>
        <p:spPr>
          <a:xfrm>
            <a:off x="799920" y="2027880"/>
            <a:ext cx="4001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消費量をニューラルネットワークで予測する演</a:t>
            </a:r>
            <a:endParaRPr lang="en-US" sz="1500" b="0" u="none" strike="noStrike">
              <a:solidFill>
                <a:srgbClr val="000000"/>
              </a:solidFill>
              <a:effectLst/>
              <a:uFillTx/>
              <a:latin typeface="游明朝体"/>
            </a:endParaRPr>
          </a:p>
        </p:txBody>
      </p:sp>
      <p:sp>
        <p:nvSpPr>
          <p:cNvPr id="2088" name=""/>
          <p:cNvSpPr/>
          <p:nvPr/>
        </p:nvSpPr>
        <p:spPr>
          <a:xfrm>
            <a:off x="618840" y="2847960"/>
            <a:ext cx="57600" cy="57240"/>
          </a:xfrm>
          <a:custGeom>
            <a:avLst/>
            <a:gdLst/>
            <a:ahLst/>
            <a:rect l="0" t="0" r="r" b="b"/>
            <a:pathLst>
              <a:path w="160" h="159">
                <a:moveTo>
                  <a:pt x="160" y="80"/>
                </a:moveTo>
                <a:cubicBezTo>
                  <a:pt x="160" y="90"/>
                  <a:pt x="158" y="101"/>
                  <a:pt x="154" y="110"/>
                </a:cubicBezTo>
                <a:cubicBezTo>
                  <a:pt x="150" y="120"/>
                  <a:pt x="144" y="129"/>
                  <a:pt x="137" y="136"/>
                </a:cubicBezTo>
                <a:cubicBezTo>
                  <a:pt x="129" y="143"/>
                  <a:pt x="121" y="149"/>
                  <a:pt x="111" y="153"/>
                </a:cubicBezTo>
                <a:cubicBezTo>
                  <a:pt x="101" y="157"/>
                  <a:pt x="90" y="159"/>
                  <a:pt x="80" y="159"/>
                </a:cubicBezTo>
                <a:cubicBezTo>
                  <a:pt x="69" y="159"/>
                  <a:pt x="59" y="157"/>
                  <a:pt x="49" y="153"/>
                </a:cubicBezTo>
                <a:cubicBezTo>
                  <a:pt x="40" y="149"/>
                  <a:pt x="31" y="143"/>
                  <a:pt x="24" y="136"/>
                </a:cubicBezTo>
                <a:cubicBezTo>
                  <a:pt x="16" y="129"/>
                  <a:pt x="10" y="120"/>
                  <a:pt x="6" y="110"/>
                </a:cubicBezTo>
                <a:cubicBezTo>
                  <a:pt x="2" y="101"/>
                  <a:pt x="0" y="90"/>
                  <a:pt x="0" y="80"/>
                </a:cubicBezTo>
                <a:cubicBezTo>
                  <a:pt x="0" y="69"/>
                  <a:pt x="2" y="58"/>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8"/>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89" name=""/>
          <p:cNvSpPr txBox="1"/>
          <p:nvPr/>
        </p:nvSpPr>
        <p:spPr>
          <a:xfrm>
            <a:off x="799920" y="237060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習に取り組んだ</a:t>
            </a:r>
            <a:endParaRPr lang="en-US" sz="1500" b="0" u="none" strike="noStrike">
              <a:solidFill>
                <a:srgbClr val="000000"/>
              </a:solidFill>
              <a:effectLst/>
              <a:uFillTx/>
              <a:latin typeface="游明朝体"/>
            </a:endParaRPr>
          </a:p>
        </p:txBody>
      </p:sp>
      <p:sp>
        <p:nvSpPr>
          <p:cNvPr id="2090" name=""/>
          <p:cNvSpPr txBox="1"/>
          <p:nvPr/>
        </p:nvSpPr>
        <p:spPr>
          <a:xfrm>
            <a:off x="799920" y="2761200"/>
            <a:ext cx="1905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気温だけの単回帰では</a:t>
            </a:r>
            <a:endParaRPr lang="en-US" sz="1500" b="0" u="none" strike="noStrike">
              <a:solidFill>
                <a:srgbClr val="000000"/>
              </a:solidFill>
              <a:effectLst/>
              <a:uFillTx/>
              <a:latin typeface="游明朝体"/>
            </a:endParaRPr>
          </a:p>
        </p:txBody>
      </p:sp>
      <p:sp>
        <p:nvSpPr>
          <p:cNvPr id="2091" name=""/>
          <p:cNvSpPr txBox="1"/>
          <p:nvPr/>
        </p:nvSpPr>
        <p:spPr>
          <a:xfrm>
            <a:off x="2705040" y="2752200"/>
            <a:ext cx="7855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R²=0.03 </a:t>
            </a:r>
            <a:endParaRPr lang="en-US" sz="1500" b="0" u="none" strike="noStrike">
              <a:solidFill>
                <a:srgbClr val="000000"/>
              </a:solidFill>
              <a:effectLst/>
              <a:uFillTx/>
              <a:latin typeface="游明朝体"/>
            </a:endParaRPr>
          </a:p>
        </p:txBody>
      </p:sp>
      <p:sp>
        <p:nvSpPr>
          <p:cNvPr id="2092" name=""/>
          <p:cNvSpPr txBox="1"/>
          <p:nvPr/>
        </p:nvSpPr>
        <p:spPr>
          <a:xfrm>
            <a:off x="3489840" y="276120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とほぼ無相関だ</a:t>
            </a:r>
            <a:endParaRPr lang="en-US" sz="1500" b="0" u="none" strike="noStrike">
              <a:solidFill>
                <a:srgbClr val="000000"/>
              </a:solidFill>
              <a:effectLst/>
              <a:uFillTx/>
              <a:latin typeface="游明朝体"/>
            </a:endParaRPr>
          </a:p>
        </p:txBody>
      </p:sp>
      <p:sp>
        <p:nvSpPr>
          <p:cNvPr id="2093" name=""/>
          <p:cNvSpPr txBox="1"/>
          <p:nvPr/>
        </p:nvSpPr>
        <p:spPr>
          <a:xfrm>
            <a:off x="799920" y="3104280"/>
            <a:ext cx="4001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ったが、複数の気象・時刻要素を使ったニュー</a:t>
            </a:r>
            <a:endParaRPr lang="en-US" sz="1500" b="0" u="none" strike="noStrike">
              <a:solidFill>
                <a:srgbClr val="000000"/>
              </a:solidFill>
              <a:effectLst/>
              <a:uFillTx/>
              <a:latin typeface="游明朝体"/>
            </a:endParaRPr>
          </a:p>
        </p:txBody>
      </p:sp>
      <p:sp>
        <p:nvSpPr>
          <p:cNvPr id="2094" name=""/>
          <p:cNvSpPr txBox="1"/>
          <p:nvPr/>
        </p:nvSpPr>
        <p:spPr>
          <a:xfrm>
            <a:off x="799920" y="3447000"/>
            <a:ext cx="1905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ラルネットワークでは</a:t>
            </a:r>
            <a:endParaRPr lang="en-US" sz="1500" b="0" u="none" strike="noStrike">
              <a:solidFill>
                <a:srgbClr val="000000"/>
              </a:solidFill>
              <a:effectLst/>
              <a:uFillTx/>
              <a:latin typeface="游明朝体"/>
            </a:endParaRPr>
          </a:p>
        </p:txBody>
      </p:sp>
      <p:sp>
        <p:nvSpPr>
          <p:cNvPr id="2095" name=""/>
          <p:cNvSpPr txBox="1"/>
          <p:nvPr/>
        </p:nvSpPr>
        <p:spPr>
          <a:xfrm>
            <a:off x="2697480" y="3438000"/>
            <a:ext cx="7855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R²=0.87 </a:t>
            </a:r>
            <a:endParaRPr lang="en-US" sz="1500" b="0" u="none" strike="noStrike">
              <a:solidFill>
                <a:srgbClr val="000000"/>
              </a:solidFill>
              <a:effectLst/>
              <a:uFillTx/>
              <a:latin typeface="游明朝体"/>
            </a:endParaRPr>
          </a:p>
        </p:txBody>
      </p:sp>
      <p:sp>
        <p:nvSpPr>
          <p:cNvPr id="2096" name=""/>
          <p:cNvSpPr/>
          <p:nvPr/>
        </p:nvSpPr>
        <p:spPr>
          <a:xfrm>
            <a:off x="618840" y="3933720"/>
            <a:ext cx="57600" cy="57600"/>
          </a:xfrm>
          <a:custGeom>
            <a:avLst/>
            <a:gdLst/>
            <a:ahLst/>
            <a:rect l="0" t="0" r="r" b="b"/>
            <a:pathLst>
              <a:path w="160" h="160">
                <a:moveTo>
                  <a:pt x="160" y="80"/>
                </a:moveTo>
                <a:cubicBezTo>
                  <a:pt x="160" y="91"/>
                  <a:pt x="158" y="101"/>
                  <a:pt x="154" y="111"/>
                </a:cubicBezTo>
                <a:cubicBezTo>
                  <a:pt x="150" y="120"/>
                  <a:pt x="144" y="129"/>
                  <a:pt x="137" y="136"/>
                </a:cubicBezTo>
                <a:cubicBezTo>
                  <a:pt x="129" y="144"/>
                  <a:pt x="121" y="149"/>
                  <a:pt x="111" y="153"/>
                </a:cubicBezTo>
                <a:cubicBezTo>
                  <a:pt x="101" y="158"/>
                  <a:pt x="90" y="160"/>
                  <a:pt x="80" y="160"/>
                </a:cubicBezTo>
                <a:cubicBezTo>
                  <a:pt x="69" y="160"/>
                  <a:pt x="59" y="158"/>
                  <a:pt x="49" y="153"/>
                </a:cubicBezTo>
                <a:cubicBezTo>
                  <a:pt x="40" y="149"/>
                  <a:pt x="31" y="144"/>
                  <a:pt x="24" y="136"/>
                </a:cubicBezTo>
                <a:cubicBezTo>
                  <a:pt x="16" y="129"/>
                  <a:pt x="10" y="120"/>
                  <a:pt x="6" y="111"/>
                </a:cubicBezTo>
                <a:cubicBezTo>
                  <a:pt x="2" y="101"/>
                  <a:pt x="0" y="91"/>
                  <a:pt x="0" y="80"/>
                </a:cubicBezTo>
                <a:cubicBezTo>
                  <a:pt x="0" y="70"/>
                  <a:pt x="2" y="60"/>
                  <a:pt x="6" y="49"/>
                </a:cubicBezTo>
                <a:cubicBezTo>
                  <a:pt x="10" y="39"/>
                  <a:pt x="16" y="30"/>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0"/>
                  <a:pt x="150" y="39"/>
                  <a:pt x="154" y="49"/>
                </a:cubicBezTo>
                <a:cubicBezTo>
                  <a:pt x="158" y="60"/>
                  <a:pt x="160" y="70"/>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097" name=""/>
          <p:cNvSpPr txBox="1"/>
          <p:nvPr/>
        </p:nvSpPr>
        <p:spPr>
          <a:xfrm>
            <a:off x="3482280" y="344700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まで精度が向上</a:t>
            </a:r>
            <a:endParaRPr lang="en-US" sz="1500" b="0" u="none" strike="noStrike">
              <a:solidFill>
                <a:srgbClr val="000000"/>
              </a:solidFill>
              <a:effectLst/>
              <a:uFillTx/>
              <a:latin typeface="游明朝体"/>
            </a:endParaRPr>
          </a:p>
        </p:txBody>
      </p:sp>
      <p:sp>
        <p:nvSpPr>
          <p:cNvPr id="2098" name=""/>
          <p:cNvSpPr txBox="1"/>
          <p:nvPr/>
        </p:nvSpPr>
        <p:spPr>
          <a:xfrm>
            <a:off x="799920" y="3847320"/>
            <a:ext cx="2286720" cy="21204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6"/>
                <a:ea typeface="HiraginoSans-W6"/>
              </a:rPr>
              <a:t>気象データ（説明変数）</a:t>
            </a:r>
            <a:r>
              <a:rPr lang="en-US" sz="1500" b="1" u="none" strike="noStrike">
                <a:solidFill>
                  <a:srgbClr val="EB6834"/>
                </a:solidFill>
                <a:effectLst/>
                <a:uFillTx/>
                <a:latin typeface="Arial"/>
                <a:ea typeface="Arial"/>
              </a:rPr>
              <a:t>→</a:t>
            </a:r>
            <a:endParaRPr lang="en-US" sz="1500" b="0" u="none" strike="noStrike">
              <a:solidFill>
                <a:srgbClr val="000000"/>
              </a:solidFill>
              <a:effectLst/>
              <a:uFillTx/>
              <a:latin typeface="游明朝体"/>
            </a:endParaRPr>
          </a:p>
        </p:txBody>
      </p:sp>
      <p:sp>
        <p:nvSpPr>
          <p:cNvPr id="2099" name=""/>
          <p:cNvSpPr txBox="1"/>
          <p:nvPr/>
        </p:nvSpPr>
        <p:spPr>
          <a:xfrm>
            <a:off x="3085920" y="3838320"/>
            <a:ext cx="190080" cy="227520"/>
          </a:xfrm>
          <a:prstGeom prst="rect">
            <a:avLst/>
          </a:prstGeom>
          <a:noFill/>
          <a:ln w="0">
            <a:noFill/>
          </a:ln>
        </p:spPr>
        <p:txBody>
          <a:bodyPr wrap="none" lIns="0" tIns="0" rIns="0" bIns="0" anchor="t">
            <a:spAutoFit/>
          </a:bodyPr>
          <a:p>
            <a:pPr/>
            <a:r>
              <a:rPr lang="en-US" sz="1500" b="1" u="none" strike="noStrike">
                <a:solidFill>
                  <a:srgbClr val="EB6834"/>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2100" name=""/>
          <p:cNvSpPr txBox="1"/>
          <p:nvPr/>
        </p:nvSpPr>
        <p:spPr>
          <a:xfrm>
            <a:off x="3139200" y="3847320"/>
            <a:ext cx="171540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6"/>
                <a:ea typeface="HiraginoSans-W6"/>
              </a:rPr>
              <a:t>電⼒消費量（⽬的変</a:t>
            </a:r>
            <a:endParaRPr lang="en-US" sz="1500" b="0" u="none" strike="noStrike">
              <a:solidFill>
                <a:srgbClr val="000000"/>
              </a:solidFill>
              <a:effectLst/>
              <a:uFillTx/>
              <a:latin typeface="游明朝体"/>
            </a:endParaRPr>
          </a:p>
        </p:txBody>
      </p:sp>
      <p:sp>
        <p:nvSpPr>
          <p:cNvPr id="2101" name=""/>
          <p:cNvSpPr txBox="1"/>
          <p:nvPr/>
        </p:nvSpPr>
        <p:spPr>
          <a:xfrm>
            <a:off x="799920" y="4199400"/>
            <a:ext cx="400140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6"/>
                <a:ea typeface="HiraginoSans-W6"/>
              </a:rPr>
              <a:t>数）という構造を、⾃宅の太陽光発電にも応⽤</a:t>
            </a:r>
            <a:endParaRPr lang="en-US" sz="1500" b="0" u="none" strike="noStrike">
              <a:solidFill>
                <a:srgbClr val="000000"/>
              </a:solidFill>
              <a:effectLst/>
              <a:uFillTx/>
              <a:latin typeface="游明朝体"/>
            </a:endParaRPr>
          </a:p>
        </p:txBody>
      </p:sp>
      <p:sp>
        <p:nvSpPr>
          <p:cNvPr id="2102" name=""/>
          <p:cNvSpPr/>
          <p:nvPr/>
        </p:nvSpPr>
        <p:spPr>
          <a:xfrm>
            <a:off x="618840" y="5028840"/>
            <a:ext cx="57600" cy="57600"/>
          </a:xfrm>
          <a:custGeom>
            <a:avLst/>
            <a:gdLst/>
            <a:ahLst/>
            <a:rect l="0" t="0" r="r" b="b"/>
            <a:pathLst>
              <a:path w="160" h="160">
                <a:moveTo>
                  <a:pt x="160" y="81"/>
                </a:moveTo>
                <a:cubicBezTo>
                  <a:pt x="160" y="91"/>
                  <a:pt x="158" y="102"/>
                  <a:pt x="154" y="111"/>
                </a:cubicBezTo>
                <a:cubicBezTo>
                  <a:pt x="150" y="121"/>
                  <a:pt x="144" y="130"/>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30"/>
                  <a:pt x="10" y="121"/>
                  <a:pt x="6" y="111"/>
                </a:cubicBezTo>
                <a:cubicBezTo>
                  <a:pt x="2" y="102"/>
                  <a:pt x="0" y="91"/>
                  <a:pt x="0" y="81"/>
                </a:cubicBezTo>
                <a:cubicBezTo>
                  <a:pt x="0" y="70"/>
                  <a:pt x="2" y="60"/>
                  <a:pt x="6" y="50"/>
                </a:cubicBezTo>
                <a:cubicBezTo>
                  <a:pt x="10" y="41"/>
                  <a:pt x="16" y="32"/>
                  <a:pt x="24" y="25"/>
                </a:cubicBezTo>
                <a:cubicBezTo>
                  <a:pt x="31" y="17"/>
                  <a:pt x="40" y="11"/>
                  <a:pt x="49" y="7"/>
                </a:cubicBezTo>
                <a:cubicBezTo>
                  <a:pt x="59" y="3"/>
                  <a:pt x="69" y="0"/>
                  <a:pt x="80" y="0"/>
                </a:cubicBezTo>
                <a:cubicBezTo>
                  <a:pt x="90" y="0"/>
                  <a:pt x="101" y="3"/>
                  <a:pt x="111" y="7"/>
                </a:cubicBezTo>
                <a:cubicBezTo>
                  <a:pt x="121" y="11"/>
                  <a:pt x="129" y="17"/>
                  <a:pt x="137" y="25"/>
                </a:cubicBezTo>
                <a:cubicBezTo>
                  <a:pt x="144" y="32"/>
                  <a:pt x="150" y="41"/>
                  <a:pt x="154" y="50"/>
                </a:cubicBezTo>
                <a:cubicBezTo>
                  <a:pt x="158" y="60"/>
                  <a:pt x="160" y="70"/>
                  <a:pt x="160"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03" name=""/>
          <p:cNvSpPr txBox="1"/>
          <p:nvPr/>
        </p:nvSpPr>
        <p:spPr>
          <a:xfrm>
            <a:off x="799920" y="4551840"/>
            <a:ext cx="152460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6"/>
                <a:ea typeface="HiraginoSans-W6"/>
              </a:rPr>
              <a:t>できないかと着想</a:t>
            </a:r>
            <a:endParaRPr lang="en-US" sz="1500" b="0" u="none" strike="noStrike">
              <a:solidFill>
                <a:srgbClr val="000000"/>
              </a:solidFill>
              <a:effectLst/>
              <a:uFillTx/>
              <a:latin typeface="游明朝体"/>
            </a:endParaRPr>
          </a:p>
        </p:txBody>
      </p:sp>
      <p:sp>
        <p:nvSpPr>
          <p:cNvPr id="2104" name=""/>
          <p:cNvSpPr txBox="1"/>
          <p:nvPr/>
        </p:nvSpPr>
        <p:spPr>
          <a:xfrm>
            <a:off x="799920" y="4942440"/>
            <a:ext cx="4001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チャレンジで学んだ⼿法をベースに、農研機構</a:t>
            </a:r>
            <a:endParaRPr lang="en-US" sz="1500" b="0" u="none" strike="noStrike">
              <a:solidFill>
                <a:srgbClr val="000000"/>
              </a:solidFill>
              <a:effectLst/>
              <a:uFillTx/>
              <a:latin typeface="游明朝体"/>
            </a:endParaRPr>
          </a:p>
        </p:txBody>
      </p:sp>
      <p:sp>
        <p:nvSpPr>
          <p:cNvPr id="2105" name=""/>
          <p:cNvSpPr txBox="1"/>
          <p:nvPr/>
        </p:nvSpPr>
        <p:spPr>
          <a:xfrm>
            <a:off x="799920" y="5285520"/>
            <a:ext cx="4001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メッシュ農業気象データを使った独⾃モデルの</a:t>
            </a:r>
            <a:endParaRPr lang="en-US" sz="1500" b="0" u="none" strike="noStrike">
              <a:solidFill>
                <a:srgbClr val="000000"/>
              </a:solidFill>
              <a:effectLst/>
              <a:uFillTx/>
              <a:latin typeface="游明朝体"/>
            </a:endParaRPr>
          </a:p>
        </p:txBody>
      </p:sp>
      <p:pic>
        <p:nvPicPr>
          <p:cNvPr id="2106" name=""/>
          <p:cNvPicPr/>
          <p:nvPr/>
        </p:nvPicPr>
        <p:blipFill>
          <a:blip r:embed="rId1"/>
          <a:stretch/>
        </p:blipFill>
        <p:spPr>
          <a:xfrm>
            <a:off x="4952880" y="1276200"/>
            <a:ext cx="3400200" cy="3333240"/>
          </a:xfrm>
          <a:prstGeom prst="rect">
            <a:avLst/>
          </a:prstGeom>
          <a:noFill/>
          <a:ln w="0">
            <a:noFill/>
          </a:ln>
        </p:spPr>
      </p:pic>
      <p:pic>
        <p:nvPicPr>
          <p:cNvPr id="2107" name=""/>
          <p:cNvPicPr/>
          <p:nvPr/>
        </p:nvPicPr>
        <p:blipFill>
          <a:blip r:embed="rId2"/>
          <a:stretch/>
        </p:blipFill>
        <p:spPr>
          <a:xfrm>
            <a:off x="8429760" y="1276200"/>
            <a:ext cx="3400200" cy="3333240"/>
          </a:xfrm>
          <a:prstGeom prst="rect">
            <a:avLst/>
          </a:prstGeom>
          <a:noFill/>
          <a:ln w="0">
            <a:noFill/>
          </a:ln>
        </p:spPr>
      </p:pic>
      <p:sp>
        <p:nvSpPr>
          <p:cNvPr id="2108" name=""/>
          <p:cNvSpPr txBox="1"/>
          <p:nvPr/>
        </p:nvSpPr>
        <p:spPr>
          <a:xfrm>
            <a:off x="799920" y="5628240"/>
            <a:ext cx="953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開発に着⼿</a:t>
            </a:r>
            <a:endParaRPr lang="en-US" sz="1500" b="0" u="none" strike="noStrike">
              <a:solidFill>
                <a:srgbClr val="000000"/>
              </a:solidFill>
              <a:effectLst/>
              <a:uFillTx/>
              <a:latin typeface="游明朝体"/>
            </a:endParaRPr>
          </a:p>
        </p:txBody>
      </p:sp>
      <p:sp>
        <p:nvSpPr>
          <p:cNvPr id="2109" name=""/>
          <p:cNvSpPr txBox="1"/>
          <p:nvPr/>
        </p:nvSpPr>
        <p:spPr>
          <a:xfrm>
            <a:off x="5123880" y="4664160"/>
            <a:ext cx="390960" cy="155880"/>
          </a:xfrm>
          <a:prstGeom prst="rect">
            <a:avLst/>
          </a:prstGeom>
          <a:noFill/>
          <a:ln w="0">
            <a:noFill/>
          </a:ln>
        </p:spPr>
        <p:txBody>
          <a:bodyPr wrap="none" lIns="0" tIns="0" rIns="0" bIns="0" anchor="t">
            <a:spAutoFit/>
          </a:bodyPr>
          <a:p>
            <a:pPr/>
            <a:r>
              <a:rPr lang="en-US" sz="1050" b="0" u="none" strike="noStrike">
                <a:solidFill>
                  <a:srgbClr val="64748B"/>
                </a:solidFill>
                <a:effectLst/>
                <a:uFillTx/>
                <a:latin typeface="HelveticaNeue"/>
                <a:ea typeface="HelveticaNeue"/>
              </a:rPr>
              <a:t>WXBC</a:t>
            </a:r>
            <a:endParaRPr lang="en-US" sz="1050" b="0" u="none" strike="noStrike">
              <a:solidFill>
                <a:srgbClr val="000000"/>
              </a:solidFill>
              <a:effectLst/>
              <a:uFillTx/>
              <a:latin typeface="游明朝体"/>
            </a:endParaRPr>
          </a:p>
        </p:txBody>
      </p:sp>
      <p:sp>
        <p:nvSpPr>
          <p:cNvPr id="2110" name=""/>
          <p:cNvSpPr txBox="1"/>
          <p:nvPr/>
        </p:nvSpPr>
        <p:spPr>
          <a:xfrm>
            <a:off x="5516280" y="4670280"/>
            <a:ext cx="318276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4"/>
                <a:ea typeface="HiraginoSans-W4"/>
              </a:rPr>
              <a:t>「アメダス気象データ分析チャレンジ」教材より 左</a:t>
            </a:r>
            <a:endParaRPr lang="en-US" sz="1050" b="0" u="none" strike="noStrike">
              <a:solidFill>
                <a:srgbClr val="000000"/>
              </a:solidFill>
              <a:effectLst/>
              <a:uFillTx/>
              <a:latin typeface="游明朝体"/>
            </a:endParaRPr>
          </a:p>
        </p:txBody>
      </p:sp>
      <p:sp>
        <p:nvSpPr>
          <p:cNvPr id="2111" name=""/>
          <p:cNvSpPr txBox="1"/>
          <p:nvPr/>
        </p:nvSpPr>
        <p:spPr>
          <a:xfrm>
            <a:off x="8697960" y="4664160"/>
            <a:ext cx="132840" cy="155880"/>
          </a:xfrm>
          <a:prstGeom prst="rect">
            <a:avLst/>
          </a:prstGeom>
          <a:noFill/>
          <a:ln w="0">
            <a:noFill/>
          </a:ln>
        </p:spPr>
        <p:txBody>
          <a:bodyPr wrap="none" lIns="0" tIns="0" rIns="0" bIns="0" anchor="t">
            <a:spAutoFit/>
          </a:bodyPr>
          <a:p>
            <a:pPr/>
            <a:r>
              <a:rPr lang="en-US" sz="1050" b="0" u="none" strike="noStrike">
                <a:solidFill>
                  <a:srgbClr val="64748B"/>
                </a:solidFill>
                <a:effectLst/>
                <a:uFillTx/>
                <a:latin typeface="HelveticaNeue"/>
                <a:ea typeface="HelveticaNeue"/>
              </a:rPr>
              <a:t>: </a:t>
            </a:r>
            <a:endParaRPr lang="en-US" sz="1050" b="0" u="none" strike="noStrike">
              <a:solidFill>
                <a:srgbClr val="000000"/>
              </a:solidFill>
              <a:effectLst/>
              <a:uFillTx/>
              <a:latin typeface="游明朝体"/>
            </a:endParaRPr>
          </a:p>
        </p:txBody>
      </p:sp>
      <p:sp>
        <p:nvSpPr>
          <p:cNvPr id="2112" name=""/>
          <p:cNvSpPr txBox="1"/>
          <p:nvPr/>
        </p:nvSpPr>
        <p:spPr>
          <a:xfrm>
            <a:off x="8772120" y="4670280"/>
            <a:ext cx="172440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4"/>
                <a:ea typeface="HiraginoSans-W4"/>
              </a:rPr>
              <a:t>気温と電⼒消費量の単回帰（</a:t>
            </a:r>
            <a:endParaRPr lang="en-US" sz="1050" b="0" u="none" strike="noStrike">
              <a:solidFill>
                <a:srgbClr val="000000"/>
              </a:solidFill>
              <a:effectLst/>
              <a:uFillTx/>
              <a:latin typeface="游明朝体"/>
            </a:endParaRPr>
          </a:p>
        </p:txBody>
      </p:sp>
      <p:sp>
        <p:nvSpPr>
          <p:cNvPr id="2113" name=""/>
          <p:cNvSpPr txBox="1"/>
          <p:nvPr/>
        </p:nvSpPr>
        <p:spPr>
          <a:xfrm>
            <a:off x="10505880" y="4664160"/>
            <a:ext cx="473400" cy="155880"/>
          </a:xfrm>
          <a:prstGeom prst="rect">
            <a:avLst/>
          </a:prstGeom>
          <a:noFill/>
          <a:ln w="0">
            <a:noFill/>
          </a:ln>
        </p:spPr>
        <p:txBody>
          <a:bodyPr wrap="none" lIns="0" tIns="0" rIns="0" bIns="0" anchor="t">
            <a:spAutoFit/>
          </a:bodyPr>
          <a:p>
            <a:pPr/>
            <a:r>
              <a:rPr lang="en-US" sz="1050" b="0" u="none" strike="noStrike">
                <a:solidFill>
                  <a:srgbClr val="64748B"/>
                </a:solidFill>
                <a:effectLst/>
                <a:uFillTx/>
                <a:latin typeface="HelveticaNeue"/>
                <a:ea typeface="HelveticaNeue"/>
              </a:rPr>
              <a:t>R²=0.03</a:t>
            </a:r>
            <a:endParaRPr lang="en-US" sz="1050" b="0" u="none" strike="noStrike">
              <a:solidFill>
                <a:srgbClr val="000000"/>
              </a:solidFill>
              <a:effectLst/>
              <a:uFillTx/>
              <a:latin typeface="游明朝体"/>
            </a:endParaRPr>
          </a:p>
        </p:txBody>
      </p:sp>
      <p:sp>
        <p:nvSpPr>
          <p:cNvPr id="2114" name=""/>
          <p:cNvSpPr txBox="1"/>
          <p:nvPr/>
        </p:nvSpPr>
        <p:spPr>
          <a:xfrm>
            <a:off x="10981080" y="4670280"/>
            <a:ext cx="39852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4"/>
                <a:ea typeface="HiraginoSans-W4"/>
              </a:rPr>
              <a:t>） 右</a:t>
            </a:r>
            <a:endParaRPr lang="en-US" sz="1050" b="0" u="none" strike="noStrike">
              <a:solidFill>
                <a:srgbClr val="000000"/>
              </a:solidFill>
              <a:effectLst/>
              <a:uFillTx/>
              <a:latin typeface="游明朝体"/>
            </a:endParaRPr>
          </a:p>
        </p:txBody>
      </p:sp>
      <p:sp>
        <p:nvSpPr>
          <p:cNvPr id="2115" name=""/>
          <p:cNvSpPr txBox="1"/>
          <p:nvPr/>
        </p:nvSpPr>
        <p:spPr>
          <a:xfrm>
            <a:off x="11314440" y="4664160"/>
            <a:ext cx="132840" cy="155880"/>
          </a:xfrm>
          <a:prstGeom prst="rect">
            <a:avLst/>
          </a:prstGeom>
          <a:noFill/>
          <a:ln w="0">
            <a:noFill/>
          </a:ln>
        </p:spPr>
        <p:txBody>
          <a:bodyPr wrap="none" lIns="0" tIns="0" rIns="0" bIns="0" anchor="t">
            <a:spAutoFit/>
          </a:bodyPr>
          <a:p>
            <a:pPr/>
            <a:r>
              <a:rPr lang="en-US" sz="1050" b="0" u="none" strike="noStrike">
                <a:solidFill>
                  <a:srgbClr val="64748B"/>
                </a:solidFill>
                <a:effectLst/>
                <a:uFillTx/>
                <a:latin typeface="HelveticaNeue"/>
                <a:ea typeface="HelveticaNeue"/>
              </a:rPr>
              <a:t>: </a:t>
            </a:r>
            <a:endParaRPr lang="en-US" sz="1050" b="0" u="none" strike="noStrike">
              <a:solidFill>
                <a:srgbClr val="000000"/>
              </a:solidFill>
              <a:effectLst/>
              <a:uFillTx/>
              <a:latin typeface="游明朝体"/>
            </a:endParaRPr>
          </a:p>
        </p:txBody>
      </p:sp>
      <p:sp>
        <p:nvSpPr>
          <p:cNvPr id="2116" name=""/>
          <p:cNvSpPr txBox="1"/>
          <p:nvPr/>
        </p:nvSpPr>
        <p:spPr>
          <a:xfrm>
            <a:off x="11388600" y="4670280"/>
            <a:ext cx="26604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4"/>
                <a:ea typeface="HiraginoSans-W4"/>
              </a:rPr>
              <a:t>ニュ</a:t>
            </a:r>
            <a:endParaRPr lang="en-US" sz="1050" b="0" u="none" strike="noStrike">
              <a:solidFill>
                <a:srgbClr val="000000"/>
              </a:solidFill>
              <a:effectLst/>
              <a:uFillTx/>
              <a:latin typeface="游明朝体"/>
            </a:endParaRPr>
          </a:p>
        </p:txBody>
      </p:sp>
      <p:sp>
        <p:nvSpPr>
          <p:cNvPr id="2117" name=""/>
          <p:cNvSpPr txBox="1"/>
          <p:nvPr/>
        </p:nvSpPr>
        <p:spPr>
          <a:xfrm>
            <a:off x="6489720" y="4870440"/>
            <a:ext cx="318276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4"/>
                <a:ea typeface="HiraginoSans-W4"/>
              </a:rPr>
              <a:t>ーラルネットワークによる予測値と実測値の散布図（</a:t>
            </a:r>
            <a:endParaRPr lang="en-US" sz="1050" b="0" u="none" strike="noStrike">
              <a:solidFill>
                <a:srgbClr val="000000"/>
              </a:solidFill>
              <a:effectLst/>
              <a:uFillTx/>
              <a:latin typeface="游明朝体"/>
            </a:endParaRPr>
          </a:p>
        </p:txBody>
      </p:sp>
      <p:sp>
        <p:nvSpPr>
          <p:cNvPr id="2118" name=""/>
          <p:cNvSpPr txBox="1"/>
          <p:nvPr/>
        </p:nvSpPr>
        <p:spPr>
          <a:xfrm>
            <a:off x="9680760" y="4864320"/>
            <a:ext cx="473400" cy="155880"/>
          </a:xfrm>
          <a:prstGeom prst="rect">
            <a:avLst/>
          </a:prstGeom>
          <a:noFill/>
          <a:ln w="0">
            <a:noFill/>
          </a:ln>
        </p:spPr>
        <p:txBody>
          <a:bodyPr wrap="none" lIns="0" tIns="0" rIns="0" bIns="0" anchor="t">
            <a:spAutoFit/>
          </a:bodyPr>
          <a:p>
            <a:pPr/>
            <a:r>
              <a:rPr lang="en-US" sz="1050" b="0" u="none" strike="noStrike">
                <a:solidFill>
                  <a:srgbClr val="64748B"/>
                </a:solidFill>
                <a:effectLst/>
                <a:uFillTx/>
                <a:latin typeface="HelveticaNeue"/>
                <a:ea typeface="HelveticaNeue"/>
              </a:rPr>
              <a:t>R²=0.87</a:t>
            </a:r>
            <a:endParaRPr lang="en-US" sz="1050" b="0" u="none" strike="noStrike">
              <a:solidFill>
                <a:srgbClr val="000000"/>
              </a:solidFill>
              <a:effectLst/>
              <a:uFillTx/>
              <a:latin typeface="游明朝体"/>
            </a:endParaRPr>
          </a:p>
        </p:txBody>
      </p:sp>
      <p:sp>
        <p:nvSpPr>
          <p:cNvPr id="2119" name=""/>
          <p:cNvSpPr txBox="1"/>
          <p:nvPr/>
        </p:nvSpPr>
        <p:spPr>
          <a:xfrm>
            <a:off x="10155960" y="4870440"/>
            <a:ext cx="133200" cy="132840"/>
          </a:xfrm>
          <a:prstGeom prst="rect">
            <a:avLst/>
          </a:prstGeom>
          <a:noFill/>
          <a:ln w="0">
            <a:noFill/>
          </a:ln>
        </p:spPr>
        <p:txBody>
          <a:bodyPr wrap="none" lIns="0" tIns="0" rIns="0" bIns="0" anchor="t">
            <a:spAutoFit/>
          </a:bodyPr>
          <a:p>
            <a:pPr/>
            <a:r>
              <a:rPr lang="ja-JP" sz="1050" b="0" u="none" strike="noStrike">
                <a:solidFill>
                  <a:srgbClr val="64748B"/>
                </a:solidFill>
                <a:effectLst/>
                <a:uFillTx/>
                <a:latin typeface="HiraginoSans-W4"/>
                <a:ea typeface="HiraginoSans-W4"/>
              </a:rPr>
              <a:t>）</a:t>
            </a:r>
            <a:endParaRPr lang="en-US" sz="1050" b="0" u="none" strike="noStrike">
              <a:solidFill>
                <a:srgbClr val="000000"/>
              </a:solidFill>
              <a:effectLst/>
              <a:uFillTx/>
              <a:latin typeface="游明朝体"/>
            </a:endParaRPr>
          </a:p>
        </p:txBody>
      </p:sp>
      <p:sp>
        <p:nvSpPr>
          <p:cNvPr id="2120" name=""/>
          <p:cNvSpPr txBox="1"/>
          <p:nvPr/>
        </p:nvSpPr>
        <p:spPr>
          <a:xfrm>
            <a:off x="723960" y="6332400"/>
            <a:ext cx="671076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教材で学んだ⼿法を、⾃分の⽣活に⾝近な太陽光発電というテーマに転⽤したのが</a:t>
            </a:r>
            <a:endParaRPr lang="en-US" sz="1430" b="0" u="none" strike="noStrike">
              <a:solidFill>
                <a:srgbClr val="000000"/>
              </a:solidFill>
              <a:effectLst/>
              <a:uFillTx/>
              <a:latin typeface="游明朝体"/>
            </a:endParaRPr>
          </a:p>
        </p:txBody>
      </p:sp>
      <p:sp>
        <p:nvSpPr>
          <p:cNvPr id="2121" name=""/>
          <p:cNvSpPr txBox="1"/>
          <p:nvPr/>
        </p:nvSpPr>
        <p:spPr>
          <a:xfrm>
            <a:off x="7414560" y="6323760"/>
            <a:ext cx="104544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 ml_forecast </a:t>
            </a:r>
            <a:endParaRPr lang="en-US" sz="1430" b="0" u="none" strike="noStrike">
              <a:solidFill>
                <a:srgbClr val="000000"/>
              </a:solidFill>
              <a:effectLst/>
              <a:uFillTx/>
              <a:latin typeface="游明朝体"/>
            </a:endParaRPr>
          </a:p>
        </p:txBody>
      </p:sp>
      <p:sp>
        <p:nvSpPr>
          <p:cNvPr id="2122" name=""/>
          <p:cNvSpPr txBox="1"/>
          <p:nvPr/>
        </p:nvSpPr>
        <p:spPr>
          <a:xfrm>
            <a:off x="8453880" y="6332400"/>
            <a:ext cx="7261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の出発点</a:t>
            </a:r>
            <a:endParaRPr lang="en-US" sz="1430" b="0" u="none" strike="noStrike">
              <a:solidFill>
                <a:srgbClr val="000000"/>
              </a:solidFill>
              <a:effectLst/>
              <a:uFillTx/>
              <a:latin typeface="游明朝体"/>
            </a:endParaRPr>
          </a:p>
        </p:txBody>
      </p:sp>
      <p:sp>
        <p:nvSpPr>
          <p:cNvPr id="2123"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13</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2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2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27" name=""/>
          <p:cNvSpPr/>
          <p:nvPr/>
        </p:nvSpPr>
        <p:spPr>
          <a:xfrm>
            <a:off x="533160" y="143820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28" name=""/>
          <p:cNvSpPr/>
          <p:nvPr/>
        </p:nvSpPr>
        <p:spPr>
          <a:xfrm>
            <a:off x="552240" y="5514840"/>
            <a:ext cx="11106360" cy="457560"/>
          </a:xfrm>
          <a:custGeom>
            <a:avLst/>
            <a:gdLst/>
            <a:ahLst/>
            <a:rect l="0" t="0" r="r" b="b"/>
            <a:pathLst>
              <a:path w="30851" h="1271">
                <a:moveTo>
                  <a:pt x="0" y="1271"/>
                </a:moveTo>
                <a:lnTo>
                  <a:pt x="0" y="0"/>
                </a:lnTo>
                <a:lnTo>
                  <a:pt x="30746" y="0"/>
                </a:lnTo>
                <a:cubicBezTo>
                  <a:pt x="30760" y="0"/>
                  <a:pt x="30773" y="3"/>
                  <a:pt x="30786" y="8"/>
                </a:cubicBezTo>
                <a:cubicBezTo>
                  <a:pt x="30799" y="13"/>
                  <a:pt x="30811" y="21"/>
                  <a:pt x="30820" y="31"/>
                </a:cubicBezTo>
                <a:cubicBezTo>
                  <a:pt x="30830" y="41"/>
                  <a:pt x="30838" y="52"/>
                  <a:pt x="30843" y="65"/>
                </a:cubicBezTo>
                <a:cubicBezTo>
                  <a:pt x="30849" y="78"/>
                  <a:pt x="30851" y="92"/>
                  <a:pt x="30851" y="106"/>
                </a:cubicBezTo>
                <a:lnTo>
                  <a:pt x="30851" y="1165"/>
                </a:lnTo>
                <a:cubicBezTo>
                  <a:pt x="30851" y="1179"/>
                  <a:pt x="30849" y="1193"/>
                  <a:pt x="30843" y="1206"/>
                </a:cubicBezTo>
                <a:cubicBezTo>
                  <a:pt x="30838" y="1219"/>
                  <a:pt x="30830" y="1230"/>
                  <a:pt x="30820" y="1240"/>
                </a:cubicBezTo>
                <a:cubicBezTo>
                  <a:pt x="30811" y="1250"/>
                  <a:pt x="30799" y="1257"/>
                  <a:pt x="30786" y="1263"/>
                </a:cubicBezTo>
                <a:cubicBezTo>
                  <a:pt x="30773" y="1268"/>
                  <a:pt x="30760" y="1271"/>
                  <a:pt x="30746" y="1271"/>
                </a:cubicBezTo>
                <a:lnTo>
                  <a:pt x="0" y="1271"/>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29" name=""/>
          <p:cNvSpPr/>
          <p:nvPr/>
        </p:nvSpPr>
        <p:spPr>
          <a:xfrm>
            <a:off x="533160" y="5514840"/>
            <a:ext cx="38520" cy="457560"/>
          </a:xfrm>
          <a:custGeom>
            <a:avLst/>
            <a:gdLst/>
            <a:ahLst/>
            <a:rect l="0" t="0" r="r" b="b"/>
            <a:pathLst>
              <a:path w="107" h="1271">
                <a:moveTo>
                  <a:pt x="0" y="0"/>
                </a:moveTo>
                <a:lnTo>
                  <a:pt x="107" y="0"/>
                </a:lnTo>
                <a:lnTo>
                  <a:pt x="107" y="1271"/>
                </a:lnTo>
                <a:lnTo>
                  <a:pt x="0" y="1271"/>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30" name=""/>
          <p:cNvSpPr txBox="1"/>
          <p:nvPr/>
        </p:nvSpPr>
        <p:spPr>
          <a:xfrm>
            <a:off x="533520" y="921960"/>
            <a:ext cx="6477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教師データ（太陽光発電量）の取得を</a:t>
            </a:r>
            <a:endParaRPr lang="en-US" sz="3000" b="0" u="none" strike="noStrike">
              <a:solidFill>
                <a:srgbClr val="000000"/>
              </a:solidFill>
              <a:effectLst/>
              <a:uFillTx/>
              <a:latin typeface="游明朝体"/>
            </a:endParaRPr>
          </a:p>
        </p:txBody>
      </p:sp>
      <p:sp>
        <p:nvSpPr>
          <p:cNvPr id="2131" name=""/>
          <p:cNvSpPr txBox="1"/>
          <p:nvPr/>
        </p:nvSpPr>
        <p:spPr>
          <a:xfrm>
            <a:off x="7010280" y="903960"/>
            <a:ext cx="38052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AI</a:t>
            </a:r>
            <a:endParaRPr lang="en-US" sz="3000" b="0" u="none" strike="noStrike">
              <a:solidFill>
                <a:srgbClr val="000000"/>
              </a:solidFill>
              <a:effectLst/>
              <a:uFillTx/>
              <a:latin typeface="游明朝体"/>
            </a:endParaRPr>
          </a:p>
        </p:txBody>
      </p:sp>
      <p:sp>
        <p:nvSpPr>
          <p:cNvPr id="2132" name=""/>
          <p:cNvSpPr txBox="1"/>
          <p:nvPr/>
        </p:nvSpPr>
        <p:spPr>
          <a:xfrm>
            <a:off x="7383600" y="921960"/>
            <a:ext cx="114372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で解決</a:t>
            </a:r>
            <a:endParaRPr lang="en-US" sz="3000" b="0" u="none" strike="noStrike">
              <a:solidFill>
                <a:srgbClr val="000000"/>
              </a:solidFill>
              <a:effectLst/>
              <a:uFillTx/>
              <a:latin typeface="游明朝体"/>
            </a:endParaRPr>
          </a:p>
        </p:txBody>
      </p:sp>
      <p:sp>
        <p:nvSpPr>
          <p:cNvPr id="2133" name=""/>
          <p:cNvSpPr txBox="1"/>
          <p:nvPr/>
        </p:nvSpPr>
        <p:spPr>
          <a:xfrm>
            <a:off x="533520" y="1742040"/>
            <a:ext cx="5334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太陽光発電アプリの⽉次棒グラフのスクリーンショットを画像</a:t>
            </a:r>
            <a:endParaRPr lang="en-US" sz="1500" b="0" u="none" strike="noStrike">
              <a:solidFill>
                <a:srgbClr val="000000"/>
              </a:solidFill>
              <a:effectLst/>
              <a:uFillTx/>
              <a:latin typeface="游明朝体"/>
            </a:endParaRPr>
          </a:p>
        </p:txBody>
      </p:sp>
      <p:sp>
        <p:nvSpPr>
          <p:cNvPr id="2134" name=""/>
          <p:cNvSpPr txBox="1"/>
          <p:nvPr/>
        </p:nvSpPr>
        <p:spPr>
          <a:xfrm>
            <a:off x="533520" y="2027880"/>
            <a:ext cx="4763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処理で⾃動解析し、教師データとなる⽇別発電量を抽出</a:t>
            </a:r>
            <a:endParaRPr lang="en-US" sz="1500" b="0" u="none" strike="noStrike">
              <a:solidFill>
                <a:srgbClr val="000000"/>
              </a:solidFill>
              <a:effectLst/>
              <a:uFillTx/>
              <a:latin typeface="游明朝体"/>
            </a:endParaRPr>
          </a:p>
        </p:txBody>
      </p:sp>
      <p:sp>
        <p:nvSpPr>
          <p:cNvPr id="2135" name=""/>
          <p:cNvSpPr/>
          <p:nvPr/>
        </p:nvSpPr>
        <p:spPr>
          <a:xfrm>
            <a:off x="723600" y="2342880"/>
            <a:ext cx="2429280" cy="200520"/>
          </a:xfrm>
          <a:custGeom>
            <a:avLst/>
            <a:gdLst/>
            <a:ahLst/>
            <a:rect l="0" t="0" r="r" b="b"/>
            <a:pathLst>
              <a:path w="6748" h="557">
                <a:moveTo>
                  <a:pt x="0" y="477"/>
                </a:moveTo>
                <a:lnTo>
                  <a:pt x="0" y="80"/>
                </a:lnTo>
                <a:cubicBezTo>
                  <a:pt x="0" y="69"/>
                  <a:pt x="2" y="59"/>
                  <a:pt x="6" y="49"/>
                </a:cubicBezTo>
                <a:cubicBezTo>
                  <a:pt x="10" y="40"/>
                  <a:pt x="16" y="31"/>
                  <a:pt x="24" y="23"/>
                </a:cubicBezTo>
                <a:cubicBezTo>
                  <a:pt x="31" y="16"/>
                  <a:pt x="40" y="10"/>
                  <a:pt x="49" y="6"/>
                </a:cubicBezTo>
                <a:cubicBezTo>
                  <a:pt x="59" y="2"/>
                  <a:pt x="69" y="0"/>
                  <a:pt x="80" y="0"/>
                </a:cubicBezTo>
                <a:lnTo>
                  <a:pt x="6669" y="0"/>
                </a:lnTo>
                <a:cubicBezTo>
                  <a:pt x="6679" y="0"/>
                  <a:pt x="6689" y="2"/>
                  <a:pt x="6699" y="6"/>
                </a:cubicBezTo>
                <a:cubicBezTo>
                  <a:pt x="6709" y="10"/>
                  <a:pt x="6718" y="16"/>
                  <a:pt x="6725" y="23"/>
                </a:cubicBezTo>
                <a:cubicBezTo>
                  <a:pt x="6732" y="31"/>
                  <a:pt x="6738" y="40"/>
                  <a:pt x="6742" y="49"/>
                </a:cubicBezTo>
                <a:cubicBezTo>
                  <a:pt x="6746" y="59"/>
                  <a:pt x="6748" y="69"/>
                  <a:pt x="6748" y="80"/>
                </a:cubicBezTo>
                <a:lnTo>
                  <a:pt x="6748" y="477"/>
                </a:lnTo>
                <a:cubicBezTo>
                  <a:pt x="6748" y="488"/>
                  <a:pt x="6746" y="498"/>
                  <a:pt x="6742" y="508"/>
                </a:cubicBezTo>
                <a:cubicBezTo>
                  <a:pt x="6738" y="518"/>
                  <a:pt x="6732" y="526"/>
                  <a:pt x="6725" y="534"/>
                </a:cubicBezTo>
                <a:cubicBezTo>
                  <a:pt x="6718" y="541"/>
                  <a:pt x="6709" y="547"/>
                  <a:pt x="6699" y="551"/>
                </a:cubicBezTo>
                <a:cubicBezTo>
                  <a:pt x="6689" y="555"/>
                  <a:pt x="6679" y="557"/>
                  <a:pt x="6669" y="557"/>
                </a:cubicBezTo>
                <a:lnTo>
                  <a:pt x="80" y="557"/>
                </a:lnTo>
                <a:cubicBezTo>
                  <a:pt x="69" y="557"/>
                  <a:pt x="59" y="555"/>
                  <a:pt x="49" y="551"/>
                </a:cubicBezTo>
                <a:cubicBezTo>
                  <a:pt x="40" y="547"/>
                  <a:pt x="31" y="541"/>
                  <a:pt x="24" y="534"/>
                </a:cubicBezTo>
                <a:cubicBezTo>
                  <a:pt x="16" y="526"/>
                  <a:pt x="10" y="518"/>
                  <a:pt x="6" y="508"/>
                </a:cubicBezTo>
                <a:cubicBezTo>
                  <a:pt x="2" y="498"/>
                  <a:pt x="0" y="488"/>
                  <a:pt x="0" y="477"/>
                </a:cubicBez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36" name=""/>
          <p:cNvSpPr txBox="1"/>
          <p:nvPr/>
        </p:nvSpPr>
        <p:spPr>
          <a:xfrm>
            <a:off x="533520" y="231372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2137" name=""/>
          <p:cNvSpPr txBox="1"/>
          <p:nvPr/>
        </p:nvSpPr>
        <p:spPr>
          <a:xfrm>
            <a:off x="771480" y="2351160"/>
            <a:ext cx="2327400" cy="183240"/>
          </a:xfrm>
          <a:prstGeom prst="rect">
            <a:avLst/>
          </a:prstGeom>
          <a:noFill/>
          <a:ln w="0">
            <a:noFill/>
          </a:ln>
        </p:spPr>
        <p:txBody>
          <a:bodyPr wrap="none" lIns="0" tIns="0" rIns="0" bIns="0" anchor="t">
            <a:spAutoFit/>
          </a:bodyPr>
          <a:p>
            <a:pPr/>
            <a:r>
              <a:rPr lang="en-US" sz="1280" b="0" u="none" strike="noStrike">
                <a:solidFill>
                  <a:srgbClr val="4A3AA7"/>
                </a:solidFill>
                <a:effectLst/>
                <a:uFillTx/>
                <a:latin typeface="CourierNew"/>
                <a:ea typeface="CourierNew"/>
              </a:rPr>
              <a:t>extract_hatuden_daily.py</a:t>
            </a:r>
            <a:endParaRPr lang="en-US" sz="1280" b="0" u="none" strike="noStrike">
              <a:solidFill>
                <a:srgbClr val="000000"/>
              </a:solidFill>
              <a:effectLst/>
              <a:uFillTx/>
              <a:latin typeface="游明朝体"/>
            </a:endParaRPr>
          </a:p>
        </p:txBody>
      </p:sp>
      <p:sp>
        <p:nvSpPr>
          <p:cNvPr id="2138" name=""/>
          <p:cNvSpPr/>
          <p:nvPr/>
        </p:nvSpPr>
        <p:spPr>
          <a:xfrm>
            <a:off x="618840" y="2866680"/>
            <a:ext cx="57600" cy="57600"/>
          </a:xfrm>
          <a:custGeom>
            <a:avLst/>
            <a:gdLst/>
            <a:ahLst/>
            <a:rect l="0" t="0" r="r" b="b"/>
            <a:pathLst>
              <a:path w="160" h="160">
                <a:moveTo>
                  <a:pt x="160" y="81"/>
                </a:moveTo>
                <a:cubicBezTo>
                  <a:pt x="160" y="91"/>
                  <a:pt x="158" y="101"/>
                  <a:pt x="154" y="111"/>
                </a:cubicBezTo>
                <a:cubicBezTo>
                  <a:pt x="150" y="121"/>
                  <a:pt x="144" y="130"/>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30"/>
                  <a:pt x="10" y="121"/>
                  <a:pt x="6" y="111"/>
                </a:cubicBezTo>
                <a:cubicBezTo>
                  <a:pt x="2" y="101"/>
                  <a:pt x="0" y="91"/>
                  <a:pt x="0" y="81"/>
                </a:cubicBezTo>
                <a:cubicBezTo>
                  <a:pt x="0" y="70"/>
                  <a:pt x="2" y="60"/>
                  <a:pt x="6" y="50"/>
                </a:cubicBezTo>
                <a:cubicBezTo>
                  <a:pt x="10" y="41"/>
                  <a:pt x="16" y="32"/>
                  <a:pt x="24" y="25"/>
                </a:cubicBezTo>
                <a:cubicBezTo>
                  <a:pt x="31" y="17"/>
                  <a:pt x="40" y="11"/>
                  <a:pt x="49" y="6"/>
                </a:cubicBezTo>
                <a:cubicBezTo>
                  <a:pt x="59" y="2"/>
                  <a:pt x="69" y="0"/>
                  <a:pt x="80" y="0"/>
                </a:cubicBezTo>
                <a:cubicBezTo>
                  <a:pt x="90" y="0"/>
                  <a:pt x="101" y="2"/>
                  <a:pt x="111" y="6"/>
                </a:cubicBezTo>
                <a:cubicBezTo>
                  <a:pt x="121" y="11"/>
                  <a:pt x="129" y="17"/>
                  <a:pt x="137" y="25"/>
                </a:cubicBezTo>
                <a:cubicBezTo>
                  <a:pt x="144" y="32"/>
                  <a:pt x="150" y="41"/>
                  <a:pt x="154" y="50"/>
                </a:cubicBezTo>
                <a:cubicBezTo>
                  <a:pt x="158" y="60"/>
                  <a:pt x="160" y="70"/>
                  <a:pt x="160"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39" name=""/>
          <p:cNvSpPr txBox="1"/>
          <p:nvPr/>
        </p:nvSpPr>
        <p:spPr>
          <a:xfrm>
            <a:off x="3151440" y="231372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2140" name=""/>
          <p:cNvSpPr txBox="1"/>
          <p:nvPr/>
        </p:nvSpPr>
        <p:spPr>
          <a:xfrm>
            <a:off x="799920" y="2780280"/>
            <a:ext cx="5144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緑⾊のバー（発電量）をピクセル⾊で検出し、バーの⾼さか</a:t>
            </a:r>
            <a:endParaRPr lang="en-US" sz="1500" b="0" u="none" strike="noStrike">
              <a:solidFill>
                <a:srgbClr val="000000"/>
              </a:solidFill>
              <a:effectLst/>
              <a:uFillTx/>
              <a:latin typeface="游明朝体"/>
            </a:endParaRPr>
          </a:p>
        </p:txBody>
      </p:sp>
      <p:sp>
        <p:nvSpPr>
          <p:cNvPr id="2141" name=""/>
          <p:cNvSpPr/>
          <p:nvPr/>
        </p:nvSpPr>
        <p:spPr>
          <a:xfrm>
            <a:off x="618840" y="3600360"/>
            <a:ext cx="57600" cy="57240"/>
          </a:xfrm>
          <a:custGeom>
            <a:avLst/>
            <a:gdLst/>
            <a:ahLst/>
            <a:rect l="0" t="0" r="r" b="b"/>
            <a:pathLst>
              <a:path w="160" h="159">
                <a:moveTo>
                  <a:pt x="160" y="80"/>
                </a:moveTo>
                <a:cubicBezTo>
                  <a:pt x="160" y="91"/>
                  <a:pt x="158" y="101"/>
                  <a:pt x="154" y="110"/>
                </a:cubicBezTo>
                <a:cubicBezTo>
                  <a:pt x="150" y="120"/>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20"/>
                  <a:pt x="6" y="110"/>
                </a:cubicBezTo>
                <a:cubicBezTo>
                  <a:pt x="2" y="101"/>
                  <a:pt x="0" y="91"/>
                  <a:pt x="0" y="80"/>
                </a:cubicBezTo>
                <a:cubicBezTo>
                  <a:pt x="0" y="70"/>
                  <a:pt x="2" y="59"/>
                  <a:pt x="6" y="50"/>
                </a:cubicBezTo>
                <a:cubicBezTo>
                  <a:pt x="10" y="40"/>
                  <a:pt x="16" y="30"/>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0"/>
                  <a:pt x="150" y="40"/>
                  <a:pt x="154" y="50"/>
                </a:cubicBezTo>
                <a:cubicBezTo>
                  <a:pt x="158" y="59"/>
                  <a:pt x="160" y="70"/>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42" name=""/>
          <p:cNvSpPr txBox="1"/>
          <p:nvPr/>
        </p:nvSpPr>
        <p:spPr>
          <a:xfrm>
            <a:off x="799920" y="312336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ら数値化</a:t>
            </a:r>
            <a:endParaRPr lang="en-US" sz="1500" b="0" u="none" strike="noStrike">
              <a:solidFill>
                <a:srgbClr val="000000"/>
              </a:solidFill>
              <a:effectLst/>
              <a:uFillTx/>
              <a:latin typeface="游明朝体"/>
            </a:endParaRPr>
          </a:p>
        </p:txBody>
      </p:sp>
      <p:sp>
        <p:nvSpPr>
          <p:cNvPr id="2143" name=""/>
          <p:cNvSpPr txBox="1"/>
          <p:nvPr/>
        </p:nvSpPr>
        <p:spPr>
          <a:xfrm>
            <a:off x="799920" y="3513600"/>
            <a:ext cx="5144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アプリが表⽰する⽉次合計値でスケーリングし、⽬標値との</a:t>
            </a:r>
            <a:endParaRPr lang="en-US" sz="1500" b="0" u="none" strike="noStrike">
              <a:solidFill>
                <a:srgbClr val="000000"/>
              </a:solidFill>
              <a:effectLst/>
              <a:uFillTx/>
              <a:latin typeface="游明朝体"/>
            </a:endParaRPr>
          </a:p>
        </p:txBody>
      </p:sp>
      <p:sp>
        <p:nvSpPr>
          <p:cNvPr id="2144" name=""/>
          <p:cNvSpPr txBox="1"/>
          <p:nvPr/>
        </p:nvSpPr>
        <p:spPr>
          <a:xfrm>
            <a:off x="799920" y="385668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誤差</a:t>
            </a:r>
            <a:endParaRPr lang="en-US" sz="1500" b="0" u="none" strike="noStrike">
              <a:solidFill>
                <a:srgbClr val="000000"/>
              </a:solidFill>
              <a:effectLst/>
              <a:uFillTx/>
              <a:latin typeface="游明朝体"/>
            </a:endParaRPr>
          </a:p>
        </p:txBody>
      </p:sp>
      <p:sp>
        <p:nvSpPr>
          <p:cNvPr id="2145" name=""/>
          <p:cNvSpPr txBox="1"/>
          <p:nvPr/>
        </p:nvSpPr>
        <p:spPr>
          <a:xfrm>
            <a:off x="1181160" y="3847680"/>
            <a:ext cx="10256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±0.03 kWh </a:t>
            </a:r>
            <a:endParaRPr lang="en-US" sz="1500" b="0" u="none" strike="noStrike">
              <a:solidFill>
                <a:srgbClr val="000000"/>
              </a:solidFill>
              <a:effectLst/>
              <a:uFillTx/>
              <a:latin typeface="游明朝体"/>
            </a:endParaRPr>
          </a:p>
        </p:txBody>
      </p:sp>
      <p:sp>
        <p:nvSpPr>
          <p:cNvPr id="2146" name=""/>
          <p:cNvSpPr/>
          <p:nvPr/>
        </p:nvSpPr>
        <p:spPr>
          <a:xfrm>
            <a:off x="618840" y="4333680"/>
            <a:ext cx="57600" cy="57600"/>
          </a:xfrm>
          <a:custGeom>
            <a:avLst/>
            <a:gdLst/>
            <a:ahLst/>
            <a:rect l="0" t="0" r="r" b="b"/>
            <a:pathLst>
              <a:path w="160" h="160">
                <a:moveTo>
                  <a:pt x="160" y="80"/>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0"/>
                </a:cubicBezTo>
                <a:cubicBezTo>
                  <a:pt x="0" y="70"/>
                  <a:pt x="2" y="60"/>
                  <a:pt x="6" y="50"/>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50"/>
                </a:cubicBezTo>
                <a:cubicBezTo>
                  <a:pt x="158" y="60"/>
                  <a:pt x="160" y="70"/>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47" name=""/>
          <p:cNvSpPr txBox="1"/>
          <p:nvPr/>
        </p:nvSpPr>
        <p:spPr>
          <a:xfrm>
            <a:off x="2206080" y="3856680"/>
            <a:ext cx="953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以内に補正</a:t>
            </a:r>
            <a:endParaRPr lang="en-US" sz="1500" b="0" u="none" strike="noStrike">
              <a:solidFill>
                <a:srgbClr val="000000"/>
              </a:solidFill>
              <a:effectLst/>
              <a:uFillTx/>
              <a:latin typeface="游明朝体"/>
            </a:endParaRPr>
          </a:p>
        </p:txBody>
      </p:sp>
      <p:sp>
        <p:nvSpPr>
          <p:cNvPr id="2148" name=""/>
          <p:cNvSpPr txBox="1"/>
          <p:nvPr/>
        </p:nvSpPr>
        <p:spPr>
          <a:xfrm>
            <a:off x="799920" y="4247280"/>
            <a:ext cx="5144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画像データから発電量を読み取る仕組みと⼿⼊⼒で発電量を</a:t>
            </a:r>
            <a:endParaRPr lang="en-US" sz="1500" b="0" u="none" strike="noStrike">
              <a:solidFill>
                <a:srgbClr val="000000"/>
              </a:solidFill>
              <a:effectLst/>
              <a:uFillTx/>
              <a:latin typeface="游明朝体"/>
            </a:endParaRPr>
          </a:p>
        </p:txBody>
      </p:sp>
      <p:sp>
        <p:nvSpPr>
          <p:cNvPr id="2149" name=""/>
          <p:cNvSpPr txBox="1"/>
          <p:nvPr/>
        </p:nvSpPr>
        <p:spPr>
          <a:xfrm>
            <a:off x="799920" y="4590000"/>
            <a:ext cx="1524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追加するアプリ（</a:t>
            </a:r>
            <a:endParaRPr lang="en-US" sz="1500" b="0" u="none" strike="noStrike">
              <a:solidFill>
                <a:srgbClr val="000000"/>
              </a:solidFill>
              <a:effectLst/>
              <a:uFillTx/>
              <a:latin typeface="游明朝体"/>
            </a:endParaRPr>
          </a:p>
        </p:txBody>
      </p:sp>
      <p:sp>
        <p:nvSpPr>
          <p:cNvPr id="2150" name=""/>
          <p:cNvSpPr txBox="1"/>
          <p:nvPr/>
        </p:nvSpPr>
        <p:spPr>
          <a:xfrm>
            <a:off x="2324160" y="4581000"/>
            <a:ext cx="15321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Jupyter Notebook</a:t>
            </a:r>
            <a:endParaRPr lang="en-US" sz="1500" b="0" u="none" strike="noStrike">
              <a:solidFill>
                <a:srgbClr val="000000"/>
              </a:solidFill>
              <a:effectLst/>
              <a:uFillTx/>
              <a:latin typeface="游明朝体"/>
            </a:endParaRPr>
          </a:p>
        </p:txBody>
      </p:sp>
      <p:sp>
        <p:nvSpPr>
          <p:cNvPr id="2151" name=""/>
          <p:cNvSpPr txBox="1"/>
          <p:nvPr/>
        </p:nvSpPr>
        <p:spPr>
          <a:xfrm>
            <a:off x="3855600" y="4590000"/>
            <a:ext cx="2096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）を作成し、⽇々の精度</a:t>
            </a:r>
            <a:endParaRPr lang="en-US" sz="1500" b="0" u="none" strike="noStrike">
              <a:solidFill>
                <a:srgbClr val="000000"/>
              </a:solidFill>
              <a:effectLst/>
              <a:uFillTx/>
              <a:latin typeface="游明朝体"/>
            </a:endParaRPr>
          </a:p>
        </p:txBody>
      </p:sp>
      <p:pic>
        <p:nvPicPr>
          <p:cNvPr id="2152" name=""/>
          <p:cNvPicPr/>
          <p:nvPr/>
        </p:nvPicPr>
        <p:blipFill>
          <a:blip r:embed="rId1"/>
          <a:stretch/>
        </p:blipFill>
        <p:spPr>
          <a:xfrm>
            <a:off x="6458040" y="1704960"/>
            <a:ext cx="4952520" cy="2809440"/>
          </a:xfrm>
          <a:prstGeom prst="rect">
            <a:avLst/>
          </a:prstGeom>
          <a:noFill/>
          <a:ln w="0">
            <a:noFill/>
          </a:ln>
        </p:spPr>
      </p:pic>
      <p:sp>
        <p:nvSpPr>
          <p:cNvPr id="2153" name=""/>
          <p:cNvSpPr txBox="1"/>
          <p:nvPr/>
        </p:nvSpPr>
        <p:spPr>
          <a:xfrm>
            <a:off x="799920" y="493308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検証にも活⽤</a:t>
            </a:r>
            <a:endParaRPr lang="en-US" sz="1500" b="0" u="none" strike="noStrike">
              <a:solidFill>
                <a:srgbClr val="000000"/>
              </a:solidFill>
              <a:effectLst/>
              <a:uFillTx/>
              <a:latin typeface="游明朝体"/>
            </a:endParaRPr>
          </a:p>
        </p:txBody>
      </p:sp>
      <p:sp>
        <p:nvSpPr>
          <p:cNvPr id="2154" name=""/>
          <p:cNvSpPr txBox="1"/>
          <p:nvPr/>
        </p:nvSpPr>
        <p:spPr>
          <a:xfrm>
            <a:off x="723960" y="5646600"/>
            <a:ext cx="798048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スクリーンショットを撮るだけで教師データが増える。⼿⼊⼒なしで学習データを⽇々蓄積できる</a:t>
            </a:r>
            <a:endParaRPr lang="en-US" sz="1430" b="0" u="none" strike="noStrike">
              <a:solidFill>
                <a:srgbClr val="000000"/>
              </a:solidFill>
              <a:effectLst/>
              <a:uFillTx/>
              <a:latin typeface="游明朝体"/>
            </a:endParaRPr>
          </a:p>
        </p:txBody>
      </p:sp>
      <p:sp>
        <p:nvSpPr>
          <p:cNvPr id="2155"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14</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5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5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59"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160" name=""/>
          <p:cNvSpPr/>
          <p:nvPr/>
        </p:nvSpPr>
        <p:spPr>
          <a:xfrm>
            <a:off x="542880" y="3981240"/>
            <a:ext cx="1648080" cy="381240"/>
          </a:xfrm>
          <a:custGeom>
            <a:avLst/>
            <a:gdLst/>
            <a:ahLst/>
            <a:rect l="0" t="0" r="r" b="b"/>
            <a:pathLst>
              <a:path w="4578" h="1059">
                <a:moveTo>
                  <a:pt x="20" y="20"/>
                </a:moveTo>
                <a:cubicBezTo>
                  <a:pt x="27" y="13"/>
                  <a:pt x="35" y="6"/>
                  <a:pt x="44" y="0"/>
                </a:cubicBezTo>
                <a:lnTo>
                  <a:pt x="4578" y="0"/>
                </a:lnTo>
                <a:lnTo>
                  <a:pt x="4578" y="1059"/>
                </a:lnTo>
                <a:lnTo>
                  <a:pt x="0" y="1059"/>
                </a:lnTo>
                <a:lnTo>
                  <a:pt x="0" y="45"/>
                </a:lnTo>
                <a:cubicBezTo>
                  <a:pt x="5" y="36"/>
                  <a:pt x="12" y="28"/>
                  <a:pt x="20" y="2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61" name=""/>
          <p:cNvSpPr/>
          <p:nvPr/>
        </p:nvSpPr>
        <p:spPr>
          <a:xfrm>
            <a:off x="2190600" y="3981240"/>
            <a:ext cx="1162440" cy="381240"/>
          </a:xfrm>
          <a:custGeom>
            <a:avLst/>
            <a:gdLst/>
            <a:ahLst/>
            <a:rect l="0" t="0" r="r" b="b"/>
            <a:pathLst>
              <a:path w="3229" h="1059">
                <a:moveTo>
                  <a:pt x="0" y="0"/>
                </a:moveTo>
                <a:lnTo>
                  <a:pt x="3229" y="0"/>
                </a:lnTo>
                <a:lnTo>
                  <a:pt x="3229"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62" name=""/>
          <p:cNvSpPr/>
          <p:nvPr/>
        </p:nvSpPr>
        <p:spPr>
          <a:xfrm>
            <a:off x="3352680" y="3981240"/>
            <a:ext cx="1381320" cy="381240"/>
          </a:xfrm>
          <a:custGeom>
            <a:avLst/>
            <a:gdLst/>
            <a:ahLst/>
            <a:rect l="0" t="0" r="r" b="b"/>
            <a:pathLst>
              <a:path w="3837" h="1059">
                <a:moveTo>
                  <a:pt x="0" y="0"/>
                </a:moveTo>
                <a:lnTo>
                  <a:pt x="3837" y="0"/>
                </a:lnTo>
                <a:lnTo>
                  <a:pt x="3837"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pic>
        <p:nvPicPr>
          <p:cNvPr id="2163" name=""/>
          <p:cNvPicPr/>
          <p:nvPr/>
        </p:nvPicPr>
        <p:blipFill>
          <a:blip r:embed="rId1"/>
          <a:stretch/>
        </p:blipFill>
        <p:spPr>
          <a:xfrm>
            <a:off x="533520" y="3962520"/>
            <a:ext cx="5447880" cy="1549080"/>
          </a:xfrm>
          <a:prstGeom prst="rect">
            <a:avLst/>
          </a:prstGeom>
          <a:noFill/>
          <a:ln w="0">
            <a:noFill/>
          </a:ln>
        </p:spPr>
      </p:pic>
      <p:pic>
        <p:nvPicPr>
          <p:cNvPr id="2164" name=""/>
          <p:cNvPicPr/>
          <p:nvPr/>
        </p:nvPicPr>
        <p:blipFill>
          <a:blip r:embed="rId2"/>
          <a:stretch/>
        </p:blipFill>
        <p:spPr>
          <a:xfrm>
            <a:off x="533520" y="5511960"/>
            <a:ext cx="5447880" cy="0"/>
          </a:xfrm>
          <a:prstGeom prst="rect">
            <a:avLst/>
          </a:prstGeom>
          <a:noFill/>
          <a:ln w="0">
            <a:noFill/>
          </a:ln>
        </p:spPr>
      </p:pic>
      <p:pic>
        <p:nvPicPr>
          <p:cNvPr id="2165" name=""/>
          <p:cNvPicPr/>
          <p:nvPr/>
        </p:nvPicPr>
        <p:blipFill>
          <a:blip r:embed="rId3"/>
          <a:stretch/>
        </p:blipFill>
        <p:spPr>
          <a:xfrm>
            <a:off x="533520" y="3962520"/>
            <a:ext cx="5447880" cy="1549080"/>
          </a:xfrm>
          <a:prstGeom prst="rect">
            <a:avLst/>
          </a:prstGeom>
          <a:noFill/>
          <a:ln w="0">
            <a:noFill/>
          </a:ln>
        </p:spPr>
      </p:pic>
      <p:pic>
        <p:nvPicPr>
          <p:cNvPr id="2166" name=""/>
          <p:cNvPicPr/>
          <p:nvPr/>
        </p:nvPicPr>
        <p:blipFill>
          <a:blip r:embed="rId4"/>
          <a:stretch/>
        </p:blipFill>
        <p:spPr>
          <a:xfrm>
            <a:off x="533520" y="5511960"/>
            <a:ext cx="5447880" cy="0"/>
          </a:xfrm>
          <a:prstGeom prst="rect">
            <a:avLst/>
          </a:prstGeom>
          <a:noFill/>
          <a:ln w="0">
            <a:noFill/>
          </a:ln>
        </p:spPr>
      </p:pic>
      <p:pic>
        <p:nvPicPr>
          <p:cNvPr id="2167" name=""/>
          <p:cNvPicPr/>
          <p:nvPr/>
        </p:nvPicPr>
        <p:blipFill>
          <a:blip r:embed="rId5"/>
          <a:stretch/>
        </p:blipFill>
        <p:spPr>
          <a:xfrm>
            <a:off x="533520" y="3962520"/>
            <a:ext cx="5447880" cy="1549080"/>
          </a:xfrm>
          <a:prstGeom prst="rect">
            <a:avLst/>
          </a:prstGeom>
          <a:noFill/>
          <a:ln w="0">
            <a:noFill/>
          </a:ln>
        </p:spPr>
      </p:pic>
      <p:pic>
        <p:nvPicPr>
          <p:cNvPr id="2168" name=""/>
          <p:cNvPicPr/>
          <p:nvPr/>
        </p:nvPicPr>
        <p:blipFill>
          <a:blip r:embed="rId6"/>
          <a:stretch/>
        </p:blipFill>
        <p:spPr>
          <a:xfrm>
            <a:off x="533520" y="5511960"/>
            <a:ext cx="5447880" cy="0"/>
          </a:xfrm>
          <a:prstGeom prst="rect">
            <a:avLst/>
          </a:prstGeom>
          <a:noFill/>
          <a:ln w="0">
            <a:noFill/>
          </a:ln>
        </p:spPr>
      </p:pic>
      <p:sp>
        <p:nvSpPr>
          <p:cNvPr id="2169" name=""/>
          <p:cNvSpPr/>
          <p:nvPr/>
        </p:nvSpPr>
        <p:spPr>
          <a:xfrm>
            <a:off x="542880" y="4362120"/>
            <a:ext cx="1648080" cy="381600"/>
          </a:xfrm>
          <a:custGeom>
            <a:avLst/>
            <a:gdLst/>
            <a:ahLst/>
            <a:rect l="0" t="0" r="r" b="b"/>
            <a:pathLst>
              <a:path w="4578" h="1060">
                <a:moveTo>
                  <a:pt x="0" y="0"/>
                </a:moveTo>
                <a:lnTo>
                  <a:pt x="4578" y="0"/>
                </a:lnTo>
                <a:lnTo>
                  <a:pt x="4578"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0" name=""/>
          <p:cNvSpPr/>
          <p:nvPr/>
        </p:nvSpPr>
        <p:spPr>
          <a:xfrm>
            <a:off x="2190600" y="4362120"/>
            <a:ext cx="1162440" cy="381600"/>
          </a:xfrm>
          <a:custGeom>
            <a:avLst/>
            <a:gdLst/>
            <a:ahLst/>
            <a:rect l="0" t="0" r="r" b="b"/>
            <a:pathLst>
              <a:path w="3229" h="1060">
                <a:moveTo>
                  <a:pt x="0" y="0"/>
                </a:moveTo>
                <a:lnTo>
                  <a:pt x="3229" y="0"/>
                </a:lnTo>
                <a:lnTo>
                  <a:pt x="3229"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1" name=""/>
          <p:cNvSpPr/>
          <p:nvPr/>
        </p:nvSpPr>
        <p:spPr>
          <a:xfrm>
            <a:off x="3352680" y="4362120"/>
            <a:ext cx="1381320" cy="381600"/>
          </a:xfrm>
          <a:custGeom>
            <a:avLst/>
            <a:gdLst/>
            <a:ahLst/>
            <a:rect l="0" t="0" r="r" b="b"/>
            <a:pathLst>
              <a:path w="3837" h="1060">
                <a:moveTo>
                  <a:pt x="0" y="0"/>
                </a:moveTo>
                <a:lnTo>
                  <a:pt x="3837" y="0"/>
                </a:lnTo>
                <a:lnTo>
                  <a:pt x="3837"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2" name=""/>
          <p:cNvSpPr/>
          <p:nvPr/>
        </p:nvSpPr>
        <p:spPr>
          <a:xfrm>
            <a:off x="542880" y="4743360"/>
            <a:ext cx="1648080" cy="381240"/>
          </a:xfrm>
          <a:custGeom>
            <a:avLst/>
            <a:gdLst/>
            <a:ahLst/>
            <a:rect l="0" t="0" r="r" b="b"/>
            <a:pathLst>
              <a:path w="4578" h="1059">
                <a:moveTo>
                  <a:pt x="0" y="0"/>
                </a:moveTo>
                <a:lnTo>
                  <a:pt x="4578" y="0"/>
                </a:lnTo>
                <a:lnTo>
                  <a:pt x="4578"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3" name=""/>
          <p:cNvSpPr/>
          <p:nvPr/>
        </p:nvSpPr>
        <p:spPr>
          <a:xfrm>
            <a:off x="2190600" y="4743360"/>
            <a:ext cx="1162440" cy="381240"/>
          </a:xfrm>
          <a:custGeom>
            <a:avLst/>
            <a:gdLst/>
            <a:ahLst/>
            <a:rect l="0" t="0" r="r" b="b"/>
            <a:pathLst>
              <a:path w="3229" h="1059">
                <a:moveTo>
                  <a:pt x="0" y="0"/>
                </a:moveTo>
                <a:lnTo>
                  <a:pt x="3229" y="0"/>
                </a:lnTo>
                <a:lnTo>
                  <a:pt x="3229"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4" name=""/>
          <p:cNvSpPr/>
          <p:nvPr/>
        </p:nvSpPr>
        <p:spPr>
          <a:xfrm>
            <a:off x="3352680" y="4743360"/>
            <a:ext cx="1381320" cy="381240"/>
          </a:xfrm>
          <a:custGeom>
            <a:avLst/>
            <a:gdLst/>
            <a:ahLst/>
            <a:rect l="0" t="0" r="r" b="b"/>
            <a:pathLst>
              <a:path w="3837" h="1059">
                <a:moveTo>
                  <a:pt x="0" y="0"/>
                </a:moveTo>
                <a:lnTo>
                  <a:pt x="3837" y="0"/>
                </a:lnTo>
                <a:lnTo>
                  <a:pt x="3837"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5" name=""/>
          <p:cNvSpPr/>
          <p:nvPr/>
        </p:nvSpPr>
        <p:spPr>
          <a:xfrm>
            <a:off x="542880" y="4743360"/>
            <a:ext cx="1648080" cy="381240"/>
          </a:xfrm>
          <a:custGeom>
            <a:avLst/>
            <a:gdLst/>
            <a:ahLst/>
            <a:rect l="0" t="0" r="r" b="b"/>
            <a:pathLst>
              <a:path w="4578" h="1059">
                <a:moveTo>
                  <a:pt x="0" y="0"/>
                </a:moveTo>
                <a:lnTo>
                  <a:pt x="4578" y="0"/>
                </a:lnTo>
                <a:lnTo>
                  <a:pt x="4578"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6" name=""/>
          <p:cNvSpPr/>
          <p:nvPr/>
        </p:nvSpPr>
        <p:spPr>
          <a:xfrm>
            <a:off x="2190600" y="4743360"/>
            <a:ext cx="1162440" cy="381240"/>
          </a:xfrm>
          <a:custGeom>
            <a:avLst/>
            <a:gdLst/>
            <a:ahLst/>
            <a:rect l="0" t="0" r="r" b="b"/>
            <a:pathLst>
              <a:path w="3229" h="1059">
                <a:moveTo>
                  <a:pt x="0" y="0"/>
                </a:moveTo>
                <a:lnTo>
                  <a:pt x="3229" y="0"/>
                </a:lnTo>
                <a:lnTo>
                  <a:pt x="3229"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7" name=""/>
          <p:cNvSpPr/>
          <p:nvPr/>
        </p:nvSpPr>
        <p:spPr>
          <a:xfrm>
            <a:off x="3352680" y="4743360"/>
            <a:ext cx="1381320" cy="381240"/>
          </a:xfrm>
          <a:custGeom>
            <a:avLst/>
            <a:gdLst/>
            <a:ahLst/>
            <a:rect l="0" t="0" r="r" b="b"/>
            <a:pathLst>
              <a:path w="3837" h="1059">
                <a:moveTo>
                  <a:pt x="0" y="0"/>
                </a:moveTo>
                <a:lnTo>
                  <a:pt x="3837" y="0"/>
                </a:lnTo>
                <a:lnTo>
                  <a:pt x="3837"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8" name=""/>
          <p:cNvSpPr/>
          <p:nvPr/>
        </p:nvSpPr>
        <p:spPr>
          <a:xfrm>
            <a:off x="542880" y="5124240"/>
            <a:ext cx="1648080" cy="381240"/>
          </a:xfrm>
          <a:custGeom>
            <a:avLst/>
            <a:gdLst/>
            <a:ahLst/>
            <a:rect l="0" t="0" r="r" b="b"/>
            <a:pathLst>
              <a:path w="4578" h="1059">
                <a:moveTo>
                  <a:pt x="132" y="1059"/>
                </a:moveTo>
                <a:cubicBezTo>
                  <a:pt x="111" y="1059"/>
                  <a:pt x="91" y="1055"/>
                  <a:pt x="71" y="1047"/>
                </a:cubicBezTo>
                <a:cubicBezTo>
                  <a:pt x="52" y="1039"/>
                  <a:pt x="35" y="1028"/>
                  <a:pt x="20" y="1013"/>
                </a:cubicBezTo>
                <a:cubicBezTo>
                  <a:pt x="12" y="1005"/>
                  <a:pt x="5" y="997"/>
                  <a:pt x="0" y="988"/>
                </a:cubicBezTo>
                <a:lnTo>
                  <a:pt x="0" y="0"/>
                </a:lnTo>
                <a:lnTo>
                  <a:pt x="4578" y="0"/>
                </a:lnTo>
                <a:lnTo>
                  <a:pt x="4578" y="1059"/>
                </a:lnTo>
                <a:lnTo>
                  <a:pt x="132" y="1059"/>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79" name=""/>
          <p:cNvSpPr/>
          <p:nvPr/>
        </p:nvSpPr>
        <p:spPr>
          <a:xfrm>
            <a:off x="2190600" y="5124240"/>
            <a:ext cx="1162440" cy="381240"/>
          </a:xfrm>
          <a:custGeom>
            <a:avLst/>
            <a:gdLst/>
            <a:ahLst/>
            <a:rect l="0" t="0" r="r" b="b"/>
            <a:pathLst>
              <a:path w="3229" h="1059">
                <a:moveTo>
                  <a:pt x="0" y="1059"/>
                </a:moveTo>
                <a:lnTo>
                  <a:pt x="0" y="0"/>
                </a:lnTo>
                <a:lnTo>
                  <a:pt x="3229" y="0"/>
                </a:lnTo>
                <a:lnTo>
                  <a:pt x="3229" y="1059"/>
                </a:lnTo>
                <a:lnTo>
                  <a:pt x="0" y="1059"/>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0" name=""/>
          <p:cNvSpPr/>
          <p:nvPr/>
        </p:nvSpPr>
        <p:spPr>
          <a:xfrm>
            <a:off x="3352680" y="5124240"/>
            <a:ext cx="1381320" cy="381240"/>
          </a:xfrm>
          <a:custGeom>
            <a:avLst/>
            <a:gdLst/>
            <a:ahLst/>
            <a:rect l="0" t="0" r="r" b="b"/>
            <a:pathLst>
              <a:path w="3837" h="1059">
                <a:moveTo>
                  <a:pt x="0" y="1059"/>
                </a:moveTo>
                <a:lnTo>
                  <a:pt x="0" y="0"/>
                </a:lnTo>
                <a:lnTo>
                  <a:pt x="3837" y="0"/>
                </a:lnTo>
                <a:lnTo>
                  <a:pt x="3837" y="1059"/>
                </a:lnTo>
                <a:lnTo>
                  <a:pt x="0" y="1059"/>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1" name=""/>
          <p:cNvSpPr/>
          <p:nvPr/>
        </p:nvSpPr>
        <p:spPr>
          <a:xfrm>
            <a:off x="533160" y="3997440"/>
            <a:ext cx="10080" cy="365040"/>
          </a:xfrm>
          <a:custGeom>
            <a:avLst/>
            <a:gdLst/>
            <a:ahLst/>
            <a:rect l="0" t="0" r="r" b="b"/>
            <a:pathLst>
              <a:path w="28" h="1014">
                <a:moveTo>
                  <a:pt x="12" y="27"/>
                </a:moveTo>
                <a:cubicBezTo>
                  <a:pt x="17" y="17"/>
                  <a:pt x="22" y="8"/>
                  <a:pt x="28" y="0"/>
                </a:cubicBezTo>
                <a:lnTo>
                  <a:pt x="28" y="1014"/>
                </a:lnTo>
                <a:lnTo>
                  <a:pt x="0" y="1014"/>
                </a:lnTo>
                <a:lnTo>
                  <a:pt x="0" y="87"/>
                </a:lnTo>
                <a:cubicBezTo>
                  <a:pt x="0" y="66"/>
                  <a:pt x="4" y="46"/>
                  <a:pt x="12"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2" name=""/>
          <p:cNvSpPr/>
          <p:nvPr/>
        </p:nvSpPr>
        <p:spPr>
          <a:xfrm>
            <a:off x="558720" y="3971880"/>
            <a:ext cx="1632240" cy="9720"/>
          </a:xfrm>
          <a:custGeom>
            <a:avLst/>
            <a:gdLst/>
            <a:ahLst/>
            <a:rect l="0" t="0" r="r" b="b"/>
            <a:pathLst>
              <a:path w="4534" h="27">
                <a:moveTo>
                  <a:pt x="27" y="13"/>
                </a:moveTo>
                <a:cubicBezTo>
                  <a:pt x="47" y="5"/>
                  <a:pt x="67" y="0"/>
                  <a:pt x="88" y="0"/>
                </a:cubicBezTo>
                <a:lnTo>
                  <a:pt x="4534" y="0"/>
                </a:lnTo>
                <a:lnTo>
                  <a:pt x="4534" y="27"/>
                </a:lnTo>
                <a:lnTo>
                  <a:pt x="0" y="27"/>
                </a:lnTo>
                <a:cubicBezTo>
                  <a:pt x="9" y="21"/>
                  <a:pt x="18" y="17"/>
                  <a:pt x="27" y="13"/>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3" name=""/>
          <p:cNvSpPr/>
          <p:nvPr/>
        </p:nvSpPr>
        <p:spPr>
          <a:xfrm>
            <a:off x="2180880" y="3971880"/>
            <a:ext cx="10080" cy="390600"/>
          </a:xfrm>
          <a:custGeom>
            <a:avLst/>
            <a:gdLst/>
            <a:ahLst/>
            <a:rect l="0" t="0" r="r" b="b"/>
            <a:pathLst>
              <a:path w="28" h="1085">
                <a:moveTo>
                  <a:pt x="0" y="0"/>
                </a:moveTo>
                <a:lnTo>
                  <a:pt x="28" y="0"/>
                </a:lnTo>
                <a:lnTo>
                  <a:pt x="28" y="1085"/>
                </a:lnTo>
                <a:lnTo>
                  <a:pt x="0" y="1085"/>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4" name=""/>
          <p:cNvSpPr/>
          <p:nvPr/>
        </p:nvSpPr>
        <p:spPr>
          <a:xfrm>
            <a:off x="2190600" y="3971880"/>
            <a:ext cx="1162440" cy="9720"/>
          </a:xfrm>
          <a:custGeom>
            <a:avLst/>
            <a:gdLst/>
            <a:ahLst/>
            <a:rect l="0" t="0" r="r" b="b"/>
            <a:pathLst>
              <a:path w="3229" h="27">
                <a:moveTo>
                  <a:pt x="0" y="0"/>
                </a:moveTo>
                <a:lnTo>
                  <a:pt x="3229" y="0"/>
                </a:lnTo>
                <a:lnTo>
                  <a:pt x="3229"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5" name=""/>
          <p:cNvSpPr/>
          <p:nvPr/>
        </p:nvSpPr>
        <p:spPr>
          <a:xfrm>
            <a:off x="3342960" y="3971880"/>
            <a:ext cx="10080" cy="390600"/>
          </a:xfrm>
          <a:custGeom>
            <a:avLst/>
            <a:gdLst/>
            <a:ahLst/>
            <a:rect l="0" t="0" r="r" b="b"/>
            <a:pathLst>
              <a:path w="28" h="1085">
                <a:moveTo>
                  <a:pt x="0" y="0"/>
                </a:moveTo>
                <a:lnTo>
                  <a:pt x="28" y="0"/>
                </a:lnTo>
                <a:lnTo>
                  <a:pt x="28" y="1085"/>
                </a:lnTo>
                <a:lnTo>
                  <a:pt x="0" y="1085"/>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6" name=""/>
          <p:cNvSpPr/>
          <p:nvPr/>
        </p:nvSpPr>
        <p:spPr>
          <a:xfrm>
            <a:off x="3352680" y="3971880"/>
            <a:ext cx="1391040" cy="9720"/>
          </a:xfrm>
          <a:custGeom>
            <a:avLst/>
            <a:gdLst/>
            <a:ahLst/>
            <a:rect l="0" t="0" r="r" b="b"/>
            <a:pathLst>
              <a:path w="3864" h="27">
                <a:moveTo>
                  <a:pt x="0" y="0"/>
                </a:moveTo>
                <a:lnTo>
                  <a:pt x="3864" y="0"/>
                </a:lnTo>
                <a:lnTo>
                  <a:pt x="386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7" name=""/>
          <p:cNvSpPr/>
          <p:nvPr/>
        </p:nvSpPr>
        <p:spPr>
          <a:xfrm>
            <a:off x="4733640" y="3971880"/>
            <a:ext cx="10080" cy="390600"/>
          </a:xfrm>
          <a:custGeom>
            <a:avLst/>
            <a:gdLst/>
            <a:ahLst/>
            <a:rect l="0" t="0" r="r" b="b"/>
            <a:pathLst>
              <a:path w="28" h="1085">
                <a:moveTo>
                  <a:pt x="0" y="0"/>
                </a:moveTo>
                <a:lnTo>
                  <a:pt x="28" y="0"/>
                </a:lnTo>
                <a:lnTo>
                  <a:pt x="28" y="1085"/>
                </a:lnTo>
                <a:lnTo>
                  <a:pt x="0" y="1085"/>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8" name=""/>
          <p:cNvSpPr/>
          <p:nvPr/>
        </p:nvSpPr>
        <p:spPr>
          <a:xfrm>
            <a:off x="533160" y="4352760"/>
            <a:ext cx="1657800" cy="9720"/>
          </a:xfrm>
          <a:custGeom>
            <a:avLst/>
            <a:gdLst/>
            <a:ahLst/>
            <a:rect l="0" t="0" r="r" b="b"/>
            <a:pathLst>
              <a:path w="4605" h="27">
                <a:moveTo>
                  <a:pt x="0" y="0"/>
                </a:moveTo>
                <a:lnTo>
                  <a:pt x="4605" y="0"/>
                </a:lnTo>
                <a:lnTo>
                  <a:pt x="460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89" name=""/>
          <p:cNvSpPr/>
          <p:nvPr/>
        </p:nvSpPr>
        <p:spPr>
          <a:xfrm>
            <a:off x="2190600" y="4352760"/>
            <a:ext cx="1162440" cy="9720"/>
          </a:xfrm>
          <a:custGeom>
            <a:avLst/>
            <a:gdLst/>
            <a:ahLst/>
            <a:rect l="0" t="0" r="r" b="b"/>
            <a:pathLst>
              <a:path w="3229" h="27">
                <a:moveTo>
                  <a:pt x="0" y="0"/>
                </a:moveTo>
                <a:lnTo>
                  <a:pt x="3229" y="0"/>
                </a:lnTo>
                <a:lnTo>
                  <a:pt x="3229"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90" name=""/>
          <p:cNvSpPr/>
          <p:nvPr/>
        </p:nvSpPr>
        <p:spPr>
          <a:xfrm>
            <a:off x="3352680" y="4352760"/>
            <a:ext cx="1391040" cy="9720"/>
          </a:xfrm>
          <a:custGeom>
            <a:avLst/>
            <a:gdLst/>
            <a:ahLst/>
            <a:rect l="0" t="0" r="r" b="b"/>
            <a:pathLst>
              <a:path w="3864" h="27">
                <a:moveTo>
                  <a:pt x="0" y="0"/>
                </a:moveTo>
                <a:lnTo>
                  <a:pt x="3864" y="0"/>
                </a:lnTo>
                <a:lnTo>
                  <a:pt x="386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91" name=""/>
          <p:cNvSpPr/>
          <p:nvPr/>
        </p:nvSpPr>
        <p:spPr>
          <a:xfrm>
            <a:off x="533160" y="43621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92" name=""/>
          <p:cNvSpPr/>
          <p:nvPr/>
        </p:nvSpPr>
        <p:spPr>
          <a:xfrm>
            <a:off x="2180880" y="43621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93" name=""/>
          <p:cNvSpPr/>
          <p:nvPr/>
        </p:nvSpPr>
        <p:spPr>
          <a:xfrm>
            <a:off x="3342960" y="43621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94" name=""/>
          <p:cNvSpPr/>
          <p:nvPr/>
        </p:nvSpPr>
        <p:spPr>
          <a:xfrm>
            <a:off x="4733640" y="43621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95" name=""/>
          <p:cNvSpPr/>
          <p:nvPr/>
        </p:nvSpPr>
        <p:spPr>
          <a:xfrm>
            <a:off x="533160" y="47433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96" name=""/>
          <p:cNvSpPr/>
          <p:nvPr/>
        </p:nvSpPr>
        <p:spPr>
          <a:xfrm>
            <a:off x="533160" y="4733640"/>
            <a:ext cx="1657800" cy="10080"/>
          </a:xfrm>
          <a:custGeom>
            <a:avLst/>
            <a:gdLst/>
            <a:ahLst/>
            <a:rect l="0" t="0" r="r" b="b"/>
            <a:pathLst>
              <a:path w="4605" h="28">
                <a:moveTo>
                  <a:pt x="0" y="0"/>
                </a:moveTo>
                <a:lnTo>
                  <a:pt x="4605" y="0"/>
                </a:lnTo>
                <a:lnTo>
                  <a:pt x="4605"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97" name=""/>
          <p:cNvSpPr/>
          <p:nvPr/>
        </p:nvSpPr>
        <p:spPr>
          <a:xfrm>
            <a:off x="2180880" y="47433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98" name=""/>
          <p:cNvSpPr/>
          <p:nvPr/>
        </p:nvSpPr>
        <p:spPr>
          <a:xfrm>
            <a:off x="2190600" y="4733640"/>
            <a:ext cx="1162440" cy="10080"/>
          </a:xfrm>
          <a:custGeom>
            <a:avLst/>
            <a:gdLst/>
            <a:ahLst/>
            <a:rect l="0" t="0" r="r" b="b"/>
            <a:pathLst>
              <a:path w="3229" h="28">
                <a:moveTo>
                  <a:pt x="0" y="0"/>
                </a:moveTo>
                <a:lnTo>
                  <a:pt x="3229" y="0"/>
                </a:lnTo>
                <a:lnTo>
                  <a:pt x="3229"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199" name=""/>
          <p:cNvSpPr/>
          <p:nvPr/>
        </p:nvSpPr>
        <p:spPr>
          <a:xfrm>
            <a:off x="3342960" y="47433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00" name=""/>
          <p:cNvSpPr/>
          <p:nvPr/>
        </p:nvSpPr>
        <p:spPr>
          <a:xfrm>
            <a:off x="3352680" y="4733640"/>
            <a:ext cx="1391040" cy="10080"/>
          </a:xfrm>
          <a:custGeom>
            <a:avLst/>
            <a:gdLst/>
            <a:ahLst/>
            <a:rect l="0" t="0" r="r" b="b"/>
            <a:pathLst>
              <a:path w="3864" h="28">
                <a:moveTo>
                  <a:pt x="0" y="0"/>
                </a:moveTo>
                <a:lnTo>
                  <a:pt x="3864" y="0"/>
                </a:lnTo>
                <a:lnTo>
                  <a:pt x="3864"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01" name=""/>
          <p:cNvSpPr/>
          <p:nvPr/>
        </p:nvSpPr>
        <p:spPr>
          <a:xfrm>
            <a:off x="4733640" y="47433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02" name=""/>
          <p:cNvSpPr/>
          <p:nvPr/>
        </p:nvSpPr>
        <p:spPr>
          <a:xfrm>
            <a:off x="533160" y="5124240"/>
            <a:ext cx="10080" cy="355680"/>
          </a:xfrm>
          <a:custGeom>
            <a:avLst/>
            <a:gdLst/>
            <a:ahLst/>
            <a:rect l="0" t="0" r="r" b="b"/>
            <a:pathLst>
              <a:path w="28" h="988">
                <a:moveTo>
                  <a:pt x="12" y="961"/>
                </a:moveTo>
                <a:cubicBezTo>
                  <a:pt x="4" y="942"/>
                  <a:pt x="0" y="922"/>
                  <a:pt x="0" y="901"/>
                </a:cubicBezTo>
                <a:lnTo>
                  <a:pt x="0" y="0"/>
                </a:lnTo>
                <a:lnTo>
                  <a:pt x="28" y="0"/>
                </a:lnTo>
                <a:lnTo>
                  <a:pt x="28" y="988"/>
                </a:lnTo>
                <a:cubicBezTo>
                  <a:pt x="22" y="980"/>
                  <a:pt x="17" y="971"/>
                  <a:pt x="12" y="961"/>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03" name=""/>
          <p:cNvSpPr/>
          <p:nvPr/>
        </p:nvSpPr>
        <p:spPr>
          <a:xfrm>
            <a:off x="533160" y="5114880"/>
            <a:ext cx="1657800" cy="9720"/>
          </a:xfrm>
          <a:custGeom>
            <a:avLst/>
            <a:gdLst/>
            <a:ahLst/>
            <a:rect l="0" t="0" r="r" b="b"/>
            <a:pathLst>
              <a:path w="4605" h="27">
                <a:moveTo>
                  <a:pt x="0" y="0"/>
                </a:moveTo>
                <a:lnTo>
                  <a:pt x="4605" y="0"/>
                </a:lnTo>
                <a:lnTo>
                  <a:pt x="460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04" name=""/>
          <p:cNvSpPr/>
          <p:nvPr/>
        </p:nvSpPr>
        <p:spPr>
          <a:xfrm>
            <a:off x="2180880" y="512424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05" name=""/>
          <p:cNvSpPr/>
          <p:nvPr/>
        </p:nvSpPr>
        <p:spPr>
          <a:xfrm>
            <a:off x="2190600" y="5114880"/>
            <a:ext cx="1162440" cy="9720"/>
          </a:xfrm>
          <a:custGeom>
            <a:avLst/>
            <a:gdLst/>
            <a:ahLst/>
            <a:rect l="0" t="0" r="r" b="b"/>
            <a:pathLst>
              <a:path w="3229" h="27">
                <a:moveTo>
                  <a:pt x="0" y="0"/>
                </a:moveTo>
                <a:lnTo>
                  <a:pt x="3229" y="0"/>
                </a:lnTo>
                <a:lnTo>
                  <a:pt x="3229"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06" name=""/>
          <p:cNvSpPr/>
          <p:nvPr/>
        </p:nvSpPr>
        <p:spPr>
          <a:xfrm>
            <a:off x="3342960" y="512424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07" name=""/>
          <p:cNvSpPr/>
          <p:nvPr/>
        </p:nvSpPr>
        <p:spPr>
          <a:xfrm>
            <a:off x="3352680" y="5114880"/>
            <a:ext cx="1391040" cy="9720"/>
          </a:xfrm>
          <a:custGeom>
            <a:avLst/>
            <a:gdLst/>
            <a:ahLst/>
            <a:rect l="0" t="0" r="r" b="b"/>
            <a:pathLst>
              <a:path w="3864" h="27">
                <a:moveTo>
                  <a:pt x="0" y="0"/>
                </a:moveTo>
                <a:lnTo>
                  <a:pt x="3864" y="0"/>
                </a:lnTo>
                <a:lnTo>
                  <a:pt x="386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08" name=""/>
          <p:cNvSpPr/>
          <p:nvPr/>
        </p:nvSpPr>
        <p:spPr>
          <a:xfrm>
            <a:off x="4733640" y="512424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09" name=""/>
          <p:cNvSpPr/>
          <p:nvPr/>
        </p:nvSpPr>
        <p:spPr>
          <a:xfrm>
            <a:off x="558720" y="5495760"/>
            <a:ext cx="1632240" cy="9720"/>
          </a:xfrm>
          <a:custGeom>
            <a:avLst/>
            <a:gdLst/>
            <a:ahLst/>
            <a:rect l="0" t="0" r="r" b="b"/>
            <a:pathLst>
              <a:path w="4534" h="27">
                <a:moveTo>
                  <a:pt x="88" y="27"/>
                </a:moveTo>
                <a:cubicBezTo>
                  <a:pt x="67" y="27"/>
                  <a:pt x="47" y="23"/>
                  <a:pt x="27" y="15"/>
                </a:cubicBezTo>
                <a:cubicBezTo>
                  <a:pt x="18" y="11"/>
                  <a:pt x="9" y="6"/>
                  <a:pt x="0" y="0"/>
                </a:cubicBezTo>
                <a:lnTo>
                  <a:pt x="4534" y="0"/>
                </a:lnTo>
                <a:lnTo>
                  <a:pt x="4534" y="27"/>
                </a:lnTo>
                <a:lnTo>
                  <a:pt x="88"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10" name=""/>
          <p:cNvSpPr/>
          <p:nvPr/>
        </p:nvSpPr>
        <p:spPr>
          <a:xfrm>
            <a:off x="2190600" y="5495760"/>
            <a:ext cx="1162440" cy="9720"/>
          </a:xfrm>
          <a:custGeom>
            <a:avLst/>
            <a:gdLst/>
            <a:ahLst/>
            <a:rect l="0" t="0" r="r" b="b"/>
            <a:pathLst>
              <a:path w="3229" h="27">
                <a:moveTo>
                  <a:pt x="0" y="27"/>
                </a:moveTo>
                <a:lnTo>
                  <a:pt x="0" y="0"/>
                </a:lnTo>
                <a:lnTo>
                  <a:pt x="3229" y="0"/>
                </a:lnTo>
                <a:lnTo>
                  <a:pt x="3229"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11" name=""/>
          <p:cNvSpPr/>
          <p:nvPr/>
        </p:nvSpPr>
        <p:spPr>
          <a:xfrm>
            <a:off x="3352680" y="5495760"/>
            <a:ext cx="1391040" cy="9720"/>
          </a:xfrm>
          <a:custGeom>
            <a:avLst/>
            <a:gdLst/>
            <a:ahLst/>
            <a:rect l="0" t="0" r="r" b="b"/>
            <a:pathLst>
              <a:path w="3864" h="27">
                <a:moveTo>
                  <a:pt x="0" y="27"/>
                </a:moveTo>
                <a:lnTo>
                  <a:pt x="0" y="0"/>
                </a:lnTo>
                <a:lnTo>
                  <a:pt x="3864" y="0"/>
                </a:lnTo>
                <a:lnTo>
                  <a:pt x="3864"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12" name=""/>
          <p:cNvSpPr/>
          <p:nvPr/>
        </p:nvSpPr>
        <p:spPr>
          <a:xfrm>
            <a:off x="618840" y="14284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59"/>
                  <a:pt x="6" y="49"/>
                </a:cubicBezTo>
                <a:cubicBezTo>
                  <a:pt x="10" y="40"/>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40"/>
                  <a:pt x="154" y="49"/>
                </a:cubicBezTo>
                <a:cubicBezTo>
                  <a:pt x="158" y="59"/>
                  <a:pt x="160" y="70"/>
                  <a:pt x="160"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13" name=""/>
          <p:cNvSpPr txBox="1"/>
          <p:nvPr/>
        </p:nvSpPr>
        <p:spPr>
          <a:xfrm>
            <a:off x="533520" y="493560"/>
            <a:ext cx="685872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農業気象データによる太陽光発電量予測</a:t>
            </a:r>
            <a:endParaRPr lang="en-US" sz="3000" b="0" u="none" strike="noStrike">
              <a:solidFill>
                <a:srgbClr val="000000"/>
              </a:solidFill>
              <a:effectLst/>
              <a:uFillTx/>
              <a:latin typeface="游明朝体"/>
            </a:endParaRPr>
          </a:p>
        </p:txBody>
      </p:sp>
      <p:sp>
        <p:nvSpPr>
          <p:cNvPr id="2214" name=""/>
          <p:cNvSpPr txBox="1"/>
          <p:nvPr/>
        </p:nvSpPr>
        <p:spPr>
          <a:xfrm>
            <a:off x="799920" y="1342080"/>
            <a:ext cx="3810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農研機構メッシュ農業気象データシステム（</a:t>
            </a:r>
            <a:endParaRPr lang="en-US" sz="1500" b="0" u="none" strike="noStrike">
              <a:solidFill>
                <a:srgbClr val="000000"/>
              </a:solidFill>
              <a:effectLst/>
              <a:uFillTx/>
              <a:latin typeface="游明朝体"/>
            </a:endParaRPr>
          </a:p>
        </p:txBody>
      </p:sp>
      <p:sp>
        <p:nvSpPr>
          <p:cNvPr id="2215" name=""/>
          <p:cNvSpPr txBox="1"/>
          <p:nvPr/>
        </p:nvSpPr>
        <p:spPr>
          <a:xfrm>
            <a:off x="4589280" y="1333080"/>
            <a:ext cx="8157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AMGSDS</a:t>
            </a:r>
            <a:endParaRPr lang="en-US" sz="1500" b="0" u="none" strike="noStrike">
              <a:solidFill>
                <a:srgbClr val="000000"/>
              </a:solidFill>
              <a:effectLst/>
              <a:uFillTx/>
              <a:latin typeface="游明朝体"/>
            </a:endParaRPr>
          </a:p>
        </p:txBody>
      </p:sp>
      <p:sp>
        <p:nvSpPr>
          <p:cNvPr id="2216" name=""/>
          <p:cNvSpPr txBox="1"/>
          <p:nvPr/>
        </p:nvSpPr>
        <p:spPr>
          <a:xfrm>
            <a:off x="5403960" y="134208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2217" name=""/>
          <p:cNvSpPr txBox="1"/>
          <p:nvPr/>
        </p:nvSpPr>
        <p:spPr>
          <a:xfrm>
            <a:off x="5594760" y="13330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2218" name=""/>
          <p:cNvSpPr txBox="1"/>
          <p:nvPr/>
        </p:nvSpPr>
        <p:spPr>
          <a:xfrm>
            <a:off x="5700600" y="134208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全</a:t>
            </a:r>
            <a:endParaRPr lang="en-US" sz="1500" b="0" u="none" strike="noStrike">
              <a:solidFill>
                <a:srgbClr val="000000"/>
              </a:solidFill>
              <a:effectLst/>
              <a:uFillTx/>
              <a:latin typeface="游明朝体"/>
            </a:endParaRPr>
          </a:p>
        </p:txBody>
      </p:sp>
      <p:sp>
        <p:nvSpPr>
          <p:cNvPr id="2219" name=""/>
          <p:cNvSpPr/>
          <p:nvPr/>
        </p:nvSpPr>
        <p:spPr>
          <a:xfrm>
            <a:off x="618840" y="2162160"/>
            <a:ext cx="57600" cy="57240"/>
          </a:xfrm>
          <a:custGeom>
            <a:avLst/>
            <a:gdLst/>
            <a:ahLst/>
            <a:rect l="0" t="0" r="r" b="b"/>
            <a:pathLst>
              <a:path w="160" h="159">
                <a:moveTo>
                  <a:pt x="160" y="80"/>
                </a:moveTo>
                <a:cubicBezTo>
                  <a:pt x="160" y="90"/>
                  <a:pt x="158" y="101"/>
                  <a:pt x="154" y="110"/>
                </a:cubicBezTo>
                <a:cubicBezTo>
                  <a:pt x="150" y="120"/>
                  <a:pt x="144" y="129"/>
                  <a:pt x="137" y="136"/>
                </a:cubicBezTo>
                <a:cubicBezTo>
                  <a:pt x="129" y="143"/>
                  <a:pt x="121" y="149"/>
                  <a:pt x="111" y="153"/>
                </a:cubicBezTo>
                <a:cubicBezTo>
                  <a:pt x="101" y="157"/>
                  <a:pt x="90" y="159"/>
                  <a:pt x="80" y="159"/>
                </a:cubicBezTo>
                <a:cubicBezTo>
                  <a:pt x="69" y="159"/>
                  <a:pt x="59" y="157"/>
                  <a:pt x="49" y="153"/>
                </a:cubicBezTo>
                <a:cubicBezTo>
                  <a:pt x="40" y="149"/>
                  <a:pt x="31" y="143"/>
                  <a:pt x="24" y="136"/>
                </a:cubicBezTo>
                <a:cubicBezTo>
                  <a:pt x="16" y="129"/>
                  <a:pt x="10" y="120"/>
                  <a:pt x="6" y="110"/>
                </a:cubicBezTo>
                <a:cubicBezTo>
                  <a:pt x="2" y="101"/>
                  <a:pt x="0" y="90"/>
                  <a:pt x="0" y="80"/>
                </a:cubicBezTo>
                <a:cubicBezTo>
                  <a:pt x="0" y="68"/>
                  <a:pt x="2" y="58"/>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8"/>
                  <a:pt x="160" y="68"/>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0" name=""/>
          <p:cNvSpPr txBox="1"/>
          <p:nvPr/>
        </p:nvSpPr>
        <p:spPr>
          <a:xfrm>
            <a:off x="799920" y="1684800"/>
            <a:ext cx="3429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国をメッシュ単位で網羅する気象データ</a:t>
            </a:r>
            <a:endParaRPr lang="en-US" sz="1500" b="0" u="none" strike="noStrike">
              <a:solidFill>
                <a:srgbClr val="000000"/>
              </a:solidFill>
              <a:effectLst/>
              <a:uFillTx/>
              <a:latin typeface="游明朝体"/>
            </a:endParaRPr>
          </a:p>
        </p:txBody>
      </p:sp>
      <p:sp>
        <p:nvSpPr>
          <p:cNvPr id="2221" name=""/>
          <p:cNvSpPr txBox="1"/>
          <p:nvPr/>
        </p:nvSpPr>
        <p:spPr>
          <a:xfrm>
            <a:off x="799920" y="2066400"/>
            <a:ext cx="5616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2222" name=""/>
          <p:cNvSpPr txBox="1"/>
          <p:nvPr/>
        </p:nvSpPr>
        <p:spPr>
          <a:xfrm>
            <a:off x="1360800" y="2075400"/>
            <a:ext cx="4572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「アメダス気象データ分析チャレンジ」の公開コード</a:t>
            </a:r>
            <a:endParaRPr lang="en-US" sz="1500" b="0" u="none" strike="noStrike">
              <a:solidFill>
                <a:srgbClr val="000000"/>
              </a:solidFill>
              <a:effectLst/>
              <a:uFillTx/>
              <a:latin typeface="游明朝体"/>
            </a:endParaRPr>
          </a:p>
        </p:txBody>
      </p:sp>
      <p:sp>
        <p:nvSpPr>
          <p:cNvPr id="2223" name=""/>
          <p:cNvSpPr/>
          <p:nvPr/>
        </p:nvSpPr>
        <p:spPr>
          <a:xfrm>
            <a:off x="618840" y="2895480"/>
            <a:ext cx="57600" cy="57600"/>
          </a:xfrm>
          <a:custGeom>
            <a:avLst/>
            <a:gdLst/>
            <a:ahLst/>
            <a:rect l="0" t="0" r="r" b="b"/>
            <a:pathLst>
              <a:path w="160" h="160">
                <a:moveTo>
                  <a:pt x="160" y="79"/>
                </a:moveTo>
                <a:cubicBezTo>
                  <a:pt x="160" y="90"/>
                  <a:pt x="158" y="101"/>
                  <a:pt x="154" y="111"/>
                </a:cubicBezTo>
                <a:cubicBezTo>
                  <a:pt x="150" y="120"/>
                  <a:pt x="144" y="129"/>
                  <a:pt x="137" y="136"/>
                </a:cubicBezTo>
                <a:cubicBezTo>
                  <a:pt x="129" y="144"/>
                  <a:pt x="121" y="150"/>
                  <a:pt x="111" y="154"/>
                </a:cubicBezTo>
                <a:cubicBezTo>
                  <a:pt x="101" y="158"/>
                  <a:pt x="90" y="160"/>
                  <a:pt x="80" y="160"/>
                </a:cubicBezTo>
                <a:cubicBezTo>
                  <a:pt x="69" y="160"/>
                  <a:pt x="59" y="158"/>
                  <a:pt x="49" y="154"/>
                </a:cubicBezTo>
                <a:cubicBezTo>
                  <a:pt x="40" y="150"/>
                  <a:pt x="31" y="144"/>
                  <a:pt x="24" y="136"/>
                </a:cubicBezTo>
                <a:cubicBezTo>
                  <a:pt x="16" y="129"/>
                  <a:pt x="10" y="120"/>
                  <a:pt x="6" y="111"/>
                </a:cubicBezTo>
                <a:cubicBezTo>
                  <a:pt x="2" y="101"/>
                  <a:pt x="0" y="90"/>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24" name=""/>
          <p:cNvSpPr txBox="1"/>
          <p:nvPr/>
        </p:nvSpPr>
        <p:spPr>
          <a:xfrm>
            <a:off x="799920" y="2418480"/>
            <a:ext cx="1905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を参考にモデルを構築</a:t>
            </a:r>
            <a:endParaRPr lang="en-US" sz="1500" b="0" u="none" strike="noStrike">
              <a:solidFill>
                <a:srgbClr val="000000"/>
              </a:solidFill>
              <a:effectLst/>
              <a:uFillTx/>
              <a:latin typeface="游明朝体"/>
            </a:endParaRPr>
          </a:p>
        </p:txBody>
      </p:sp>
      <p:sp>
        <p:nvSpPr>
          <p:cNvPr id="2225" name=""/>
          <p:cNvSpPr txBox="1"/>
          <p:nvPr/>
        </p:nvSpPr>
        <p:spPr>
          <a:xfrm>
            <a:off x="799920" y="280908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説明変数</a:t>
            </a:r>
            <a:endParaRPr lang="en-US" sz="1500" b="0" u="none" strike="noStrike">
              <a:solidFill>
                <a:srgbClr val="000000"/>
              </a:solidFill>
              <a:effectLst/>
              <a:uFillTx/>
              <a:latin typeface="游明朝体"/>
            </a:endParaRPr>
          </a:p>
        </p:txBody>
      </p:sp>
      <p:sp>
        <p:nvSpPr>
          <p:cNvPr id="2226" name=""/>
          <p:cNvSpPr txBox="1"/>
          <p:nvPr/>
        </p:nvSpPr>
        <p:spPr>
          <a:xfrm>
            <a:off x="1562040" y="28000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2227" name=""/>
          <p:cNvSpPr txBox="1"/>
          <p:nvPr/>
        </p:nvSpPr>
        <p:spPr>
          <a:xfrm>
            <a:off x="1667880" y="2809080"/>
            <a:ext cx="4191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全天⽇射量・⽇照時間等の気象予報値／⽬的変数</a:t>
            </a:r>
            <a:endParaRPr lang="en-US" sz="1500" b="0" u="none" strike="noStrike">
              <a:solidFill>
                <a:srgbClr val="000000"/>
              </a:solidFill>
              <a:effectLst/>
              <a:uFillTx/>
              <a:latin typeface="游明朝体"/>
            </a:endParaRPr>
          </a:p>
        </p:txBody>
      </p:sp>
      <p:sp>
        <p:nvSpPr>
          <p:cNvPr id="2228" name=""/>
          <p:cNvSpPr txBox="1"/>
          <p:nvPr/>
        </p:nvSpPr>
        <p:spPr>
          <a:xfrm>
            <a:off x="5859000" y="28000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t>
            </a:r>
            <a:endParaRPr lang="en-US" sz="1500" b="0" u="none" strike="noStrike">
              <a:solidFill>
                <a:srgbClr val="000000"/>
              </a:solidFill>
              <a:effectLst/>
              <a:uFillTx/>
              <a:latin typeface="游明朝体"/>
            </a:endParaRPr>
          </a:p>
        </p:txBody>
      </p:sp>
      <p:sp>
        <p:nvSpPr>
          <p:cNvPr id="2229" name=""/>
          <p:cNvSpPr/>
          <p:nvPr/>
        </p:nvSpPr>
        <p:spPr>
          <a:xfrm>
            <a:off x="618840" y="3628800"/>
            <a:ext cx="57600" cy="57600"/>
          </a:xfrm>
          <a:custGeom>
            <a:avLst/>
            <a:gdLst/>
            <a:ahLst/>
            <a:rect l="0" t="0" r="r" b="b"/>
            <a:pathLst>
              <a:path w="160" h="160">
                <a:moveTo>
                  <a:pt x="160" y="79"/>
                </a:moveTo>
                <a:cubicBezTo>
                  <a:pt x="160" y="90"/>
                  <a:pt x="158" y="100"/>
                  <a:pt x="154" y="110"/>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0"/>
                </a:cubicBezTo>
                <a:cubicBezTo>
                  <a:pt x="2" y="100"/>
                  <a:pt x="0" y="90"/>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30" name=""/>
          <p:cNvSpPr txBox="1"/>
          <p:nvPr/>
        </p:nvSpPr>
        <p:spPr>
          <a:xfrm>
            <a:off x="799920" y="3151800"/>
            <a:ext cx="953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実測発電量</a:t>
            </a:r>
            <a:endParaRPr lang="en-US" sz="1500" b="0" u="none" strike="noStrike">
              <a:solidFill>
                <a:srgbClr val="000000"/>
              </a:solidFill>
              <a:effectLst/>
              <a:uFillTx/>
              <a:latin typeface="游明朝体"/>
            </a:endParaRPr>
          </a:p>
        </p:txBody>
      </p:sp>
      <p:sp>
        <p:nvSpPr>
          <p:cNvPr id="2231" name=""/>
          <p:cNvSpPr txBox="1"/>
          <p:nvPr/>
        </p:nvSpPr>
        <p:spPr>
          <a:xfrm>
            <a:off x="799920" y="354240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毎朝</a:t>
            </a:r>
            <a:endParaRPr lang="en-US" sz="1500" b="0" u="none" strike="noStrike">
              <a:solidFill>
                <a:srgbClr val="000000"/>
              </a:solidFill>
              <a:effectLst/>
              <a:uFillTx/>
              <a:latin typeface="游明朝体"/>
            </a:endParaRPr>
          </a:p>
        </p:txBody>
      </p:sp>
      <p:sp>
        <p:nvSpPr>
          <p:cNvPr id="2232" name=""/>
          <p:cNvSpPr txBox="1"/>
          <p:nvPr/>
        </p:nvSpPr>
        <p:spPr>
          <a:xfrm>
            <a:off x="1181160" y="3533400"/>
            <a:ext cx="3715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6:30</a:t>
            </a:r>
            <a:endParaRPr lang="en-US" sz="1500" b="0" u="none" strike="noStrike">
              <a:solidFill>
                <a:srgbClr val="000000"/>
              </a:solidFill>
              <a:effectLst/>
              <a:uFillTx/>
              <a:latin typeface="游明朝体"/>
            </a:endParaRPr>
          </a:p>
        </p:txBody>
      </p:sp>
      <p:sp>
        <p:nvSpPr>
          <p:cNvPr id="2233" name=""/>
          <p:cNvSpPr txBox="1"/>
          <p:nvPr/>
        </p:nvSpPr>
        <p:spPr>
          <a:xfrm>
            <a:off x="1551960" y="3542400"/>
            <a:ext cx="1905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に予測を⾃動更新し、</a:t>
            </a:r>
            <a:endParaRPr lang="en-US" sz="1500" b="0" u="none" strike="noStrike">
              <a:solidFill>
                <a:srgbClr val="000000"/>
              </a:solidFill>
              <a:effectLst/>
              <a:uFillTx/>
              <a:latin typeface="游明朝体"/>
            </a:endParaRPr>
          </a:p>
        </p:txBody>
      </p:sp>
      <p:sp>
        <p:nvSpPr>
          <p:cNvPr id="2234" name=""/>
          <p:cNvSpPr txBox="1"/>
          <p:nvPr/>
        </p:nvSpPr>
        <p:spPr>
          <a:xfrm>
            <a:off x="3456720" y="3533400"/>
            <a:ext cx="6570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GitHub </a:t>
            </a:r>
            <a:endParaRPr lang="en-US" sz="1500" b="0" u="none" strike="noStrike">
              <a:solidFill>
                <a:srgbClr val="000000"/>
              </a:solidFill>
              <a:effectLst/>
              <a:uFillTx/>
              <a:latin typeface="游明朝体"/>
            </a:endParaRPr>
          </a:p>
        </p:txBody>
      </p:sp>
      <p:sp>
        <p:nvSpPr>
          <p:cNvPr id="2235" name=""/>
          <p:cNvSpPr txBox="1"/>
          <p:nvPr/>
        </p:nvSpPr>
        <p:spPr>
          <a:xfrm>
            <a:off x="4113000" y="3542400"/>
            <a:ext cx="1143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で結果を確認</a:t>
            </a:r>
            <a:endParaRPr lang="en-US" sz="1500" b="0" u="none" strike="noStrike">
              <a:solidFill>
                <a:srgbClr val="000000"/>
              </a:solidFill>
              <a:effectLst/>
              <a:uFillTx/>
              <a:latin typeface="游明朝体"/>
            </a:endParaRPr>
          </a:p>
        </p:txBody>
      </p:sp>
      <p:sp>
        <p:nvSpPr>
          <p:cNvPr id="2236" name=""/>
          <p:cNvSpPr txBox="1"/>
          <p:nvPr/>
        </p:nvSpPr>
        <p:spPr>
          <a:xfrm>
            <a:off x="666720" y="4073760"/>
            <a:ext cx="512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モデル</a:t>
            </a:r>
            <a:endParaRPr lang="en-US" sz="1350" b="0" u="none" strike="noStrike">
              <a:solidFill>
                <a:srgbClr val="000000"/>
              </a:solidFill>
              <a:effectLst/>
              <a:uFillTx/>
              <a:latin typeface="游明朝体"/>
            </a:endParaRPr>
          </a:p>
        </p:txBody>
      </p:sp>
      <p:sp>
        <p:nvSpPr>
          <p:cNvPr id="2237" name=""/>
          <p:cNvSpPr txBox="1"/>
          <p:nvPr/>
        </p:nvSpPr>
        <p:spPr>
          <a:xfrm>
            <a:off x="2317680" y="4065840"/>
            <a:ext cx="19080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R²</a:t>
            </a:r>
            <a:endParaRPr lang="en-US" sz="1350" b="0" u="none" strike="noStrike">
              <a:solidFill>
                <a:srgbClr val="000000"/>
              </a:solidFill>
              <a:effectLst/>
              <a:uFillTx/>
              <a:latin typeface="游明朝体"/>
            </a:endParaRPr>
          </a:p>
        </p:txBody>
      </p:sp>
      <p:sp>
        <p:nvSpPr>
          <p:cNvPr id="2238" name=""/>
          <p:cNvSpPr txBox="1"/>
          <p:nvPr/>
        </p:nvSpPr>
        <p:spPr>
          <a:xfrm>
            <a:off x="2508840" y="4073760"/>
            <a:ext cx="17136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a:t>
            </a:r>
            <a:endParaRPr lang="en-US" sz="1350" b="0" u="none" strike="noStrike">
              <a:solidFill>
                <a:srgbClr val="000000"/>
              </a:solidFill>
              <a:effectLst/>
              <a:uFillTx/>
              <a:latin typeface="游明朝体"/>
            </a:endParaRPr>
          </a:p>
        </p:txBody>
      </p:sp>
      <p:sp>
        <p:nvSpPr>
          <p:cNvPr id="2239" name=""/>
          <p:cNvSpPr txBox="1"/>
          <p:nvPr/>
        </p:nvSpPr>
        <p:spPr>
          <a:xfrm>
            <a:off x="2680200" y="4065840"/>
            <a:ext cx="36756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OOF</a:t>
            </a:r>
            <a:endParaRPr lang="en-US" sz="1350" b="0" u="none" strike="noStrike">
              <a:solidFill>
                <a:srgbClr val="000000"/>
              </a:solidFill>
              <a:effectLst/>
              <a:uFillTx/>
              <a:latin typeface="游明朝体"/>
            </a:endParaRPr>
          </a:p>
        </p:txBody>
      </p:sp>
      <p:sp>
        <p:nvSpPr>
          <p:cNvPr id="2240" name=""/>
          <p:cNvSpPr txBox="1"/>
          <p:nvPr/>
        </p:nvSpPr>
        <p:spPr>
          <a:xfrm>
            <a:off x="3048840" y="4073760"/>
            <a:ext cx="17136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a:t>
            </a:r>
            <a:endParaRPr lang="en-US" sz="1350" b="0" u="none" strike="noStrike">
              <a:solidFill>
                <a:srgbClr val="000000"/>
              </a:solidFill>
              <a:effectLst/>
              <a:uFillTx/>
              <a:latin typeface="游明朝体"/>
            </a:endParaRPr>
          </a:p>
        </p:txBody>
      </p:sp>
      <p:sp>
        <p:nvSpPr>
          <p:cNvPr id="2241" name=""/>
          <p:cNvSpPr txBox="1"/>
          <p:nvPr/>
        </p:nvSpPr>
        <p:spPr>
          <a:xfrm>
            <a:off x="3477240" y="4065840"/>
            <a:ext cx="90468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MAE (kWh/</a:t>
            </a:r>
            <a:endParaRPr lang="en-US" sz="1350" b="0" u="none" strike="noStrike">
              <a:solidFill>
                <a:srgbClr val="000000"/>
              </a:solidFill>
              <a:effectLst/>
              <a:uFillTx/>
              <a:latin typeface="游明朝体"/>
            </a:endParaRPr>
          </a:p>
        </p:txBody>
      </p:sp>
      <p:sp>
        <p:nvSpPr>
          <p:cNvPr id="2242" name=""/>
          <p:cNvSpPr txBox="1"/>
          <p:nvPr/>
        </p:nvSpPr>
        <p:spPr>
          <a:xfrm>
            <a:off x="4385520" y="4073760"/>
            <a:ext cx="17136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a:t>
            </a:r>
            <a:endParaRPr lang="en-US" sz="1350" b="0" u="none" strike="noStrike">
              <a:solidFill>
                <a:srgbClr val="000000"/>
              </a:solidFill>
              <a:effectLst/>
              <a:uFillTx/>
              <a:latin typeface="游明朝体"/>
            </a:endParaRPr>
          </a:p>
        </p:txBody>
      </p:sp>
      <p:sp>
        <p:nvSpPr>
          <p:cNvPr id="2243" name=""/>
          <p:cNvSpPr txBox="1"/>
          <p:nvPr/>
        </p:nvSpPr>
        <p:spPr>
          <a:xfrm>
            <a:off x="4556880" y="4065840"/>
            <a:ext cx="17100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2244" name=""/>
          <p:cNvSpPr txBox="1"/>
          <p:nvPr/>
        </p:nvSpPr>
        <p:spPr>
          <a:xfrm>
            <a:off x="666720" y="4446720"/>
            <a:ext cx="125532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Random Forest</a:t>
            </a:r>
            <a:endParaRPr lang="en-US" sz="1350" b="0" u="none" strike="noStrike">
              <a:solidFill>
                <a:srgbClr val="000000"/>
              </a:solidFill>
              <a:effectLst/>
              <a:uFillTx/>
              <a:latin typeface="游明朝体"/>
            </a:endParaRPr>
          </a:p>
        </p:txBody>
      </p:sp>
      <p:sp>
        <p:nvSpPr>
          <p:cNvPr id="2245" name=""/>
          <p:cNvSpPr txBox="1"/>
          <p:nvPr/>
        </p:nvSpPr>
        <p:spPr>
          <a:xfrm>
            <a:off x="2317680" y="4446720"/>
            <a:ext cx="42768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0.846</a:t>
            </a:r>
            <a:endParaRPr lang="en-US" sz="1350" b="0" u="none" strike="noStrike">
              <a:solidFill>
                <a:srgbClr val="000000"/>
              </a:solidFill>
              <a:effectLst/>
              <a:uFillTx/>
              <a:latin typeface="游明朝体"/>
            </a:endParaRPr>
          </a:p>
        </p:txBody>
      </p:sp>
      <p:sp>
        <p:nvSpPr>
          <p:cNvPr id="2246" name=""/>
          <p:cNvSpPr txBox="1"/>
          <p:nvPr/>
        </p:nvSpPr>
        <p:spPr>
          <a:xfrm>
            <a:off x="3477240" y="4446720"/>
            <a:ext cx="33300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1.89</a:t>
            </a:r>
            <a:endParaRPr lang="en-US" sz="1350" b="0" u="none" strike="noStrike">
              <a:solidFill>
                <a:srgbClr val="000000"/>
              </a:solidFill>
              <a:effectLst/>
              <a:uFillTx/>
              <a:latin typeface="游明朝体"/>
            </a:endParaRPr>
          </a:p>
        </p:txBody>
      </p:sp>
      <p:sp>
        <p:nvSpPr>
          <p:cNvPr id="2247" name=""/>
          <p:cNvSpPr txBox="1"/>
          <p:nvPr/>
        </p:nvSpPr>
        <p:spPr>
          <a:xfrm>
            <a:off x="666720" y="4827960"/>
            <a:ext cx="13885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Gradient Boosting</a:t>
            </a:r>
            <a:endParaRPr lang="en-US" sz="1350" b="0" u="none" strike="noStrike">
              <a:solidFill>
                <a:srgbClr val="000000"/>
              </a:solidFill>
              <a:effectLst/>
              <a:uFillTx/>
              <a:latin typeface="游明朝体"/>
            </a:endParaRPr>
          </a:p>
        </p:txBody>
      </p:sp>
      <p:sp>
        <p:nvSpPr>
          <p:cNvPr id="2248" name=""/>
          <p:cNvSpPr txBox="1"/>
          <p:nvPr/>
        </p:nvSpPr>
        <p:spPr>
          <a:xfrm>
            <a:off x="2317680" y="4827960"/>
            <a:ext cx="4276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0.840</a:t>
            </a:r>
            <a:endParaRPr lang="en-US" sz="1350" b="0" u="none" strike="noStrike">
              <a:solidFill>
                <a:srgbClr val="000000"/>
              </a:solidFill>
              <a:effectLst/>
              <a:uFillTx/>
              <a:latin typeface="游明朝体"/>
            </a:endParaRPr>
          </a:p>
        </p:txBody>
      </p:sp>
      <p:sp>
        <p:nvSpPr>
          <p:cNvPr id="2249" name=""/>
          <p:cNvSpPr txBox="1"/>
          <p:nvPr/>
        </p:nvSpPr>
        <p:spPr>
          <a:xfrm>
            <a:off x="3477240" y="482796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1.93</a:t>
            </a:r>
            <a:endParaRPr lang="en-US" sz="1350" b="0" u="none" strike="noStrike">
              <a:solidFill>
                <a:srgbClr val="000000"/>
              </a:solidFill>
              <a:effectLst/>
              <a:uFillTx/>
              <a:latin typeface="游明朝体"/>
            </a:endParaRPr>
          </a:p>
        </p:txBody>
      </p:sp>
      <p:sp>
        <p:nvSpPr>
          <p:cNvPr id="2250" name=""/>
          <p:cNvSpPr txBox="1"/>
          <p:nvPr/>
        </p:nvSpPr>
        <p:spPr>
          <a:xfrm>
            <a:off x="666720" y="5208840"/>
            <a:ext cx="4939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Ridge </a:t>
            </a:r>
            <a:endParaRPr lang="en-US" sz="1350" b="0" u="none" strike="noStrike">
              <a:solidFill>
                <a:srgbClr val="000000"/>
              </a:solidFill>
              <a:effectLst/>
              <a:uFillTx/>
              <a:latin typeface="游明朝体"/>
            </a:endParaRPr>
          </a:p>
        </p:txBody>
      </p:sp>
      <p:sp>
        <p:nvSpPr>
          <p:cNvPr id="2251" name=""/>
          <p:cNvSpPr txBox="1"/>
          <p:nvPr/>
        </p:nvSpPr>
        <p:spPr>
          <a:xfrm>
            <a:off x="1162080" y="521676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回帰</a:t>
            </a:r>
            <a:endParaRPr lang="en-US" sz="1350" b="0" u="none" strike="noStrike">
              <a:solidFill>
                <a:srgbClr val="000000"/>
              </a:solidFill>
              <a:effectLst/>
              <a:uFillTx/>
              <a:latin typeface="游明朝体"/>
            </a:endParaRPr>
          </a:p>
        </p:txBody>
      </p:sp>
      <p:sp>
        <p:nvSpPr>
          <p:cNvPr id="2252" name=""/>
          <p:cNvSpPr txBox="1"/>
          <p:nvPr/>
        </p:nvSpPr>
        <p:spPr>
          <a:xfrm>
            <a:off x="2317680" y="5208840"/>
            <a:ext cx="4276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0.813</a:t>
            </a:r>
            <a:endParaRPr lang="en-US" sz="1350" b="0" u="none" strike="noStrike">
              <a:solidFill>
                <a:srgbClr val="000000"/>
              </a:solidFill>
              <a:effectLst/>
              <a:uFillTx/>
              <a:latin typeface="游明朝体"/>
            </a:endParaRPr>
          </a:p>
        </p:txBody>
      </p:sp>
      <p:sp>
        <p:nvSpPr>
          <p:cNvPr id="2253" name=""/>
          <p:cNvSpPr txBox="1"/>
          <p:nvPr/>
        </p:nvSpPr>
        <p:spPr>
          <a:xfrm>
            <a:off x="3477240" y="520884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2.14</a:t>
            </a:r>
            <a:endParaRPr lang="en-US" sz="1350" b="0" u="none" strike="noStrike">
              <a:solidFill>
                <a:srgbClr val="000000"/>
              </a:solidFill>
              <a:effectLst/>
              <a:uFillTx/>
              <a:latin typeface="游明朝体"/>
            </a:endParaRPr>
          </a:p>
        </p:txBody>
      </p:sp>
      <p:sp>
        <p:nvSpPr>
          <p:cNvPr id="2254" name=""/>
          <p:cNvSpPr txBox="1"/>
          <p:nvPr/>
        </p:nvSpPr>
        <p:spPr>
          <a:xfrm>
            <a:off x="533520" y="5685480"/>
            <a:ext cx="191160" cy="212040"/>
          </a:xfrm>
          <a:prstGeom prst="rect">
            <a:avLst/>
          </a:prstGeom>
          <a:noFill/>
          <a:ln w="0">
            <a:noFill/>
          </a:ln>
        </p:spPr>
        <p:txBody>
          <a:bodyPr wrap="none" lIns="0" tIns="0" rIns="0" bIns="0" anchor="t">
            <a:spAutoFit/>
          </a:bodyPr>
          <a:p>
            <a:pPr/>
            <a:r>
              <a:rPr lang="en-US" sz="1500" b="1" u="none" strike="noStrike">
                <a:solidFill>
                  <a:srgbClr val="EB6834"/>
                </a:solidFill>
                <a:effectLst/>
                <a:uFillTx/>
                <a:latin typeface="Arial"/>
                <a:ea typeface="Arial"/>
              </a:rPr>
              <a:t>→</a:t>
            </a:r>
            <a:endParaRPr lang="en-US" sz="1500" b="0" u="none" strike="noStrike">
              <a:solidFill>
                <a:srgbClr val="000000"/>
              </a:solidFill>
              <a:effectLst/>
              <a:uFillTx/>
              <a:latin typeface="游明朝体"/>
            </a:endParaRPr>
          </a:p>
        </p:txBody>
      </p:sp>
      <p:sp>
        <p:nvSpPr>
          <p:cNvPr id="2255" name=""/>
          <p:cNvSpPr txBox="1"/>
          <p:nvPr/>
        </p:nvSpPr>
        <p:spPr>
          <a:xfrm>
            <a:off x="723960" y="5676480"/>
            <a:ext cx="190080" cy="227520"/>
          </a:xfrm>
          <a:prstGeom prst="rect">
            <a:avLst/>
          </a:prstGeom>
          <a:noFill/>
          <a:ln w="0">
            <a:noFill/>
          </a:ln>
        </p:spPr>
        <p:txBody>
          <a:bodyPr wrap="none" lIns="0" tIns="0" rIns="0" bIns="0" anchor="t">
            <a:spAutoFit/>
          </a:bodyPr>
          <a:p>
            <a:pPr/>
            <a:r>
              <a:rPr lang="en-US" sz="1500" b="1" u="none" strike="noStrike">
                <a:solidFill>
                  <a:srgbClr val="EB6834"/>
                </a:solidFill>
                <a:effectLst/>
                <a:uFillTx/>
                <a:latin typeface="HelveticaNeue"/>
                <a:ea typeface="HelveticaNeue"/>
              </a:rPr>
              <a:t> </a:t>
            </a:r>
            <a:endParaRPr lang="en-US" sz="1500" b="0" u="none" strike="noStrike">
              <a:solidFill>
                <a:srgbClr val="000000"/>
              </a:solidFill>
              <a:effectLst/>
              <a:uFillTx/>
              <a:latin typeface="游明朝体"/>
            </a:endParaRPr>
          </a:p>
        </p:txBody>
      </p:sp>
      <p:sp>
        <p:nvSpPr>
          <p:cNvPr id="2256" name=""/>
          <p:cNvSpPr txBox="1"/>
          <p:nvPr/>
        </p:nvSpPr>
        <p:spPr>
          <a:xfrm>
            <a:off x="776880" y="5685480"/>
            <a:ext cx="362016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6"/>
                <a:ea typeface="HiraginoSans-W6"/>
              </a:rPr>
              <a:t>複数モデルを⽐較検討し、精度が最も⾼い</a:t>
            </a:r>
            <a:endParaRPr lang="en-US" sz="1500" b="0" u="none" strike="noStrike">
              <a:solidFill>
                <a:srgbClr val="000000"/>
              </a:solidFill>
              <a:effectLst/>
              <a:uFillTx/>
              <a:latin typeface="游明朝体"/>
            </a:endParaRPr>
          </a:p>
        </p:txBody>
      </p:sp>
      <p:sp>
        <p:nvSpPr>
          <p:cNvPr id="2257" name=""/>
          <p:cNvSpPr txBox="1"/>
          <p:nvPr/>
        </p:nvSpPr>
        <p:spPr>
          <a:xfrm>
            <a:off x="4386960" y="5676480"/>
            <a:ext cx="1454040" cy="227520"/>
          </a:xfrm>
          <a:prstGeom prst="rect">
            <a:avLst/>
          </a:prstGeom>
          <a:noFill/>
          <a:ln w="0">
            <a:noFill/>
          </a:ln>
        </p:spPr>
        <p:txBody>
          <a:bodyPr wrap="none" lIns="0" tIns="0" rIns="0" bIns="0" anchor="t">
            <a:spAutoFit/>
          </a:bodyPr>
          <a:p>
            <a:pPr/>
            <a:r>
              <a:rPr lang="en-US" sz="1500" b="1" u="none" strike="noStrike">
                <a:solidFill>
                  <a:srgbClr val="EB6834"/>
                </a:solidFill>
                <a:effectLst/>
                <a:uFillTx/>
                <a:latin typeface="HelveticaNeue"/>
                <a:ea typeface="HelveticaNeue"/>
              </a:rPr>
              <a:t> Random Forest</a:t>
            </a:r>
            <a:endParaRPr lang="en-US" sz="1500" b="0" u="none" strike="noStrike">
              <a:solidFill>
                <a:srgbClr val="000000"/>
              </a:solidFill>
              <a:effectLst/>
              <a:uFillTx/>
              <a:latin typeface="游明朝体"/>
            </a:endParaRPr>
          </a:p>
        </p:txBody>
      </p:sp>
      <p:pic>
        <p:nvPicPr>
          <p:cNvPr id="2258" name=""/>
          <p:cNvPicPr/>
          <p:nvPr/>
        </p:nvPicPr>
        <p:blipFill>
          <a:blip r:embed="rId7"/>
          <a:stretch/>
        </p:blipFill>
        <p:spPr>
          <a:xfrm>
            <a:off x="7496280" y="609480"/>
            <a:ext cx="2876040" cy="2856960"/>
          </a:xfrm>
          <a:prstGeom prst="rect">
            <a:avLst/>
          </a:prstGeom>
          <a:noFill/>
          <a:ln w="0">
            <a:noFill/>
          </a:ln>
        </p:spPr>
      </p:pic>
      <p:pic>
        <p:nvPicPr>
          <p:cNvPr id="2259" name=""/>
          <p:cNvPicPr/>
          <p:nvPr/>
        </p:nvPicPr>
        <p:blipFill>
          <a:blip r:embed="rId8"/>
          <a:stretch/>
        </p:blipFill>
        <p:spPr>
          <a:xfrm>
            <a:off x="6486480" y="3543120"/>
            <a:ext cx="4895640" cy="2857320"/>
          </a:xfrm>
          <a:prstGeom prst="rect">
            <a:avLst/>
          </a:prstGeom>
          <a:noFill/>
          <a:ln w="0">
            <a:noFill/>
          </a:ln>
        </p:spPr>
      </p:pic>
      <p:sp>
        <p:nvSpPr>
          <p:cNvPr id="2260" name=""/>
          <p:cNvSpPr txBox="1"/>
          <p:nvPr/>
        </p:nvSpPr>
        <p:spPr>
          <a:xfrm>
            <a:off x="533520" y="5980680"/>
            <a:ext cx="171540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6"/>
                <a:ea typeface="HiraginoSans-W6"/>
              </a:rPr>
              <a:t>を現⾏モデルに採⽤</a:t>
            </a:r>
            <a:endParaRPr lang="en-US" sz="1500" b="0" u="none" strike="noStrike">
              <a:solidFill>
                <a:srgbClr val="000000"/>
              </a:solidFill>
              <a:effectLst/>
              <a:uFillTx/>
              <a:latin typeface="游明朝体"/>
            </a:endParaRPr>
          </a:p>
        </p:txBody>
      </p:sp>
      <p:sp>
        <p:nvSpPr>
          <p:cNvPr id="2261"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15</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6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6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65"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6" name=""/>
          <p:cNvSpPr/>
          <p:nvPr/>
        </p:nvSpPr>
        <p:spPr>
          <a:xfrm>
            <a:off x="552240" y="6057720"/>
            <a:ext cx="11106360" cy="466920"/>
          </a:xfrm>
          <a:custGeom>
            <a:avLst/>
            <a:gdLst/>
            <a:ahLst/>
            <a:rect l="0" t="0" r="r" b="b"/>
            <a:pathLst>
              <a:path w="30851" h="1297">
                <a:moveTo>
                  <a:pt x="0" y="1297"/>
                </a:moveTo>
                <a:lnTo>
                  <a:pt x="0" y="0"/>
                </a:lnTo>
                <a:lnTo>
                  <a:pt x="30746" y="0"/>
                </a:lnTo>
                <a:cubicBezTo>
                  <a:pt x="30760" y="0"/>
                  <a:pt x="30773" y="3"/>
                  <a:pt x="30786" y="8"/>
                </a:cubicBezTo>
                <a:cubicBezTo>
                  <a:pt x="30799" y="13"/>
                  <a:pt x="30811" y="21"/>
                  <a:pt x="30820" y="31"/>
                </a:cubicBezTo>
                <a:cubicBezTo>
                  <a:pt x="30830" y="41"/>
                  <a:pt x="30838" y="52"/>
                  <a:pt x="30843" y="65"/>
                </a:cubicBezTo>
                <a:cubicBezTo>
                  <a:pt x="30849" y="78"/>
                  <a:pt x="30851" y="92"/>
                  <a:pt x="30851" y="106"/>
                </a:cubicBezTo>
                <a:lnTo>
                  <a:pt x="30851" y="1192"/>
                </a:lnTo>
                <a:cubicBezTo>
                  <a:pt x="30851" y="1206"/>
                  <a:pt x="30849" y="1219"/>
                  <a:pt x="30843" y="1232"/>
                </a:cubicBezTo>
                <a:cubicBezTo>
                  <a:pt x="30838" y="1245"/>
                  <a:pt x="30830" y="1257"/>
                  <a:pt x="30820" y="1266"/>
                </a:cubicBezTo>
                <a:cubicBezTo>
                  <a:pt x="30811" y="1276"/>
                  <a:pt x="30799" y="1284"/>
                  <a:pt x="30786" y="1289"/>
                </a:cubicBezTo>
                <a:cubicBezTo>
                  <a:pt x="30773" y="1295"/>
                  <a:pt x="30760" y="1297"/>
                  <a:pt x="30746" y="1297"/>
                </a:cubicBezTo>
                <a:lnTo>
                  <a:pt x="0" y="1297"/>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67" name=""/>
          <p:cNvSpPr/>
          <p:nvPr/>
        </p:nvSpPr>
        <p:spPr>
          <a:xfrm>
            <a:off x="533160" y="6057720"/>
            <a:ext cx="38520" cy="466920"/>
          </a:xfrm>
          <a:custGeom>
            <a:avLst/>
            <a:gdLst/>
            <a:ahLst/>
            <a:rect l="0" t="0" r="r" b="b"/>
            <a:pathLst>
              <a:path w="107" h="1297">
                <a:moveTo>
                  <a:pt x="0" y="0"/>
                </a:moveTo>
                <a:lnTo>
                  <a:pt x="107" y="0"/>
                </a:lnTo>
                <a:lnTo>
                  <a:pt x="107" y="1297"/>
                </a:lnTo>
                <a:lnTo>
                  <a:pt x="0" y="1297"/>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268" name=""/>
          <p:cNvSpPr txBox="1"/>
          <p:nvPr/>
        </p:nvSpPr>
        <p:spPr>
          <a:xfrm>
            <a:off x="533520" y="475560"/>
            <a:ext cx="273024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ml_forecast — </a:t>
            </a:r>
            <a:endParaRPr lang="en-US" sz="3000" b="0" u="none" strike="noStrike">
              <a:solidFill>
                <a:srgbClr val="000000"/>
              </a:solidFill>
              <a:effectLst/>
              <a:uFillTx/>
              <a:latin typeface="游明朝体"/>
            </a:endParaRPr>
          </a:p>
        </p:txBody>
      </p:sp>
      <p:sp>
        <p:nvSpPr>
          <p:cNvPr id="2269" name=""/>
          <p:cNvSpPr txBox="1"/>
          <p:nvPr/>
        </p:nvSpPr>
        <p:spPr>
          <a:xfrm>
            <a:off x="3256200" y="493560"/>
            <a:ext cx="3048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⾃宅太陽光発電量</a:t>
            </a:r>
            <a:endParaRPr lang="en-US" sz="3000" b="0" u="none" strike="noStrike">
              <a:solidFill>
                <a:srgbClr val="000000"/>
              </a:solidFill>
              <a:effectLst/>
              <a:uFillTx/>
              <a:latin typeface="游明朝体"/>
            </a:endParaRPr>
          </a:p>
        </p:txBody>
      </p:sp>
      <p:sp>
        <p:nvSpPr>
          <p:cNvPr id="2270" name=""/>
          <p:cNvSpPr txBox="1"/>
          <p:nvPr/>
        </p:nvSpPr>
        <p:spPr>
          <a:xfrm>
            <a:off x="6303960" y="475560"/>
            <a:ext cx="38052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 </a:t>
            </a:r>
            <a:endParaRPr lang="en-US" sz="3000" b="0" u="none" strike="noStrike">
              <a:solidFill>
                <a:srgbClr val="000000"/>
              </a:solidFill>
              <a:effectLst/>
              <a:uFillTx/>
              <a:latin typeface="游明朝体"/>
            </a:endParaRPr>
          </a:p>
        </p:txBody>
      </p:sp>
      <p:sp>
        <p:nvSpPr>
          <p:cNvPr id="2271" name=""/>
          <p:cNvSpPr/>
          <p:nvPr/>
        </p:nvSpPr>
        <p:spPr>
          <a:xfrm>
            <a:off x="542880" y="2761920"/>
            <a:ext cx="952560" cy="381600"/>
          </a:xfrm>
          <a:custGeom>
            <a:avLst/>
            <a:gdLst/>
            <a:ahLst/>
            <a:rect l="0" t="0" r="r" b="b"/>
            <a:pathLst>
              <a:path w="2646" h="1060">
                <a:moveTo>
                  <a:pt x="20" y="47"/>
                </a:moveTo>
                <a:cubicBezTo>
                  <a:pt x="35" y="32"/>
                  <a:pt x="52" y="21"/>
                  <a:pt x="71" y="12"/>
                </a:cubicBezTo>
                <a:cubicBezTo>
                  <a:pt x="91" y="4"/>
                  <a:pt x="111" y="0"/>
                  <a:pt x="132" y="0"/>
                </a:cubicBezTo>
                <a:lnTo>
                  <a:pt x="2646" y="0"/>
                </a:lnTo>
                <a:lnTo>
                  <a:pt x="2646" y="1060"/>
                </a:lnTo>
                <a:lnTo>
                  <a:pt x="0" y="1060"/>
                </a:lnTo>
                <a:lnTo>
                  <a:pt x="0" y="71"/>
                </a:lnTo>
                <a:cubicBezTo>
                  <a:pt x="5" y="63"/>
                  <a:pt x="12" y="54"/>
                  <a:pt x="20" y="47"/>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72" name=""/>
          <p:cNvSpPr/>
          <p:nvPr/>
        </p:nvSpPr>
        <p:spPr>
          <a:xfrm>
            <a:off x="1495080" y="2761920"/>
            <a:ext cx="619560" cy="381600"/>
          </a:xfrm>
          <a:custGeom>
            <a:avLst/>
            <a:gdLst/>
            <a:ahLst/>
            <a:rect l="0" t="0" r="r" b="b"/>
            <a:pathLst>
              <a:path w="1721" h="1060">
                <a:moveTo>
                  <a:pt x="0" y="0"/>
                </a:moveTo>
                <a:lnTo>
                  <a:pt x="1721" y="0"/>
                </a:lnTo>
                <a:lnTo>
                  <a:pt x="1721"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73" name=""/>
          <p:cNvSpPr/>
          <p:nvPr/>
        </p:nvSpPr>
        <p:spPr>
          <a:xfrm>
            <a:off x="2114280" y="2761920"/>
            <a:ext cx="771840" cy="381600"/>
          </a:xfrm>
          <a:custGeom>
            <a:avLst/>
            <a:gdLst/>
            <a:ahLst/>
            <a:rect l="0" t="0" r="r" b="b"/>
            <a:pathLst>
              <a:path w="2144" h="1060">
                <a:moveTo>
                  <a:pt x="0" y="0"/>
                </a:moveTo>
                <a:lnTo>
                  <a:pt x="2144" y="0"/>
                </a:lnTo>
                <a:lnTo>
                  <a:pt x="2144"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74" name=""/>
          <p:cNvSpPr/>
          <p:nvPr/>
        </p:nvSpPr>
        <p:spPr>
          <a:xfrm>
            <a:off x="2885760" y="2761920"/>
            <a:ext cx="610200" cy="381600"/>
          </a:xfrm>
          <a:custGeom>
            <a:avLst/>
            <a:gdLst/>
            <a:ahLst/>
            <a:rect l="0" t="0" r="r" b="b"/>
            <a:pathLst>
              <a:path w="1695" h="1060">
                <a:moveTo>
                  <a:pt x="0" y="0"/>
                </a:moveTo>
                <a:lnTo>
                  <a:pt x="1695" y="0"/>
                </a:lnTo>
                <a:lnTo>
                  <a:pt x="1695"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75" name=""/>
          <p:cNvSpPr/>
          <p:nvPr/>
        </p:nvSpPr>
        <p:spPr>
          <a:xfrm>
            <a:off x="3495600" y="2761920"/>
            <a:ext cx="600480" cy="381600"/>
          </a:xfrm>
          <a:custGeom>
            <a:avLst/>
            <a:gdLst/>
            <a:ahLst/>
            <a:rect l="0" t="0" r="r" b="b"/>
            <a:pathLst>
              <a:path w="1668" h="1060">
                <a:moveTo>
                  <a:pt x="0" y="0"/>
                </a:moveTo>
                <a:lnTo>
                  <a:pt x="1668" y="0"/>
                </a:lnTo>
                <a:lnTo>
                  <a:pt x="1668"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76" name=""/>
          <p:cNvSpPr/>
          <p:nvPr/>
        </p:nvSpPr>
        <p:spPr>
          <a:xfrm>
            <a:off x="4095720" y="2761920"/>
            <a:ext cx="590760" cy="381600"/>
          </a:xfrm>
          <a:custGeom>
            <a:avLst/>
            <a:gdLst/>
            <a:ahLst/>
            <a:rect l="0" t="0" r="r" b="b"/>
            <a:pathLst>
              <a:path w="1641" h="1060">
                <a:moveTo>
                  <a:pt x="0" y="0"/>
                </a:moveTo>
                <a:lnTo>
                  <a:pt x="1641" y="0"/>
                </a:lnTo>
                <a:lnTo>
                  <a:pt x="1641"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77" name=""/>
          <p:cNvSpPr/>
          <p:nvPr/>
        </p:nvSpPr>
        <p:spPr>
          <a:xfrm>
            <a:off x="4686120" y="2761920"/>
            <a:ext cx="590760" cy="381600"/>
          </a:xfrm>
          <a:custGeom>
            <a:avLst/>
            <a:gdLst/>
            <a:ahLst/>
            <a:rect l="0" t="0" r="r" b="b"/>
            <a:pathLst>
              <a:path w="1641" h="1060">
                <a:moveTo>
                  <a:pt x="0" y="0"/>
                </a:moveTo>
                <a:lnTo>
                  <a:pt x="1641" y="0"/>
                </a:lnTo>
                <a:lnTo>
                  <a:pt x="1641"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pic>
        <p:nvPicPr>
          <p:cNvPr id="2278" name=""/>
          <p:cNvPicPr/>
          <p:nvPr/>
        </p:nvPicPr>
        <p:blipFill>
          <a:blip r:embed="rId1"/>
          <a:stretch/>
        </p:blipFill>
        <p:spPr>
          <a:xfrm>
            <a:off x="533520" y="2755800"/>
            <a:ext cx="5447880" cy="2311200"/>
          </a:xfrm>
          <a:prstGeom prst="rect">
            <a:avLst/>
          </a:prstGeom>
          <a:noFill/>
          <a:ln w="0">
            <a:noFill/>
          </a:ln>
        </p:spPr>
      </p:pic>
      <p:pic>
        <p:nvPicPr>
          <p:cNvPr id="2279" name=""/>
          <p:cNvPicPr/>
          <p:nvPr/>
        </p:nvPicPr>
        <p:blipFill>
          <a:blip r:embed="rId2"/>
          <a:stretch/>
        </p:blipFill>
        <p:spPr>
          <a:xfrm>
            <a:off x="533520" y="2755800"/>
            <a:ext cx="5447880" cy="2311200"/>
          </a:xfrm>
          <a:prstGeom prst="rect">
            <a:avLst/>
          </a:prstGeom>
          <a:noFill/>
          <a:ln w="0">
            <a:noFill/>
          </a:ln>
        </p:spPr>
      </p:pic>
      <p:pic>
        <p:nvPicPr>
          <p:cNvPr id="2280" name=""/>
          <p:cNvPicPr/>
          <p:nvPr/>
        </p:nvPicPr>
        <p:blipFill>
          <a:blip r:embed="rId3"/>
          <a:stretch/>
        </p:blipFill>
        <p:spPr>
          <a:xfrm>
            <a:off x="533520" y="2755800"/>
            <a:ext cx="5447880" cy="2311200"/>
          </a:xfrm>
          <a:prstGeom prst="rect">
            <a:avLst/>
          </a:prstGeom>
          <a:noFill/>
          <a:ln w="0">
            <a:noFill/>
          </a:ln>
        </p:spPr>
      </p:pic>
      <p:pic>
        <p:nvPicPr>
          <p:cNvPr id="2281" name=""/>
          <p:cNvPicPr/>
          <p:nvPr/>
        </p:nvPicPr>
        <p:blipFill>
          <a:blip r:embed="rId4"/>
          <a:stretch/>
        </p:blipFill>
        <p:spPr>
          <a:xfrm>
            <a:off x="533520" y="2755800"/>
            <a:ext cx="5447880" cy="2311200"/>
          </a:xfrm>
          <a:prstGeom prst="rect">
            <a:avLst/>
          </a:prstGeom>
          <a:noFill/>
          <a:ln w="0">
            <a:noFill/>
          </a:ln>
        </p:spPr>
      </p:pic>
      <p:pic>
        <p:nvPicPr>
          <p:cNvPr id="2282" name=""/>
          <p:cNvPicPr/>
          <p:nvPr/>
        </p:nvPicPr>
        <p:blipFill>
          <a:blip r:embed="rId5"/>
          <a:stretch/>
        </p:blipFill>
        <p:spPr>
          <a:xfrm>
            <a:off x="533520" y="2755800"/>
            <a:ext cx="5447880" cy="2311200"/>
          </a:xfrm>
          <a:prstGeom prst="rect">
            <a:avLst/>
          </a:prstGeom>
          <a:noFill/>
          <a:ln w="0">
            <a:noFill/>
          </a:ln>
        </p:spPr>
      </p:pic>
      <p:pic>
        <p:nvPicPr>
          <p:cNvPr id="2283" name=""/>
          <p:cNvPicPr/>
          <p:nvPr/>
        </p:nvPicPr>
        <p:blipFill>
          <a:blip r:embed="rId6"/>
          <a:stretch/>
        </p:blipFill>
        <p:spPr>
          <a:xfrm>
            <a:off x="533520" y="2755800"/>
            <a:ext cx="5447880" cy="2311200"/>
          </a:xfrm>
          <a:prstGeom prst="rect">
            <a:avLst/>
          </a:prstGeom>
          <a:noFill/>
          <a:ln w="0">
            <a:noFill/>
          </a:ln>
        </p:spPr>
      </p:pic>
      <p:pic>
        <p:nvPicPr>
          <p:cNvPr id="2284" name=""/>
          <p:cNvPicPr/>
          <p:nvPr/>
        </p:nvPicPr>
        <p:blipFill>
          <a:blip r:embed="rId7"/>
          <a:stretch/>
        </p:blipFill>
        <p:spPr>
          <a:xfrm>
            <a:off x="533520" y="2755800"/>
            <a:ext cx="5447880" cy="2311200"/>
          </a:xfrm>
          <a:prstGeom prst="rect">
            <a:avLst/>
          </a:prstGeom>
          <a:noFill/>
          <a:ln w="0">
            <a:noFill/>
          </a:ln>
        </p:spPr>
      </p:pic>
      <p:sp>
        <p:nvSpPr>
          <p:cNvPr id="2285" name=""/>
          <p:cNvSpPr/>
          <p:nvPr/>
        </p:nvSpPr>
        <p:spPr>
          <a:xfrm>
            <a:off x="542880" y="3143160"/>
            <a:ext cx="952560" cy="381240"/>
          </a:xfrm>
          <a:custGeom>
            <a:avLst/>
            <a:gdLst/>
            <a:ahLst/>
            <a:rect l="0" t="0" r="r" b="b"/>
            <a:pathLst>
              <a:path w="2646" h="1059">
                <a:moveTo>
                  <a:pt x="0" y="0"/>
                </a:moveTo>
                <a:lnTo>
                  <a:pt x="2646" y="0"/>
                </a:lnTo>
                <a:lnTo>
                  <a:pt x="2646"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86" name=""/>
          <p:cNvSpPr/>
          <p:nvPr/>
        </p:nvSpPr>
        <p:spPr>
          <a:xfrm>
            <a:off x="1495080" y="314316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87" name=""/>
          <p:cNvSpPr/>
          <p:nvPr/>
        </p:nvSpPr>
        <p:spPr>
          <a:xfrm>
            <a:off x="2114280" y="314316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88" name=""/>
          <p:cNvSpPr/>
          <p:nvPr/>
        </p:nvSpPr>
        <p:spPr>
          <a:xfrm>
            <a:off x="2885760" y="314316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89" name=""/>
          <p:cNvSpPr/>
          <p:nvPr/>
        </p:nvSpPr>
        <p:spPr>
          <a:xfrm>
            <a:off x="3495600" y="314316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90" name=""/>
          <p:cNvSpPr/>
          <p:nvPr/>
        </p:nvSpPr>
        <p:spPr>
          <a:xfrm>
            <a:off x="4095720" y="314316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91" name=""/>
          <p:cNvSpPr/>
          <p:nvPr/>
        </p:nvSpPr>
        <p:spPr>
          <a:xfrm>
            <a:off x="4686120" y="314316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92" name=""/>
          <p:cNvSpPr/>
          <p:nvPr/>
        </p:nvSpPr>
        <p:spPr>
          <a:xfrm>
            <a:off x="542880" y="3524040"/>
            <a:ext cx="952560" cy="381240"/>
          </a:xfrm>
          <a:custGeom>
            <a:avLst/>
            <a:gdLst/>
            <a:ahLst/>
            <a:rect l="0" t="0" r="r" b="b"/>
            <a:pathLst>
              <a:path w="2646" h="1059">
                <a:moveTo>
                  <a:pt x="0" y="0"/>
                </a:moveTo>
                <a:lnTo>
                  <a:pt x="2646" y="0"/>
                </a:lnTo>
                <a:lnTo>
                  <a:pt x="2646"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93" name=""/>
          <p:cNvSpPr/>
          <p:nvPr/>
        </p:nvSpPr>
        <p:spPr>
          <a:xfrm>
            <a:off x="1495080" y="352404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94" name=""/>
          <p:cNvSpPr/>
          <p:nvPr/>
        </p:nvSpPr>
        <p:spPr>
          <a:xfrm>
            <a:off x="2114280" y="352404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95" name=""/>
          <p:cNvSpPr/>
          <p:nvPr/>
        </p:nvSpPr>
        <p:spPr>
          <a:xfrm>
            <a:off x="2885760" y="352404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96" name=""/>
          <p:cNvSpPr/>
          <p:nvPr/>
        </p:nvSpPr>
        <p:spPr>
          <a:xfrm>
            <a:off x="3495600" y="352404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97" name=""/>
          <p:cNvSpPr/>
          <p:nvPr/>
        </p:nvSpPr>
        <p:spPr>
          <a:xfrm>
            <a:off x="4095720" y="352404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98" name=""/>
          <p:cNvSpPr/>
          <p:nvPr/>
        </p:nvSpPr>
        <p:spPr>
          <a:xfrm>
            <a:off x="4686120" y="352404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299" name=""/>
          <p:cNvSpPr/>
          <p:nvPr/>
        </p:nvSpPr>
        <p:spPr>
          <a:xfrm>
            <a:off x="542880" y="3524040"/>
            <a:ext cx="952560" cy="381240"/>
          </a:xfrm>
          <a:custGeom>
            <a:avLst/>
            <a:gdLst/>
            <a:ahLst/>
            <a:rect l="0" t="0" r="r" b="b"/>
            <a:pathLst>
              <a:path w="2646" h="1059">
                <a:moveTo>
                  <a:pt x="0" y="0"/>
                </a:moveTo>
                <a:lnTo>
                  <a:pt x="2646" y="0"/>
                </a:lnTo>
                <a:lnTo>
                  <a:pt x="2646"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00" name=""/>
          <p:cNvSpPr/>
          <p:nvPr/>
        </p:nvSpPr>
        <p:spPr>
          <a:xfrm>
            <a:off x="1495080" y="352404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01" name=""/>
          <p:cNvSpPr/>
          <p:nvPr/>
        </p:nvSpPr>
        <p:spPr>
          <a:xfrm>
            <a:off x="2114280" y="352404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02" name=""/>
          <p:cNvSpPr/>
          <p:nvPr/>
        </p:nvSpPr>
        <p:spPr>
          <a:xfrm>
            <a:off x="2885760" y="352404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03" name=""/>
          <p:cNvSpPr/>
          <p:nvPr/>
        </p:nvSpPr>
        <p:spPr>
          <a:xfrm>
            <a:off x="3495600" y="352404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04" name=""/>
          <p:cNvSpPr/>
          <p:nvPr/>
        </p:nvSpPr>
        <p:spPr>
          <a:xfrm>
            <a:off x="4095720" y="352404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05" name=""/>
          <p:cNvSpPr/>
          <p:nvPr/>
        </p:nvSpPr>
        <p:spPr>
          <a:xfrm>
            <a:off x="4686120" y="352404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06" name=""/>
          <p:cNvSpPr/>
          <p:nvPr/>
        </p:nvSpPr>
        <p:spPr>
          <a:xfrm>
            <a:off x="542880" y="3904920"/>
            <a:ext cx="952560" cy="381600"/>
          </a:xfrm>
          <a:custGeom>
            <a:avLst/>
            <a:gdLst/>
            <a:ahLst/>
            <a:rect l="0" t="0" r="r" b="b"/>
            <a:pathLst>
              <a:path w="2646" h="1060">
                <a:moveTo>
                  <a:pt x="0" y="0"/>
                </a:moveTo>
                <a:lnTo>
                  <a:pt x="2646" y="0"/>
                </a:lnTo>
                <a:lnTo>
                  <a:pt x="2646"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07" name=""/>
          <p:cNvSpPr/>
          <p:nvPr/>
        </p:nvSpPr>
        <p:spPr>
          <a:xfrm>
            <a:off x="1495080" y="3904920"/>
            <a:ext cx="619560" cy="381600"/>
          </a:xfrm>
          <a:custGeom>
            <a:avLst/>
            <a:gdLst/>
            <a:ahLst/>
            <a:rect l="0" t="0" r="r" b="b"/>
            <a:pathLst>
              <a:path w="1721" h="1060">
                <a:moveTo>
                  <a:pt x="0" y="0"/>
                </a:moveTo>
                <a:lnTo>
                  <a:pt x="1721" y="0"/>
                </a:lnTo>
                <a:lnTo>
                  <a:pt x="1721"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08" name=""/>
          <p:cNvSpPr/>
          <p:nvPr/>
        </p:nvSpPr>
        <p:spPr>
          <a:xfrm>
            <a:off x="2114280" y="3904920"/>
            <a:ext cx="771840" cy="381600"/>
          </a:xfrm>
          <a:custGeom>
            <a:avLst/>
            <a:gdLst/>
            <a:ahLst/>
            <a:rect l="0" t="0" r="r" b="b"/>
            <a:pathLst>
              <a:path w="2144" h="1060">
                <a:moveTo>
                  <a:pt x="0" y="0"/>
                </a:moveTo>
                <a:lnTo>
                  <a:pt x="2144" y="0"/>
                </a:lnTo>
                <a:lnTo>
                  <a:pt x="2144"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09" name=""/>
          <p:cNvSpPr/>
          <p:nvPr/>
        </p:nvSpPr>
        <p:spPr>
          <a:xfrm>
            <a:off x="2885760" y="3904920"/>
            <a:ext cx="610200" cy="381600"/>
          </a:xfrm>
          <a:custGeom>
            <a:avLst/>
            <a:gdLst/>
            <a:ahLst/>
            <a:rect l="0" t="0" r="r" b="b"/>
            <a:pathLst>
              <a:path w="1695" h="1060">
                <a:moveTo>
                  <a:pt x="0" y="0"/>
                </a:moveTo>
                <a:lnTo>
                  <a:pt x="1695" y="0"/>
                </a:lnTo>
                <a:lnTo>
                  <a:pt x="1695"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10" name=""/>
          <p:cNvSpPr/>
          <p:nvPr/>
        </p:nvSpPr>
        <p:spPr>
          <a:xfrm>
            <a:off x="3495600" y="3904920"/>
            <a:ext cx="600480" cy="381600"/>
          </a:xfrm>
          <a:custGeom>
            <a:avLst/>
            <a:gdLst/>
            <a:ahLst/>
            <a:rect l="0" t="0" r="r" b="b"/>
            <a:pathLst>
              <a:path w="1668" h="1060">
                <a:moveTo>
                  <a:pt x="0" y="0"/>
                </a:moveTo>
                <a:lnTo>
                  <a:pt x="1668" y="0"/>
                </a:lnTo>
                <a:lnTo>
                  <a:pt x="1668"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11" name=""/>
          <p:cNvSpPr/>
          <p:nvPr/>
        </p:nvSpPr>
        <p:spPr>
          <a:xfrm>
            <a:off x="4095720" y="3904920"/>
            <a:ext cx="590760" cy="381600"/>
          </a:xfrm>
          <a:custGeom>
            <a:avLst/>
            <a:gdLst/>
            <a:ahLst/>
            <a:rect l="0" t="0" r="r" b="b"/>
            <a:pathLst>
              <a:path w="1641" h="1060">
                <a:moveTo>
                  <a:pt x="0" y="0"/>
                </a:moveTo>
                <a:lnTo>
                  <a:pt x="1641" y="0"/>
                </a:lnTo>
                <a:lnTo>
                  <a:pt x="1641"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12" name=""/>
          <p:cNvSpPr/>
          <p:nvPr/>
        </p:nvSpPr>
        <p:spPr>
          <a:xfrm>
            <a:off x="4686120" y="3904920"/>
            <a:ext cx="590760" cy="381600"/>
          </a:xfrm>
          <a:custGeom>
            <a:avLst/>
            <a:gdLst/>
            <a:ahLst/>
            <a:rect l="0" t="0" r="r" b="b"/>
            <a:pathLst>
              <a:path w="1641" h="1060">
                <a:moveTo>
                  <a:pt x="0" y="0"/>
                </a:moveTo>
                <a:lnTo>
                  <a:pt x="1641" y="0"/>
                </a:lnTo>
                <a:lnTo>
                  <a:pt x="1641"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13" name=""/>
          <p:cNvSpPr/>
          <p:nvPr/>
        </p:nvSpPr>
        <p:spPr>
          <a:xfrm>
            <a:off x="542880" y="4286160"/>
            <a:ext cx="952560" cy="381240"/>
          </a:xfrm>
          <a:custGeom>
            <a:avLst/>
            <a:gdLst/>
            <a:ahLst/>
            <a:rect l="0" t="0" r="r" b="b"/>
            <a:pathLst>
              <a:path w="2646" h="1059">
                <a:moveTo>
                  <a:pt x="0" y="0"/>
                </a:moveTo>
                <a:lnTo>
                  <a:pt x="2646" y="0"/>
                </a:lnTo>
                <a:lnTo>
                  <a:pt x="2646"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14" name=""/>
          <p:cNvSpPr/>
          <p:nvPr/>
        </p:nvSpPr>
        <p:spPr>
          <a:xfrm>
            <a:off x="1495080" y="428616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15" name=""/>
          <p:cNvSpPr/>
          <p:nvPr/>
        </p:nvSpPr>
        <p:spPr>
          <a:xfrm>
            <a:off x="2114280" y="428616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16" name=""/>
          <p:cNvSpPr/>
          <p:nvPr/>
        </p:nvSpPr>
        <p:spPr>
          <a:xfrm>
            <a:off x="2885760" y="428616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17" name=""/>
          <p:cNvSpPr/>
          <p:nvPr/>
        </p:nvSpPr>
        <p:spPr>
          <a:xfrm>
            <a:off x="3495600" y="428616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18" name=""/>
          <p:cNvSpPr/>
          <p:nvPr/>
        </p:nvSpPr>
        <p:spPr>
          <a:xfrm>
            <a:off x="4095720" y="428616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19" name=""/>
          <p:cNvSpPr/>
          <p:nvPr/>
        </p:nvSpPr>
        <p:spPr>
          <a:xfrm>
            <a:off x="4686120" y="428616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20" name=""/>
          <p:cNvSpPr/>
          <p:nvPr/>
        </p:nvSpPr>
        <p:spPr>
          <a:xfrm>
            <a:off x="542880" y="4286160"/>
            <a:ext cx="952560" cy="381240"/>
          </a:xfrm>
          <a:custGeom>
            <a:avLst/>
            <a:gdLst/>
            <a:ahLst/>
            <a:rect l="0" t="0" r="r" b="b"/>
            <a:pathLst>
              <a:path w="2646" h="1059">
                <a:moveTo>
                  <a:pt x="0" y="0"/>
                </a:moveTo>
                <a:lnTo>
                  <a:pt x="2646" y="0"/>
                </a:lnTo>
                <a:lnTo>
                  <a:pt x="2646"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21" name=""/>
          <p:cNvSpPr/>
          <p:nvPr/>
        </p:nvSpPr>
        <p:spPr>
          <a:xfrm>
            <a:off x="1495080" y="428616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22" name=""/>
          <p:cNvSpPr/>
          <p:nvPr/>
        </p:nvSpPr>
        <p:spPr>
          <a:xfrm>
            <a:off x="2114280" y="428616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23" name=""/>
          <p:cNvSpPr/>
          <p:nvPr/>
        </p:nvSpPr>
        <p:spPr>
          <a:xfrm>
            <a:off x="2885760" y="428616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24" name=""/>
          <p:cNvSpPr/>
          <p:nvPr/>
        </p:nvSpPr>
        <p:spPr>
          <a:xfrm>
            <a:off x="3495600" y="428616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25" name=""/>
          <p:cNvSpPr/>
          <p:nvPr/>
        </p:nvSpPr>
        <p:spPr>
          <a:xfrm>
            <a:off x="4095720" y="428616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26" name=""/>
          <p:cNvSpPr/>
          <p:nvPr/>
        </p:nvSpPr>
        <p:spPr>
          <a:xfrm>
            <a:off x="4686120" y="428616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27" name=""/>
          <p:cNvSpPr/>
          <p:nvPr/>
        </p:nvSpPr>
        <p:spPr>
          <a:xfrm>
            <a:off x="542880" y="4667040"/>
            <a:ext cx="952560" cy="381240"/>
          </a:xfrm>
          <a:custGeom>
            <a:avLst/>
            <a:gdLst/>
            <a:ahLst/>
            <a:rect l="0" t="0" r="r" b="b"/>
            <a:pathLst>
              <a:path w="2646" h="1059">
                <a:moveTo>
                  <a:pt x="20" y="1039"/>
                </a:moveTo>
                <a:cubicBezTo>
                  <a:pt x="12" y="1032"/>
                  <a:pt x="5" y="1024"/>
                  <a:pt x="0" y="1015"/>
                </a:cubicBezTo>
                <a:lnTo>
                  <a:pt x="0" y="0"/>
                </a:lnTo>
                <a:lnTo>
                  <a:pt x="2646" y="0"/>
                </a:lnTo>
                <a:lnTo>
                  <a:pt x="2646" y="1059"/>
                </a:lnTo>
                <a:lnTo>
                  <a:pt x="44" y="1059"/>
                </a:lnTo>
                <a:cubicBezTo>
                  <a:pt x="35" y="1054"/>
                  <a:pt x="27" y="1047"/>
                  <a:pt x="20" y="1039"/>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28" name=""/>
          <p:cNvSpPr/>
          <p:nvPr/>
        </p:nvSpPr>
        <p:spPr>
          <a:xfrm>
            <a:off x="1495080" y="4667040"/>
            <a:ext cx="619560" cy="381240"/>
          </a:xfrm>
          <a:custGeom>
            <a:avLst/>
            <a:gdLst/>
            <a:ahLst/>
            <a:rect l="0" t="0" r="r" b="b"/>
            <a:pathLst>
              <a:path w="1721" h="1059">
                <a:moveTo>
                  <a:pt x="0" y="0"/>
                </a:moveTo>
                <a:lnTo>
                  <a:pt x="1721" y="0"/>
                </a:lnTo>
                <a:lnTo>
                  <a:pt x="172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29" name=""/>
          <p:cNvSpPr/>
          <p:nvPr/>
        </p:nvSpPr>
        <p:spPr>
          <a:xfrm>
            <a:off x="2114280" y="4667040"/>
            <a:ext cx="771840" cy="381240"/>
          </a:xfrm>
          <a:custGeom>
            <a:avLst/>
            <a:gdLst/>
            <a:ahLst/>
            <a:rect l="0" t="0" r="r" b="b"/>
            <a:pathLst>
              <a:path w="2144" h="1059">
                <a:moveTo>
                  <a:pt x="0" y="0"/>
                </a:moveTo>
                <a:lnTo>
                  <a:pt x="2144" y="0"/>
                </a:lnTo>
                <a:lnTo>
                  <a:pt x="2144"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30" name=""/>
          <p:cNvSpPr/>
          <p:nvPr/>
        </p:nvSpPr>
        <p:spPr>
          <a:xfrm>
            <a:off x="2885760" y="4667040"/>
            <a:ext cx="610200" cy="381240"/>
          </a:xfrm>
          <a:custGeom>
            <a:avLst/>
            <a:gdLst/>
            <a:ahLst/>
            <a:rect l="0" t="0" r="r" b="b"/>
            <a:pathLst>
              <a:path w="1695" h="1059">
                <a:moveTo>
                  <a:pt x="0" y="0"/>
                </a:moveTo>
                <a:lnTo>
                  <a:pt x="1695" y="0"/>
                </a:lnTo>
                <a:lnTo>
                  <a:pt x="1695"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31" name=""/>
          <p:cNvSpPr/>
          <p:nvPr/>
        </p:nvSpPr>
        <p:spPr>
          <a:xfrm>
            <a:off x="3495600" y="4667040"/>
            <a:ext cx="600480" cy="381240"/>
          </a:xfrm>
          <a:custGeom>
            <a:avLst/>
            <a:gdLst/>
            <a:ahLst/>
            <a:rect l="0" t="0" r="r" b="b"/>
            <a:pathLst>
              <a:path w="1668" h="1059">
                <a:moveTo>
                  <a:pt x="0" y="0"/>
                </a:moveTo>
                <a:lnTo>
                  <a:pt x="1668" y="0"/>
                </a:lnTo>
                <a:lnTo>
                  <a:pt x="1668"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32" name=""/>
          <p:cNvSpPr/>
          <p:nvPr/>
        </p:nvSpPr>
        <p:spPr>
          <a:xfrm>
            <a:off x="4095720" y="466704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33" name=""/>
          <p:cNvSpPr/>
          <p:nvPr/>
        </p:nvSpPr>
        <p:spPr>
          <a:xfrm>
            <a:off x="4686120" y="4667040"/>
            <a:ext cx="590760" cy="381240"/>
          </a:xfrm>
          <a:custGeom>
            <a:avLst/>
            <a:gdLst/>
            <a:ahLst/>
            <a:rect l="0" t="0" r="r" b="b"/>
            <a:pathLst>
              <a:path w="1641" h="1059">
                <a:moveTo>
                  <a:pt x="0" y="0"/>
                </a:moveTo>
                <a:lnTo>
                  <a:pt x="1641" y="0"/>
                </a:lnTo>
                <a:lnTo>
                  <a:pt x="164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34" name=""/>
          <p:cNvSpPr/>
          <p:nvPr/>
        </p:nvSpPr>
        <p:spPr>
          <a:xfrm>
            <a:off x="533160" y="2787480"/>
            <a:ext cx="10080" cy="365400"/>
          </a:xfrm>
          <a:custGeom>
            <a:avLst/>
            <a:gdLst/>
            <a:ahLst/>
            <a:rect l="0" t="0" r="r" b="b"/>
            <a:pathLst>
              <a:path w="28" h="1015">
                <a:moveTo>
                  <a:pt x="12" y="27"/>
                </a:moveTo>
                <a:cubicBezTo>
                  <a:pt x="17" y="18"/>
                  <a:pt x="22" y="9"/>
                  <a:pt x="28" y="0"/>
                </a:cubicBezTo>
                <a:lnTo>
                  <a:pt x="28" y="1015"/>
                </a:lnTo>
                <a:lnTo>
                  <a:pt x="0" y="1015"/>
                </a:lnTo>
                <a:lnTo>
                  <a:pt x="0" y="88"/>
                </a:lnTo>
                <a:cubicBezTo>
                  <a:pt x="0" y="67"/>
                  <a:pt x="4" y="47"/>
                  <a:pt x="12"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35" name=""/>
          <p:cNvSpPr/>
          <p:nvPr/>
        </p:nvSpPr>
        <p:spPr>
          <a:xfrm>
            <a:off x="558720" y="2761920"/>
            <a:ext cx="936720" cy="10080"/>
          </a:xfrm>
          <a:custGeom>
            <a:avLst/>
            <a:gdLst/>
            <a:ahLst/>
            <a:rect l="0" t="0" r="r" b="b"/>
            <a:pathLst>
              <a:path w="2602" h="28">
                <a:moveTo>
                  <a:pt x="27" y="13"/>
                </a:moveTo>
                <a:cubicBezTo>
                  <a:pt x="47" y="4"/>
                  <a:pt x="67" y="0"/>
                  <a:pt x="88" y="0"/>
                </a:cubicBezTo>
                <a:lnTo>
                  <a:pt x="2602" y="0"/>
                </a:lnTo>
                <a:lnTo>
                  <a:pt x="2602" y="28"/>
                </a:lnTo>
                <a:lnTo>
                  <a:pt x="0" y="28"/>
                </a:lnTo>
                <a:cubicBezTo>
                  <a:pt x="9" y="22"/>
                  <a:pt x="18" y="17"/>
                  <a:pt x="27" y="13"/>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36" name=""/>
          <p:cNvSpPr/>
          <p:nvPr/>
        </p:nvSpPr>
        <p:spPr>
          <a:xfrm>
            <a:off x="1485720" y="276192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37" name=""/>
          <p:cNvSpPr/>
          <p:nvPr/>
        </p:nvSpPr>
        <p:spPr>
          <a:xfrm>
            <a:off x="1495080" y="2761920"/>
            <a:ext cx="629280" cy="10080"/>
          </a:xfrm>
          <a:custGeom>
            <a:avLst/>
            <a:gdLst/>
            <a:ahLst/>
            <a:rect l="0" t="0" r="r" b="b"/>
            <a:pathLst>
              <a:path w="1748" h="28">
                <a:moveTo>
                  <a:pt x="0" y="0"/>
                </a:moveTo>
                <a:lnTo>
                  <a:pt x="1748" y="0"/>
                </a:lnTo>
                <a:lnTo>
                  <a:pt x="174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38" name=""/>
          <p:cNvSpPr/>
          <p:nvPr/>
        </p:nvSpPr>
        <p:spPr>
          <a:xfrm>
            <a:off x="2114280" y="276192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39" name=""/>
          <p:cNvSpPr/>
          <p:nvPr/>
        </p:nvSpPr>
        <p:spPr>
          <a:xfrm>
            <a:off x="2124000" y="2761920"/>
            <a:ext cx="771840" cy="10080"/>
          </a:xfrm>
          <a:custGeom>
            <a:avLst/>
            <a:gdLst/>
            <a:ahLst/>
            <a:rect l="0" t="0" r="r" b="b"/>
            <a:pathLst>
              <a:path w="2144" h="28">
                <a:moveTo>
                  <a:pt x="0" y="0"/>
                </a:moveTo>
                <a:lnTo>
                  <a:pt x="2144" y="0"/>
                </a:lnTo>
                <a:lnTo>
                  <a:pt x="2144"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40" name=""/>
          <p:cNvSpPr/>
          <p:nvPr/>
        </p:nvSpPr>
        <p:spPr>
          <a:xfrm>
            <a:off x="2885760" y="276192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41" name=""/>
          <p:cNvSpPr/>
          <p:nvPr/>
        </p:nvSpPr>
        <p:spPr>
          <a:xfrm>
            <a:off x="2895480" y="276192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42" name=""/>
          <p:cNvSpPr/>
          <p:nvPr/>
        </p:nvSpPr>
        <p:spPr>
          <a:xfrm>
            <a:off x="3485880" y="276192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43" name=""/>
          <p:cNvSpPr/>
          <p:nvPr/>
        </p:nvSpPr>
        <p:spPr>
          <a:xfrm>
            <a:off x="3495600" y="276192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44" name=""/>
          <p:cNvSpPr/>
          <p:nvPr/>
        </p:nvSpPr>
        <p:spPr>
          <a:xfrm>
            <a:off x="4086000" y="276192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45" name=""/>
          <p:cNvSpPr/>
          <p:nvPr/>
        </p:nvSpPr>
        <p:spPr>
          <a:xfrm>
            <a:off x="4095720" y="276192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46" name=""/>
          <p:cNvSpPr/>
          <p:nvPr/>
        </p:nvSpPr>
        <p:spPr>
          <a:xfrm>
            <a:off x="4676760" y="276192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47" name=""/>
          <p:cNvSpPr/>
          <p:nvPr/>
        </p:nvSpPr>
        <p:spPr>
          <a:xfrm>
            <a:off x="4686120" y="276192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48" name=""/>
          <p:cNvSpPr/>
          <p:nvPr/>
        </p:nvSpPr>
        <p:spPr>
          <a:xfrm>
            <a:off x="5267160" y="276192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49" name=""/>
          <p:cNvSpPr/>
          <p:nvPr/>
        </p:nvSpPr>
        <p:spPr>
          <a:xfrm>
            <a:off x="533160" y="3143160"/>
            <a:ext cx="962280" cy="9720"/>
          </a:xfrm>
          <a:custGeom>
            <a:avLst/>
            <a:gdLst/>
            <a:ahLst/>
            <a:rect l="0" t="0" r="r" b="b"/>
            <a:pathLst>
              <a:path w="2673" h="27">
                <a:moveTo>
                  <a:pt x="0" y="0"/>
                </a:moveTo>
                <a:lnTo>
                  <a:pt x="2673" y="0"/>
                </a:lnTo>
                <a:lnTo>
                  <a:pt x="2673"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50" name=""/>
          <p:cNvSpPr/>
          <p:nvPr/>
        </p:nvSpPr>
        <p:spPr>
          <a:xfrm>
            <a:off x="1495080" y="3143160"/>
            <a:ext cx="629280" cy="9720"/>
          </a:xfrm>
          <a:custGeom>
            <a:avLst/>
            <a:gdLst/>
            <a:ahLst/>
            <a:rect l="0" t="0" r="r" b="b"/>
            <a:pathLst>
              <a:path w="1748" h="27">
                <a:moveTo>
                  <a:pt x="0" y="0"/>
                </a:moveTo>
                <a:lnTo>
                  <a:pt x="1748" y="0"/>
                </a:lnTo>
                <a:lnTo>
                  <a:pt x="174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51" name=""/>
          <p:cNvSpPr/>
          <p:nvPr/>
        </p:nvSpPr>
        <p:spPr>
          <a:xfrm>
            <a:off x="2124000" y="3143160"/>
            <a:ext cx="771840" cy="9720"/>
          </a:xfrm>
          <a:custGeom>
            <a:avLst/>
            <a:gdLst/>
            <a:ahLst/>
            <a:rect l="0" t="0" r="r" b="b"/>
            <a:pathLst>
              <a:path w="2144" h="27">
                <a:moveTo>
                  <a:pt x="0" y="0"/>
                </a:moveTo>
                <a:lnTo>
                  <a:pt x="2144" y="0"/>
                </a:lnTo>
                <a:lnTo>
                  <a:pt x="214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52" name=""/>
          <p:cNvSpPr/>
          <p:nvPr/>
        </p:nvSpPr>
        <p:spPr>
          <a:xfrm>
            <a:off x="2895480" y="314316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53" name=""/>
          <p:cNvSpPr/>
          <p:nvPr/>
        </p:nvSpPr>
        <p:spPr>
          <a:xfrm>
            <a:off x="3495600" y="314316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54" name=""/>
          <p:cNvSpPr/>
          <p:nvPr/>
        </p:nvSpPr>
        <p:spPr>
          <a:xfrm>
            <a:off x="4095720" y="314316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55" name=""/>
          <p:cNvSpPr/>
          <p:nvPr/>
        </p:nvSpPr>
        <p:spPr>
          <a:xfrm>
            <a:off x="4686120" y="314316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56" name=""/>
          <p:cNvSpPr/>
          <p:nvPr/>
        </p:nvSpPr>
        <p:spPr>
          <a:xfrm>
            <a:off x="533160" y="31525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57" name=""/>
          <p:cNvSpPr/>
          <p:nvPr/>
        </p:nvSpPr>
        <p:spPr>
          <a:xfrm>
            <a:off x="1485720" y="315252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58" name=""/>
          <p:cNvSpPr/>
          <p:nvPr/>
        </p:nvSpPr>
        <p:spPr>
          <a:xfrm>
            <a:off x="2114280" y="31525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59" name=""/>
          <p:cNvSpPr/>
          <p:nvPr/>
        </p:nvSpPr>
        <p:spPr>
          <a:xfrm>
            <a:off x="2885760" y="31525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60" name=""/>
          <p:cNvSpPr/>
          <p:nvPr/>
        </p:nvSpPr>
        <p:spPr>
          <a:xfrm>
            <a:off x="3485880" y="31525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61" name=""/>
          <p:cNvSpPr/>
          <p:nvPr/>
        </p:nvSpPr>
        <p:spPr>
          <a:xfrm>
            <a:off x="4086000" y="31525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62" name=""/>
          <p:cNvSpPr/>
          <p:nvPr/>
        </p:nvSpPr>
        <p:spPr>
          <a:xfrm>
            <a:off x="4676760" y="315252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63" name=""/>
          <p:cNvSpPr/>
          <p:nvPr/>
        </p:nvSpPr>
        <p:spPr>
          <a:xfrm>
            <a:off x="5267160" y="315252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64" name=""/>
          <p:cNvSpPr/>
          <p:nvPr/>
        </p:nvSpPr>
        <p:spPr>
          <a:xfrm>
            <a:off x="533160" y="35337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65" name=""/>
          <p:cNvSpPr/>
          <p:nvPr/>
        </p:nvSpPr>
        <p:spPr>
          <a:xfrm>
            <a:off x="533160" y="3524040"/>
            <a:ext cx="962280" cy="10080"/>
          </a:xfrm>
          <a:custGeom>
            <a:avLst/>
            <a:gdLst/>
            <a:ahLst/>
            <a:rect l="0" t="0" r="r" b="b"/>
            <a:pathLst>
              <a:path w="2673" h="28">
                <a:moveTo>
                  <a:pt x="0" y="0"/>
                </a:moveTo>
                <a:lnTo>
                  <a:pt x="2673" y="0"/>
                </a:lnTo>
                <a:lnTo>
                  <a:pt x="2673"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66" name=""/>
          <p:cNvSpPr/>
          <p:nvPr/>
        </p:nvSpPr>
        <p:spPr>
          <a:xfrm>
            <a:off x="1485720" y="353376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67" name=""/>
          <p:cNvSpPr/>
          <p:nvPr/>
        </p:nvSpPr>
        <p:spPr>
          <a:xfrm>
            <a:off x="1495080" y="3524040"/>
            <a:ext cx="629280" cy="10080"/>
          </a:xfrm>
          <a:custGeom>
            <a:avLst/>
            <a:gdLst/>
            <a:ahLst/>
            <a:rect l="0" t="0" r="r" b="b"/>
            <a:pathLst>
              <a:path w="1748" h="28">
                <a:moveTo>
                  <a:pt x="0" y="0"/>
                </a:moveTo>
                <a:lnTo>
                  <a:pt x="1748" y="0"/>
                </a:lnTo>
                <a:lnTo>
                  <a:pt x="174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68" name=""/>
          <p:cNvSpPr/>
          <p:nvPr/>
        </p:nvSpPr>
        <p:spPr>
          <a:xfrm>
            <a:off x="2114280" y="35337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69" name=""/>
          <p:cNvSpPr/>
          <p:nvPr/>
        </p:nvSpPr>
        <p:spPr>
          <a:xfrm>
            <a:off x="2124000" y="3524040"/>
            <a:ext cx="771840" cy="10080"/>
          </a:xfrm>
          <a:custGeom>
            <a:avLst/>
            <a:gdLst/>
            <a:ahLst/>
            <a:rect l="0" t="0" r="r" b="b"/>
            <a:pathLst>
              <a:path w="2144" h="28">
                <a:moveTo>
                  <a:pt x="0" y="0"/>
                </a:moveTo>
                <a:lnTo>
                  <a:pt x="2144" y="0"/>
                </a:lnTo>
                <a:lnTo>
                  <a:pt x="2144"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0" name=""/>
          <p:cNvSpPr/>
          <p:nvPr/>
        </p:nvSpPr>
        <p:spPr>
          <a:xfrm>
            <a:off x="2885760" y="35337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1" name=""/>
          <p:cNvSpPr/>
          <p:nvPr/>
        </p:nvSpPr>
        <p:spPr>
          <a:xfrm>
            <a:off x="2895480" y="352404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2" name=""/>
          <p:cNvSpPr/>
          <p:nvPr/>
        </p:nvSpPr>
        <p:spPr>
          <a:xfrm>
            <a:off x="3485880" y="35337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3" name=""/>
          <p:cNvSpPr/>
          <p:nvPr/>
        </p:nvSpPr>
        <p:spPr>
          <a:xfrm>
            <a:off x="3495600" y="352404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4" name=""/>
          <p:cNvSpPr/>
          <p:nvPr/>
        </p:nvSpPr>
        <p:spPr>
          <a:xfrm>
            <a:off x="4086000" y="353376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5" name=""/>
          <p:cNvSpPr/>
          <p:nvPr/>
        </p:nvSpPr>
        <p:spPr>
          <a:xfrm>
            <a:off x="4095720" y="352404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6" name=""/>
          <p:cNvSpPr/>
          <p:nvPr/>
        </p:nvSpPr>
        <p:spPr>
          <a:xfrm>
            <a:off x="4676760" y="353376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7" name=""/>
          <p:cNvSpPr/>
          <p:nvPr/>
        </p:nvSpPr>
        <p:spPr>
          <a:xfrm>
            <a:off x="4686120" y="352404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8" name=""/>
          <p:cNvSpPr/>
          <p:nvPr/>
        </p:nvSpPr>
        <p:spPr>
          <a:xfrm>
            <a:off x="5267160" y="353376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79" name=""/>
          <p:cNvSpPr/>
          <p:nvPr/>
        </p:nvSpPr>
        <p:spPr>
          <a:xfrm>
            <a:off x="533160" y="391464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0" name=""/>
          <p:cNvSpPr/>
          <p:nvPr/>
        </p:nvSpPr>
        <p:spPr>
          <a:xfrm>
            <a:off x="533160" y="3904920"/>
            <a:ext cx="962280" cy="10080"/>
          </a:xfrm>
          <a:custGeom>
            <a:avLst/>
            <a:gdLst/>
            <a:ahLst/>
            <a:rect l="0" t="0" r="r" b="b"/>
            <a:pathLst>
              <a:path w="2673" h="28">
                <a:moveTo>
                  <a:pt x="0" y="0"/>
                </a:moveTo>
                <a:lnTo>
                  <a:pt x="2673" y="0"/>
                </a:lnTo>
                <a:lnTo>
                  <a:pt x="2673"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1" name=""/>
          <p:cNvSpPr/>
          <p:nvPr/>
        </p:nvSpPr>
        <p:spPr>
          <a:xfrm>
            <a:off x="1485720" y="391464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2" name=""/>
          <p:cNvSpPr/>
          <p:nvPr/>
        </p:nvSpPr>
        <p:spPr>
          <a:xfrm>
            <a:off x="1495080" y="3904920"/>
            <a:ext cx="629280" cy="10080"/>
          </a:xfrm>
          <a:custGeom>
            <a:avLst/>
            <a:gdLst/>
            <a:ahLst/>
            <a:rect l="0" t="0" r="r" b="b"/>
            <a:pathLst>
              <a:path w="1748" h="28">
                <a:moveTo>
                  <a:pt x="0" y="0"/>
                </a:moveTo>
                <a:lnTo>
                  <a:pt x="1748" y="0"/>
                </a:lnTo>
                <a:lnTo>
                  <a:pt x="174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3" name=""/>
          <p:cNvSpPr/>
          <p:nvPr/>
        </p:nvSpPr>
        <p:spPr>
          <a:xfrm>
            <a:off x="2114280" y="391464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4" name=""/>
          <p:cNvSpPr/>
          <p:nvPr/>
        </p:nvSpPr>
        <p:spPr>
          <a:xfrm>
            <a:off x="2124000" y="3904920"/>
            <a:ext cx="771840" cy="10080"/>
          </a:xfrm>
          <a:custGeom>
            <a:avLst/>
            <a:gdLst/>
            <a:ahLst/>
            <a:rect l="0" t="0" r="r" b="b"/>
            <a:pathLst>
              <a:path w="2144" h="28">
                <a:moveTo>
                  <a:pt x="0" y="0"/>
                </a:moveTo>
                <a:lnTo>
                  <a:pt x="2144" y="0"/>
                </a:lnTo>
                <a:lnTo>
                  <a:pt x="2144"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5" name=""/>
          <p:cNvSpPr/>
          <p:nvPr/>
        </p:nvSpPr>
        <p:spPr>
          <a:xfrm>
            <a:off x="2885760" y="391464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6" name=""/>
          <p:cNvSpPr/>
          <p:nvPr/>
        </p:nvSpPr>
        <p:spPr>
          <a:xfrm>
            <a:off x="2895480" y="390492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7" name=""/>
          <p:cNvSpPr/>
          <p:nvPr/>
        </p:nvSpPr>
        <p:spPr>
          <a:xfrm>
            <a:off x="3485880" y="391464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8" name=""/>
          <p:cNvSpPr/>
          <p:nvPr/>
        </p:nvSpPr>
        <p:spPr>
          <a:xfrm>
            <a:off x="3495600" y="390492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89" name=""/>
          <p:cNvSpPr/>
          <p:nvPr/>
        </p:nvSpPr>
        <p:spPr>
          <a:xfrm>
            <a:off x="4086000" y="391464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0" name=""/>
          <p:cNvSpPr/>
          <p:nvPr/>
        </p:nvSpPr>
        <p:spPr>
          <a:xfrm>
            <a:off x="4095720" y="390492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1" name=""/>
          <p:cNvSpPr/>
          <p:nvPr/>
        </p:nvSpPr>
        <p:spPr>
          <a:xfrm>
            <a:off x="4676760" y="391464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2" name=""/>
          <p:cNvSpPr/>
          <p:nvPr/>
        </p:nvSpPr>
        <p:spPr>
          <a:xfrm>
            <a:off x="4686120" y="390492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3" name=""/>
          <p:cNvSpPr/>
          <p:nvPr/>
        </p:nvSpPr>
        <p:spPr>
          <a:xfrm>
            <a:off x="5267160" y="391464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4" name=""/>
          <p:cNvSpPr/>
          <p:nvPr/>
        </p:nvSpPr>
        <p:spPr>
          <a:xfrm>
            <a:off x="533160" y="42955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5" name=""/>
          <p:cNvSpPr/>
          <p:nvPr/>
        </p:nvSpPr>
        <p:spPr>
          <a:xfrm>
            <a:off x="533160" y="4286160"/>
            <a:ext cx="962280" cy="9720"/>
          </a:xfrm>
          <a:custGeom>
            <a:avLst/>
            <a:gdLst/>
            <a:ahLst/>
            <a:rect l="0" t="0" r="r" b="b"/>
            <a:pathLst>
              <a:path w="2673" h="27">
                <a:moveTo>
                  <a:pt x="0" y="0"/>
                </a:moveTo>
                <a:lnTo>
                  <a:pt x="2673" y="0"/>
                </a:lnTo>
                <a:lnTo>
                  <a:pt x="2673"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6" name=""/>
          <p:cNvSpPr/>
          <p:nvPr/>
        </p:nvSpPr>
        <p:spPr>
          <a:xfrm>
            <a:off x="1485720" y="429552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7" name=""/>
          <p:cNvSpPr/>
          <p:nvPr/>
        </p:nvSpPr>
        <p:spPr>
          <a:xfrm>
            <a:off x="1495080" y="4286160"/>
            <a:ext cx="629280" cy="9720"/>
          </a:xfrm>
          <a:custGeom>
            <a:avLst/>
            <a:gdLst/>
            <a:ahLst/>
            <a:rect l="0" t="0" r="r" b="b"/>
            <a:pathLst>
              <a:path w="1748" h="27">
                <a:moveTo>
                  <a:pt x="0" y="0"/>
                </a:moveTo>
                <a:lnTo>
                  <a:pt x="1748" y="0"/>
                </a:lnTo>
                <a:lnTo>
                  <a:pt x="174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8" name=""/>
          <p:cNvSpPr/>
          <p:nvPr/>
        </p:nvSpPr>
        <p:spPr>
          <a:xfrm>
            <a:off x="2114280" y="42955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399" name=""/>
          <p:cNvSpPr/>
          <p:nvPr/>
        </p:nvSpPr>
        <p:spPr>
          <a:xfrm>
            <a:off x="2124000" y="4286160"/>
            <a:ext cx="771840" cy="9720"/>
          </a:xfrm>
          <a:custGeom>
            <a:avLst/>
            <a:gdLst/>
            <a:ahLst/>
            <a:rect l="0" t="0" r="r" b="b"/>
            <a:pathLst>
              <a:path w="2144" h="27">
                <a:moveTo>
                  <a:pt x="0" y="0"/>
                </a:moveTo>
                <a:lnTo>
                  <a:pt x="2144" y="0"/>
                </a:lnTo>
                <a:lnTo>
                  <a:pt x="2144"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0" name=""/>
          <p:cNvSpPr/>
          <p:nvPr/>
        </p:nvSpPr>
        <p:spPr>
          <a:xfrm>
            <a:off x="2885760" y="42955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1" name=""/>
          <p:cNvSpPr/>
          <p:nvPr/>
        </p:nvSpPr>
        <p:spPr>
          <a:xfrm>
            <a:off x="2895480" y="428616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2" name=""/>
          <p:cNvSpPr/>
          <p:nvPr/>
        </p:nvSpPr>
        <p:spPr>
          <a:xfrm>
            <a:off x="3485880" y="42955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3" name=""/>
          <p:cNvSpPr/>
          <p:nvPr/>
        </p:nvSpPr>
        <p:spPr>
          <a:xfrm>
            <a:off x="3495600" y="4286160"/>
            <a:ext cx="600480" cy="9720"/>
          </a:xfrm>
          <a:custGeom>
            <a:avLst/>
            <a:gdLst/>
            <a:ahLst/>
            <a:rect l="0" t="0" r="r" b="b"/>
            <a:pathLst>
              <a:path w="1668" h="27">
                <a:moveTo>
                  <a:pt x="0" y="0"/>
                </a:moveTo>
                <a:lnTo>
                  <a:pt x="1668" y="0"/>
                </a:lnTo>
                <a:lnTo>
                  <a:pt x="1668"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4" name=""/>
          <p:cNvSpPr/>
          <p:nvPr/>
        </p:nvSpPr>
        <p:spPr>
          <a:xfrm>
            <a:off x="4086000" y="429552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5" name=""/>
          <p:cNvSpPr/>
          <p:nvPr/>
        </p:nvSpPr>
        <p:spPr>
          <a:xfrm>
            <a:off x="4095720" y="428616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6" name=""/>
          <p:cNvSpPr/>
          <p:nvPr/>
        </p:nvSpPr>
        <p:spPr>
          <a:xfrm>
            <a:off x="4676760" y="429552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7" name=""/>
          <p:cNvSpPr/>
          <p:nvPr/>
        </p:nvSpPr>
        <p:spPr>
          <a:xfrm>
            <a:off x="4686120" y="4286160"/>
            <a:ext cx="590760" cy="9720"/>
          </a:xfrm>
          <a:custGeom>
            <a:avLst/>
            <a:gdLst/>
            <a:ahLst/>
            <a:rect l="0" t="0" r="r" b="b"/>
            <a:pathLst>
              <a:path w="1641" h="27">
                <a:moveTo>
                  <a:pt x="0" y="0"/>
                </a:moveTo>
                <a:lnTo>
                  <a:pt x="1641" y="0"/>
                </a:lnTo>
                <a:lnTo>
                  <a:pt x="1641"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8" name=""/>
          <p:cNvSpPr/>
          <p:nvPr/>
        </p:nvSpPr>
        <p:spPr>
          <a:xfrm>
            <a:off x="5267160" y="429552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09" name=""/>
          <p:cNvSpPr/>
          <p:nvPr/>
        </p:nvSpPr>
        <p:spPr>
          <a:xfrm>
            <a:off x="533160" y="4676760"/>
            <a:ext cx="10080" cy="355680"/>
          </a:xfrm>
          <a:custGeom>
            <a:avLst/>
            <a:gdLst/>
            <a:ahLst/>
            <a:rect l="0" t="0" r="r" b="b"/>
            <a:pathLst>
              <a:path w="28" h="988">
                <a:moveTo>
                  <a:pt x="12" y="961"/>
                </a:moveTo>
                <a:cubicBezTo>
                  <a:pt x="4" y="941"/>
                  <a:pt x="0" y="921"/>
                  <a:pt x="0" y="900"/>
                </a:cubicBezTo>
                <a:lnTo>
                  <a:pt x="0" y="0"/>
                </a:lnTo>
                <a:lnTo>
                  <a:pt x="28" y="0"/>
                </a:lnTo>
                <a:lnTo>
                  <a:pt x="28" y="988"/>
                </a:lnTo>
                <a:cubicBezTo>
                  <a:pt x="22" y="979"/>
                  <a:pt x="17" y="970"/>
                  <a:pt x="12" y="961"/>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10" name=""/>
          <p:cNvSpPr/>
          <p:nvPr/>
        </p:nvSpPr>
        <p:spPr>
          <a:xfrm>
            <a:off x="533160" y="4667040"/>
            <a:ext cx="962280" cy="10080"/>
          </a:xfrm>
          <a:custGeom>
            <a:avLst/>
            <a:gdLst/>
            <a:ahLst/>
            <a:rect l="0" t="0" r="r" b="b"/>
            <a:pathLst>
              <a:path w="2673" h="28">
                <a:moveTo>
                  <a:pt x="0" y="0"/>
                </a:moveTo>
                <a:lnTo>
                  <a:pt x="2673" y="0"/>
                </a:lnTo>
                <a:lnTo>
                  <a:pt x="2673"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11" name=""/>
          <p:cNvSpPr/>
          <p:nvPr/>
        </p:nvSpPr>
        <p:spPr>
          <a:xfrm>
            <a:off x="1485720" y="4676760"/>
            <a:ext cx="9720" cy="381240"/>
          </a:xfrm>
          <a:custGeom>
            <a:avLst/>
            <a:gdLst/>
            <a:ahLst/>
            <a:rect l="0" t="0" r="r" b="b"/>
            <a:pathLst>
              <a:path w="27" h="1059">
                <a:moveTo>
                  <a:pt x="0" y="1059"/>
                </a:moveTo>
                <a:lnTo>
                  <a:pt x="0" y="0"/>
                </a:lnTo>
                <a:lnTo>
                  <a:pt x="27" y="0"/>
                </a:lnTo>
                <a:lnTo>
                  <a:pt x="27"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12" name=""/>
          <p:cNvSpPr/>
          <p:nvPr/>
        </p:nvSpPr>
        <p:spPr>
          <a:xfrm>
            <a:off x="1495080" y="4667040"/>
            <a:ext cx="629280" cy="10080"/>
          </a:xfrm>
          <a:custGeom>
            <a:avLst/>
            <a:gdLst/>
            <a:ahLst/>
            <a:rect l="0" t="0" r="r" b="b"/>
            <a:pathLst>
              <a:path w="1748" h="28">
                <a:moveTo>
                  <a:pt x="0" y="0"/>
                </a:moveTo>
                <a:lnTo>
                  <a:pt x="1748" y="0"/>
                </a:lnTo>
                <a:lnTo>
                  <a:pt x="174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13" name=""/>
          <p:cNvSpPr/>
          <p:nvPr/>
        </p:nvSpPr>
        <p:spPr>
          <a:xfrm>
            <a:off x="2114280" y="467676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14" name=""/>
          <p:cNvSpPr/>
          <p:nvPr/>
        </p:nvSpPr>
        <p:spPr>
          <a:xfrm>
            <a:off x="2124000" y="4667040"/>
            <a:ext cx="771840" cy="10080"/>
          </a:xfrm>
          <a:custGeom>
            <a:avLst/>
            <a:gdLst/>
            <a:ahLst/>
            <a:rect l="0" t="0" r="r" b="b"/>
            <a:pathLst>
              <a:path w="2144" h="28">
                <a:moveTo>
                  <a:pt x="0" y="0"/>
                </a:moveTo>
                <a:lnTo>
                  <a:pt x="2144" y="0"/>
                </a:lnTo>
                <a:lnTo>
                  <a:pt x="2144"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15" name=""/>
          <p:cNvSpPr/>
          <p:nvPr/>
        </p:nvSpPr>
        <p:spPr>
          <a:xfrm>
            <a:off x="2885760" y="467676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16" name=""/>
          <p:cNvSpPr/>
          <p:nvPr/>
        </p:nvSpPr>
        <p:spPr>
          <a:xfrm>
            <a:off x="2895480" y="466704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17" name=""/>
          <p:cNvSpPr/>
          <p:nvPr/>
        </p:nvSpPr>
        <p:spPr>
          <a:xfrm>
            <a:off x="3485880" y="467676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18" name=""/>
          <p:cNvSpPr/>
          <p:nvPr/>
        </p:nvSpPr>
        <p:spPr>
          <a:xfrm>
            <a:off x="3495600" y="4667040"/>
            <a:ext cx="600480" cy="10080"/>
          </a:xfrm>
          <a:custGeom>
            <a:avLst/>
            <a:gdLst/>
            <a:ahLst/>
            <a:rect l="0" t="0" r="r" b="b"/>
            <a:pathLst>
              <a:path w="1668" h="28">
                <a:moveTo>
                  <a:pt x="0" y="0"/>
                </a:moveTo>
                <a:lnTo>
                  <a:pt x="1668" y="0"/>
                </a:lnTo>
                <a:lnTo>
                  <a:pt x="1668"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19" name=""/>
          <p:cNvSpPr/>
          <p:nvPr/>
        </p:nvSpPr>
        <p:spPr>
          <a:xfrm>
            <a:off x="4086000" y="467676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20" name=""/>
          <p:cNvSpPr/>
          <p:nvPr/>
        </p:nvSpPr>
        <p:spPr>
          <a:xfrm>
            <a:off x="4095720" y="466704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21" name=""/>
          <p:cNvSpPr/>
          <p:nvPr/>
        </p:nvSpPr>
        <p:spPr>
          <a:xfrm>
            <a:off x="4676760" y="4676760"/>
            <a:ext cx="9720" cy="381240"/>
          </a:xfrm>
          <a:custGeom>
            <a:avLst/>
            <a:gdLst/>
            <a:ahLst/>
            <a:rect l="0" t="0" r="r" b="b"/>
            <a:pathLst>
              <a:path w="27" h="1059">
                <a:moveTo>
                  <a:pt x="0" y="1059"/>
                </a:moveTo>
                <a:lnTo>
                  <a:pt x="0" y="0"/>
                </a:lnTo>
                <a:lnTo>
                  <a:pt x="27" y="0"/>
                </a:lnTo>
                <a:lnTo>
                  <a:pt x="27"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22" name=""/>
          <p:cNvSpPr/>
          <p:nvPr/>
        </p:nvSpPr>
        <p:spPr>
          <a:xfrm>
            <a:off x="4686120" y="4667040"/>
            <a:ext cx="590760" cy="10080"/>
          </a:xfrm>
          <a:custGeom>
            <a:avLst/>
            <a:gdLst/>
            <a:ahLst/>
            <a:rect l="0" t="0" r="r" b="b"/>
            <a:pathLst>
              <a:path w="1641" h="28">
                <a:moveTo>
                  <a:pt x="0" y="0"/>
                </a:moveTo>
                <a:lnTo>
                  <a:pt x="1641" y="0"/>
                </a:lnTo>
                <a:lnTo>
                  <a:pt x="1641"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23" name=""/>
          <p:cNvSpPr/>
          <p:nvPr/>
        </p:nvSpPr>
        <p:spPr>
          <a:xfrm>
            <a:off x="5267160" y="4676760"/>
            <a:ext cx="9720" cy="381240"/>
          </a:xfrm>
          <a:custGeom>
            <a:avLst/>
            <a:gdLst/>
            <a:ahLst/>
            <a:rect l="0" t="0" r="r" b="b"/>
            <a:pathLst>
              <a:path w="27" h="1059">
                <a:moveTo>
                  <a:pt x="0" y="1059"/>
                </a:moveTo>
                <a:lnTo>
                  <a:pt x="0" y="0"/>
                </a:lnTo>
                <a:lnTo>
                  <a:pt x="27" y="0"/>
                </a:lnTo>
                <a:lnTo>
                  <a:pt x="27"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24" name=""/>
          <p:cNvSpPr/>
          <p:nvPr/>
        </p:nvSpPr>
        <p:spPr>
          <a:xfrm>
            <a:off x="558720" y="5047920"/>
            <a:ext cx="936720" cy="10080"/>
          </a:xfrm>
          <a:custGeom>
            <a:avLst/>
            <a:gdLst/>
            <a:ahLst/>
            <a:rect l="0" t="0" r="r" b="b"/>
            <a:pathLst>
              <a:path w="2602" h="28">
                <a:moveTo>
                  <a:pt x="88" y="28"/>
                </a:moveTo>
                <a:cubicBezTo>
                  <a:pt x="67" y="28"/>
                  <a:pt x="47" y="24"/>
                  <a:pt x="27" y="16"/>
                </a:cubicBezTo>
                <a:cubicBezTo>
                  <a:pt x="18" y="12"/>
                  <a:pt x="9" y="7"/>
                  <a:pt x="0" y="0"/>
                </a:cubicBezTo>
                <a:lnTo>
                  <a:pt x="2602" y="0"/>
                </a:lnTo>
                <a:lnTo>
                  <a:pt x="2602" y="28"/>
                </a:lnTo>
                <a:lnTo>
                  <a:pt x="88"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25" name=""/>
          <p:cNvSpPr/>
          <p:nvPr/>
        </p:nvSpPr>
        <p:spPr>
          <a:xfrm>
            <a:off x="1495080" y="5047920"/>
            <a:ext cx="629280" cy="10080"/>
          </a:xfrm>
          <a:custGeom>
            <a:avLst/>
            <a:gdLst/>
            <a:ahLst/>
            <a:rect l="0" t="0" r="r" b="b"/>
            <a:pathLst>
              <a:path w="1748" h="28">
                <a:moveTo>
                  <a:pt x="0" y="28"/>
                </a:moveTo>
                <a:lnTo>
                  <a:pt x="0" y="0"/>
                </a:lnTo>
                <a:lnTo>
                  <a:pt x="1748" y="0"/>
                </a:lnTo>
                <a:lnTo>
                  <a:pt x="1748"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26" name=""/>
          <p:cNvSpPr/>
          <p:nvPr/>
        </p:nvSpPr>
        <p:spPr>
          <a:xfrm>
            <a:off x="2124000" y="5047920"/>
            <a:ext cx="771840" cy="10080"/>
          </a:xfrm>
          <a:custGeom>
            <a:avLst/>
            <a:gdLst/>
            <a:ahLst/>
            <a:rect l="0" t="0" r="r" b="b"/>
            <a:pathLst>
              <a:path w="2144" h="28">
                <a:moveTo>
                  <a:pt x="0" y="28"/>
                </a:moveTo>
                <a:lnTo>
                  <a:pt x="0" y="0"/>
                </a:lnTo>
                <a:lnTo>
                  <a:pt x="2144" y="0"/>
                </a:lnTo>
                <a:lnTo>
                  <a:pt x="2144"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27" name=""/>
          <p:cNvSpPr/>
          <p:nvPr/>
        </p:nvSpPr>
        <p:spPr>
          <a:xfrm>
            <a:off x="2895480" y="5047920"/>
            <a:ext cx="600480" cy="10080"/>
          </a:xfrm>
          <a:custGeom>
            <a:avLst/>
            <a:gdLst/>
            <a:ahLst/>
            <a:rect l="0" t="0" r="r" b="b"/>
            <a:pathLst>
              <a:path w="1668" h="28">
                <a:moveTo>
                  <a:pt x="0" y="28"/>
                </a:moveTo>
                <a:lnTo>
                  <a:pt x="0" y="0"/>
                </a:lnTo>
                <a:lnTo>
                  <a:pt x="1668" y="0"/>
                </a:lnTo>
                <a:lnTo>
                  <a:pt x="1668"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28" name=""/>
          <p:cNvSpPr/>
          <p:nvPr/>
        </p:nvSpPr>
        <p:spPr>
          <a:xfrm>
            <a:off x="3495600" y="5047920"/>
            <a:ext cx="600480" cy="10080"/>
          </a:xfrm>
          <a:custGeom>
            <a:avLst/>
            <a:gdLst/>
            <a:ahLst/>
            <a:rect l="0" t="0" r="r" b="b"/>
            <a:pathLst>
              <a:path w="1668" h="28">
                <a:moveTo>
                  <a:pt x="0" y="28"/>
                </a:moveTo>
                <a:lnTo>
                  <a:pt x="0" y="0"/>
                </a:lnTo>
                <a:lnTo>
                  <a:pt x="1668" y="0"/>
                </a:lnTo>
                <a:lnTo>
                  <a:pt x="1668"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29" name=""/>
          <p:cNvSpPr/>
          <p:nvPr/>
        </p:nvSpPr>
        <p:spPr>
          <a:xfrm>
            <a:off x="4095720" y="5047920"/>
            <a:ext cx="590760" cy="10080"/>
          </a:xfrm>
          <a:custGeom>
            <a:avLst/>
            <a:gdLst/>
            <a:ahLst/>
            <a:rect l="0" t="0" r="r" b="b"/>
            <a:pathLst>
              <a:path w="1641" h="28">
                <a:moveTo>
                  <a:pt x="0" y="28"/>
                </a:moveTo>
                <a:lnTo>
                  <a:pt x="0" y="0"/>
                </a:lnTo>
                <a:lnTo>
                  <a:pt x="1641" y="0"/>
                </a:lnTo>
                <a:lnTo>
                  <a:pt x="1641"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30" name=""/>
          <p:cNvSpPr/>
          <p:nvPr/>
        </p:nvSpPr>
        <p:spPr>
          <a:xfrm>
            <a:off x="4686120" y="5047920"/>
            <a:ext cx="590760" cy="10080"/>
          </a:xfrm>
          <a:custGeom>
            <a:avLst/>
            <a:gdLst/>
            <a:ahLst/>
            <a:rect l="0" t="0" r="r" b="b"/>
            <a:pathLst>
              <a:path w="1641" h="28">
                <a:moveTo>
                  <a:pt x="0" y="28"/>
                </a:moveTo>
                <a:lnTo>
                  <a:pt x="0" y="0"/>
                </a:lnTo>
                <a:lnTo>
                  <a:pt x="1641" y="0"/>
                </a:lnTo>
                <a:lnTo>
                  <a:pt x="1641"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431" name=""/>
          <p:cNvSpPr txBox="1"/>
          <p:nvPr/>
        </p:nvSpPr>
        <p:spPr>
          <a:xfrm>
            <a:off x="6409800" y="493560"/>
            <a:ext cx="228672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機械学習予測</a:t>
            </a:r>
            <a:endParaRPr lang="en-US" sz="3000" b="0" u="none" strike="noStrike">
              <a:solidFill>
                <a:srgbClr val="000000"/>
              </a:solidFill>
              <a:effectLst/>
              <a:uFillTx/>
              <a:latin typeface="游明朝体"/>
            </a:endParaRPr>
          </a:p>
        </p:txBody>
      </p:sp>
      <p:sp>
        <p:nvSpPr>
          <p:cNvPr id="2432" name=""/>
          <p:cNvSpPr txBox="1"/>
          <p:nvPr/>
        </p:nvSpPr>
        <p:spPr>
          <a:xfrm>
            <a:off x="533520" y="1313640"/>
            <a:ext cx="3810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農研機構メッシュ農業気象データシステム（</a:t>
            </a:r>
            <a:endParaRPr lang="en-US" sz="1500" b="0" u="none" strike="noStrike">
              <a:solidFill>
                <a:srgbClr val="000000"/>
              </a:solidFill>
              <a:effectLst/>
              <a:uFillTx/>
              <a:latin typeface="游明朝体"/>
            </a:endParaRPr>
          </a:p>
        </p:txBody>
      </p:sp>
      <p:sp>
        <p:nvSpPr>
          <p:cNvPr id="2433" name=""/>
          <p:cNvSpPr txBox="1"/>
          <p:nvPr/>
        </p:nvSpPr>
        <p:spPr>
          <a:xfrm>
            <a:off x="4322520" y="1304640"/>
            <a:ext cx="8157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AMGSDS</a:t>
            </a:r>
            <a:endParaRPr lang="en-US" sz="1500" b="0" u="none" strike="noStrike">
              <a:solidFill>
                <a:srgbClr val="000000"/>
              </a:solidFill>
              <a:effectLst/>
              <a:uFillTx/>
              <a:latin typeface="游明朝体"/>
            </a:endParaRPr>
          </a:p>
        </p:txBody>
      </p:sp>
      <p:sp>
        <p:nvSpPr>
          <p:cNvPr id="2434" name=""/>
          <p:cNvSpPr txBox="1"/>
          <p:nvPr/>
        </p:nvSpPr>
        <p:spPr>
          <a:xfrm>
            <a:off x="5137560" y="131364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）の</a:t>
            </a:r>
            <a:endParaRPr lang="en-US" sz="1500" b="0" u="none" strike="noStrike">
              <a:solidFill>
                <a:srgbClr val="000000"/>
              </a:solidFill>
              <a:effectLst/>
              <a:uFillTx/>
              <a:latin typeface="游明朝体"/>
            </a:endParaRPr>
          </a:p>
        </p:txBody>
      </p:sp>
      <p:sp>
        <p:nvSpPr>
          <p:cNvPr id="2435" name=""/>
          <p:cNvSpPr txBox="1"/>
          <p:nvPr/>
        </p:nvSpPr>
        <p:spPr>
          <a:xfrm>
            <a:off x="533520" y="1590120"/>
            <a:ext cx="3992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GSR</a:t>
            </a:r>
            <a:endParaRPr lang="en-US" sz="1500" b="0" u="none" strike="noStrike">
              <a:solidFill>
                <a:srgbClr val="000000"/>
              </a:solidFill>
              <a:effectLst/>
              <a:uFillTx/>
              <a:latin typeface="游明朝体"/>
            </a:endParaRPr>
          </a:p>
        </p:txBody>
      </p:sp>
      <p:sp>
        <p:nvSpPr>
          <p:cNvPr id="2436" name=""/>
          <p:cNvSpPr txBox="1"/>
          <p:nvPr/>
        </p:nvSpPr>
        <p:spPr>
          <a:xfrm>
            <a:off x="932040" y="159912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2437" name=""/>
          <p:cNvSpPr txBox="1"/>
          <p:nvPr/>
        </p:nvSpPr>
        <p:spPr>
          <a:xfrm>
            <a:off x="1122480" y="1590120"/>
            <a:ext cx="4626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GSR/</a:t>
            </a:r>
            <a:endParaRPr lang="en-US" sz="1500" b="0" u="none" strike="noStrike">
              <a:solidFill>
                <a:srgbClr val="000000"/>
              </a:solidFill>
              <a:effectLst/>
              <a:uFillTx/>
              <a:latin typeface="游明朝体"/>
            </a:endParaRPr>
          </a:p>
        </p:txBody>
      </p:sp>
      <p:sp>
        <p:nvSpPr>
          <p:cNvPr id="2438" name=""/>
          <p:cNvSpPr txBox="1"/>
          <p:nvPr/>
        </p:nvSpPr>
        <p:spPr>
          <a:xfrm>
            <a:off x="1584360" y="159912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平年⽐・</a:t>
            </a:r>
            <a:endParaRPr lang="en-US" sz="1500" b="0" u="none" strike="noStrike">
              <a:solidFill>
                <a:srgbClr val="000000"/>
              </a:solidFill>
              <a:effectLst/>
              <a:uFillTx/>
              <a:latin typeface="游明朝体"/>
            </a:endParaRPr>
          </a:p>
        </p:txBody>
      </p:sp>
      <p:sp>
        <p:nvSpPr>
          <p:cNvPr id="2439" name=""/>
          <p:cNvSpPr txBox="1"/>
          <p:nvPr/>
        </p:nvSpPr>
        <p:spPr>
          <a:xfrm>
            <a:off x="2346480" y="1590120"/>
            <a:ext cx="3816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SSD</a:t>
            </a:r>
            <a:endParaRPr lang="en-US" sz="1500" b="0" u="none" strike="noStrike">
              <a:solidFill>
                <a:srgbClr val="000000"/>
              </a:solidFill>
              <a:effectLst/>
              <a:uFillTx/>
              <a:latin typeface="游明朝体"/>
            </a:endParaRPr>
          </a:p>
        </p:txBody>
      </p:sp>
      <p:sp>
        <p:nvSpPr>
          <p:cNvPr id="2440" name=""/>
          <p:cNvSpPr txBox="1"/>
          <p:nvPr/>
        </p:nvSpPr>
        <p:spPr>
          <a:xfrm>
            <a:off x="2727360" y="1599120"/>
            <a:ext cx="3239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を説明変数に、⾃宅の⽇別太陽光発電</a:t>
            </a:r>
            <a:endParaRPr lang="en-US" sz="1500" b="0" u="none" strike="noStrike">
              <a:solidFill>
                <a:srgbClr val="000000"/>
              </a:solidFill>
              <a:effectLst/>
              <a:uFillTx/>
              <a:latin typeface="游明朝体"/>
            </a:endParaRPr>
          </a:p>
        </p:txBody>
      </p:sp>
      <p:sp>
        <p:nvSpPr>
          <p:cNvPr id="2441" name=""/>
          <p:cNvSpPr txBox="1"/>
          <p:nvPr/>
        </p:nvSpPr>
        <p:spPr>
          <a:xfrm>
            <a:off x="533520" y="188496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量（</a:t>
            </a:r>
            <a:endParaRPr lang="en-US" sz="1500" b="0" u="none" strike="noStrike">
              <a:solidFill>
                <a:srgbClr val="000000"/>
              </a:solidFill>
              <a:effectLst/>
              <a:uFillTx/>
              <a:latin typeface="游明朝体"/>
            </a:endParaRPr>
          </a:p>
        </p:txBody>
      </p:sp>
      <p:sp>
        <p:nvSpPr>
          <p:cNvPr id="2442" name=""/>
          <p:cNvSpPr txBox="1"/>
          <p:nvPr/>
        </p:nvSpPr>
        <p:spPr>
          <a:xfrm>
            <a:off x="914400" y="1875960"/>
            <a:ext cx="3819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kWh</a:t>
            </a:r>
            <a:endParaRPr lang="en-US" sz="1500" b="0" u="none" strike="noStrike">
              <a:solidFill>
                <a:srgbClr val="000000"/>
              </a:solidFill>
              <a:effectLst/>
              <a:uFillTx/>
              <a:latin typeface="游明朝体"/>
            </a:endParaRPr>
          </a:p>
        </p:txBody>
      </p:sp>
      <p:sp>
        <p:nvSpPr>
          <p:cNvPr id="2443" name=""/>
          <p:cNvSpPr txBox="1"/>
          <p:nvPr/>
        </p:nvSpPr>
        <p:spPr>
          <a:xfrm>
            <a:off x="1295640" y="188496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）を</a:t>
            </a:r>
            <a:endParaRPr lang="en-US" sz="1500" b="0" u="none" strike="noStrike">
              <a:solidFill>
                <a:srgbClr val="000000"/>
              </a:solidFill>
              <a:effectLst/>
              <a:uFillTx/>
              <a:latin typeface="游明朝体"/>
            </a:endParaRPr>
          </a:p>
        </p:txBody>
      </p:sp>
      <p:sp>
        <p:nvSpPr>
          <p:cNvPr id="2444" name=""/>
          <p:cNvSpPr txBox="1"/>
          <p:nvPr/>
        </p:nvSpPr>
        <p:spPr>
          <a:xfrm>
            <a:off x="1676520" y="1875960"/>
            <a:ext cx="13168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Random Forest</a:t>
            </a:r>
            <a:endParaRPr lang="en-US" sz="1500" b="0" u="none" strike="noStrike">
              <a:solidFill>
                <a:srgbClr val="000000"/>
              </a:solidFill>
              <a:effectLst/>
              <a:uFillTx/>
              <a:latin typeface="游明朝体"/>
            </a:endParaRPr>
          </a:p>
        </p:txBody>
      </p:sp>
      <p:sp>
        <p:nvSpPr>
          <p:cNvPr id="2445" name=""/>
          <p:cNvSpPr txBox="1"/>
          <p:nvPr/>
        </p:nvSpPr>
        <p:spPr>
          <a:xfrm>
            <a:off x="2989440" y="188496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で予測。</a:t>
            </a:r>
            <a:endParaRPr lang="en-US" sz="1500" b="0" u="none" strike="noStrike">
              <a:solidFill>
                <a:srgbClr val="000000"/>
              </a:solidFill>
              <a:effectLst/>
              <a:uFillTx/>
              <a:latin typeface="游明朝体"/>
            </a:endParaRPr>
          </a:p>
        </p:txBody>
      </p:sp>
      <p:sp>
        <p:nvSpPr>
          <p:cNvPr id="2446" name=""/>
          <p:cNvSpPr txBox="1"/>
          <p:nvPr/>
        </p:nvSpPr>
        <p:spPr>
          <a:xfrm>
            <a:off x="533520" y="2372760"/>
            <a:ext cx="418320" cy="209160"/>
          </a:xfrm>
          <a:prstGeom prst="rect">
            <a:avLst/>
          </a:prstGeom>
          <a:noFill/>
          <a:ln w="0">
            <a:noFill/>
          </a:ln>
        </p:spPr>
        <p:txBody>
          <a:bodyPr wrap="none" lIns="0" tIns="0" rIns="0" bIns="0" anchor="t">
            <a:spAutoFit/>
          </a:bodyPr>
          <a:p>
            <a:pPr/>
            <a:r>
              <a:rPr lang="ja-JP" sz="1650" b="1" u="none" strike="noStrike">
                <a:solidFill>
                  <a:srgbClr val="EB6834"/>
                </a:solidFill>
                <a:effectLst/>
                <a:uFillTx/>
                <a:latin typeface="HiraginoSans-W7"/>
                <a:ea typeface="HiraginoSans-W7"/>
              </a:rPr>
              <a:t>直近</a:t>
            </a:r>
            <a:endParaRPr lang="en-US" sz="1650" b="0" u="none" strike="noStrike">
              <a:solidFill>
                <a:srgbClr val="000000"/>
              </a:solidFill>
              <a:effectLst/>
              <a:uFillTx/>
              <a:latin typeface="游明朝体"/>
            </a:endParaRPr>
          </a:p>
        </p:txBody>
      </p:sp>
      <p:sp>
        <p:nvSpPr>
          <p:cNvPr id="2447" name=""/>
          <p:cNvSpPr txBox="1"/>
          <p:nvPr/>
        </p:nvSpPr>
        <p:spPr>
          <a:xfrm>
            <a:off x="952560" y="2362680"/>
            <a:ext cx="209160" cy="250200"/>
          </a:xfrm>
          <a:prstGeom prst="rect">
            <a:avLst/>
          </a:prstGeom>
          <a:noFill/>
          <a:ln w="0">
            <a:noFill/>
          </a:ln>
        </p:spPr>
        <p:txBody>
          <a:bodyPr wrap="none" lIns="0" tIns="0" rIns="0" bIns="0" anchor="t">
            <a:spAutoFit/>
          </a:bodyPr>
          <a:p>
            <a:pPr/>
            <a:r>
              <a:rPr lang="en-US" sz="1650" b="1" u="none" strike="noStrike">
                <a:solidFill>
                  <a:srgbClr val="EB6834"/>
                </a:solidFill>
                <a:effectLst/>
                <a:uFillTx/>
                <a:latin typeface="HelveticaNeue"/>
                <a:ea typeface="HelveticaNeue"/>
              </a:rPr>
              <a:t>5</a:t>
            </a:r>
            <a:endParaRPr lang="en-US" sz="1650" b="0" u="none" strike="noStrike">
              <a:solidFill>
                <a:srgbClr val="000000"/>
              </a:solidFill>
              <a:effectLst/>
              <a:uFillTx/>
              <a:latin typeface="游明朝体"/>
            </a:endParaRPr>
          </a:p>
        </p:txBody>
      </p:sp>
      <p:sp>
        <p:nvSpPr>
          <p:cNvPr id="2448" name=""/>
          <p:cNvSpPr txBox="1"/>
          <p:nvPr/>
        </p:nvSpPr>
        <p:spPr>
          <a:xfrm>
            <a:off x="1068840" y="2372760"/>
            <a:ext cx="2715120" cy="209160"/>
          </a:xfrm>
          <a:prstGeom prst="rect">
            <a:avLst/>
          </a:prstGeom>
          <a:noFill/>
          <a:ln w="0">
            <a:noFill/>
          </a:ln>
        </p:spPr>
        <p:txBody>
          <a:bodyPr wrap="none" lIns="0" tIns="0" rIns="0" bIns="0" anchor="t">
            <a:spAutoFit/>
          </a:bodyPr>
          <a:p>
            <a:pPr/>
            <a:r>
              <a:rPr lang="ja-JP" sz="1650" b="1" u="none" strike="noStrike">
                <a:solidFill>
                  <a:srgbClr val="EB6834"/>
                </a:solidFill>
                <a:effectLst/>
                <a:uFillTx/>
                <a:latin typeface="HiraginoSans-W7"/>
                <a:ea typeface="HiraginoSans-W7"/>
              </a:rPr>
              <a:t>⽇間の発電量予測（最終更新</a:t>
            </a:r>
            <a:endParaRPr lang="en-US" sz="1650" b="0" u="none" strike="noStrike">
              <a:solidFill>
                <a:srgbClr val="000000"/>
              </a:solidFill>
              <a:effectLst/>
              <a:uFillTx/>
              <a:latin typeface="游明朝体"/>
            </a:endParaRPr>
          </a:p>
        </p:txBody>
      </p:sp>
      <p:sp>
        <p:nvSpPr>
          <p:cNvPr id="2449" name=""/>
          <p:cNvSpPr txBox="1"/>
          <p:nvPr/>
        </p:nvSpPr>
        <p:spPr>
          <a:xfrm>
            <a:off x="3793320" y="2362680"/>
            <a:ext cx="1215360" cy="250200"/>
          </a:xfrm>
          <a:prstGeom prst="rect">
            <a:avLst/>
          </a:prstGeom>
          <a:noFill/>
          <a:ln w="0">
            <a:noFill/>
          </a:ln>
        </p:spPr>
        <p:txBody>
          <a:bodyPr wrap="none" lIns="0" tIns="0" rIns="0" bIns="0" anchor="t">
            <a:spAutoFit/>
          </a:bodyPr>
          <a:p>
            <a:pPr/>
            <a:r>
              <a:rPr lang="en-US" sz="1650" b="1" u="none" strike="noStrike">
                <a:solidFill>
                  <a:srgbClr val="EB6834"/>
                </a:solidFill>
                <a:effectLst/>
                <a:uFillTx/>
                <a:latin typeface="HelveticaNeue"/>
                <a:ea typeface="HelveticaNeue"/>
              </a:rPr>
              <a:t>: 2026-07-05</a:t>
            </a:r>
            <a:endParaRPr lang="en-US" sz="1650" b="0" u="none" strike="noStrike">
              <a:solidFill>
                <a:srgbClr val="000000"/>
              </a:solidFill>
              <a:effectLst/>
              <a:uFillTx/>
              <a:latin typeface="游明朝体"/>
            </a:endParaRPr>
          </a:p>
        </p:txBody>
      </p:sp>
      <p:sp>
        <p:nvSpPr>
          <p:cNvPr id="2450" name=""/>
          <p:cNvSpPr txBox="1"/>
          <p:nvPr/>
        </p:nvSpPr>
        <p:spPr>
          <a:xfrm>
            <a:off x="5012280" y="2372760"/>
            <a:ext cx="209520" cy="209160"/>
          </a:xfrm>
          <a:prstGeom prst="rect">
            <a:avLst/>
          </a:prstGeom>
          <a:noFill/>
          <a:ln w="0">
            <a:noFill/>
          </a:ln>
        </p:spPr>
        <p:txBody>
          <a:bodyPr wrap="none" lIns="0" tIns="0" rIns="0" bIns="0" anchor="t">
            <a:spAutoFit/>
          </a:bodyPr>
          <a:p>
            <a:pPr/>
            <a:r>
              <a:rPr lang="ja-JP" sz="1650" b="1" u="none" strike="noStrike">
                <a:solidFill>
                  <a:srgbClr val="EB6834"/>
                </a:solidFill>
                <a:effectLst/>
                <a:uFillTx/>
                <a:latin typeface="HiraginoSans-W7"/>
                <a:ea typeface="HiraginoSans-W7"/>
              </a:rPr>
              <a:t>）</a:t>
            </a:r>
            <a:endParaRPr lang="en-US" sz="1650" b="0" u="none" strike="noStrike">
              <a:solidFill>
                <a:srgbClr val="000000"/>
              </a:solidFill>
              <a:effectLst/>
              <a:uFillTx/>
              <a:latin typeface="游明朝体"/>
            </a:endParaRPr>
          </a:p>
        </p:txBody>
      </p:sp>
      <p:sp>
        <p:nvSpPr>
          <p:cNvPr id="2451" name=""/>
          <p:cNvSpPr txBox="1"/>
          <p:nvPr/>
        </p:nvSpPr>
        <p:spPr>
          <a:xfrm>
            <a:off x="666720" y="2864160"/>
            <a:ext cx="34200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⽇付</a:t>
            </a:r>
            <a:endParaRPr lang="en-US" sz="1350" b="0" u="none" strike="noStrike">
              <a:solidFill>
                <a:srgbClr val="000000"/>
              </a:solidFill>
              <a:effectLst/>
              <a:uFillTx/>
              <a:latin typeface="游明朝体"/>
            </a:endParaRPr>
          </a:p>
        </p:txBody>
      </p:sp>
      <p:sp>
        <p:nvSpPr>
          <p:cNvPr id="2452" name=""/>
          <p:cNvSpPr txBox="1"/>
          <p:nvPr/>
        </p:nvSpPr>
        <p:spPr>
          <a:xfrm>
            <a:off x="1622520" y="2856240"/>
            <a:ext cx="3643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2453" name=""/>
          <p:cNvSpPr txBox="1"/>
          <p:nvPr/>
        </p:nvSpPr>
        <p:spPr>
          <a:xfrm>
            <a:off x="2244960" y="2864160"/>
            <a:ext cx="512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平年⽐</a:t>
            </a:r>
            <a:endParaRPr lang="en-US" sz="1350" b="0" u="none" strike="noStrike">
              <a:solidFill>
                <a:srgbClr val="000000"/>
              </a:solidFill>
              <a:effectLst/>
              <a:uFillTx/>
              <a:latin typeface="游明朝体"/>
            </a:endParaRPr>
          </a:p>
        </p:txBody>
      </p:sp>
      <p:sp>
        <p:nvSpPr>
          <p:cNvPr id="2454" name=""/>
          <p:cNvSpPr txBox="1"/>
          <p:nvPr/>
        </p:nvSpPr>
        <p:spPr>
          <a:xfrm>
            <a:off x="3016440" y="2856240"/>
            <a:ext cx="34884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2455" name=""/>
          <p:cNvSpPr txBox="1"/>
          <p:nvPr/>
        </p:nvSpPr>
        <p:spPr>
          <a:xfrm>
            <a:off x="3623400" y="2864160"/>
            <a:ext cx="34200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天気</a:t>
            </a:r>
            <a:endParaRPr lang="en-US" sz="1350" b="0" u="none" strike="noStrike">
              <a:solidFill>
                <a:srgbClr val="000000"/>
              </a:solidFill>
              <a:effectLst/>
              <a:uFillTx/>
              <a:latin typeface="游明朝体"/>
            </a:endParaRPr>
          </a:p>
        </p:txBody>
      </p:sp>
      <p:sp>
        <p:nvSpPr>
          <p:cNvPr id="2456" name=""/>
          <p:cNvSpPr txBox="1"/>
          <p:nvPr/>
        </p:nvSpPr>
        <p:spPr>
          <a:xfrm>
            <a:off x="4223520" y="2856240"/>
            <a:ext cx="1843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a:t>
            </a:r>
            <a:endParaRPr lang="en-US" sz="1350" b="0" u="none" strike="noStrike">
              <a:solidFill>
                <a:srgbClr val="000000"/>
              </a:solidFill>
              <a:effectLst/>
              <a:uFillTx/>
              <a:latin typeface="游明朝体"/>
            </a:endParaRPr>
          </a:p>
        </p:txBody>
      </p:sp>
      <p:sp>
        <p:nvSpPr>
          <p:cNvPr id="2457" name=""/>
          <p:cNvSpPr txBox="1"/>
          <p:nvPr/>
        </p:nvSpPr>
        <p:spPr>
          <a:xfrm>
            <a:off x="4814280" y="2856240"/>
            <a:ext cx="2887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v3b</a:t>
            </a:r>
            <a:endParaRPr lang="en-US" sz="1350" b="0" u="none" strike="noStrike">
              <a:solidFill>
                <a:srgbClr val="000000"/>
              </a:solidFill>
              <a:effectLst/>
              <a:uFillTx/>
              <a:latin typeface="游明朝体"/>
            </a:endParaRPr>
          </a:p>
        </p:txBody>
      </p:sp>
      <p:sp>
        <p:nvSpPr>
          <p:cNvPr id="2458" name=""/>
          <p:cNvSpPr txBox="1"/>
          <p:nvPr/>
        </p:nvSpPr>
        <p:spPr>
          <a:xfrm>
            <a:off x="666720" y="3237120"/>
            <a:ext cx="4813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07/05(</a:t>
            </a:r>
            <a:endParaRPr lang="en-US" sz="1350" b="0" u="none" strike="noStrike">
              <a:solidFill>
                <a:srgbClr val="000000"/>
              </a:solidFill>
              <a:effectLst/>
              <a:uFillTx/>
              <a:latin typeface="游明朝体"/>
            </a:endParaRPr>
          </a:p>
        </p:txBody>
      </p:sp>
      <p:sp>
        <p:nvSpPr>
          <p:cNvPr id="2459" name=""/>
          <p:cNvSpPr txBox="1"/>
          <p:nvPr/>
        </p:nvSpPr>
        <p:spPr>
          <a:xfrm>
            <a:off x="1149480" y="324540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460" name=""/>
          <p:cNvSpPr txBox="1"/>
          <p:nvPr/>
        </p:nvSpPr>
        <p:spPr>
          <a:xfrm>
            <a:off x="1320840" y="3237120"/>
            <a:ext cx="171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2461" name=""/>
          <p:cNvSpPr txBox="1"/>
          <p:nvPr/>
        </p:nvSpPr>
        <p:spPr>
          <a:xfrm>
            <a:off x="1622520" y="323712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30.4</a:t>
            </a:r>
            <a:endParaRPr lang="en-US" sz="1350" b="0" u="none" strike="noStrike">
              <a:solidFill>
                <a:srgbClr val="000000"/>
              </a:solidFill>
              <a:effectLst/>
              <a:uFillTx/>
              <a:latin typeface="游明朝体"/>
            </a:endParaRPr>
          </a:p>
        </p:txBody>
      </p:sp>
      <p:sp>
        <p:nvSpPr>
          <p:cNvPr id="2462" name=""/>
          <p:cNvSpPr txBox="1"/>
          <p:nvPr/>
        </p:nvSpPr>
        <p:spPr>
          <a:xfrm>
            <a:off x="2244960" y="323712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1.48</a:t>
            </a:r>
            <a:endParaRPr lang="en-US" sz="1350" b="0" u="none" strike="noStrike">
              <a:solidFill>
                <a:srgbClr val="000000"/>
              </a:solidFill>
              <a:effectLst/>
              <a:uFillTx/>
              <a:latin typeface="游明朝体"/>
            </a:endParaRPr>
          </a:p>
        </p:txBody>
      </p:sp>
      <p:sp>
        <p:nvSpPr>
          <p:cNvPr id="2463" name=""/>
          <p:cNvSpPr txBox="1"/>
          <p:nvPr/>
        </p:nvSpPr>
        <p:spPr>
          <a:xfrm>
            <a:off x="3016440" y="3237120"/>
            <a:ext cx="2379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7.3</a:t>
            </a:r>
            <a:endParaRPr lang="en-US" sz="1350" b="0" u="none" strike="noStrike">
              <a:solidFill>
                <a:srgbClr val="000000"/>
              </a:solidFill>
              <a:effectLst/>
              <a:uFillTx/>
              <a:latin typeface="游明朝体"/>
            </a:endParaRPr>
          </a:p>
        </p:txBody>
      </p:sp>
      <p:sp>
        <p:nvSpPr>
          <p:cNvPr id="2464" name=""/>
          <p:cNvSpPr txBox="1"/>
          <p:nvPr/>
        </p:nvSpPr>
        <p:spPr>
          <a:xfrm>
            <a:off x="3623400" y="324540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晴れ</a:t>
            </a:r>
            <a:endParaRPr lang="en-US" sz="1350" b="0" u="none" strike="noStrike">
              <a:solidFill>
                <a:srgbClr val="000000"/>
              </a:solidFill>
              <a:effectLst/>
              <a:uFillTx/>
              <a:latin typeface="游明朝体"/>
            </a:endParaRPr>
          </a:p>
        </p:txBody>
      </p:sp>
      <p:sp>
        <p:nvSpPr>
          <p:cNvPr id="2465" name=""/>
          <p:cNvSpPr txBox="1"/>
          <p:nvPr/>
        </p:nvSpPr>
        <p:spPr>
          <a:xfrm>
            <a:off x="4223520" y="323712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18.4</a:t>
            </a:r>
            <a:endParaRPr lang="en-US" sz="1350" b="0" u="none" strike="noStrike">
              <a:solidFill>
                <a:srgbClr val="000000"/>
              </a:solidFill>
              <a:effectLst/>
              <a:uFillTx/>
              <a:latin typeface="游明朝体"/>
            </a:endParaRPr>
          </a:p>
        </p:txBody>
      </p:sp>
      <p:sp>
        <p:nvSpPr>
          <p:cNvPr id="2466" name=""/>
          <p:cNvSpPr txBox="1"/>
          <p:nvPr/>
        </p:nvSpPr>
        <p:spPr>
          <a:xfrm>
            <a:off x="4814280" y="323712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19.3</a:t>
            </a:r>
            <a:endParaRPr lang="en-US" sz="1350" b="0" u="none" strike="noStrike">
              <a:solidFill>
                <a:srgbClr val="000000"/>
              </a:solidFill>
              <a:effectLst/>
              <a:uFillTx/>
              <a:latin typeface="游明朝体"/>
            </a:endParaRPr>
          </a:p>
        </p:txBody>
      </p:sp>
      <p:sp>
        <p:nvSpPr>
          <p:cNvPr id="2467" name=""/>
          <p:cNvSpPr txBox="1"/>
          <p:nvPr/>
        </p:nvSpPr>
        <p:spPr>
          <a:xfrm>
            <a:off x="666720" y="3618360"/>
            <a:ext cx="4813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07/06(</a:t>
            </a:r>
            <a:endParaRPr lang="en-US" sz="1350" b="0" u="none" strike="noStrike">
              <a:solidFill>
                <a:srgbClr val="000000"/>
              </a:solidFill>
              <a:effectLst/>
              <a:uFillTx/>
              <a:latin typeface="游明朝体"/>
            </a:endParaRPr>
          </a:p>
        </p:txBody>
      </p:sp>
      <p:sp>
        <p:nvSpPr>
          <p:cNvPr id="2468" name=""/>
          <p:cNvSpPr txBox="1"/>
          <p:nvPr/>
        </p:nvSpPr>
        <p:spPr>
          <a:xfrm>
            <a:off x="1149480" y="362628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469" name=""/>
          <p:cNvSpPr txBox="1"/>
          <p:nvPr/>
        </p:nvSpPr>
        <p:spPr>
          <a:xfrm>
            <a:off x="1320840" y="3618360"/>
            <a:ext cx="171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2470" name=""/>
          <p:cNvSpPr txBox="1"/>
          <p:nvPr/>
        </p:nvSpPr>
        <p:spPr>
          <a:xfrm>
            <a:off x="1622520" y="361836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32.4</a:t>
            </a:r>
            <a:endParaRPr lang="en-US" sz="1350" b="0" u="none" strike="noStrike">
              <a:solidFill>
                <a:srgbClr val="000000"/>
              </a:solidFill>
              <a:effectLst/>
              <a:uFillTx/>
              <a:latin typeface="游明朝体"/>
            </a:endParaRPr>
          </a:p>
        </p:txBody>
      </p:sp>
      <p:sp>
        <p:nvSpPr>
          <p:cNvPr id="2471" name=""/>
          <p:cNvSpPr txBox="1"/>
          <p:nvPr/>
        </p:nvSpPr>
        <p:spPr>
          <a:xfrm>
            <a:off x="2244960" y="361836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1.59</a:t>
            </a:r>
            <a:endParaRPr lang="en-US" sz="1350" b="0" u="none" strike="noStrike">
              <a:solidFill>
                <a:srgbClr val="000000"/>
              </a:solidFill>
              <a:effectLst/>
              <a:uFillTx/>
              <a:latin typeface="游明朝体"/>
            </a:endParaRPr>
          </a:p>
        </p:txBody>
      </p:sp>
      <p:sp>
        <p:nvSpPr>
          <p:cNvPr id="2472" name=""/>
          <p:cNvSpPr txBox="1"/>
          <p:nvPr/>
        </p:nvSpPr>
        <p:spPr>
          <a:xfrm>
            <a:off x="3016440" y="3618360"/>
            <a:ext cx="2379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7.3</a:t>
            </a:r>
            <a:endParaRPr lang="en-US" sz="1350" b="0" u="none" strike="noStrike">
              <a:solidFill>
                <a:srgbClr val="000000"/>
              </a:solidFill>
              <a:effectLst/>
              <a:uFillTx/>
              <a:latin typeface="游明朝体"/>
            </a:endParaRPr>
          </a:p>
        </p:txBody>
      </p:sp>
      <p:sp>
        <p:nvSpPr>
          <p:cNvPr id="2473" name=""/>
          <p:cNvSpPr txBox="1"/>
          <p:nvPr/>
        </p:nvSpPr>
        <p:spPr>
          <a:xfrm>
            <a:off x="3623400" y="362628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晴れ</a:t>
            </a:r>
            <a:endParaRPr lang="en-US" sz="1350" b="0" u="none" strike="noStrike">
              <a:solidFill>
                <a:srgbClr val="000000"/>
              </a:solidFill>
              <a:effectLst/>
              <a:uFillTx/>
              <a:latin typeface="游明朝体"/>
            </a:endParaRPr>
          </a:p>
        </p:txBody>
      </p:sp>
      <p:sp>
        <p:nvSpPr>
          <p:cNvPr id="2474" name=""/>
          <p:cNvSpPr txBox="1"/>
          <p:nvPr/>
        </p:nvSpPr>
        <p:spPr>
          <a:xfrm>
            <a:off x="4223520" y="361836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18.5</a:t>
            </a:r>
            <a:endParaRPr lang="en-US" sz="1350" b="0" u="none" strike="noStrike">
              <a:solidFill>
                <a:srgbClr val="000000"/>
              </a:solidFill>
              <a:effectLst/>
              <a:uFillTx/>
              <a:latin typeface="游明朝体"/>
            </a:endParaRPr>
          </a:p>
        </p:txBody>
      </p:sp>
      <p:sp>
        <p:nvSpPr>
          <p:cNvPr id="2475" name=""/>
          <p:cNvSpPr txBox="1"/>
          <p:nvPr/>
        </p:nvSpPr>
        <p:spPr>
          <a:xfrm>
            <a:off x="4814280" y="361836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20.1</a:t>
            </a:r>
            <a:endParaRPr lang="en-US" sz="1350" b="0" u="none" strike="noStrike">
              <a:solidFill>
                <a:srgbClr val="000000"/>
              </a:solidFill>
              <a:effectLst/>
              <a:uFillTx/>
              <a:latin typeface="游明朝体"/>
            </a:endParaRPr>
          </a:p>
        </p:txBody>
      </p:sp>
      <p:sp>
        <p:nvSpPr>
          <p:cNvPr id="2476" name=""/>
          <p:cNvSpPr txBox="1"/>
          <p:nvPr/>
        </p:nvSpPr>
        <p:spPr>
          <a:xfrm>
            <a:off x="666720" y="3999240"/>
            <a:ext cx="4813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07/07(</a:t>
            </a:r>
            <a:endParaRPr lang="en-US" sz="1350" b="0" u="none" strike="noStrike">
              <a:solidFill>
                <a:srgbClr val="000000"/>
              </a:solidFill>
              <a:effectLst/>
              <a:uFillTx/>
              <a:latin typeface="游明朝体"/>
            </a:endParaRPr>
          </a:p>
        </p:txBody>
      </p:sp>
      <p:sp>
        <p:nvSpPr>
          <p:cNvPr id="2477" name=""/>
          <p:cNvSpPr txBox="1"/>
          <p:nvPr/>
        </p:nvSpPr>
        <p:spPr>
          <a:xfrm>
            <a:off x="1149480" y="400716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478" name=""/>
          <p:cNvSpPr txBox="1"/>
          <p:nvPr/>
        </p:nvSpPr>
        <p:spPr>
          <a:xfrm>
            <a:off x="1320840" y="3999240"/>
            <a:ext cx="171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2479" name=""/>
          <p:cNvSpPr txBox="1"/>
          <p:nvPr/>
        </p:nvSpPr>
        <p:spPr>
          <a:xfrm>
            <a:off x="1622520" y="399924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24.1</a:t>
            </a:r>
            <a:endParaRPr lang="en-US" sz="1350" b="0" u="none" strike="noStrike">
              <a:solidFill>
                <a:srgbClr val="000000"/>
              </a:solidFill>
              <a:effectLst/>
              <a:uFillTx/>
              <a:latin typeface="游明朝体"/>
            </a:endParaRPr>
          </a:p>
        </p:txBody>
      </p:sp>
      <p:sp>
        <p:nvSpPr>
          <p:cNvPr id="2480" name=""/>
          <p:cNvSpPr txBox="1"/>
          <p:nvPr/>
        </p:nvSpPr>
        <p:spPr>
          <a:xfrm>
            <a:off x="2244960" y="399924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1.18</a:t>
            </a:r>
            <a:endParaRPr lang="en-US" sz="1350" b="0" u="none" strike="noStrike">
              <a:solidFill>
                <a:srgbClr val="000000"/>
              </a:solidFill>
              <a:effectLst/>
              <a:uFillTx/>
              <a:latin typeface="游明朝体"/>
            </a:endParaRPr>
          </a:p>
        </p:txBody>
      </p:sp>
      <p:sp>
        <p:nvSpPr>
          <p:cNvPr id="2481" name=""/>
          <p:cNvSpPr txBox="1"/>
          <p:nvPr/>
        </p:nvSpPr>
        <p:spPr>
          <a:xfrm>
            <a:off x="3016440" y="3999240"/>
            <a:ext cx="2379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5.5</a:t>
            </a:r>
            <a:endParaRPr lang="en-US" sz="1350" b="0" u="none" strike="noStrike">
              <a:solidFill>
                <a:srgbClr val="000000"/>
              </a:solidFill>
              <a:effectLst/>
              <a:uFillTx/>
              <a:latin typeface="游明朝体"/>
            </a:endParaRPr>
          </a:p>
        </p:txBody>
      </p:sp>
      <p:sp>
        <p:nvSpPr>
          <p:cNvPr id="2482" name=""/>
          <p:cNvSpPr txBox="1"/>
          <p:nvPr/>
        </p:nvSpPr>
        <p:spPr>
          <a:xfrm>
            <a:off x="3623400" y="400716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晴れ</a:t>
            </a:r>
            <a:endParaRPr lang="en-US" sz="1350" b="0" u="none" strike="noStrike">
              <a:solidFill>
                <a:srgbClr val="000000"/>
              </a:solidFill>
              <a:effectLst/>
              <a:uFillTx/>
              <a:latin typeface="游明朝体"/>
            </a:endParaRPr>
          </a:p>
        </p:txBody>
      </p:sp>
      <p:sp>
        <p:nvSpPr>
          <p:cNvPr id="2483" name=""/>
          <p:cNvSpPr txBox="1"/>
          <p:nvPr/>
        </p:nvSpPr>
        <p:spPr>
          <a:xfrm>
            <a:off x="4223520" y="399924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16.8</a:t>
            </a:r>
            <a:endParaRPr lang="en-US" sz="1350" b="0" u="none" strike="noStrike">
              <a:solidFill>
                <a:srgbClr val="000000"/>
              </a:solidFill>
              <a:effectLst/>
              <a:uFillTx/>
              <a:latin typeface="游明朝体"/>
            </a:endParaRPr>
          </a:p>
        </p:txBody>
      </p:sp>
      <p:sp>
        <p:nvSpPr>
          <p:cNvPr id="2484" name=""/>
          <p:cNvSpPr txBox="1"/>
          <p:nvPr/>
        </p:nvSpPr>
        <p:spPr>
          <a:xfrm>
            <a:off x="4814280" y="399924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18.2</a:t>
            </a:r>
            <a:endParaRPr lang="en-US" sz="1350" b="0" u="none" strike="noStrike">
              <a:solidFill>
                <a:srgbClr val="000000"/>
              </a:solidFill>
              <a:effectLst/>
              <a:uFillTx/>
              <a:latin typeface="游明朝体"/>
            </a:endParaRPr>
          </a:p>
        </p:txBody>
      </p:sp>
      <p:sp>
        <p:nvSpPr>
          <p:cNvPr id="2485" name=""/>
          <p:cNvSpPr txBox="1"/>
          <p:nvPr/>
        </p:nvSpPr>
        <p:spPr>
          <a:xfrm>
            <a:off x="666720" y="4380120"/>
            <a:ext cx="4813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07/08(</a:t>
            </a:r>
            <a:endParaRPr lang="en-US" sz="1350" b="0" u="none" strike="noStrike">
              <a:solidFill>
                <a:srgbClr val="000000"/>
              </a:solidFill>
              <a:effectLst/>
              <a:uFillTx/>
              <a:latin typeface="游明朝体"/>
            </a:endParaRPr>
          </a:p>
        </p:txBody>
      </p:sp>
      <p:sp>
        <p:nvSpPr>
          <p:cNvPr id="2486" name=""/>
          <p:cNvSpPr txBox="1"/>
          <p:nvPr/>
        </p:nvSpPr>
        <p:spPr>
          <a:xfrm>
            <a:off x="1149480" y="438840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487" name=""/>
          <p:cNvSpPr txBox="1"/>
          <p:nvPr/>
        </p:nvSpPr>
        <p:spPr>
          <a:xfrm>
            <a:off x="1320840" y="4380120"/>
            <a:ext cx="171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2488" name=""/>
          <p:cNvSpPr txBox="1"/>
          <p:nvPr/>
        </p:nvSpPr>
        <p:spPr>
          <a:xfrm>
            <a:off x="1622520" y="438012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21.4</a:t>
            </a:r>
            <a:endParaRPr lang="en-US" sz="1350" b="0" u="none" strike="noStrike">
              <a:solidFill>
                <a:srgbClr val="000000"/>
              </a:solidFill>
              <a:effectLst/>
              <a:uFillTx/>
              <a:latin typeface="游明朝体"/>
            </a:endParaRPr>
          </a:p>
        </p:txBody>
      </p:sp>
      <p:sp>
        <p:nvSpPr>
          <p:cNvPr id="2489" name=""/>
          <p:cNvSpPr txBox="1"/>
          <p:nvPr/>
        </p:nvSpPr>
        <p:spPr>
          <a:xfrm>
            <a:off x="2244960" y="438012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1.05</a:t>
            </a:r>
            <a:endParaRPr lang="en-US" sz="1350" b="0" u="none" strike="noStrike">
              <a:solidFill>
                <a:srgbClr val="000000"/>
              </a:solidFill>
              <a:effectLst/>
              <a:uFillTx/>
              <a:latin typeface="游明朝体"/>
            </a:endParaRPr>
          </a:p>
        </p:txBody>
      </p:sp>
      <p:sp>
        <p:nvSpPr>
          <p:cNvPr id="2490" name=""/>
          <p:cNvSpPr txBox="1"/>
          <p:nvPr/>
        </p:nvSpPr>
        <p:spPr>
          <a:xfrm>
            <a:off x="3016440" y="4380120"/>
            <a:ext cx="2379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5.5</a:t>
            </a:r>
            <a:endParaRPr lang="en-US" sz="1350" b="0" u="none" strike="noStrike">
              <a:solidFill>
                <a:srgbClr val="000000"/>
              </a:solidFill>
              <a:effectLst/>
              <a:uFillTx/>
              <a:latin typeface="游明朝体"/>
            </a:endParaRPr>
          </a:p>
        </p:txBody>
      </p:sp>
      <p:sp>
        <p:nvSpPr>
          <p:cNvPr id="2491" name=""/>
          <p:cNvSpPr txBox="1"/>
          <p:nvPr/>
        </p:nvSpPr>
        <p:spPr>
          <a:xfrm>
            <a:off x="3623400" y="438840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晴れ</a:t>
            </a:r>
            <a:endParaRPr lang="en-US" sz="1350" b="0" u="none" strike="noStrike">
              <a:solidFill>
                <a:srgbClr val="000000"/>
              </a:solidFill>
              <a:effectLst/>
              <a:uFillTx/>
              <a:latin typeface="游明朝体"/>
            </a:endParaRPr>
          </a:p>
        </p:txBody>
      </p:sp>
      <p:sp>
        <p:nvSpPr>
          <p:cNvPr id="2492" name=""/>
          <p:cNvSpPr txBox="1"/>
          <p:nvPr/>
        </p:nvSpPr>
        <p:spPr>
          <a:xfrm>
            <a:off x="4223520" y="438012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16.4</a:t>
            </a:r>
            <a:endParaRPr lang="en-US" sz="1350" b="0" u="none" strike="noStrike">
              <a:solidFill>
                <a:srgbClr val="000000"/>
              </a:solidFill>
              <a:effectLst/>
              <a:uFillTx/>
              <a:latin typeface="游明朝体"/>
            </a:endParaRPr>
          </a:p>
        </p:txBody>
      </p:sp>
      <p:sp>
        <p:nvSpPr>
          <p:cNvPr id="2493" name=""/>
          <p:cNvSpPr txBox="1"/>
          <p:nvPr/>
        </p:nvSpPr>
        <p:spPr>
          <a:xfrm>
            <a:off x="4814280" y="438012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17.2</a:t>
            </a:r>
            <a:endParaRPr lang="en-US" sz="1350" b="0" u="none" strike="noStrike">
              <a:solidFill>
                <a:srgbClr val="000000"/>
              </a:solidFill>
              <a:effectLst/>
              <a:uFillTx/>
              <a:latin typeface="游明朝体"/>
            </a:endParaRPr>
          </a:p>
        </p:txBody>
      </p:sp>
      <p:sp>
        <p:nvSpPr>
          <p:cNvPr id="2494" name=""/>
          <p:cNvSpPr txBox="1"/>
          <p:nvPr/>
        </p:nvSpPr>
        <p:spPr>
          <a:xfrm>
            <a:off x="666720" y="4761360"/>
            <a:ext cx="4813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07/09(</a:t>
            </a:r>
            <a:endParaRPr lang="en-US" sz="1350" b="0" u="none" strike="noStrike">
              <a:solidFill>
                <a:srgbClr val="000000"/>
              </a:solidFill>
              <a:effectLst/>
              <a:uFillTx/>
              <a:latin typeface="游明朝体"/>
            </a:endParaRPr>
          </a:p>
        </p:txBody>
      </p:sp>
      <p:sp>
        <p:nvSpPr>
          <p:cNvPr id="2495" name=""/>
          <p:cNvSpPr txBox="1"/>
          <p:nvPr/>
        </p:nvSpPr>
        <p:spPr>
          <a:xfrm>
            <a:off x="1149480" y="476928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496" name=""/>
          <p:cNvSpPr txBox="1"/>
          <p:nvPr/>
        </p:nvSpPr>
        <p:spPr>
          <a:xfrm>
            <a:off x="1320840" y="4761360"/>
            <a:ext cx="171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2497" name=""/>
          <p:cNvSpPr txBox="1"/>
          <p:nvPr/>
        </p:nvSpPr>
        <p:spPr>
          <a:xfrm>
            <a:off x="1622520" y="476136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22.3</a:t>
            </a:r>
            <a:endParaRPr lang="en-US" sz="1350" b="0" u="none" strike="noStrike">
              <a:solidFill>
                <a:srgbClr val="000000"/>
              </a:solidFill>
              <a:effectLst/>
              <a:uFillTx/>
              <a:latin typeface="游明朝体"/>
            </a:endParaRPr>
          </a:p>
        </p:txBody>
      </p:sp>
      <p:sp>
        <p:nvSpPr>
          <p:cNvPr id="2498" name=""/>
          <p:cNvSpPr txBox="1"/>
          <p:nvPr/>
        </p:nvSpPr>
        <p:spPr>
          <a:xfrm>
            <a:off x="2244960" y="476136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1.10</a:t>
            </a:r>
            <a:endParaRPr lang="en-US" sz="1350" b="0" u="none" strike="noStrike">
              <a:solidFill>
                <a:srgbClr val="000000"/>
              </a:solidFill>
              <a:effectLst/>
              <a:uFillTx/>
              <a:latin typeface="游明朝体"/>
            </a:endParaRPr>
          </a:p>
        </p:txBody>
      </p:sp>
      <p:sp>
        <p:nvSpPr>
          <p:cNvPr id="2499" name=""/>
          <p:cNvSpPr txBox="1"/>
          <p:nvPr/>
        </p:nvSpPr>
        <p:spPr>
          <a:xfrm>
            <a:off x="3016440" y="4761360"/>
            <a:ext cx="2379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5.5</a:t>
            </a:r>
            <a:endParaRPr lang="en-US" sz="1350" b="0" u="none" strike="noStrike">
              <a:solidFill>
                <a:srgbClr val="000000"/>
              </a:solidFill>
              <a:effectLst/>
              <a:uFillTx/>
              <a:latin typeface="游明朝体"/>
            </a:endParaRPr>
          </a:p>
        </p:txBody>
      </p:sp>
      <p:sp>
        <p:nvSpPr>
          <p:cNvPr id="2500" name=""/>
          <p:cNvSpPr txBox="1"/>
          <p:nvPr/>
        </p:nvSpPr>
        <p:spPr>
          <a:xfrm>
            <a:off x="3623400" y="476928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晴れ</a:t>
            </a:r>
            <a:endParaRPr lang="en-US" sz="1350" b="0" u="none" strike="noStrike">
              <a:solidFill>
                <a:srgbClr val="000000"/>
              </a:solidFill>
              <a:effectLst/>
              <a:uFillTx/>
              <a:latin typeface="游明朝体"/>
            </a:endParaRPr>
          </a:p>
        </p:txBody>
      </p:sp>
      <p:sp>
        <p:nvSpPr>
          <p:cNvPr id="2501" name=""/>
          <p:cNvSpPr txBox="1"/>
          <p:nvPr/>
        </p:nvSpPr>
        <p:spPr>
          <a:xfrm>
            <a:off x="4223520" y="476136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16.8</a:t>
            </a:r>
            <a:endParaRPr lang="en-US" sz="1350" b="0" u="none" strike="noStrike">
              <a:solidFill>
                <a:srgbClr val="000000"/>
              </a:solidFill>
              <a:effectLst/>
              <a:uFillTx/>
              <a:latin typeface="游明朝体"/>
            </a:endParaRPr>
          </a:p>
        </p:txBody>
      </p:sp>
      <p:sp>
        <p:nvSpPr>
          <p:cNvPr id="2502" name=""/>
          <p:cNvSpPr txBox="1"/>
          <p:nvPr/>
        </p:nvSpPr>
        <p:spPr>
          <a:xfrm>
            <a:off x="4814280" y="476136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18.1</a:t>
            </a:r>
            <a:endParaRPr lang="en-US" sz="1350" b="0" u="none" strike="noStrike">
              <a:solidFill>
                <a:srgbClr val="000000"/>
              </a:solidFill>
              <a:effectLst/>
              <a:uFillTx/>
              <a:latin typeface="游明朝体"/>
            </a:endParaRPr>
          </a:p>
        </p:txBody>
      </p:sp>
      <p:sp>
        <p:nvSpPr>
          <p:cNvPr id="2503" name=""/>
          <p:cNvSpPr txBox="1"/>
          <p:nvPr/>
        </p:nvSpPr>
        <p:spPr>
          <a:xfrm>
            <a:off x="533520" y="522828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単位</a:t>
            </a:r>
            <a:endParaRPr lang="en-US" sz="1500" b="0" u="none" strike="noStrike">
              <a:solidFill>
                <a:srgbClr val="000000"/>
              </a:solidFill>
              <a:effectLst/>
              <a:uFillTx/>
              <a:latin typeface="游明朝体"/>
            </a:endParaRPr>
          </a:p>
        </p:txBody>
      </p:sp>
      <p:sp>
        <p:nvSpPr>
          <p:cNvPr id="2504" name=""/>
          <p:cNvSpPr txBox="1"/>
          <p:nvPr/>
        </p:nvSpPr>
        <p:spPr>
          <a:xfrm>
            <a:off x="914400" y="5219280"/>
            <a:ext cx="11581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GSR(MJ/m²)</a:t>
            </a:r>
            <a:endParaRPr lang="en-US" sz="1500" b="0" u="none" strike="noStrike">
              <a:solidFill>
                <a:srgbClr val="000000"/>
              </a:solidFill>
              <a:effectLst/>
              <a:uFillTx/>
              <a:latin typeface="游明朝体"/>
            </a:endParaRPr>
          </a:p>
        </p:txBody>
      </p:sp>
      <p:sp>
        <p:nvSpPr>
          <p:cNvPr id="2505" name=""/>
          <p:cNvSpPr txBox="1"/>
          <p:nvPr/>
        </p:nvSpPr>
        <p:spPr>
          <a:xfrm>
            <a:off x="2071800" y="522828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2506" name=""/>
          <p:cNvSpPr txBox="1"/>
          <p:nvPr/>
        </p:nvSpPr>
        <p:spPr>
          <a:xfrm>
            <a:off x="2262240" y="5219280"/>
            <a:ext cx="5864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SSD(h)</a:t>
            </a:r>
            <a:endParaRPr lang="en-US" sz="1500" b="0" u="none" strike="noStrike">
              <a:solidFill>
                <a:srgbClr val="000000"/>
              </a:solidFill>
              <a:effectLst/>
              <a:uFillTx/>
              <a:latin typeface="游明朝体"/>
            </a:endParaRPr>
          </a:p>
        </p:txBody>
      </p:sp>
      <p:sp>
        <p:nvSpPr>
          <p:cNvPr id="2507" name=""/>
          <p:cNvSpPr txBox="1"/>
          <p:nvPr/>
        </p:nvSpPr>
        <p:spPr>
          <a:xfrm>
            <a:off x="2847960" y="522828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2508" name=""/>
          <p:cNvSpPr txBox="1"/>
          <p:nvPr/>
        </p:nvSpPr>
        <p:spPr>
          <a:xfrm>
            <a:off x="3038400" y="5219280"/>
            <a:ext cx="10594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v3/v3b(kWh)</a:t>
            </a:r>
            <a:endParaRPr lang="en-US" sz="1500" b="0" u="none" strike="noStrike">
              <a:solidFill>
                <a:srgbClr val="000000"/>
              </a:solidFill>
              <a:effectLst/>
              <a:uFillTx/>
              <a:latin typeface="游明朝体"/>
            </a:endParaRPr>
          </a:p>
        </p:txBody>
      </p:sp>
      <p:sp>
        <p:nvSpPr>
          <p:cNvPr id="2509" name=""/>
          <p:cNvSpPr txBox="1"/>
          <p:nvPr/>
        </p:nvSpPr>
        <p:spPr>
          <a:xfrm>
            <a:off x="4096800" y="5228280"/>
            <a:ext cx="762840" cy="19116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iraginoSans-W4"/>
                <a:ea typeface="HiraginoSans-W4"/>
              </a:rPr>
              <a:t> モデル</a:t>
            </a:r>
            <a:endParaRPr lang="en-US" sz="1500" b="0" u="none" strike="noStrike">
              <a:solidFill>
                <a:srgbClr val="000000"/>
              </a:solidFill>
              <a:effectLst/>
              <a:uFillTx/>
              <a:latin typeface="游明朝体"/>
            </a:endParaRPr>
          </a:p>
        </p:txBody>
      </p:sp>
      <p:sp>
        <p:nvSpPr>
          <p:cNvPr id="2510" name=""/>
          <p:cNvSpPr txBox="1"/>
          <p:nvPr/>
        </p:nvSpPr>
        <p:spPr>
          <a:xfrm>
            <a:off x="4849200" y="5219280"/>
            <a:ext cx="8301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Random</a:t>
            </a:r>
            <a:endParaRPr lang="en-US" sz="1500" b="0" u="none" strike="noStrike">
              <a:solidFill>
                <a:srgbClr val="000000"/>
              </a:solidFill>
              <a:effectLst/>
              <a:uFillTx/>
              <a:latin typeface="游明朝体"/>
            </a:endParaRPr>
          </a:p>
        </p:txBody>
      </p:sp>
      <p:sp>
        <p:nvSpPr>
          <p:cNvPr id="2511" name=""/>
          <p:cNvSpPr txBox="1"/>
          <p:nvPr/>
        </p:nvSpPr>
        <p:spPr>
          <a:xfrm>
            <a:off x="533520" y="5505120"/>
            <a:ext cx="7945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Forest v3</a:t>
            </a:r>
            <a:endParaRPr lang="en-US" sz="1500" b="0" u="none" strike="noStrike">
              <a:solidFill>
                <a:srgbClr val="000000"/>
              </a:solidFill>
              <a:effectLst/>
              <a:uFillTx/>
              <a:latin typeface="游明朝体"/>
            </a:endParaRPr>
          </a:p>
        </p:txBody>
      </p:sp>
      <p:sp>
        <p:nvSpPr>
          <p:cNvPr id="2512" name=""/>
          <p:cNvSpPr txBox="1"/>
          <p:nvPr/>
        </p:nvSpPr>
        <p:spPr>
          <a:xfrm>
            <a:off x="1323720" y="551412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2513" name=""/>
          <p:cNvSpPr txBox="1"/>
          <p:nvPr/>
        </p:nvSpPr>
        <p:spPr>
          <a:xfrm>
            <a:off x="1514160" y="5505120"/>
            <a:ext cx="16959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CV MAE=2.09 kWh/</a:t>
            </a:r>
            <a:endParaRPr lang="en-US" sz="1500" b="0" u="none" strike="noStrike">
              <a:solidFill>
                <a:srgbClr val="000000"/>
              </a:solidFill>
              <a:effectLst/>
              <a:uFillTx/>
              <a:latin typeface="游明朝体"/>
            </a:endParaRPr>
          </a:p>
        </p:txBody>
      </p:sp>
      <p:sp>
        <p:nvSpPr>
          <p:cNvPr id="2514" name=""/>
          <p:cNvSpPr txBox="1"/>
          <p:nvPr/>
        </p:nvSpPr>
        <p:spPr>
          <a:xfrm>
            <a:off x="3209400" y="551412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pic>
        <p:nvPicPr>
          <p:cNvPr id="2515" name=""/>
          <p:cNvPicPr/>
          <p:nvPr/>
        </p:nvPicPr>
        <p:blipFill>
          <a:blip r:embed="rId8"/>
          <a:stretch/>
        </p:blipFill>
        <p:spPr>
          <a:xfrm>
            <a:off x="6210360" y="1714320"/>
            <a:ext cx="5447880" cy="3362040"/>
          </a:xfrm>
          <a:prstGeom prst="rect">
            <a:avLst/>
          </a:prstGeom>
          <a:noFill/>
          <a:ln w="0">
            <a:noFill/>
          </a:ln>
        </p:spPr>
      </p:pic>
      <p:sp>
        <p:nvSpPr>
          <p:cNvPr id="2516" name=""/>
          <p:cNvSpPr txBox="1"/>
          <p:nvPr/>
        </p:nvSpPr>
        <p:spPr>
          <a:xfrm>
            <a:off x="8096400" y="1347840"/>
            <a:ext cx="1677240" cy="153000"/>
          </a:xfrm>
          <a:prstGeom prst="rect">
            <a:avLst/>
          </a:prstGeom>
          <a:noFill/>
          <a:ln w="0">
            <a:noFill/>
          </a:ln>
        </p:spPr>
        <p:txBody>
          <a:bodyPr wrap="none" lIns="0" tIns="0" rIns="0" bIns="0" anchor="t">
            <a:spAutoFit/>
          </a:bodyPr>
          <a:p>
            <a:pPr/>
            <a:r>
              <a:rPr lang="ja-JP" sz="1200" b="1" u="none" strike="noStrike">
                <a:solidFill>
                  <a:srgbClr val="2563EB"/>
                </a:solidFill>
                <a:effectLst/>
                <a:uFillTx/>
                <a:latin typeface="HiraginoSans-W6"/>
                <a:ea typeface="HiraginoSans-W6"/>
              </a:rPr>
              <a:t>太陽光発電量予測の検証</a:t>
            </a:r>
            <a:endParaRPr lang="en-US" sz="1200" b="0" u="none" strike="noStrike">
              <a:solidFill>
                <a:srgbClr val="000000"/>
              </a:solidFill>
              <a:effectLst/>
              <a:uFillTx/>
              <a:latin typeface="游明朝体"/>
            </a:endParaRPr>
          </a:p>
        </p:txBody>
      </p:sp>
      <p:sp>
        <p:nvSpPr>
          <p:cNvPr id="2517" name=""/>
          <p:cNvSpPr txBox="1"/>
          <p:nvPr/>
        </p:nvSpPr>
        <p:spPr>
          <a:xfrm>
            <a:off x="723960" y="6189480"/>
            <a:ext cx="525996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精度評価は継続中。⽇次での予測・検証サイクルを運⽤している</a:t>
            </a:r>
            <a:endParaRPr lang="en-US" sz="1430" b="0" u="none" strike="noStrike">
              <a:solidFill>
                <a:srgbClr val="000000"/>
              </a:solidFill>
              <a:effectLst/>
              <a:uFillTx/>
              <a:latin typeface="游明朝体"/>
            </a:endParaRPr>
          </a:p>
        </p:txBody>
      </p:sp>
      <p:sp>
        <p:nvSpPr>
          <p:cNvPr id="2518"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16</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2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2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22" name=""/>
          <p:cNvSpPr/>
          <p:nvPr/>
        </p:nvSpPr>
        <p:spPr>
          <a:xfrm>
            <a:off x="533160" y="13712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3" name=""/>
          <p:cNvSpPr/>
          <p:nvPr/>
        </p:nvSpPr>
        <p:spPr>
          <a:xfrm>
            <a:off x="618840" y="1790640"/>
            <a:ext cx="57600" cy="57240"/>
          </a:xfrm>
          <a:custGeom>
            <a:avLst/>
            <a:gdLst/>
            <a:ahLst/>
            <a:rect l="0" t="0" r="r" b="b"/>
            <a:pathLst>
              <a:path w="160" h="159">
                <a:moveTo>
                  <a:pt x="160" y="80"/>
                </a:moveTo>
                <a:cubicBezTo>
                  <a:pt x="160" y="91"/>
                  <a:pt x="158" y="101"/>
                  <a:pt x="154" y="110"/>
                </a:cubicBezTo>
                <a:cubicBezTo>
                  <a:pt x="150" y="120"/>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20"/>
                  <a:pt x="6" y="110"/>
                </a:cubicBezTo>
                <a:cubicBezTo>
                  <a:pt x="2" y="101"/>
                  <a:pt x="0" y="91"/>
                  <a:pt x="0" y="80"/>
                </a:cubicBezTo>
                <a:cubicBezTo>
                  <a:pt x="0" y="70"/>
                  <a:pt x="2" y="59"/>
                  <a:pt x="6" y="50"/>
                </a:cubicBezTo>
                <a:cubicBezTo>
                  <a:pt x="10" y="40"/>
                  <a:pt x="16" y="31"/>
                  <a:pt x="24" y="24"/>
                </a:cubicBezTo>
                <a:cubicBezTo>
                  <a:pt x="31" y="16"/>
                  <a:pt x="40" y="11"/>
                  <a:pt x="49" y="7"/>
                </a:cubicBezTo>
                <a:cubicBezTo>
                  <a:pt x="59" y="2"/>
                  <a:pt x="69" y="0"/>
                  <a:pt x="80" y="0"/>
                </a:cubicBezTo>
                <a:cubicBezTo>
                  <a:pt x="90" y="0"/>
                  <a:pt x="101" y="2"/>
                  <a:pt x="111" y="7"/>
                </a:cubicBezTo>
                <a:cubicBezTo>
                  <a:pt x="121" y="11"/>
                  <a:pt x="129" y="16"/>
                  <a:pt x="137" y="24"/>
                </a:cubicBezTo>
                <a:cubicBezTo>
                  <a:pt x="144" y="31"/>
                  <a:pt x="150" y="40"/>
                  <a:pt x="154" y="50"/>
                </a:cubicBezTo>
                <a:cubicBezTo>
                  <a:pt x="158" y="59"/>
                  <a:pt x="160" y="70"/>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4" name=""/>
          <p:cNvSpPr txBox="1"/>
          <p:nvPr/>
        </p:nvSpPr>
        <p:spPr>
          <a:xfrm>
            <a:off x="533520" y="855360"/>
            <a:ext cx="5334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運⽤を通じた説明変数の⾒直し</a:t>
            </a:r>
            <a:endParaRPr lang="en-US" sz="3000" b="0" u="none" strike="noStrike">
              <a:solidFill>
                <a:srgbClr val="000000"/>
              </a:solidFill>
              <a:effectLst/>
              <a:uFillTx/>
              <a:latin typeface="游明朝体"/>
            </a:endParaRPr>
          </a:p>
        </p:txBody>
      </p:sp>
      <p:sp>
        <p:nvSpPr>
          <p:cNvPr id="2525" name=""/>
          <p:cNvSpPr txBox="1"/>
          <p:nvPr/>
        </p:nvSpPr>
        <p:spPr>
          <a:xfrm>
            <a:off x="799920" y="1703880"/>
            <a:ext cx="3620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初期モデルは説明変数の選定を含めて⽣成</a:t>
            </a:r>
            <a:endParaRPr lang="en-US" sz="1500" b="0" u="none" strike="noStrike">
              <a:solidFill>
                <a:srgbClr val="000000"/>
              </a:solidFill>
              <a:effectLst/>
              <a:uFillTx/>
              <a:latin typeface="游明朝体"/>
            </a:endParaRPr>
          </a:p>
        </p:txBody>
      </p:sp>
      <p:sp>
        <p:nvSpPr>
          <p:cNvPr id="2526" name=""/>
          <p:cNvSpPr txBox="1"/>
          <p:nvPr/>
        </p:nvSpPr>
        <p:spPr>
          <a:xfrm>
            <a:off x="4404240" y="169524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527" name=""/>
          <p:cNvSpPr txBox="1"/>
          <p:nvPr/>
        </p:nvSpPr>
        <p:spPr>
          <a:xfrm>
            <a:off x="4577040" y="170388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a:t>
            </a:r>
            <a:endParaRPr lang="en-US" sz="1500" b="0" u="none" strike="noStrike">
              <a:solidFill>
                <a:srgbClr val="000000"/>
              </a:solidFill>
              <a:effectLst/>
              <a:uFillTx/>
              <a:latin typeface="游明朝体"/>
            </a:endParaRPr>
          </a:p>
        </p:txBody>
      </p:sp>
      <p:sp>
        <p:nvSpPr>
          <p:cNvPr id="2528" name=""/>
          <p:cNvSpPr/>
          <p:nvPr/>
        </p:nvSpPr>
        <p:spPr>
          <a:xfrm>
            <a:off x="618840" y="2523960"/>
            <a:ext cx="57600" cy="57600"/>
          </a:xfrm>
          <a:custGeom>
            <a:avLst/>
            <a:gdLst/>
            <a:ahLst/>
            <a:rect l="0" t="0" r="r" b="b"/>
            <a:pathLst>
              <a:path w="160" h="160">
                <a:moveTo>
                  <a:pt x="160" y="80"/>
                </a:moveTo>
                <a:cubicBezTo>
                  <a:pt x="160" y="91"/>
                  <a:pt x="158" y="101"/>
                  <a:pt x="154" y="111"/>
                </a:cubicBezTo>
                <a:cubicBezTo>
                  <a:pt x="150" y="120"/>
                  <a:pt x="144" y="129"/>
                  <a:pt x="137" y="136"/>
                </a:cubicBezTo>
                <a:cubicBezTo>
                  <a:pt x="129" y="144"/>
                  <a:pt x="121" y="150"/>
                  <a:pt x="111" y="154"/>
                </a:cubicBezTo>
                <a:cubicBezTo>
                  <a:pt x="101" y="158"/>
                  <a:pt x="90" y="160"/>
                  <a:pt x="80" y="160"/>
                </a:cubicBezTo>
                <a:cubicBezTo>
                  <a:pt x="69" y="160"/>
                  <a:pt x="59" y="158"/>
                  <a:pt x="49" y="154"/>
                </a:cubicBezTo>
                <a:cubicBezTo>
                  <a:pt x="40" y="150"/>
                  <a:pt x="31" y="144"/>
                  <a:pt x="24" y="136"/>
                </a:cubicBezTo>
                <a:cubicBezTo>
                  <a:pt x="16" y="129"/>
                  <a:pt x="10" y="120"/>
                  <a:pt x="6" y="111"/>
                </a:cubicBezTo>
                <a:cubicBezTo>
                  <a:pt x="2" y="101"/>
                  <a:pt x="0" y="91"/>
                  <a:pt x="0" y="80"/>
                </a:cubicBezTo>
                <a:cubicBezTo>
                  <a:pt x="0" y="70"/>
                  <a:pt x="2" y="60"/>
                  <a:pt x="6" y="50"/>
                </a:cubicBezTo>
                <a:cubicBezTo>
                  <a:pt x="10" y="40"/>
                  <a:pt x="16" y="32"/>
                  <a:pt x="24" y="24"/>
                </a:cubicBezTo>
                <a:cubicBezTo>
                  <a:pt x="31" y="16"/>
                  <a:pt x="40" y="10"/>
                  <a:pt x="49" y="6"/>
                </a:cubicBezTo>
                <a:cubicBezTo>
                  <a:pt x="59" y="2"/>
                  <a:pt x="69" y="0"/>
                  <a:pt x="80" y="0"/>
                </a:cubicBezTo>
                <a:cubicBezTo>
                  <a:pt x="90" y="0"/>
                  <a:pt x="101" y="2"/>
                  <a:pt x="111" y="6"/>
                </a:cubicBezTo>
                <a:cubicBezTo>
                  <a:pt x="121" y="10"/>
                  <a:pt x="129" y="16"/>
                  <a:pt x="137" y="24"/>
                </a:cubicBezTo>
                <a:cubicBezTo>
                  <a:pt x="144" y="32"/>
                  <a:pt x="150" y="40"/>
                  <a:pt x="154" y="50"/>
                </a:cubicBezTo>
                <a:cubicBezTo>
                  <a:pt x="158" y="60"/>
                  <a:pt x="160" y="70"/>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29" name=""/>
          <p:cNvSpPr txBox="1"/>
          <p:nvPr/>
        </p:nvSpPr>
        <p:spPr>
          <a:xfrm>
            <a:off x="799920" y="2046960"/>
            <a:ext cx="2286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⼀任し、⼀定の精度を確保</a:t>
            </a:r>
            <a:endParaRPr lang="en-US" sz="1500" b="0" u="none" strike="noStrike">
              <a:solidFill>
                <a:srgbClr val="000000"/>
              </a:solidFill>
              <a:effectLst/>
              <a:uFillTx/>
              <a:latin typeface="游明朝体"/>
            </a:endParaRPr>
          </a:p>
        </p:txBody>
      </p:sp>
      <p:sp>
        <p:nvSpPr>
          <p:cNvPr id="2530" name=""/>
          <p:cNvSpPr txBox="1"/>
          <p:nvPr/>
        </p:nvSpPr>
        <p:spPr>
          <a:xfrm>
            <a:off x="799920" y="243756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運⽤開始から約</a:t>
            </a:r>
            <a:endParaRPr lang="en-US" sz="1500" b="0" u="none" strike="noStrike">
              <a:solidFill>
                <a:srgbClr val="000000"/>
              </a:solidFill>
              <a:effectLst/>
              <a:uFillTx/>
              <a:latin typeface="游明朝体"/>
            </a:endParaRPr>
          </a:p>
        </p:txBody>
      </p:sp>
      <p:sp>
        <p:nvSpPr>
          <p:cNvPr id="2531" name=""/>
          <p:cNvSpPr txBox="1"/>
          <p:nvPr/>
        </p:nvSpPr>
        <p:spPr>
          <a:xfrm>
            <a:off x="2133720" y="242856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1</a:t>
            </a:r>
            <a:endParaRPr lang="en-US" sz="1500" b="0" u="none" strike="noStrike">
              <a:solidFill>
                <a:srgbClr val="000000"/>
              </a:solidFill>
              <a:effectLst/>
              <a:uFillTx/>
              <a:latin typeface="游明朝体"/>
            </a:endParaRPr>
          </a:p>
        </p:txBody>
      </p:sp>
      <p:sp>
        <p:nvSpPr>
          <p:cNvPr id="2532" name=""/>
          <p:cNvSpPr txBox="1"/>
          <p:nvPr/>
        </p:nvSpPr>
        <p:spPr>
          <a:xfrm>
            <a:off x="2239560" y="2437560"/>
            <a:ext cx="2477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ヶ⽉後、予測値に異常が⾒ら</a:t>
            </a:r>
            <a:endParaRPr lang="en-US" sz="1500" b="0" u="none" strike="noStrike">
              <a:solidFill>
                <a:srgbClr val="000000"/>
              </a:solidFill>
              <a:effectLst/>
              <a:uFillTx/>
              <a:latin typeface="游明朝体"/>
            </a:endParaRPr>
          </a:p>
        </p:txBody>
      </p:sp>
      <p:sp>
        <p:nvSpPr>
          <p:cNvPr id="2533" name=""/>
          <p:cNvSpPr/>
          <p:nvPr/>
        </p:nvSpPr>
        <p:spPr>
          <a:xfrm>
            <a:off x="618840" y="32572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60"/>
                  <a:pt x="6" y="50"/>
                </a:cubicBezTo>
                <a:cubicBezTo>
                  <a:pt x="10" y="41"/>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41"/>
                  <a:pt x="154" y="50"/>
                </a:cubicBezTo>
                <a:cubicBezTo>
                  <a:pt x="158" y="60"/>
                  <a:pt x="160" y="70"/>
                  <a:pt x="160"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4" name=""/>
          <p:cNvSpPr txBox="1"/>
          <p:nvPr/>
        </p:nvSpPr>
        <p:spPr>
          <a:xfrm>
            <a:off x="799920" y="2780280"/>
            <a:ext cx="1715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れたため要因を調査</a:t>
            </a:r>
            <a:endParaRPr lang="en-US" sz="1500" b="0" u="none" strike="noStrike">
              <a:solidFill>
                <a:srgbClr val="000000"/>
              </a:solidFill>
              <a:effectLst/>
              <a:uFillTx/>
              <a:latin typeface="游明朝体"/>
            </a:endParaRPr>
          </a:p>
        </p:txBody>
      </p:sp>
      <p:sp>
        <p:nvSpPr>
          <p:cNvPr id="2535" name=""/>
          <p:cNvSpPr txBox="1"/>
          <p:nvPr/>
        </p:nvSpPr>
        <p:spPr>
          <a:xfrm>
            <a:off x="799920" y="31618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5</a:t>
            </a:r>
            <a:endParaRPr lang="en-US" sz="1500" b="0" u="none" strike="noStrike">
              <a:solidFill>
                <a:srgbClr val="000000"/>
              </a:solidFill>
              <a:effectLst/>
              <a:uFillTx/>
              <a:latin typeface="游明朝体"/>
            </a:endParaRPr>
          </a:p>
        </p:txBody>
      </p:sp>
      <p:sp>
        <p:nvSpPr>
          <p:cNvPr id="2536" name=""/>
          <p:cNvSpPr txBox="1"/>
          <p:nvPr/>
        </p:nvSpPr>
        <p:spPr>
          <a:xfrm>
            <a:off x="906120" y="3170880"/>
            <a:ext cx="3810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⽇前の⽇射量やその移動平均など、妥当性の</a:t>
            </a:r>
            <a:endParaRPr lang="en-US" sz="1500" b="0" u="none" strike="noStrike">
              <a:solidFill>
                <a:srgbClr val="000000"/>
              </a:solidFill>
              <a:effectLst/>
              <a:uFillTx/>
              <a:latin typeface="游明朝体"/>
            </a:endParaRPr>
          </a:p>
        </p:txBody>
      </p:sp>
      <p:sp>
        <p:nvSpPr>
          <p:cNvPr id="2537" name=""/>
          <p:cNvSpPr/>
          <p:nvPr/>
        </p:nvSpPr>
        <p:spPr>
          <a:xfrm>
            <a:off x="618840" y="3990960"/>
            <a:ext cx="57600" cy="57240"/>
          </a:xfrm>
          <a:custGeom>
            <a:avLst/>
            <a:gdLst/>
            <a:ahLst/>
            <a:rect l="0" t="0" r="r" b="b"/>
            <a:pathLst>
              <a:path w="160" h="159">
                <a:moveTo>
                  <a:pt x="160" y="80"/>
                </a:moveTo>
                <a:cubicBezTo>
                  <a:pt x="160" y="90"/>
                  <a:pt x="158" y="101"/>
                  <a:pt x="154" y="110"/>
                </a:cubicBezTo>
                <a:cubicBezTo>
                  <a:pt x="150" y="120"/>
                  <a:pt x="144" y="129"/>
                  <a:pt x="137" y="136"/>
                </a:cubicBezTo>
                <a:cubicBezTo>
                  <a:pt x="129" y="143"/>
                  <a:pt x="121" y="149"/>
                  <a:pt x="111" y="153"/>
                </a:cubicBezTo>
                <a:cubicBezTo>
                  <a:pt x="101" y="157"/>
                  <a:pt x="90" y="159"/>
                  <a:pt x="80" y="159"/>
                </a:cubicBezTo>
                <a:cubicBezTo>
                  <a:pt x="69" y="159"/>
                  <a:pt x="59" y="157"/>
                  <a:pt x="49" y="153"/>
                </a:cubicBezTo>
                <a:cubicBezTo>
                  <a:pt x="40" y="149"/>
                  <a:pt x="31" y="143"/>
                  <a:pt x="24" y="136"/>
                </a:cubicBezTo>
                <a:cubicBezTo>
                  <a:pt x="16" y="129"/>
                  <a:pt x="10" y="120"/>
                  <a:pt x="6" y="110"/>
                </a:cubicBezTo>
                <a:cubicBezTo>
                  <a:pt x="2" y="101"/>
                  <a:pt x="0" y="90"/>
                  <a:pt x="0" y="80"/>
                </a:cubicBezTo>
                <a:cubicBezTo>
                  <a:pt x="0" y="69"/>
                  <a:pt x="2" y="59"/>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9"/>
                  <a:pt x="160" y="69"/>
                  <a:pt x="160"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538" name=""/>
          <p:cNvSpPr txBox="1"/>
          <p:nvPr/>
        </p:nvSpPr>
        <p:spPr>
          <a:xfrm>
            <a:off x="799920" y="3513600"/>
            <a:ext cx="3429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低い説明変数が含まれていたことが判明</a:t>
            </a:r>
            <a:endParaRPr lang="en-US" sz="1500" b="0" u="none" strike="noStrike">
              <a:solidFill>
                <a:srgbClr val="000000"/>
              </a:solidFill>
              <a:effectLst/>
              <a:uFillTx/>
              <a:latin typeface="游明朝体"/>
            </a:endParaRPr>
          </a:p>
        </p:txBody>
      </p:sp>
      <p:sp>
        <p:nvSpPr>
          <p:cNvPr id="2539" name=""/>
          <p:cNvSpPr/>
          <p:nvPr/>
        </p:nvSpPr>
        <p:spPr>
          <a:xfrm>
            <a:off x="5124240" y="2266920"/>
            <a:ext cx="810000" cy="638280"/>
          </a:xfrm>
          <a:custGeom>
            <a:avLst/>
            <a:gdLst/>
            <a:ahLst/>
            <a:rect l="0" t="0" r="r" b="b"/>
            <a:pathLst>
              <a:path w="2250" h="1773">
                <a:moveTo>
                  <a:pt x="12" y="98"/>
                </a:moveTo>
                <a:cubicBezTo>
                  <a:pt x="20" y="78"/>
                  <a:pt x="32" y="61"/>
                  <a:pt x="47" y="46"/>
                </a:cubicBezTo>
                <a:cubicBezTo>
                  <a:pt x="61" y="31"/>
                  <a:pt x="79" y="20"/>
                  <a:pt x="98" y="12"/>
                </a:cubicBezTo>
                <a:cubicBezTo>
                  <a:pt x="118" y="4"/>
                  <a:pt x="138" y="0"/>
                  <a:pt x="159" y="0"/>
                </a:cubicBezTo>
                <a:lnTo>
                  <a:pt x="2250" y="0"/>
                </a:lnTo>
                <a:lnTo>
                  <a:pt x="2250" y="1773"/>
                </a:lnTo>
                <a:lnTo>
                  <a:pt x="0" y="1773"/>
                </a:lnTo>
                <a:lnTo>
                  <a:pt x="0" y="158"/>
                </a:lnTo>
                <a:cubicBezTo>
                  <a:pt x="0" y="137"/>
                  <a:pt x="4" y="117"/>
                  <a:pt x="12" y="98"/>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40" name=""/>
          <p:cNvSpPr/>
          <p:nvPr/>
        </p:nvSpPr>
        <p:spPr>
          <a:xfrm>
            <a:off x="5933880" y="2266920"/>
            <a:ext cx="1200600" cy="638280"/>
          </a:xfrm>
          <a:custGeom>
            <a:avLst/>
            <a:gdLst/>
            <a:ahLst/>
            <a:rect l="0" t="0" r="r" b="b"/>
            <a:pathLst>
              <a:path w="3335" h="1773">
                <a:moveTo>
                  <a:pt x="0" y="0"/>
                </a:moveTo>
                <a:lnTo>
                  <a:pt x="3335" y="0"/>
                </a:lnTo>
                <a:lnTo>
                  <a:pt x="3335" y="1773"/>
                </a:lnTo>
                <a:lnTo>
                  <a:pt x="0" y="1773"/>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41" name=""/>
          <p:cNvSpPr/>
          <p:nvPr/>
        </p:nvSpPr>
        <p:spPr>
          <a:xfrm>
            <a:off x="7134120" y="2266920"/>
            <a:ext cx="3715200" cy="638280"/>
          </a:xfrm>
          <a:custGeom>
            <a:avLst/>
            <a:gdLst/>
            <a:ahLst/>
            <a:rect l="0" t="0" r="r" b="b"/>
            <a:pathLst>
              <a:path w="10320" h="1773">
                <a:moveTo>
                  <a:pt x="0" y="0"/>
                </a:moveTo>
                <a:lnTo>
                  <a:pt x="10320" y="0"/>
                </a:lnTo>
                <a:lnTo>
                  <a:pt x="10320" y="1773"/>
                </a:lnTo>
                <a:lnTo>
                  <a:pt x="0" y="1773"/>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42" name=""/>
          <p:cNvSpPr/>
          <p:nvPr/>
        </p:nvSpPr>
        <p:spPr>
          <a:xfrm>
            <a:off x="10848960" y="2266920"/>
            <a:ext cx="809640" cy="638280"/>
          </a:xfrm>
          <a:custGeom>
            <a:avLst/>
            <a:gdLst/>
            <a:ahLst/>
            <a:rect l="0" t="0" r="r" b="b"/>
            <a:pathLst>
              <a:path w="2249" h="1773">
                <a:moveTo>
                  <a:pt x="2151" y="12"/>
                </a:moveTo>
                <a:cubicBezTo>
                  <a:pt x="2171" y="20"/>
                  <a:pt x="2188" y="31"/>
                  <a:pt x="2203" y="46"/>
                </a:cubicBezTo>
                <a:cubicBezTo>
                  <a:pt x="2218" y="61"/>
                  <a:pt x="2229" y="78"/>
                  <a:pt x="2237" y="98"/>
                </a:cubicBezTo>
                <a:cubicBezTo>
                  <a:pt x="2245" y="117"/>
                  <a:pt x="2249" y="137"/>
                  <a:pt x="2249" y="158"/>
                </a:cubicBezTo>
                <a:lnTo>
                  <a:pt x="2249" y="1773"/>
                </a:lnTo>
                <a:lnTo>
                  <a:pt x="0" y="1773"/>
                </a:lnTo>
                <a:lnTo>
                  <a:pt x="0" y="0"/>
                </a:lnTo>
                <a:lnTo>
                  <a:pt x="2091" y="0"/>
                </a:lnTo>
                <a:cubicBezTo>
                  <a:pt x="2112" y="0"/>
                  <a:pt x="2132" y="4"/>
                  <a:pt x="2151" y="12"/>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pic>
        <p:nvPicPr>
          <p:cNvPr id="2543" name=""/>
          <p:cNvPicPr/>
          <p:nvPr/>
        </p:nvPicPr>
        <p:blipFill>
          <a:blip r:embed="rId1"/>
          <a:stretch/>
        </p:blipFill>
        <p:spPr>
          <a:xfrm>
            <a:off x="5118120" y="2260440"/>
            <a:ext cx="6540120" cy="3212640"/>
          </a:xfrm>
          <a:prstGeom prst="rect">
            <a:avLst/>
          </a:prstGeom>
          <a:noFill/>
          <a:ln w="0">
            <a:noFill/>
          </a:ln>
        </p:spPr>
      </p:pic>
      <p:pic>
        <p:nvPicPr>
          <p:cNvPr id="2544" name=""/>
          <p:cNvPicPr/>
          <p:nvPr/>
        </p:nvPicPr>
        <p:blipFill>
          <a:blip r:embed="rId2"/>
          <a:stretch/>
        </p:blipFill>
        <p:spPr>
          <a:xfrm>
            <a:off x="5118120" y="2260440"/>
            <a:ext cx="0" cy="3212640"/>
          </a:xfrm>
          <a:prstGeom prst="rect">
            <a:avLst/>
          </a:prstGeom>
          <a:noFill/>
          <a:ln w="0">
            <a:noFill/>
          </a:ln>
        </p:spPr>
      </p:pic>
      <p:pic>
        <p:nvPicPr>
          <p:cNvPr id="2545" name=""/>
          <p:cNvPicPr/>
          <p:nvPr/>
        </p:nvPicPr>
        <p:blipFill>
          <a:blip r:embed="rId3"/>
          <a:stretch/>
        </p:blipFill>
        <p:spPr>
          <a:xfrm>
            <a:off x="5118120" y="5473800"/>
            <a:ext cx="6540120" cy="0"/>
          </a:xfrm>
          <a:prstGeom prst="rect">
            <a:avLst/>
          </a:prstGeom>
          <a:noFill/>
          <a:ln w="0">
            <a:noFill/>
          </a:ln>
        </p:spPr>
      </p:pic>
      <p:pic>
        <p:nvPicPr>
          <p:cNvPr id="2546" name=""/>
          <p:cNvPicPr/>
          <p:nvPr/>
        </p:nvPicPr>
        <p:blipFill>
          <a:blip r:embed="rId4"/>
          <a:stretch/>
        </p:blipFill>
        <p:spPr>
          <a:xfrm>
            <a:off x="5118120" y="2260440"/>
            <a:ext cx="6540120" cy="3212640"/>
          </a:xfrm>
          <a:prstGeom prst="rect">
            <a:avLst/>
          </a:prstGeom>
          <a:noFill/>
          <a:ln w="0">
            <a:noFill/>
          </a:ln>
        </p:spPr>
      </p:pic>
      <p:pic>
        <p:nvPicPr>
          <p:cNvPr id="2547" name=""/>
          <p:cNvPicPr/>
          <p:nvPr/>
        </p:nvPicPr>
        <p:blipFill>
          <a:blip r:embed="rId5"/>
          <a:stretch/>
        </p:blipFill>
        <p:spPr>
          <a:xfrm>
            <a:off x="5118120" y="2260440"/>
            <a:ext cx="0" cy="3212640"/>
          </a:xfrm>
          <a:prstGeom prst="rect">
            <a:avLst/>
          </a:prstGeom>
          <a:noFill/>
          <a:ln w="0">
            <a:noFill/>
          </a:ln>
        </p:spPr>
      </p:pic>
      <p:pic>
        <p:nvPicPr>
          <p:cNvPr id="2548" name=""/>
          <p:cNvPicPr/>
          <p:nvPr/>
        </p:nvPicPr>
        <p:blipFill>
          <a:blip r:embed="rId6"/>
          <a:stretch/>
        </p:blipFill>
        <p:spPr>
          <a:xfrm>
            <a:off x="5118120" y="5473800"/>
            <a:ext cx="6540120" cy="0"/>
          </a:xfrm>
          <a:prstGeom prst="rect">
            <a:avLst/>
          </a:prstGeom>
          <a:noFill/>
          <a:ln w="0">
            <a:noFill/>
          </a:ln>
        </p:spPr>
      </p:pic>
      <p:pic>
        <p:nvPicPr>
          <p:cNvPr id="2549" name=""/>
          <p:cNvPicPr/>
          <p:nvPr/>
        </p:nvPicPr>
        <p:blipFill>
          <a:blip r:embed="rId7"/>
          <a:stretch/>
        </p:blipFill>
        <p:spPr>
          <a:xfrm>
            <a:off x="5118120" y="2260440"/>
            <a:ext cx="6540120" cy="3212640"/>
          </a:xfrm>
          <a:prstGeom prst="rect">
            <a:avLst/>
          </a:prstGeom>
          <a:noFill/>
          <a:ln w="0">
            <a:noFill/>
          </a:ln>
        </p:spPr>
      </p:pic>
      <p:pic>
        <p:nvPicPr>
          <p:cNvPr id="2550" name=""/>
          <p:cNvPicPr/>
          <p:nvPr/>
        </p:nvPicPr>
        <p:blipFill>
          <a:blip r:embed="rId8"/>
          <a:stretch/>
        </p:blipFill>
        <p:spPr>
          <a:xfrm>
            <a:off x="5118120" y="2260440"/>
            <a:ext cx="0" cy="3212640"/>
          </a:xfrm>
          <a:prstGeom prst="rect">
            <a:avLst/>
          </a:prstGeom>
          <a:noFill/>
          <a:ln w="0">
            <a:noFill/>
          </a:ln>
        </p:spPr>
      </p:pic>
      <p:pic>
        <p:nvPicPr>
          <p:cNvPr id="2551" name=""/>
          <p:cNvPicPr/>
          <p:nvPr/>
        </p:nvPicPr>
        <p:blipFill>
          <a:blip r:embed="rId9"/>
          <a:stretch/>
        </p:blipFill>
        <p:spPr>
          <a:xfrm>
            <a:off x="5118120" y="5473800"/>
            <a:ext cx="6540120" cy="0"/>
          </a:xfrm>
          <a:prstGeom prst="rect">
            <a:avLst/>
          </a:prstGeom>
          <a:noFill/>
          <a:ln w="0">
            <a:noFill/>
          </a:ln>
        </p:spPr>
      </p:pic>
      <p:pic>
        <p:nvPicPr>
          <p:cNvPr id="2552" name=""/>
          <p:cNvPicPr/>
          <p:nvPr/>
        </p:nvPicPr>
        <p:blipFill>
          <a:blip r:embed="rId10"/>
          <a:stretch/>
        </p:blipFill>
        <p:spPr>
          <a:xfrm>
            <a:off x="5118120" y="2260440"/>
            <a:ext cx="6540120" cy="3212640"/>
          </a:xfrm>
          <a:prstGeom prst="rect">
            <a:avLst/>
          </a:prstGeom>
          <a:noFill/>
          <a:ln w="0">
            <a:noFill/>
          </a:ln>
        </p:spPr>
      </p:pic>
      <p:pic>
        <p:nvPicPr>
          <p:cNvPr id="2553" name=""/>
          <p:cNvPicPr/>
          <p:nvPr/>
        </p:nvPicPr>
        <p:blipFill>
          <a:blip r:embed="rId11"/>
          <a:stretch/>
        </p:blipFill>
        <p:spPr>
          <a:xfrm>
            <a:off x="5118120" y="2260440"/>
            <a:ext cx="0" cy="3212640"/>
          </a:xfrm>
          <a:prstGeom prst="rect">
            <a:avLst/>
          </a:prstGeom>
          <a:noFill/>
          <a:ln w="0">
            <a:noFill/>
          </a:ln>
        </p:spPr>
      </p:pic>
      <p:pic>
        <p:nvPicPr>
          <p:cNvPr id="2554" name=""/>
          <p:cNvPicPr/>
          <p:nvPr/>
        </p:nvPicPr>
        <p:blipFill>
          <a:blip r:embed="rId12"/>
          <a:stretch/>
        </p:blipFill>
        <p:spPr>
          <a:xfrm>
            <a:off x="5118120" y="5473800"/>
            <a:ext cx="6540120" cy="0"/>
          </a:xfrm>
          <a:prstGeom prst="rect">
            <a:avLst/>
          </a:prstGeom>
          <a:noFill/>
          <a:ln w="0">
            <a:noFill/>
          </a:ln>
        </p:spPr>
      </p:pic>
      <p:sp>
        <p:nvSpPr>
          <p:cNvPr id="2555" name=""/>
          <p:cNvSpPr/>
          <p:nvPr/>
        </p:nvSpPr>
        <p:spPr>
          <a:xfrm>
            <a:off x="5124240" y="2904840"/>
            <a:ext cx="810000" cy="638640"/>
          </a:xfrm>
          <a:custGeom>
            <a:avLst/>
            <a:gdLst/>
            <a:ahLst/>
            <a:rect l="0" t="0" r="r" b="b"/>
            <a:pathLst>
              <a:path w="2250" h="1774">
                <a:moveTo>
                  <a:pt x="0" y="0"/>
                </a:moveTo>
                <a:lnTo>
                  <a:pt x="2250" y="0"/>
                </a:lnTo>
                <a:lnTo>
                  <a:pt x="2250" y="1774"/>
                </a:lnTo>
                <a:lnTo>
                  <a:pt x="0" y="1774"/>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56" name=""/>
          <p:cNvSpPr/>
          <p:nvPr/>
        </p:nvSpPr>
        <p:spPr>
          <a:xfrm>
            <a:off x="5933880" y="290484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57" name=""/>
          <p:cNvSpPr/>
          <p:nvPr/>
        </p:nvSpPr>
        <p:spPr>
          <a:xfrm>
            <a:off x="7134120" y="290484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58" name=""/>
          <p:cNvSpPr/>
          <p:nvPr/>
        </p:nvSpPr>
        <p:spPr>
          <a:xfrm>
            <a:off x="10848960" y="2904840"/>
            <a:ext cx="809640" cy="638640"/>
          </a:xfrm>
          <a:custGeom>
            <a:avLst/>
            <a:gdLst/>
            <a:ahLst/>
            <a:rect l="0" t="0" r="r" b="b"/>
            <a:pathLst>
              <a:path w="2249" h="1774">
                <a:moveTo>
                  <a:pt x="2249" y="1774"/>
                </a:moveTo>
                <a:lnTo>
                  <a:pt x="0" y="1774"/>
                </a:lnTo>
                <a:lnTo>
                  <a:pt x="0" y="0"/>
                </a:lnTo>
                <a:lnTo>
                  <a:pt x="2249" y="0"/>
                </a:lnTo>
                <a:lnTo>
                  <a:pt x="2249" y="1774"/>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59" name=""/>
          <p:cNvSpPr/>
          <p:nvPr/>
        </p:nvSpPr>
        <p:spPr>
          <a:xfrm>
            <a:off x="5124240" y="3543120"/>
            <a:ext cx="810000" cy="638640"/>
          </a:xfrm>
          <a:custGeom>
            <a:avLst/>
            <a:gdLst/>
            <a:ahLst/>
            <a:rect l="0" t="0" r="r" b="b"/>
            <a:pathLst>
              <a:path w="2250" h="1774">
                <a:moveTo>
                  <a:pt x="0" y="0"/>
                </a:moveTo>
                <a:lnTo>
                  <a:pt x="2250" y="0"/>
                </a:lnTo>
                <a:lnTo>
                  <a:pt x="2250" y="1774"/>
                </a:lnTo>
                <a:lnTo>
                  <a:pt x="0" y="1774"/>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60" name=""/>
          <p:cNvSpPr/>
          <p:nvPr/>
        </p:nvSpPr>
        <p:spPr>
          <a:xfrm>
            <a:off x="5933880" y="354312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61" name=""/>
          <p:cNvSpPr/>
          <p:nvPr/>
        </p:nvSpPr>
        <p:spPr>
          <a:xfrm>
            <a:off x="7134120" y="354312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62" name=""/>
          <p:cNvSpPr/>
          <p:nvPr/>
        </p:nvSpPr>
        <p:spPr>
          <a:xfrm>
            <a:off x="10848960" y="3543120"/>
            <a:ext cx="809640" cy="638640"/>
          </a:xfrm>
          <a:custGeom>
            <a:avLst/>
            <a:gdLst/>
            <a:ahLst/>
            <a:rect l="0" t="0" r="r" b="b"/>
            <a:pathLst>
              <a:path w="2249" h="1774">
                <a:moveTo>
                  <a:pt x="2249" y="1774"/>
                </a:moveTo>
                <a:lnTo>
                  <a:pt x="0" y="1774"/>
                </a:lnTo>
                <a:lnTo>
                  <a:pt x="0" y="0"/>
                </a:lnTo>
                <a:lnTo>
                  <a:pt x="2249" y="0"/>
                </a:lnTo>
                <a:lnTo>
                  <a:pt x="2249" y="1774"/>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63" name=""/>
          <p:cNvSpPr/>
          <p:nvPr/>
        </p:nvSpPr>
        <p:spPr>
          <a:xfrm>
            <a:off x="5124240" y="3543120"/>
            <a:ext cx="810000" cy="638640"/>
          </a:xfrm>
          <a:custGeom>
            <a:avLst/>
            <a:gdLst/>
            <a:ahLst/>
            <a:rect l="0" t="0" r="r" b="b"/>
            <a:pathLst>
              <a:path w="2250" h="1774">
                <a:moveTo>
                  <a:pt x="0" y="0"/>
                </a:moveTo>
                <a:lnTo>
                  <a:pt x="2250" y="0"/>
                </a:lnTo>
                <a:lnTo>
                  <a:pt x="2250" y="1774"/>
                </a:lnTo>
                <a:lnTo>
                  <a:pt x="0" y="1774"/>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64" name=""/>
          <p:cNvSpPr/>
          <p:nvPr/>
        </p:nvSpPr>
        <p:spPr>
          <a:xfrm>
            <a:off x="5933880" y="354312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65" name=""/>
          <p:cNvSpPr/>
          <p:nvPr/>
        </p:nvSpPr>
        <p:spPr>
          <a:xfrm>
            <a:off x="7134120" y="354312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66" name=""/>
          <p:cNvSpPr/>
          <p:nvPr/>
        </p:nvSpPr>
        <p:spPr>
          <a:xfrm>
            <a:off x="10848960" y="3543120"/>
            <a:ext cx="809640" cy="638640"/>
          </a:xfrm>
          <a:custGeom>
            <a:avLst/>
            <a:gdLst/>
            <a:ahLst/>
            <a:rect l="0" t="0" r="r" b="b"/>
            <a:pathLst>
              <a:path w="2249" h="1774">
                <a:moveTo>
                  <a:pt x="2249" y="1774"/>
                </a:moveTo>
                <a:lnTo>
                  <a:pt x="0" y="1774"/>
                </a:lnTo>
                <a:lnTo>
                  <a:pt x="0" y="0"/>
                </a:lnTo>
                <a:lnTo>
                  <a:pt x="2249" y="0"/>
                </a:lnTo>
                <a:lnTo>
                  <a:pt x="2249" y="1774"/>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67" name=""/>
          <p:cNvSpPr/>
          <p:nvPr/>
        </p:nvSpPr>
        <p:spPr>
          <a:xfrm>
            <a:off x="5124240" y="4181400"/>
            <a:ext cx="810000" cy="638280"/>
          </a:xfrm>
          <a:custGeom>
            <a:avLst/>
            <a:gdLst/>
            <a:ahLst/>
            <a:rect l="0" t="0" r="r" b="b"/>
            <a:pathLst>
              <a:path w="2250" h="1773">
                <a:moveTo>
                  <a:pt x="0" y="0"/>
                </a:moveTo>
                <a:lnTo>
                  <a:pt x="2250" y="0"/>
                </a:lnTo>
                <a:lnTo>
                  <a:pt x="2250" y="1773"/>
                </a:lnTo>
                <a:lnTo>
                  <a:pt x="0" y="1773"/>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68" name=""/>
          <p:cNvSpPr/>
          <p:nvPr/>
        </p:nvSpPr>
        <p:spPr>
          <a:xfrm>
            <a:off x="5933880" y="4181400"/>
            <a:ext cx="1200600" cy="638280"/>
          </a:xfrm>
          <a:custGeom>
            <a:avLst/>
            <a:gdLst/>
            <a:ahLst/>
            <a:rect l="0" t="0" r="r" b="b"/>
            <a:pathLst>
              <a:path w="3335" h="1773">
                <a:moveTo>
                  <a:pt x="0" y="0"/>
                </a:moveTo>
                <a:lnTo>
                  <a:pt x="3335" y="0"/>
                </a:lnTo>
                <a:lnTo>
                  <a:pt x="3335" y="1773"/>
                </a:lnTo>
                <a:lnTo>
                  <a:pt x="0" y="1773"/>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69" name=""/>
          <p:cNvSpPr/>
          <p:nvPr/>
        </p:nvSpPr>
        <p:spPr>
          <a:xfrm>
            <a:off x="7134120" y="4181400"/>
            <a:ext cx="3715200" cy="638280"/>
          </a:xfrm>
          <a:custGeom>
            <a:avLst/>
            <a:gdLst/>
            <a:ahLst/>
            <a:rect l="0" t="0" r="r" b="b"/>
            <a:pathLst>
              <a:path w="10320" h="1773">
                <a:moveTo>
                  <a:pt x="0" y="0"/>
                </a:moveTo>
                <a:lnTo>
                  <a:pt x="10320" y="0"/>
                </a:lnTo>
                <a:lnTo>
                  <a:pt x="10320" y="1773"/>
                </a:lnTo>
                <a:lnTo>
                  <a:pt x="0" y="1773"/>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70" name=""/>
          <p:cNvSpPr/>
          <p:nvPr/>
        </p:nvSpPr>
        <p:spPr>
          <a:xfrm>
            <a:off x="10848960" y="4181400"/>
            <a:ext cx="809640" cy="638280"/>
          </a:xfrm>
          <a:custGeom>
            <a:avLst/>
            <a:gdLst/>
            <a:ahLst/>
            <a:rect l="0" t="0" r="r" b="b"/>
            <a:pathLst>
              <a:path w="2249" h="1773">
                <a:moveTo>
                  <a:pt x="2249" y="1773"/>
                </a:moveTo>
                <a:lnTo>
                  <a:pt x="0" y="1773"/>
                </a:lnTo>
                <a:lnTo>
                  <a:pt x="0" y="0"/>
                </a:lnTo>
                <a:lnTo>
                  <a:pt x="2249" y="0"/>
                </a:lnTo>
                <a:lnTo>
                  <a:pt x="2249" y="1773"/>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71" name=""/>
          <p:cNvSpPr/>
          <p:nvPr/>
        </p:nvSpPr>
        <p:spPr>
          <a:xfrm>
            <a:off x="5124240" y="4819320"/>
            <a:ext cx="810000" cy="638640"/>
          </a:xfrm>
          <a:custGeom>
            <a:avLst/>
            <a:gdLst/>
            <a:ahLst/>
            <a:rect l="0" t="0" r="r" b="b"/>
            <a:pathLst>
              <a:path w="2250" h="1774">
                <a:moveTo>
                  <a:pt x="47" y="1754"/>
                </a:moveTo>
                <a:cubicBezTo>
                  <a:pt x="32" y="1739"/>
                  <a:pt x="20" y="1722"/>
                  <a:pt x="12" y="1703"/>
                </a:cubicBezTo>
                <a:cubicBezTo>
                  <a:pt x="4" y="1683"/>
                  <a:pt x="0" y="1662"/>
                  <a:pt x="0" y="1641"/>
                </a:cubicBezTo>
                <a:lnTo>
                  <a:pt x="0" y="0"/>
                </a:lnTo>
                <a:lnTo>
                  <a:pt x="2250" y="0"/>
                </a:lnTo>
                <a:lnTo>
                  <a:pt x="2250" y="1774"/>
                </a:lnTo>
                <a:lnTo>
                  <a:pt x="71" y="1774"/>
                </a:lnTo>
                <a:cubicBezTo>
                  <a:pt x="62" y="1768"/>
                  <a:pt x="54" y="1762"/>
                  <a:pt x="47" y="1754"/>
                </a:cubicBez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72" name=""/>
          <p:cNvSpPr/>
          <p:nvPr/>
        </p:nvSpPr>
        <p:spPr>
          <a:xfrm>
            <a:off x="5933880" y="481932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73" name=""/>
          <p:cNvSpPr/>
          <p:nvPr/>
        </p:nvSpPr>
        <p:spPr>
          <a:xfrm>
            <a:off x="7134120" y="481932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74" name=""/>
          <p:cNvSpPr/>
          <p:nvPr/>
        </p:nvSpPr>
        <p:spPr>
          <a:xfrm>
            <a:off x="10848960" y="4819320"/>
            <a:ext cx="809640" cy="638640"/>
          </a:xfrm>
          <a:custGeom>
            <a:avLst/>
            <a:gdLst/>
            <a:ahLst/>
            <a:rect l="0" t="0" r="r" b="b"/>
            <a:pathLst>
              <a:path w="2249" h="1774">
                <a:moveTo>
                  <a:pt x="2249" y="1641"/>
                </a:moveTo>
                <a:cubicBezTo>
                  <a:pt x="2249" y="1662"/>
                  <a:pt x="2245" y="1683"/>
                  <a:pt x="2237" y="1703"/>
                </a:cubicBezTo>
                <a:cubicBezTo>
                  <a:pt x="2229" y="1722"/>
                  <a:pt x="2218" y="1739"/>
                  <a:pt x="2203" y="1754"/>
                </a:cubicBezTo>
                <a:cubicBezTo>
                  <a:pt x="2195" y="1762"/>
                  <a:pt x="2187" y="1768"/>
                  <a:pt x="2179" y="1774"/>
                </a:cubicBezTo>
                <a:lnTo>
                  <a:pt x="0" y="1774"/>
                </a:lnTo>
                <a:lnTo>
                  <a:pt x="0" y="0"/>
                </a:lnTo>
                <a:lnTo>
                  <a:pt x="2249" y="0"/>
                </a:lnTo>
                <a:lnTo>
                  <a:pt x="2249" y="1641"/>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75" name=""/>
          <p:cNvSpPr/>
          <p:nvPr/>
        </p:nvSpPr>
        <p:spPr>
          <a:xfrm>
            <a:off x="5124240" y="4819320"/>
            <a:ext cx="810000" cy="638640"/>
          </a:xfrm>
          <a:custGeom>
            <a:avLst/>
            <a:gdLst/>
            <a:ahLst/>
            <a:rect l="0" t="0" r="r" b="b"/>
            <a:pathLst>
              <a:path w="2250" h="1774">
                <a:moveTo>
                  <a:pt x="47" y="1754"/>
                </a:moveTo>
                <a:cubicBezTo>
                  <a:pt x="32" y="1739"/>
                  <a:pt x="20" y="1722"/>
                  <a:pt x="12" y="1703"/>
                </a:cubicBezTo>
                <a:cubicBezTo>
                  <a:pt x="4" y="1683"/>
                  <a:pt x="0" y="1662"/>
                  <a:pt x="0" y="1641"/>
                </a:cubicBezTo>
                <a:lnTo>
                  <a:pt x="0" y="0"/>
                </a:lnTo>
                <a:lnTo>
                  <a:pt x="2250" y="0"/>
                </a:lnTo>
                <a:lnTo>
                  <a:pt x="2250" y="1774"/>
                </a:lnTo>
                <a:lnTo>
                  <a:pt x="71" y="1774"/>
                </a:lnTo>
                <a:cubicBezTo>
                  <a:pt x="62" y="1768"/>
                  <a:pt x="54" y="1762"/>
                  <a:pt x="47" y="1754"/>
                </a:cubicBez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76" name=""/>
          <p:cNvSpPr/>
          <p:nvPr/>
        </p:nvSpPr>
        <p:spPr>
          <a:xfrm>
            <a:off x="5933880" y="4819320"/>
            <a:ext cx="1200600" cy="638640"/>
          </a:xfrm>
          <a:custGeom>
            <a:avLst/>
            <a:gdLst/>
            <a:ahLst/>
            <a:rect l="0" t="0" r="r" b="b"/>
            <a:pathLst>
              <a:path w="3335" h="1774">
                <a:moveTo>
                  <a:pt x="0" y="0"/>
                </a:moveTo>
                <a:lnTo>
                  <a:pt x="3335" y="0"/>
                </a:lnTo>
                <a:lnTo>
                  <a:pt x="3335" y="1774"/>
                </a:lnTo>
                <a:lnTo>
                  <a:pt x="0" y="1774"/>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77" name=""/>
          <p:cNvSpPr/>
          <p:nvPr/>
        </p:nvSpPr>
        <p:spPr>
          <a:xfrm>
            <a:off x="7134120" y="4819320"/>
            <a:ext cx="3715200" cy="638640"/>
          </a:xfrm>
          <a:custGeom>
            <a:avLst/>
            <a:gdLst/>
            <a:ahLst/>
            <a:rect l="0" t="0" r="r" b="b"/>
            <a:pathLst>
              <a:path w="10320" h="1774">
                <a:moveTo>
                  <a:pt x="0" y="0"/>
                </a:moveTo>
                <a:lnTo>
                  <a:pt x="10320" y="0"/>
                </a:lnTo>
                <a:lnTo>
                  <a:pt x="10320" y="1774"/>
                </a:lnTo>
                <a:lnTo>
                  <a:pt x="0" y="1774"/>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78" name=""/>
          <p:cNvSpPr/>
          <p:nvPr/>
        </p:nvSpPr>
        <p:spPr>
          <a:xfrm>
            <a:off x="10848960" y="4819320"/>
            <a:ext cx="809640" cy="638640"/>
          </a:xfrm>
          <a:custGeom>
            <a:avLst/>
            <a:gdLst/>
            <a:ahLst/>
            <a:rect l="0" t="0" r="r" b="b"/>
            <a:pathLst>
              <a:path w="2249" h="1774">
                <a:moveTo>
                  <a:pt x="2249" y="1641"/>
                </a:moveTo>
                <a:cubicBezTo>
                  <a:pt x="2249" y="1662"/>
                  <a:pt x="2245" y="1683"/>
                  <a:pt x="2237" y="1703"/>
                </a:cubicBezTo>
                <a:cubicBezTo>
                  <a:pt x="2229" y="1722"/>
                  <a:pt x="2218" y="1739"/>
                  <a:pt x="2203" y="1754"/>
                </a:cubicBezTo>
                <a:cubicBezTo>
                  <a:pt x="2195" y="1762"/>
                  <a:pt x="2187" y="1768"/>
                  <a:pt x="2179" y="1774"/>
                </a:cubicBezTo>
                <a:lnTo>
                  <a:pt x="0" y="1774"/>
                </a:lnTo>
                <a:lnTo>
                  <a:pt x="0" y="0"/>
                </a:lnTo>
                <a:lnTo>
                  <a:pt x="2249" y="0"/>
                </a:lnTo>
                <a:lnTo>
                  <a:pt x="2249" y="1641"/>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79" name=""/>
          <p:cNvSpPr/>
          <p:nvPr/>
        </p:nvSpPr>
        <p:spPr>
          <a:xfrm>
            <a:off x="5124240" y="2292480"/>
            <a:ext cx="10440" cy="622440"/>
          </a:xfrm>
          <a:custGeom>
            <a:avLst/>
            <a:gdLst/>
            <a:ahLst/>
            <a:rect l="0" t="0" r="r" b="b"/>
            <a:pathLst>
              <a:path w="29" h="1729">
                <a:moveTo>
                  <a:pt x="13" y="27"/>
                </a:moveTo>
                <a:cubicBezTo>
                  <a:pt x="17" y="17"/>
                  <a:pt x="22" y="8"/>
                  <a:pt x="29" y="0"/>
                </a:cubicBezTo>
                <a:lnTo>
                  <a:pt x="29" y="1729"/>
                </a:lnTo>
                <a:lnTo>
                  <a:pt x="0" y="1729"/>
                </a:lnTo>
                <a:lnTo>
                  <a:pt x="0" y="87"/>
                </a:lnTo>
                <a:cubicBezTo>
                  <a:pt x="0" y="66"/>
                  <a:pt x="5" y="46"/>
                  <a:pt x="13"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80" name=""/>
          <p:cNvSpPr/>
          <p:nvPr/>
        </p:nvSpPr>
        <p:spPr>
          <a:xfrm>
            <a:off x="5149800" y="2266920"/>
            <a:ext cx="784440" cy="9720"/>
          </a:xfrm>
          <a:custGeom>
            <a:avLst/>
            <a:gdLst/>
            <a:ahLst/>
            <a:rect l="0" t="0" r="r" b="b"/>
            <a:pathLst>
              <a:path w="2179" h="27">
                <a:moveTo>
                  <a:pt x="27" y="13"/>
                </a:moveTo>
                <a:cubicBezTo>
                  <a:pt x="47" y="4"/>
                  <a:pt x="67" y="0"/>
                  <a:pt x="88" y="0"/>
                </a:cubicBezTo>
                <a:lnTo>
                  <a:pt x="2179" y="0"/>
                </a:lnTo>
                <a:lnTo>
                  <a:pt x="2179" y="27"/>
                </a:lnTo>
                <a:lnTo>
                  <a:pt x="0" y="27"/>
                </a:lnTo>
                <a:cubicBezTo>
                  <a:pt x="8" y="21"/>
                  <a:pt x="18" y="17"/>
                  <a:pt x="27" y="13"/>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81" name=""/>
          <p:cNvSpPr/>
          <p:nvPr/>
        </p:nvSpPr>
        <p:spPr>
          <a:xfrm>
            <a:off x="5924520" y="2266920"/>
            <a:ext cx="9720" cy="648000"/>
          </a:xfrm>
          <a:custGeom>
            <a:avLst/>
            <a:gdLst/>
            <a:ahLst/>
            <a:rect l="0" t="0" r="r" b="b"/>
            <a:pathLst>
              <a:path w="27" h="1800">
                <a:moveTo>
                  <a:pt x="0" y="0"/>
                </a:moveTo>
                <a:lnTo>
                  <a:pt x="27" y="0"/>
                </a:lnTo>
                <a:lnTo>
                  <a:pt x="27" y="1800"/>
                </a:lnTo>
                <a:lnTo>
                  <a:pt x="0" y="180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82" name=""/>
          <p:cNvSpPr/>
          <p:nvPr/>
        </p:nvSpPr>
        <p:spPr>
          <a:xfrm>
            <a:off x="5933880" y="2266920"/>
            <a:ext cx="1200600" cy="9720"/>
          </a:xfrm>
          <a:custGeom>
            <a:avLst/>
            <a:gdLst/>
            <a:ahLst/>
            <a:rect l="0" t="0" r="r" b="b"/>
            <a:pathLst>
              <a:path w="3335" h="27">
                <a:moveTo>
                  <a:pt x="0" y="0"/>
                </a:moveTo>
                <a:lnTo>
                  <a:pt x="3335" y="0"/>
                </a:lnTo>
                <a:lnTo>
                  <a:pt x="333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83" name=""/>
          <p:cNvSpPr/>
          <p:nvPr/>
        </p:nvSpPr>
        <p:spPr>
          <a:xfrm>
            <a:off x="7124400" y="2266920"/>
            <a:ext cx="10080" cy="648000"/>
          </a:xfrm>
          <a:custGeom>
            <a:avLst/>
            <a:gdLst/>
            <a:ahLst/>
            <a:rect l="0" t="0" r="r" b="b"/>
            <a:pathLst>
              <a:path w="28" h="1800">
                <a:moveTo>
                  <a:pt x="0" y="0"/>
                </a:moveTo>
                <a:lnTo>
                  <a:pt x="28" y="0"/>
                </a:lnTo>
                <a:lnTo>
                  <a:pt x="28" y="1800"/>
                </a:lnTo>
                <a:lnTo>
                  <a:pt x="0" y="180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84" name=""/>
          <p:cNvSpPr/>
          <p:nvPr/>
        </p:nvSpPr>
        <p:spPr>
          <a:xfrm>
            <a:off x="7134120" y="2266920"/>
            <a:ext cx="3715200" cy="9720"/>
          </a:xfrm>
          <a:custGeom>
            <a:avLst/>
            <a:gdLst/>
            <a:ahLst/>
            <a:rect l="0" t="0" r="r" b="b"/>
            <a:pathLst>
              <a:path w="10320" h="27">
                <a:moveTo>
                  <a:pt x="0" y="0"/>
                </a:moveTo>
                <a:lnTo>
                  <a:pt x="10320" y="0"/>
                </a:lnTo>
                <a:lnTo>
                  <a:pt x="1032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85" name=""/>
          <p:cNvSpPr/>
          <p:nvPr/>
        </p:nvSpPr>
        <p:spPr>
          <a:xfrm>
            <a:off x="10839240" y="2266920"/>
            <a:ext cx="10080" cy="648000"/>
          </a:xfrm>
          <a:custGeom>
            <a:avLst/>
            <a:gdLst/>
            <a:ahLst/>
            <a:rect l="0" t="0" r="r" b="b"/>
            <a:pathLst>
              <a:path w="28" h="1800">
                <a:moveTo>
                  <a:pt x="0" y="0"/>
                </a:moveTo>
                <a:lnTo>
                  <a:pt x="28" y="0"/>
                </a:lnTo>
                <a:lnTo>
                  <a:pt x="28" y="1800"/>
                </a:lnTo>
                <a:lnTo>
                  <a:pt x="0" y="180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86" name=""/>
          <p:cNvSpPr/>
          <p:nvPr/>
        </p:nvSpPr>
        <p:spPr>
          <a:xfrm>
            <a:off x="10848960" y="2266920"/>
            <a:ext cx="784440" cy="9720"/>
          </a:xfrm>
          <a:custGeom>
            <a:avLst/>
            <a:gdLst/>
            <a:ahLst/>
            <a:rect l="0" t="0" r="r" b="b"/>
            <a:pathLst>
              <a:path w="2179" h="27">
                <a:moveTo>
                  <a:pt x="2151" y="13"/>
                </a:moveTo>
                <a:cubicBezTo>
                  <a:pt x="2161" y="17"/>
                  <a:pt x="2170" y="21"/>
                  <a:pt x="2179" y="27"/>
                </a:cubicBezTo>
                <a:lnTo>
                  <a:pt x="0" y="27"/>
                </a:lnTo>
                <a:lnTo>
                  <a:pt x="0" y="0"/>
                </a:lnTo>
                <a:lnTo>
                  <a:pt x="2091" y="0"/>
                </a:lnTo>
                <a:cubicBezTo>
                  <a:pt x="2112" y="0"/>
                  <a:pt x="2132" y="4"/>
                  <a:pt x="2151" y="13"/>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87" name=""/>
          <p:cNvSpPr/>
          <p:nvPr/>
        </p:nvSpPr>
        <p:spPr>
          <a:xfrm>
            <a:off x="11648880" y="2292480"/>
            <a:ext cx="9720" cy="622440"/>
          </a:xfrm>
          <a:custGeom>
            <a:avLst/>
            <a:gdLst/>
            <a:ahLst/>
            <a:rect l="0" t="0" r="r" b="b"/>
            <a:pathLst>
              <a:path w="27" h="1729">
                <a:moveTo>
                  <a:pt x="14" y="27"/>
                </a:moveTo>
                <a:cubicBezTo>
                  <a:pt x="22" y="46"/>
                  <a:pt x="27" y="66"/>
                  <a:pt x="27" y="87"/>
                </a:cubicBezTo>
                <a:lnTo>
                  <a:pt x="27" y="1729"/>
                </a:lnTo>
                <a:lnTo>
                  <a:pt x="0" y="1729"/>
                </a:lnTo>
                <a:lnTo>
                  <a:pt x="0" y="0"/>
                </a:lnTo>
                <a:cubicBezTo>
                  <a:pt x="6" y="8"/>
                  <a:pt x="10" y="17"/>
                  <a:pt x="14"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88" name=""/>
          <p:cNvSpPr/>
          <p:nvPr/>
        </p:nvSpPr>
        <p:spPr>
          <a:xfrm>
            <a:off x="5124240" y="2904840"/>
            <a:ext cx="810000" cy="10080"/>
          </a:xfrm>
          <a:custGeom>
            <a:avLst/>
            <a:gdLst/>
            <a:ahLst/>
            <a:rect l="0" t="0" r="r" b="b"/>
            <a:pathLst>
              <a:path w="2250" h="28">
                <a:moveTo>
                  <a:pt x="0" y="0"/>
                </a:moveTo>
                <a:lnTo>
                  <a:pt x="2250" y="0"/>
                </a:lnTo>
                <a:lnTo>
                  <a:pt x="225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89" name=""/>
          <p:cNvSpPr/>
          <p:nvPr/>
        </p:nvSpPr>
        <p:spPr>
          <a:xfrm>
            <a:off x="5933880" y="2904840"/>
            <a:ext cx="1200600" cy="10080"/>
          </a:xfrm>
          <a:custGeom>
            <a:avLst/>
            <a:gdLst/>
            <a:ahLst/>
            <a:rect l="0" t="0" r="r" b="b"/>
            <a:pathLst>
              <a:path w="3335" h="28">
                <a:moveTo>
                  <a:pt x="0" y="0"/>
                </a:moveTo>
                <a:lnTo>
                  <a:pt x="3335" y="0"/>
                </a:lnTo>
                <a:lnTo>
                  <a:pt x="3335"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90" name=""/>
          <p:cNvSpPr/>
          <p:nvPr/>
        </p:nvSpPr>
        <p:spPr>
          <a:xfrm>
            <a:off x="7134120" y="2904840"/>
            <a:ext cx="3715200" cy="10080"/>
          </a:xfrm>
          <a:custGeom>
            <a:avLst/>
            <a:gdLst/>
            <a:ahLst/>
            <a:rect l="0" t="0" r="r" b="b"/>
            <a:pathLst>
              <a:path w="10320" h="28">
                <a:moveTo>
                  <a:pt x="0" y="0"/>
                </a:moveTo>
                <a:lnTo>
                  <a:pt x="10320" y="0"/>
                </a:lnTo>
                <a:lnTo>
                  <a:pt x="1032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91" name=""/>
          <p:cNvSpPr/>
          <p:nvPr/>
        </p:nvSpPr>
        <p:spPr>
          <a:xfrm>
            <a:off x="10848960" y="2904840"/>
            <a:ext cx="809640" cy="10080"/>
          </a:xfrm>
          <a:custGeom>
            <a:avLst/>
            <a:gdLst/>
            <a:ahLst/>
            <a:rect l="0" t="0" r="r" b="b"/>
            <a:pathLst>
              <a:path w="2249" h="28">
                <a:moveTo>
                  <a:pt x="2249" y="28"/>
                </a:moveTo>
                <a:lnTo>
                  <a:pt x="0" y="28"/>
                </a:lnTo>
                <a:lnTo>
                  <a:pt x="0" y="0"/>
                </a:lnTo>
                <a:lnTo>
                  <a:pt x="2249" y="0"/>
                </a:lnTo>
                <a:lnTo>
                  <a:pt x="2249"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92" name=""/>
          <p:cNvSpPr/>
          <p:nvPr/>
        </p:nvSpPr>
        <p:spPr>
          <a:xfrm>
            <a:off x="5124240" y="2914560"/>
            <a:ext cx="10440" cy="638280"/>
          </a:xfrm>
          <a:custGeom>
            <a:avLst/>
            <a:gdLst/>
            <a:ahLst/>
            <a:rect l="0" t="0" r="r" b="b"/>
            <a:pathLst>
              <a:path w="29" h="1773">
                <a:moveTo>
                  <a:pt x="0" y="0"/>
                </a:moveTo>
                <a:lnTo>
                  <a:pt x="29" y="0"/>
                </a:lnTo>
                <a:lnTo>
                  <a:pt x="29" y="1773"/>
                </a:lnTo>
                <a:lnTo>
                  <a:pt x="0" y="1773"/>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93" name=""/>
          <p:cNvSpPr/>
          <p:nvPr/>
        </p:nvSpPr>
        <p:spPr>
          <a:xfrm>
            <a:off x="5924520" y="2914560"/>
            <a:ext cx="9720" cy="638280"/>
          </a:xfrm>
          <a:custGeom>
            <a:avLst/>
            <a:gdLst/>
            <a:ahLst/>
            <a:rect l="0" t="0" r="r" b="b"/>
            <a:pathLst>
              <a:path w="27" h="1773">
                <a:moveTo>
                  <a:pt x="0" y="0"/>
                </a:moveTo>
                <a:lnTo>
                  <a:pt x="27" y="0"/>
                </a:lnTo>
                <a:lnTo>
                  <a:pt x="27" y="1773"/>
                </a:lnTo>
                <a:lnTo>
                  <a:pt x="0" y="1773"/>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94" name=""/>
          <p:cNvSpPr/>
          <p:nvPr/>
        </p:nvSpPr>
        <p:spPr>
          <a:xfrm>
            <a:off x="7124400" y="2914560"/>
            <a:ext cx="10080" cy="638280"/>
          </a:xfrm>
          <a:custGeom>
            <a:avLst/>
            <a:gdLst/>
            <a:ahLst/>
            <a:rect l="0" t="0" r="r" b="b"/>
            <a:pathLst>
              <a:path w="28" h="1773">
                <a:moveTo>
                  <a:pt x="0" y="0"/>
                </a:moveTo>
                <a:lnTo>
                  <a:pt x="28" y="0"/>
                </a:lnTo>
                <a:lnTo>
                  <a:pt x="28" y="1773"/>
                </a:lnTo>
                <a:lnTo>
                  <a:pt x="0" y="1773"/>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95" name=""/>
          <p:cNvSpPr/>
          <p:nvPr/>
        </p:nvSpPr>
        <p:spPr>
          <a:xfrm>
            <a:off x="10839240" y="2914560"/>
            <a:ext cx="10080" cy="638280"/>
          </a:xfrm>
          <a:custGeom>
            <a:avLst/>
            <a:gdLst/>
            <a:ahLst/>
            <a:rect l="0" t="0" r="r" b="b"/>
            <a:pathLst>
              <a:path w="28" h="1773">
                <a:moveTo>
                  <a:pt x="0" y="0"/>
                </a:moveTo>
                <a:lnTo>
                  <a:pt x="28" y="0"/>
                </a:lnTo>
                <a:lnTo>
                  <a:pt x="28" y="1773"/>
                </a:lnTo>
                <a:lnTo>
                  <a:pt x="0" y="1773"/>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96" name=""/>
          <p:cNvSpPr/>
          <p:nvPr/>
        </p:nvSpPr>
        <p:spPr>
          <a:xfrm>
            <a:off x="11648880" y="2914560"/>
            <a:ext cx="9720" cy="638280"/>
          </a:xfrm>
          <a:custGeom>
            <a:avLst/>
            <a:gdLst/>
            <a:ahLst/>
            <a:rect l="0" t="0" r="r" b="b"/>
            <a:pathLst>
              <a:path w="27" h="1773">
                <a:moveTo>
                  <a:pt x="27" y="1773"/>
                </a:moveTo>
                <a:lnTo>
                  <a:pt x="0" y="1773"/>
                </a:lnTo>
                <a:lnTo>
                  <a:pt x="0" y="0"/>
                </a:lnTo>
                <a:lnTo>
                  <a:pt x="27" y="0"/>
                </a:lnTo>
                <a:lnTo>
                  <a:pt x="27" y="1773"/>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97" name=""/>
          <p:cNvSpPr/>
          <p:nvPr/>
        </p:nvSpPr>
        <p:spPr>
          <a:xfrm>
            <a:off x="5124240" y="3552480"/>
            <a:ext cx="10440" cy="638640"/>
          </a:xfrm>
          <a:custGeom>
            <a:avLst/>
            <a:gdLst/>
            <a:ahLst/>
            <a:rect l="0" t="0" r="r" b="b"/>
            <a:pathLst>
              <a:path w="29" h="1774">
                <a:moveTo>
                  <a:pt x="0" y="0"/>
                </a:moveTo>
                <a:lnTo>
                  <a:pt x="29" y="0"/>
                </a:lnTo>
                <a:lnTo>
                  <a:pt x="29"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98" name=""/>
          <p:cNvSpPr/>
          <p:nvPr/>
        </p:nvSpPr>
        <p:spPr>
          <a:xfrm>
            <a:off x="5124240" y="3543120"/>
            <a:ext cx="810000" cy="9720"/>
          </a:xfrm>
          <a:custGeom>
            <a:avLst/>
            <a:gdLst/>
            <a:ahLst/>
            <a:rect l="0" t="0" r="r" b="b"/>
            <a:pathLst>
              <a:path w="2250" h="27">
                <a:moveTo>
                  <a:pt x="0" y="0"/>
                </a:moveTo>
                <a:lnTo>
                  <a:pt x="2250" y="0"/>
                </a:lnTo>
                <a:lnTo>
                  <a:pt x="225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599" name=""/>
          <p:cNvSpPr/>
          <p:nvPr/>
        </p:nvSpPr>
        <p:spPr>
          <a:xfrm>
            <a:off x="5924520" y="3552480"/>
            <a:ext cx="9720" cy="638640"/>
          </a:xfrm>
          <a:custGeom>
            <a:avLst/>
            <a:gdLst/>
            <a:ahLst/>
            <a:rect l="0" t="0" r="r" b="b"/>
            <a:pathLst>
              <a:path w="27" h="1774">
                <a:moveTo>
                  <a:pt x="0" y="0"/>
                </a:moveTo>
                <a:lnTo>
                  <a:pt x="27" y="0"/>
                </a:lnTo>
                <a:lnTo>
                  <a:pt x="27"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00" name=""/>
          <p:cNvSpPr/>
          <p:nvPr/>
        </p:nvSpPr>
        <p:spPr>
          <a:xfrm>
            <a:off x="5933880" y="3543120"/>
            <a:ext cx="1200600" cy="9720"/>
          </a:xfrm>
          <a:custGeom>
            <a:avLst/>
            <a:gdLst/>
            <a:ahLst/>
            <a:rect l="0" t="0" r="r" b="b"/>
            <a:pathLst>
              <a:path w="3335" h="27">
                <a:moveTo>
                  <a:pt x="0" y="0"/>
                </a:moveTo>
                <a:lnTo>
                  <a:pt x="3335" y="0"/>
                </a:lnTo>
                <a:lnTo>
                  <a:pt x="333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01" name=""/>
          <p:cNvSpPr/>
          <p:nvPr/>
        </p:nvSpPr>
        <p:spPr>
          <a:xfrm>
            <a:off x="7124400" y="3552480"/>
            <a:ext cx="10080" cy="638640"/>
          </a:xfrm>
          <a:custGeom>
            <a:avLst/>
            <a:gdLst/>
            <a:ahLst/>
            <a:rect l="0" t="0" r="r" b="b"/>
            <a:pathLst>
              <a:path w="28" h="1774">
                <a:moveTo>
                  <a:pt x="0" y="0"/>
                </a:moveTo>
                <a:lnTo>
                  <a:pt x="28" y="0"/>
                </a:lnTo>
                <a:lnTo>
                  <a:pt x="28"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02" name=""/>
          <p:cNvSpPr/>
          <p:nvPr/>
        </p:nvSpPr>
        <p:spPr>
          <a:xfrm>
            <a:off x="7134120" y="3543120"/>
            <a:ext cx="3715200" cy="9720"/>
          </a:xfrm>
          <a:custGeom>
            <a:avLst/>
            <a:gdLst/>
            <a:ahLst/>
            <a:rect l="0" t="0" r="r" b="b"/>
            <a:pathLst>
              <a:path w="10320" h="27">
                <a:moveTo>
                  <a:pt x="0" y="0"/>
                </a:moveTo>
                <a:lnTo>
                  <a:pt x="10320" y="0"/>
                </a:lnTo>
                <a:lnTo>
                  <a:pt x="1032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03" name=""/>
          <p:cNvSpPr/>
          <p:nvPr/>
        </p:nvSpPr>
        <p:spPr>
          <a:xfrm>
            <a:off x="10839240" y="3552480"/>
            <a:ext cx="10080" cy="638640"/>
          </a:xfrm>
          <a:custGeom>
            <a:avLst/>
            <a:gdLst/>
            <a:ahLst/>
            <a:rect l="0" t="0" r="r" b="b"/>
            <a:pathLst>
              <a:path w="28" h="1774">
                <a:moveTo>
                  <a:pt x="0" y="0"/>
                </a:moveTo>
                <a:lnTo>
                  <a:pt x="28" y="0"/>
                </a:lnTo>
                <a:lnTo>
                  <a:pt x="28"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04" name=""/>
          <p:cNvSpPr/>
          <p:nvPr/>
        </p:nvSpPr>
        <p:spPr>
          <a:xfrm>
            <a:off x="10848960" y="3543120"/>
            <a:ext cx="809640" cy="9720"/>
          </a:xfrm>
          <a:custGeom>
            <a:avLst/>
            <a:gdLst/>
            <a:ahLst/>
            <a:rect l="0" t="0" r="r" b="b"/>
            <a:pathLst>
              <a:path w="2249" h="27">
                <a:moveTo>
                  <a:pt x="2249" y="27"/>
                </a:moveTo>
                <a:lnTo>
                  <a:pt x="0" y="27"/>
                </a:lnTo>
                <a:lnTo>
                  <a:pt x="0" y="0"/>
                </a:lnTo>
                <a:lnTo>
                  <a:pt x="2249" y="0"/>
                </a:lnTo>
                <a:lnTo>
                  <a:pt x="2249"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05" name=""/>
          <p:cNvSpPr/>
          <p:nvPr/>
        </p:nvSpPr>
        <p:spPr>
          <a:xfrm>
            <a:off x="11648880" y="3552480"/>
            <a:ext cx="9720" cy="638640"/>
          </a:xfrm>
          <a:custGeom>
            <a:avLst/>
            <a:gdLst/>
            <a:ahLst/>
            <a:rect l="0" t="0" r="r" b="b"/>
            <a:pathLst>
              <a:path w="27" h="1774">
                <a:moveTo>
                  <a:pt x="27" y="1774"/>
                </a:moveTo>
                <a:lnTo>
                  <a:pt x="0" y="1774"/>
                </a:lnTo>
                <a:lnTo>
                  <a:pt x="0" y="0"/>
                </a:lnTo>
                <a:lnTo>
                  <a:pt x="27" y="0"/>
                </a:lnTo>
                <a:lnTo>
                  <a:pt x="27" y="1774"/>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06" name=""/>
          <p:cNvSpPr/>
          <p:nvPr/>
        </p:nvSpPr>
        <p:spPr>
          <a:xfrm>
            <a:off x="5124240" y="4190760"/>
            <a:ext cx="10440" cy="638640"/>
          </a:xfrm>
          <a:custGeom>
            <a:avLst/>
            <a:gdLst/>
            <a:ahLst/>
            <a:rect l="0" t="0" r="r" b="b"/>
            <a:pathLst>
              <a:path w="29" h="1774">
                <a:moveTo>
                  <a:pt x="0" y="0"/>
                </a:moveTo>
                <a:lnTo>
                  <a:pt x="29" y="0"/>
                </a:lnTo>
                <a:lnTo>
                  <a:pt x="29"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07" name=""/>
          <p:cNvSpPr/>
          <p:nvPr/>
        </p:nvSpPr>
        <p:spPr>
          <a:xfrm>
            <a:off x="5124240" y="4181400"/>
            <a:ext cx="810000" cy="9720"/>
          </a:xfrm>
          <a:custGeom>
            <a:avLst/>
            <a:gdLst/>
            <a:ahLst/>
            <a:rect l="0" t="0" r="r" b="b"/>
            <a:pathLst>
              <a:path w="2250" h="27">
                <a:moveTo>
                  <a:pt x="0" y="0"/>
                </a:moveTo>
                <a:lnTo>
                  <a:pt x="2250" y="0"/>
                </a:lnTo>
                <a:lnTo>
                  <a:pt x="225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08" name=""/>
          <p:cNvSpPr/>
          <p:nvPr/>
        </p:nvSpPr>
        <p:spPr>
          <a:xfrm>
            <a:off x="5924520" y="4190760"/>
            <a:ext cx="9720" cy="638640"/>
          </a:xfrm>
          <a:custGeom>
            <a:avLst/>
            <a:gdLst/>
            <a:ahLst/>
            <a:rect l="0" t="0" r="r" b="b"/>
            <a:pathLst>
              <a:path w="27" h="1774">
                <a:moveTo>
                  <a:pt x="0" y="0"/>
                </a:moveTo>
                <a:lnTo>
                  <a:pt x="27" y="0"/>
                </a:lnTo>
                <a:lnTo>
                  <a:pt x="27"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09" name=""/>
          <p:cNvSpPr/>
          <p:nvPr/>
        </p:nvSpPr>
        <p:spPr>
          <a:xfrm>
            <a:off x="5933880" y="4181400"/>
            <a:ext cx="1200600" cy="9720"/>
          </a:xfrm>
          <a:custGeom>
            <a:avLst/>
            <a:gdLst/>
            <a:ahLst/>
            <a:rect l="0" t="0" r="r" b="b"/>
            <a:pathLst>
              <a:path w="3335" h="27">
                <a:moveTo>
                  <a:pt x="0" y="0"/>
                </a:moveTo>
                <a:lnTo>
                  <a:pt x="3335" y="0"/>
                </a:lnTo>
                <a:lnTo>
                  <a:pt x="333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10" name=""/>
          <p:cNvSpPr/>
          <p:nvPr/>
        </p:nvSpPr>
        <p:spPr>
          <a:xfrm>
            <a:off x="7124400" y="4190760"/>
            <a:ext cx="10080" cy="638640"/>
          </a:xfrm>
          <a:custGeom>
            <a:avLst/>
            <a:gdLst/>
            <a:ahLst/>
            <a:rect l="0" t="0" r="r" b="b"/>
            <a:pathLst>
              <a:path w="28" h="1774">
                <a:moveTo>
                  <a:pt x="0" y="0"/>
                </a:moveTo>
                <a:lnTo>
                  <a:pt x="28" y="0"/>
                </a:lnTo>
                <a:lnTo>
                  <a:pt x="28"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11" name=""/>
          <p:cNvSpPr/>
          <p:nvPr/>
        </p:nvSpPr>
        <p:spPr>
          <a:xfrm>
            <a:off x="7134120" y="4181400"/>
            <a:ext cx="3715200" cy="9720"/>
          </a:xfrm>
          <a:custGeom>
            <a:avLst/>
            <a:gdLst/>
            <a:ahLst/>
            <a:rect l="0" t="0" r="r" b="b"/>
            <a:pathLst>
              <a:path w="10320" h="27">
                <a:moveTo>
                  <a:pt x="0" y="0"/>
                </a:moveTo>
                <a:lnTo>
                  <a:pt x="10320" y="0"/>
                </a:lnTo>
                <a:lnTo>
                  <a:pt x="1032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12" name=""/>
          <p:cNvSpPr/>
          <p:nvPr/>
        </p:nvSpPr>
        <p:spPr>
          <a:xfrm>
            <a:off x="10839240" y="4190760"/>
            <a:ext cx="10080" cy="638640"/>
          </a:xfrm>
          <a:custGeom>
            <a:avLst/>
            <a:gdLst/>
            <a:ahLst/>
            <a:rect l="0" t="0" r="r" b="b"/>
            <a:pathLst>
              <a:path w="28" h="1774">
                <a:moveTo>
                  <a:pt x="0" y="0"/>
                </a:moveTo>
                <a:lnTo>
                  <a:pt x="28" y="0"/>
                </a:lnTo>
                <a:lnTo>
                  <a:pt x="28" y="1774"/>
                </a:lnTo>
                <a:lnTo>
                  <a:pt x="0" y="1774"/>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13" name=""/>
          <p:cNvSpPr/>
          <p:nvPr/>
        </p:nvSpPr>
        <p:spPr>
          <a:xfrm>
            <a:off x="10848960" y="4181400"/>
            <a:ext cx="809640" cy="9720"/>
          </a:xfrm>
          <a:custGeom>
            <a:avLst/>
            <a:gdLst/>
            <a:ahLst/>
            <a:rect l="0" t="0" r="r" b="b"/>
            <a:pathLst>
              <a:path w="2249" h="27">
                <a:moveTo>
                  <a:pt x="2249" y="27"/>
                </a:moveTo>
                <a:lnTo>
                  <a:pt x="0" y="27"/>
                </a:lnTo>
                <a:lnTo>
                  <a:pt x="0" y="0"/>
                </a:lnTo>
                <a:lnTo>
                  <a:pt x="2249" y="0"/>
                </a:lnTo>
                <a:lnTo>
                  <a:pt x="2249"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14" name=""/>
          <p:cNvSpPr/>
          <p:nvPr/>
        </p:nvSpPr>
        <p:spPr>
          <a:xfrm>
            <a:off x="11648880" y="4190760"/>
            <a:ext cx="9720" cy="638640"/>
          </a:xfrm>
          <a:custGeom>
            <a:avLst/>
            <a:gdLst/>
            <a:ahLst/>
            <a:rect l="0" t="0" r="r" b="b"/>
            <a:pathLst>
              <a:path w="27" h="1774">
                <a:moveTo>
                  <a:pt x="27" y="1774"/>
                </a:moveTo>
                <a:lnTo>
                  <a:pt x="0" y="1774"/>
                </a:lnTo>
                <a:lnTo>
                  <a:pt x="0" y="0"/>
                </a:lnTo>
                <a:lnTo>
                  <a:pt x="27" y="0"/>
                </a:lnTo>
                <a:lnTo>
                  <a:pt x="27" y="1774"/>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15" name=""/>
          <p:cNvSpPr/>
          <p:nvPr/>
        </p:nvSpPr>
        <p:spPr>
          <a:xfrm>
            <a:off x="5124240" y="4829040"/>
            <a:ext cx="10440" cy="613080"/>
          </a:xfrm>
          <a:custGeom>
            <a:avLst/>
            <a:gdLst/>
            <a:ahLst/>
            <a:rect l="0" t="0" r="r" b="b"/>
            <a:pathLst>
              <a:path w="29" h="1703">
                <a:moveTo>
                  <a:pt x="13" y="1676"/>
                </a:moveTo>
                <a:cubicBezTo>
                  <a:pt x="5" y="1656"/>
                  <a:pt x="0" y="1636"/>
                  <a:pt x="0" y="1615"/>
                </a:cubicBezTo>
                <a:lnTo>
                  <a:pt x="0" y="0"/>
                </a:lnTo>
                <a:lnTo>
                  <a:pt x="29" y="0"/>
                </a:lnTo>
                <a:lnTo>
                  <a:pt x="29" y="1703"/>
                </a:lnTo>
                <a:cubicBezTo>
                  <a:pt x="22" y="1694"/>
                  <a:pt x="17" y="1685"/>
                  <a:pt x="13" y="1676"/>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16" name=""/>
          <p:cNvSpPr/>
          <p:nvPr/>
        </p:nvSpPr>
        <p:spPr>
          <a:xfrm>
            <a:off x="5124240" y="4819320"/>
            <a:ext cx="810000" cy="10080"/>
          </a:xfrm>
          <a:custGeom>
            <a:avLst/>
            <a:gdLst/>
            <a:ahLst/>
            <a:rect l="0" t="0" r="r" b="b"/>
            <a:pathLst>
              <a:path w="2250" h="28">
                <a:moveTo>
                  <a:pt x="0" y="0"/>
                </a:moveTo>
                <a:lnTo>
                  <a:pt x="2250" y="0"/>
                </a:lnTo>
                <a:lnTo>
                  <a:pt x="225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17" name=""/>
          <p:cNvSpPr/>
          <p:nvPr/>
        </p:nvSpPr>
        <p:spPr>
          <a:xfrm>
            <a:off x="5924520" y="4829040"/>
            <a:ext cx="9720" cy="638640"/>
          </a:xfrm>
          <a:custGeom>
            <a:avLst/>
            <a:gdLst/>
            <a:ahLst/>
            <a:rect l="0" t="0" r="r" b="b"/>
            <a:pathLst>
              <a:path w="27" h="1774">
                <a:moveTo>
                  <a:pt x="0" y="1774"/>
                </a:moveTo>
                <a:lnTo>
                  <a:pt x="0" y="0"/>
                </a:lnTo>
                <a:lnTo>
                  <a:pt x="27" y="0"/>
                </a:lnTo>
                <a:lnTo>
                  <a:pt x="27" y="1774"/>
                </a:lnTo>
                <a:lnTo>
                  <a:pt x="0" y="1774"/>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18" name=""/>
          <p:cNvSpPr/>
          <p:nvPr/>
        </p:nvSpPr>
        <p:spPr>
          <a:xfrm>
            <a:off x="5933880" y="4819320"/>
            <a:ext cx="1200600" cy="10080"/>
          </a:xfrm>
          <a:custGeom>
            <a:avLst/>
            <a:gdLst/>
            <a:ahLst/>
            <a:rect l="0" t="0" r="r" b="b"/>
            <a:pathLst>
              <a:path w="3335" h="28">
                <a:moveTo>
                  <a:pt x="0" y="0"/>
                </a:moveTo>
                <a:lnTo>
                  <a:pt x="3335" y="0"/>
                </a:lnTo>
                <a:lnTo>
                  <a:pt x="3335"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19" name=""/>
          <p:cNvSpPr/>
          <p:nvPr/>
        </p:nvSpPr>
        <p:spPr>
          <a:xfrm>
            <a:off x="7124400" y="4829040"/>
            <a:ext cx="10080" cy="638640"/>
          </a:xfrm>
          <a:custGeom>
            <a:avLst/>
            <a:gdLst/>
            <a:ahLst/>
            <a:rect l="0" t="0" r="r" b="b"/>
            <a:pathLst>
              <a:path w="28" h="1774">
                <a:moveTo>
                  <a:pt x="0" y="1774"/>
                </a:moveTo>
                <a:lnTo>
                  <a:pt x="0" y="0"/>
                </a:lnTo>
                <a:lnTo>
                  <a:pt x="28" y="0"/>
                </a:lnTo>
                <a:lnTo>
                  <a:pt x="28" y="1774"/>
                </a:lnTo>
                <a:lnTo>
                  <a:pt x="0" y="1774"/>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20" name=""/>
          <p:cNvSpPr/>
          <p:nvPr/>
        </p:nvSpPr>
        <p:spPr>
          <a:xfrm>
            <a:off x="7134120" y="4819320"/>
            <a:ext cx="3715200" cy="10080"/>
          </a:xfrm>
          <a:custGeom>
            <a:avLst/>
            <a:gdLst/>
            <a:ahLst/>
            <a:rect l="0" t="0" r="r" b="b"/>
            <a:pathLst>
              <a:path w="10320" h="28">
                <a:moveTo>
                  <a:pt x="0" y="0"/>
                </a:moveTo>
                <a:lnTo>
                  <a:pt x="10320" y="0"/>
                </a:lnTo>
                <a:lnTo>
                  <a:pt x="1032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21" name=""/>
          <p:cNvSpPr/>
          <p:nvPr/>
        </p:nvSpPr>
        <p:spPr>
          <a:xfrm>
            <a:off x="10839240" y="4829040"/>
            <a:ext cx="10080" cy="638640"/>
          </a:xfrm>
          <a:custGeom>
            <a:avLst/>
            <a:gdLst/>
            <a:ahLst/>
            <a:rect l="0" t="0" r="r" b="b"/>
            <a:pathLst>
              <a:path w="28" h="1774">
                <a:moveTo>
                  <a:pt x="0" y="1774"/>
                </a:moveTo>
                <a:lnTo>
                  <a:pt x="0" y="0"/>
                </a:lnTo>
                <a:lnTo>
                  <a:pt x="28" y="0"/>
                </a:lnTo>
                <a:lnTo>
                  <a:pt x="28" y="1774"/>
                </a:lnTo>
                <a:lnTo>
                  <a:pt x="0" y="1774"/>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22" name=""/>
          <p:cNvSpPr/>
          <p:nvPr/>
        </p:nvSpPr>
        <p:spPr>
          <a:xfrm>
            <a:off x="10848960" y="4819320"/>
            <a:ext cx="809640" cy="10080"/>
          </a:xfrm>
          <a:custGeom>
            <a:avLst/>
            <a:gdLst/>
            <a:ahLst/>
            <a:rect l="0" t="0" r="r" b="b"/>
            <a:pathLst>
              <a:path w="2249" h="28">
                <a:moveTo>
                  <a:pt x="2249" y="28"/>
                </a:moveTo>
                <a:lnTo>
                  <a:pt x="0" y="28"/>
                </a:lnTo>
                <a:lnTo>
                  <a:pt x="0" y="0"/>
                </a:lnTo>
                <a:lnTo>
                  <a:pt x="2249" y="0"/>
                </a:lnTo>
                <a:lnTo>
                  <a:pt x="2249"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23" name=""/>
          <p:cNvSpPr/>
          <p:nvPr/>
        </p:nvSpPr>
        <p:spPr>
          <a:xfrm>
            <a:off x="11648880" y="4829040"/>
            <a:ext cx="9720" cy="613080"/>
          </a:xfrm>
          <a:custGeom>
            <a:avLst/>
            <a:gdLst/>
            <a:ahLst/>
            <a:rect l="0" t="0" r="r" b="b"/>
            <a:pathLst>
              <a:path w="27" h="1703">
                <a:moveTo>
                  <a:pt x="27" y="1615"/>
                </a:moveTo>
                <a:cubicBezTo>
                  <a:pt x="27" y="1636"/>
                  <a:pt x="22" y="1656"/>
                  <a:pt x="14" y="1676"/>
                </a:cubicBezTo>
                <a:cubicBezTo>
                  <a:pt x="10" y="1685"/>
                  <a:pt x="6" y="1694"/>
                  <a:pt x="0" y="1703"/>
                </a:cubicBezTo>
                <a:lnTo>
                  <a:pt x="0" y="0"/>
                </a:lnTo>
                <a:lnTo>
                  <a:pt x="27" y="0"/>
                </a:lnTo>
                <a:lnTo>
                  <a:pt x="27" y="1615"/>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24" name=""/>
          <p:cNvSpPr/>
          <p:nvPr/>
        </p:nvSpPr>
        <p:spPr>
          <a:xfrm>
            <a:off x="5149800" y="5457600"/>
            <a:ext cx="784440" cy="10080"/>
          </a:xfrm>
          <a:custGeom>
            <a:avLst/>
            <a:gdLst/>
            <a:ahLst/>
            <a:rect l="0" t="0" r="r" b="b"/>
            <a:pathLst>
              <a:path w="2179" h="28">
                <a:moveTo>
                  <a:pt x="88" y="28"/>
                </a:moveTo>
                <a:cubicBezTo>
                  <a:pt x="67" y="28"/>
                  <a:pt x="47" y="24"/>
                  <a:pt x="27" y="15"/>
                </a:cubicBezTo>
                <a:cubicBezTo>
                  <a:pt x="18" y="12"/>
                  <a:pt x="8" y="6"/>
                  <a:pt x="0" y="0"/>
                </a:cubicBezTo>
                <a:lnTo>
                  <a:pt x="2179" y="0"/>
                </a:lnTo>
                <a:lnTo>
                  <a:pt x="2179" y="28"/>
                </a:lnTo>
                <a:lnTo>
                  <a:pt x="88"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25" name=""/>
          <p:cNvSpPr/>
          <p:nvPr/>
        </p:nvSpPr>
        <p:spPr>
          <a:xfrm>
            <a:off x="5933880" y="5457600"/>
            <a:ext cx="1200600" cy="10080"/>
          </a:xfrm>
          <a:custGeom>
            <a:avLst/>
            <a:gdLst/>
            <a:ahLst/>
            <a:rect l="0" t="0" r="r" b="b"/>
            <a:pathLst>
              <a:path w="3335" h="28">
                <a:moveTo>
                  <a:pt x="0" y="28"/>
                </a:moveTo>
                <a:lnTo>
                  <a:pt x="0" y="0"/>
                </a:lnTo>
                <a:lnTo>
                  <a:pt x="3335" y="0"/>
                </a:lnTo>
                <a:lnTo>
                  <a:pt x="3335"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26" name=""/>
          <p:cNvSpPr/>
          <p:nvPr/>
        </p:nvSpPr>
        <p:spPr>
          <a:xfrm>
            <a:off x="7134120" y="5457600"/>
            <a:ext cx="3715200" cy="10080"/>
          </a:xfrm>
          <a:custGeom>
            <a:avLst/>
            <a:gdLst/>
            <a:ahLst/>
            <a:rect l="0" t="0" r="r" b="b"/>
            <a:pathLst>
              <a:path w="10320" h="28">
                <a:moveTo>
                  <a:pt x="0" y="28"/>
                </a:moveTo>
                <a:lnTo>
                  <a:pt x="0" y="0"/>
                </a:lnTo>
                <a:lnTo>
                  <a:pt x="10320" y="0"/>
                </a:lnTo>
                <a:lnTo>
                  <a:pt x="10320" y="28"/>
                </a:lnTo>
                <a:lnTo>
                  <a:pt x="0" y="28"/>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27" name=""/>
          <p:cNvSpPr/>
          <p:nvPr/>
        </p:nvSpPr>
        <p:spPr>
          <a:xfrm>
            <a:off x="10848960" y="5457600"/>
            <a:ext cx="784440" cy="10080"/>
          </a:xfrm>
          <a:custGeom>
            <a:avLst/>
            <a:gdLst/>
            <a:ahLst/>
            <a:rect l="0" t="0" r="r" b="b"/>
            <a:pathLst>
              <a:path w="2179" h="28">
                <a:moveTo>
                  <a:pt x="2151" y="15"/>
                </a:moveTo>
                <a:cubicBezTo>
                  <a:pt x="2132" y="24"/>
                  <a:pt x="2112" y="28"/>
                  <a:pt x="2091" y="28"/>
                </a:cubicBezTo>
                <a:lnTo>
                  <a:pt x="0" y="28"/>
                </a:lnTo>
                <a:lnTo>
                  <a:pt x="0" y="0"/>
                </a:lnTo>
                <a:lnTo>
                  <a:pt x="2179" y="0"/>
                </a:lnTo>
                <a:cubicBezTo>
                  <a:pt x="2170" y="6"/>
                  <a:pt x="2161" y="12"/>
                  <a:pt x="2151" y="15"/>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628" name=""/>
          <p:cNvSpPr txBox="1"/>
          <p:nvPr/>
        </p:nvSpPr>
        <p:spPr>
          <a:xfrm>
            <a:off x="799920" y="3904200"/>
            <a:ext cx="3048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説明変数を⾒直し、モデルを再構築</a:t>
            </a:r>
            <a:endParaRPr lang="en-US" sz="1500" b="0" u="none" strike="noStrike">
              <a:solidFill>
                <a:srgbClr val="000000"/>
              </a:solidFill>
              <a:effectLst/>
              <a:uFillTx/>
              <a:latin typeface="游明朝体"/>
            </a:endParaRPr>
          </a:p>
        </p:txBody>
      </p:sp>
      <p:sp>
        <p:nvSpPr>
          <p:cNvPr id="2629" name=""/>
          <p:cNvSpPr txBox="1"/>
          <p:nvPr/>
        </p:nvSpPr>
        <p:spPr>
          <a:xfrm>
            <a:off x="5120640" y="1877400"/>
            <a:ext cx="1044720" cy="209160"/>
          </a:xfrm>
          <a:prstGeom prst="rect">
            <a:avLst/>
          </a:prstGeom>
          <a:noFill/>
          <a:ln w="0">
            <a:noFill/>
          </a:ln>
        </p:spPr>
        <p:txBody>
          <a:bodyPr wrap="none" lIns="0" tIns="0" rIns="0" bIns="0" anchor="t">
            <a:spAutoFit/>
          </a:bodyPr>
          <a:p>
            <a:pPr/>
            <a:r>
              <a:rPr lang="ja-JP" sz="1650" b="1" u="none" strike="noStrike">
                <a:solidFill>
                  <a:srgbClr val="EB6834"/>
                </a:solidFill>
                <a:effectLst/>
                <a:uFillTx/>
                <a:latin typeface="HiraginoSans-W7"/>
                <a:ea typeface="HiraginoSans-W7"/>
              </a:rPr>
              <a:t>モデル変遷</a:t>
            </a:r>
            <a:endParaRPr lang="en-US" sz="1650" b="0" u="none" strike="noStrike">
              <a:solidFill>
                <a:srgbClr val="000000"/>
              </a:solidFill>
              <a:effectLst/>
              <a:uFillTx/>
              <a:latin typeface="游明朝体"/>
            </a:endParaRPr>
          </a:p>
        </p:txBody>
      </p:sp>
      <p:sp>
        <p:nvSpPr>
          <p:cNvPr id="2630" name=""/>
          <p:cNvSpPr txBox="1"/>
          <p:nvPr/>
        </p:nvSpPr>
        <p:spPr>
          <a:xfrm>
            <a:off x="5253840" y="2368800"/>
            <a:ext cx="512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バージ</a:t>
            </a:r>
            <a:endParaRPr lang="en-US" sz="1350" b="0" u="none" strike="noStrike">
              <a:solidFill>
                <a:srgbClr val="000000"/>
              </a:solidFill>
              <a:effectLst/>
              <a:uFillTx/>
              <a:latin typeface="游明朝体"/>
            </a:endParaRPr>
          </a:p>
        </p:txBody>
      </p:sp>
      <p:sp>
        <p:nvSpPr>
          <p:cNvPr id="2631" name=""/>
          <p:cNvSpPr txBox="1"/>
          <p:nvPr/>
        </p:nvSpPr>
        <p:spPr>
          <a:xfrm>
            <a:off x="5253840" y="2626200"/>
            <a:ext cx="34200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ョン</a:t>
            </a:r>
            <a:endParaRPr lang="en-US" sz="1350" b="0" u="none" strike="noStrike">
              <a:solidFill>
                <a:srgbClr val="000000"/>
              </a:solidFill>
              <a:effectLst/>
              <a:uFillTx/>
              <a:latin typeface="游明朝体"/>
            </a:endParaRPr>
          </a:p>
        </p:txBody>
      </p:sp>
      <p:sp>
        <p:nvSpPr>
          <p:cNvPr id="2632" name=""/>
          <p:cNvSpPr txBox="1"/>
          <p:nvPr/>
        </p:nvSpPr>
        <p:spPr>
          <a:xfrm>
            <a:off x="6058080" y="2492640"/>
            <a:ext cx="34200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期間</a:t>
            </a:r>
            <a:endParaRPr lang="en-US" sz="1350" b="0" u="none" strike="noStrike">
              <a:solidFill>
                <a:srgbClr val="000000"/>
              </a:solidFill>
              <a:effectLst/>
              <a:uFillTx/>
              <a:latin typeface="游明朝体"/>
            </a:endParaRPr>
          </a:p>
        </p:txBody>
      </p:sp>
      <p:sp>
        <p:nvSpPr>
          <p:cNvPr id="2633" name=""/>
          <p:cNvSpPr txBox="1"/>
          <p:nvPr/>
        </p:nvSpPr>
        <p:spPr>
          <a:xfrm>
            <a:off x="7261920" y="2492640"/>
            <a:ext cx="683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説明変数</a:t>
            </a:r>
            <a:endParaRPr lang="en-US" sz="1350" b="0" u="none" strike="noStrike">
              <a:solidFill>
                <a:srgbClr val="000000"/>
              </a:solidFill>
              <a:effectLst/>
              <a:uFillTx/>
              <a:latin typeface="游明朝体"/>
            </a:endParaRPr>
          </a:p>
        </p:txBody>
      </p:sp>
      <p:sp>
        <p:nvSpPr>
          <p:cNvPr id="2634" name=""/>
          <p:cNvSpPr txBox="1"/>
          <p:nvPr/>
        </p:nvSpPr>
        <p:spPr>
          <a:xfrm>
            <a:off x="10973520" y="2360880"/>
            <a:ext cx="2347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CV</a:t>
            </a:r>
            <a:endParaRPr lang="en-US" sz="1350" b="0" u="none" strike="noStrike">
              <a:solidFill>
                <a:srgbClr val="000000"/>
              </a:solidFill>
              <a:effectLst/>
              <a:uFillTx/>
              <a:latin typeface="游明朝体"/>
            </a:endParaRPr>
          </a:p>
        </p:txBody>
      </p:sp>
      <p:sp>
        <p:nvSpPr>
          <p:cNvPr id="2635" name=""/>
          <p:cNvSpPr txBox="1"/>
          <p:nvPr/>
        </p:nvSpPr>
        <p:spPr>
          <a:xfrm>
            <a:off x="10973520" y="2617920"/>
            <a:ext cx="38304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MAE</a:t>
            </a:r>
            <a:endParaRPr lang="en-US" sz="1350" b="0" u="none" strike="noStrike">
              <a:solidFill>
                <a:srgbClr val="000000"/>
              </a:solidFill>
              <a:effectLst/>
              <a:uFillTx/>
              <a:latin typeface="游明朝体"/>
            </a:endParaRPr>
          </a:p>
        </p:txBody>
      </p:sp>
      <p:sp>
        <p:nvSpPr>
          <p:cNvPr id="2636" name=""/>
          <p:cNvSpPr txBox="1"/>
          <p:nvPr/>
        </p:nvSpPr>
        <p:spPr>
          <a:xfrm>
            <a:off x="5253840" y="3123000"/>
            <a:ext cx="1810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v1</a:t>
            </a:r>
            <a:endParaRPr lang="en-US" sz="1350" b="0" u="none" strike="noStrike">
              <a:solidFill>
                <a:srgbClr val="000000"/>
              </a:solidFill>
              <a:effectLst/>
              <a:uFillTx/>
              <a:latin typeface="游明朝体"/>
            </a:endParaRPr>
          </a:p>
        </p:txBody>
      </p:sp>
      <p:sp>
        <p:nvSpPr>
          <p:cNvPr id="2637" name=""/>
          <p:cNvSpPr txBox="1"/>
          <p:nvPr/>
        </p:nvSpPr>
        <p:spPr>
          <a:xfrm>
            <a:off x="6058080" y="300708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38" name=""/>
          <p:cNvSpPr txBox="1"/>
          <p:nvPr/>
        </p:nvSpPr>
        <p:spPr>
          <a:xfrm>
            <a:off x="6229440" y="2999160"/>
            <a:ext cx="7030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2026-05-</a:t>
            </a:r>
            <a:endParaRPr lang="en-US" sz="1350" b="0" u="none" strike="noStrike">
              <a:solidFill>
                <a:srgbClr val="000000"/>
              </a:solidFill>
              <a:effectLst/>
              <a:uFillTx/>
              <a:latin typeface="游明朝体"/>
            </a:endParaRPr>
          </a:p>
        </p:txBody>
      </p:sp>
      <p:sp>
        <p:nvSpPr>
          <p:cNvPr id="2639" name=""/>
          <p:cNvSpPr txBox="1"/>
          <p:nvPr/>
        </p:nvSpPr>
        <p:spPr>
          <a:xfrm>
            <a:off x="6058080" y="3256200"/>
            <a:ext cx="19044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17</a:t>
            </a:r>
            <a:endParaRPr lang="en-US" sz="1350" b="0" u="none" strike="noStrike">
              <a:solidFill>
                <a:srgbClr val="000000"/>
              </a:solidFill>
              <a:effectLst/>
              <a:uFillTx/>
              <a:latin typeface="游明朝体"/>
            </a:endParaRPr>
          </a:p>
        </p:txBody>
      </p:sp>
      <p:sp>
        <p:nvSpPr>
          <p:cNvPr id="2640" name=""/>
          <p:cNvSpPr txBox="1"/>
          <p:nvPr/>
        </p:nvSpPr>
        <p:spPr>
          <a:xfrm>
            <a:off x="7261920" y="2999160"/>
            <a:ext cx="171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8</a:t>
            </a:r>
            <a:endParaRPr lang="en-US" sz="1350" b="0" u="none" strike="noStrike">
              <a:solidFill>
                <a:srgbClr val="000000"/>
              </a:solidFill>
              <a:effectLst/>
              <a:uFillTx/>
              <a:latin typeface="游明朝体"/>
            </a:endParaRPr>
          </a:p>
        </p:txBody>
      </p:sp>
      <p:sp>
        <p:nvSpPr>
          <p:cNvPr id="2641" name=""/>
          <p:cNvSpPr txBox="1"/>
          <p:nvPr/>
        </p:nvSpPr>
        <p:spPr>
          <a:xfrm>
            <a:off x="7356960" y="3007080"/>
            <a:ext cx="512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変数（</a:t>
            </a:r>
            <a:endParaRPr lang="en-US" sz="1350" b="0" u="none" strike="noStrike">
              <a:solidFill>
                <a:srgbClr val="000000"/>
              </a:solidFill>
              <a:effectLst/>
              <a:uFillTx/>
              <a:latin typeface="游明朝体"/>
            </a:endParaRPr>
          </a:p>
        </p:txBody>
      </p:sp>
      <p:sp>
        <p:nvSpPr>
          <p:cNvPr id="2642" name=""/>
          <p:cNvSpPr txBox="1"/>
          <p:nvPr/>
        </p:nvSpPr>
        <p:spPr>
          <a:xfrm>
            <a:off x="7871400" y="2999160"/>
            <a:ext cx="35784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2643" name=""/>
          <p:cNvSpPr txBox="1"/>
          <p:nvPr/>
        </p:nvSpPr>
        <p:spPr>
          <a:xfrm>
            <a:off x="8229960" y="300708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44" name=""/>
          <p:cNvSpPr txBox="1"/>
          <p:nvPr/>
        </p:nvSpPr>
        <p:spPr>
          <a:xfrm>
            <a:off x="8401680" y="2999160"/>
            <a:ext cx="7689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TMP_max</a:t>
            </a:r>
            <a:endParaRPr lang="en-US" sz="1350" b="0" u="none" strike="noStrike">
              <a:solidFill>
                <a:srgbClr val="000000"/>
              </a:solidFill>
              <a:effectLst/>
              <a:uFillTx/>
              <a:latin typeface="游明朝体"/>
            </a:endParaRPr>
          </a:p>
        </p:txBody>
      </p:sp>
      <p:sp>
        <p:nvSpPr>
          <p:cNvPr id="2645" name=""/>
          <p:cNvSpPr txBox="1"/>
          <p:nvPr/>
        </p:nvSpPr>
        <p:spPr>
          <a:xfrm>
            <a:off x="9173160" y="300708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46" name=""/>
          <p:cNvSpPr txBox="1"/>
          <p:nvPr/>
        </p:nvSpPr>
        <p:spPr>
          <a:xfrm>
            <a:off x="9516240" y="2999160"/>
            <a:ext cx="5508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sin/cos</a:t>
            </a:r>
            <a:endParaRPr lang="en-US" sz="1350" b="0" u="none" strike="noStrike">
              <a:solidFill>
                <a:srgbClr val="000000"/>
              </a:solidFill>
              <a:effectLst/>
              <a:uFillTx/>
              <a:latin typeface="游明朝体"/>
            </a:endParaRPr>
          </a:p>
        </p:txBody>
      </p:sp>
      <p:sp>
        <p:nvSpPr>
          <p:cNvPr id="2647" name=""/>
          <p:cNvSpPr txBox="1"/>
          <p:nvPr/>
        </p:nvSpPr>
        <p:spPr>
          <a:xfrm>
            <a:off x="10068480" y="300708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48" name=""/>
          <p:cNvSpPr txBox="1"/>
          <p:nvPr/>
        </p:nvSpPr>
        <p:spPr>
          <a:xfrm>
            <a:off x="7261920" y="3256200"/>
            <a:ext cx="11764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GSR_5day_avg</a:t>
            </a:r>
            <a:endParaRPr lang="en-US" sz="1350" b="0" u="none" strike="noStrike">
              <a:solidFill>
                <a:srgbClr val="000000"/>
              </a:solidFill>
              <a:effectLst/>
              <a:uFillTx/>
              <a:latin typeface="游明朝体"/>
            </a:endParaRPr>
          </a:p>
        </p:txBody>
      </p:sp>
      <p:sp>
        <p:nvSpPr>
          <p:cNvPr id="2649" name=""/>
          <p:cNvSpPr txBox="1"/>
          <p:nvPr/>
        </p:nvSpPr>
        <p:spPr>
          <a:xfrm>
            <a:off x="8442720" y="326448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50" name=""/>
          <p:cNvSpPr txBox="1"/>
          <p:nvPr/>
        </p:nvSpPr>
        <p:spPr>
          <a:xfrm>
            <a:off x="8614440" y="3256200"/>
            <a:ext cx="11890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GSR_5day_ago</a:t>
            </a:r>
            <a:endParaRPr lang="en-US" sz="1350" b="0" u="none" strike="noStrike">
              <a:solidFill>
                <a:srgbClr val="000000"/>
              </a:solidFill>
              <a:effectLst/>
              <a:uFillTx/>
              <a:latin typeface="游明朝体"/>
            </a:endParaRPr>
          </a:p>
        </p:txBody>
      </p:sp>
      <p:sp>
        <p:nvSpPr>
          <p:cNvPr id="2651" name=""/>
          <p:cNvSpPr txBox="1"/>
          <p:nvPr/>
        </p:nvSpPr>
        <p:spPr>
          <a:xfrm>
            <a:off x="9808200" y="326448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等）</a:t>
            </a:r>
            <a:endParaRPr lang="en-US" sz="1350" b="0" u="none" strike="noStrike">
              <a:solidFill>
                <a:srgbClr val="000000"/>
              </a:solidFill>
              <a:effectLst/>
              <a:uFillTx/>
              <a:latin typeface="游明朝体"/>
            </a:endParaRPr>
          </a:p>
        </p:txBody>
      </p:sp>
      <p:sp>
        <p:nvSpPr>
          <p:cNvPr id="2652" name=""/>
          <p:cNvSpPr txBox="1"/>
          <p:nvPr/>
        </p:nvSpPr>
        <p:spPr>
          <a:xfrm>
            <a:off x="10973520" y="3123000"/>
            <a:ext cx="1713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a:t>
            </a:r>
            <a:endParaRPr lang="en-US" sz="1350" b="0" u="none" strike="noStrike">
              <a:solidFill>
                <a:srgbClr val="000000"/>
              </a:solidFill>
              <a:effectLst/>
              <a:uFillTx/>
              <a:latin typeface="游明朝体"/>
            </a:endParaRPr>
          </a:p>
        </p:txBody>
      </p:sp>
      <p:sp>
        <p:nvSpPr>
          <p:cNvPr id="2653" name=""/>
          <p:cNvSpPr txBox="1"/>
          <p:nvPr/>
        </p:nvSpPr>
        <p:spPr>
          <a:xfrm>
            <a:off x="5253840" y="3760920"/>
            <a:ext cx="1810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v2</a:t>
            </a:r>
            <a:endParaRPr lang="en-US" sz="1350" b="0" u="none" strike="noStrike">
              <a:solidFill>
                <a:srgbClr val="000000"/>
              </a:solidFill>
              <a:effectLst/>
              <a:uFillTx/>
              <a:latin typeface="游明朝体"/>
            </a:endParaRPr>
          </a:p>
        </p:txBody>
      </p:sp>
      <p:sp>
        <p:nvSpPr>
          <p:cNvPr id="2654" name=""/>
          <p:cNvSpPr txBox="1"/>
          <p:nvPr/>
        </p:nvSpPr>
        <p:spPr>
          <a:xfrm>
            <a:off x="6058080" y="3637080"/>
            <a:ext cx="7030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2026-05-</a:t>
            </a:r>
            <a:endParaRPr lang="en-US" sz="1350" b="0" u="none" strike="noStrike">
              <a:solidFill>
                <a:srgbClr val="000000"/>
              </a:solidFill>
              <a:effectLst/>
              <a:uFillTx/>
              <a:latin typeface="游明朝体"/>
            </a:endParaRPr>
          </a:p>
        </p:txBody>
      </p:sp>
      <p:sp>
        <p:nvSpPr>
          <p:cNvPr id="2655" name=""/>
          <p:cNvSpPr txBox="1"/>
          <p:nvPr/>
        </p:nvSpPr>
        <p:spPr>
          <a:xfrm>
            <a:off x="6058080" y="3894480"/>
            <a:ext cx="19044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18</a:t>
            </a:r>
            <a:endParaRPr lang="en-US" sz="1350" b="0" u="none" strike="noStrike">
              <a:solidFill>
                <a:srgbClr val="000000"/>
              </a:solidFill>
              <a:effectLst/>
              <a:uFillTx/>
              <a:latin typeface="游明朝体"/>
            </a:endParaRPr>
          </a:p>
        </p:txBody>
      </p:sp>
      <p:sp>
        <p:nvSpPr>
          <p:cNvPr id="2656" name=""/>
          <p:cNvSpPr txBox="1"/>
          <p:nvPr/>
        </p:nvSpPr>
        <p:spPr>
          <a:xfrm>
            <a:off x="6248880" y="390240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57" name=""/>
          <p:cNvSpPr txBox="1"/>
          <p:nvPr/>
        </p:nvSpPr>
        <p:spPr>
          <a:xfrm>
            <a:off x="6420240" y="3894480"/>
            <a:ext cx="4467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06-06</a:t>
            </a:r>
            <a:endParaRPr lang="en-US" sz="1350" b="0" u="none" strike="noStrike">
              <a:solidFill>
                <a:srgbClr val="000000"/>
              </a:solidFill>
              <a:effectLst/>
              <a:uFillTx/>
              <a:latin typeface="游明朝体"/>
            </a:endParaRPr>
          </a:p>
        </p:txBody>
      </p:sp>
      <p:sp>
        <p:nvSpPr>
          <p:cNvPr id="2658" name=""/>
          <p:cNvSpPr txBox="1"/>
          <p:nvPr/>
        </p:nvSpPr>
        <p:spPr>
          <a:xfrm>
            <a:off x="7261920" y="3760920"/>
            <a:ext cx="171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6</a:t>
            </a:r>
            <a:endParaRPr lang="en-US" sz="1350" b="0" u="none" strike="noStrike">
              <a:solidFill>
                <a:srgbClr val="000000"/>
              </a:solidFill>
              <a:effectLst/>
              <a:uFillTx/>
              <a:latin typeface="游明朝体"/>
            </a:endParaRPr>
          </a:p>
        </p:txBody>
      </p:sp>
      <p:sp>
        <p:nvSpPr>
          <p:cNvPr id="2659" name=""/>
          <p:cNvSpPr txBox="1"/>
          <p:nvPr/>
        </p:nvSpPr>
        <p:spPr>
          <a:xfrm>
            <a:off x="7356960" y="3769200"/>
            <a:ext cx="512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変数（</a:t>
            </a:r>
            <a:endParaRPr lang="en-US" sz="1350" b="0" u="none" strike="noStrike">
              <a:solidFill>
                <a:srgbClr val="000000"/>
              </a:solidFill>
              <a:effectLst/>
              <a:uFillTx/>
              <a:latin typeface="游明朝体"/>
            </a:endParaRPr>
          </a:p>
        </p:txBody>
      </p:sp>
      <p:sp>
        <p:nvSpPr>
          <p:cNvPr id="2660" name=""/>
          <p:cNvSpPr txBox="1"/>
          <p:nvPr/>
        </p:nvSpPr>
        <p:spPr>
          <a:xfrm>
            <a:off x="7871400" y="3760920"/>
            <a:ext cx="35784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2661" name=""/>
          <p:cNvSpPr txBox="1"/>
          <p:nvPr/>
        </p:nvSpPr>
        <p:spPr>
          <a:xfrm>
            <a:off x="8229960" y="376920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62" name=""/>
          <p:cNvSpPr txBox="1"/>
          <p:nvPr/>
        </p:nvSpPr>
        <p:spPr>
          <a:xfrm>
            <a:off x="8401680" y="3760920"/>
            <a:ext cx="7812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GSR_ratio</a:t>
            </a:r>
            <a:endParaRPr lang="en-US" sz="1350" b="0" u="none" strike="noStrike">
              <a:solidFill>
                <a:srgbClr val="000000"/>
              </a:solidFill>
              <a:effectLst/>
              <a:uFillTx/>
              <a:latin typeface="游明朝体"/>
            </a:endParaRPr>
          </a:p>
        </p:txBody>
      </p:sp>
      <p:sp>
        <p:nvSpPr>
          <p:cNvPr id="2663" name=""/>
          <p:cNvSpPr txBox="1"/>
          <p:nvPr/>
        </p:nvSpPr>
        <p:spPr>
          <a:xfrm>
            <a:off x="9185760" y="376920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64" name=""/>
          <p:cNvSpPr txBox="1"/>
          <p:nvPr/>
        </p:nvSpPr>
        <p:spPr>
          <a:xfrm>
            <a:off x="9357120" y="3760920"/>
            <a:ext cx="8164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TMP_max </a:t>
            </a:r>
            <a:endParaRPr lang="en-US" sz="1350" b="0" u="none" strike="noStrike">
              <a:solidFill>
                <a:srgbClr val="000000"/>
              </a:solidFill>
              <a:effectLst/>
              <a:uFillTx/>
              <a:latin typeface="游明朝体"/>
            </a:endParaRPr>
          </a:p>
        </p:txBody>
      </p:sp>
      <p:sp>
        <p:nvSpPr>
          <p:cNvPr id="2665" name=""/>
          <p:cNvSpPr txBox="1"/>
          <p:nvPr/>
        </p:nvSpPr>
        <p:spPr>
          <a:xfrm>
            <a:off x="10176480" y="376920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等）</a:t>
            </a:r>
            <a:endParaRPr lang="en-US" sz="1350" b="0" u="none" strike="noStrike">
              <a:solidFill>
                <a:srgbClr val="000000"/>
              </a:solidFill>
              <a:effectLst/>
              <a:uFillTx/>
              <a:latin typeface="游明朝体"/>
            </a:endParaRPr>
          </a:p>
        </p:txBody>
      </p:sp>
      <p:sp>
        <p:nvSpPr>
          <p:cNvPr id="2666" name=""/>
          <p:cNvSpPr txBox="1"/>
          <p:nvPr/>
        </p:nvSpPr>
        <p:spPr>
          <a:xfrm>
            <a:off x="10973520" y="363708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2.23</a:t>
            </a:r>
            <a:endParaRPr lang="en-US" sz="1350" b="0" u="none" strike="noStrike">
              <a:solidFill>
                <a:srgbClr val="000000"/>
              </a:solidFill>
              <a:effectLst/>
              <a:uFillTx/>
              <a:latin typeface="游明朝体"/>
            </a:endParaRPr>
          </a:p>
        </p:txBody>
      </p:sp>
      <p:sp>
        <p:nvSpPr>
          <p:cNvPr id="2667" name=""/>
          <p:cNvSpPr txBox="1"/>
          <p:nvPr/>
        </p:nvSpPr>
        <p:spPr>
          <a:xfrm>
            <a:off x="10973520" y="3894480"/>
            <a:ext cx="3423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kWh</a:t>
            </a:r>
            <a:endParaRPr lang="en-US" sz="1350" b="0" u="none" strike="noStrike">
              <a:solidFill>
                <a:srgbClr val="000000"/>
              </a:solidFill>
              <a:effectLst/>
              <a:uFillTx/>
              <a:latin typeface="游明朝体"/>
            </a:endParaRPr>
          </a:p>
        </p:txBody>
      </p:sp>
      <p:sp>
        <p:nvSpPr>
          <p:cNvPr id="2668" name=""/>
          <p:cNvSpPr txBox="1"/>
          <p:nvPr/>
        </p:nvSpPr>
        <p:spPr>
          <a:xfrm>
            <a:off x="5253840" y="4399200"/>
            <a:ext cx="18432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v3</a:t>
            </a:r>
            <a:endParaRPr lang="en-US" sz="1350" b="0" u="none" strike="noStrike">
              <a:solidFill>
                <a:srgbClr val="000000"/>
              </a:solidFill>
              <a:effectLst/>
              <a:uFillTx/>
              <a:latin typeface="游明朝体"/>
            </a:endParaRPr>
          </a:p>
        </p:txBody>
      </p:sp>
      <p:sp>
        <p:nvSpPr>
          <p:cNvPr id="2669" name=""/>
          <p:cNvSpPr txBox="1"/>
          <p:nvPr/>
        </p:nvSpPr>
        <p:spPr>
          <a:xfrm>
            <a:off x="6058080" y="4275360"/>
            <a:ext cx="70920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2026-06-</a:t>
            </a:r>
            <a:endParaRPr lang="en-US" sz="1350" b="0" u="none" strike="noStrike">
              <a:solidFill>
                <a:srgbClr val="000000"/>
              </a:solidFill>
              <a:effectLst/>
              <a:uFillTx/>
              <a:latin typeface="游明朝体"/>
            </a:endParaRPr>
          </a:p>
        </p:txBody>
      </p:sp>
      <p:sp>
        <p:nvSpPr>
          <p:cNvPr id="2670" name=""/>
          <p:cNvSpPr txBox="1"/>
          <p:nvPr/>
        </p:nvSpPr>
        <p:spPr>
          <a:xfrm>
            <a:off x="6058080" y="4532760"/>
            <a:ext cx="19044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07</a:t>
            </a:r>
            <a:endParaRPr lang="en-US" sz="1350" b="0" u="none" strike="noStrike">
              <a:solidFill>
                <a:srgbClr val="000000"/>
              </a:solidFill>
              <a:effectLst/>
              <a:uFillTx/>
              <a:latin typeface="游明朝体"/>
            </a:endParaRPr>
          </a:p>
        </p:txBody>
      </p:sp>
      <p:sp>
        <p:nvSpPr>
          <p:cNvPr id="2671" name=""/>
          <p:cNvSpPr txBox="1"/>
          <p:nvPr/>
        </p:nvSpPr>
        <p:spPr>
          <a:xfrm>
            <a:off x="6248880" y="4540680"/>
            <a:ext cx="17136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6"/>
                <a:ea typeface="HiraginoSans-W6"/>
              </a:rPr>
              <a:t>〜</a:t>
            </a:r>
            <a:endParaRPr lang="en-US" sz="1350" b="0" u="none" strike="noStrike">
              <a:solidFill>
                <a:srgbClr val="000000"/>
              </a:solidFill>
              <a:effectLst/>
              <a:uFillTx/>
              <a:latin typeface="游明朝体"/>
            </a:endParaRPr>
          </a:p>
        </p:txBody>
      </p:sp>
      <p:sp>
        <p:nvSpPr>
          <p:cNvPr id="2672" name=""/>
          <p:cNvSpPr txBox="1"/>
          <p:nvPr/>
        </p:nvSpPr>
        <p:spPr>
          <a:xfrm>
            <a:off x="7261920" y="4399200"/>
            <a:ext cx="17100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3</a:t>
            </a:r>
            <a:endParaRPr lang="en-US" sz="1350" b="0" u="none" strike="noStrike">
              <a:solidFill>
                <a:srgbClr val="000000"/>
              </a:solidFill>
              <a:effectLst/>
              <a:uFillTx/>
              <a:latin typeface="游明朝体"/>
            </a:endParaRPr>
          </a:p>
        </p:txBody>
      </p:sp>
      <p:sp>
        <p:nvSpPr>
          <p:cNvPr id="2673" name=""/>
          <p:cNvSpPr txBox="1"/>
          <p:nvPr/>
        </p:nvSpPr>
        <p:spPr>
          <a:xfrm>
            <a:off x="7356960" y="4407480"/>
            <a:ext cx="51264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6"/>
                <a:ea typeface="HiraginoSans-W6"/>
              </a:rPr>
              <a:t>変数（</a:t>
            </a:r>
            <a:endParaRPr lang="en-US" sz="1350" b="0" u="none" strike="noStrike">
              <a:solidFill>
                <a:srgbClr val="000000"/>
              </a:solidFill>
              <a:effectLst/>
              <a:uFillTx/>
              <a:latin typeface="游明朝体"/>
            </a:endParaRPr>
          </a:p>
        </p:txBody>
      </p:sp>
      <p:sp>
        <p:nvSpPr>
          <p:cNvPr id="2674" name=""/>
          <p:cNvSpPr txBox="1"/>
          <p:nvPr/>
        </p:nvSpPr>
        <p:spPr>
          <a:xfrm>
            <a:off x="7871400" y="4399200"/>
            <a:ext cx="36432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2675" name=""/>
          <p:cNvSpPr txBox="1"/>
          <p:nvPr/>
        </p:nvSpPr>
        <p:spPr>
          <a:xfrm>
            <a:off x="8236800" y="4407480"/>
            <a:ext cx="17136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6"/>
                <a:ea typeface="HiraginoSans-W6"/>
              </a:rPr>
              <a:t>・</a:t>
            </a:r>
            <a:endParaRPr lang="en-US" sz="1350" b="0" u="none" strike="noStrike">
              <a:solidFill>
                <a:srgbClr val="000000"/>
              </a:solidFill>
              <a:effectLst/>
              <a:uFillTx/>
              <a:latin typeface="游明朝体"/>
            </a:endParaRPr>
          </a:p>
        </p:txBody>
      </p:sp>
      <p:sp>
        <p:nvSpPr>
          <p:cNvPr id="2676" name=""/>
          <p:cNvSpPr txBox="1"/>
          <p:nvPr/>
        </p:nvSpPr>
        <p:spPr>
          <a:xfrm>
            <a:off x="8408160" y="4399200"/>
            <a:ext cx="82224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GSR_ratio</a:t>
            </a:r>
            <a:endParaRPr lang="en-US" sz="1350" b="0" u="none" strike="noStrike">
              <a:solidFill>
                <a:srgbClr val="000000"/>
              </a:solidFill>
              <a:effectLst/>
              <a:uFillTx/>
              <a:latin typeface="游明朝体"/>
            </a:endParaRPr>
          </a:p>
        </p:txBody>
      </p:sp>
      <p:sp>
        <p:nvSpPr>
          <p:cNvPr id="2677" name=""/>
          <p:cNvSpPr txBox="1"/>
          <p:nvPr/>
        </p:nvSpPr>
        <p:spPr>
          <a:xfrm>
            <a:off x="9233280" y="4407480"/>
            <a:ext cx="17136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6"/>
                <a:ea typeface="HiraginoSans-W6"/>
              </a:rPr>
              <a:t>・</a:t>
            </a:r>
            <a:endParaRPr lang="en-US" sz="1350" b="0" u="none" strike="noStrike">
              <a:solidFill>
                <a:srgbClr val="000000"/>
              </a:solidFill>
              <a:effectLst/>
              <a:uFillTx/>
              <a:latin typeface="游明朝体"/>
            </a:endParaRPr>
          </a:p>
        </p:txBody>
      </p:sp>
      <p:sp>
        <p:nvSpPr>
          <p:cNvPr id="2678" name=""/>
          <p:cNvSpPr txBox="1"/>
          <p:nvPr/>
        </p:nvSpPr>
        <p:spPr>
          <a:xfrm>
            <a:off x="9405000" y="4399200"/>
            <a:ext cx="34884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2679" name=""/>
          <p:cNvSpPr txBox="1"/>
          <p:nvPr/>
        </p:nvSpPr>
        <p:spPr>
          <a:xfrm>
            <a:off x="9754560" y="4407480"/>
            <a:ext cx="17136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6"/>
                <a:ea typeface="HiraginoSans-W6"/>
              </a:rPr>
              <a:t>）</a:t>
            </a:r>
            <a:endParaRPr lang="en-US" sz="1350" b="0" u="none" strike="noStrike">
              <a:solidFill>
                <a:srgbClr val="000000"/>
              </a:solidFill>
              <a:effectLst/>
              <a:uFillTx/>
              <a:latin typeface="游明朝体"/>
            </a:endParaRPr>
          </a:p>
        </p:txBody>
      </p:sp>
      <p:sp>
        <p:nvSpPr>
          <p:cNvPr id="2680" name=""/>
          <p:cNvSpPr txBox="1"/>
          <p:nvPr/>
        </p:nvSpPr>
        <p:spPr>
          <a:xfrm>
            <a:off x="10973520" y="4275360"/>
            <a:ext cx="33300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2.08</a:t>
            </a:r>
            <a:endParaRPr lang="en-US" sz="1350" b="0" u="none" strike="noStrike">
              <a:solidFill>
                <a:srgbClr val="000000"/>
              </a:solidFill>
              <a:effectLst/>
              <a:uFillTx/>
              <a:latin typeface="游明朝体"/>
            </a:endParaRPr>
          </a:p>
        </p:txBody>
      </p:sp>
      <p:sp>
        <p:nvSpPr>
          <p:cNvPr id="2681" name=""/>
          <p:cNvSpPr txBox="1"/>
          <p:nvPr/>
        </p:nvSpPr>
        <p:spPr>
          <a:xfrm>
            <a:off x="10973520" y="4532760"/>
            <a:ext cx="36108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kWh</a:t>
            </a:r>
            <a:endParaRPr lang="en-US" sz="1350" b="0" u="none" strike="noStrike">
              <a:solidFill>
                <a:srgbClr val="000000"/>
              </a:solidFill>
              <a:effectLst/>
              <a:uFillTx/>
              <a:latin typeface="游明朝体"/>
            </a:endParaRPr>
          </a:p>
        </p:txBody>
      </p:sp>
      <p:sp>
        <p:nvSpPr>
          <p:cNvPr id="2682" name=""/>
          <p:cNvSpPr txBox="1"/>
          <p:nvPr/>
        </p:nvSpPr>
        <p:spPr>
          <a:xfrm>
            <a:off x="5253840" y="5037480"/>
            <a:ext cx="28224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v3b</a:t>
            </a:r>
            <a:endParaRPr lang="en-US" sz="1350" b="0" u="none" strike="noStrike">
              <a:solidFill>
                <a:srgbClr val="000000"/>
              </a:solidFill>
              <a:effectLst/>
              <a:uFillTx/>
              <a:latin typeface="游明朝体"/>
            </a:endParaRPr>
          </a:p>
        </p:txBody>
      </p:sp>
      <p:sp>
        <p:nvSpPr>
          <p:cNvPr id="2683" name=""/>
          <p:cNvSpPr txBox="1"/>
          <p:nvPr/>
        </p:nvSpPr>
        <p:spPr>
          <a:xfrm>
            <a:off x="6058080" y="4913640"/>
            <a:ext cx="7030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2026-06-</a:t>
            </a:r>
            <a:endParaRPr lang="en-US" sz="1350" b="0" u="none" strike="noStrike">
              <a:solidFill>
                <a:srgbClr val="000000"/>
              </a:solidFill>
              <a:effectLst/>
              <a:uFillTx/>
              <a:latin typeface="游明朝体"/>
            </a:endParaRPr>
          </a:p>
        </p:txBody>
      </p:sp>
      <p:sp>
        <p:nvSpPr>
          <p:cNvPr id="2684" name=""/>
          <p:cNvSpPr txBox="1"/>
          <p:nvPr/>
        </p:nvSpPr>
        <p:spPr>
          <a:xfrm>
            <a:off x="6058080" y="5170680"/>
            <a:ext cx="19044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23</a:t>
            </a:r>
            <a:endParaRPr lang="en-US" sz="1350" b="0" u="none" strike="noStrike">
              <a:solidFill>
                <a:srgbClr val="000000"/>
              </a:solidFill>
              <a:effectLst/>
              <a:uFillTx/>
              <a:latin typeface="游明朝体"/>
            </a:endParaRPr>
          </a:p>
        </p:txBody>
      </p:sp>
      <p:sp>
        <p:nvSpPr>
          <p:cNvPr id="2685" name=""/>
          <p:cNvSpPr txBox="1"/>
          <p:nvPr/>
        </p:nvSpPr>
        <p:spPr>
          <a:xfrm>
            <a:off x="6248880" y="517896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86" name=""/>
          <p:cNvSpPr txBox="1"/>
          <p:nvPr/>
        </p:nvSpPr>
        <p:spPr>
          <a:xfrm>
            <a:off x="7261920" y="5037480"/>
            <a:ext cx="171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a:t>
            </a:r>
            <a:endParaRPr lang="en-US" sz="1350" b="0" u="none" strike="noStrike">
              <a:solidFill>
                <a:srgbClr val="000000"/>
              </a:solidFill>
              <a:effectLst/>
              <a:uFillTx/>
              <a:latin typeface="游明朝体"/>
            </a:endParaRPr>
          </a:p>
        </p:txBody>
      </p:sp>
      <p:sp>
        <p:nvSpPr>
          <p:cNvPr id="2687" name=""/>
          <p:cNvSpPr txBox="1"/>
          <p:nvPr/>
        </p:nvSpPr>
        <p:spPr>
          <a:xfrm>
            <a:off x="7356960" y="5045400"/>
            <a:ext cx="512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変数（</a:t>
            </a:r>
            <a:endParaRPr lang="en-US" sz="1350" b="0" u="none" strike="noStrike">
              <a:solidFill>
                <a:srgbClr val="000000"/>
              </a:solidFill>
              <a:effectLst/>
              <a:uFillTx/>
              <a:latin typeface="游明朝体"/>
            </a:endParaRPr>
          </a:p>
        </p:txBody>
      </p:sp>
      <p:sp>
        <p:nvSpPr>
          <p:cNvPr id="2688" name=""/>
          <p:cNvSpPr txBox="1"/>
          <p:nvPr/>
        </p:nvSpPr>
        <p:spPr>
          <a:xfrm>
            <a:off x="7871400" y="5037480"/>
            <a:ext cx="35784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2689" name=""/>
          <p:cNvSpPr txBox="1"/>
          <p:nvPr/>
        </p:nvSpPr>
        <p:spPr>
          <a:xfrm>
            <a:off x="8229960" y="504540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90" name=""/>
          <p:cNvSpPr txBox="1"/>
          <p:nvPr/>
        </p:nvSpPr>
        <p:spPr>
          <a:xfrm>
            <a:off x="8401680" y="5037480"/>
            <a:ext cx="7812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GSR_ratio</a:t>
            </a:r>
            <a:endParaRPr lang="en-US" sz="1350" b="0" u="none" strike="noStrike">
              <a:solidFill>
                <a:srgbClr val="000000"/>
              </a:solidFill>
              <a:effectLst/>
              <a:uFillTx/>
              <a:latin typeface="游明朝体"/>
            </a:endParaRPr>
          </a:p>
        </p:txBody>
      </p:sp>
      <p:sp>
        <p:nvSpPr>
          <p:cNvPr id="2691" name=""/>
          <p:cNvSpPr txBox="1"/>
          <p:nvPr/>
        </p:nvSpPr>
        <p:spPr>
          <a:xfrm>
            <a:off x="9185760" y="504540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692" name=""/>
          <p:cNvSpPr txBox="1"/>
          <p:nvPr/>
        </p:nvSpPr>
        <p:spPr>
          <a:xfrm>
            <a:off x="9357120" y="5037480"/>
            <a:ext cx="342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2693" name=""/>
          <p:cNvSpPr txBox="1"/>
          <p:nvPr/>
        </p:nvSpPr>
        <p:spPr>
          <a:xfrm>
            <a:off x="9699840" y="5045400"/>
            <a:ext cx="512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除外）</a:t>
            </a:r>
            <a:endParaRPr lang="en-US" sz="1350" b="0" u="none" strike="noStrike">
              <a:solidFill>
                <a:srgbClr val="000000"/>
              </a:solidFill>
              <a:effectLst/>
              <a:uFillTx/>
              <a:latin typeface="游明朝体"/>
            </a:endParaRPr>
          </a:p>
        </p:txBody>
      </p:sp>
      <p:sp>
        <p:nvSpPr>
          <p:cNvPr id="2694" name=""/>
          <p:cNvSpPr txBox="1"/>
          <p:nvPr/>
        </p:nvSpPr>
        <p:spPr>
          <a:xfrm>
            <a:off x="10973520" y="4913640"/>
            <a:ext cx="333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2.22</a:t>
            </a:r>
            <a:endParaRPr lang="en-US" sz="1350" b="0" u="none" strike="noStrike">
              <a:solidFill>
                <a:srgbClr val="000000"/>
              </a:solidFill>
              <a:effectLst/>
              <a:uFillTx/>
              <a:latin typeface="游明朝体"/>
            </a:endParaRPr>
          </a:p>
        </p:txBody>
      </p:sp>
      <p:sp>
        <p:nvSpPr>
          <p:cNvPr id="2695" name=""/>
          <p:cNvSpPr txBox="1"/>
          <p:nvPr/>
        </p:nvSpPr>
        <p:spPr>
          <a:xfrm>
            <a:off x="10973520" y="5170680"/>
            <a:ext cx="3423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kWh</a:t>
            </a:r>
            <a:endParaRPr lang="en-US" sz="1350" b="0" u="none" strike="noStrike">
              <a:solidFill>
                <a:srgbClr val="000000"/>
              </a:solidFill>
              <a:effectLst/>
              <a:uFillTx/>
              <a:latin typeface="游明朝体"/>
            </a:endParaRPr>
          </a:p>
        </p:txBody>
      </p:sp>
      <p:sp>
        <p:nvSpPr>
          <p:cNvPr id="2696" name=""/>
          <p:cNvSpPr txBox="1"/>
          <p:nvPr/>
        </p:nvSpPr>
        <p:spPr>
          <a:xfrm>
            <a:off x="5120640" y="5637960"/>
            <a:ext cx="3048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変数を絞り込むたびに精度が向上（</a:t>
            </a:r>
            <a:endParaRPr lang="en-US" sz="1500" b="0" u="none" strike="noStrike">
              <a:solidFill>
                <a:srgbClr val="000000"/>
              </a:solidFill>
              <a:effectLst/>
              <a:uFillTx/>
              <a:latin typeface="游明朝体"/>
            </a:endParaRPr>
          </a:p>
        </p:txBody>
      </p:sp>
      <p:sp>
        <p:nvSpPr>
          <p:cNvPr id="2697" name=""/>
          <p:cNvSpPr txBox="1"/>
          <p:nvPr/>
        </p:nvSpPr>
        <p:spPr>
          <a:xfrm>
            <a:off x="8168760" y="5628960"/>
            <a:ext cx="11368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CV MAE 2.23</a:t>
            </a:r>
            <a:endParaRPr lang="en-US" sz="1500" b="0" u="none" strike="noStrike">
              <a:solidFill>
                <a:srgbClr val="000000"/>
              </a:solidFill>
              <a:effectLst/>
              <a:uFillTx/>
              <a:latin typeface="游明朝体"/>
            </a:endParaRPr>
          </a:p>
        </p:txBody>
      </p:sp>
      <p:sp>
        <p:nvSpPr>
          <p:cNvPr id="2698" name=""/>
          <p:cNvSpPr txBox="1"/>
          <p:nvPr/>
        </p:nvSpPr>
        <p:spPr>
          <a:xfrm>
            <a:off x="9304920" y="5637960"/>
            <a:ext cx="191160" cy="2120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Arial"/>
                <a:ea typeface="Arial"/>
              </a:rPr>
              <a:t>→</a:t>
            </a:r>
            <a:endParaRPr lang="en-US" sz="1500" b="0" u="none" strike="noStrike">
              <a:solidFill>
                <a:srgbClr val="000000"/>
              </a:solidFill>
              <a:effectLst/>
              <a:uFillTx/>
              <a:latin typeface="游明朝体"/>
            </a:endParaRPr>
          </a:p>
        </p:txBody>
      </p:sp>
      <p:sp>
        <p:nvSpPr>
          <p:cNvPr id="2699" name=""/>
          <p:cNvSpPr txBox="1"/>
          <p:nvPr/>
        </p:nvSpPr>
        <p:spPr>
          <a:xfrm>
            <a:off x="9495360" y="5628960"/>
            <a:ext cx="8056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2.08 kWh</a:t>
            </a:r>
            <a:endParaRPr lang="en-US" sz="1500" b="0" u="none" strike="noStrike">
              <a:solidFill>
                <a:srgbClr val="000000"/>
              </a:solidFill>
              <a:effectLst/>
              <a:uFillTx/>
              <a:latin typeface="游明朝体"/>
            </a:endParaRPr>
          </a:p>
        </p:txBody>
      </p:sp>
      <p:sp>
        <p:nvSpPr>
          <p:cNvPr id="2700" name=""/>
          <p:cNvSpPr txBox="1"/>
          <p:nvPr/>
        </p:nvSpPr>
        <p:spPr>
          <a:xfrm>
            <a:off x="10300320" y="563796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2701"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17</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0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0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05"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6" name=""/>
          <p:cNvSpPr/>
          <p:nvPr/>
        </p:nvSpPr>
        <p:spPr>
          <a:xfrm>
            <a:off x="552240" y="6162480"/>
            <a:ext cx="11106360" cy="695520"/>
          </a:xfrm>
          <a:custGeom>
            <a:avLst/>
            <a:gdLst/>
            <a:ahLst/>
            <a:rect l="0" t="0" r="r" b="b"/>
            <a:pathLst>
              <a:path w="30851" h="1932">
                <a:moveTo>
                  <a:pt x="0" y="1932"/>
                </a:moveTo>
                <a:lnTo>
                  <a:pt x="0" y="0"/>
                </a:lnTo>
                <a:lnTo>
                  <a:pt x="30746" y="0"/>
                </a:lnTo>
                <a:cubicBezTo>
                  <a:pt x="30760" y="0"/>
                  <a:pt x="30773" y="3"/>
                  <a:pt x="30786" y="8"/>
                </a:cubicBezTo>
                <a:cubicBezTo>
                  <a:pt x="30799" y="13"/>
                  <a:pt x="30811" y="21"/>
                  <a:pt x="30820" y="31"/>
                </a:cubicBezTo>
                <a:cubicBezTo>
                  <a:pt x="30830" y="41"/>
                  <a:pt x="30838" y="52"/>
                  <a:pt x="30843" y="65"/>
                </a:cubicBezTo>
                <a:cubicBezTo>
                  <a:pt x="30849" y="78"/>
                  <a:pt x="30851" y="92"/>
                  <a:pt x="30851" y="106"/>
                </a:cubicBezTo>
                <a:lnTo>
                  <a:pt x="30851" y="1932"/>
                </a:lnTo>
                <a:lnTo>
                  <a:pt x="0" y="1932"/>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07" name=""/>
          <p:cNvSpPr/>
          <p:nvPr/>
        </p:nvSpPr>
        <p:spPr>
          <a:xfrm>
            <a:off x="533160" y="6162480"/>
            <a:ext cx="38520" cy="695520"/>
          </a:xfrm>
          <a:custGeom>
            <a:avLst/>
            <a:gdLst/>
            <a:ahLst/>
            <a:rect l="0" t="0" r="r" b="b"/>
            <a:pathLst>
              <a:path w="107" h="1932">
                <a:moveTo>
                  <a:pt x="0" y="0"/>
                </a:moveTo>
                <a:lnTo>
                  <a:pt x="107" y="0"/>
                </a:lnTo>
                <a:lnTo>
                  <a:pt x="107" y="1932"/>
                </a:lnTo>
                <a:lnTo>
                  <a:pt x="0" y="1932"/>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08" name=""/>
          <p:cNvSpPr txBox="1"/>
          <p:nvPr/>
        </p:nvSpPr>
        <p:spPr>
          <a:xfrm>
            <a:off x="533520" y="493560"/>
            <a:ext cx="228672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現⾏モデル（</a:t>
            </a:r>
            <a:endParaRPr lang="en-US" sz="3000" b="0" u="none" strike="noStrike">
              <a:solidFill>
                <a:srgbClr val="000000"/>
              </a:solidFill>
              <a:effectLst/>
              <a:uFillTx/>
              <a:latin typeface="游明朝体"/>
            </a:endParaRPr>
          </a:p>
        </p:txBody>
      </p:sp>
      <p:sp>
        <p:nvSpPr>
          <p:cNvPr id="2709" name=""/>
          <p:cNvSpPr txBox="1"/>
          <p:nvPr/>
        </p:nvSpPr>
        <p:spPr>
          <a:xfrm>
            <a:off x="2800440" y="475560"/>
            <a:ext cx="151236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v3 / v3b </a:t>
            </a:r>
            <a:endParaRPr lang="en-US" sz="3000" b="0" u="none" strike="noStrike">
              <a:solidFill>
                <a:srgbClr val="000000"/>
              </a:solidFill>
              <a:effectLst/>
              <a:uFillTx/>
              <a:latin typeface="游明朝体"/>
            </a:endParaRPr>
          </a:p>
        </p:txBody>
      </p:sp>
      <p:sp>
        <p:nvSpPr>
          <p:cNvPr id="2710" name=""/>
          <p:cNvSpPr/>
          <p:nvPr/>
        </p:nvSpPr>
        <p:spPr>
          <a:xfrm>
            <a:off x="552240" y="1419120"/>
            <a:ext cx="6515640" cy="466920"/>
          </a:xfrm>
          <a:custGeom>
            <a:avLst/>
            <a:gdLst/>
            <a:ahLst/>
            <a:rect l="0" t="0" r="r" b="b"/>
            <a:pathLst>
              <a:path w="18099" h="1297">
                <a:moveTo>
                  <a:pt x="0" y="1297"/>
                </a:moveTo>
                <a:lnTo>
                  <a:pt x="0" y="0"/>
                </a:lnTo>
                <a:lnTo>
                  <a:pt x="17993" y="0"/>
                </a:lnTo>
                <a:cubicBezTo>
                  <a:pt x="18007" y="0"/>
                  <a:pt x="18020" y="2"/>
                  <a:pt x="18033" y="8"/>
                </a:cubicBezTo>
                <a:cubicBezTo>
                  <a:pt x="18046" y="13"/>
                  <a:pt x="18058" y="21"/>
                  <a:pt x="18068" y="31"/>
                </a:cubicBezTo>
                <a:cubicBezTo>
                  <a:pt x="18078" y="41"/>
                  <a:pt x="18085" y="52"/>
                  <a:pt x="18091" y="65"/>
                </a:cubicBezTo>
                <a:cubicBezTo>
                  <a:pt x="18096" y="78"/>
                  <a:pt x="18099" y="92"/>
                  <a:pt x="18099" y="106"/>
                </a:cubicBezTo>
                <a:lnTo>
                  <a:pt x="18099" y="1191"/>
                </a:lnTo>
                <a:cubicBezTo>
                  <a:pt x="18099" y="1205"/>
                  <a:pt x="18096" y="1219"/>
                  <a:pt x="18091" y="1232"/>
                </a:cubicBezTo>
                <a:cubicBezTo>
                  <a:pt x="18085" y="1245"/>
                  <a:pt x="18078" y="1256"/>
                  <a:pt x="18068" y="1266"/>
                </a:cubicBezTo>
                <a:cubicBezTo>
                  <a:pt x="18058" y="1276"/>
                  <a:pt x="18046" y="1284"/>
                  <a:pt x="18033" y="1289"/>
                </a:cubicBezTo>
                <a:cubicBezTo>
                  <a:pt x="18020" y="1295"/>
                  <a:pt x="18007" y="1297"/>
                  <a:pt x="17993" y="1297"/>
                </a:cubicBezTo>
                <a:lnTo>
                  <a:pt x="0" y="1297"/>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11" name=""/>
          <p:cNvSpPr/>
          <p:nvPr/>
        </p:nvSpPr>
        <p:spPr>
          <a:xfrm>
            <a:off x="533160" y="1419120"/>
            <a:ext cx="38520" cy="466920"/>
          </a:xfrm>
          <a:custGeom>
            <a:avLst/>
            <a:gdLst/>
            <a:ahLst/>
            <a:rect l="0" t="0" r="r" b="b"/>
            <a:pathLst>
              <a:path w="107" h="1297">
                <a:moveTo>
                  <a:pt x="0" y="0"/>
                </a:moveTo>
                <a:lnTo>
                  <a:pt x="107" y="0"/>
                </a:lnTo>
                <a:lnTo>
                  <a:pt x="107" y="1297"/>
                </a:lnTo>
                <a:lnTo>
                  <a:pt x="0" y="1297"/>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712" name=""/>
          <p:cNvSpPr/>
          <p:nvPr/>
        </p:nvSpPr>
        <p:spPr>
          <a:xfrm>
            <a:off x="542880" y="2028600"/>
            <a:ext cx="943200" cy="381240"/>
          </a:xfrm>
          <a:custGeom>
            <a:avLst/>
            <a:gdLst/>
            <a:ahLst/>
            <a:rect l="0" t="0" r="r" b="b"/>
            <a:pathLst>
              <a:path w="2620" h="1059">
                <a:moveTo>
                  <a:pt x="20" y="47"/>
                </a:moveTo>
                <a:cubicBezTo>
                  <a:pt x="35" y="32"/>
                  <a:pt x="52" y="20"/>
                  <a:pt x="71" y="12"/>
                </a:cubicBezTo>
                <a:cubicBezTo>
                  <a:pt x="91" y="4"/>
                  <a:pt x="111" y="0"/>
                  <a:pt x="132" y="0"/>
                </a:cubicBezTo>
                <a:lnTo>
                  <a:pt x="2620" y="0"/>
                </a:lnTo>
                <a:lnTo>
                  <a:pt x="2620" y="1059"/>
                </a:lnTo>
                <a:lnTo>
                  <a:pt x="0" y="1059"/>
                </a:lnTo>
                <a:lnTo>
                  <a:pt x="0" y="71"/>
                </a:lnTo>
                <a:cubicBezTo>
                  <a:pt x="5" y="62"/>
                  <a:pt x="12" y="54"/>
                  <a:pt x="20" y="47"/>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13" name=""/>
          <p:cNvSpPr/>
          <p:nvPr/>
        </p:nvSpPr>
        <p:spPr>
          <a:xfrm>
            <a:off x="1485720" y="2028600"/>
            <a:ext cx="3010320" cy="381240"/>
          </a:xfrm>
          <a:custGeom>
            <a:avLst/>
            <a:gdLst/>
            <a:ahLst/>
            <a:rect l="0" t="0" r="r" b="b"/>
            <a:pathLst>
              <a:path w="8362" h="1059">
                <a:moveTo>
                  <a:pt x="0" y="0"/>
                </a:moveTo>
                <a:lnTo>
                  <a:pt x="8362" y="0"/>
                </a:lnTo>
                <a:lnTo>
                  <a:pt x="8362"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14" name=""/>
          <p:cNvSpPr/>
          <p:nvPr/>
        </p:nvSpPr>
        <p:spPr>
          <a:xfrm>
            <a:off x="4495680" y="2028600"/>
            <a:ext cx="2495880" cy="381240"/>
          </a:xfrm>
          <a:custGeom>
            <a:avLst/>
            <a:gdLst/>
            <a:ahLst/>
            <a:rect l="0" t="0" r="r" b="b"/>
            <a:pathLst>
              <a:path w="6933" h="1059">
                <a:moveTo>
                  <a:pt x="0" y="0"/>
                </a:moveTo>
                <a:lnTo>
                  <a:pt x="6933" y="0"/>
                </a:lnTo>
                <a:lnTo>
                  <a:pt x="6933"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pic>
        <p:nvPicPr>
          <p:cNvPr id="2715" name=""/>
          <p:cNvPicPr/>
          <p:nvPr/>
        </p:nvPicPr>
        <p:blipFill>
          <a:blip r:embed="rId1"/>
          <a:stretch/>
        </p:blipFill>
        <p:spPr>
          <a:xfrm>
            <a:off x="533520" y="2019240"/>
            <a:ext cx="6540120" cy="1561680"/>
          </a:xfrm>
          <a:prstGeom prst="rect">
            <a:avLst/>
          </a:prstGeom>
          <a:noFill/>
          <a:ln w="0">
            <a:noFill/>
          </a:ln>
        </p:spPr>
      </p:pic>
      <p:pic>
        <p:nvPicPr>
          <p:cNvPr id="2716" name=""/>
          <p:cNvPicPr/>
          <p:nvPr/>
        </p:nvPicPr>
        <p:blipFill>
          <a:blip r:embed="rId2"/>
          <a:stretch/>
        </p:blipFill>
        <p:spPr>
          <a:xfrm>
            <a:off x="533520" y="2019240"/>
            <a:ext cx="6540120" cy="1561680"/>
          </a:xfrm>
          <a:prstGeom prst="rect">
            <a:avLst/>
          </a:prstGeom>
          <a:noFill/>
          <a:ln w="0">
            <a:noFill/>
          </a:ln>
        </p:spPr>
      </p:pic>
      <p:pic>
        <p:nvPicPr>
          <p:cNvPr id="2717" name=""/>
          <p:cNvPicPr/>
          <p:nvPr/>
        </p:nvPicPr>
        <p:blipFill>
          <a:blip r:embed="rId3"/>
          <a:stretch/>
        </p:blipFill>
        <p:spPr>
          <a:xfrm>
            <a:off x="533520" y="2019240"/>
            <a:ext cx="6540120" cy="1561680"/>
          </a:xfrm>
          <a:prstGeom prst="rect">
            <a:avLst/>
          </a:prstGeom>
          <a:noFill/>
          <a:ln w="0">
            <a:noFill/>
          </a:ln>
        </p:spPr>
      </p:pic>
      <p:sp>
        <p:nvSpPr>
          <p:cNvPr id="2718" name=""/>
          <p:cNvSpPr/>
          <p:nvPr/>
        </p:nvSpPr>
        <p:spPr>
          <a:xfrm>
            <a:off x="542880" y="2409480"/>
            <a:ext cx="943200" cy="381600"/>
          </a:xfrm>
          <a:custGeom>
            <a:avLst/>
            <a:gdLst/>
            <a:ahLst/>
            <a:rect l="0" t="0" r="r" b="b"/>
            <a:pathLst>
              <a:path w="2620" h="1060">
                <a:moveTo>
                  <a:pt x="0" y="0"/>
                </a:moveTo>
                <a:lnTo>
                  <a:pt x="2620" y="0"/>
                </a:lnTo>
                <a:lnTo>
                  <a:pt x="2620"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19" name=""/>
          <p:cNvSpPr/>
          <p:nvPr/>
        </p:nvSpPr>
        <p:spPr>
          <a:xfrm>
            <a:off x="1485720" y="2409480"/>
            <a:ext cx="3010320" cy="381600"/>
          </a:xfrm>
          <a:custGeom>
            <a:avLst/>
            <a:gdLst/>
            <a:ahLst/>
            <a:rect l="0" t="0" r="r" b="b"/>
            <a:pathLst>
              <a:path w="8362" h="1060">
                <a:moveTo>
                  <a:pt x="0" y="0"/>
                </a:moveTo>
                <a:lnTo>
                  <a:pt x="8362" y="0"/>
                </a:lnTo>
                <a:lnTo>
                  <a:pt x="8362"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20" name=""/>
          <p:cNvSpPr/>
          <p:nvPr/>
        </p:nvSpPr>
        <p:spPr>
          <a:xfrm>
            <a:off x="4495680" y="2409480"/>
            <a:ext cx="2495880" cy="381600"/>
          </a:xfrm>
          <a:custGeom>
            <a:avLst/>
            <a:gdLst/>
            <a:ahLst/>
            <a:rect l="0" t="0" r="r" b="b"/>
            <a:pathLst>
              <a:path w="6933" h="1060">
                <a:moveTo>
                  <a:pt x="0" y="0"/>
                </a:moveTo>
                <a:lnTo>
                  <a:pt x="6933" y="0"/>
                </a:lnTo>
                <a:lnTo>
                  <a:pt x="6933"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21" name=""/>
          <p:cNvSpPr/>
          <p:nvPr/>
        </p:nvSpPr>
        <p:spPr>
          <a:xfrm>
            <a:off x="542880" y="2790720"/>
            <a:ext cx="943200" cy="381240"/>
          </a:xfrm>
          <a:custGeom>
            <a:avLst/>
            <a:gdLst/>
            <a:ahLst/>
            <a:rect l="0" t="0" r="r" b="b"/>
            <a:pathLst>
              <a:path w="2620" h="1059">
                <a:moveTo>
                  <a:pt x="0" y="0"/>
                </a:moveTo>
                <a:lnTo>
                  <a:pt x="2620" y="0"/>
                </a:lnTo>
                <a:lnTo>
                  <a:pt x="2620"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22" name=""/>
          <p:cNvSpPr/>
          <p:nvPr/>
        </p:nvSpPr>
        <p:spPr>
          <a:xfrm>
            <a:off x="1485720" y="2790720"/>
            <a:ext cx="3010320" cy="381240"/>
          </a:xfrm>
          <a:custGeom>
            <a:avLst/>
            <a:gdLst/>
            <a:ahLst/>
            <a:rect l="0" t="0" r="r" b="b"/>
            <a:pathLst>
              <a:path w="8362" h="1059">
                <a:moveTo>
                  <a:pt x="0" y="0"/>
                </a:moveTo>
                <a:lnTo>
                  <a:pt x="8362" y="0"/>
                </a:lnTo>
                <a:lnTo>
                  <a:pt x="8362"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23" name=""/>
          <p:cNvSpPr/>
          <p:nvPr/>
        </p:nvSpPr>
        <p:spPr>
          <a:xfrm>
            <a:off x="4495680" y="2790720"/>
            <a:ext cx="2495880" cy="381240"/>
          </a:xfrm>
          <a:custGeom>
            <a:avLst/>
            <a:gdLst/>
            <a:ahLst/>
            <a:rect l="0" t="0" r="r" b="b"/>
            <a:pathLst>
              <a:path w="6933" h="1059">
                <a:moveTo>
                  <a:pt x="0" y="0"/>
                </a:moveTo>
                <a:lnTo>
                  <a:pt x="6933" y="0"/>
                </a:lnTo>
                <a:lnTo>
                  <a:pt x="6933" y="1059"/>
                </a:lnTo>
                <a:lnTo>
                  <a:pt x="0" y="1059"/>
                </a:lnTo>
                <a:lnTo>
                  <a:pt x="0" y="0"/>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24" name=""/>
          <p:cNvSpPr/>
          <p:nvPr/>
        </p:nvSpPr>
        <p:spPr>
          <a:xfrm>
            <a:off x="542880" y="2790720"/>
            <a:ext cx="943200" cy="381240"/>
          </a:xfrm>
          <a:custGeom>
            <a:avLst/>
            <a:gdLst/>
            <a:ahLst/>
            <a:rect l="0" t="0" r="r" b="b"/>
            <a:pathLst>
              <a:path w="2620" h="1059">
                <a:moveTo>
                  <a:pt x="0" y="0"/>
                </a:moveTo>
                <a:lnTo>
                  <a:pt x="2620" y="0"/>
                </a:lnTo>
                <a:lnTo>
                  <a:pt x="2620"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25" name=""/>
          <p:cNvSpPr/>
          <p:nvPr/>
        </p:nvSpPr>
        <p:spPr>
          <a:xfrm>
            <a:off x="1485720" y="2790720"/>
            <a:ext cx="3010320" cy="381240"/>
          </a:xfrm>
          <a:custGeom>
            <a:avLst/>
            <a:gdLst/>
            <a:ahLst/>
            <a:rect l="0" t="0" r="r" b="b"/>
            <a:pathLst>
              <a:path w="8362" h="1059">
                <a:moveTo>
                  <a:pt x="0" y="0"/>
                </a:moveTo>
                <a:lnTo>
                  <a:pt x="8362" y="0"/>
                </a:lnTo>
                <a:lnTo>
                  <a:pt x="8362"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26" name=""/>
          <p:cNvSpPr/>
          <p:nvPr/>
        </p:nvSpPr>
        <p:spPr>
          <a:xfrm>
            <a:off x="4495680" y="2790720"/>
            <a:ext cx="2495880" cy="381240"/>
          </a:xfrm>
          <a:custGeom>
            <a:avLst/>
            <a:gdLst/>
            <a:ahLst/>
            <a:rect l="0" t="0" r="r" b="b"/>
            <a:pathLst>
              <a:path w="6933" h="1059">
                <a:moveTo>
                  <a:pt x="0" y="0"/>
                </a:moveTo>
                <a:lnTo>
                  <a:pt x="6933" y="0"/>
                </a:lnTo>
                <a:lnTo>
                  <a:pt x="6933" y="1059"/>
                </a:lnTo>
                <a:lnTo>
                  <a:pt x="0" y="1059"/>
                </a:lnTo>
                <a:lnTo>
                  <a:pt x="0" y="0"/>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27" name=""/>
          <p:cNvSpPr/>
          <p:nvPr/>
        </p:nvSpPr>
        <p:spPr>
          <a:xfrm>
            <a:off x="542880" y="3171600"/>
            <a:ext cx="943200" cy="390960"/>
          </a:xfrm>
          <a:custGeom>
            <a:avLst/>
            <a:gdLst/>
            <a:ahLst/>
            <a:rect l="0" t="0" r="r" b="b"/>
            <a:pathLst>
              <a:path w="2620" h="1086">
                <a:moveTo>
                  <a:pt x="20" y="1066"/>
                </a:moveTo>
                <a:cubicBezTo>
                  <a:pt x="12" y="1058"/>
                  <a:pt x="5" y="1050"/>
                  <a:pt x="0" y="1041"/>
                </a:cubicBezTo>
                <a:lnTo>
                  <a:pt x="0" y="0"/>
                </a:lnTo>
                <a:lnTo>
                  <a:pt x="2620" y="0"/>
                </a:lnTo>
                <a:lnTo>
                  <a:pt x="2620" y="1086"/>
                </a:lnTo>
                <a:lnTo>
                  <a:pt x="44" y="1086"/>
                </a:lnTo>
                <a:cubicBezTo>
                  <a:pt x="35" y="1080"/>
                  <a:pt x="27" y="1073"/>
                  <a:pt x="20" y="1066"/>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28" name=""/>
          <p:cNvSpPr/>
          <p:nvPr/>
        </p:nvSpPr>
        <p:spPr>
          <a:xfrm>
            <a:off x="1485720" y="3171600"/>
            <a:ext cx="3010320" cy="390960"/>
          </a:xfrm>
          <a:custGeom>
            <a:avLst/>
            <a:gdLst/>
            <a:ahLst/>
            <a:rect l="0" t="0" r="r" b="b"/>
            <a:pathLst>
              <a:path w="8362" h="1086">
                <a:moveTo>
                  <a:pt x="0" y="0"/>
                </a:moveTo>
                <a:lnTo>
                  <a:pt x="8362" y="0"/>
                </a:lnTo>
                <a:lnTo>
                  <a:pt x="8362" y="1086"/>
                </a:lnTo>
                <a:lnTo>
                  <a:pt x="0" y="1086"/>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29" name=""/>
          <p:cNvSpPr/>
          <p:nvPr/>
        </p:nvSpPr>
        <p:spPr>
          <a:xfrm>
            <a:off x="4495680" y="3171600"/>
            <a:ext cx="2495880" cy="390960"/>
          </a:xfrm>
          <a:custGeom>
            <a:avLst/>
            <a:gdLst/>
            <a:ahLst/>
            <a:rect l="0" t="0" r="r" b="b"/>
            <a:pathLst>
              <a:path w="6933" h="1086">
                <a:moveTo>
                  <a:pt x="0" y="0"/>
                </a:moveTo>
                <a:lnTo>
                  <a:pt x="6933" y="0"/>
                </a:lnTo>
                <a:lnTo>
                  <a:pt x="6933" y="1086"/>
                </a:lnTo>
                <a:lnTo>
                  <a:pt x="0" y="1086"/>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30" name=""/>
          <p:cNvSpPr/>
          <p:nvPr/>
        </p:nvSpPr>
        <p:spPr>
          <a:xfrm>
            <a:off x="533160" y="2054160"/>
            <a:ext cx="10080" cy="365400"/>
          </a:xfrm>
          <a:custGeom>
            <a:avLst/>
            <a:gdLst/>
            <a:ahLst/>
            <a:rect l="0" t="0" r="r" b="b"/>
            <a:pathLst>
              <a:path w="28" h="1015">
                <a:moveTo>
                  <a:pt x="12" y="27"/>
                </a:moveTo>
                <a:cubicBezTo>
                  <a:pt x="17" y="18"/>
                  <a:pt x="22" y="9"/>
                  <a:pt x="28" y="0"/>
                </a:cubicBezTo>
                <a:lnTo>
                  <a:pt x="28" y="1015"/>
                </a:lnTo>
                <a:lnTo>
                  <a:pt x="0" y="1015"/>
                </a:lnTo>
                <a:lnTo>
                  <a:pt x="0" y="88"/>
                </a:lnTo>
                <a:cubicBezTo>
                  <a:pt x="0" y="67"/>
                  <a:pt x="4" y="47"/>
                  <a:pt x="12"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31" name=""/>
          <p:cNvSpPr/>
          <p:nvPr/>
        </p:nvSpPr>
        <p:spPr>
          <a:xfrm>
            <a:off x="558720" y="2028600"/>
            <a:ext cx="927360" cy="10080"/>
          </a:xfrm>
          <a:custGeom>
            <a:avLst/>
            <a:gdLst/>
            <a:ahLst/>
            <a:rect l="0" t="0" r="r" b="b"/>
            <a:pathLst>
              <a:path w="2576" h="28">
                <a:moveTo>
                  <a:pt x="27" y="12"/>
                </a:moveTo>
                <a:cubicBezTo>
                  <a:pt x="47" y="4"/>
                  <a:pt x="67" y="0"/>
                  <a:pt x="88" y="0"/>
                </a:cubicBezTo>
                <a:lnTo>
                  <a:pt x="2576" y="0"/>
                </a:lnTo>
                <a:lnTo>
                  <a:pt x="2576" y="28"/>
                </a:lnTo>
                <a:lnTo>
                  <a:pt x="0" y="28"/>
                </a:lnTo>
                <a:cubicBezTo>
                  <a:pt x="9" y="22"/>
                  <a:pt x="18" y="16"/>
                  <a:pt x="27" y="12"/>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32" name=""/>
          <p:cNvSpPr/>
          <p:nvPr/>
        </p:nvSpPr>
        <p:spPr>
          <a:xfrm>
            <a:off x="1476360" y="202860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33" name=""/>
          <p:cNvSpPr/>
          <p:nvPr/>
        </p:nvSpPr>
        <p:spPr>
          <a:xfrm>
            <a:off x="1485720" y="2028600"/>
            <a:ext cx="3010320" cy="10080"/>
          </a:xfrm>
          <a:custGeom>
            <a:avLst/>
            <a:gdLst/>
            <a:ahLst/>
            <a:rect l="0" t="0" r="r" b="b"/>
            <a:pathLst>
              <a:path w="8362" h="28">
                <a:moveTo>
                  <a:pt x="0" y="0"/>
                </a:moveTo>
                <a:lnTo>
                  <a:pt x="8362" y="0"/>
                </a:lnTo>
                <a:lnTo>
                  <a:pt x="8362"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34" name=""/>
          <p:cNvSpPr/>
          <p:nvPr/>
        </p:nvSpPr>
        <p:spPr>
          <a:xfrm>
            <a:off x="4485960" y="202860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35" name=""/>
          <p:cNvSpPr/>
          <p:nvPr/>
        </p:nvSpPr>
        <p:spPr>
          <a:xfrm>
            <a:off x="4495680" y="2028600"/>
            <a:ext cx="2505240" cy="10080"/>
          </a:xfrm>
          <a:custGeom>
            <a:avLst/>
            <a:gdLst/>
            <a:ahLst/>
            <a:rect l="0" t="0" r="r" b="b"/>
            <a:pathLst>
              <a:path w="6959" h="28">
                <a:moveTo>
                  <a:pt x="0" y="0"/>
                </a:moveTo>
                <a:lnTo>
                  <a:pt x="6959" y="0"/>
                </a:lnTo>
                <a:lnTo>
                  <a:pt x="6959"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36" name=""/>
          <p:cNvSpPr/>
          <p:nvPr/>
        </p:nvSpPr>
        <p:spPr>
          <a:xfrm>
            <a:off x="6991200" y="202860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37" name=""/>
          <p:cNvSpPr/>
          <p:nvPr/>
        </p:nvSpPr>
        <p:spPr>
          <a:xfrm>
            <a:off x="533160" y="2409480"/>
            <a:ext cx="952920" cy="10080"/>
          </a:xfrm>
          <a:custGeom>
            <a:avLst/>
            <a:gdLst/>
            <a:ahLst/>
            <a:rect l="0" t="0" r="r" b="b"/>
            <a:pathLst>
              <a:path w="2647" h="28">
                <a:moveTo>
                  <a:pt x="0" y="0"/>
                </a:moveTo>
                <a:lnTo>
                  <a:pt x="2647" y="0"/>
                </a:lnTo>
                <a:lnTo>
                  <a:pt x="2647"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38" name=""/>
          <p:cNvSpPr/>
          <p:nvPr/>
        </p:nvSpPr>
        <p:spPr>
          <a:xfrm>
            <a:off x="1485720" y="2409480"/>
            <a:ext cx="3010320" cy="10080"/>
          </a:xfrm>
          <a:custGeom>
            <a:avLst/>
            <a:gdLst/>
            <a:ahLst/>
            <a:rect l="0" t="0" r="r" b="b"/>
            <a:pathLst>
              <a:path w="8362" h="28">
                <a:moveTo>
                  <a:pt x="0" y="0"/>
                </a:moveTo>
                <a:lnTo>
                  <a:pt x="8362" y="0"/>
                </a:lnTo>
                <a:lnTo>
                  <a:pt x="8362"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39" name=""/>
          <p:cNvSpPr/>
          <p:nvPr/>
        </p:nvSpPr>
        <p:spPr>
          <a:xfrm>
            <a:off x="4495680" y="2409480"/>
            <a:ext cx="2505240" cy="10080"/>
          </a:xfrm>
          <a:custGeom>
            <a:avLst/>
            <a:gdLst/>
            <a:ahLst/>
            <a:rect l="0" t="0" r="r" b="b"/>
            <a:pathLst>
              <a:path w="6959" h="28">
                <a:moveTo>
                  <a:pt x="0" y="0"/>
                </a:moveTo>
                <a:lnTo>
                  <a:pt x="6959" y="0"/>
                </a:lnTo>
                <a:lnTo>
                  <a:pt x="6959"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40" name=""/>
          <p:cNvSpPr/>
          <p:nvPr/>
        </p:nvSpPr>
        <p:spPr>
          <a:xfrm>
            <a:off x="533160" y="24192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41" name=""/>
          <p:cNvSpPr/>
          <p:nvPr/>
        </p:nvSpPr>
        <p:spPr>
          <a:xfrm>
            <a:off x="1476360" y="241920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42" name=""/>
          <p:cNvSpPr/>
          <p:nvPr/>
        </p:nvSpPr>
        <p:spPr>
          <a:xfrm>
            <a:off x="4485960" y="241920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43" name=""/>
          <p:cNvSpPr/>
          <p:nvPr/>
        </p:nvSpPr>
        <p:spPr>
          <a:xfrm>
            <a:off x="6991200" y="241920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44" name=""/>
          <p:cNvSpPr/>
          <p:nvPr/>
        </p:nvSpPr>
        <p:spPr>
          <a:xfrm>
            <a:off x="533160" y="280008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45" name=""/>
          <p:cNvSpPr/>
          <p:nvPr/>
        </p:nvSpPr>
        <p:spPr>
          <a:xfrm>
            <a:off x="533160" y="2790720"/>
            <a:ext cx="952920" cy="9720"/>
          </a:xfrm>
          <a:custGeom>
            <a:avLst/>
            <a:gdLst/>
            <a:ahLst/>
            <a:rect l="0" t="0" r="r" b="b"/>
            <a:pathLst>
              <a:path w="2647" h="27">
                <a:moveTo>
                  <a:pt x="0" y="0"/>
                </a:moveTo>
                <a:lnTo>
                  <a:pt x="2647" y="0"/>
                </a:lnTo>
                <a:lnTo>
                  <a:pt x="2647"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46" name=""/>
          <p:cNvSpPr/>
          <p:nvPr/>
        </p:nvSpPr>
        <p:spPr>
          <a:xfrm>
            <a:off x="1476360" y="280008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47" name=""/>
          <p:cNvSpPr/>
          <p:nvPr/>
        </p:nvSpPr>
        <p:spPr>
          <a:xfrm>
            <a:off x="1485720" y="2790720"/>
            <a:ext cx="3010320" cy="9720"/>
          </a:xfrm>
          <a:custGeom>
            <a:avLst/>
            <a:gdLst/>
            <a:ahLst/>
            <a:rect l="0" t="0" r="r" b="b"/>
            <a:pathLst>
              <a:path w="8362" h="27">
                <a:moveTo>
                  <a:pt x="0" y="0"/>
                </a:moveTo>
                <a:lnTo>
                  <a:pt x="8362" y="0"/>
                </a:lnTo>
                <a:lnTo>
                  <a:pt x="8362"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48" name=""/>
          <p:cNvSpPr/>
          <p:nvPr/>
        </p:nvSpPr>
        <p:spPr>
          <a:xfrm>
            <a:off x="4485960" y="2800080"/>
            <a:ext cx="10080" cy="381600"/>
          </a:xfrm>
          <a:custGeom>
            <a:avLst/>
            <a:gdLst/>
            <a:ahLst/>
            <a:rect l="0" t="0" r="r" b="b"/>
            <a:pathLst>
              <a:path w="28" h="1060">
                <a:moveTo>
                  <a:pt x="0" y="0"/>
                </a:moveTo>
                <a:lnTo>
                  <a:pt x="28" y="0"/>
                </a:lnTo>
                <a:lnTo>
                  <a:pt x="28"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49" name=""/>
          <p:cNvSpPr/>
          <p:nvPr/>
        </p:nvSpPr>
        <p:spPr>
          <a:xfrm>
            <a:off x="4495680" y="2790720"/>
            <a:ext cx="2505240" cy="9720"/>
          </a:xfrm>
          <a:custGeom>
            <a:avLst/>
            <a:gdLst/>
            <a:ahLst/>
            <a:rect l="0" t="0" r="r" b="b"/>
            <a:pathLst>
              <a:path w="6959" h="27">
                <a:moveTo>
                  <a:pt x="0" y="0"/>
                </a:moveTo>
                <a:lnTo>
                  <a:pt x="6959" y="0"/>
                </a:lnTo>
                <a:lnTo>
                  <a:pt x="6959"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50" name=""/>
          <p:cNvSpPr/>
          <p:nvPr/>
        </p:nvSpPr>
        <p:spPr>
          <a:xfrm>
            <a:off x="6991200" y="2800080"/>
            <a:ext cx="9720" cy="381600"/>
          </a:xfrm>
          <a:custGeom>
            <a:avLst/>
            <a:gdLst/>
            <a:ahLst/>
            <a:rect l="0" t="0" r="r" b="b"/>
            <a:pathLst>
              <a:path w="27" h="1060">
                <a:moveTo>
                  <a:pt x="0" y="0"/>
                </a:moveTo>
                <a:lnTo>
                  <a:pt x="27" y="0"/>
                </a:lnTo>
                <a:lnTo>
                  <a:pt x="27" y="1060"/>
                </a:lnTo>
                <a:lnTo>
                  <a:pt x="0" y="1060"/>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51" name=""/>
          <p:cNvSpPr/>
          <p:nvPr/>
        </p:nvSpPr>
        <p:spPr>
          <a:xfrm>
            <a:off x="533160" y="3181320"/>
            <a:ext cx="10080" cy="365040"/>
          </a:xfrm>
          <a:custGeom>
            <a:avLst/>
            <a:gdLst/>
            <a:ahLst/>
            <a:rect l="0" t="0" r="r" b="b"/>
            <a:pathLst>
              <a:path w="28" h="1014">
                <a:moveTo>
                  <a:pt x="12" y="987"/>
                </a:moveTo>
                <a:cubicBezTo>
                  <a:pt x="4" y="968"/>
                  <a:pt x="0" y="948"/>
                  <a:pt x="0" y="927"/>
                </a:cubicBezTo>
                <a:lnTo>
                  <a:pt x="0" y="0"/>
                </a:lnTo>
                <a:lnTo>
                  <a:pt x="28" y="0"/>
                </a:lnTo>
                <a:lnTo>
                  <a:pt x="28" y="1014"/>
                </a:lnTo>
                <a:cubicBezTo>
                  <a:pt x="22" y="1006"/>
                  <a:pt x="17" y="997"/>
                  <a:pt x="12" y="98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52" name=""/>
          <p:cNvSpPr/>
          <p:nvPr/>
        </p:nvSpPr>
        <p:spPr>
          <a:xfrm>
            <a:off x="533160" y="3171600"/>
            <a:ext cx="952920" cy="10080"/>
          </a:xfrm>
          <a:custGeom>
            <a:avLst/>
            <a:gdLst/>
            <a:ahLst/>
            <a:rect l="0" t="0" r="r" b="b"/>
            <a:pathLst>
              <a:path w="2647" h="28">
                <a:moveTo>
                  <a:pt x="0" y="0"/>
                </a:moveTo>
                <a:lnTo>
                  <a:pt x="2647" y="0"/>
                </a:lnTo>
                <a:lnTo>
                  <a:pt x="2647"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53" name=""/>
          <p:cNvSpPr/>
          <p:nvPr/>
        </p:nvSpPr>
        <p:spPr>
          <a:xfrm>
            <a:off x="1476360" y="3181320"/>
            <a:ext cx="9720" cy="390600"/>
          </a:xfrm>
          <a:custGeom>
            <a:avLst/>
            <a:gdLst/>
            <a:ahLst/>
            <a:rect l="0" t="0" r="r" b="b"/>
            <a:pathLst>
              <a:path w="27" h="1085">
                <a:moveTo>
                  <a:pt x="0" y="1085"/>
                </a:moveTo>
                <a:lnTo>
                  <a:pt x="0" y="0"/>
                </a:lnTo>
                <a:lnTo>
                  <a:pt x="27" y="0"/>
                </a:lnTo>
                <a:lnTo>
                  <a:pt x="27" y="1085"/>
                </a:lnTo>
                <a:lnTo>
                  <a:pt x="0" y="1085"/>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54" name=""/>
          <p:cNvSpPr/>
          <p:nvPr/>
        </p:nvSpPr>
        <p:spPr>
          <a:xfrm>
            <a:off x="1485720" y="3171600"/>
            <a:ext cx="3010320" cy="10080"/>
          </a:xfrm>
          <a:custGeom>
            <a:avLst/>
            <a:gdLst/>
            <a:ahLst/>
            <a:rect l="0" t="0" r="r" b="b"/>
            <a:pathLst>
              <a:path w="8362" h="28">
                <a:moveTo>
                  <a:pt x="0" y="0"/>
                </a:moveTo>
                <a:lnTo>
                  <a:pt x="8362" y="0"/>
                </a:lnTo>
                <a:lnTo>
                  <a:pt x="8362"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55" name=""/>
          <p:cNvSpPr/>
          <p:nvPr/>
        </p:nvSpPr>
        <p:spPr>
          <a:xfrm>
            <a:off x="4485960" y="3181320"/>
            <a:ext cx="10080" cy="390600"/>
          </a:xfrm>
          <a:custGeom>
            <a:avLst/>
            <a:gdLst/>
            <a:ahLst/>
            <a:rect l="0" t="0" r="r" b="b"/>
            <a:pathLst>
              <a:path w="28" h="1085">
                <a:moveTo>
                  <a:pt x="0" y="1085"/>
                </a:moveTo>
                <a:lnTo>
                  <a:pt x="0" y="0"/>
                </a:lnTo>
                <a:lnTo>
                  <a:pt x="28" y="0"/>
                </a:lnTo>
                <a:lnTo>
                  <a:pt x="28" y="1085"/>
                </a:lnTo>
                <a:lnTo>
                  <a:pt x="0" y="1085"/>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56" name=""/>
          <p:cNvSpPr/>
          <p:nvPr/>
        </p:nvSpPr>
        <p:spPr>
          <a:xfrm>
            <a:off x="4495680" y="3171600"/>
            <a:ext cx="2505240" cy="10080"/>
          </a:xfrm>
          <a:custGeom>
            <a:avLst/>
            <a:gdLst/>
            <a:ahLst/>
            <a:rect l="0" t="0" r="r" b="b"/>
            <a:pathLst>
              <a:path w="6959" h="28">
                <a:moveTo>
                  <a:pt x="0" y="0"/>
                </a:moveTo>
                <a:lnTo>
                  <a:pt x="6959" y="0"/>
                </a:lnTo>
                <a:lnTo>
                  <a:pt x="6959"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57" name=""/>
          <p:cNvSpPr/>
          <p:nvPr/>
        </p:nvSpPr>
        <p:spPr>
          <a:xfrm>
            <a:off x="6991200" y="3181320"/>
            <a:ext cx="9720" cy="390600"/>
          </a:xfrm>
          <a:custGeom>
            <a:avLst/>
            <a:gdLst/>
            <a:ahLst/>
            <a:rect l="0" t="0" r="r" b="b"/>
            <a:pathLst>
              <a:path w="27" h="1085">
                <a:moveTo>
                  <a:pt x="0" y="1085"/>
                </a:moveTo>
                <a:lnTo>
                  <a:pt x="0" y="0"/>
                </a:lnTo>
                <a:lnTo>
                  <a:pt x="27" y="0"/>
                </a:lnTo>
                <a:lnTo>
                  <a:pt x="27" y="1085"/>
                </a:lnTo>
                <a:lnTo>
                  <a:pt x="0" y="1085"/>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58" name=""/>
          <p:cNvSpPr/>
          <p:nvPr/>
        </p:nvSpPr>
        <p:spPr>
          <a:xfrm>
            <a:off x="558720" y="3562200"/>
            <a:ext cx="927360" cy="9720"/>
          </a:xfrm>
          <a:custGeom>
            <a:avLst/>
            <a:gdLst/>
            <a:ahLst/>
            <a:rect l="0" t="0" r="r" b="b"/>
            <a:pathLst>
              <a:path w="2576" h="27">
                <a:moveTo>
                  <a:pt x="88" y="27"/>
                </a:moveTo>
                <a:cubicBezTo>
                  <a:pt x="67" y="27"/>
                  <a:pt x="47" y="22"/>
                  <a:pt x="27" y="14"/>
                </a:cubicBezTo>
                <a:cubicBezTo>
                  <a:pt x="18" y="10"/>
                  <a:pt x="9" y="6"/>
                  <a:pt x="0" y="0"/>
                </a:cubicBezTo>
                <a:lnTo>
                  <a:pt x="2576" y="0"/>
                </a:lnTo>
                <a:lnTo>
                  <a:pt x="2576" y="27"/>
                </a:lnTo>
                <a:lnTo>
                  <a:pt x="88"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59" name=""/>
          <p:cNvSpPr/>
          <p:nvPr/>
        </p:nvSpPr>
        <p:spPr>
          <a:xfrm>
            <a:off x="1485720" y="3562200"/>
            <a:ext cx="3010320" cy="9720"/>
          </a:xfrm>
          <a:custGeom>
            <a:avLst/>
            <a:gdLst/>
            <a:ahLst/>
            <a:rect l="0" t="0" r="r" b="b"/>
            <a:pathLst>
              <a:path w="8362" h="27">
                <a:moveTo>
                  <a:pt x="0" y="27"/>
                </a:moveTo>
                <a:lnTo>
                  <a:pt x="0" y="0"/>
                </a:lnTo>
                <a:lnTo>
                  <a:pt x="8362" y="0"/>
                </a:lnTo>
                <a:lnTo>
                  <a:pt x="8362"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60" name=""/>
          <p:cNvSpPr/>
          <p:nvPr/>
        </p:nvSpPr>
        <p:spPr>
          <a:xfrm>
            <a:off x="4495680" y="3562200"/>
            <a:ext cx="2505240" cy="9720"/>
          </a:xfrm>
          <a:custGeom>
            <a:avLst/>
            <a:gdLst/>
            <a:ahLst/>
            <a:rect l="0" t="0" r="r" b="b"/>
            <a:pathLst>
              <a:path w="6959" h="27">
                <a:moveTo>
                  <a:pt x="0" y="27"/>
                </a:moveTo>
                <a:lnTo>
                  <a:pt x="0" y="0"/>
                </a:lnTo>
                <a:lnTo>
                  <a:pt x="6959" y="0"/>
                </a:lnTo>
                <a:lnTo>
                  <a:pt x="6959"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61" name=""/>
          <p:cNvSpPr/>
          <p:nvPr/>
        </p:nvSpPr>
        <p:spPr>
          <a:xfrm>
            <a:off x="542880" y="4733640"/>
            <a:ext cx="2181600" cy="381600"/>
          </a:xfrm>
          <a:custGeom>
            <a:avLst/>
            <a:gdLst/>
            <a:ahLst/>
            <a:rect l="0" t="0" r="r" b="b"/>
            <a:pathLst>
              <a:path w="6060" h="1060">
                <a:moveTo>
                  <a:pt x="20" y="20"/>
                </a:moveTo>
                <a:cubicBezTo>
                  <a:pt x="27" y="13"/>
                  <a:pt x="35" y="6"/>
                  <a:pt x="44" y="0"/>
                </a:cubicBezTo>
                <a:lnTo>
                  <a:pt x="6060" y="0"/>
                </a:lnTo>
                <a:lnTo>
                  <a:pt x="6060" y="1060"/>
                </a:lnTo>
                <a:lnTo>
                  <a:pt x="0" y="1060"/>
                </a:lnTo>
                <a:lnTo>
                  <a:pt x="0" y="45"/>
                </a:lnTo>
                <a:cubicBezTo>
                  <a:pt x="5" y="36"/>
                  <a:pt x="12" y="28"/>
                  <a:pt x="20" y="2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62" name=""/>
          <p:cNvSpPr/>
          <p:nvPr/>
        </p:nvSpPr>
        <p:spPr>
          <a:xfrm>
            <a:off x="2724120" y="4733640"/>
            <a:ext cx="1562400" cy="381600"/>
          </a:xfrm>
          <a:custGeom>
            <a:avLst/>
            <a:gdLst/>
            <a:ahLst/>
            <a:rect l="0" t="0" r="r" b="b"/>
            <a:pathLst>
              <a:path w="4340" h="1060">
                <a:moveTo>
                  <a:pt x="0" y="0"/>
                </a:moveTo>
                <a:lnTo>
                  <a:pt x="4340" y="0"/>
                </a:lnTo>
                <a:lnTo>
                  <a:pt x="4340"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63" name=""/>
          <p:cNvSpPr/>
          <p:nvPr/>
        </p:nvSpPr>
        <p:spPr>
          <a:xfrm>
            <a:off x="4286160" y="4733640"/>
            <a:ext cx="1667160" cy="381600"/>
          </a:xfrm>
          <a:custGeom>
            <a:avLst/>
            <a:gdLst/>
            <a:ahLst/>
            <a:rect l="0" t="0" r="r" b="b"/>
            <a:pathLst>
              <a:path w="4631" h="1060">
                <a:moveTo>
                  <a:pt x="0" y="0"/>
                </a:moveTo>
                <a:lnTo>
                  <a:pt x="4631" y="0"/>
                </a:lnTo>
                <a:lnTo>
                  <a:pt x="4631" y="1060"/>
                </a:lnTo>
                <a:lnTo>
                  <a:pt x="0" y="106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pic>
        <p:nvPicPr>
          <p:cNvPr id="2764" name=""/>
          <p:cNvPicPr/>
          <p:nvPr/>
        </p:nvPicPr>
        <p:blipFill>
          <a:blip r:embed="rId4"/>
          <a:stretch/>
        </p:blipFill>
        <p:spPr>
          <a:xfrm>
            <a:off x="533520" y="4724280"/>
            <a:ext cx="6540120" cy="1155240"/>
          </a:xfrm>
          <a:prstGeom prst="rect">
            <a:avLst/>
          </a:prstGeom>
          <a:noFill/>
          <a:ln w="0">
            <a:noFill/>
          </a:ln>
        </p:spPr>
      </p:pic>
      <p:pic>
        <p:nvPicPr>
          <p:cNvPr id="2765" name=""/>
          <p:cNvPicPr/>
          <p:nvPr/>
        </p:nvPicPr>
        <p:blipFill>
          <a:blip r:embed="rId5"/>
          <a:stretch/>
        </p:blipFill>
        <p:spPr>
          <a:xfrm>
            <a:off x="533520" y="5880240"/>
            <a:ext cx="6540120" cy="0"/>
          </a:xfrm>
          <a:prstGeom prst="rect">
            <a:avLst/>
          </a:prstGeom>
          <a:noFill/>
          <a:ln w="0">
            <a:noFill/>
          </a:ln>
        </p:spPr>
      </p:pic>
      <p:pic>
        <p:nvPicPr>
          <p:cNvPr id="2766" name=""/>
          <p:cNvPicPr/>
          <p:nvPr/>
        </p:nvPicPr>
        <p:blipFill>
          <a:blip r:embed="rId6"/>
          <a:stretch/>
        </p:blipFill>
        <p:spPr>
          <a:xfrm>
            <a:off x="533520" y="4724280"/>
            <a:ext cx="6540120" cy="1155240"/>
          </a:xfrm>
          <a:prstGeom prst="rect">
            <a:avLst/>
          </a:prstGeom>
          <a:noFill/>
          <a:ln w="0">
            <a:noFill/>
          </a:ln>
        </p:spPr>
      </p:pic>
      <p:pic>
        <p:nvPicPr>
          <p:cNvPr id="2767" name=""/>
          <p:cNvPicPr/>
          <p:nvPr/>
        </p:nvPicPr>
        <p:blipFill>
          <a:blip r:embed="rId7"/>
          <a:stretch/>
        </p:blipFill>
        <p:spPr>
          <a:xfrm>
            <a:off x="533520" y="5880240"/>
            <a:ext cx="6540120" cy="0"/>
          </a:xfrm>
          <a:prstGeom prst="rect">
            <a:avLst/>
          </a:prstGeom>
          <a:noFill/>
          <a:ln w="0">
            <a:noFill/>
          </a:ln>
        </p:spPr>
      </p:pic>
      <p:pic>
        <p:nvPicPr>
          <p:cNvPr id="2768" name=""/>
          <p:cNvPicPr/>
          <p:nvPr/>
        </p:nvPicPr>
        <p:blipFill>
          <a:blip r:embed="rId8"/>
          <a:stretch/>
        </p:blipFill>
        <p:spPr>
          <a:xfrm>
            <a:off x="533520" y="4724280"/>
            <a:ext cx="6540120" cy="1155240"/>
          </a:xfrm>
          <a:prstGeom prst="rect">
            <a:avLst/>
          </a:prstGeom>
          <a:noFill/>
          <a:ln w="0">
            <a:noFill/>
          </a:ln>
        </p:spPr>
      </p:pic>
      <p:pic>
        <p:nvPicPr>
          <p:cNvPr id="2769" name=""/>
          <p:cNvPicPr/>
          <p:nvPr/>
        </p:nvPicPr>
        <p:blipFill>
          <a:blip r:embed="rId9"/>
          <a:stretch/>
        </p:blipFill>
        <p:spPr>
          <a:xfrm>
            <a:off x="533520" y="5880240"/>
            <a:ext cx="6540120" cy="0"/>
          </a:xfrm>
          <a:prstGeom prst="rect">
            <a:avLst/>
          </a:prstGeom>
          <a:noFill/>
          <a:ln w="0">
            <a:noFill/>
          </a:ln>
        </p:spPr>
      </p:pic>
      <p:sp>
        <p:nvSpPr>
          <p:cNvPr id="2770" name=""/>
          <p:cNvSpPr/>
          <p:nvPr/>
        </p:nvSpPr>
        <p:spPr>
          <a:xfrm>
            <a:off x="542880" y="5114880"/>
            <a:ext cx="2181600" cy="381240"/>
          </a:xfrm>
          <a:custGeom>
            <a:avLst/>
            <a:gdLst/>
            <a:ahLst/>
            <a:rect l="0" t="0" r="r" b="b"/>
            <a:pathLst>
              <a:path w="6060" h="1059">
                <a:moveTo>
                  <a:pt x="0" y="0"/>
                </a:moveTo>
                <a:lnTo>
                  <a:pt x="6060" y="0"/>
                </a:lnTo>
                <a:lnTo>
                  <a:pt x="6060"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71" name=""/>
          <p:cNvSpPr/>
          <p:nvPr/>
        </p:nvSpPr>
        <p:spPr>
          <a:xfrm>
            <a:off x="2724120" y="5114880"/>
            <a:ext cx="1562400" cy="381240"/>
          </a:xfrm>
          <a:custGeom>
            <a:avLst/>
            <a:gdLst/>
            <a:ahLst/>
            <a:rect l="0" t="0" r="r" b="b"/>
            <a:pathLst>
              <a:path w="4340" h="1059">
                <a:moveTo>
                  <a:pt x="0" y="0"/>
                </a:moveTo>
                <a:lnTo>
                  <a:pt x="4340" y="0"/>
                </a:lnTo>
                <a:lnTo>
                  <a:pt x="4340"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72" name=""/>
          <p:cNvSpPr/>
          <p:nvPr/>
        </p:nvSpPr>
        <p:spPr>
          <a:xfrm>
            <a:off x="4286160" y="5114880"/>
            <a:ext cx="1667160" cy="381240"/>
          </a:xfrm>
          <a:custGeom>
            <a:avLst/>
            <a:gdLst/>
            <a:ahLst/>
            <a:rect l="0" t="0" r="r" b="b"/>
            <a:pathLst>
              <a:path w="4631" h="1059">
                <a:moveTo>
                  <a:pt x="0" y="0"/>
                </a:moveTo>
                <a:lnTo>
                  <a:pt x="4631" y="0"/>
                </a:lnTo>
                <a:lnTo>
                  <a:pt x="4631" y="1059"/>
                </a:lnTo>
                <a:lnTo>
                  <a:pt x="0" y="1059"/>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73" name=""/>
          <p:cNvSpPr/>
          <p:nvPr/>
        </p:nvSpPr>
        <p:spPr>
          <a:xfrm>
            <a:off x="542880" y="5495760"/>
            <a:ext cx="2181600" cy="381240"/>
          </a:xfrm>
          <a:custGeom>
            <a:avLst/>
            <a:gdLst/>
            <a:ahLst/>
            <a:rect l="0" t="0" r="r" b="b"/>
            <a:pathLst>
              <a:path w="6060" h="1059">
                <a:moveTo>
                  <a:pt x="132" y="1059"/>
                </a:moveTo>
                <a:cubicBezTo>
                  <a:pt x="111" y="1059"/>
                  <a:pt x="91" y="1055"/>
                  <a:pt x="71" y="1047"/>
                </a:cubicBezTo>
                <a:cubicBezTo>
                  <a:pt x="52" y="1039"/>
                  <a:pt x="35" y="1028"/>
                  <a:pt x="20" y="1013"/>
                </a:cubicBezTo>
                <a:cubicBezTo>
                  <a:pt x="12" y="1005"/>
                  <a:pt x="5" y="997"/>
                  <a:pt x="0" y="988"/>
                </a:cubicBezTo>
                <a:lnTo>
                  <a:pt x="0" y="0"/>
                </a:lnTo>
                <a:lnTo>
                  <a:pt x="6060" y="0"/>
                </a:lnTo>
                <a:lnTo>
                  <a:pt x="6060" y="1059"/>
                </a:lnTo>
                <a:lnTo>
                  <a:pt x="132" y="1059"/>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74" name=""/>
          <p:cNvSpPr/>
          <p:nvPr/>
        </p:nvSpPr>
        <p:spPr>
          <a:xfrm>
            <a:off x="2724120" y="5495760"/>
            <a:ext cx="1562400" cy="381240"/>
          </a:xfrm>
          <a:custGeom>
            <a:avLst/>
            <a:gdLst/>
            <a:ahLst/>
            <a:rect l="0" t="0" r="r" b="b"/>
            <a:pathLst>
              <a:path w="4340" h="1059">
                <a:moveTo>
                  <a:pt x="0" y="1059"/>
                </a:moveTo>
                <a:lnTo>
                  <a:pt x="0" y="0"/>
                </a:lnTo>
                <a:lnTo>
                  <a:pt x="4340" y="0"/>
                </a:lnTo>
                <a:lnTo>
                  <a:pt x="4340" y="1059"/>
                </a:lnTo>
                <a:lnTo>
                  <a:pt x="0" y="1059"/>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75" name=""/>
          <p:cNvSpPr/>
          <p:nvPr/>
        </p:nvSpPr>
        <p:spPr>
          <a:xfrm>
            <a:off x="4286160" y="5495760"/>
            <a:ext cx="1667160" cy="381240"/>
          </a:xfrm>
          <a:custGeom>
            <a:avLst/>
            <a:gdLst/>
            <a:ahLst/>
            <a:rect l="0" t="0" r="r" b="b"/>
            <a:pathLst>
              <a:path w="4631" h="1059">
                <a:moveTo>
                  <a:pt x="0" y="1059"/>
                </a:moveTo>
                <a:lnTo>
                  <a:pt x="0" y="0"/>
                </a:lnTo>
                <a:lnTo>
                  <a:pt x="4631" y="0"/>
                </a:lnTo>
                <a:lnTo>
                  <a:pt x="4631" y="1059"/>
                </a:lnTo>
                <a:lnTo>
                  <a:pt x="0" y="1059"/>
                </a:lnTo>
                <a:close/>
              </a:path>
            </a:pathLst>
          </a:custGeom>
          <a:solidFill>
            <a:srgbClr val="F6F8FA"/>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76" name=""/>
          <p:cNvSpPr/>
          <p:nvPr/>
        </p:nvSpPr>
        <p:spPr>
          <a:xfrm>
            <a:off x="542880" y="5495760"/>
            <a:ext cx="2181600" cy="381240"/>
          </a:xfrm>
          <a:custGeom>
            <a:avLst/>
            <a:gdLst/>
            <a:ahLst/>
            <a:rect l="0" t="0" r="r" b="b"/>
            <a:pathLst>
              <a:path w="6060" h="1059">
                <a:moveTo>
                  <a:pt x="132" y="1059"/>
                </a:moveTo>
                <a:cubicBezTo>
                  <a:pt x="111" y="1059"/>
                  <a:pt x="91" y="1055"/>
                  <a:pt x="71" y="1047"/>
                </a:cubicBezTo>
                <a:cubicBezTo>
                  <a:pt x="52" y="1039"/>
                  <a:pt x="35" y="1028"/>
                  <a:pt x="20" y="1013"/>
                </a:cubicBezTo>
                <a:cubicBezTo>
                  <a:pt x="12" y="1005"/>
                  <a:pt x="5" y="997"/>
                  <a:pt x="0" y="988"/>
                </a:cubicBezTo>
                <a:lnTo>
                  <a:pt x="0" y="0"/>
                </a:lnTo>
                <a:lnTo>
                  <a:pt x="6060" y="0"/>
                </a:lnTo>
                <a:lnTo>
                  <a:pt x="6060" y="1059"/>
                </a:lnTo>
                <a:lnTo>
                  <a:pt x="132" y="1059"/>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77" name=""/>
          <p:cNvSpPr/>
          <p:nvPr/>
        </p:nvSpPr>
        <p:spPr>
          <a:xfrm>
            <a:off x="2724120" y="5495760"/>
            <a:ext cx="1562400" cy="381240"/>
          </a:xfrm>
          <a:custGeom>
            <a:avLst/>
            <a:gdLst/>
            <a:ahLst/>
            <a:rect l="0" t="0" r="r" b="b"/>
            <a:pathLst>
              <a:path w="4340" h="1059">
                <a:moveTo>
                  <a:pt x="0" y="1059"/>
                </a:moveTo>
                <a:lnTo>
                  <a:pt x="0" y="0"/>
                </a:lnTo>
                <a:lnTo>
                  <a:pt x="4340" y="0"/>
                </a:lnTo>
                <a:lnTo>
                  <a:pt x="4340" y="1059"/>
                </a:lnTo>
                <a:lnTo>
                  <a:pt x="0" y="1059"/>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78" name=""/>
          <p:cNvSpPr/>
          <p:nvPr/>
        </p:nvSpPr>
        <p:spPr>
          <a:xfrm>
            <a:off x="4286160" y="5495760"/>
            <a:ext cx="1667160" cy="381240"/>
          </a:xfrm>
          <a:custGeom>
            <a:avLst/>
            <a:gdLst/>
            <a:ahLst/>
            <a:rect l="0" t="0" r="r" b="b"/>
            <a:pathLst>
              <a:path w="4631" h="1059">
                <a:moveTo>
                  <a:pt x="0" y="1059"/>
                </a:moveTo>
                <a:lnTo>
                  <a:pt x="0" y="0"/>
                </a:lnTo>
                <a:lnTo>
                  <a:pt x="4631" y="0"/>
                </a:lnTo>
                <a:lnTo>
                  <a:pt x="4631" y="1059"/>
                </a:lnTo>
                <a:lnTo>
                  <a:pt x="0" y="1059"/>
                </a:ln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79" name=""/>
          <p:cNvSpPr/>
          <p:nvPr/>
        </p:nvSpPr>
        <p:spPr>
          <a:xfrm>
            <a:off x="533160" y="4749840"/>
            <a:ext cx="10080" cy="365400"/>
          </a:xfrm>
          <a:custGeom>
            <a:avLst/>
            <a:gdLst/>
            <a:ahLst/>
            <a:rect l="0" t="0" r="r" b="b"/>
            <a:pathLst>
              <a:path w="28" h="1015">
                <a:moveTo>
                  <a:pt x="12" y="27"/>
                </a:moveTo>
                <a:cubicBezTo>
                  <a:pt x="17" y="17"/>
                  <a:pt x="22" y="8"/>
                  <a:pt x="28" y="0"/>
                </a:cubicBezTo>
                <a:lnTo>
                  <a:pt x="28" y="1015"/>
                </a:lnTo>
                <a:lnTo>
                  <a:pt x="0" y="1015"/>
                </a:lnTo>
                <a:lnTo>
                  <a:pt x="0" y="88"/>
                </a:lnTo>
                <a:cubicBezTo>
                  <a:pt x="0" y="67"/>
                  <a:pt x="4" y="46"/>
                  <a:pt x="12" y="27"/>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80" name=""/>
          <p:cNvSpPr/>
          <p:nvPr/>
        </p:nvSpPr>
        <p:spPr>
          <a:xfrm>
            <a:off x="558720" y="4724280"/>
            <a:ext cx="2175120" cy="9720"/>
          </a:xfrm>
          <a:custGeom>
            <a:avLst/>
            <a:gdLst/>
            <a:ahLst/>
            <a:rect l="0" t="0" r="r" b="b"/>
            <a:pathLst>
              <a:path w="6042" h="27">
                <a:moveTo>
                  <a:pt x="27" y="12"/>
                </a:moveTo>
                <a:cubicBezTo>
                  <a:pt x="47" y="4"/>
                  <a:pt x="67" y="0"/>
                  <a:pt x="88" y="0"/>
                </a:cubicBezTo>
                <a:lnTo>
                  <a:pt x="6042" y="0"/>
                </a:lnTo>
                <a:lnTo>
                  <a:pt x="6042" y="27"/>
                </a:lnTo>
                <a:lnTo>
                  <a:pt x="0" y="27"/>
                </a:lnTo>
                <a:cubicBezTo>
                  <a:pt x="9" y="22"/>
                  <a:pt x="18" y="16"/>
                  <a:pt x="27" y="12"/>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81" name=""/>
          <p:cNvSpPr/>
          <p:nvPr/>
        </p:nvSpPr>
        <p:spPr>
          <a:xfrm>
            <a:off x="2724120" y="472428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82" name=""/>
          <p:cNvSpPr/>
          <p:nvPr/>
        </p:nvSpPr>
        <p:spPr>
          <a:xfrm>
            <a:off x="2733480" y="4724280"/>
            <a:ext cx="1562400" cy="9720"/>
          </a:xfrm>
          <a:custGeom>
            <a:avLst/>
            <a:gdLst/>
            <a:ahLst/>
            <a:rect l="0" t="0" r="r" b="b"/>
            <a:pathLst>
              <a:path w="4340" h="27">
                <a:moveTo>
                  <a:pt x="0" y="0"/>
                </a:moveTo>
                <a:lnTo>
                  <a:pt x="4340" y="0"/>
                </a:lnTo>
                <a:lnTo>
                  <a:pt x="4340"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83" name=""/>
          <p:cNvSpPr/>
          <p:nvPr/>
        </p:nvSpPr>
        <p:spPr>
          <a:xfrm>
            <a:off x="4286160" y="4724280"/>
            <a:ext cx="9720" cy="390960"/>
          </a:xfrm>
          <a:custGeom>
            <a:avLst/>
            <a:gdLst/>
            <a:ahLst/>
            <a:rect l="0" t="0" r="r" b="b"/>
            <a:pathLst>
              <a:path w="27" h="1086">
                <a:moveTo>
                  <a:pt x="0" y="0"/>
                </a:moveTo>
                <a:lnTo>
                  <a:pt x="27" y="0"/>
                </a:lnTo>
                <a:lnTo>
                  <a:pt x="27"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84" name=""/>
          <p:cNvSpPr/>
          <p:nvPr/>
        </p:nvSpPr>
        <p:spPr>
          <a:xfrm>
            <a:off x="4295520" y="4724280"/>
            <a:ext cx="1657800" cy="9720"/>
          </a:xfrm>
          <a:custGeom>
            <a:avLst/>
            <a:gdLst/>
            <a:ahLst/>
            <a:rect l="0" t="0" r="r" b="b"/>
            <a:pathLst>
              <a:path w="4605" h="27">
                <a:moveTo>
                  <a:pt x="0" y="0"/>
                </a:moveTo>
                <a:lnTo>
                  <a:pt x="4605" y="0"/>
                </a:lnTo>
                <a:lnTo>
                  <a:pt x="4605" y="27"/>
                </a:lnTo>
                <a:lnTo>
                  <a:pt x="0" y="27"/>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85" name=""/>
          <p:cNvSpPr/>
          <p:nvPr/>
        </p:nvSpPr>
        <p:spPr>
          <a:xfrm>
            <a:off x="5943240" y="4724280"/>
            <a:ext cx="10080" cy="390960"/>
          </a:xfrm>
          <a:custGeom>
            <a:avLst/>
            <a:gdLst/>
            <a:ahLst/>
            <a:rect l="0" t="0" r="r" b="b"/>
            <a:pathLst>
              <a:path w="28" h="1086">
                <a:moveTo>
                  <a:pt x="0" y="0"/>
                </a:moveTo>
                <a:lnTo>
                  <a:pt x="28" y="0"/>
                </a:lnTo>
                <a:lnTo>
                  <a:pt x="28" y="1086"/>
                </a:lnTo>
                <a:lnTo>
                  <a:pt x="0" y="1086"/>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86" name=""/>
          <p:cNvSpPr/>
          <p:nvPr/>
        </p:nvSpPr>
        <p:spPr>
          <a:xfrm>
            <a:off x="533160" y="5105160"/>
            <a:ext cx="2200680" cy="10080"/>
          </a:xfrm>
          <a:custGeom>
            <a:avLst/>
            <a:gdLst/>
            <a:ahLst/>
            <a:rect l="0" t="0" r="r" b="b"/>
            <a:pathLst>
              <a:path w="6113" h="28">
                <a:moveTo>
                  <a:pt x="0" y="0"/>
                </a:moveTo>
                <a:lnTo>
                  <a:pt x="6113" y="0"/>
                </a:lnTo>
                <a:lnTo>
                  <a:pt x="6113"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87" name=""/>
          <p:cNvSpPr/>
          <p:nvPr/>
        </p:nvSpPr>
        <p:spPr>
          <a:xfrm>
            <a:off x="2733480" y="5105160"/>
            <a:ext cx="1562400" cy="10080"/>
          </a:xfrm>
          <a:custGeom>
            <a:avLst/>
            <a:gdLst/>
            <a:ahLst/>
            <a:rect l="0" t="0" r="r" b="b"/>
            <a:pathLst>
              <a:path w="4340" h="28">
                <a:moveTo>
                  <a:pt x="0" y="0"/>
                </a:moveTo>
                <a:lnTo>
                  <a:pt x="4340" y="0"/>
                </a:lnTo>
                <a:lnTo>
                  <a:pt x="434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88" name=""/>
          <p:cNvSpPr/>
          <p:nvPr/>
        </p:nvSpPr>
        <p:spPr>
          <a:xfrm>
            <a:off x="4295520" y="5105160"/>
            <a:ext cx="1657800" cy="10080"/>
          </a:xfrm>
          <a:custGeom>
            <a:avLst/>
            <a:gdLst/>
            <a:ahLst/>
            <a:rect l="0" t="0" r="r" b="b"/>
            <a:pathLst>
              <a:path w="4605" h="28">
                <a:moveTo>
                  <a:pt x="0" y="0"/>
                </a:moveTo>
                <a:lnTo>
                  <a:pt x="4605" y="0"/>
                </a:lnTo>
                <a:lnTo>
                  <a:pt x="4605"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89" name=""/>
          <p:cNvSpPr/>
          <p:nvPr/>
        </p:nvSpPr>
        <p:spPr>
          <a:xfrm>
            <a:off x="533160" y="511488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90" name=""/>
          <p:cNvSpPr/>
          <p:nvPr/>
        </p:nvSpPr>
        <p:spPr>
          <a:xfrm>
            <a:off x="2724120" y="511488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91" name=""/>
          <p:cNvSpPr/>
          <p:nvPr/>
        </p:nvSpPr>
        <p:spPr>
          <a:xfrm>
            <a:off x="4286160" y="5114880"/>
            <a:ext cx="9720" cy="381240"/>
          </a:xfrm>
          <a:custGeom>
            <a:avLst/>
            <a:gdLst/>
            <a:ahLst/>
            <a:rect l="0" t="0" r="r" b="b"/>
            <a:pathLst>
              <a:path w="27" h="1059">
                <a:moveTo>
                  <a:pt x="0" y="0"/>
                </a:moveTo>
                <a:lnTo>
                  <a:pt x="27" y="0"/>
                </a:lnTo>
                <a:lnTo>
                  <a:pt x="27"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92" name=""/>
          <p:cNvSpPr/>
          <p:nvPr/>
        </p:nvSpPr>
        <p:spPr>
          <a:xfrm>
            <a:off x="5943240" y="5114880"/>
            <a:ext cx="10080" cy="381240"/>
          </a:xfrm>
          <a:custGeom>
            <a:avLst/>
            <a:gdLst/>
            <a:ahLst/>
            <a:rect l="0" t="0" r="r" b="b"/>
            <a:pathLst>
              <a:path w="28" h="1059">
                <a:moveTo>
                  <a:pt x="0" y="0"/>
                </a:moveTo>
                <a:lnTo>
                  <a:pt x="28" y="0"/>
                </a:lnTo>
                <a:lnTo>
                  <a:pt x="28" y="1059"/>
                </a:lnTo>
                <a:lnTo>
                  <a:pt x="0" y="1059"/>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93" name=""/>
          <p:cNvSpPr/>
          <p:nvPr/>
        </p:nvSpPr>
        <p:spPr>
          <a:xfrm>
            <a:off x="533160" y="5495760"/>
            <a:ext cx="10080" cy="355680"/>
          </a:xfrm>
          <a:custGeom>
            <a:avLst/>
            <a:gdLst/>
            <a:ahLst/>
            <a:rect l="0" t="0" r="r" b="b"/>
            <a:pathLst>
              <a:path w="28" h="988">
                <a:moveTo>
                  <a:pt x="12" y="961"/>
                </a:moveTo>
                <a:cubicBezTo>
                  <a:pt x="4" y="942"/>
                  <a:pt x="0" y="922"/>
                  <a:pt x="0" y="901"/>
                </a:cubicBezTo>
                <a:lnTo>
                  <a:pt x="0" y="0"/>
                </a:lnTo>
                <a:lnTo>
                  <a:pt x="28" y="0"/>
                </a:lnTo>
                <a:lnTo>
                  <a:pt x="28" y="988"/>
                </a:lnTo>
                <a:cubicBezTo>
                  <a:pt x="22" y="980"/>
                  <a:pt x="17" y="971"/>
                  <a:pt x="12" y="961"/>
                </a:cubicBez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94" name=""/>
          <p:cNvSpPr/>
          <p:nvPr/>
        </p:nvSpPr>
        <p:spPr>
          <a:xfrm>
            <a:off x="533160" y="5486040"/>
            <a:ext cx="2200680" cy="10080"/>
          </a:xfrm>
          <a:custGeom>
            <a:avLst/>
            <a:gdLst/>
            <a:ahLst/>
            <a:rect l="0" t="0" r="r" b="b"/>
            <a:pathLst>
              <a:path w="6113" h="28">
                <a:moveTo>
                  <a:pt x="0" y="0"/>
                </a:moveTo>
                <a:lnTo>
                  <a:pt x="6113" y="0"/>
                </a:lnTo>
                <a:lnTo>
                  <a:pt x="6113"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95" name=""/>
          <p:cNvSpPr/>
          <p:nvPr/>
        </p:nvSpPr>
        <p:spPr>
          <a:xfrm>
            <a:off x="2724120" y="5495760"/>
            <a:ext cx="9720" cy="381240"/>
          </a:xfrm>
          <a:custGeom>
            <a:avLst/>
            <a:gdLst/>
            <a:ahLst/>
            <a:rect l="0" t="0" r="r" b="b"/>
            <a:pathLst>
              <a:path w="27" h="1059">
                <a:moveTo>
                  <a:pt x="0" y="1059"/>
                </a:moveTo>
                <a:lnTo>
                  <a:pt x="0" y="0"/>
                </a:lnTo>
                <a:lnTo>
                  <a:pt x="27" y="0"/>
                </a:lnTo>
                <a:lnTo>
                  <a:pt x="27"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96" name=""/>
          <p:cNvSpPr/>
          <p:nvPr/>
        </p:nvSpPr>
        <p:spPr>
          <a:xfrm>
            <a:off x="2733480" y="5486040"/>
            <a:ext cx="1562400" cy="10080"/>
          </a:xfrm>
          <a:custGeom>
            <a:avLst/>
            <a:gdLst/>
            <a:ahLst/>
            <a:rect l="0" t="0" r="r" b="b"/>
            <a:pathLst>
              <a:path w="4340" h="28">
                <a:moveTo>
                  <a:pt x="0" y="0"/>
                </a:moveTo>
                <a:lnTo>
                  <a:pt x="4340" y="0"/>
                </a:lnTo>
                <a:lnTo>
                  <a:pt x="4340"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97" name=""/>
          <p:cNvSpPr/>
          <p:nvPr/>
        </p:nvSpPr>
        <p:spPr>
          <a:xfrm>
            <a:off x="4286160" y="5495760"/>
            <a:ext cx="9720" cy="381240"/>
          </a:xfrm>
          <a:custGeom>
            <a:avLst/>
            <a:gdLst/>
            <a:ahLst/>
            <a:rect l="0" t="0" r="r" b="b"/>
            <a:pathLst>
              <a:path w="27" h="1059">
                <a:moveTo>
                  <a:pt x="0" y="1059"/>
                </a:moveTo>
                <a:lnTo>
                  <a:pt x="0" y="0"/>
                </a:lnTo>
                <a:lnTo>
                  <a:pt x="27" y="0"/>
                </a:lnTo>
                <a:lnTo>
                  <a:pt x="27"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98" name=""/>
          <p:cNvSpPr/>
          <p:nvPr/>
        </p:nvSpPr>
        <p:spPr>
          <a:xfrm>
            <a:off x="4295520" y="5486040"/>
            <a:ext cx="1657800" cy="10080"/>
          </a:xfrm>
          <a:custGeom>
            <a:avLst/>
            <a:gdLst/>
            <a:ahLst/>
            <a:rect l="0" t="0" r="r" b="b"/>
            <a:pathLst>
              <a:path w="4605" h="28">
                <a:moveTo>
                  <a:pt x="0" y="0"/>
                </a:moveTo>
                <a:lnTo>
                  <a:pt x="4605" y="0"/>
                </a:lnTo>
                <a:lnTo>
                  <a:pt x="4605" y="28"/>
                </a:lnTo>
                <a:lnTo>
                  <a:pt x="0" y="28"/>
                </a:lnTo>
                <a:lnTo>
                  <a:pt x="0" y="0"/>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799" name=""/>
          <p:cNvSpPr/>
          <p:nvPr/>
        </p:nvSpPr>
        <p:spPr>
          <a:xfrm>
            <a:off x="5943240" y="5495760"/>
            <a:ext cx="10080" cy="381240"/>
          </a:xfrm>
          <a:custGeom>
            <a:avLst/>
            <a:gdLst/>
            <a:ahLst/>
            <a:rect l="0" t="0" r="r" b="b"/>
            <a:pathLst>
              <a:path w="28" h="1059">
                <a:moveTo>
                  <a:pt x="0" y="1059"/>
                </a:moveTo>
                <a:lnTo>
                  <a:pt x="0" y="0"/>
                </a:lnTo>
                <a:lnTo>
                  <a:pt x="28" y="0"/>
                </a:lnTo>
                <a:lnTo>
                  <a:pt x="28" y="1059"/>
                </a:lnTo>
                <a:lnTo>
                  <a:pt x="0" y="1059"/>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00" name=""/>
          <p:cNvSpPr/>
          <p:nvPr/>
        </p:nvSpPr>
        <p:spPr>
          <a:xfrm>
            <a:off x="558720" y="5867280"/>
            <a:ext cx="2175120" cy="9720"/>
          </a:xfrm>
          <a:custGeom>
            <a:avLst/>
            <a:gdLst/>
            <a:ahLst/>
            <a:rect l="0" t="0" r="r" b="b"/>
            <a:pathLst>
              <a:path w="6042" h="27">
                <a:moveTo>
                  <a:pt x="88" y="27"/>
                </a:moveTo>
                <a:cubicBezTo>
                  <a:pt x="67" y="27"/>
                  <a:pt x="47" y="23"/>
                  <a:pt x="27" y="14"/>
                </a:cubicBezTo>
                <a:cubicBezTo>
                  <a:pt x="18" y="10"/>
                  <a:pt x="9" y="5"/>
                  <a:pt x="0" y="0"/>
                </a:cubicBezTo>
                <a:lnTo>
                  <a:pt x="6042" y="0"/>
                </a:lnTo>
                <a:lnTo>
                  <a:pt x="6042" y="27"/>
                </a:lnTo>
                <a:lnTo>
                  <a:pt x="88"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01" name=""/>
          <p:cNvSpPr/>
          <p:nvPr/>
        </p:nvSpPr>
        <p:spPr>
          <a:xfrm>
            <a:off x="2733480" y="5867280"/>
            <a:ext cx="1562400" cy="9720"/>
          </a:xfrm>
          <a:custGeom>
            <a:avLst/>
            <a:gdLst/>
            <a:ahLst/>
            <a:rect l="0" t="0" r="r" b="b"/>
            <a:pathLst>
              <a:path w="4340" h="27">
                <a:moveTo>
                  <a:pt x="0" y="27"/>
                </a:moveTo>
                <a:lnTo>
                  <a:pt x="0" y="0"/>
                </a:lnTo>
                <a:lnTo>
                  <a:pt x="4340" y="0"/>
                </a:lnTo>
                <a:lnTo>
                  <a:pt x="4340"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02" name=""/>
          <p:cNvSpPr/>
          <p:nvPr/>
        </p:nvSpPr>
        <p:spPr>
          <a:xfrm>
            <a:off x="4295520" y="5867280"/>
            <a:ext cx="1657800" cy="9720"/>
          </a:xfrm>
          <a:custGeom>
            <a:avLst/>
            <a:gdLst/>
            <a:ahLst/>
            <a:rect l="0" t="0" r="r" b="b"/>
            <a:pathLst>
              <a:path w="4605" h="27">
                <a:moveTo>
                  <a:pt x="0" y="27"/>
                </a:moveTo>
                <a:lnTo>
                  <a:pt x="0" y="0"/>
                </a:lnTo>
                <a:lnTo>
                  <a:pt x="4605" y="0"/>
                </a:lnTo>
                <a:lnTo>
                  <a:pt x="4605" y="27"/>
                </a:lnTo>
                <a:lnTo>
                  <a:pt x="0" y="27"/>
                </a:lnTo>
                <a:close/>
              </a:path>
            </a:pathLst>
          </a:custGeom>
          <a:solidFill>
            <a:srgbClr val="D1D9E0"/>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03" name=""/>
          <p:cNvSpPr txBox="1"/>
          <p:nvPr/>
        </p:nvSpPr>
        <p:spPr>
          <a:xfrm>
            <a:off x="4312080" y="493560"/>
            <a:ext cx="1905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並⾏稼働）</a:t>
            </a:r>
            <a:endParaRPr lang="en-US" sz="3000" b="0" u="none" strike="noStrike">
              <a:solidFill>
                <a:srgbClr val="000000"/>
              </a:solidFill>
              <a:effectLst/>
              <a:uFillTx/>
              <a:latin typeface="游明朝体"/>
            </a:endParaRPr>
          </a:p>
        </p:txBody>
      </p:sp>
      <p:sp>
        <p:nvSpPr>
          <p:cNvPr id="2804" name=""/>
          <p:cNvSpPr txBox="1"/>
          <p:nvPr/>
        </p:nvSpPr>
        <p:spPr>
          <a:xfrm>
            <a:off x="723960" y="1542240"/>
            <a:ext cx="1005480" cy="216720"/>
          </a:xfrm>
          <a:prstGeom prst="rect">
            <a:avLst/>
          </a:prstGeom>
          <a:noFill/>
          <a:ln w="0">
            <a:noFill/>
          </a:ln>
        </p:spPr>
        <p:txBody>
          <a:bodyPr wrap="none" lIns="0" tIns="0" rIns="0" bIns="0" anchor="t">
            <a:spAutoFit/>
          </a:bodyPr>
          <a:p>
            <a:pPr/>
            <a:r>
              <a:rPr lang="en-US" sz="1430" b="1" u="none" strike="noStrike">
                <a:solidFill>
                  <a:srgbClr val="EB6834"/>
                </a:solidFill>
                <a:effectLst/>
                <a:uFillTx/>
                <a:latin typeface="HelveticaNeue"/>
                <a:ea typeface="HelveticaNeue"/>
              </a:rPr>
              <a:t>2026-06-07 </a:t>
            </a:r>
            <a:endParaRPr lang="en-US" sz="1430" b="0" u="none" strike="noStrike">
              <a:solidFill>
                <a:srgbClr val="000000"/>
              </a:solidFill>
              <a:effectLst/>
              <a:uFillTx/>
              <a:latin typeface="游明朝体"/>
            </a:endParaRPr>
          </a:p>
        </p:txBody>
      </p:sp>
      <p:sp>
        <p:nvSpPr>
          <p:cNvPr id="2805" name=""/>
          <p:cNvSpPr txBox="1"/>
          <p:nvPr/>
        </p:nvSpPr>
        <p:spPr>
          <a:xfrm>
            <a:off x="1726560" y="1550880"/>
            <a:ext cx="36360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6"/>
                <a:ea typeface="HiraginoSans-W6"/>
              </a:rPr>
              <a:t>より</a:t>
            </a:r>
            <a:endParaRPr lang="en-US" sz="1430" b="0" u="none" strike="noStrike">
              <a:solidFill>
                <a:srgbClr val="000000"/>
              </a:solidFill>
              <a:effectLst/>
              <a:uFillTx/>
              <a:latin typeface="游明朝体"/>
            </a:endParaRPr>
          </a:p>
        </p:txBody>
      </p:sp>
      <p:sp>
        <p:nvSpPr>
          <p:cNvPr id="2806" name=""/>
          <p:cNvSpPr txBox="1"/>
          <p:nvPr/>
        </p:nvSpPr>
        <p:spPr>
          <a:xfrm>
            <a:off x="2088360" y="1542240"/>
            <a:ext cx="296640" cy="216720"/>
          </a:xfrm>
          <a:prstGeom prst="rect">
            <a:avLst/>
          </a:prstGeom>
          <a:noFill/>
          <a:ln w="0">
            <a:noFill/>
          </a:ln>
        </p:spPr>
        <p:txBody>
          <a:bodyPr wrap="none" lIns="0" tIns="0" rIns="0" bIns="0" anchor="t">
            <a:spAutoFit/>
          </a:bodyPr>
          <a:p>
            <a:pPr/>
            <a:r>
              <a:rPr lang="en-US" sz="1430" b="1" u="none" strike="noStrike">
                <a:solidFill>
                  <a:srgbClr val="EB6834"/>
                </a:solidFill>
                <a:effectLst/>
                <a:uFillTx/>
                <a:latin typeface="HelveticaNeue"/>
                <a:ea typeface="HelveticaNeue"/>
              </a:rPr>
              <a:t> v3 </a:t>
            </a:r>
            <a:endParaRPr lang="en-US" sz="1430" b="0" u="none" strike="noStrike">
              <a:solidFill>
                <a:srgbClr val="000000"/>
              </a:solidFill>
              <a:effectLst/>
              <a:uFillTx/>
              <a:latin typeface="游明朝体"/>
            </a:endParaRPr>
          </a:p>
        </p:txBody>
      </p:sp>
      <p:sp>
        <p:nvSpPr>
          <p:cNvPr id="2807" name=""/>
          <p:cNvSpPr txBox="1"/>
          <p:nvPr/>
        </p:nvSpPr>
        <p:spPr>
          <a:xfrm>
            <a:off x="2383920" y="1550880"/>
            <a:ext cx="54468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6"/>
                <a:ea typeface="HiraginoSans-W6"/>
              </a:rPr>
              <a:t>移⾏・</a:t>
            </a:r>
            <a:endParaRPr lang="en-US" sz="1430" b="0" u="none" strike="noStrike">
              <a:solidFill>
                <a:srgbClr val="000000"/>
              </a:solidFill>
              <a:effectLst/>
              <a:uFillTx/>
              <a:latin typeface="游明朝体"/>
            </a:endParaRPr>
          </a:p>
        </p:txBody>
      </p:sp>
      <p:sp>
        <p:nvSpPr>
          <p:cNvPr id="2808" name=""/>
          <p:cNvSpPr txBox="1"/>
          <p:nvPr/>
        </p:nvSpPr>
        <p:spPr>
          <a:xfrm>
            <a:off x="2926800" y="1542240"/>
            <a:ext cx="1005480" cy="216720"/>
          </a:xfrm>
          <a:prstGeom prst="rect">
            <a:avLst/>
          </a:prstGeom>
          <a:noFill/>
          <a:ln w="0">
            <a:noFill/>
          </a:ln>
        </p:spPr>
        <p:txBody>
          <a:bodyPr wrap="none" lIns="0" tIns="0" rIns="0" bIns="0" anchor="t">
            <a:spAutoFit/>
          </a:bodyPr>
          <a:p>
            <a:pPr/>
            <a:r>
              <a:rPr lang="en-US" sz="1430" b="1" u="none" strike="noStrike">
                <a:solidFill>
                  <a:srgbClr val="EB6834"/>
                </a:solidFill>
                <a:effectLst/>
                <a:uFillTx/>
                <a:latin typeface="HelveticaNeue"/>
                <a:ea typeface="HelveticaNeue"/>
              </a:rPr>
              <a:t>2026-06-23 </a:t>
            </a:r>
            <a:endParaRPr lang="en-US" sz="1430" b="0" u="none" strike="noStrike">
              <a:solidFill>
                <a:srgbClr val="000000"/>
              </a:solidFill>
              <a:effectLst/>
              <a:uFillTx/>
              <a:latin typeface="游明朝体"/>
            </a:endParaRPr>
          </a:p>
        </p:txBody>
      </p:sp>
      <p:sp>
        <p:nvSpPr>
          <p:cNvPr id="2809" name=""/>
          <p:cNvSpPr txBox="1"/>
          <p:nvPr/>
        </p:nvSpPr>
        <p:spPr>
          <a:xfrm>
            <a:off x="3929400" y="1550880"/>
            <a:ext cx="36360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6"/>
                <a:ea typeface="HiraginoSans-W6"/>
              </a:rPr>
              <a:t>より</a:t>
            </a:r>
            <a:endParaRPr lang="en-US" sz="1430" b="0" u="none" strike="noStrike">
              <a:solidFill>
                <a:srgbClr val="000000"/>
              </a:solidFill>
              <a:effectLst/>
              <a:uFillTx/>
              <a:latin typeface="游明朝体"/>
            </a:endParaRPr>
          </a:p>
        </p:txBody>
      </p:sp>
      <p:sp>
        <p:nvSpPr>
          <p:cNvPr id="2810" name=""/>
          <p:cNvSpPr txBox="1"/>
          <p:nvPr/>
        </p:nvSpPr>
        <p:spPr>
          <a:xfrm>
            <a:off x="4291200" y="1542240"/>
            <a:ext cx="407520" cy="216720"/>
          </a:xfrm>
          <a:prstGeom prst="rect">
            <a:avLst/>
          </a:prstGeom>
          <a:noFill/>
          <a:ln w="0">
            <a:noFill/>
          </a:ln>
        </p:spPr>
        <p:txBody>
          <a:bodyPr wrap="none" lIns="0" tIns="0" rIns="0" bIns="0" anchor="t">
            <a:spAutoFit/>
          </a:bodyPr>
          <a:p>
            <a:pPr/>
            <a:r>
              <a:rPr lang="en-US" sz="1430" b="1" u="none" strike="noStrike">
                <a:solidFill>
                  <a:srgbClr val="EB6834"/>
                </a:solidFill>
                <a:effectLst/>
                <a:uFillTx/>
                <a:latin typeface="HelveticaNeue"/>
                <a:ea typeface="HelveticaNeue"/>
              </a:rPr>
              <a:t> v3b </a:t>
            </a:r>
            <a:endParaRPr lang="en-US" sz="1430" b="0" u="none" strike="noStrike">
              <a:solidFill>
                <a:srgbClr val="000000"/>
              </a:solidFill>
              <a:effectLst/>
              <a:uFillTx/>
              <a:latin typeface="游明朝体"/>
            </a:endParaRPr>
          </a:p>
        </p:txBody>
      </p:sp>
      <p:sp>
        <p:nvSpPr>
          <p:cNvPr id="2811" name=""/>
          <p:cNvSpPr txBox="1"/>
          <p:nvPr/>
        </p:nvSpPr>
        <p:spPr>
          <a:xfrm>
            <a:off x="4697280" y="1550880"/>
            <a:ext cx="72612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6"/>
                <a:ea typeface="HiraginoSans-W6"/>
              </a:rPr>
              <a:t>並⾏稼働</a:t>
            </a:r>
            <a:endParaRPr lang="en-US" sz="1430" b="0" u="none" strike="noStrike">
              <a:solidFill>
                <a:srgbClr val="000000"/>
              </a:solidFill>
              <a:effectLst/>
              <a:uFillTx/>
              <a:latin typeface="游明朝体"/>
            </a:endParaRPr>
          </a:p>
        </p:txBody>
      </p:sp>
      <p:sp>
        <p:nvSpPr>
          <p:cNvPr id="2812" name=""/>
          <p:cNvSpPr txBox="1"/>
          <p:nvPr/>
        </p:nvSpPr>
        <p:spPr>
          <a:xfrm>
            <a:off x="666720" y="2130840"/>
            <a:ext cx="34200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項⽬</a:t>
            </a:r>
            <a:endParaRPr lang="en-US" sz="1350" b="0" u="none" strike="noStrike">
              <a:solidFill>
                <a:srgbClr val="000000"/>
              </a:solidFill>
              <a:effectLst/>
              <a:uFillTx/>
              <a:latin typeface="游明朝体"/>
            </a:endParaRPr>
          </a:p>
        </p:txBody>
      </p:sp>
      <p:sp>
        <p:nvSpPr>
          <p:cNvPr id="2813" name=""/>
          <p:cNvSpPr txBox="1"/>
          <p:nvPr/>
        </p:nvSpPr>
        <p:spPr>
          <a:xfrm>
            <a:off x="1609560" y="2122920"/>
            <a:ext cx="1843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a:t>
            </a:r>
            <a:endParaRPr lang="en-US" sz="1350" b="0" u="none" strike="noStrike">
              <a:solidFill>
                <a:srgbClr val="000000"/>
              </a:solidFill>
              <a:effectLst/>
              <a:uFillTx/>
              <a:latin typeface="游明朝体"/>
            </a:endParaRPr>
          </a:p>
        </p:txBody>
      </p:sp>
      <p:sp>
        <p:nvSpPr>
          <p:cNvPr id="2814" name=""/>
          <p:cNvSpPr txBox="1"/>
          <p:nvPr/>
        </p:nvSpPr>
        <p:spPr>
          <a:xfrm>
            <a:off x="1794240" y="2130840"/>
            <a:ext cx="17136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a:t>
            </a:r>
            <a:endParaRPr lang="en-US" sz="1350" b="0" u="none" strike="noStrike">
              <a:solidFill>
                <a:srgbClr val="000000"/>
              </a:solidFill>
              <a:effectLst/>
              <a:uFillTx/>
              <a:latin typeface="游明朝体"/>
            </a:endParaRPr>
          </a:p>
        </p:txBody>
      </p:sp>
      <p:sp>
        <p:nvSpPr>
          <p:cNvPr id="2815" name=""/>
          <p:cNvSpPr txBox="1"/>
          <p:nvPr/>
        </p:nvSpPr>
        <p:spPr>
          <a:xfrm>
            <a:off x="1965600" y="2122920"/>
            <a:ext cx="34884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2816" name=""/>
          <p:cNvSpPr txBox="1"/>
          <p:nvPr/>
        </p:nvSpPr>
        <p:spPr>
          <a:xfrm>
            <a:off x="2315160" y="2130840"/>
            <a:ext cx="512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あり）</a:t>
            </a:r>
            <a:endParaRPr lang="en-US" sz="1350" b="0" u="none" strike="noStrike">
              <a:solidFill>
                <a:srgbClr val="000000"/>
              </a:solidFill>
              <a:effectLst/>
              <a:uFillTx/>
              <a:latin typeface="游明朝体"/>
            </a:endParaRPr>
          </a:p>
        </p:txBody>
      </p:sp>
      <p:sp>
        <p:nvSpPr>
          <p:cNvPr id="2817" name=""/>
          <p:cNvSpPr txBox="1"/>
          <p:nvPr/>
        </p:nvSpPr>
        <p:spPr>
          <a:xfrm>
            <a:off x="4622760" y="2122920"/>
            <a:ext cx="28872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v3b</a:t>
            </a:r>
            <a:endParaRPr lang="en-US" sz="1350" b="0" u="none" strike="noStrike">
              <a:solidFill>
                <a:srgbClr val="000000"/>
              </a:solidFill>
              <a:effectLst/>
              <a:uFillTx/>
              <a:latin typeface="游明朝体"/>
            </a:endParaRPr>
          </a:p>
        </p:txBody>
      </p:sp>
      <p:sp>
        <p:nvSpPr>
          <p:cNvPr id="2818" name=""/>
          <p:cNvSpPr txBox="1"/>
          <p:nvPr/>
        </p:nvSpPr>
        <p:spPr>
          <a:xfrm>
            <a:off x="4911840" y="2130840"/>
            <a:ext cx="17136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a:t>
            </a:r>
            <a:endParaRPr lang="en-US" sz="1350" b="0" u="none" strike="noStrike">
              <a:solidFill>
                <a:srgbClr val="000000"/>
              </a:solidFill>
              <a:effectLst/>
              <a:uFillTx/>
              <a:latin typeface="游明朝体"/>
            </a:endParaRPr>
          </a:p>
        </p:txBody>
      </p:sp>
      <p:sp>
        <p:nvSpPr>
          <p:cNvPr id="2819" name=""/>
          <p:cNvSpPr txBox="1"/>
          <p:nvPr/>
        </p:nvSpPr>
        <p:spPr>
          <a:xfrm>
            <a:off x="5083560" y="2122920"/>
            <a:ext cx="34884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2820" name=""/>
          <p:cNvSpPr txBox="1"/>
          <p:nvPr/>
        </p:nvSpPr>
        <p:spPr>
          <a:xfrm>
            <a:off x="5433120" y="2130840"/>
            <a:ext cx="512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なし）</a:t>
            </a:r>
            <a:endParaRPr lang="en-US" sz="1350" b="0" u="none" strike="noStrike">
              <a:solidFill>
                <a:srgbClr val="000000"/>
              </a:solidFill>
              <a:effectLst/>
              <a:uFillTx/>
              <a:latin typeface="游明朝体"/>
            </a:endParaRPr>
          </a:p>
        </p:txBody>
      </p:sp>
      <p:sp>
        <p:nvSpPr>
          <p:cNvPr id="2821" name=""/>
          <p:cNvSpPr txBox="1"/>
          <p:nvPr/>
        </p:nvSpPr>
        <p:spPr>
          <a:xfrm>
            <a:off x="666720" y="2511720"/>
            <a:ext cx="683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説明変数</a:t>
            </a:r>
            <a:endParaRPr lang="en-US" sz="1350" b="0" u="none" strike="noStrike">
              <a:solidFill>
                <a:srgbClr val="000000"/>
              </a:solidFill>
              <a:effectLst/>
              <a:uFillTx/>
              <a:latin typeface="游明朝体"/>
            </a:endParaRPr>
          </a:p>
        </p:txBody>
      </p:sp>
      <p:sp>
        <p:nvSpPr>
          <p:cNvPr id="2822" name=""/>
          <p:cNvSpPr txBox="1"/>
          <p:nvPr/>
        </p:nvSpPr>
        <p:spPr>
          <a:xfrm>
            <a:off x="1609560" y="2503800"/>
            <a:ext cx="35784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2823" name=""/>
          <p:cNvSpPr txBox="1"/>
          <p:nvPr/>
        </p:nvSpPr>
        <p:spPr>
          <a:xfrm>
            <a:off x="1968480" y="251172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824" name=""/>
          <p:cNvSpPr txBox="1"/>
          <p:nvPr/>
        </p:nvSpPr>
        <p:spPr>
          <a:xfrm>
            <a:off x="2139840" y="2503800"/>
            <a:ext cx="4147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2825" name=""/>
          <p:cNvSpPr txBox="1"/>
          <p:nvPr/>
        </p:nvSpPr>
        <p:spPr>
          <a:xfrm>
            <a:off x="2555640" y="2511720"/>
            <a:ext cx="683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平年⽐・</a:t>
            </a:r>
            <a:endParaRPr lang="en-US" sz="1350" b="0" u="none" strike="noStrike">
              <a:solidFill>
                <a:srgbClr val="000000"/>
              </a:solidFill>
              <a:effectLst/>
              <a:uFillTx/>
              <a:latin typeface="游明朝体"/>
            </a:endParaRPr>
          </a:p>
        </p:txBody>
      </p:sp>
      <p:sp>
        <p:nvSpPr>
          <p:cNvPr id="2826" name=""/>
          <p:cNvSpPr txBox="1"/>
          <p:nvPr/>
        </p:nvSpPr>
        <p:spPr>
          <a:xfrm>
            <a:off x="3241440" y="2503800"/>
            <a:ext cx="342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2827" name=""/>
          <p:cNvSpPr txBox="1"/>
          <p:nvPr/>
        </p:nvSpPr>
        <p:spPr>
          <a:xfrm>
            <a:off x="3584160" y="251172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828" name=""/>
          <p:cNvSpPr txBox="1"/>
          <p:nvPr/>
        </p:nvSpPr>
        <p:spPr>
          <a:xfrm>
            <a:off x="3755880" y="2503800"/>
            <a:ext cx="171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3</a:t>
            </a:r>
            <a:endParaRPr lang="en-US" sz="1350" b="0" u="none" strike="noStrike">
              <a:solidFill>
                <a:srgbClr val="000000"/>
              </a:solidFill>
              <a:effectLst/>
              <a:uFillTx/>
              <a:latin typeface="游明朝体"/>
            </a:endParaRPr>
          </a:p>
        </p:txBody>
      </p:sp>
      <p:sp>
        <p:nvSpPr>
          <p:cNvPr id="2829" name=""/>
          <p:cNvSpPr txBox="1"/>
          <p:nvPr/>
        </p:nvSpPr>
        <p:spPr>
          <a:xfrm>
            <a:off x="3850920" y="2511720"/>
            <a:ext cx="512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変数）</a:t>
            </a:r>
            <a:endParaRPr lang="en-US" sz="1350" b="0" u="none" strike="noStrike">
              <a:solidFill>
                <a:srgbClr val="000000"/>
              </a:solidFill>
              <a:effectLst/>
              <a:uFillTx/>
              <a:latin typeface="游明朝体"/>
            </a:endParaRPr>
          </a:p>
        </p:txBody>
      </p:sp>
      <p:sp>
        <p:nvSpPr>
          <p:cNvPr id="2830" name=""/>
          <p:cNvSpPr txBox="1"/>
          <p:nvPr/>
        </p:nvSpPr>
        <p:spPr>
          <a:xfrm>
            <a:off x="4622760" y="2503800"/>
            <a:ext cx="35784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2831" name=""/>
          <p:cNvSpPr txBox="1"/>
          <p:nvPr/>
        </p:nvSpPr>
        <p:spPr>
          <a:xfrm>
            <a:off x="4981320" y="251172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832" name=""/>
          <p:cNvSpPr txBox="1"/>
          <p:nvPr/>
        </p:nvSpPr>
        <p:spPr>
          <a:xfrm>
            <a:off x="5153040" y="2503800"/>
            <a:ext cx="4147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GSR/</a:t>
            </a:r>
            <a:endParaRPr lang="en-US" sz="1350" b="0" u="none" strike="noStrike">
              <a:solidFill>
                <a:srgbClr val="000000"/>
              </a:solidFill>
              <a:effectLst/>
              <a:uFillTx/>
              <a:latin typeface="游明朝体"/>
            </a:endParaRPr>
          </a:p>
        </p:txBody>
      </p:sp>
      <p:sp>
        <p:nvSpPr>
          <p:cNvPr id="2833" name=""/>
          <p:cNvSpPr txBox="1"/>
          <p:nvPr/>
        </p:nvSpPr>
        <p:spPr>
          <a:xfrm>
            <a:off x="5568480" y="2511720"/>
            <a:ext cx="683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平年⽐（</a:t>
            </a:r>
            <a:endParaRPr lang="en-US" sz="1350" b="0" u="none" strike="noStrike">
              <a:solidFill>
                <a:srgbClr val="000000"/>
              </a:solidFill>
              <a:effectLst/>
              <a:uFillTx/>
              <a:latin typeface="游明朝体"/>
            </a:endParaRPr>
          </a:p>
        </p:txBody>
      </p:sp>
      <p:sp>
        <p:nvSpPr>
          <p:cNvPr id="2834" name=""/>
          <p:cNvSpPr txBox="1"/>
          <p:nvPr/>
        </p:nvSpPr>
        <p:spPr>
          <a:xfrm>
            <a:off x="6254280" y="2503800"/>
            <a:ext cx="171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a:t>
            </a:r>
            <a:endParaRPr lang="en-US" sz="1350" b="0" u="none" strike="noStrike">
              <a:solidFill>
                <a:srgbClr val="000000"/>
              </a:solidFill>
              <a:effectLst/>
              <a:uFillTx/>
              <a:latin typeface="游明朝体"/>
            </a:endParaRPr>
          </a:p>
        </p:txBody>
      </p:sp>
      <p:sp>
        <p:nvSpPr>
          <p:cNvPr id="2835" name=""/>
          <p:cNvSpPr txBox="1"/>
          <p:nvPr/>
        </p:nvSpPr>
        <p:spPr>
          <a:xfrm>
            <a:off x="6349680" y="2511720"/>
            <a:ext cx="512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変数）</a:t>
            </a:r>
            <a:endParaRPr lang="en-US" sz="1350" b="0" u="none" strike="noStrike">
              <a:solidFill>
                <a:srgbClr val="000000"/>
              </a:solidFill>
              <a:effectLst/>
              <a:uFillTx/>
              <a:latin typeface="游明朝体"/>
            </a:endParaRPr>
          </a:p>
        </p:txBody>
      </p:sp>
      <p:sp>
        <p:nvSpPr>
          <p:cNvPr id="2836" name=""/>
          <p:cNvSpPr txBox="1"/>
          <p:nvPr/>
        </p:nvSpPr>
        <p:spPr>
          <a:xfrm>
            <a:off x="666720" y="2884680"/>
            <a:ext cx="63936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CV MAE</a:t>
            </a:r>
            <a:endParaRPr lang="en-US" sz="1350" b="0" u="none" strike="noStrike">
              <a:solidFill>
                <a:srgbClr val="000000"/>
              </a:solidFill>
              <a:effectLst/>
              <a:uFillTx/>
              <a:latin typeface="游明朝体"/>
            </a:endParaRPr>
          </a:p>
        </p:txBody>
      </p:sp>
      <p:sp>
        <p:nvSpPr>
          <p:cNvPr id="2837" name=""/>
          <p:cNvSpPr txBox="1"/>
          <p:nvPr/>
        </p:nvSpPr>
        <p:spPr>
          <a:xfrm>
            <a:off x="1609560" y="2884680"/>
            <a:ext cx="80388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2.08 kWh/</a:t>
            </a:r>
            <a:endParaRPr lang="en-US" sz="1350" b="0" u="none" strike="noStrike">
              <a:solidFill>
                <a:srgbClr val="000000"/>
              </a:solidFill>
              <a:effectLst/>
              <a:uFillTx/>
              <a:latin typeface="游明朝体"/>
            </a:endParaRPr>
          </a:p>
        </p:txBody>
      </p:sp>
      <p:sp>
        <p:nvSpPr>
          <p:cNvPr id="2838" name=""/>
          <p:cNvSpPr txBox="1"/>
          <p:nvPr/>
        </p:nvSpPr>
        <p:spPr>
          <a:xfrm>
            <a:off x="2416680" y="2892960"/>
            <a:ext cx="171360" cy="171000"/>
          </a:xfrm>
          <a:prstGeom prst="rect">
            <a:avLst/>
          </a:prstGeom>
          <a:noFill/>
          <a:ln w="0">
            <a:noFill/>
          </a:ln>
        </p:spPr>
        <p:txBody>
          <a:bodyPr wrap="none" lIns="0" tIns="0" rIns="0" bIns="0" anchor="t">
            <a:spAutoFit/>
          </a:bodyPr>
          <a:p>
            <a:pPr/>
            <a:r>
              <a:rPr lang="ja-JP" sz="1350" b="1" u="none" strike="noStrike">
                <a:solidFill>
                  <a:srgbClr val="EB6834"/>
                </a:solidFill>
                <a:effectLst/>
                <a:uFillTx/>
                <a:latin typeface="HiraginoSans-W6"/>
                <a:ea typeface="HiraginoSans-W6"/>
              </a:rPr>
              <a:t>⽇</a:t>
            </a:r>
            <a:endParaRPr lang="en-US" sz="1350" b="0" u="none" strike="noStrike">
              <a:solidFill>
                <a:srgbClr val="000000"/>
              </a:solidFill>
              <a:effectLst/>
              <a:uFillTx/>
              <a:latin typeface="游明朝体"/>
            </a:endParaRPr>
          </a:p>
        </p:txBody>
      </p:sp>
      <p:sp>
        <p:nvSpPr>
          <p:cNvPr id="2839" name=""/>
          <p:cNvSpPr txBox="1"/>
          <p:nvPr/>
        </p:nvSpPr>
        <p:spPr>
          <a:xfrm>
            <a:off x="4622760" y="2884680"/>
            <a:ext cx="77868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2.22 kWh/</a:t>
            </a:r>
            <a:endParaRPr lang="en-US" sz="1350" b="0" u="none" strike="noStrike">
              <a:solidFill>
                <a:srgbClr val="000000"/>
              </a:solidFill>
              <a:effectLst/>
              <a:uFillTx/>
              <a:latin typeface="游明朝体"/>
            </a:endParaRPr>
          </a:p>
        </p:txBody>
      </p:sp>
      <p:sp>
        <p:nvSpPr>
          <p:cNvPr id="2840" name=""/>
          <p:cNvSpPr txBox="1"/>
          <p:nvPr/>
        </p:nvSpPr>
        <p:spPr>
          <a:xfrm>
            <a:off x="5404320" y="289296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841" name=""/>
          <p:cNvSpPr/>
          <p:nvPr/>
        </p:nvSpPr>
        <p:spPr>
          <a:xfrm>
            <a:off x="1609560" y="3295440"/>
            <a:ext cx="1581480" cy="190800"/>
          </a:xfrm>
          <a:custGeom>
            <a:avLst/>
            <a:gdLst/>
            <a:ahLst/>
            <a:rect l="0" t="0" r="r" b="b"/>
            <a:pathLst>
              <a:path w="4393" h="530">
                <a:moveTo>
                  <a:pt x="0" y="451"/>
                </a:moveTo>
                <a:lnTo>
                  <a:pt x="0" y="79"/>
                </a:lnTo>
                <a:cubicBezTo>
                  <a:pt x="0" y="69"/>
                  <a:pt x="2" y="59"/>
                  <a:pt x="6" y="49"/>
                </a:cubicBezTo>
                <a:cubicBezTo>
                  <a:pt x="10" y="39"/>
                  <a:pt x="16" y="31"/>
                  <a:pt x="23" y="23"/>
                </a:cubicBezTo>
                <a:cubicBezTo>
                  <a:pt x="31" y="16"/>
                  <a:pt x="39" y="10"/>
                  <a:pt x="49" y="6"/>
                </a:cubicBezTo>
                <a:cubicBezTo>
                  <a:pt x="59" y="2"/>
                  <a:pt x="69" y="0"/>
                  <a:pt x="79" y="0"/>
                </a:cubicBezTo>
                <a:lnTo>
                  <a:pt x="4314" y="0"/>
                </a:lnTo>
                <a:cubicBezTo>
                  <a:pt x="4324" y="0"/>
                  <a:pt x="4334" y="2"/>
                  <a:pt x="4344" y="6"/>
                </a:cubicBezTo>
                <a:cubicBezTo>
                  <a:pt x="4354" y="10"/>
                  <a:pt x="4362" y="16"/>
                  <a:pt x="4370" y="23"/>
                </a:cubicBezTo>
                <a:cubicBezTo>
                  <a:pt x="4377" y="31"/>
                  <a:pt x="4383" y="39"/>
                  <a:pt x="4387" y="49"/>
                </a:cubicBezTo>
                <a:cubicBezTo>
                  <a:pt x="4391" y="59"/>
                  <a:pt x="4393" y="69"/>
                  <a:pt x="4393" y="79"/>
                </a:cubicBezTo>
                <a:lnTo>
                  <a:pt x="4393" y="451"/>
                </a:lnTo>
                <a:cubicBezTo>
                  <a:pt x="4393" y="461"/>
                  <a:pt x="4391" y="472"/>
                  <a:pt x="4387" y="481"/>
                </a:cubicBezTo>
                <a:cubicBezTo>
                  <a:pt x="4383" y="491"/>
                  <a:pt x="4377" y="500"/>
                  <a:pt x="4370" y="507"/>
                </a:cubicBezTo>
                <a:cubicBezTo>
                  <a:pt x="4362" y="514"/>
                  <a:pt x="4354" y="520"/>
                  <a:pt x="4344" y="524"/>
                </a:cubicBezTo>
                <a:cubicBezTo>
                  <a:pt x="4334" y="528"/>
                  <a:pt x="4324" y="530"/>
                  <a:pt x="4314" y="530"/>
                </a:cubicBezTo>
                <a:lnTo>
                  <a:pt x="79" y="530"/>
                </a:lnTo>
                <a:cubicBezTo>
                  <a:pt x="69" y="530"/>
                  <a:pt x="59" y="528"/>
                  <a:pt x="49" y="524"/>
                </a:cubicBezTo>
                <a:cubicBezTo>
                  <a:pt x="39" y="520"/>
                  <a:pt x="31" y="514"/>
                  <a:pt x="23" y="507"/>
                </a:cubicBezTo>
                <a:cubicBezTo>
                  <a:pt x="16" y="500"/>
                  <a:pt x="10" y="491"/>
                  <a:pt x="6" y="481"/>
                </a:cubicBezTo>
                <a:cubicBezTo>
                  <a:pt x="2" y="472"/>
                  <a:pt x="0" y="461"/>
                  <a:pt x="0" y="451"/>
                </a:cubicBez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42" name=""/>
          <p:cNvSpPr txBox="1"/>
          <p:nvPr/>
        </p:nvSpPr>
        <p:spPr>
          <a:xfrm>
            <a:off x="666720" y="3273840"/>
            <a:ext cx="683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ファイル</a:t>
            </a:r>
            <a:endParaRPr lang="en-US" sz="1350" b="0" u="none" strike="noStrike">
              <a:solidFill>
                <a:srgbClr val="000000"/>
              </a:solidFill>
              <a:effectLst/>
              <a:uFillTx/>
              <a:latin typeface="游明朝体"/>
            </a:endParaRPr>
          </a:p>
        </p:txBody>
      </p:sp>
      <p:sp>
        <p:nvSpPr>
          <p:cNvPr id="2843" name=""/>
          <p:cNvSpPr/>
          <p:nvPr/>
        </p:nvSpPr>
        <p:spPr>
          <a:xfrm>
            <a:off x="4619520" y="3295440"/>
            <a:ext cx="2200680" cy="190800"/>
          </a:xfrm>
          <a:custGeom>
            <a:avLst/>
            <a:gdLst/>
            <a:ahLst/>
            <a:rect l="0" t="0" r="r" b="b"/>
            <a:pathLst>
              <a:path w="6113" h="530">
                <a:moveTo>
                  <a:pt x="0" y="451"/>
                </a:moveTo>
                <a:lnTo>
                  <a:pt x="0" y="79"/>
                </a:lnTo>
                <a:cubicBezTo>
                  <a:pt x="0" y="69"/>
                  <a:pt x="2" y="59"/>
                  <a:pt x="6" y="49"/>
                </a:cubicBezTo>
                <a:cubicBezTo>
                  <a:pt x="10" y="39"/>
                  <a:pt x="16" y="31"/>
                  <a:pt x="23" y="23"/>
                </a:cubicBezTo>
                <a:cubicBezTo>
                  <a:pt x="30" y="16"/>
                  <a:pt x="39" y="10"/>
                  <a:pt x="49" y="6"/>
                </a:cubicBezTo>
                <a:cubicBezTo>
                  <a:pt x="59" y="2"/>
                  <a:pt x="69" y="0"/>
                  <a:pt x="79" y="0"/>
                </a:cubicBezTo>
                <a:lnTo>
                  <a:pt x="6033" y="0"/>
                </a:lnTo>
                <a:cubicBezTo>
                  <a:pt x="6044" y="0"/>
                  <a:pt x="6054" y="2"/>
                  <a:pt x="6064" y="6"/>
                </a:cubicBezTo>
                <a:cubicBezTo>
                  <a:pt x="6073" y="10"/>
                  <a:pt x="6082" y="16"/>
                  <a:pt x="6089" y="23"/>
                </a:cubicBezTo>
                <a:cubicBezTo>
                  <a:pt x="6097" y="31"/>
                  <a:pt x="6103" y="39"/>
                  <a:pt x="6107" y="49"/>
                </a:cubicBezTo>
                <a:cubicBezTo>
                  <a:pt x="6111" y="59"/>
                  <a:pt x="6113" y="69"/>
                  <a:pt x="6113" y="79"/>
                </a:cubicBezTo>
                <a:lnTo>
                  <a:pt x="6113" y="451"/>
                </a:lnTo>
                <a:cubicBezTo>
                  <a:pt x="6113" y="461"/>
                  <a:pt x="6111" y="472"/>
                  <a:pt x="6107" y="481"/>
                </a:cubicBezTo>
                <a:cubicBezTo>
                  <a:pt x="6103" y="491"/>
                  <a:pt x="6097" y="500"/>
                  <a:pt x="6089" y="507"/>
                </a:cubicBezTo>
                <a:cubicBezTo>
                  <a:pt x="6082" y="514"/>
                  <a:pt x="6073" y="520"/>
                  <a:pt x="6064" y="524"/>
                </a:cubicBezTo>
                <a:cubicBezTo>
                  <a:pt x="6054" y="528"/>
                  <a:pt x="6044" y="530"/>
                  <a:pt x="6033" y="530"/>
                </a:cubicBezTo>
                <a:lnTo>
                  <a:pt x="79" y="530"/>
                </a:lnTo>
                <a:cubicBezTo>
                  <a:pt x="69" y="530"/>
                  <a:pt x="59" y="528"/>
                  <a:pt x="49" y="524"/>
                </a:cubicBezTo>
                <a:cubicBezTo>
                  <a:pt x="39" y="520"/>
                  <a:pt x="30" y="514"/>
                  <a:pt x="23" y="507"/>
                </a:cubicBezTo>
                <a:cubicBezTo>
                  <a:pt x="16" y="500"/>
                  <a:pt x="10" y="491"/>
                  <a:pt x="6" y="481"/>
                </a:cubicBezTo>
                <a:cubicBezTo>
                  <a:pt x="2" y="472"/>
                  <a:pt x="0" y="461"/>
                  <a:pt x="0" y="451"/>
                </a:cubicBezTo>
                <a:close/>
              </a:path>
            </a:pathLst>
          </a:custGeom>
          <a:solidFill>
            <a:srgbClr val="F5F3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44" name=""/>
          <p:cNvSpPr txBox="1"/>
          <p:nvPr/>
        </p:nvSpPr>
        <p:spPr>
          <a:xfrm>
            <a:off x="1657440" y="3307680"/>
            <a:ext cx="1477800" cy="164880"/>
          </a:xfrm>
          <a:prstGeom prst="rect">
            <a:avLst/>
          </a:prstGeom>
          <a:noFill/>
          <a:ln w="0">
            <a:noFill/>
          </a:ln>
        </p:spPr>
        <p:txBody>
          <a:bodyPr wrap="none" lIns="0" tIns="0" rIns="0" bIns="0" anchor="t">
            <a:spAutoFit/>
          </a:bodyPr>
          <a:p>
            <a:pPr/>
            <a:r>
              <a:rPr lang="en-US" sz="1150" b="0" u="none" strike="noStrike">
                <a:solidFill>
                  <a:srgbClr val="4A3AA7"/>
                </a:solidFill>
                <a:effectLst/>
                <a:uFillTx/>
                <a:latin typeface="CourierNew"/>
                <a:ea typeface="CourierNew"/>
              </a:rPr>
              <a:t>rf_hatuden.joblib</a:t>
            </a:r>
            <a:endParaRPr lang="en-US" sz="1150" b="0" u="none" strike="noStrike">
              <a:solidFill>
                <a:srgbClr val="000000"/>
              </a:solidFill>
              <a:effectLst/>
              <a:uFillTx/>
              <a:latin typeface="游明朝体"/>
            </a:endParaRPr>
          </a:p>
        </p:txBody>
      </p:sp>
      <p:sp>
        <p:nvSpPr>
          <p:cNvPr id="2845" name=""/>
          <p:cNvSpPr txBox="1"/>
          <p:nvPr/>
        </p:nvSpPr>
        <p:spPr>
          <a:xfrm>
            <a:off x="4670280" y="3307680"/>
            <a:ext cx="2085840" cy="164880"/>
          </a:xfrm>
          <a:prstGeom prst="rect">
            <a:avLst/>
          </a:prstGeom>
          <a:noFill/>
          <a:ln w="0">
            <a:noFill/>
          </a:ln>
        </p:spPr>
        <p:txBody>
          <a:bodyPr wrap="none" lIns="0" tIns="0" rIns="0" bIns="0" anchor="t">
            <a:spAutoFit/>
          </a:bodyPr>
          <a:p>
            <a:pPr/>
            <a:r>
              <a:rPr lang="en-US" sz="1150" b="0" u="none" strike="noStrike">
                <a:solidFill>
                  <a:srgbClr val="4A3AA7"/>
                </a:solidFill>
                <a:effectLst/>
                <a:uFillTx/>
                <a:latin typeface="CourierNew"/>
                <a:ea typeface="CourierNew"/>
              </a:rPr>
              <a:t>rf_hatuden_no_ssd.joblib</a:t>
            </a:r>
            <a:endParaRPr lang="en-US" sz="1150" b="0" u="none" strike="noStrike">
              <a:solidFill>
                <a:srgbClr val="000000"/>
              </a:solidFill>
              <a:effectLst/>
              <a:uFillTx/>
              <a:latin typeface="游明朝体"/>
            </a:endParaRPr>
          </a:p>
        </p:txBody>
      </p:sp>
      <p:sp>
        <p:nvSpPr>
          <p:cNvPr id="2846" name=""/>
          <p:cNvSpPr txBox="1"/>
          <p:nvPr/>
        </p:nvSpPr>
        <p:spPr>
          <a:xfrm>
            <a:off x="533520" y="3751920"/>
            <a:ext cx="133416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6"/>
                <a:ea typeface="HiraginoSans-W6"/>
              </a:rPr>
              <a:t>並⾏稼働の理由</a:t>
            </a:r>
            <a:endParaRPr lang="en-US" sz="1500" b="0" u="none" strike="noStrike">
              <a:solidFill>
                <a:srgbClr val="000000"/>
              </a:solidFill>
              <a:effectLst/>
              <a:uFillTx/>
              <a:latin typeface="游明朝体"/>
            </a:endParaRPr>
          </a:p>
        </p:txBody>
      </p:sp>
      <p:sp>
        <p:nvSpPr>
          <p:cNvPr id="2847" name=""/>
          <p:cNvSpPr txBox="1"/>
          <p:nvPr/>
        </p:nvSpPr>
        <p:spPr>
          <a:xfrm>
            <a:off x="1866960" y="3742920"/>
            <a:ext cx="5407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 SSD </a:t>
            </a:r>
            <a:endParaRPr lang="en-US" sz="1500" b="0" u="none" strike="noStrike">
              <a:solidFill>
                <a:srgbClr val="000000"/>
              </a:solidFill>
              <a:effectLst/>
              <a:uFillTx/>
              <a:latin typeface="游明朝体"/>
            </a:endParaRPr>
          </a:p>
        </p:txBody>
      </p:sp>
      <p:sp>
        <p:nvSpPr>
          <p:cNvPr id="2848" name=""/>
          <p:cNvSpPr txBox="1"/>
          <p:nvPr/>
        </p:nvSpPr>
        <p:spPr>
          <a:xfrm>
            <a:off x="2406600" y="3751920"/>
            <a:ext cx="3620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予報が晴れ⽇に著しく過⼩評価（翌⽇予報</a:t>
            </a:r>
            <a:endParaRPr lang="en-US" sz="1500" b="0" u="none" strike="noStrike">
              <a:solidFill>
                <a:srgbClr val="000000"/>
              </a:solidFill>
              <a:effectLst/>
              <a:uFillTx/>
              <a:latin typeface="游明朝体"/>
            </a:endParaRPr>
          </a:p>
        </p:txBody>
      </p:sp>
      <p:sp>
        <p:nvSpPr>
          <p:cNvPr id="2849" name=""/>
          <p:cNvSpPr txBox="1"/>
          <p:nvPr/>
        </p:nvSpPr>
        <p:spPr>
          <a:xfrm>
            <a:off x="533520" y="4028760"/>
            <a:ext cx="13269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bias=−7.7h/day</a:t>
            </a:r>
            <a:endParaRPr lang="en-US" sz="1500" b="0" u="none" strike="noStrike">
              <a:solidFill>
                <a:srgbClr val="000000"/>
              </a:solidFill>
              <a:effectLst/>
              <a:uFillTx/>
              <a:latin typeface="游明朝体"/>
            </a:endParaRPr>
          </a:p>
        </p:txBody>
      </p:sp>
      <p:sp>
        <p:nvSpPr>
          <p:cNvPr id="2850" name=""/>
          <p:cNvSpPr txBox="1"/>
          <p:nvPr/>
        </p:nvSpPr>
        <p:spPr>
          <a:xfrm>
            <a:off x="1859400" y="403776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）されており、</a:t>
            </a:r>
            <a:endParaRPr lang="en-US" sz="1500" b="0" u="none" strike="noStrike">
              <a:solidFill>
                <a:srgbClr val="000000"/>
              </a:solidFill>
              <a:effectLst/>
              <a:uFillTx/>
              <a:latin typeface="游明朝体"/>
            </a:endParaRPr>
          </a:p>
        </p:txBody>
      </p:sp>
      <p:sp>
        <p:nvSpPr>
          <p:cNvPr id="2851" name=""/>
          <p:cNvSpPr txBox="1"/>
          <p:nvPr/>
        </p:nvSpPr>
        <p:spPr>
          <a:xfrm>
            <a:off x="3185280" y="4028760"/>
            <a:ext cx="2548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v3 </a:t>
            </a:r>
            <a:endParaRPr lang="en-US" sz="1500" b="0" u="none" strike="noStrike">
              <a:solidFill>
                <a:srgbClr val="000000"/>
              </a:solidFill>
              <a:effectLst/>
              <a:uFillTx/>
              <a:latin typeface="游明朝体"/>
            </a:endParaRPr>
          </a:p>
        </p:txBody>
      </p:sp>
      <p:sp>
        <p:nvSpPr>
          <p:cNvPr id="2852" name=""/>
          <p:cNvSpPr txBox="1"/>
          <p:nvPr/>
        </p:nvSpPr>
        <p:spPr>
          <a:xfrm>
            <a:off x="3439440" y="4037760"/>
            <a:ext cx="3620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の発電量予測を系統的に引き下げている可</a:t>
            </a:r>
            <a:endParaRPr lang="en-US" sz="1500" b="0" u="none" strike="noStrike">
              <a:solidFill>
                <a:srgbClr val="000000"/>
              </a:solidFill>
              <a:effectLst/>
              <a:uFillTx/>
              <a:latin typeface="游明朝体"/>
            </a:endParaRPr>
          </a:p>
        </p:txBody>
      </p:sp>
      <p:sp>
        <p:nvSpPr>
          <p:cNvPr id="2853" name=""/>
          <p:cNvSpPr txBox="1"/>
          <p:nvPr/>
        </p:nvSpPr>
        <p:spPr>
          <a:xfrm>
            <a:off x="533520" y="432324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能性を検証中。</a:t>
            </a:r>
            <a:endParaRPr lang="en-US" sz="1500" b="0" u="none" strike="noStrike">
              <a:solidFill>
                <a:srgbClr val="000000"/>
              </a:solidFill>
              <a:effectLst/>
              <a:uFillTx/>
              <a:latin typeface="游明朝体"/>
            </a:endParaRPr>
          </a:p>
        </p:txBody>
      </p:sp>
      <p:sp>
        <p:nvSpPr>
          <p:cNvPr id="2854" name=""/>
          <p:cNvSpPr txBox="1"/>
          <p:nvPr/>
        </p:nvSpPr>
        <p:spPr>
          <a:xfrm>
            <a:off x="666720" y="4826520"/>
            <a:ext cx="683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天気区分</a:t>
            </a:r>
            <a:endParaRPr lang="en-US" sz="1350" b="0" u="none" strike="noStrike">
              <a:solidFill>
                <a:srgbClr val="000000"/>
              </a:solidFill>
              <a:effectLst/>
              <a:uFillTx/>
              <a:latin typeface="游明朝体"/>
            </a:endParaRPr>
          </a:p>
        </p:txBody>
      </p:sp>
      <p:sp>
        <p:nvSpPr>
          <p:cNvPr id="2855" name=""/>
          <p:cNvSpPr txBox="1"/>
          <p:nvPr/>
        </p:nvSpPr>
        <p:spPr>
          <a:xfrm>
            <a:off x="2855880" y="4818240"/>
            <a:ext cx="61416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 MAE</a:t>
            </a:r>
            <a:endParaRPr lang="en-US" sz="1350" b="0" u="none" strike="noStrike">
              <a:solidFill>
                <a:srgbClr val="000000"/>
              </a:solidFill>
              <a:effectLst/>
              <a:uFillTx/>
              <a:latin typeface="游明朝体"/>
            </a:endParaRPr>
          </a:p>
        </p:txBody>
      </p:sp>
      <p:sp>
        <p:nvSpPr>
          <p:cNvPr id="2856" name=""/>
          <p:cNvSpPr txBox="1"/>
          <p:nvPr/>
        </p:nvSpPr>
        <p:spPr>
          <a:xfrm>
            <a:off x="3472200" y="4826520"/>
            <a:ext cx="683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（翌⽇）</a:t>
            </a:r>
            <a:endParaRPr lang="en-US" sz="1350" b="0" u="none" strike="noStrike">
              <a:solidFill>
                <a:srgbClr val="000000"/>
              </a:solidFill>
              <a:effectLst/>
              <a:uFillTx/>
              <a:latin typeface="游明朝体"/>
            </a:endParaRPr>
          </a:p>
        </p:txBody>
      </p:sp>
      <p:sp>
        <p:nvSpPr>
          <p:cNvPr id="2857" name=""/>
          <p:cNvSpPr txBox="1"/>
          <p:nvPr/>
        </p:nvSpPr>
        <p:spPr>
          <a:xfrm>
            <a:off x="4415040" y="4818240"/>
            <a:ext cx="718560" cy="203040"/>
          </a:xfrm>
          <a:prstGeom prst="rect">
            <a:avLst/>
          </a:prstGeom>
          <a:noFill/>
          <a:ln w="0">
            <a:noFill/>
          </a:ln>
        </p:spPr>
        <p:txBody>
          <a:bodyPr wrap="none" lIns="0" tIns="0" rIns="0" bIns="0" anchor="t">
            <a:spAutoFit/>
          </a:bodyPr>
          <a:p>
            <a:pPr/>
            <a:r>
              <a:rPr lang="en-US" sz="1350" b="1" u="none" strike="noStrike">
                <a:solidFill>
                  <a:srgbClr val="FFFFFF"/>
                </a:solidFill>
                <a:effectLst/>
                <a:uFillTx/>
                <a:latin typeface="HelveticaNeue"/>
                <a:ea typeface="HelveticaNeue"/>
              </a:rPr>
              <a:t>v3b MAE</a:t>
            </a:r>
            <a:endParaRPr lang="en-US" sz="1350" b="0" u="none" strike="noStrike">
              <a:solidFill>
                <a:srgbClr val="000000"/>
              </a:solidFill>
              <a:effectLst/>
              <a:uFillTx/>
              <a:latin typeface="游明朝体"/>
            </a:endParaRPr>
          </a:p>
        </p:txBody>
      </p:sp>
      <p:sp>
        <p:nvSpPr>
          <p:cNvPr id="2858" name=""/>
          <p:cNvSpPr txBox="1"/>
          <p:nvPr/>
        </p:nvSpPr>
        <p:spPr>
          <a:xfrm>
            <a:off x="5136120" y="4826520"/>
            <a:ext cx="683640" cy="171000"/>
          </a:xfrm>
          <a:prstGeom prst="rect">
            <a:avLst/>
          </a:prstGeom>
          <a:noFill/>
          <a:ln w="0">
            <a:noFill/>
          </a:ln>
        </p:spPr>
        <p:txBody>
          <a:bodyPr wrap="none" lIns="0" tIns="0" rIns="0" bIns="0" anchor="t">
            <a:spAutoFit/>
          </a:bodyPr>
          <a:p>
            <a:pPr/>
            <a:r>
              <a:rPr lang="ja-JP" sz="1350" b="1" u="none" strike="noStrike">
                <a:solidFill>
                  <a:srgbClr val="FFFFFF"/>
                </a:solidFill>
                <a:effectLst/>
                <a:uFillTx/>
                <a:latin typeface="HiraginoSans-W6"/>
                <a:ea typeface="HiraginoSans-W6"/>
              </a:rPr>
              <a:t>（翌⽇）</a:t>
            </a:r>
            <a:endParaRPr lang="en-US" sz="1350" b="0" u="none" strike="noStrike">
              <a:solidFill>
                <a:srgbClr val="000000"/>
              </a:solidFill>
              <a:effectLst/>
              <a:uFillTx/>
              <a:latin typeface="游明朝体"/>
            </a:endParaRPr>
          </a:p>
        </p:txBody>
      </p:sp>
      <p:sp>
        <p:nvSpPr>
          <p:cNvPr id="2859" name=""/>
          <p:cNvSpPr txBox="1"/>
          <p:nvPr/>
        </p:nvSpPr>
        <p:spPr>
          <a:xfrm>
            <a:off x="666720" y="5207400"/>
            <a:ext cx="683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晴れ⽇（</a:t>
            </a:r>
            <a:endParaRPr lang="en-US" sz="1350" b="0" u="none" strike="noStrike">
              <a:solidFill>
                <a:srgbClr val="000000"/>
              </a:solidFill>
              <a:effectLst/>
              <a:uFillTx/>
              <a:latin typeface="游明朝体"/>
            </a:endParaRPr>
          </a:p>
        </p:txBody>
      </p:sp>
      <p:sp>
        <p:nvSpPr>
          <p:cNvPr id="2860" name=""/>
          <p:cNvSpPr txBox="1"/>
          <p:nvPr/>
        </p:nvSpPr>
        <p:spPr>
          <a:xfrm>
            <a:off x="1352520" y="5199480"/>
            <a:ext cx="342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2861" name=""/>
          <p:cNvSpPr txBox="1"/>
          <p:nvPr/>
        </p:nvSpPr>
        <p:spPr>
          <a:xfrm>
            <a:off x="1695600" y="520740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実測</a:t>
            </a:r>
            <a:endParaRPr lang="en-US" sz="1350" b="0" u="none" strike="noStrike">
              <a:solidFill>
                <a:srgbClr val="000000"/>
              </a:solidFill>
              <a:effectLst/>
              <a:uFillTx/>
              <a:latin typeface="游明朝体"/>
            </a:endParaRPr>
          </a:p>
        </p:txBody>
      </p:sp>
      <p:sp>
        <p:nvSpPr>
          <p:cNvPr id="2862" name=""/>
          <p:cNvSpPr txBox="1"/>
          <p:nvPr/>
        </p:nvSpPr>
        <p:spPr>
          <a:xfrm>
            <a:off x="2038320" y="5199480"/>
            <a:ext cx="3877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 ≥ 5h</a:t>
            </a:r>
            <a:endParaRPr lang="en-US" sz="1350" b="0" u="none" strike="noStrike">
              <a:solidFill>
                <a:srgbClr val="000000"/>
              </a:solidFill>
              <a:effectLst/>
              <a:uFillTx/>
              <a:latin typeface="游明朝体"/>
            </a:endParaRPr>
          </a:p>
        </p:txBody>
      </p:sp>
      <p:sp>
        <p:nvSpPr>
          <p:cNvPr id="2863" name=""/>
          <p:cNvSpPr txBox="1"/>
          <p:nvPr/>
        </p:nvSpPr>
        <p:spPr>
          <a:xfrm>
            <a:off x="2427120" y="520740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864" name=""/>
          <p:cNvSpPr txBox="1"/>
          <p:nvPr/>
        </p:nvSpPr>
        <p:spPr>
          <a:xfrm>
            <a:off x="2855880" y="5199480"/>
            <a:ext cx="740520" cy="203040"/>
          </a:xfrm>
          <a:prstGeom prst="rect">
            <a:avLst/>
          </a:prstGeom>
          <a:noFill/>
          <a:ln w="0">
            <a:noFill/>
          </a:ln>
        </p:spPr>
        <p:txBody>
          <a:bodyPr wrap="none" lIns="0" tIns="0" rIns="0" bIns="0" anchor="t">
            <a:spAutoFit/>
          </a:bodyPr>
          <a:p>
            <a:pPr/>
            <a:r>
              <a:rPr lang="en-US" sz="1350" b="1" u="none" strike="noStrike">
                <a:solidFill>
                  <a:srgbClr val="E34948"/>
                </a:solidFill>
                <a:effectLst/>
                <a:uFillTx/>
                <a:latin typeface="HelveticaNeue"/>
                <a:ea typeface="HelveticaNeue"/>
              </a:rPr>
              <a:t>3.68 kWh</a:t>
            </a:r>
            <a:endParaRPr lang="en-US" sz="1350" b="0" u="none" strike="noStrike">
              <a:solidFill>
                <a:srgbClr val="000000"/>
              </a:solidFill>
              <a:effectLst/>
              <a:uFillTx/>
              <a:latin typeface="游明朝体"/>
            </a:endParaRPr>
          </a:p>
        </p:txBody>
      </p:sp>
      <p:sp>
        <p:nvSpPr>
          <p:cNvPr id="2865" name=""/>
          <p:cNvSpPr txBox="1"/>
          <p:nvPr/>
        </p:nvSpPr>
        <p:spPr>
          <a:xfrm>
            <a:off x="4415040" y="5199480"/>
            <a:ext cx="74052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1.73 kWh</a:t>
            </a:r>
            <a:endParaRPr lang="en-US" sz="1350" b="0" u="none" strike="noStrike">
              <a:solidFill>
                <a:srgbClr val="000000"/>
              </a:solidFill>
              <a:effectLst/>
              <a:uFillTx/>
              <a:latin typeface="游明朝体"/>
            </a:endParaRPr>
          </a:p>
        </p:txBody>
      </p:sp>
      <p:sp>
        <p:nvSpPr>
          <p:cNvPr id="2866" name=""/>
          <p:cNvSpPr txBox="1"/>
          <p:nvPr/>
        </p:nvSpPr>
        <p:spPr>
          <a:xfrm>
            <a:off x="666720" y="5588280"/>
            <a:ext cx="68364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曇り⽇（</a:t>
            </a:r>
            <a:endParaRPr lang="en-US" sz="1350" b="0" u="none" strike="noStrike">
              <a:solidFill>
                <a:srgbClr val="000000"/>
              </a:solidFill>
              <a:effectLst/>
              <a:uFillTx/>
              <a:latin typeface="游明朝体"/>
            </a:endParaRPr>
          </a:p>
        </p:txBody>
      </p:sp>
      <p:sp>
        <p:nvSpPr>
          <p:cNvPr id="2867" name=""/>
          <p:cNvSpPr txBox="1"/>
          <p:nvPr/>
        </p:nvSpPr>
        <p:spPr>
          <a:xfrm>
            <a:off x="1352520" y="5580360"/>
            <a:ext cx="3420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SSD</a:t>
            </a:r>
            <a:endParaRPr lang="en-US" sz="1350" b="0" u="none" strike="noStrike">
              <a:solidFill>
                <a:srgbClr val="000000"/>
              </a:solidFill>
              <a:effectLst/>
              <a:uFillTx/>
              <a:latin typeface="游明朝体"/>
            </a:endParaRPr>
          </a:p>
        </p:txBody>
      </p:sp>
      <p:sp>
        <p:nvSpPr>
          <p:cNvPr id="2868" name=""/>
          <p:cNvSpPr txBox="1"/>
          <p:nvPr/>
        </p:nvSpPr>
        <p:spPr>
          <a:xfrm>
            <a:off x="1695600" y="5588280"/>
            <a:ext cx="34200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実測</a:t>
            </a:r>
            <a:endParaRPr lang="en-US" sz="1350" b="0" u="none" strike="noStrike">
              <a:solidFill>
                <a:srgbClr val="000000"/>
              </a:solidFill>
              <a:effectLst/>
              <a:uFillTx/>
              <a:latin typeface="游明朝体"/>
            </a:endParaRPr>
          </a:p>
        </p:txBody>
      </p:sp>
      <p:sp>
        <p:nvSpPr>
          <p:cNvPr id="2869" name=""/>
          <p:cNvSpPr txBox="1"/>
          <p:nvPr/>
        </p:nvSpPr>
        <p:spPr>
          <a:xfrm>
            <a:off x="2038320" y="5580360"/>
            <a:ext cx="38772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 &lt; 5h</a:t>
            </a:r>
            <a:endParaRPr lang="en-US" sz="1350" b="0" u="none" strike="noStrike">
              <a:solidFill>
                <a:srgbClr val="000000"/>
              </a:solidFill>
              <a:effectLst/>
              <a:uFillTx/>
              <a:latin typeface="游明朝体"/>
            </a:endParaRPr>
          </a:p>
        </p:txBody>
      </p:sp>
      <p:sp>
        <p:nvSpPr>
          <p:cNvPr id="2870" name=""/>
          <p:cNvSpPr txBox="1"/>
          <p:nvPr/>
        </p:nvSpPr>
        <p:spPr>
          <a:xfrm>
            <a:off x="2427120" y="5588280"/>
            <a:ext cx="171360" cy="171000"/>
          </a:xfrm>
          <a:prstGeom prst="rect">
            <a:avLst/>
          </a:prstGeom>
          <a:noFill/>
          <a:ln w="0">
            <a:noFill/>
          </a:ln>
        </p:spPr>
        <p:txBody>
          <a:bodyPr wrap="none" lIns="0" tIns="0" rIns="0" bIns="0" anchor="t">
            <a:spAutoFit/>
          </a:bodyPr>
          <a:p>
            <a:pPr/>
            <a:r>
              <a:rPr lang="ja-JP" sz="1350" b="0" u="none" strike="noStrike">
                <a:solidFill>
                  <a:srgbClr val="1A1A2E"/>
                </a:solidFill>
                <a:effectLst/>
                <a:uFillTx/>
                <a:latin typeface="HiraginoSans-W4"/>
                <a:ea typeface="HiraginoSans-W4"/>
              </a:rPr>
              <a:t>）</a:t>
            </a:r>
            <a:endParaRPr lang="en-US" sz="1350" b="0" u="none" strike="noStrike">
              <a:solidFill>
                <a:srgbClr val="000000"/>
              </a:solidFill>
              <a:effectLst/>
              <a:uFillTx/>
              <a:latin typeface="游明朝体"/>
            </a:endParaRPr>
          </a:p>
        </p:txBody>
      </p:sp>
      <p:sp>
        <p:nvSpPr>
          <p:cNvPr id="2871" name=""/>
          <p:cNvSpPr txBox="1"/>
          <p:nvPr/>
        </p:nvSpPr>
        <p:spPr>
          <a:xfrm>
            <a:off x="2855880" y="5580360"/>
            <a:ext cx="740520" cy="203040"/>
          </a:xfrm>
          <a:prstGeom prst="rect">
            <a:avLst/>
          </a:prstGeom>
          <a:noFill/>
          <a:ln w="0">
            <a:noFill/>
          </a:ln>
        </p:spPr>
        <p:txBody>
          <a:bodyPr wrap="none" lIns="0" tIns="0" rIns="0" bIns="0" anchor="t">
            <a:spAutoFit/>
          </a:bodyPr>
          <a:p>
            <a:pPr/>
            <a:r>
              <a:rPr lang="en-US" sz="1350" b="1" u="none" strike="noStrike">
                <a:solidFill>
                  <a:srgbClr val="EB6834"/>
                </a:solidFill>
                <a:effectLst/>
                <a:uFillTx/>
                <a:latin typeface="HelveticaNeue"/>
                <a:ea typeface="HelveticaNeue"/>
              </a:rPr>
              <a:t>2.61 kWh</a:t>
            </a:r>
            <a:endParaRPr lang="en-US" sz="1350" b="0" u="none" strike="noStrike">
              <a:solidFill>
                <a:srgbClr val="000000"/>
              </a:solidFill>
              <a:effectLst/>
              <a:uFillTx/>
              <a:latin typeface="游明朝体"/>
            </a:endParaRPr>
          </a:p>
        </p:txBody>
      </p:sp>
      <p:sp>
        <p:nvSpPr>
          <p:cNvPr id="2872" name=""/>
          <p:cNvSpPr txBox="1"/>
          <p:nvPr/>
        </p:nvSpPr>
        <p:spPr>
          <a:xfrm>
            <a:off x="4415040" y="5580360"/>
            <a:ext cx="7218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3.22 kWh</a:t>
            </a:r>
            <a:endParaRPr lang="en-US" sz="1350" b="0" u="none" strike="noStrike">
              <a:solidFill>
                <a:srgbClr val="000000"/>
              </a:solidFill>
              <a:effectLst/>
              <a:uFillTx/>
              <a:latin typeface="游明朝体"/>
            </a:endParaRPr>
          </a:p>
        </p:txBody>
      </p:sp>
      <p:sp>
        <p:nvSpPr>
          <p:cNvPr id="2873" name=""/>
          <p:cNvSpPr txBox="1"/>
          <p:nvPr/>
        </p:nvSpPr>
        <p:spPr>
          <a:xfrm>
            <a:off x="8097480" y="1340640"/>
            <a:ext cx="325440" cy="183240"/>
          </a:xfrm>
          <a:prstGeom prst="rect">
            <a:avLst/>
          </a:prstGeom>
          <a:noFill/>
          <a:ln w="0">
            <a:noFill/>
          </a:ln>
        </p:spPr>
        <p:txBody>
          <a:bodyPr wrap="none" lIns="0" tIns="0" rIns="0" bIns="0" anchor="t">
            <a:spAutoFit/>
          </a:bodyPr>
          <a:p>
            <a:pPr/>
            <a:r>
              <a:rPr lang="en-US" sz="1200" b="1" u="none" strike="noStrike">
                <a:solidFill>
                  <a:srgbClr val="2563EB"/>
                </a:solidFill>
                <a:effectLst/>
                <a:uFillTx/>
                <a:latin typeface="HelveticaNeue"/>
                <a:ea typeface="HelveticaNeue"/>
              </a:rPr>
              <a:t>GSR</a:t>
            </a:r>
            <a:endParaRPr lang="en-US" sz="1200" b="0" u="none" strike="noStrike">
              <a:solidFill>
                <a:srgbClr val="000000"/>
              </a:solidFill>
              <a:effectLst/>
              <a:uFillTx/>
              <a:latin typeface="游明朝体"/>
            </a:endParaRPr>
          </a:p>
        </p:txBody>
      </p:sp>
      <p:pic>
        <p:nvPicPr>
          <p:cNvPr id="2874" name=""/>
          <p:cNvPicPr/>
          <p:nvPr/>
        </p:nvPicPr>
        <p:blipFill>
          <a:blip r:embed="rId10"/>
          <a:stretch/>
        </p:blipFill>
        <p:spPr>
          <a:xfrm>
            <a:off x="7296120" y="1714320"/>
            <a:ext cx="4362120" cy="1352160"/>
          </a:xfrm>
          <a:prstGeom prst="rect">
            <a:avLst/>
          </a:prstGeom>
          <a:noFill/>
          <a:ln w="0">
            <a:noFill/>
          </a:ln>
        </p:spPr>
      </p:pic>
      <p:sp>
        <p:nvSpPr>
          <p:cNvPr id="2875" name=""/>
          <p:cNvSpPr txBox="1"/>
          <p:nvPr/>
        </p:nvSpPr>
        <p:spPr>
          <a:xfrm>
            <a:off x="8422200" y="1347840"/>
            <a:ext cx="2439000" cy="153000"/>
          </a:xfrm>
          <a:prstGeom prst="rect">
            <a:avLst/>
          </a:prstGeom>
          <a:noFill/>
          <a:ln w="0">
            <a:noFill/>
          </a:ln>
        </p:spPr>
        <p:txBody>
          <a:bodyPr wrap="none" lIns="0" tIns="0" rIns="0" bIns="0" anchor="t">
            <a:spAutoFit/>
          </a:bodyPr>
          <a:p>
            <a:pPr/>
            <a:r>
              <a:rPr lang="ja-JP" sz="1200" b="1" u="none" strike="noStrike">
                <a:solidFill>
                  <a:srgbClr val="2563EB"/>
                </a:solidFill>
                <a:effectLst/>
                <a:uFillTx/>
                <a:latin typeface="HiraginoSans-W6"/>
                <a:ea typeface="HiraginoSans-W6"/>
              </a:rPr>
              <a:t>（全天⽇射量）の予測と実測の検証</a:t>
            </a:r>
            <a:endParaRPr lang="en-US" sz="1200" b="0" u="none" strike="noStrike">
              <a:solidFill>
                <a:srgbClr val="000000"/>
              </a:solidFill>
              <a:effectLst/>
              <a:uFillTx/>
              <a:latin typeface="游明朝体"/>
            </a:endParaRPr>
          </a:p>
        </p:txBody>
      </p:sp>
      <p:sp>
        <p:nvSpPr>
          <p:cNvPr id="2876" name=""/>
          <p:cNvSpPr txBox="1"/>
          <p:nvPr/>
        </p:nvSpPr>
        <p:spPr>
          <a:xfrm>
            <a:off x="8180640" y="3360240"/>
            <a:ext cx="311400" cy="183240"/>
          </a:xfrm>
          <a:prstGeom prst="rect">
            <a:avLst/>
          </a:prstGeom>
          <a:noFill/>
          <a:ln w="0">
            <a:noFill/>
          </a:ln>
        </p:spPr>
        <p:txBody>
          <a:bodyPr wrap="none" lIns="0" tIns="0" rIns="0" bIns="0" anchor="t">
            <a:spAutoFit/>
          </a:bodyPr>
          <a:p>
            <a:pPr/>
            <a:r>
              <a:rPr lang="en-US" sz="1200" b="1" u="none" strike="noStrike">
                <a:solidFill>
                  <a:srgbClr val="2563EB"/>
                </a:solidFill>
                <a:effectLst/>
                <a:uFillTx/>
                <a:latin typeface="HelveticaNeue"/>
                <a:ea typeface="HelveticaNeue"/>
              </a:rPr>
              <a:t>SSD</a:t>
            </a:r>
            <a:endParaRPr lang="en-US" sz="1200" b="0" u="none" strike="noStrike">
              <a:solidFill>
                <a:srgbClr val="000000"/>
              </a:solidFill>
              <a:effectLst/>
              <a:uFillTx/>
              <a:latin typeface="游明朝体"/>
            </a:endParaRPr>
          </a:p>
        </p:txBody>
      </p:sp>
      <p:pic>
        <p:nvPicPr>
          <p:cNvPr id="2877" name=""/>
          <p:cNvPicPr/>
          <p:nvPr/>
        </p:nvPicPr>
        <p:blipFill>
          <a:blip r:embed="rId11"/>
          <a:stretch/>
        </p:blipFill>
        <p:spPr>
          <a:xfrm>
            <a:off x="7296120" y="3733920"/>
            <a:ext cx="4362120" cy="1352160"/>
          </a:xfrm>
          <a:prstGeom prst="rect">
            <a:avLst/>
          </a:prstGeom>
          <a:noFill/>
          <a:ln w="0">
            <a:noFill/>
          </a:ln>
        </p:spPr>
      </p:pic>
      <p:sp>
        <p:nvSpPr>
          <p:cNvPr id="2878" name=""/>
          <p:cNvSpPr txBox="1"/>
          <p:nvPr/>
        </p:nvSpPr>
        <p:spPr>
          <a:xfrm>
            <a:off x="8491680" y="3367440"/>
            <a:ext cx="2286720" cy="153000"/>
          </a:xfrm>
          <a:prstGeom prst="rect">
            <a:avLst/>
          </a:prstGeom>
          <a:noFill/>
          <a:ln w="0">
            <a:noFill/>
          </a:ln>
        </p:spPr>
        <p:txBody>
          <a:bodyPr wrap="none" lIns="0" tIns="0" rIns="0" bIns="0" anchor="t">
            <a:spAutoFit/>
          </a:bodyPr>
          <a:p>
            <a:pPr/>
            <a:r>
              <a:rPr lang="ja-JP" sz="1200" b="1" u="none" strike="noStrike">
                <a:solidFill>
                  <a:srgbClr val="2563EB"/>
                </a:solidFill>
                <a:effectLst/>
                <a:uFillTx/>
                <a:latin typeface="HiraginoSans-W6"/>
                <a:ea typeface="HiraginoSans-W6"/>
              </a:rPr>
              <a:t>（⽇照時間）の予測と実測の検証</a:t>
            </a:r>
            <a:endParaRPr lang="en-US" sz="1200" b="0" u="none" strike="noStrike">
              <a:solidFill>
                <a:srgbClr val="000000"/>
              </a:solidFill>
              <a:effectLst/>
              <a:uFillTx/>
              <a:latin typeface="游明朝体"/>
            </a:endParaRPr>
          </a:p>
        </p:txBody>
      </p:sp>
      <p:sp>
        <p:nvSpPr>
          <p:cNvPr id="2879" name=""/>
          <p:cNvSpPr txBox="1"/>
          <p:nvPr/>
        </p:nvSpPr>
        <p:spPr>
          <a:xfrm>
            <a:off x="723960" y="6294240"/>
            <a:ext cx="1088208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発電量予測は蓄電池の充電判断にも活⽤（晴天時は太陽光優先、悪天候時は夜間電⼒）。個⼈宅では不要でも、⼤規模な太陽光＋蓄電</a:t>
            </a:r>
            <a:endParaRPr lang="en-US" sz="1430" b="0" u="none" strike="noStrike">
              <a:solidFill>
                <a:srgbClr val="000000"/>
              </a:solidFill>
              <a:effectLst/>
              <a:uFillTx/>
              <a:latin typeface="游明朝体"/>
            </a:endParaRPr>
          </a:p>
        </p:txBody>
      </p:sp>
      <p:sp>
        <p:nvSpPr>
          <p:cNvPr id="2880" name=""/>
          <p:cNvSpPr txBox="1"/>
          <p:nvPr/>
        </p:nvSpPr>
        <p:spPr>
          <a:xfrm>
            <a:off x="723960" y="6561000"/>
            <a:ext cx="235836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池運⽤では有効と考えられる</a:t>
            </a:r>
            <a:endParaRPr lang="en-US" sz="1430" b="0" u="none" strike="noStrike">
              <a:solidFill>
                <a:srgbClr val="000000"/>
              </a:solidFill>
              <a:effectLst/>
              <a:uFillTx/>
              <a:latin typeface="游明朝体"/>
            </a:endParaRPr>
          </a:p>
        </p:txBody>
      </p:sp>
      <p:sp>
        <p:nvSpPr>
          <p:cNvPr id="2881"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18</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8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8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DBEA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85" name=""/>
          <p:cNvSpPr/>
          <p:nvPr/>
        </p:nvSpPr>
        <p:spPr>
          <a:xfrm>
            <a:off x="533160" y="36860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86" name=""/>
          <p:cNvSpPr txBox="1"/>
          <p:nvPr/>
        </p:nvSpPr>
        <p:spPr>
          <a:xfrm>
            <a:off x="533520" y="3169800"/>
            <a:ext cx="4191840" cy="381240"/>
          </a:xfrm>
          <a:prstGeom prst="rect">
            <a:avLst/>
          </a:prstGeom>
          <a:noFill/>
          <a:ln w="0">
            <a:noFill/>
          </a:ln>
        </p:spPr>
        <p:txBody>
          <a:bodyPr wrap="none" lIns="0" tIns="0" rIns="0" bIns="0" anchor="t">
            <a:spAutoFit/>
          </a:bodyPr>
          <a:p>
            <a:pPr/>
            <a:r>
              <a:rPr lang="ja-JP" sz="3000" b="1" u="none" strike="noStrike">
                <a:solidFill>
                  <a:srgbClr val="1E3A8A"/>
                </a:solidFill>
                <a:effectLst/>
                <a:uFillTx/>
                <a:latin typeface="HiraginoSans-W8"/>
                <a:ea typeface="HiraginoSans-W8"/>
              </a:rPr>
              <a:t>バイブコーディングとは</a:t>
            </a:r>
            <a:endParaRPr lang="en-US" sz="300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8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8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0"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91" name=""/>
          <p:cNvSpPr/>
          <p:nvPr/>
        </p:nvSpPr>
        <p:spPr>
          <a:xfrm>
            <a:off x="552240" y="2562120"/>
            <a:ext cx="11106360" cy="1229040"/>
          </a:xfrm>
          <a:custGeom>
            <a:avLst/>
            <a:gdLst/>
            <a:ahLst/>
            <a:rect l="0" t="0" r="r" b="b"/>
            <a:pathLst>
              <a:path w="30851" h="3414">
                <a:moveTo>
                  <a:pt x="0" y="3308"/>
                </a:moveTo>
                <a:lnTo>
                  <a:pt x="0" y="106"/>
                </a:lnTo>
                <a:cubicBezTo>
                  <a:pt x="0" y="92"/>
                  <a:pt x="1" y="78"/>
                  <a:pt x="4" y="65"/>
                </a:cubicBezTo>
                <a:cubicBezTo>
                  <a:pt x="7" y="52"/>
                  <a:pt x="11" y="41"/>
                  <a:pt x="16" y="31"/>
                </a:cubicBezTo>
                <a:cubicBezTo>
                  <a:pt x="21" y="21"/>
                  <a:pt x="26" y="13"/>
                  <a:pt x="33" y="8"/>
                </a:cubicBezTo>
                <a:cubicBezTo>
                  <a:pt x="39" y="2"/>
                  <a:pt x="46" y="0"/>
                  <a:pt x="53" y="0"/>
                </a:cubicBezTo>
                <a:lnTo>
                  <a:pt x="30746" y="0"/>
                </a:lnTo>
                <a:cubicBezTo>
                  <a:pt x="30760" y="0"/>
                  <a:pt x="30773" y="2"/>
                  <a:pt x="30786" y="8"/>
                </a:cubicBezTo>
                <a:cubicBezTo>
                  <a:pt x="30799" y="13"/>
                  <a:pt x="30811" y="21"/>
                  <a:pt x="30820" y="31"/>
                </a:cubicBezTo>
                <a:cubicBezTo>
                  <a:pt x="30830" y="41"/>
                  <a:pt x="30838" y="52"/>
                  <a:pt x="30843" y="65"/>
                </a:cubicBezTo>
                <a:cubicBezTo>
                  <a:pt x="30849" y="78"/>
                  <a:pt x="30851" y="92"/>
                  <a:pt x="30851" y="106"/>
                </a:cubicBezTo>
                <a:lnTo>
                  <a:pt x="30851" y="3308"/>
                </a:lnTo>
                <a:cubicBezTo>
                  <a:pt x="30851" y="3322"/>
                  <a:pt x="30849" y="3336"/>
                  <a:pt x="30843" y="3349"/>
                </a:cubicBezTo>
                <a:cubicBezTo>
                  <a:pt x="30838" y="3362"/>
                  <a:pt x="30830" y="3373"/>
                  <a:pt x="30820" y="3383"/>
                </a:cubicBezTo>
                <a:cubicBezTo>
                  <a:pt x="30811" y="3393"/>
                  <a:pt x="30799" y="3400"/>
                  <a:pt x="30786" y="3406"/>
                </a:cubicBezTo>
                <a:cubicBezTo>
                  <a:pt x="30773" y="3411"/>
                  <a:pt x="30760" y="3414"/>
                  <a:pt x="30746" y="3414"/>
                </a:cubicBezTo>
                <a:lnTo>
                  <a:pt x="53" y="3414"/>
                </a:lnTo>
                <a:cubicBezTo>
                  <a:pt x="46" y="3414"/>
                  <a:pt x="39" y="3411"/>
                  <a:pt x="33" y="3406"/>
                </a:cubicBezTo>
                <a:cubicBezTo>
                  <a:pt x="26" y="3400"/>
                  <a:pt x="21" y="3393"/>
                  <a:pt x="16" y="3383"/>
                </a:cubicBezTo>
                <a:cubicBezTo>
                  <a:pt x="11" y="3373"/>
                  <a:pt x="7" y="3362"/>
                  <a:pt x="4" y="3349"/>
                </a:cubicBezTo>
                <a:cubicBezTo>
                  <a:pt x="1" y="3336"/>
                  <a:pt x="0" y="3322"/>
                  <a:pt x="0" y="3308"/>
                </a:cubicBezTo>
                <a:close/>
              </a:path>
            </a:pathLst>
          </a:custGeom>
          <a:solidFill>
            <a:srgbClr val="F1F5F9"/>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2" name=""/>
          <p:cNvSpPr/>
          <p:nvPr/>
        </p:nvSpPr>
        <p:spPr>
          <a:xfrm>
            <a:off x="533160" y="2562120"/>
            <a:ext cx="38520" cy="1229040"/>
          </a:xfrm>
          <a:custGeom>
            <a:avLst/>
            <a:gdLst/>
            <a:ahLst/>
            <a:rect l="0" t="0" r="r" b="b"/>
            <a:pathLst>
              <a:path w="107" h="3414">
                <a:moveTo>
                  <a:pt x="0" y="0"/>
                </a:moveTo>
                <a:lnTo>
                  <a:pt x="107" y="0"/>
                </a:lnTo>
                <a:lnTo>
                  <a:pt x="107" y="3414"/>
                </a:lnTo>
                <a:lnTo>
                  <a:pt x="0" y="3414"/>
                </a:lnTo>
                <a:lnTo>
                  <a:pt x="0" y="0"/>
                </a:ln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93" name=""/>
          <p:cNvSpPr/>
          <p:nvPr/>
        </p:nvSpPr>
        <p:spPr>
          <a:xfrm>
            <a:off x="552240" y="5229000"/>
            <a:ext cx="11106360" cy="1276920"/>
          </a:xfrm>
          <a:custGeom>
            <a:avLst/>
            <a:gdLst/>
            <a:ahLst/>
            <a:rect l="0" t="0" r="r" b="b"/>
            <a:pathLst>
              <a:path w="30851" h="3547">
                <a:moveTo>
                  <a:pt x="0" y="3547"/>
                </a:moveTo>
                <a:lnTo>
                  <a:pt x="0" y="0"/>
                </a:lnTo>
                <a:lnTo>
                  <a:pt x="30746" y="0"/>
                </a:lnTo>
                <a:cubicBezTo>
                  <a:pt x="30760" y="0"/>
                  <a:pt x="30773" y="3"/>
                  <a:pt x="30786" y="8"/>
                </a:cubicBezTo>
                <a:cubicBezTo>
                  <a:pt x="30799" y="14"/>
                  <a:pt x="30811" y="21"/>
                  <a:pt x="30820" y="31"/>
                </a:cubicBezTo>
                <a:cubicBezTo>
                  <a:pt x="30830" y="41"/>
                  <a:pt x="30838" y="52"/>
                  <a:pt x="30843" y="65"/>
                </a:cubicBezTo>
                <a:cubicBezTo>
                  <a:pt x="30849" y="78"/>
                  <a:pt x="30851" y="92"/>
                  <a:pt x="30851" y="106"/>
                </a:cubicBezTo>
                <a:lnTo>
                  <a:pt x="30851" y="3441"/>
                </a:lnTo>
                <a:cubicBezTo>
                  <a:pt x="30851" y="3455"/>
                  <a:pt x="30849" y="3468"/>
                  <a:pt x="30843" y="3481"/>
                </a:cubicBezTo>
                <a:cubicBezTo>
                  <a:pt x="30838" y="3494"/>
                  <a:pt x="30830" y="3506"/>
                  <a:pt x="30820" y="3516"/>
                </a:cubicBezTo>
                <a:cubicBezTo>
                  <a:pt x="30811" y="3525"/>
                  <a:pt x="30799" y="3533"/>
                  <a:pt x="30786" y="3538"/>
                </a:cubicBezTo>
                <a:cubicBezTo>
                  <a:pt x="30773" y="3544"/>
                  <a:pt x="30760" y="3547"/>
                  <a:pt x="30746" y="3547"/>
                </a:cubicBezTo>
                <a:lnTo>
                  <a:pt x="0" y="3547"/>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894" name=""/>
          <p:cNvSpPr/>
          <p:nvPr/>
        </p:nvSpPr>
        <p:spPr>
          <a:xfrm>
            <a:off x="533160" y="5229000"/>
            <a:ext cx="38520" cy="1276920"/>
          </a:xfrm>
          <a:custGeom>
            <a:avLst/>
            <a:gdLst/>
            <a:ahLst/>
            <a:rect l="0" t="0" r="r" b="b"/>
            <a:pathLst>
              <a:path w="107" h="3547">
                <a:moveTo>
                  <a:pt x="0" y="0"/>
                </a:moveTo>
                <a:lnTo>
                  <a:pt x="107" y="0"/>
                </a:lnTo>
                <a:lnTo>
                  <a:pt x="107" y="3547"/>
                </a:lnTo>
                <a:lnTo>
                  <a:pt x="0" y="3547"/>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95" name=""/>
          <p:cNvSpPr txBox="1"/>
          <p:nvPr/>
        </p:nvSpPr>
        <p:spPr>
          <a:xfrm>
            <a:off x="533520" y="493560"/>
            <a:ext cx="38160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a:t>
            </a:r>
            <a:endParaRPr lang="en-US" sz="3000" b="0" u="none" strike="noStrike">
              <a:solidFill>
                <a:srgbClr val="000000"/>
              </a:solidFill>
              <a:effectLst/>
              <a:uFillTx/>
              <a:latin typeface="游明朝体"/>
            </a:endParaRPr>
          </a:p>
        </p:txBody>
      </p:sp>
      <p:sp>
        <p:nvSpPr>
          <p:cNvPr id="2896" name=""/>
          <p:cNvSpPr txBox="1"/>
          <p:nvPr/>
        </p:nvSpPr>
        <p:spPr>
          <a:xfrm>
            <a:off x="914400" y="475560"/>
            <a:ext cx="209592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vibe coding</a:t>
            </a:r>
            <a:endParaRPr lang="en-US" sz="3000" b="0" u="none" strike="noStrike">
              <a:solidFill>
                <a:srgbClr val="000000"/>
              </a:solidFill>
              <a:effectLst/>
              <a:uFillTx/>
              <a:latin typeface="游明朝体"/>
            </a:endParaRPr>
          </a:p>
        </p:txBody>
      </p:sp>
      <p:sp>
        <p:nvSpPr>
          <p:cNvPr id="2897" name=""/>
          <p:cNvSpPr/>
          <p:nvPr/>
        </p:nvSpPr>
        <p:spPr>
          <a:xfrm>
            <a:off x="618840" y="1428480"/>
            <a:ext cx="57600" cy="57600"/>
          </a:xfrm>
          <a:custGeom>
            <a:avLst/>
            <a:gdLst/>
            <a:ahLst/>
            <a:rect l="0" t="0" r="r" b="b"/>
            <a:pathLst>
              <a:path w="160" h="160">
                <a:moveTo>
                  <a:pt x="160" y="81"/>
                </a:moveTo>
                <a:cubicBezTo>
                  <a:pt x="160" y="91"/>
                  <a:pt x="158" y="101"/>
                  <a:pt x="154" y="111"/>
                </a:cubicBezTo>
                <a:cubicBezTo>
                  <a:pt x="150" y="121"/>
                  <a:pt x="144" y="129"/>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29"/>
                  <a:pt x="10" y="121"/>
                  <a:pt x="6" y="111"/>
                </a:cubicBezTo>
                <a:cubicBezTo>
                  <a:pt x="2" y="101"/>
                  <a:pt x="0" y="91"/>
                  <a:pt x="0" y="81"/>
                </a:cubicBezTo>
                <a:cubicBezTo>
                  <a:pt x="0" y="70"/>
                  <a:pt x="2" y="59"/>
                  <a:pt x="6" y="49"/>
                </a:cubicBezTo>
                <a:cubicBezTo>
                  <a:pt x="10" y="40"/>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40"/>
                  <a:pt x="154" y="49"/>
                </a:cubicBezTo>
                <a:cubicBezTo>
                  <a:pt x="158" y="59"/>
                  <a:pt x="160" y="70"/>
                  <a:pt x="160"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898" name=""/>
          <p:cNvSpPr txBox="1"/>
          <p:nvPr/>
        </p:nvSpPr>
        <p:spPr>
          <a:xfrm>
            <a:off x="3009600" y="493560"/>
            <a:ext cx="342972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」という⾔葉の由来</a:t>
            </a:r>
            <a:endParaRPr lang="en-US" sz="3000" b="0" u="none" strike="noStrike">
              <a:solidFill>
                <a:srgbClr val="000000"/>
              </a:solidFill>
              <a:effectLst/>
              <a:uFillTx/>
              <a:latin typeface="游明朝体"/>
            </a:endParaRPr>
          </a:p>
        </p:txBody>
      </p:sp>
      <p:sp>
        <p:nvSpPr>
          <p:cNvPr id="2899" name=""/>
          <p:cNvSpPr txBox="1"/>
          <p:nvPr/>
        </p:nvSpPr>
        <p:spPr>
          <a:xfrm>
            <a:off x="799920" y="1333080"/>
            <a:ext cx="42444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2025</a:t>
            </a:r>
            <a:endParaRPr lang="en-US" sz="1500" b="0" u="none" strike="noStrike">
              <a:solidFill>
                <a:srgbClr val="000000"/>
              </a:solidFill>
              <a:effectLst/>
              <a:uFillTx/>
              <a:latin typeface="游明朝体"/>
            </a:endParaRPr>
          </a:p>
        </p:txBody>
      </p:sp>
      <p:sp>
        <p:nvSpPr>
          <p:cNvPr id="2900" name=""/>
          <p:cNvSpPr txBox="1"/>
          <p:nvPr/>
        </p:nvSpPr>
        <p:spPr>
          <a:xfrm>
            <a:off x="1223640" y="134208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年</a:t>
            </a:r>
            <a:endParaRPr lang="en-US" sz="1500" b="0" u="none" strike="noStrike">
              <a:solidFill>
                <a:srgbClr val="000000"/>
              </a:solidFill>
              <a:effectLst/>
              <a:uFillTx/>
              <a:latin typeface="游明朝体"/>
            </a:endParaRPr>
          </a:p>
        </p:txBody>
      </p:sp>
      <p:sp>
        <p:nvSpPr>
          <p:cNvPr id="2901" name=""/>
          <p:cNvSpPr txBox="1"/>
          <p:nvPr/>
        </p:nvSpPr>
        <p:spPr>
          <a:xfrm>
            <a:off x="1414440" y="13330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2</a:t>
            </a:r>
            <a:endParaRPr lang="en-US" sz="1500" b="0" u="none" strike="noStrike">
              <a:solidFill>
                <a:srgbClr val="000000"/>
              </a:solidFill>
              <a:effectLst/>
              <a:uFillTx/>
              <a:latin typeface="游明朝体"/>
            </a:endParaRPr>
          </a:p>
        </p:txBody>
      </p:sp>
      <p:sp>
        <p:nvSpPr>
          <p:cNvPr id="2902" name=""/>
          <p:cNvSpPr txBox="1"/>
          <p:nvPr/>
        </p:nvSpPr>
        <p:spPr>
          <a:xfrm>
            <a:off x="1520280" y="134208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a:t>
            </a:r>
            <a:endParaRPr lang="en-US" sz="1500" b="0" u="none" strike="noStrike">
              <a:solidFill>
                <a:srgbClr val="000000"/>
              </a:solidFill>
              <a:effectLst/>
              <a:uFillTx/>
              <a:latin typeface="游明朝体"/>
            </a:endParaRPr>
          </a:p>
        </p:txBody>
      </p:sp>
      <p:sp>
        <p:nvSpPr>
          <p:cNvPr id="2903" name=""/>
          <p:cNvSpPr txBox="1"/>
          <p:nvPr/>
        </p:nvSpPr>
        <p:spPr>
          <a:xfrm>
            <a:off x="1901160" y="13330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904" name=""/>
          <p:cNvSpPr txBox="1"/>
          <p:nvPr/>
        </p:nvSpPr>
        <p:spPr>
          <a:xfrm>
            <a:off x="2073960" y="1342080"/>
            <a:ext cx="3239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研究者アンドレイ・カルパシー⽒（元</a:t>
            </a:r>
            <a:endParaRPr lang="en-US" sz="1500" b="0" u="none" strike="noStrike">
              <a:solidFill>
                <a:srgbClr val="000000"/>
              </a:solidFill>
              <a:effectLst/>
              <a:uFillTx/>
              <a:latin typeface="游明朝体"/>
            </a:endParaRPr>
          </a:p>
        </p:txBody>
      </p:sp>
      <p:sp>
        <p:nvSpPr>
          <p:cNvPr id="2905" name=""/>
          <p:cNvSpPr txBox="1"/>
          <p:nvPr/>
        </p:nvSpPr>
        <p:spPr>
          <a:xfrm>
            <a:off x="5306760" y="1333080"/>
            <a:ext cx="6778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Tesla AI</a:t>
            </a:r>
            <a:endParaRPr lang="en-US" sz="1500" b="0" u="none" strike="noStrike">
              <a:solidFill>
                <a:srgbClr val="000000"/>
              </a:solidFill>
              <a:effectLst/>
              <a:uFillTx/>
              <a:latin typeface="游明朝体"/>
            </a:endParaRPr>
          </a:p>
        </p:txBody>
      </p:sp>
      <p:sp>
        <p:nvSpPr>
          <p:cNvPr id="2906" name=""/>
          <p:cNvSpPr txBox="1"/>
          <p:nvPr/>
        </p:nvSpPr>
        <p:spPr>
          <a:xfrm>
            <a:off x="5962680" y="134208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責任者・</a:t>
            </a:r>
            <a:endParaRPr lang="en-US" sz="1500" b="0" u="none" strike="noStrike">
              <a:solidFill>
                <a:srgbClr val="000000"/>
              </a:solidFill>
              <a:effectLst/>
              <a:uFillTx/>
              <a:latin typeface="游明朝体"/>
            </a:endParaRPr>
          </a:p>
        </p:txBody>
      </p:sp>
      <p:sp>
        <p:nvSpPr>
          <p:cNvPr id="2907" name=""/>
          <p:cNvSpPr txBox="1"/>
          <p:nvPr/>
        </p:nvSpPr>
        <p:spPr>
          <a:xfrm>
            <a:off x="6724800" y="1333080"/>
            <a:ext cx="63936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OpenAI</a:t>
            </a:r>
            <a:endParaRPr lang="en-US" sz="1500" b="0" u="none" strike="noStrike">
              <a:solidFill>
                <a:srgbClr val="000000"/>
              </a:solidFill>
              <a:effectLst/>
              <a:uFillTx/>
              <a:latin typeface="游明朝体"/>
            </a:endParaRPr>
          </a:p>
        </p:txBody>
      </p:sp>
      <p:sp>
        <p:nvSpPr>
          <p:cNvPr id="2908" name=""/>
          <p:cNvSpPr txBox="1"/>
          <p:nvPr/>
        </p:nvSpPr>
        <p:spPr>
          <a:xfrm>
            <a:off x="7363440" y="1342080"/>
            <a:ext cx="1334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共同創業者）が</a:t>
            </a:r>
            <a:endParaRPr lang="en-US" sz="1500" b="0" u="none" strike="noStrike">
              <a:solidFill>
                <a:srgbClr val="000000"/>
              </a:solidFill>
              <a:effectLst/>
              <a:uFillTx/>
              <a:latin typeface="游明朝体"/>
            </a:endParaRPr>
          </a:p>
        </p:txBody>
      </p:sp>
      <p:sp>
        <p:nvSpPr>
          <p:cNvPr id="2909" name=""/>
          <p:cNvSpPr txBox="1"/>
          <p:nvPr/>
        </p:nvSpPr>
        <p:spPr>
          <a:xfrm>
            <a:off x="8697240" y="13330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X</a:t>
            </a:r>
            <a:endParaRPr lang="en-US" sz="1500" b="0" u="none" strike="noStrike">
              <a:solidFill>
                <a:srgbClr val="000000"/>
              </a:solidFill>
              <a:effectLst/>
              <a:uFillTx/>
              <a:latin typeface="游明朝体"/>
            </a:endParaRPr>
          </a:p>
        </p:txBody>
      </p:sp>
      <p:sp>
        <p:nvSpPr>
          <p:cNvPr id="2910" name=""/>
          <p:cNvSpPr/>
          <p:nvPr/>
        </p:nvSpPr>
        <p:spPr>
          <a:xfrm>
            <a:off x="618840" y="1828440"/>
            <a:ext cx="57600" cy="57600"/>
          </a:xfrm>
          <a:custGeom>
            <a:avLst/>
            <a:gdLst/>
            <a:ahLst/>
            <a:rect l="0" t="0" r="r" b="b"/>
            <a:pathLst>
              <a:path w="160" h="160">
                <a:moveTo>
                  <a:pt x="160" y="81"/>
                </a:moveTo>
                <a:cubicBezTo>
                  <a:pt x="160" y="91"/>
                  <a:pt x="158" y="102"/>
                  <a:pt x="154" y="111"/>
                </a:cubicBezTo>
                <a:cubicBezTo>
                  <a:pt x="150" y="121"/>
                  <a:pt x="144" y="130"/>
                  <a:pt x="137" y="137"/>
                </a:cubicBezTo>
                <a:cubicBezTo>
                  <a:pt x="129" y="144"/>
                  <a:pt x="121" y="150"/>
                  <a:pt x="111" y="154"/>
                </a:cubicBezTo>
                <a:cubicBezTo>
                  <a:pt x="101" y="158"/>
                  <a:pt x="90" y="160"/>
                  <a:pt x="80" y="160"/>
                </a:cubicBezTo>
                <a:cubicBezTo>
                  <a:pt x="69" y="160"/>
                  <a:pt x="59" y="158"/>
                  <a:pt x="49" y="154"/>
                </a:cubicBezTo>
                <a:cubicBezTo>
                  <a:pt x="40" y="150"/>
                  <a:pt x="31" y="144"/>
                  <a:pt x="24" y="137"/>
                </a:cubicBezTo>
                <a:cubicBezTo>
                  <a:pt x="16" y="130"/>
                  <a:pt x="10" y="121"/>
                  <a:pt x="6" y="111"/>
                </a:cubicBezTo>
                <a:cubicBezTo>
                  <a:pt x="2" y="102"/>
                  <a:pt x="0" y="91"/>
                  <a:pt x="0" y="81"/>
                </a:cubicBezTo>
                <a:cubicBezTo>
                  <a:pt x="0" y="70"/>
                  <a:pt x="2" y="60"/>
                  <a:pt x="6" y="49"/>
                </a:cubicBezTo>
                <a:cubicBezTo>
                  <a:pt x="10" y="40"/>
                  <a:pt x="16" y="31"/>
                  <a:pt x="24" y="24"/>
                </a:cubicBezTo>
                <a:cubicBezTo>
                  <a:pt x="31" y="16"/>
                  <a:pt x="40" y="11"/>
                  <a:pt x="49" y="7"/>
                </a:cubicBezTo>
                <a:cubicBezTo>
                  <a:pt x="59" y="3"/>
                  <a:pt x="69" y="0"/>
                  <a:pt x="80" y="0"/>
                </a:cubicBezTo>
                <a:cubicBezTo>
                  <a:pt x="90" y="0"/>
                  <a:pt x="101" y="3"/>
                  <a:pt x="111" y="7"/>
                </a:cubicBezTo>
                <a:cubicBezTo>
                  <a:pt x="121" y="11"/>
                  <a:pt x="129" y="16"/>
                  <a:pt x="137" y="24"/>
                </a:cubicBezTo>
                <a:cubicBezTo>
                  <a:pt x="144" y="31"/>
                  <a:pt x="150" y="40"/>
                  <a:pt x="154" y="49"/>
                </a:cubicBezTo>
                <a:cubicBezTo>
                  <a:pt x="158" y="60"/>
                  <a:pt x="160" y="70"/>
                  <a:pt x="160"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11" name=""/>
          <p:cNvSpPr txBox="1"/>
          <p:nvPr/>
        </p:nvSpPr>
        <p:spPr>
          <a:xfrm>
            <a:off x="8813520" y="1342080"/>
            <a:ext cx="572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で提唱</a:t>
            </a:r>
            <a:endParaRPr lang="en-US" sz="1500" b="0" u="none" strike="noStrike">
              <a:solidFill>
                <a:srgbClr val="000000"/>
              </a:solidFill>
              <a:effectLst/>
              <a:uFillTx/>
              <a:latin typeface="游明朝体"/>
            </a:endParaRPr>
          </a:p>
        </p:txBody>
      </p:sp>
      <p:sp>
        <p:nvSpPr>
          <p:cNvPr id="2912" name=""/>
          <p:cNvSpPr txBox="1"/>
          <p:nvPr/>
        </p:nvSpPr>
        <p:spPr>
          <a:xfrm>
            <a:off x="799920" y="1742040"/>
            <a:ext cx="10859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⽇本語では「感覚駆動開発」「ノリ駆動開発」と訳されることもあり、字⾯だけ⾒ると軽い⾔葉に映るが、実際は</a:t>
            </a:r>
            <a:r>
              <a:rPr lang="ja-JP" sz="1500" b="1" u="none" strike="noStrike">
                <a:solidFill>
                  <a:srgbClr val="EB6834"/>
                </a:solidFill>
                <a:effectLst/>
                <a:uFillTx/>
                <a:latin typeface="HiraginoSans-W6"/>
                <a:ea typeface="HiraginoSans-W6"/>
              </a:rPr>
              <a:t>個⼈開発・プ</a:t>
            </a:r>
            <a:endParaRPr lang="en-US" sz="1500" b="0" u="none" strike="noStrike">
              <a:solidFill>
                <a:srgbClr val="000000"/>
              </a:solidFill>
              <a:effectLst/>
              <a:uFillTx/>
              <a:latin typeface="游明朝体"/>
            </a:endParaRPr>
          </a:p>
        </p:txBody>
      </p:sp>
      <p:sp>
        <p:nvSpPr>
          <p:cNvPr id="2913" name=""/>
          <p:cNvSpPr txBox="1"/>
          <p:nvPr/>
        </p:nvSpPr>
        <p:spPr>
          <a:xfrm>
            <a:off x="799920" y="2094480"/>
            <a:ext cx="4382280" cy="191160"/>
          </a:xfrm>
          <a:prstGeom prst="rect">
            <a:avLst/>
          </a:prstGeom>
          <a:noFill/>
          <a:ln w="0">
            <a:noFill/>
          </a:ln>
        </p:spPr>
        <p:txBody>
          <a:bodyPr wrap="none" lIns="0" tIns="0" rIns="0" bIns="0" anchor="t">
            <a:spAutoFit/>
          </a:bodyPr>
          <a:p>
            <a:pPr/>
            <a:r>
              <a:rPr lang="ja-JP" sz="1500" b="1" u="none" strike="noStrike">
                <a:solidFill>
                  <a:srgbClr val="EB6834"/>
                </a:solidFill>
                <a:effectLst/>
                <a:uFillTx/>
                <a:latin typeface="HiraginoSans-W6"/>
                <a:ea typeface="HiraginoSans-W6"/>
              </a:rPr>
              <a:t>ロトタイピングに特化した開発スタイル</a:t>
            </a:r>
            <a:r>
              <a:rPr lang="ja-JP" sz="1500" b="0" u="none" strike="noStrike">
                <a:solidFill>
                  <a:srgbClr val="1A1A2E"/>
                </a:solidFill>
                <a:effectLst/>
                <a:uFillTx/>
                <a:latin typeface="HiraginoSans-W4"/>
                <a:ea typeface="HiraginoSans-W4"/>
              </a:rPr>
              <a:t>を指す⾔葉</a:t>
            </a:r>
            <a:endParaRPr lang="en-US" sz="1500" b="0" u="none" strike="noStrike">
              <a:solidFill>
                <a:srgbClr val="000000"/>
              </a:solidFill>
              <a:effectLst/>
              <a:uFillTx/>
              <a:latin typeface="游明朝体"/>
            </a:endParaRPr>
          </a:p>
        </p:txBody>
      </p:sp>
      <p:sp>
        <p:nvSpPr>
          <p:cNvPr id="2914" name=""/>
          <p:cNvSpPr txBox="1"/>
          <p:nvPr/>
        </p:nvSpPr>
        <p:spPr>
          <a:xfrm>
            <a:off x="762120" y="2741760"/>
            <a:ext cx="10600920" cy="20304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"There's a new kind of coding I call </a:t>
            </a:r>
            <a:r>
              <a:rPr lang="en-US" sz="1350" b="1" u="none" strike="noStrike">
                <a:solidFill>
                  <a:srgbClr val="EB6834"/>
                </a:solidFill>
                <a:effectLst/>
                <a:uFillTx/>
                <a:latin typeface="HelveticaNeue"/>
                <a:ea typeface="HelveticaNeue"/>
              </a:rPr>
              <a:t>'vibe coding'</a:t>
            </a:r>
            <a:r>
              <a:rPr lang="en-US" sz="1350" b="0" u="none" strike="noStrike">
                <a:solidFill>
                  <a:srgbClr val="1A1A2E"/>
                </a:solidFill>
                <a:effectLst/>
                <a:uFillTx/>
                <a:latin typeface="HelveticaNeue"/>
                <a:ea typeface="HelveticaNeue"/>
              </a:rPr>
              <a:t>, where you fully give in to the vibes, embrace exponentials, and forget that the code even</a:t>
            </a:r>
            <a:endParaRPr lang="en-US" sz="1350" b="0" u="none" strike="noStrike">
              <a:solidFill>
                <a:srgbClr val="000000"/>
              </a:solidFill>
              <a:effectLst/>
              <a:uFillTx/>
              <a:latin typeface="游明朝体"/>
            </a:endParaRPr>
          </a:p>
        </p:txBody>
      </p:sp>
      <p:sp>
        <p:nvSpPr>
          <p:cNvPr id="2915" name=""/>
          <p:cNvSpPr txBox="1"/>
          <p:nvPr/>
        </p:nvSpPr>
        <p:spPr>
          <a:xfrm>
            <a:off x="762120" y="2999160"/>
            <a:ext cx="463140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exists. [...] It's not too bad for throwaway weekend projects."</a:t>
            </a:r>
            <a:endParaRPr lang="en-US" sz="1350" b="0" u="none" strike="noStrike">
              <a:solidFill>
                <a:srgbClr val="000000"/>
              </a:solidFill>
              <a:effectLst/>
              <a:uFillTx/>
              <a:latin typeface="游明朝体"/>
            </a:endParaRPr>
          </a:p>
        </p:txBody>
      </p:sp>
      <p:sp>
        <p:nvSpPr>
          <p:cNvPr id="2916" name=""/>
          <p:cNvSpPr/>
          <p:nvPr/>
        </p:nvSpPr>
        <p:spPr>
          <a:xfrm>
            <a:off x="618840" y="4143240"/>
            <a:ext cx="57600" cy="57600"/>
          </a:xfrm>
          <a:custGeom>
            <a:avLst/>
            <a:gdLst/>
            <a:ahLst/>
            <a:rect l="0" t="0" r="r" b="b"/>
            <a:pathLst>
              <a:path w="160" h="160">
                <a:moveTo>
                  <a:pt x="160" y="79"/>
                </a:moveTo>
                <a:cubicBezTo>
                  <a:pt x="160" y="90"/>
                  <a:pt x="158" y="100"/>
                  <a:pt x="154" y="111"/>
                </a:cubicBezTo>
                <a:cubicBezTo>
                  <a:pt x="150" y="120"/>
                  <a:pt x="144" y="129"/>
                  <a:pt x="137" y="136"/>
                </a:cubicBezTo>
                <a:cubicBezTo>
                  <a:pt x="129" y="144"/>
                  <a:pt x="121" y="150"/>
                  <a:pt x="111" y="154"/>
                </a:cubicBezTo>
                <a:cubicBezTo>
                  <a:pt x="101" y="158"/>
                  <a:pt x="90" y="160"/>
                  <a:pt x="80" y="160"/>
                </a:cubicBezTo>
                <a:cubicBezTo>
                  <a:pt x="69" y="160"/>
                  <a:pt x="59" y="158"/>
                  <a:pt x="49" y="154"/>
                </a:cubicBezTo>
                <a:cubicBezTo>
                  <a:pt x="40" y="150"/>
                  <a:pt x="31" y="144"/>
                  <a:pt x="24" y="136"/>
                </a:cubicBezTo>
                <a:cubicBezTo>
                  <a:pt x="16" y="129"/>
                  <a:pt x="10" y="120"/>
                  <a:pt x="6" y="111"/>
                </a:cubicBezTo>
                <a:cubicBezTo>
                  <a:pt x="2" y="100"/>
                  <a:pt x="0" y="90"/>
                  <a:pt x="0" y="79"/>
                </a:cubicBezTo>
                <a:cubicBezTo>
                  <a:pt x="0" y="69"/>
                  <a:pt x="2" y="59"/>
                  <a:pt x="6" y="49"/>
                </a:cubicBezTo>
                <a:cubicBezTo>
                  <a:pt x="10" y="39"/>
                  <a:pt x="16" y="31"/>
                  <a:pt x="24" y="23"/>
                </a:cubicBezTo>
                <a:cubicBezTo>
                  <a:pt x="31" y="16"/>
                  <a:pt x="40" y="10"/>
                  <a:pt x="49" y="6"/>
                </a:cubicBezTo>
                <a:cubicBezTo>
                  <a:pt x="59" y="2"/>
                  <a:pt x="69" y="0"/>
                  <a:pt x="80" y="0"/>
                </a:cubicBezTo>
                <a:cubicBezTo>
                  <a:pt x="90" y="0"/>
                  <a:pt x="101" y="2"/>
                  <a:pt x="111" y="6"/>
                </a:cubicBezTo>
                <a:cubicBezTo>
                  <a:pt x="121" y="10"/>
                  <a:pt x="129" y="16"/>
                  <a:pt x="137" y="23"/>
                </a:cubicBezTo>
                <a:cubicBezTo>
                  <a:pt x="144" y="31"/>
                  <a:pt x="150" y="39"/>
                  <a:pt x="154" y="49"/>
                </a:cubicBezTo>
                <a:cubicBezTo>
                  <a:pt x="158" y="59"/>
                  <a:pt x="160" y="69"/>
                  <a:pt x="160"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17" name=""/>
          <p:cNvSpPr txBox="1"/>
          <p:nvPr/>
        </p:nvSpPr>
        <p:spPr>
          <a:xfrm>
            <a:off x="762120" y="3256200"/>
            <a:ext cx="2267640" cy="200160"/>
          </a:xfrm>
          <a:prstGeom prst="rect">
            <a:avLst/>
          </a:prstGeom>
          <a:noFill/>
          <a:ln w="0">
            <a:noFill/>
          </a:ln>
        </p:spPr>
        <p:txBody>
          <a:bodyPr wrap="none" lIns="0" tIns="0" rIns="0" bIns="0" anchor="t">
            <a:spAutoFit/>
          </a:bodyPr>
          <a:p>
            <a:pPr/>
            <a:r>
              <a:rPr lang="en-US" sz="1350" b="0" u="none" strike="noStrike">
                <a:solidFill>
                  <a:srgbClr val="1A1A2E"/>
                </a:solidFill>
                <a:effectLst/>
                <a:uFillTx/>
                <a:latin typeface="HelveticaNeue"/>
                <a:ea typeface="HelveticaNeue"/>
              </a:rPr>
              <a:t>— Andrej Karpathy (2025/2/2)</a:t>
            </a:r>
            <a:endParaRPr lang="en-US" sz="1350" b="0" u="none" strike="noStrike">
              <a:solidFill>
                <a:srgbClr val="000000"/>
              </a:solidFill>
              <a:effectLst/>
              <a:uFillTx/>
              <a:latin typeface="游明朝体"/>
            </a:endParaRPr>
          </a:p>
        </p:txBody>
      </p:sp>
      <p:sp>
        <p:nvSpPr>
          <p:cNvPr id="2918" name=""/>
          <p:cNvSpPr txBox="1"/>
          <p:nvPr/>
        </p:nvSpPr>
        <p:spPr>
          <a:xfrm>
            <a:off x="799920" y="4056840"/>
            <a:ext cx="10859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提唱者本⼈が「</a:t>
            </a:r>
            <a:r>
              <a:rPr lang="ja-JP" sz="1500" b="1" u="none" strike="noStrike">
                <a:solidFill>
                  <a:srgbClr val="EB6834"/>
                </a:solidFill>
                <a:effectLst/>
                <a:uFillTx/>
                <a:latin typeface="HiraginoSans-W6"/>
                <a:ea typeface="HiraginoSans-W6"/>
              </a:rPr>
              <a:t>使い捨ての週末プロジェクト向け</a:t>
            </a:r>
            <a:r>
              <a:rPr lang="ja-JP" sz="1500" b="0" u="none" strike="noStrike">
                <a:solidFill>
                  <a:srgbClr val="1A1A2E"/>
                </a:solidFill>
                <a:effectLst/>
                <a:uFillTx/>
                <a:latin typeface="HiraginoSans-W4"/>
                <a:ea typeface="HiraginoSans-W4"/>
              </a:rPr>
              <a:t>」と明⾔しており、最初から商⽤・本番システム開発とは切り分けて語られた</a:t>
            </a:r>
            <a:endParaRPr lang="en-US" sz="1500" b="0" u="none" strike="noStrike">
              <a:solidFill>
                <a:srgbClr val="000000"/>
              </a:solidFill>
              <a:effectLst/>
              <a:uFillTx/>
              <a:latin typeface="游明朝体"/>
            </a:endParaRPr>
          </a:p>
        </p:txBody>
      </p:sp>
      <p:sp>
        <p:nvSpPr>
          <p:cNvPr id="2919" name=""/>
          <p:cNvSpPr/>
          <p:nvPr/>
        </p:nvSpPr>
        <p:spPr>
          <a:xfrm>
            <a:off x="618840" y="4886280"/>
            <a:ext cx="57600" cy="57240"/>
          </a:xfrm>
          <a:custGeom>
            <a:avLst/>
            <a:gdLst/>
            <a:ahLst/>
            <a:rect l="0" t="0" r="r" b="b"/>
            <a:pathLst>
              <a:path w="160" h="159">
                <a:moveTo>
                  <a:pt x="160" y="79"/>
                </a:moveTo>
                <a:cubicBezTo>
                  <a:pt x="160" y="90"/>
                  <a:pt x="158" y="101"/>
                  <a:pt x="154" y="110"/>
                </a:cubicBezTo>
                <a:cubicBezTo>
                  <a:pt x="150" y="120"/>
                  <a:pt x="144" y="129"/>
                  <a:pt x="137" y="136"/>
                </a:cubicBezTo>
                <a:cubicBezTo>
                  <a:pt x="129" y="144"/>
                  <a:pt x="121" y="149"/>
                  <a:pt x="111" y="153"/>
                </a:cubicBezTo>
                <a:cubicBezTo>
                  <a:pt x="101" y="157"/>
                  <a:pt x="90" y="159"/>
                  <a:pt x="80" y="159"/>
                </a:cubicBezTo>
                <a:cubicBezTo>
                  <a:pt x="69" y="159"/>
                  <a:pt x="59" y="157"/>
                  <a:pt x="49" y="153"/>
                </a:cubicBezTo>
                <a:cubicBezTo>
                  <a:pt x="40" y="149"/>
                  <a:pt x="31" y="144"/>
                  <a:pt x="24" y="136"/>
                </a:cubicBezTo>
                <a:cubicBezTo>
                  <a:pt x="16" y="129"/>
                  <a:pt x="10" y="120"/>
                  <a:pt x="6" y="110"/>
                </a:cubicBezTo>
                <a:cubicBezTo>
                  <a:pt x="2" y="101"/>
                  <a:pt x="0" y="90"/>
                  <a:pt x="0" y="79"/>
                </a:cubicBezTo>
                <a:cubicBezTo>
                  <a:pt x="0" y="68"/>
                  <a:pt x="2" y="58"/>
                  <a:pt x="6" y="49"/>
                </a:cubicBezTo>
                <a:cubicBezTo>
                  <a:pt x="10" y="39"/>
                  <a:pt x="16" y="30"/>
                  <a:pt x="24" y="23"/>
                </a:cubicBezTo>
                <a:cubicBezTo>
                  <a:pt x="31" y="15"/>
                  <a:pt x="40" y="10"/>
                  <a:pt x="49" y="6"/>
                </a:cubicBezTo>
                <a:cubicBezTo>
                  <a:pt x="59" y="2"/>
                  <a:pt x="69" y="0"/>
                  <a:pt x="80" y="0"/>
                </a:cubicBezTo>
                <a:cubicBezTo>
                  <a:pt x="90" y="0"/>
                  <a:pt x="101" y="2"/>
                  <a:pt x="111" y="6"/>
                </a:cubicBezTo>
                <a:cubicBezTo>
                  <a:pt x="121" y="10"/>
                  <a:pt x="129" y="15"/>
                  <a:pt x="137" y="23"/>
                </a:cubicBezTo>
                <a:cubicBezTo>
                  <a:pt x="144" y="30"/>
                  <a:pt x="150" y="39"/>
                  <a:pt x="154" y="49"/>
                </a:cubicBezTo>
                <a:cubicBezTo>
                  <a:pt x="158" y="58"/>
                  <a:pt x="160" y="68"/>
                  <a:pt x="160"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20" name=""/>
          <p:cNvSpPr txBox="1"/>
          <p:nvPr/>
        </p:nvSpPr>
        <p:spPr>
          <a:xfrm>
            <a:off x="799920" y="439956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概念</a:t>
            </a:r>
            <a:endParaRPr lang="en-US" sz="1500" b="0" u="none" strike="noStrike">
              <a:solidFill>
                <a:srgbClr val="000000"/>
              </a:solidFill>
              <a:effectLst/>
              <a:uFillTx/>
              <a:latin typeface="游明朝体"/>
            </a:endParaRPr>
          </a:p>
        </p:txBody>
      </p:sp>
      <p:sp>
        <p:nvSpPr>
          <p:cNvPr id="2921" name=""/>
          <p:cNvSpPr txBox="1"/>
          <p:nvPr/>
        </p:nvSpPr>
        <p:spPr>
          <a:xfrm>
            <a:off x="799920" y="4799520"/>
            <a:ext cx="9716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コードを⼀⾏ずつ書くのではなく、</a:t>
            </a:r>
            <a:r>
              <a:rPr lang="ja-JP" sz="1500" b="1" u="none" strike="noStrike">
                <a:solidFill>
                  <a:srgbClr val="EB6834"/>
                </a:solidFill>
                <a:effectLst/>
                <a:uFillTx/>
                <a:latin typeface="HiraginoSans-W6"/>
                <a:ea typeface="HiraginoSans-W6"/>
              </a:rPr>
              <a:t>⾒て・⾔って・動かして・貼り付ける</a:t>
            </a:r>
            <a:r>
              <a:rPr lang="ja-JP" sz="1500" b="0" u="none" strike="noStrike">
                <a:solidFill>
                  <a:srgbClr val="1A1A2E"/>
                </a:solidFill>
                <a:effectLst/>
                <a:uFillTx/>
                <a:latin typeface="HiraginoSans-W4"/>
                <a:ea typeface="HiraginoSans-W4"/>
              </a:rPr>
              <a:t>を繰り返し、動くものを素早く形にする</a:t>
            </a:r>
            <a:endParaRPr lang="en-US" sz="1500" b="0" u="none" strike="noStrike">
              <a:solidFill>
                <a:srgbClr val="000000"/>
              </a:solidFill>
              <a:effectLst/>
              <a:uFillTx/>
              <a:latin typeface="游明朝体"/>
            </a:endParaRPr>
          </a:p>
        </p:txBody>
      </p:sp>
      <p:sp>
        <p:nvSpPr>
          <p:cNvPr id="2922" name=""/>
          <p:cNvSpPr txBox="1"/>
          <p:nvPr/>
        </p:nvSpPr>
        <p:spPr>
          <a:xfrm>
            <a:off x="723960" y="5360760"/>
            <a:ext cx="108900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6"/>
                <a:ea typeface="HiraginoSans-W6"/>
              </a:rPr>
              <a:t>個⼈開発向き</a:t>
            </a:r>
            <a:endParaRPr lang="en-US" sz="1430" b="0" u="none" strike="noStrike">
              <a:solidFill>
                <a:srgbClr val="000000"/>
              </a:solidFill>
              <a:effectLst/>
              <a:uFillTx/>
              <a:latin typeface="游明朝体"/>
            </a:endParaRPr>
          </a:p>
        </p:txBody>
      </p:sp>
      <p:sp>
        <p:nvSpPr>
          <p:cNvPr id="2923" name=""/>
          <p:cNvSpPr txBox="1"/>
          <p:nvPr/>
        </p:nvSpPr>
        <p:spPr>
          <a:xfrm>
            <a:off x="1809720" y="5352120"/>
            <a:ext cx="1807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 </a:t>
            </a:r>
            <a:endParaRPr lang="en-US" sz="1430" b="0" u="none" strike="noStrike">
              <a:solidFill>
                <a:srgbClr val="000000"/>
              </a:solidFill>
              <a:effectLst/>
              <a:uFillTx/>
              <a:latin typeface="游明朝体"/>
            </a:endParaRPr>
          </a:p>
        </p:txBody>
      </p:sp>
      <p:sp>
        <p:nvSpPr>
          <p:cNvPr id="2924" name=""/>
          <p:cNvSpPr txBox="1"/>
          <p:nvPr/>
        </p:nvSpPr>
        <p:spPr>
          <a:xfrm>
            <a:off x="1910520" y="5360760"/>
            <a:ext cx="96127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ドメイン知識（業務領域の専⾨知識）を持つ⼈が⾃ら作り改良できるので、痒いところに⼿が届くアプリを素早く形に</a:t>
            </a:r>
            <a:endParaRPr lang="en-US" sz="1430" b="0" u="none" strike="noStrike">
              <a:solidFill>
                <a:srgbClr val="000000"/>
              </a:solidFill>
              <a:effectLst/>
              <a:uFillTx/>
              <a:latin typeface="游明朝体"/>
            </a:endParaRPr>
          </a:p>
        </p:txBody>
      </p:sp>
      <p:sp>
        <p:nvSpPr>
          <p:cNvPr id="2925" name=""/>
          <p:cNvSpPr txBox="1"/>
          <p:nvPr/>
        </p:nvSpPr>
        <p:spPr>
          <a:xfrm>
            <a:off x="723960" y="5636880"/>
            <a:ext cx="54468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できる</a:t>
            </a:r>
            <a:endParaRPr lang="en-US" sz="1430" b="0" u="none" strike="noStrike">
              <a:solidFill>
                <a:srgbClr val="000000"/>
              </a:solidFill>
              <a:effectLst/>
              <a:uFillTx/>
              <a:latin typeface="游明朝体"/>
            </a:endParaRPr>
          </a:p>
        </p:txBody>
      </p:sp>
      <p:sp>
        <p:nvSpPr>
          <p:cNvPr id="2926" name=""/>
          <p:cNvSpPr txBox="1"/>
          <p:nvPr/>
        </p:nvSpPr>
        <p:spPr>
          <a:xfrm>
            <a:off x="723960" y="5903640"/>
            <a:ext cx="1995480" cy="181800"/>
          </a:xfrm>
          <a:prstGeom prst="rect">
            <a:avLst/>
          </a:prstGeom>
          <a:noFill/>
          <a:ln w="0">
            <a:noFill/>
          </a:ln>
        </p:spPr>
        <p:txBody>
          <a:bodyPr wrap="none" lIns="0" tIns="0" rIns="0" bIns="0" anchor="t">
            <a:spAutoFit/>
          </a:bodyPr>
          <a:p>
            <a:pPr/>
            <a:r>
              <a:rPr lang="ja-JP" sz="1430" b="1" u="none" strike="noStrike">
                <a:solidFill>
                  <a:srgbClr val="EB6834"/>
                </a:solidFill>
                <a:effectLst/>
                <a:uFillTx/>
                <a:latin typeface="HiraginoSans-W6"/>
                <a:ea typeface="HiraginoSans-W6"/>
              </a:rPr>
              <a:t>商⽤アプリ開発とは別物</a:t>
            </a:r>
            <a:endParaRPr lang="en-US" sz="1430" b="0" u="none" strike="noStrike">
              <a:solidFill>
                <a:srgbClr val="000000"/>
              </a:solidFill>
              <a:effectLst/>
              <a:uFillTx/>
              <a:latin typeface="游明朝体"/>
            </a:endParaRPr>
          </a:p>
        </p:txBody>
      </p:sp>
      <p:sp>
        <p:nvSpPr>
          <p:cNvPr id="2927" name=""/>
          <p:cNvSpPr txBox="1"/>
          <p:nvPr/>
        </p:nvSpPr>
        <p:spPr>
          <a:xfrm>
            <a:off x="2714760" y="5895000"/>
            <a:ext cx="1807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 </a:t>
            </a:r>
            <a:endParaRPr lang="en-US" sz="1430" b="0" u="none" strike="noStrike">
              <a:solidFill>
                <a:srgbClr val="000000"/>
              </a:solidFill>
              <a:effectLst/>
              <a:uFillTx/>
              <a:latin typeface="游明朝体"/>
            </a:endParaRPr>
          </a:p>
        </p:txBody>
      </p:sp>
      <p:sp>
        <p:nvSpPr>
          <p:cNvPr id="2928" name=""/>
          <p:cNvSpPr txBox="1"/>
          <p:nvPr/>
        </p:nvSpPr>
        <p:spPr>
          <a:xfrm>
            <a:off x="2815200" y="5903640"/>
            <a:ext cx="870588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レビュー・テスト・セキュリティ対策を伴う本番開発にそのまま持ち込む発想ではなく、あくまで個⼈の学</a:t>
            </a:r>
            <a:endParaRPr lang="en-US" sz="1430" b="0" u="none" strike="noStrike">
              <a:solidFill>
                <a:srgbClr val="000000"/>
              </a:solidFill>
              <a:effectLst/>
              <a:uFillTx/>
              <a:latin typeface="游明朝体"/>
            </a:endParaRPr>
          </a:p>
        </p:txBody>
      </p:sp>
      <p:sp>
        <p:nvSpPr>
          <p:cNvPr id="2929" name=""/>
          <p:cNvSpPr txBox="1"/>
          <p:nvPr/>
        </p:nvSpPr>
        <p:spPr>
          <a:xfrm>
            <a:off x="723960" y="6179760"/>
            <a:ext cx="43531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習・プロトタイピング⽤途に強みがある開発スタイル</a:t>
            </a:r>
            <a:endParaRPr lang="en-US" sz="1430" b="0" u="none" strike="noStrike">
              <a:solidFill>
                <a:srgbClr val="000000"/>
              </a:solidFill>
              <a:effectLst/>
              <a:uFillTx/>
              <a:latin typeface="游明朝体"/>
            </a:endParaRPr>
          </a:p>
        </p:txBody>
      </p:sp>
      <p:sp>
        <p:nvSpPr>
          <p:cNvPr id="2930"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20</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3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3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34" name=""/>
          <p:cNvSpPr/>
          <p:nvPr/>
        </p:nvSpPr>
        <p:spPr>
          <a:xfrm>
            <a:off x="533160" y="1009440"/>
            <a:ext cx="11125440" cy="38520"/>
          </a:xfrm>
          <a:custGeom>
            <a:avLst/>
            <a:gdLst/>
            <a:ahLst/>
            <a:rect l="0" t="0" r="r" b="b"/>
            <a:pathLst>
              <a:path w="30904" h="107">
                <a:moveTo>
                  <a:pt x="0" y="0"/>
                </a:moveTo>
                <a:lnTo>
                  <a:pt x="30904" y="0"/>
                </a:lnTo>
                <a:lnTo>
                  <a:pt x="30904" y="107"/>
                </a:lnTo>
                <a:lnTo>
                  <a:pt x="0" y="107"/>
                </a:lnTo>
                <a:lnTo>
                  <a:pt x="0" y="0"/>
                </a:ln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35" name=""/>
          <p:cNvSpPr/>
          <p:nvPr/>
        </p:nvSpPr>
        <p:spPr>
          <a:xfrm>
            <a:off x="552240" y="6019560"/>
            <a:ext cx="11106360" cy="733680"/>
          </a:xfrm>
          <a:custGeom>
            <a:avLst/>
            <a:gdLst/>
            <a:ahLst/>
            <a:rect l="0" t="0" r="r" b="b"/>
            <a:pathLst>
              <a:path w="30851" h="2038">
                <a:moveTo>
                  <a:pt x="0" y="2038"/>
                </a:moveTo>
                <a:lnTo>
                  <a:pt x="0" y="0"/>
                </a:lnTo>
                <a:lnTo>
                  <a:pt x="30746" y="0"/>
                </a:lnTo>
                <a:cubicBezTo>
                  <a:pt x="30760" y="0"/>
                  <a:pt x="30773" y="3"/>
                  <a:pt x="30786" y="8"/>
                </a:cubicBezTo>
                <a:cubicBezTo>
                  <a:pt x="30799" y="14"/>
                  <a:pt x="30811" y="21"/>
                  <a:pt x="30820" y="31"/>
                </a:cubicBezTo>
                <a:cubicBezTo>
                  <a:pt x="30830" y="41"/>
                  <a:pt x="30838" y="53"/>
                  <a:pt x="30843" y="65"/>
                </a:cubicBezTo>
                <a:cubicBezTo>
                  <a:pt x="30849" y="78"/>
                  <a:pt x="30851" y="92"/>
                  <a:pt x="30851" y="106"/>
                </a:cubicBezTo>
                <a:lnTo>
                  <a:pt x="30851" y="1933"/>
                </a:lnTo>
                <a:cubicBezTo>
                  <a:pt x="30851" y="1947"/>
                  <a:pt x="30849" y="1960"/>
                  <a:pt x="30843" y="1973"/>
                </a:cubicBezTo>
                <a:cubicBezTo>
                  <a:pt x="30838" y="1986"/>
                  <a:pt x="30830" y="1998"/>
                  <a:pt x="30820" y="2007"/>
                </a:cubicBezTo>
                <a:cubicBezTo>
                  <a:pt x="30811" y="2017"/>
                  <a:pt x="30799" y="2025"/>
                  <a:pt x="30786" y="2030"/>
                </a:cubicBezTo>
                <a:cubicBezTo>
                  <a:pt x="30773" y="2036"/>
                  <a:pt x="30760" y="2038"/>
                  <a:pt x="30746" y="2038"/>
                </a:cubicBezTo>
                <a:lnTo>
                  <a:pt x="0" y="2038"/>
                </a:lnTo>
                <a:close/>
              </a:path>
            </a:pathLst>
          </a:custGeom>
          <a:solidFill>
            <a:srgbClr val="FDF2F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36" name=""/>
          <p:cNvSpPr/>
          <p:nvPr/>
        </p:nvSpPr>
        <p:spPr>
          <a:xfrm>
            <a:off x="533160" y="6019560"/>
            <a:ext cx="38520" cy="733680"/>
          </a:xfrm>
          <a:custGeom>
            <a:avLst/>
            <a:gdLst/>
            <a:ahLst/>
            <a:rect l="0" t="0" r="r" b="b"/>
            <a:pathLst>
              <a:path w="107" h="2038">
                <a:moveTo>
                  <a:pt x="0" y="0"/>
                </a:moveTo>
                <a:lnTo>
                  <a:pt x="107" y="0"/>
                </a:lnTo>
                <a:lnTo>
                  <a:pt x="107" y="2038"/>
                </a:lnTo>
                <a:lnTo>
                  <a:pt x="0" y="2038"/>
                </a:lnTo>
                <a:lnTo>
                  <a:pt x="0" y="0"/>
                </a:lnTo>
                <a:close/>
              </a:path>
            </a:pathLst>
          </a:custGeom>
          <a:solidFill>
            <a:srgbClr val="E87BA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37" name=""/>
          <p:cNvSpPr txBox="1"/>
          <p:nvPr/>
        </p:nvSpPr>
        <p:spPr>
          <a:xfrm>
            <a:off x="533520" y="475560"/>
            <a:ext cx="3930480" cy="454680"/>
          </a:xfrm>
          <a:prstGeom prst="rect">
            <a:avLst/>
          </a:prstGeom>
          <a:noFill/>
          <a:ln w="0">
            <a:noFill/>
          </a:ln>
        </p:spPr>
        <p:txBody>
          <a:bodyPr wrap="none" lIns="0" tIns="0" rIns="0" bIns="0" anchor="t">
            <a:spAutoFit/>
          </a:bodyPr>
          <a:p>
            <a:pPr/>
            <a:r>
              <a:rPr lang="en-US" sz="3000" b="1" u="none" strike="noStrike">
                <a:solidFill>
                  <a:srgbClr val="4A3AA7"/>
                </a:solidFill>
                <a:effectLst/>
                <a:uFillTx/>
                <a:latin typeface="HelveticaNeue"/>
                <a:ea typeface="HelveticaNeue"/>
              </a:rPr>
              <a:t>vibe coding X GitHub </a:t>
            </a:r>
            <a:endParaRPr lang="en-US" sz="3000" b="0" u="none" strike="noStrike">
              <a:solidFill>
                <a:srgbClr val="000000"/>
              </a:solidFill>
              <a:effectLst/>
              <a:uFillTx/>
              <a:latin typeface="游明朝体"/>
            </a:endParaRPr>
          </a:p>
        </p:txBody>
      </p:sp>
      <p:sp>
        <p:nvSpPr>
          <p:cNvPr id="2938" name=""/>
          <p:cNvSpPr/>
          <p:nvPr/>
        </p:nvSpPr>
        <p:spPr>
          <a:xfrm>
            <a:off x="1514520" y="1276200"/>
            <a:ext cx="4572000" cy="4372200"/>
          </a:xfrm>
          <a:custGeom>
            <a:avLst/>
            <a:gdLst/>
            <a:ahLst/>
            <a:rect l="0" t="0" r="r" b="b"/>
            <a:pathLst>
              <a:path w="12700" h="12145">
                <a:moveTo>
                  <a:pt x="0" y="0"/>
                </a:moveTo>
                <a:lnTo>
                  <a:pt x="12700" y="0"/>
                </a:lnTo>
                <a:lnTo>
                  <a:pt x="12700" y="12145"/>
                </a:lnTo>
                <a:lnTo>
                  <a:pt x="0" y="12145"/>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39" name=""/>
          <p:cNvSpPr/>
          <p:nvPr/>
        </p:nvSpPr>
        <p:spPr>
          <a:xfrm>
            <a:off x="4150080" y="2332080"/>
            <a:ext cx="780480" cy="646200"/>
          </a:xfrm>
          <a:custGeom>
            <a:avLst/>
            <a:gdLst/>
            <a:ahLst/>
            <a:rect l="0" t="0" r="r" b="b"/>
            <a:pathLst>
              <a:path w="2168" h="1795">
                <a:moveTo>
                  <a:pt x="20" y="0"/>
                </a:moveTo>
                <a:lnTo>
                  <a:pt x="40" y="3"/>
                </a:lnTo>
                <a:cubicBezTo>
                  <a:pt x="45" y="3"/>
                  <a:pt x="49" y="5"/>
                  <a:pt x="52" y="9"/>
                </a:cubicBezTo>
                <a:cubicBezTo>
                  <a:pt x="55" y="13"/>
                  <a:pt x="57" y="18"/>
                  <a:pt x="56" y="23"/>
                </a:cubicBezTo>
                <a:cubicBezTo>
                  <a:pt x="56" y="28"/>
                  <a:pt x="53" y="32"/>
                  <a:pt x="49" y="36"/>
                </a:cubicBezTo>
                <a:cubicBezTo>
                  <a:pt x="45" y="39"/>
                  <a:pt x="41" y="40"/>
                  <a:pt x="36" y="40"/>
                </a:cubicBezTo>
                <a:lnTo>
                  <a:pt x="16" y="38"/>
                </a:lnTo>
                <a:cubicBezTo>
                  <a:pt x="11" y="37"/>
                  <a:pt x="7" y="35"/>
                  <a:pt x="4" y="31"/>
                </a:cubicBezTo>
                <a:cubicBezTo>
                  <a:pt x="0" y="27"/>
                  <a:pt x="-1" y="22"/>
                  <a:pt x="0" y="17"/>
                </a:cubicBezTo>
                <a:cubicBezTo>
                  <a:pt x="0" y="12"/>
                  <a:pt x="3" y="8"/>
                  <a:pt x="7" y="4"/>
                </a:cubicBezTo>
                <a:cubicBezTo>
                  <a:pt x="11" y="1"/>
                  <a:pt x="15" y="0"/>
                  <a:pt x="20" y="0"/>
                </a:cubicBezTo>
                <a:moveTo>
                  <a:pt x="174" y="20"/>
                </a:moveTo>
                <a:lnTo>
                  <a:pt x="193" y="22"/>
                </a:lnTo>
                <a:cubicBezTo>
                  <a:pt x="198" y="23"/>
                  <a:pt x="202" y="26"/>
                  <a:pt x="205" y="30"/>
                </a:cubicBezTo>
                <a:cubicBezTo>
                  <a:pt x="208" y="34"/>
                  <a:pt x="209" y="39"/>
                  <a:pt x="209" y="44"/>
                </a:cubicBezTo>
                <a:cubicBezTo>
                  <a:pt x="208" y="49"/>
                  <a:pt x="205" y="53"/>
                  <a:pt x="201" y="56"/>
                </a:cubicBezTo>
                <a:cubicBezTo>
                  <a:pt x="197" y="59"/>
                  <a:pt x="193" y="60"/>
                  <a:pt x="187" y="59"/>
                </a:cubicBezTo>
                <a:lnTo>
                  <a:pt x="169" y="57"/>
                </a:lnTo>
                <a:cubicBezTo>
                  <a:pt x="164" y="56"/>
                  <a:pt x="159" y="54"/>
                  <a:pt x="156" y="49"/>
                </a:cubicBezTo>
                <a:cubicBezTo>
                  <a:pt x="153" y="45"/>
                  <a:pt x="152" y="41"/>
                  <a:pt x="153" y="36"/>
                </a:cubicBezTo>
                <a:cubicBezTo>
                  <a:pt x="154" y="30"/>
                  <a:pt x="156" y="26"/>
                  <a:pt x="160" y="23"/>
                </a:cubicBezTo>
                <a:cubicBezTo>
                  <a:pt x="164" y="20"/>
                  <a:pt x="169" y="19"/>
                  <a:pt x="174" y="20"/>
                </a:cubicBezTo>
                <a:moveTo>
                  <a:pt x="322" y="44"/>
                </a:moveTo>
                <a:lnTo>
                  <a:pt x="340" y="47"/>
                </a:lnTo>
                <a:cubicBezTo>
                  <a:pt x="345" y="48"/>
                  <a:pt x="349" y="51"/>
                  <a:pt x="352" y="55"/>
                </a:cubicBezTo>
                <a:cubicBezTo>
                  <a:pt x="355" y="59"/>
                  <a:pt x="356" y="64"/>
                  <a:pt x="355" y="69"/>
                </a:cubicBezTo>
                <a:cubicBezTo>
                  <a:pt x="354" y="74"/>
                  <a:pt x="352" y="78"/>
                  <a:pt x="348" y="81"/>
                </a:cubicBezTo>
                <a:cubicBezTo>
                  <a:pt x="343" y="84"/>
                  <a:pt x="339" y="85"/>
                  <a:pt x="334" y="84"/>
                </a:cubicBezTo>
                <a:lnTo>
                  <a:pt x="316" y="80"/>
                </a:lnTo>
                <a:cubicBezTo>
                  <a:pt x="310" y="80"/>
                  <a:pt x="306" y="77"/>
                  <a:pt x="304" y="73"/>
                </a:cubicBezTo>
                <a:cubicBezTo>
                  <a:pt x="301" y="68"/>
                  <a:pt x="300" y="64"/>
                  <a:pt x="301" y="59"/>
                </a:cubicBezTo>
                <a:cubicBezTo>
                  <a:pt x="301" y="54"/>
                  <a:pt x="304" y="50"/>
                  <a:pt x="308" y="47"/>
                </a:cubicBezTo>
                <a:cubicBezTo>
                  <a:pt x="313" y="44"/>
                  <a:pt x="317" y="43"/>
                  <a:pt x="322" y="44"/>
                </a:cubicBezTo>
                <a:moveTo>
                  <a:pt x="466" y="72"/>
                </a:moveTo>
                <a:lnTo>
                  <a:pt x="485" y="77"/>
                </a:lnTo>
                <a:cubicBezTo>
                  <a:pt x="490" y="78"/>
                  <a:pt x="494" y="80"/>
                  <a:pt x="496" y="85"/>
                </a:cubicBezTo>
                <a:cubicBezTo>
                  <a:pt x="499" y="89"/>
                  <a:pt x="500" y="94"/>
                  <a:pt x="499" y="99"/>
                </a:cubicBezTo>
                <a:cubicBezTo>
                  <a:pt x="498" y="104"/>
                  <a:pt x="495" y="108"/>
                  <a:pt x="491" y="111"/>
                </a:cubicBezTo>
                <a:cubicBezTo>
                  <a:pt x="486" y="113"/>
                  <a:pt x="482" y="114"/>
                  <a:pt x="476" y="113"/>
                </a:cubicBezTo>
                <a:lnTo>
                  <a:pt x="458" y="109"/>
                </a:lnTo>
                <a:cubicBezTo>
                  <a:pt x="453" y="108"/>
                  <a:pt x="449" y="105"/>
                  <a:pt x="446" y="101"/>
                </a:cubicBezTo>
                <a:cubicBezTo>
                  <a:pt x="443" y="96"/>
                  <a:pt x="442" y="92"/>
                  <a:pt x="444" y="87"/>
                </a:cubicBezTo>
                <a:cubicBezTo>
                  <a:pt x="445" y="81"/>
                  <a:pt x="447" y="78"/>
                  <a:pt x="452" y="75"/>
                </a:cubicBezTo>
                <a:cubicBezTo>
                  <a:pt x="456" y="72"/>
                  <a:pt x="461" y="71"/>
                  <a:pt x="466" y="72"/>
                </a:cubicBezTo>
                <a:moveTo>
                  <a:pt x="616" y="109"/>
                </a:moveTo>
                <a:lnTo>
                  <a:pt x="634" y="114"/>
                </a:lnTo>
                <a:cubicBezTo>
                  <a:pt x="639" y="115"/>
                  <a:pt x="643" y="118"/>
                  <a:pt x="646" y="123"/>
                </a:cubicBezTo>
                <a:cubicBezTo>
                  <a:pt x="648" y="127"/>
                  <a:pt x="649" y="132"/>
                  <a:pt x="647" y="137"/>
                </a:cubicBezTo>
                <a:cubicBezTo>
                  <a:pt x="646" y="142"/>
                  <a:pt x="643" y="146"/>
                  <a:pt x="639" y="148"/>
                </a:cubicBezTo>
                <a:cubicBezTo>
                  <a:pt x="634" y="151"/>
                  <a:pt x="629" y="152"/>
                  <a:pt x="624" y="150"/>
                </a:cubicBezTo>
                <a:lnTo>
                  <a:pt x="606" y="145"/>
                </a:lnTo>
                <a:cubicBezTo>
                  <a:pt x="601" y="144"/>
                  <a:pt x="597" y="141"/>
                  <a:pt x="595" y="136"/>
                </a:cubicBezTo>
                <a:cubicBezTo>
                  <a:pt x="592" y="132"/>
                  <a:pt x="592" y="127"/>
                  <a:pt x="593" y="122"/>
                </a:cubicBezTo>
                <a:cubicBezTo>
                  <a:pt x="594" y="117"/>
                  <a:pt x="597" y="114"/>
                  <a:pt x="602" y="111"/>
                </a:cubicBezTo>
                <a:cubicBezTo>
                  <a:pt x="606" y="108"/>
                  <a:pt x="611" y="108"/>
                  <a:pt x="616" y="109"/>
                </a:cubicBezTo>
                <a:moveTo>
                  <a:pt x="760" y="152"/>
                </a:moveTo>
                <a:lnTo>
                  <a:pt x="777" y="157"/>
                </a:lnTo>
                <a:cubicBezTo>
                  <a:pt x="782" y="159"/>
                  <a:pt x="786" y="162"/>
                  <a:pt x="788" y="167"/>
                </a:cubicBezTo>
                <a:cubicBezTo>
                  <a:pt x="790" y="171"/>
                  <a:pt x="791" y="176"/>
                  <a:pt x="789" y="181"/>
                </a:cubicBezTo>
                <a:cubicBezTo>
                  <a:pt x="787" y="186"/>
                  <a:pt x="784" y="189"/>
                  <a:pt x="780" y="192"/>
                </a:cubicBezTo>
                <a:cubicBezTo>
                  <a:pt x="775" y="194"/>
                  <a:pt x="770" y="194"/>
                  <a:pt x="766" y="193"/>
                </a:cubicBezTo>
                <a:lnTo>
                  <a:pt x="748" y="187"/>
                </a:lnTo>
                <a:cubicBezTo>
                  <a:pt x="743" y="186"/>
                  <a:pt x="740" y="182"/>
                  <a:pt x="737" y="178"/>
                </a:cubicBezTo>
                <a:cubicBezTo>
                  <a:pt x="735" y="173"/>
                  <a:pt x="735" y="168"/>
                  <a:pt x="736" y="164"/>
                </a:cubicBezTo>
                <a:cubicBezTo>
                  <a:pt x="738" y="159"/>
                  <a:pt x="741" y="155"/>
                  <a:pt x="745" y="153"/>
                </a:cubicBezTo>
                <a:cubicBezTo>
                  <a:pt x="750" y="150"/>
                  <a:pt x="755" y="150"/>
                  <a:pt x="760" y="152"/>
                </a:cubicBezTo>
                <a:moveTo>
                  <a:pt x="899" y="201"/>
                </a:moveTo>
                <a:lnTo>
                  <a:pt x="917" y="208"/>
                </a:lnTo>
                <a:cubicBezTo>
                  <a:pt x="922" y="210"/>
                  <a:pt x="926" y="213"/>
                  <a:pt x="928" y="218"/>
                </a:cubicBezTo>
                <a:cubicBezTo>
                  <a:pt x="930" y="222"/>
                  <a:pt x="930" y="227"/>
                  <a:pt x="928" y="232"/>
                </a:cubicBezTo>
                <a:cubicBezTo>
                  <a:pt x="926" y="237"/>
                  <a:pt x="923" y="240"/>
                  <a:pt x="918" y="242"/>
                </a:cubicBezTo>
                <a:cubicBezTo>
                  <a:pt x="913" y="244"/>
                  <a:pt x="909" y="244"/>
                  <a:pt x="904" y="243"/>
                </a:cubicBezTo>
                <a:lnTo>
                  <a:pt x="886" y="236"/>
                </a:lnTo>
                <a:cubicBezTo>
                  <a:pt x="881" y="234"/>
                  <a:pt x="878" y="230"/>
                  <a:pt x="876" y="226"/>
                </a:cubicBezTo>
                <a:cubicBezTo>
                  <a:pt x="873" y="221"/>
                  <a:pt x="873" y="216"/>
                  <a:pt x="875" y="211"/>
                </a:cubicBezTo>
                <a:cubicBezTo>
                  <a:pt x="877" y="207"/>
                  <a:pt x="880" y="203"/>
                  <a:pt x="885" y="201"/>
                </a:cubicBezTo>
                <a:cubicBezTo>
                  <a:pt x="890" y="199"/>
                  <a:pt x="895" y="199"/>
                  <a:pt x="899" y="201"/>
                </a:cubicBezTo>
                <a:moveTo>
                  <a:pt x="1041" y="260"/>
                </a:moveTo>
                <a:lnTo>
                  <a:pt x="1058" y="267"/>
                </a:lnTo>
                <a:cubicBezTo>
                  <a:pt x="1062" y="270"/>
                  <a:pt x="1066" y="273"/>
                  <a:pt x="1067" y="278"/>
                </a:cubicBezTo>
                <a:cubicBezTo>
                  <a:pt x="1069" y="283"/>
                  <a:pt x="1069" y="287"/>
                  <a:pt x="1067" y="292"/>
                </a:cubicBezTo>
                <a:cubicBezTo>
                  <a:pt x="1065" y="297"/>
                  <a:pt x="1061" y="300"/>
                  <a:pt x="1056" y="302"/>
                </a:cubicBezTo>
                <a:cubicBezTo>
                  <a:pt x="1052" y="304"/>
                  <a:pt x="1047" y="304"/>
                  <a:pt x="1042" y="301"/>
                </a:cubicBezTo>
                <a:lnTo>
                  <a:pt x="1025" y="294"/>
                </a:lnTo>
                <a:cubicBezTo>
                  <a:pt x="1020" y="291"/>
                  <a:pt x="1017" y="288"/>
                  <a:pt x="1015" y="283"/>
                </a:cubicBezTo>
                <a:cubicBezTo>
                  <a:pt x="1014" y="278"/>
                  <a:pt x="1014" y="274"/>
                  <a:pt x="1016" y="269"/>
                </a:cubicBezTo>
                <a:cubicBezTo>
                  <a:pt x="1018" y="264"/>
                  <a:pt x="1022" y="261"/>
                  <a:pt x="1026" y="259"/>
                </a:cubicBezTo>
                <a:cubicBezTo>
                  <a:pt x="1031" y="257"/>
                  <a:pt x="1036" y="257"/>
                  <a:pt x="1041" y="260"/>
                </a:cubicBezTo>
                <a:moveTo>
                  <a:pt x="1174" y="325"/>
                </a:moveTo>
                <a:cubicBezTo>
                  <a:pt x="1179" y="328"/>
                  <a:pt x="1185" y="331"/>
                  <a:pt x="1190" y="334"/>
                </a:cubicBezTo>
                <a:cubicBezTo>
                  <a:pt x="1194" y="336"/>
                  <a:pt x="1197" y="340"/>
                  <a:pt x="1199" y="345"/>
                </a:cubicBezTo>
                <a:cubicBezTo>
                  <a:pt x="1200" y="350"/>
                  <a:pt x="1200" y="355"/>
                  <a:pt x="1197" y="359"/>
                </a:cubicBezTo>
                <a:cubicBezTo>
                  <a:pt x="1195" y="364"/>
                  <a:pt x="1191" y="367"/>
                  <a:pt x="1186" y="368"/>
                </a:cubicBezTo>
                <a:cubicBezTo>
                  <a:pt x="1181" y="370"/>
                  <a:pt x="1177" y="369"/>
                  <a:pt x="1172" y="367"/>
                </a:cubicBezTo>
                <a:cubicBezTo>
                  <a:pt x="1167" y="364"/>
                  <a:pt x="1162" y="361"/>
                  <a:pt x="1156" y="358"/>
                </a:cubicBezTo>
                <a:cubicBezTo>
                  <a:pt x="1152" y="356"/>
                  <a:pt x="1149" y="352"/>
                  <a:pt x="1147" y="347"/>
                </a:cubicBezTo>
                <a:cubicBezTo>
                  <a:pt x="1146" y="342"/>
                  <a:pt x="1146" y="337"/>
                  <a:pt x="1149" y="333"/>
                </a:cubicBezTo>
                <a:cubicBezTo>
                  <a:pt x="1151" y="328"/>
                  <a:pt x="1155" y="325"/>
                  <a:pt x="1160" y="324"/>
                </a:cubicBezTo>
                <a:cubicBezTo>
                  <a:pt x="1165" y="322"/>
                  <a:pt x="1169" y="323"/>
                  <a:pt x="1174" y="325"/>
                </a:cubicBezTo>
                <a:moveTo>
                  <a:pt x="1305" y="401"/>
                </a:moveTo>
                <a:cubicBezTo>
                  <a:pt x="1310" y="404"/>
                  <a:pt x="1316" y="408"/>
                  <a:pt x="1321" y="411"/>
                </a:cubicBezTo>
                <a:cubicBezTo>
                  <a:pt x="1325" y="414"/>
                  <a:pt x="1328" y="418"/>
                  <a:pt x="1329" y="423"/>
                </a:cubicBezTo>
                <a:cubicBezTo>
                  <a:pt x="1330" y="428"/>
                  <a:pt x="1329" y="433"/>
                  <a:pt x="1327" y="437"/>
                </a:cubicBezTo>
                <a:cubicBezTo>
                  <a:pt x="1324" y="441"/>
                  <a:pt x="1320" y="444"/>
                  <a:pt x="1315" y="445"/>
                </a:cubicBezTo>
                <a:cubicBezTo>
                  <a:pt x="1310" y="446"/>
                  <a:pt x="1305" y="446"/>
                  <a:pt x="1301" y="443"/>
                </a:cubicBezTo>
                <a:cubicBezTo>
                  <a:pt x="1296" y="439"/>
                  <a:pt x="1290" y="436"/>
                  <a:pt x="1285" y="433"/>
                </a:cubicBezTo>
                <a:cubicBezTo>
                  <a:pt x="1281" y="430"/>
                  <a:pt x="1278" y="426"/>
                  <a:pt x="1277" y="421"/>
                </a:cubicBezTo>
                <a:cubicBezTo>
                  <a:pt x="1276" y="416"/>
                  <a:pt x="1276" y="411"/>
                  <a:pt x="1279" y="407"/>
                </a:cubicBezTo>
                <a:cubicBezTo>
                  <a:pt x="1282" y="403"/>
                  <a:pt x="1286" y="400"/>
                  <a:pt x="1291" y="399"/>
                </a:cubicBezTo>
                <a:cubicBezTo>
                  <a:pt x="1296" y="398"/>
                  <a:pt x="1301" y="398"/>
                  <a:pt x="1305" y="401"/>
                </a:cubicBezTo>
                <a:moveTo>
                  <a:pt x="1429" y="486"/>
                </a:moveTo>
                <a:cubicBezTo>
                  <a:pt x="1434" y="490"/>
                  <a:pt x="1439" y="494"/>
                  <a:pt x="1444" y="497"/>
                </a:cubicBezTo>
                <a:cubicBezTo>
                  <a:pt x="1449" y="500"/>
                  <a:pt x="1451" y="505"/>
                  <a:pt x="1452" y="510"/>
                </a:cubicBezTo>
                <a:cubicBezTo>
                  <a:pt x="1452" y="515"/>
                  <a:pt x="1451" y="519"/>
                  <a:pt x="1448" y="523"/>
                </a:cubicBezTo>
                <a:cubicBezTo>
                  <a:pt x="1445" y="528"/>
                  <a:pt x="1441" y="530"/>
                  <a:pt x="1436" y="531"/>
                </a:cubicBezTo>
                <a:cubicBezTo>
                  <a:pt x="1431" y="531"/>
                  <a:pt x="1426" y="530"/>
                  <a:pt x="1422" y="527"/>
                </a:cubicBezTo>
                <a:cubicBezTo>
                  <a:pt x="1417" y="523"/>
                  <a:pt x="1412" y="520"/>
                  <a:pt x="1407" y="516"/>
                </a:cubicBezTo>
                <a:cubicBezTo>
                  <a:pt x="1403" y="513"/>
                  <a:pt x="1401" y="509"/>
                  <a:pt x="1400" y="504"/>
                </a:cubicBezTo>
                <a:cubicBezTo>
                  <a:pt x="1399" y="499"/>
                  <a:pt x="1400" y="494"/>
                  <a:pt x="1403" y="490"/>
                </a:cubicBezTo>
                <a:cubicBezTo>
                  <a:pt x="1406" y="486"/>
                  <a:pt x="1411" y="483"/>
                  <a:pt x="1416" y="483"/>
                </a:cubicBezTo>
                <a:cubicBezTo>
                  <a:pt x="1421" y="482"/>
                  <a:pt x="1425" y="483"/>
                  <a:pt x="1429" y="486"/>
                </a:cubicBezTo>
                <a:moveTo>
                  <a:pt x="1546" y="580"/>
                </a:moveTo>
                <a:cubicBezTo>
                  <a:pt x="1551" y="584"/>
                  <a:pt x="1556" y="588"/>
                  <a:pt x="1560" y="593"/>
                </a:cubicBezTo>
                <a:cubicBezTo>
                  <a:pt x="1564" y="596"/>
                  <a:pt x="1566" y="600"/>
                  <a:pt x="1567" y="606"/>
                </a:cubicBezTo>
                <a:cubicBezTo>
                  <a:pt x="1567" y="611"/>
                  <a:pt x="1565" y="615"/>
                  <a:pt x="1562" y="619"/>
                </a:cubicBezTo>
                <a:cubicBezTo>
                  <a:pt x="1559" y="623"/>
                  <a:pt x="1554" y="625"/>
                  <a:pt x="1549" y="625"/>
                </a:cubicBezTo>
                <a:cubicBezTo>
                  <a:pt x="1544" y="626"/>
                  <a:pt x="1539" y="624"/>
                  <a:pt x="1536" y="621"/>
                </a:cubicBezTo>
                <a:cubicBezTo>
                  <a:pt x="1531" y="616"/>
                  <a:pt x="1526" y="612"/>
                  <a:pt x="1522" y="608"/>
                </a:cubicBezTo>
                <a:cubicBezTo>
                  <a:pt x="1518" y="605"/>
                  <a:pt x="1516" y="601"/>
                  <a:pt x="1515" y="595"/>
                </a:cubicBezTo>
                <a:cubicBezTo>
                  <a:pt x="1515" y="590"/>
                  <a:pt x="1516" y="586"/>
                  <a:pt x="1520" y="582"/>
                </a:cubicBezTo>
                <a:cubicBezTo>
                  <a:pt x="1523" y="578"/>
                  <a:pt x="1528" y="576"/>
                  <a:pt x="1533" y="575"/>
                </a:cubicBezTo>
                <a:cubicBezTo>
                  <a:pt x="1538" y="575"/>
                  <a:pt x="1542" y="577"/>
                  <a:pt x="1546" y="580"/>
                </a:cubicBezTo>
                <a:moveTo>
                  <a:pt x="1656" y="684"/>
                </a:moveTo>
                <a:cubicBezTo>
                  <a:pt x="1660" y="689"/>
                  <a:pt x="1665" y="693"/>
                  <a:pt x="1669" y="698"/>
                </a:cubicBezTo>
                <a:cubicBezTo>
                  <a:pt x="1672" y="702"/>
                  <a:pt x="1674" y="706"/>
                  <a:pt x="1674" y="711"/>
                </a:cubicBezTo>
                <a:cubicBezTo>
                  <a:pt x="1674" y="717"/>
                  <a:pt x="1672" y="721"/>
                  <a:pt x="1668" y="724"/>
                </a:cubicBezTo>
                <a:cubicBezTo>
                  <a:pt x="1664" y="728"/>
                  <a:pt x="1660" y="730"/>
                  <a:pt x="1655" y="730"/>
                </a:cubicBezTo>
                <a:cubicBezTo>
                  <a:pt x="1650" y="729"/>
                  <a:pt x="1645" y="727"/>
                  <a:pt x="1642" y="724"/>
                </a:cubicBezTo>
                <a:cubicBezTo>
                  <a:pt x="1638" y="719"/>
                  <a:pt x="1633" y="715"/>
                  <a:pt x="1629" y="710"/>
                </a:cubicBezTo>
                <a:cubicBezTo>
                  <a:pt x="1625" y="707"/>
                  <a:pt x="1624" y="702"/>
                  <a:pt x="1624" y="697"/>
                </a:cubicBezTo>
                <a:cubicBezTo>
                  <a:pt x="1624" y="692"/>
                  <a:pt x="1626" y="688"/>
                  <a:pt x="1630" y="684"/>
                </a:cubicBezTo>
                <a:cubicBezTo>
                  <a:pt x="1633" y="680"/>
                  <a:pt x="1638" y="679"/>
                  <a:pt x="1643" y="679"/>
                </a:cubicBezTo>
                <a:cubicBezTo>
                  <a:pt x="1648" y="679"/>
                  <a:pt x="1652" y="681"/>
                  <a:pt x="1656" y="684"/>
                </a:cubicBezTo>
                <a:moveTo>
                  <a:pt x="1756" y="797"/>
                </a:moveTo>
                <a:cubicBezTo>
                  <a:pt x="1760" y="802"/>
                  <a:pt x="1764" y="807"/>
                  <a:pt x="1767" y="812"/>
                </a:cubicBezTo>
                <a:cubicBezTo>
                  <a:pt x="1771" y="816"/>
                  <a:pt x="1772" y="820"/>
                  <a:pt x="1771" y="825"/>
                </a:cubicBezTo>
                <a:cubicBezTo>
                  <a:pt x="1771" y="831"/>
                  <a:pt x="1768" y="835"/>
                  <a:pt x="1764" y="838"/>
                </a:cubicBezTo>
                <a:cubicBezTo>
                  <a:pt x="1760" y="841"/>
                  <a:pt x="1756" y="842"/>
                  <a:pt x="1751" y="842"/>
                </a:cubicBezTo>
                <a:cubicBezTo>
                  <a:pt x="1746" y="841"/>
                  <a:pt x="1741" y="839"/>
                  <a:pt x="1738" y="835"/>
                </a:cubicBezTo>
                <a:cubicBezTo>
                  <a:pt x="1734" y="830"/>
                  <a:pt x="1731" y="825"/>
                  <a:pt x="1727" y="821"/>
                </a:cubicBezTo>
                <a:cubicBezTo>
                  <a:pt x="1723" y="817"/>
                  <a:pt x="1722" y="812"/>
                  <a:pt x="1723" y="807"/>
                </a:cubicBezTo>
                <a:cubicBezTo>
                  <a:pt x="1723" y="802"/>
                  <a:pt x="1725" y="798"/>
                  <a:pt x="1729" y="794"/>
                </a:cubicBezTo>
                <a:cubicBezTo>
                  <a:pt x="1733" y="791"/>
                  <a:pt x="1738" y="790"/>
                  <a:pt x="1743" y="790"/>
                </a:cubicBezTo>
                <a:cubicBezTo>
                  <a:pt x="1748" y="791"/>
                  <a:pt x="1752" y="793"/>
                  <a:pt x="1756" y="797"/>
                </a:cubicBezTo>
                <a:moveTo>
                  <a:pt x="1845" y="918"/>
                </a:moveTo>
                <a:cubicBezTo>
                  <a:pt x="1849" y="923"/>
                  <a:pt x="1852" y="928"/>
                  <a:pt x="1856" y="934"/>
                </a:cubicBezTo>
                <a:cubicBezTo>
                  <a:pt x="1859" y="938"/>
                  <a:pt x="1860" y="943"/>
                  <a:pt x="1859" y="948"/>
                </a:cubicBezTo>
                <a:cubicBezTo>
                  <a:pt x="1858" y="953"/>
                  <a:pt x="1855" y="957"/>
                  <a:pt x="1851" y="959"/>
                </a:cubicBezTo>
                <a:cubicBezTo>
                  <a:pt x="1846" y="962"/>
                  <a:pt x="1842" y="963"/>
                  <a:pt x="1837" y="962"/>
                </a:cubicBezTo>
                <a:cubicBezTo>
                  <a:pt x="1832" y="961"/>
                  <a:pt x="1828" y="959"/>
                  <a:pt x="1825" y="954"/>
                </a:cubicBezTo>
                <a:cubicBezTo>
                  <a:pt x="1821" y="949"/>
                  <a:pt x="1818" y="944"/>
                  <a:pt x="1815" y="939"/>
                </a:cubicBezTo>
                <a:cubicBezTo>
                  <a:pt x="1812" y="935"/>
                  <a:pt x="1811" y="930"/>
                  <a:pt x="1812" y="925"/>
                </a:cubicBezTo>
                <a:cubicBezTo>
                  <a:pt x="1813" y="920"/>
                  <a:pt x="1815" y="916"/>
                  <a:pt x="1819" y="913"/>
                </a:cubicBezTo>
                <a:cubicBezTo>
                  <a:pt x="1824" y="910"/>
                  <a:pt x="1828" y="909"/>
                  <a:pt x="1833" y="910"/>
                </a:cubicBezTo>
                <a:cubicBezTo>
                  <a:pt x="1839" y="911"/>
                  <a:pt x="1843" y="914"/>
                  <a:pt x="1845" y="918"/>
                </a:cubicBezTo>
                <a:moveTo>
                  <a:pt x="1925" y="1047"/>
                </a:moveTo>
                <a:cubicBezTo>
                  <a:pt x="1928" y="1052"/>
                  <a:pt x="1931" y="1058"/>
                  <a:pt x="1934" y="1064"/>
                </a:cubicBezTo>
                <a:cubicBezTo>
                  <a:pt x="1937" y="1068"/>
                  <a:pt x="1937" y="1073"/>
                  <a:pt x="1936" y="1078"/>
                </a:cubicBezTo>
                <a:cubicBezTo>
                  <a:pt x="1934" y="1083"/>
                  <a:pt x="1932" y="1086"/>
                  <a:pt x="1927" y="1089"/>
                </a:cubicBezTo>
                <a:cubicBezTo>
                  <a:pt x="1922" y="1091"/>
                  <a:pt x="1918" y="1092"/>
                  <a:pt x="1913" y="1091"/>
                </a:cubicBezTo>
                <a:cubicBezTo>
                  <a:pt x="1908" y="1089"/>
                  <a:pt x="1904" y="1086"/>
                  <a:pt x="1902" y="1082"/>
                </a:cubicBezTo>
                <a:cubicBezTo>
                  <a:pt x="1899" y="1076"/>
                  <a:pt x="1896" y="1071"/>
                  <a:pt x="1893" y="1065"/>
                </a:cubicBezTo>
                <a:cubicBezTo>
                  <a:pt x="1890" y="1061"/>
                  <a:pt x="1889" y="1056"/>
                  <a:pt x="1891" y="1051"/>
                </a:cubicBezTo>
                <a:cubicBezTo>
                  <a:pt x="1892" y="1046"/>
                  <a:pt x="1895" y="1042"/>
                  <a:pt x="1900" y="1040"/>
                </a:cubicBezTo>
                <a:cubicBezTo>
                  <a:pt x="1904" y="1037"/>
                  <a:pt x="1909" y="1037"/>
                  <a:pt x="1914" y="1038"/>
                </a:cubicBezTo>
                <a:cubicBezTo>
                  <a:pt x="1919" y="1039"/>
                  <a:pt x="1923" y="1042"/>
                  <a:pt x="1925" y="1047"/>
                </a:cubicBezTo>
                <a:moveTo>
                  <a:pt x="1993" y="1180"/>
                </a:moveTo>
                <a:cubicBezTo>
                  <a:pt x="1996" y="1186"/>
                  <a:pt x="1998" y="1191"/>
                  <a:pt x="2001" y="1197"/>
                </a:cubicBezTo>
                <a:cubicBezTo>
                  <a:pt x="2003" y="1202"/>
                  <a:pt x="2003" y="1207"/>
                  <a:pt x="2001" y="1211"/>
                </a:cubicBezTo>
                <a:cubicBezTo>
                  <a:pt x="1999" y="1216"/>
                  <a:pt x="1996" y="1220"/>
                  <a:pt x="1991" y="1222"/>
                </a:cubicBezTo>
                <a:cubicBezTo>
                  <a:pt x="1987" y="1224"/>
                  <a:pt x="1982" y="1224"/>
                  <a:pt x="1977" y="1222"/>
                </a:cubicBezTo>
                <a:cubicBezTo>
                  <a:pt x="1972" y="1220"/>
                  <a:pt x="1969" y="1217"/>
                  <a:pt x="1967" y="1212"/>
                </a:cubicBezTo>
                <a:cubicBezTo>
                  <a:pt x="1964" y="1207"/>
                  <a:pt x="1962" y="1201"/>
                  <a:pt x="1959" y="1196"/>
                </a:cubicBezTo>
                <a:cubicBezTo>
                  <a:pt x="1957" y="1191"/>
                  <a:pt x="1957" y="1186"/>
                  <a:pt x="1958" y="1181"/>
                </a:cubicBezTo>
                <a:cubicBezTo>
                  <a:pt x="1960" y="1177"/>
                  <a:pt x="1963" y="1173"/>
                  <a:pt x="1968" y="1171"/>
                </a:cubicBezTo>
                <a:cubicBezTo>
                  <a:pt x="1973" y="1169"/>
                  <a:pt x="1978" y="1169"/>
                  <a:pt x="1982" y="1170"/>
                </a:cubicBezTo>
                <a:cubicBezTo>
                  <a:pt x="1987" y="1172"/>
                  <a:pt x="1991" y="1175"/>
                  <a:pt x="1993" y="1180"/>
                </a:cubicBezTo>
                <a:moveTo>
                  <a:pt x="2051" y="1320"/>
                </a:moveTo>
                <a:cubicBezTo>
                  <a:pt x="2053" y="1326"/>
                  <a:pt x="2055" y="1332"/>
                  <a:pt x="2057" y="1338"/>
                </a:cubicBezTo>
                <a:cubicBezTo>
                  <a:pt x="2059" y="1343"/>
                  <a:pt x="2059" y="1347"/>
                  <a:pt x="2057" y="1352"/>
                </a:cubicBezTo>
                <a:cubicBezTo>
                  <a:pt x="2055" y="1357"/>
                  <a:pt x="2051" y="1360"/>
                  <a:pt x="2046" y="1362"/>
                </a:cubicBezTo>
                <a:cubicBezTo>
                  <a:pt x="2041" y="1363"/>
                  <a:pt x="2037" y="1363"/>
                  <a:pt x="2032" y="1361"/>
                </a:cubicBezTo>
                <a:cubicBezTo>
                  <a:pt x="2027" y="1359"/>
                  <a:pt x="2024" y="1355"/>
                  <a:pt x="2022" y="1350"/>
                </a:cubicBezTo>
                <a:cubicBezTo>
                  <a:pt x="2020" y="1345"/>
                  <a:pt x="2018" y="1339"/>
                  <a:pt x="2016" y="1333"/>
                </a:cubicBezTo>
                <a:cubicBezTo>
                  <a:pt x="2014" y="1328"/>
                  <a:pt x="2014" y="1323"/>
                  <a:pt x="2016" y="1319"/>
                </a:cubicBezTo>
                <a:cubicBezTo>
                  <a:pt x="2019" y="1314"/>
                  <a:pt x="2022" y="1311"/>
                  <a:pt x="2027" y="1309"/>
                </a:cubicBezTo>
                <a:cubicBezTo>
                  <a:pt x="2032" y="1307"/>
                  <a:pt x="2036" y="1307"/>
                  <a:pt x="2041" y="1309"/>
                </a:cubicBezTo>
                <a:cubicBezTo>
                  <a:pt x="2046" y="1311"/>
                  <a:pt x="2049" y="1315"/>
                  <a:pt x="2051" y="1320"/>
                </a:cubicBezTo>
                <a:moveTo>
                  <a:pt x="2098" y="1463"/>
                </a:moveTo>
                <a:lnTo>
                  <a:pt x="2103" y="1481"/>
                </a:lnTo>
                <a:cubicBezTo>
                  <a:pt x="2105" y="1486"/>
                  <a:pt x="2104" y="1490"/>
                  <a:pt x="2102" y="1495"/>
                </a:cubicBezTo>
                <a:cubicBezTo>
                  <a:pt x="2099" y="1499"/>
                  <a:pt x="2095" y="1502"/>
                  <a:pt x="2091" y="1504"/>
                </a:cubicBezTo>
                <a:cubicBezTo>
                  <a:pt x="2086" y="1505"/>
                  <a:pt x="2081" y="1505"/>
                  <a:pt x="2076" y="1502"/>
                </a:cubicBezTo>
                <a:cubicBezTo>
                  <a:pt x="2072" y="1500"/>
                  <a:pt x="2069" y="1496"/>
                  <a:pt x="2067" y="1491"/>
                </a:cubicBezTo>
                <a:lnTo>
                  <a:pt x="2062" y="1473"/>
                </a:lnTo>
                <a:cubicBezTo>
                  <a:pt x="2061" y="1468"/>
                  <a:pt x="2061" y="1464"/>
                  <a:pt x="2064" y="1459"/>
                </a:cubicBezTo>
                <a:cubicBezTo>
                  <a:pt x="2066" y="1455"/>
                  <a:pt x="2070" y="1452"/>
                  <a:pt x="2075" y="1450"/>
                </a:cubicBezTo>
                <a:cubicBezTo>
                  <a:pt x="2080" y="1449"/>
                  <a:pt x="2085" y="1449"/>
                  <a:pt x="2089" y="1452"/>
                </a:cubicBezTo>
                <a:cubicBezTo>
                  <a:pt x="2094" y="1454"/>
                  <a:pt x="2097" y="1458"/>
                  <a:pt x="2098" y="1463"/>
                </a:cubicBezTo>
                <a:moveTo>
                  <a:pt x="2135" y="1608"/>
                </a:moveTo>
                <a:lnTo>
                  <a:pt x="2140" y="1627"/>
                </a:lnTo>
                <a:cubicBezTo>
                  <a:pt x="2141" y="1632"/>
                  <a:pt x="2140" y="1637"/>
                  <a:pt x="2137" y="1641"/>
                </a:cubicBezTo>
                <a:cubicBezTo>
                  <a:pt x="2134" y="1645"/>
                  <a:pt x="2130" y="1648"/>
                  <a:pt x="2125" y="1649"/>
                </a:cubicBezTo>
                <a:cubicBezTo>
                  <a:pt x="2120" y="1650"/>
                  <a:pt x="2116" y="1649"/>
                  <a:pt x="2111" y="1647"/>
                </a:cubicBezTo>
                <a:cubicBezTo>
                  <a:pt x="2107" y="1644"/>
                  <a:pt x="2104" y="1640"/>
                  <a:pt x="2103" y="1635"/>
                </a:cubicBezTo>
                <a:lnTo>
                  <a:pt x="2099" y="1617"/>
                </a:lnTo>
                <a:cubicBezTo>
                  <a:pt x="2098" y="1611"/>
                  <a:pt x="2099" y="1607"/>
                  <a:pt x="2101" y="1602"/>
                </a:cubicBezTo>
                <a:cubicBezTo>
                  <a:pt x="2104" y="1598"/>
                  <a:pt x="2108" y="1595"/>
                  <a:pt x="2113" y="1594"/>
                </a:cubicBezTo>
                <a:cubicBezTo>
                  <a:pt x="2118" y="1593"/>
                  <a:pt x="2123" y="1594"/>
                  <a:pt x="2127" y="1597"/>
                </a:cubicBezTo>
                <a:cubicBezTo>
                  <a:pt x="2132" y="1600"/>
                  <a:pt x="2134" y="1603"/>
                  <a:pt x="2135" y="1608"/>
                </a:cubicBezTo>
                <a:moveTo>
                  <a:pt x="2165" y="1759"/>
                </a:moveTo>
                <a:lnTo>
                  <a:pt x="2167" y="1773"/>
                </a:lnTo>
                <a:cubicBezTo>
                  <a:pt x="2168" y="1778"/>
                  <a:pt x="2166" y="1783"/>
                  <a:pt x="2163" y="1787"/>
                </a:cubicBezTo>
                <a:cubicBezTo>
                  <a:pt x="2160" y="1791"/>
                  <a:pt x="2156" y="1794"/>
                  <a:pt x="2151" y="1795"/>
                </a:cubicBezTo>
                <a:cubicBezTo>
                  <a:pt x="2146" y="1795"/>
                  <a:pt x="2141" y="1794"/>
                  <a:pt x="2137" y="1791"/>
                </a:cubicBezTo>
                <a:cubicBezTo>
                  <a:pt x="2133" y="1788"/>
                  <a:pt x="2131" y="1784"/>
                  <a:pt x="2130" y="1779"/>
                </a:cubicBezTo>
                <a:lnTo>
                  <a:pt x="2128" y="1765"/>
                </a:lnTo>
                <a:cubicBezTo>
                  <a:pt x="2127" y="1760"/>
                  <a:pt x="2128" y="1756"/>
                  <a:pt x="2131" y="1751"/>
                </a:cubicBezTo>
                <a:cubicBezTo>
                  <a:pt x="2134" y="1747"/>
                  <a:pt x="2138" y="1745"/>
                  <a:pt x="2143" y="1744"/>
                </a:cubicBezTo>
                <a:cubicBezTo>
                  <a:pt x="2148" y="1743"/>
                  <a:pt x="2153" y="1744"/>
                  <a:pt x="2157" y="1747"/>
                </a:cubicBezTo>
                <a:cubicBezTo>
                  <a:pt x="2161" y="1750"/>
                  <a:pt x="2164" y="1754"/>
                  <a:pt x="2165" y="1759"/>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40" name=""/>
          <p:cNvSpPr/>
          <p:nvPr/>
        </p:nvSpPr>
        <p:spPr>
          <a:xfrm>
            <a:off x="4877280" y="2909520"/>
            <a:ext cx="74520" cy="61920"/>
          </a:xfrm>
          <a:custGeom>
            <a:avLst/>
            <a:gdLst/>
            <a:ahLst/>
            <a:rect l="0" t="0" r="r" b="b"/>
            <a:pathLst>
              <a:path fill="none" w="207" h="172">
                <a:moveTo>
                  <a:pt x="207" y="0"/>
                </a:moveTo>
                <a:lnTo>
                  <a:pt x="127" y="172"/>
                </a:lnTo>
                <a:lnTo>
                  <a:pt x="0" y="32"/>
                </a:lnTo>
              </a:path>
            </a:pathLst>
          </a:custGeom>
          <a:ln cap="rnd" w="14040">
            <a:solidFill>
              <a:srgbClr val="3D3D3A"/>
            </a:solidFill>
            <a:round/>
          </a:ln>
        </p:spPr>
        <p:txBody>
          <a:bodyPr lIns="6840" tIns="6840" rIns="6840" bIns="6840" anchor="t">
            <a:noAutofit/>
          </a:bodyPr>
          <a:p>
            <a:endParaRPr lang="en-US" sz="2400" b="0" u="none" strike="noStrike">
              <a:solidFill>
                <a:srgbClr val="000000"/>
              </a:solidFill>
              <a:effectLst/>
              <a:uFillTx/>
              <a:latin typeface="游明朝体"/>
            </a:endParaRPr>
          </a:p>
        </p:txBody>
      </p:sp>
      <p:sp>
        <p:nvSpPr>
          <p:cNvPr id="2941" name=""/>
          <p:cNvSpPr/>
          <p:nvPr/>
        </p:nvSpPr>
        <p:spPr>
          <a:xfrm>
            <a:off x="4150080" y="3542760"/>
            <a:ext cx="780480" cy="645840"/>
          </a:xfrm>
          <a:custGeom>
            <a:avLst/>
            <a:gdLst/>
            <a:ahLst/>
            <a:rect l="0" t="0" r="r" b="b"/>
            <a:pathLst>
              <a:path w="2168" h="1794">
                <a:moveTo>
                  <a:pt x="2167" y="22"/>
                </a:moveTo>
                <a:lnTo>
                  <a:pt x="2164" y="41"/>
                </a:lnTo>
                <a:cubicBezTo>
                  <a:pt x="2163" y="46"/>
                  <a:pt x="2160" y="50"/>
                  <a:pt x="2156" y="53"/>
                </a:cubicBezTo>
                <a:cubicBezTo>
                  <a:pt x="2152" y="56"/>
                  <a:pt x="2147" y="57"/>
                  <a:pt x="2142" y="57"/>
                </a:cubicBezTo>
                <a:cubicBezTo>
                  <a:pt x="2137" y="56"/>
                  <a:pt x="2133" y="53"/>
                  <a:pt x="2130" y="49"/>
                </a:cubicBezTo>
                <a:cubicBezTo>
                  <a:pt x="2127" y="45"/>
                  <a:pt x="2126" y="40"/>
                  <a:pt x="2127" y="35"/>
                </a:cubicBezTo>
                <a:lnTo>
                  <a:pt x="2130" y="15"/>
                </a:lnTo>
                <a:cubicBezTo>
                  <a:pt x="2131" y="10"/>
                  <a:pt x="2133" y="6"/>
                  <a:pt x="2137" y="3"/>
                </a:cubicBezTo>
                <a:cubicBezTo>
                  <a:pt x="2141" y="0"/>
                  <a:pt x="2146" y="-1"/>
                  <a:pt x="2151" y="0"/>
                </a:cubicBezTo>
                <a:cubicBezTo>
                  <a:pt x="2156" y="0"/>
                  <a:pt x="2160" y="3"/>
                  <a:pt x="2163" y="7"/>
                </a:cubicBezTo>
                <a:cubicBezTo>
                  <a:pt x="2166" y="11"/>
                  <a:pt x="2168" y="16"/>
                  <a:pt x="2167" y="22"/>
                </a:cubicBezTo>
                <a:moveTo>
                  <a:pt x="2138" y="174"/>
                </a:moveTo>
                <a:lnTo>
                  <a:pt x="2134" y="192"/>
                </a:lnTo>
                <a:cubicBezTo>
                  <a:pt x="2133" y="197"/>
                  <a:pt x="2130" y="201"/>
                  <a:pt x="2126" y="204"/>
                </a:cubicBezTo>
                <a:cubicBezTo>
                  <a:pt x="2122" y="206"/>
                  <a:pt x="2117" y="207"/>
                  <a:pt x="2112" y="206"/>
                </a:cubicBezTo>
                <a:cubicBezTo>
                  <a:pt x="2107" y="205"/>
                  <a:pt x="2103" y="202"/>
                  <a:pt x="2100" y="198"/>
                </a:cubicBezTo>
                <a:cubicBezTo>
                  <a:pt x="2098" y="194"/>
                  <a:pt x="2097" y="189"/>
                  <a:pt x="2098" y="184"/>
                </a:cubicBezTo>
                <a:lnTo>
                  <a:pt x="2102" y="165"/>
                </a:lnTo>
                <a:cubicBezTo>
                  <a:pt x="2103" y="160"/>
                  <a:pt x="2106" y="157"/>
                  <a:pt x="2110" y="154"/>
                </a:cubicBezTo>
                <a:cubicBezTo>
                  <a:pt x="2114" y="151"/>
                  <a:pt x="2119" y="150"/>
                  <a:pt x="2124" y="151"/>
                </a:cubicBezTo>
                <a:cubicBezTo>
                  <a:pt x="2129" y="152"/>
                  <a:pt x="2133" y="155"/>
                  <a:pt x="2136" y="159"/>
                </a:cubicBezTo>
                <a:cubicBezTo>
                  <a:pt x="2139" y="164"/>
                  <a:pt x="2139" y="169"/>
                  <a:pt x="2138" y="174"/>
                </a:cubicBezTo>
                <a:moveTo>
                  <a:pt x="2102" y="319"/>
                </a:moveTo>
                <a:lnTo>
                  <a:pt x="2097" y="336"/>
                </a:lnTo>
                <a:cubicBezTo>
                  <a:pt x="2095" y="341"/>
                  <a:pt x="2092" y="345"/>
                  <a:pt x="2088" y="347"/>
                </a:cubicBezTo>
                <a:cubicBezTo>
                  <a:pt x="2083" y="350"/>
                  <a:pt x="2079" y="350"/>
                  <a:pt x="2074" y="349"/>
                </a:cubicBezTo>
                <a:cubicBezTo>
                  <a:pt x="2069" y="347"/>
                  <a:pt x="2065" y="344"/>
                  <a:pt x="2062" y="340"/>
                </a:cubicBezTo>
                <a:cubicBezTo>
                  <a:pt x="2060" y="335"/>
                  <a:pt x="2059" y="331"/>
                  <a:pt x="2061" y="326"/>
                </a:cubicBezTo>
                <a:lnTo>
                  <a:pt x="2066" y="308"/>
                </a:lnTo>
                <a:cubicBezTo>
                  <a:pt x="2067" y="303"/>
                  <a:pt x="2070" y="300"/>
                  <a:pt x="2075" y="297"/>
                </a:cubicBezTo>
                <a:cubicBezTo>
                  <a:pt x="2079" y="295"/>
                  <a:pt x="2084" y="294"/>
                  <a:pt x="2089" y="295"/>
                </a:cubicBezTo>
                <a:cubicBezTo>
                  <a:pt x="2094" y="297"/>
                  <a:pt x="2098" y="300"/>
                  <a:pt x="2100" y="304"/>
                </a:cubicBezTo>
                <a:cubicBezTo>
                  <a:pt x="2103" y="309"/>
                  <a:pt x="2103" y="314"/>
                  <a:pt x="2102" y="319"/>
                </a:cubicBezTo>
                <a:moveTo>
                  <a:pt x="2056" y="461"/>
                </a:moveTo>
                <a:cubicBezTo>
                  <a:pt x="2053" y="467"/>
                  <a:pt x="2051" y="473"/>
                  <a:pt x="2049" y="479"/>
                </a:cubicBezTo>
                <a:cubicBezTo>
                  <a:pt x="2047" y="484"/>
                  <a:pt x="2044" y="488"/>
                  <a:pt x="2039" y="490"/>
                </a:cubicBezTo>
                <a:cubicBezTo>
                  <a:pt x="2035" y="492"/>
                  <a:pt x="2030" y="492"/>
                  <a:pt x="2025" y="490"/>
                </a:cubicBezTo>
                <a:cubicBezTo>
                  <a:pt x="2020" y="489"/>
                  <a:pt x="2017" y="485"/>
                  <a:pt x="2014" y="481"/>
                </a:cubicBezTo>
                <a:cubicBezTo>
                  <a:pt x="2012" y="476"/>
                  <a:pt x="2012" y="471"/>
                  <a:pt x="2014" y="466"/>
                </a:cubicBezTo>
                <a:cubicBezTo>
                  <a:pt x="2016" y="460"/>
                  <a:pt x="2018" y="455"/>
                  <a:pt x="2020" y="449"/>
                </a:cubicBezTo>
                <a:cubicBezTo>
                  <a:pt x="2022" y="444"/>
                  <a:pt x="2025" y="440"/>
                  <a:pt x="2030" y="438"/>
                </a:cubicBezTo>
                <a:cubicBezTo>
                  <a:pt x="2035" y="436"/>
                  <a:pt x="2040" y="436"/>
                  <a:pt x="2044" y="437"/>
                </a:cubicBezTo>
                <a:cubicBezTo>
                  <a:pt x="2049" y="439"/>
                  <a:pt x="2053" y="442"/>
                  <a:pt x="2055" y="447"/>
                </a:cubicBezTo>
                <a:cubicBezTo>
                  <a:pt x="2057" y="452"/>
                  <a:pt x="2057" y="457"/>
                  <a:pt x="2056" y="461"/>
                </a:cubicBezTo>
                <a:moveTo>
                  <a:pt x="1999" y="602"/>
                </a:moveTo>
                <a:cubicBezTo>
                  <a:pt x="1996" y="608"/>
                  <a:pt x="1993" y="613"/>
                  <a:pt x="1991" y="619"/>
                </a:cubicBezTo>
                <a:cubicBezTo>
                  <a:pt x="1989" y="624"/>
                  <a:pt x="1985" y="627"/>
                  <a:pt x="1980" y="629"/>
                </a:cubicBezTo>
                <a:cubicBezTo>
                  <a:pt x="1975" y="630"/>
                  <a:pt x="1971" y="630"/>
                  <a:pt x="1966" y="628"/>
                </a:cubicBezTo>
                <a:cubicBezTo>
                  <a:pt x="1961" y="626"/>
                  <a:pt x="1958" y="622"/>
                  <a:pt x="1956" y="617"/>
                </a:cubicBezTo>
                <a:cubicBezTo>
                  <a:pt x="1954" y="613"/>
                  <a:pt x="1955" y="608"/>
                  <a:pt x="1957" y="603"/>
                </a:cubicBezTo>
                <a:cubicBezTo>
                  <a:pt x="1959" y="598"/>
                  <a:pt x="1962" y="592"/>
                  <a:pt x="1965" y="586"/>
                </a:cubicBezTo>
                <a:cubicBezTo>
                  <a:pt x="1967" y="582"/>
                  <a:pt x="1970" y="578"/>
                  <a:pt x="1975" y="577"/>
                </a:cubicBezTo>
                <a:cubicBezTo>
                  <a:pt x="1980" y="575"/>
                  <a:pt x="1985" y="575"/>
                  <a:pt x="1989" y="577"/>
                </a:cubicBezTo>
                <a:cubicBezTo>
                  <a:pt x="1994" y="579"/>
                  <a:pt x="1997" y="583"/>
                  <a:pt x="1999" y="588"/>
                </a:cubicBezTo>
                <a:cubicBezTo>
                  <a:pt x="2001" y="592"/>
                  <a:pt x="2001" y="597"/>
                  <a:pt x="1999" y="602"/>
                </a:cubicBezTo>
                <a:moveTo>
                  <a:pt x="1932" y="735"/>
                </a:moveTo>
                <a:cubicBezTo>
                  <a:pt x="1929" y="741"/>
                  <a:pt x="1926" y="746"/>
                  <a:pt x="1923" y="752"/>
                </a:cubicBezTo>
                <a:cubicBezTo>
                  <a:pt x="1920" y="756"/>
                  <a:pt x="1916" y="759"/>
                  <a:pt x="1911" y="761"/>
                </a:cubicBezTo>
                <a:cubicBezTo>
                  <a:pt x="1906" y="762"/>
                  <a:pt x="1902" y="762"/>
                  <a:pt x="1897" y="759"/>
                </a:cubicBezTo>
                <a:cubicBezTo>
                  <a:pt x="1893" y="756"/>
                  <a:pt x="1890" y="753"/>
                  <a:pt x="1888" y="748"/>
                </a:cubicBezTo>
                <a:cubicBezTo>
                  <a:pt x="1887" y="743"/>
                  <a:pt x="1887" y="738"/>
                  <a:pt x="1890" y="734"/>
                </a:cubicBezTo>
                <a:cubicBezTo>
                  <a:pt x="1893" y="728"/>
                  <a:pt x="1896" y="723"/>
                  <a:pt x="1899" y="717"/>
                </a:cubicBezTo>
                <a:cubicBezTo>
                  <a:pt x="1902" y="713"/>
                  <a:pt x="1905" y="710"/>
                  <a:pt x="1910" y="708"/>
                </a:cubicBezTo>
                <a:cubicBezTo>
                  <a:pt x="1915" y="707"/>
                  <a:pt x="1920" y="707"/>
                  <a:pt x="1924" y="710"/>
                </a:cubicBezTo>
                <a:cubicBezTo>
                  <a:pt x="1929" y="712"/>
                  <a:pt x="1932" y="716"/>
                  <a:pt x="1933" y="721"/>
                </a:cubicBezTo>
                <a:cubicBezTo>
                  <a:pt x="1935" y="726"/>
                  <a:pt x="1934" y="731"/>
                  <a:pt x="1932" y="735"/>
                </a:cubicBezTo>
                <a:moveTo>
                  <a:pt x="1853" y="865"/>
                </a:moveTo>
                <a:cubicBezTo>
                  <a:pt x="1850" y="870"/>
                  <a:pt x="1846" y="876"/>
                  <a:pt x="1842" y="881"/>
                </a:cubicBezTo>
                <a:cubicBezTo>
                  <a:pt x="1840" y="885"/>
                  <a:pt x="1836" y="888"/>
                  <a:pt x="1830" y="889"/>
                </a:cubicBezTo>
                <a:cubicBezTo>
                  <a:pt x="1825" y="889"/>
                  <a:pt x="1821" y="889"/>
                  <a:pt x="1816" y="886"/>
                </a:cubicBezTo>
                <a:cubicBezTo>
                  <a:pt x="1812" y="883"/>
                  <a:pt x="1810" y="879"/>
                  <a:pt x="1809" y="874"/>
                </a:cubicBezTo>
                <a:cubicBezTo>
                  <a:pt x="1808" y="869"/>
                  <a:pt x="1809" y="864"/>
                  <a:pt x="1812" y="860"/>
                </a:cubicBezTo>
                <a:cubicBezTo>
                  <a:pt x="1815" y="855"/>
                  <a:pt x="1819" y="849"/>
                  <a:pt x="1822" y="844"/>
                </a:cubicBezTo>
                <a:cubicBezTo>
                  <a:pt x="1825" y="840"/>
                  <a:pt x="1829" y="837"/>
                  <a:pt x="1834" y="836"/>
                </a:cubicBezTo>
                <a:cubicBezTo>
                  <a:pt x="1839" y="835"/>
                  <a:pt x="1844" y="836"/>
                  <a:pt x="1848" y="839"/>
                </a:cubicBezTo>
                <a:cubicBezTo>
                  <a:pt x="1852" y="842"/>
                  <a:pt x="1855" y="846"/>
                  <a:pt x="1856" y="851"/>
                </a:cubicBezTo>
                <a:cubicBezTo>
                  <a:pt x="1857" y="856"/>
                  <a:pt x="1856" y="861"/>
                  <a:pt x="1853" y="865"/>
                </a:cubicBezTo>
                <a:moveTo>
                  <a:pt x="1764" y="987"/>
                </a:moveTo>
                <a:cubicBezTo>
                  <a:pt x="1760" y="992"/>
                  <a:pt x="1756" y="996"/>
                  <a:pt x="1752" y="1001"/>
                </a:cubicBezTo>
                <a:cubicBezTo>
                  <a:pt x="1749" y="1005"/>
                  <a:pt x="1745" y="1008"/>
                  <a:pt x="1740" y="1008"/>
                </a:cubicBezTo>
                <a:cubicBezTo>
                  <a:pt x="1735" y="1009"/>
                  <a:pt x="1730" y="1007"/>
                  <a:pt x="1726" y="1004"/>
                </a:cubicBezTo>
                <a:cubicBezTo>
                  <a:pt x="1722" y="1001"/>
                  <a:pt x="1720" y="996"/>
                  <a:pt x="1719" y="991"/>
                </a:cubicBezTo>
                <a:cubicBezTo>
                  <a:pt x="1719" y="986"/>
                  <a:pt x="1720" y="982"/>
                  <a:pt x="1723" y="978"/>
                </a:cubicBezTo>
                <a:cubicBezTo>
                  <a:pt x="1727" y="973"/>
                  <a:pt x="1731" y="968"/>
                  <a:pt x="1735" y="963"/>
                </a:cubicBezTo>
                <a:cubicBezTo>
                  <a:pt x="1738" y="959"/>
                  <a:pt x="1742" y="957"/>
                  <a:pt x="1747" y="956"/>
                </a:cubicBezTo>
                <a:cubicBezTo>
                  <a:pt x="1753" y="956"/>
                  <a:pt x="1757" y="957"/>
                  <a:pt x="1761" y="960"/>
                </a:cubicBezTo>
                <a:cubicBezTo>
                  <a:pt x="1765" y="964"/>
                  <a:pt x="1768" y="968"/>
                  <a:pt x="1768" y="973"/>
                </a:cubicBezTo>
                <a:cubicBezTo>
                  <a:pt x="1769" y="978"/>
                  <a:pt x="1767" y="983"/>
                  <a:pt x="1764" y="987"/>
                </a:cubicBezTo>
                <a:moveTo>
                  <a:pt x="1665" y="1100"/>
                </a:moveTo>
                <a:cubicBezTo>
                  <a:pt x="1661" y="1105"/>
                  <a:pt x="1657" y="1109"/>
                  <a:pt x="1652" y="1114"/>
                </a:cubicBezTo>
                <a:cubicBezTo>
                  <a:pt x="1649" y="1117"/>
                  <a:pt x="1644" y="1119"/>
                  <a:pt x="1639" y="1119"/>
                </a:cubicBezTo>
                <a:cubicBezTo>
                  <a:pt x="1634" y="1119"/>
                  <a:pt x="1630" y="1118"/>
                  <a:pt x="1626" y="1114"/>
                </a:cubicBezTo>
                <a:cubicBezTo>
                  <a:pt x="1622" y="1110"/>
                  <a:pt x="1620" y="1106"/>
                  <a:pt x="1620" y="1101"/>
                </a:cubicBezTo>
                <a:cubicBezTo>
                  <a:pt x="1620" y="1096"/>
                  <a:pt x="1622" y="1091"/>
                  <a:pt x="1625" y="1088"/>
                </a:cubicBezTo>
                <a:cubicBezTo>
                  <a:pt x="1630" y="1083"/>
                  <a:pt x="1634" y="1079"/>
                  <a:pt x="1638" y="1074"/>
                </a:cubicBezTo>
                <a:cubicBezTo>
                  <a:pt x="1642" y="1070"/>
                  <a:pt x="1646" y="1069"/>
                  <a:pt x="1651" y="1068"/>
                </a:cubicBezTo>
                <a:cubicBezTo>
                  <a:pt x="1656" y="1068"/>
                  <a:pt x="1661" y="1070"/>
                  <a:pt x="1665" y="1074"/>
                </a:cubicBezTo>
                <a:cubicBezTo>
                  <a:pt x="1668" y="1077"/>
                  <a:pt x="1670" y="1081"/>
                  <a:pt x="1670" y="1087"/>
                </a:cubicBezTo>
                <a:cubicBezTo>
                  <a:pt x="1671" y="1092"/>
                  <a:pt x="1669" y="1096"/>
                  <a:pt x="1665" y="1100"/>
                </a:cubicBezTo>
                <a:moveTo>
                  <a:pt x="1556" y="1205"/>
                </a:moveTo>
                <a:cubicBezTo>
                  <a:pt x="1552" y="1209"/>
                  <a:pt x="1547" y="1213"/>
                  <a:pt x="1542" y="1218"/>
                </a:cubicBezTo>
                <a:cubicBezTo>
                  <a:pt x="1538" y="1221"/>
                  <a:pt x="1534" y="1223"/>
                  <a:pt x="1529" y="1222"/>
                </a:cubicBezTo>
                <a:cubicBezTo>
                  <a:pt x="1523" y="1222"/>
                  <a:pt x="1519" y="1220"/>
                  <a:pt x="1516" y="1216"/>
                </a:cubicBezTo>
                <a:cubicBezTo>
                  <a:pt x="1512" y="1212"/>
                  <a:pt x="1511" y="1207"/>
                  <a:pt x="1511" y="1202"/>
                </a:cubicBezTo>
                <a:cubicBezTo>
                  <a:pt x="1512" y="1197"/>
                  <a:pt x="1514" y="1193"/>
                  <a:pt x="1518" y="1189"/>
                </a:cubicBezTo>
                <a:cubicBezTo>
                  <a:pt x="1522" y="1185"/>
                  <a:pt x="1527" y="1181"/>
                  <a:pt x="1532" y="1177"/>
                </a:cubicBezTo>
                <a:cubicBezTo>
                  <a:pt x="1536" y="1174"/>
                  <a:pt x="1540" y="1172"/>
                  <a:pt x="1545" y="1172"/>
                </a:cubicBezTo>
                <a:cubicBezTo>
                  <a:pt x="1550" y="1173"/>
                  <a:pt x="1555" y="1175"/>
                  <a:pt x="1558" y="1179"/>
                </a:cubicBezTo>
                <a:cubicBezTo>
                  <a:pt x="1561" y="1183"/>
                  <a:pt x="1563" y="1187"/>
                  <a:pt x="1563" y="1192"/>
                </a:cubicBezTo>
                <a:cubicBezTo>
                  <a:pt x="1562" y="1197"/>
                  <a:pt x="1560" y="1202"/>
                  <a:pt x="1556" y="1205"/>
                </a:cubicBezTo>
                <a:moveTo>
                  <a:pt x="1440" y="1300"/>
                </a:moveTo>
                <a:cubicBezTo>
                  <a:pt x="1435" y="1304"/>
                  <a:pt x="1430" y="1307"/>
                  <a:pt x="1425" y="1311"/>
                </a:cubicBezTo>
                <a:cubicBezTo>
                  <a:pt x="1421" y="1314"/>
                  <a:pt x="1416" y="1315"/>
                  <a:pt x="1411" y="1315"/>
                </a:cubicBezTo>
                <a:cubicBezTo>
                  <a:pt x="1406" y="1314"/>
                  <a:pt x="1402" y="1311"/>
                  <a:pt x="1399" y="1307"/>
                </a:cubicBezTo>
                <a:cubicBezTo>
                  <a:pt x="1396" y="1303"/>
                  <a:pt x="1395" y="1298"/>
                  <a:pt x="1396" y="1293"/>
                </a:cubicBezTo>
                <a:cubicBezTo>
                  <a:pt x="1396" y="1288"/>
                  <a:pt x="1399" y="1284"/>
                  <a:pt x="1403" y="1281"/>
                </a:cubicBezTo>
                <a:cubicBezTo>
                  <a:pt x="1408" y="1277"/>
                  <a:pt x="1413" y="1274"/>
                  <a:pt x="1418" y="1270"/>
                </a:cubicBezTo>
                <a:cubicBezTo>
                  <a:pt x="1422" y="1267"/>
                  <a:pt x="1427" y="1266"/>
                  <a:pt x="1432" y="1267"/>
                </a:cubicBezTo>
                <a:cubicBezTo>
                  <a:pt x="1437" y="1267"/>
                  <a:pt x="1441" y="1270"/>
                  <a:pt x="1444" y="1274"/>
                </a:cubicBezTo>
                <a:cubicBezTo>
                  <a:pt x="1447" y="1278"/>
                  <a:pt x="1448" y="1283"/>
                  <a:pt x="1447" y="1288"/>
                </a:cubicBezTo>
                <a:cubicBezTo>
                  <a:pt x="1447" y="1293"/>
                  <a:pt x="1444" y="1297"/>
                  <a:pt x="1440" y="1300"/>
                </a:cubicBezTo>
                <a:moveTo>
                  <a:pt x="1317" y="1386"/>
                </a:moveTo>
                <a:cubicBezTo>
                  <a:pt x="1311" y="1389"/>
                  <a:pt x="1306" y="1393"/>
                  <a:pt x="1300" y="1396"/>
                </a:cubicBezTo>
                <a:cubicBezTo>
                  <a:pt x="1296" y="1399"/>
                  <a:pt x="1291" y="1399"/>
                  <a:pt x="1286" y="1398"/>
                </a:cubicBezTo>
                <a:cubicBezTo>
                  <a:pt x="1281" y="1397"/>
                  <a:pt x="1277" y="1394"/>
                  <a:pt x="1275" y="1390"/>
                </a:cubicBezTo>
                <a:cubicBezTo>
                  <a:pt x="1272" y="1386"/>
                  <a:pt x="1271" y="1381"/>
                  <a:pt x="1272" y="1376"/>
                </a:cubicBezTo>
                <a:cubicBezTo>
                  <a:pt x="1273" y="1371"/>
                  <a:pt x="1276" y="1367"/>
                  <a:pt x="1281" y="1364"/>
                </a:cubicBezTo>
                <a:cubicBezTo>
                  <a:pt x="1286" y="1361"/>
                  <a:pt x="1291" y="1358"/>
                  <a:pt x="1296" y="1354"/>
                </a:cubicBezTo>
                <a:cubicBezTo>
                  <a:pt x="1301" y="1351"/>
                  <a:pt x="1305" y="1351"/>
                  <a:pt x="1311" y="1352"/>
                </a:cubicBezTo>
                <a:cubicBezTo>
                  <a:pt x="1316" y="1353"/>
                  <a:pt x="1319" y="1356"/>
                  <a:pt x="1322" y="1360"/>
                </a:cubicBezTo>
                <a:cubicBezTo>
                  <a:pt x="1325" y="1364"/>
                  <a:pt x="1326" y="1369"/>
                  <a:pt x="1325" y="1374"/>
                </a:cubicBezTo>
                <a:cubicBezTo>
                  <a:pt x="1324" y="1379"/>
                  <a:pt x="1321" y="1383"/>
                  <a:pt x="1317" y="1386"/>
                </a:cubicBezTo>
                <a:moveTo>
                  <a:pt x="1185" y="1463"/>
                </a:moveTo>
                <a:cubicBezTo>
                  <a:pt x="1180" y="1466"/>
                  <a:pt x="1175" y="1469"/>
                  <a:pt x="1169" y="1471"/>
                </a:cubicBezTo>
                <a:cubicBezTo>
                  <a:pt x="1165" y="1474"/>
                  <a:pt x="1160" y="1474"/>
                  <a:pt x="1155" y="1473"/>
                </a:cubicBezTo>
                <a:cubicBezTo>
                  <a:pt x="1150" y="1471"/>
                  <a:pt x="1146" y="1468"/>
                  <a:pt x="1144" y="1464"/>
                </a:cubicBezTo>
                <a:cubicBezTo>
                  <a:pt x="1142" y="1459"/>
                  <a:pt x="1141" y="1454"/>
                  <a:pt x="1143" y="1449"/>
                </a:cubicBezTo>
                <a:cubicBezTo>
                  <a:pt x="1144" y="1445"/>
                  <a:pt x="1147" y="1441"/>
                  <a:pt x="1152" y="1438"/>
                </a:cubicBezTo>
                <a:cubicBezTo>
                  <a:pt x="1157" y="1436"/>
                  <a:pt x="1162" y="1433"/>
                  <a:pt x="1168" y="1430"/>
                </a:cubicBezTo>
                <a:cubicBezTo>
                  <a:pt x="1172" y="1427"/>
                  <a:pt x="1177" y="1427"/>
                  <a:pt x="1182" y="1428"/>
                </a:cubicBezTo>
                <a:cubicBezTo>
                  <a:pt x="1187" y="1430"/>
                  <a:pt x="1191" y="1433"/>
                  <a:pt x="1193" y="1437"/>
                </a:cubicBezTo>
                <a:cubicBezTo>
                  <a:pt x="1195" y="1442"/>
                  <a:pt x="1196" y="1447"/>
                  <a:pt x="1194" y="1452"/>
                </a:cubicBezTo>
                <a:cubicBezTo>
                  <a:pt x="1193" y="1457"/>
                  <a:pt x="1190" y="1460"/>
                  <a:pt x="1185" y="1463"/>
                </a:cubicBezTo>
                <a:moveTo>
                  <a:pt x="1053" y="1529"/>
                </a:moveTo>
                <a:lnTo>
                  <a:pt x="1036" y="1537"/>
                </a:lnTo>
                <a:cubicBezTo>
                  <a:pt x="1031" y="1539"/>
                  <a:pt x="1026" y="1539"/>
                  <a:pt x="1022" y="1537"/>
                </a:cubicBezTo>
                <a:cubicBezTo>
                  <a:pt x="1017" y="1535"/>
                  <a:pt x="1013" y="1532"/>
                  <a:pt x="1011" y="1528"/>
                </a:cubicBezTo>
                <a:cubicBezTo>
                  <a:pt x="1009" y="1523"/>
                  <a:pt x="1009" y="1518"/>
                  <a:pt x="1011" y="1513"/>
                </a:cubicBezTo>
                <a:cubicBezTo>
                  <a:pt x="1012" y="1508"/>
                  <a:pt x="1016" y="1505"/>
                  <a:pt x="1020" y="1503"/>
                </a:cubicBezTo>
                <a:lnTo>
                  <a:pt x="1037" y="1495"/>
                </a:lnTo>
                <a:cubicBezTo>
                  <a:pt x="1042" y="1493"/>
                  <a:pt x="1047" y="1493"/>
                  <a:pt x="1052" y="1495"/>
                </a:cubicBezTo>
                <a:cubicBezTo>
                  <a:pt x="1056" y="1496"/>
                  <a:pt x="1060" y="1500"/>
                  <a:pt x="1062" y="1504"/>
                </a:cubicBezTo>
                <a:cubicBezTo>
                  <a:pt x="1064" y="1509"/>
                  <a:pt x="1064" y="1514"/>
                  <a:pt x="1063" y="1519"/>
                </a:cubicBezTo>
                <a:cubicBezTo>
                  <a:pt x="1061" y="1523"/>
                  <a:pt x="1058" y="1527"/>
                  <a:pt x="1053" y="1529"/>
                </a:cubicBezTo>
                <a:moveTo>
                  <a:pt x="912" y="1589"/>
                </a:moveTo>
                <a:lnTo>
                  <a:pt x="894" y="1595"/>
                </a:lnTo>
                <a:cubicBezTo>
                  <a:pt x="889" y="1597"/>
                  <a:pt x="885" y="1597"/>
                  <a:pt x="880" y="1595"/>
                </a:cubicBezTo>
                <a:cubicBezTo>
                  <a:pt x="875" y="1593"/>
                  <a:pt x="872" y="1590"/>
                  <a:pt x="870" y="1585"/>
                </a:cubicBezTo>
                <a:cubicBezTo>
                  <a:pt x="868" y="1580"/>
                  <a:pt x="868" y="1575"/>
                  <a:pt x="870" y="1570"/>
                </a:cubicBezTo>
                <a:cubicBezTo>
                  <a:pt x="873" y="1566"/>
                  <a:pt x="876" y="1562"/>
                  <a:pt x="881" y="1561"/>
                </a:cubicBezTo>
                <a:lnTo>
                  <a:pt x="899" y="1554"/>
                </a:lnTo>
                <a:cubicBezTo>
                  <a:pt x="904" y="1552"/>
                  <a:pt x="908" y="1552"/>
                  <a:pt x="913" y="1554"/>
                </a:cubicBezTo>
                <a:cubicBezTo>
                  <a:pt x="918" y="1556"/>
                  <a:pt x="921" y="1560"/>
                  <a:pt x="923" y="1564"/>
                </a:cubicBezTo>
                <a:cubicBezTo>
                  <a:pt x="925" y="1569"/>
                  <a:pt x="925" y="1574"/>
                  <a:pt x="923" y="1579"/>
                </a:cubicBezTo>
                <a:cubicBezTo>
                  <a:pt x="921" y="1583"/>
                  <a:pt x="917" y="1587"/>
                  <a:pt x="912" y="1589"/>
                </a:cubicBezTo>
                <a:moveTo>
                  <a:pt x="772" y="1639"/>
                </a:moveTo>
                <a:lnTo>
                  <a:pt x="755" y="1644"/>
                </a:lnTo>
                <a:cubicBezTo>
                  <a:pt x="750" y="1646"/>
                  <a:pt x="745" y="1645"/>
                  <a:pt x="741" y="1643"/>
                </a:cubicBezTo>
                <a:cubicBezTo>
                  <a:pt x="736" y="1641"/>
                  <a:pt x="733" y="1637"/>
                  <a:pt x="731" y="1632"/>
                </a:cubicBezTo>
                <a:cubicBezTo>
                  <a:pt x="730" y="1627"/>
                  <a:pt x="730" y="1623"/>
                  <a:pt x="732" y="1618"/>
                </a:cubicBezTo>
                <a:cubicBezTo>
                  <a:pt x="735" y="1613"/>
                  <a:pt x="738" y="1610"/>
                  <a:pt x="743" y="1609"/>
                </a:cubicBezTo>
                <a:lnTo>
                  <a:pt x="761" y="1603"/>
                </a:lnTo>
                <a:cubicBezTo>
                  <a:pt x="766" y="1601"/>
                  <a:pt x="770" y="1602"/>
                  <a:pt x="775" y="1604"/>
                </a:cubicBezTo>
                <a:cubicBezTo>
                  <a:pt x="779" y="1606"/>
                  <a:pt x="783" y="1610"/>
                  <a:pt x="784" y="1615"/>
                </a:cubicBezTo>
                <a:cubicBezTo>
                  <a:pt x="786" y="1620"/>
                  <a:pt x="785" y="1625"/>
                  <a:pt x="783" y="1629"/>
                </a:cubicBezTo>
                <a:cubicBezTo>
                  <a:pt x="781" y="1634"/>
                  <a:pt x="777" y="1637"/>
                  <a:pt x="772" y="1639"/>
                </a:cubicBezTo>
                <a:moveTo>
                  <a:pt x="629" y="1681"/>
                </a:moveTo>
                <a:lnTo>
                  <a:pt x="611" y="1686"/>
                </a:lnTo>
                <a:cubicBezTo>
                  <a:pt x="606" y="1688"/>
                  <a:pt x="601" y="1687"/>
                  <a:pt x="597" y="1685"/>
                </a:cubicBezTo>
                <a:cubicBezTo>
                  <a:pt x="592" y="1682"/>
                  <a:pt x="589" y="1678"/>
                  <a:pt x="588" y="1673"/>
                </a:cubicBezTo>
                <a:cubicBezTo>
                  <a:pt x="587" y="1668"/>
                  <a:pt x="587" y="1664"/>
                  <a:pt x="590" y="1659"/>
                </a:cubicBezTo>
                <a:cubicBezTo>
                  <a:pt x="592" y="1655"/>
                  <a:pt x="596" y="1652"/>
                  <a:pt x="601" y="1650"/>
                </a:cubicBezTo>
                <a:lnTo>
                  <a:pt x="619" y="1645"/>
                </a:lnTo>
                <a:cubicBezTo>
                  <a:pt x="624" y="1644"/>
                  <a:pt x="629" y="1645"/>
                  <a:pt x="634" y="1647"/>
                </a:cubicBezTo>
                <a:cubicBezTo>
                  <a:pt x="638" y="1650"/>
                  <a:pt x="641" y="1654"/>
                  <a:pt x="642" y="1659"/>
                </a:cubicBezTo>
                <a:cubicBezTo>
                  <a:pt x="644" y="1664"/>
                  <a:pt x="643" y="1668"/>
                  <a:pt x="640" y="1673"/>
                </a:cubicBezTo>
                <a:cubicBezTo>
                  <a:pt x="638" y="1677"/>
                  <a:pt x="634" y="1680"/>
                  <a:pt x="629" y="1681"/>
                </a:cubicBezTo>
                <a:moveTo>
                  <a:pt x="479" y="1719"/>
                </a:moveTo>
                <a:lnTo>
                  <a:pt x="461" y="1723"/>
                </a:lnTo>
                <a:cubicBezTo>
                  <a:pt x="456" y="1724"/>
                  <a:pt x="451" y="1723"/>
                  <a:pt x="447" y="1720"/>
                </a:cubicBezTo>
                <a:cubicBezTo>
                  <a:pt x="443" y="1718"/>
                  <a:pt x="440" y="1714"/>
                  <a:pt x="439" y="1709"/>
                </a:cubicBezTo>
                <a:cubicBezTo>
                  <a:pt x="438" y="1704"/>
                  <a:pt x="438" y="1699"/>
                  <a:pt x="441" y="1695"/>
                </a:cubicBezTo>
                <a:cubicBezTo>
                  <a:pt x="444" y="1690"/>
                  <a:pt x="448" y="1688"/>
                  <a:pt x="453" y="1686"/>
                </a:cubicBezTo>
                <a:lnTo>
                  <a:pt x="471" y="1682"/>
                </a:lnTo>
                <a:cubicBezTo>
                  <a:pt x="476" y="1681"/>
                  <a:pt x="481" y="1682"/>
                  <a:pt x="485" y="1685"/>
                </a:cubicBezTo>
                <a:cubicBezTo>
                  <a:pt x="490" y="1688"/>
                  <a:pt x="492" y="1691"/>
                  <a:pt x="493" y="1697"/>
                </a:cubicBezTo>
                <a:cubicBezTo>
                  <a:pt x="495" y="1702"/>
                  <a:pt x="494" y="1706"/>
                  <a:pt x="491" y="1711"/>
                </a:cubicBezTo>
                <a:cubicBezTo>
                  <a:pt x="488" y="1715"/>
                  <a:pt x="484" y="1718"/>
                  <a:pt x="479" y="1719"/>
                </a:cubicBezTo>
                <a:moveTo>
                  <a:pt x="335" y="1748"/>
                </a:moveTo>
                <a:lnTo>
                  <a:pt x="317" y="1751"/>
                </a:lnTo>
                <a:cubicBezTo>
                  <a:pt x="312" y="1752"/>
                  <a:pt x="307" y="1751"/>
                  <a:pt x="303" y="1748"/>
                </a:cubicBezTo>
                <a:cubicBezTo>
                  <a:pt x="299" y="1745"/>
                  <a:pt x="296" y="1741"/>
                  <a:pt x="295" y="1736"/>
                </a:cubicBezTo>
                <a:cubicBezTo>
                  <a:pt x="295" y="1731"/>
                  <a:pt x="296" y="1727"/>
                  <a:pt x="298" y="1722"/>
                </a:cubicBezTo>
                <a:cubicBezTo>
                  <a:pt x="301" y="1718"/>
                  <a:pt x="305" y="1716"/>
                  <a:pt x="310" y="1715"/>
                </a:cubicBezTo>
                <a:lnTo>
                  <a:pt x="329" y="1711"/>
                </a:lnTo>
                <a:cubicBezTo>
                  <a:pt x="334" y="1710"/>
                  <a:pt x="338" y="1711"/>
                  <a:pt x="343" y="1714"/>
                </a:cubicBezTo>
                <a:cubicBezTo>
                  <a:pt x="347" y="1717"/>
                  <a:pt x="349" y="1721"/>
                  <a:pt x="350" y="1726"/>
                </a:cubicBezTo>
                <a:cubicBezTo>
                  <a:pt x="351" y="1731"/>
                  <a:pt x="350" y="1736"/>
                  <a:pt x="347" y="1740"/>
                </a:cubicBezTo>
                <a:cubicBezTo>
                  <a:pt x="344" y="1745"/>
                  <a:pt x="340" y="1747"/>
                  <a:pt x="335" y="1748"/>
                </a:cubicBezTo>
                <a:moveTo>
                  <a:pt x="188" y="1772"/>
                </a:moveTo>
                <a:lnTo>
                  <a:pt x="169" y="1775"/>
                </a:lnTo>
                <a:cubicBezTo>
                  <a:pt x="164" y="1776"/>
                  <a:pt x="159" y="1775"/>
                  <a:pt x="155" y="1772"/>
                </a:cubicBezTo>
                <a:cubicBezTo>
                  <a:pt x="151" y="1769"/>
                  <a:pt x="148" y="1764"/>
                  <a:pt x="148" y="1759"/>
                </a:cubicBezTo>
                <a:cubicBezTo>
                  <a:pt x="147" y="1754"/>
                  <a:pt x="148" y="1750"/>
                  <a:pt x="151" y="1746"/>
                </a:cubicBezTo>
                <a:cubicBezTo>
                  <a:pt x="154" y="1741"/>
                  <a:pt x="158" y="1739"/>
                  <a:pt x="163" y="1738"/>
                </a:cubicBezTo>
                <a:lnTo>
                  <a:pt x="182" y="1736"/>
                </a:lnTo>
                <a:cubicBezTo>
                  <a:pt x="187" y="1735"/>
                  <a:pt x="192" y="1736"/>
                  <a:pt x="196" y="1739"/>
                </a:cubicBezTo>
                <a:cubicBezTo>
                  <a:pt x="200" y="1742"/>
                  <a:pt x="203" y="1746"/>
                  <a:pt x="203" y="1751"/>
                </a:cubicBezTo>
                <a:cubicBezTo>
                  <a:pt x="204" y="1756"/>
                  <a:pt x="203" y="1761"/>
                  <a:pt x="200" y="1765"/>
                </a:cubicBezTo>
                <a:cubicBezTo>
                  <a:pt x="197" y="1769"/>
                  <a:pt x="193" y="1772"/>
                  <a:pt x="188" y="1772"/>
                </a:cubicBezTo>
                <a:moveTo>
                  <a:pt x="34" y="1792"/>
                </a:moveTo>
                <a:lnTo>
                  <a:pt x="20" y="1794"/>
                </a:lnTo>
                <a:cubicBezTo>
                  <a:pt x="15" y="1794"/>
                  <a:pt x="11" y="1793"/>
                  <a:pt x="7" y="1790"/>
                </a:cubicBezTo>
                <a:cubicBezTo>
                  <a:pt x="3" y="1787"/>
                  <a:pt x="0" y="1782"/>
                  <a:pt x="0" y="1777"/>
                </a:cubicBezTo>
                <a:cubicBezTo>
                  <a:pt x="-1" y="1772"/>
                  <a:pt x="0" y="1768"/>
                  <a:pt x="4" y="1764"/>
                </a:cubicBezTo>
                <a:cubicBezTo>
                  <a:pt x="7" y="1760"/>
                  <a:pt x="11" y="1757"/>
                  <a:pt x="16" y="1757"/>
                </a:cubicBezTo>
                <a:lnTo>
                  <a:pt x="30" y="1755"/>
                </a:lnTo>
                <a:cubicBezTo>
                  <a:pt x="35" y="1755"/>
                  <a:pt x="40" y="1756"/>
                  <a:pt x="44" y="1759"/>
                </a:cubicBezTo>
                <a:cubicBezTo>
                  <a:pt x="48" y="1762"/>
                  <a:pt x="50" y="1767"/>
                  <a:pt x="51" y="1772"/>
                </a:cubicBezTo>
                <a:cubicBezTo>
                  <a:pt x="51" y="1777"/>
                  <a:pt x="50" y="1781"/>
                  <a:pt x="47" y="1785"/>
                </a:cubicBezTo>
                <a:cubicBezTo>
                  <a:pt x="44" y="1789"/>
                  <a:pt x="39" y="1792"/>
                  <a:pt x="34" y="1792"/>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42" name=""/>
          <p:cNvSpPr/>
          <p:nvPr/>
        </p:nvSpPr>
        <p:spPr>
          <a:xfrm>
            <a:off x="4156560" y="4138200"/>
            <a:ext cx="60480" cy="75240"/>
          </a:xfrm>
          <a:custGeom>
            <a:avLst/>
            <a:gdLst/>
            <a:ahLst/>
            <a:rect l="0" t="0" r="r" b="b"/>
            <a:pathLst>
              <a:path fill="none" w="168" h="209">
                <a:moveTo>
                  <a:pt x="168" y="209"/>
                </a:moveTo>
                <a:lnTo>
                  <a:pt x="0" y="122"/>
                </a:lnTo>
                <a:lnTo>
                  <a:pt x="146" y="0"/>
                </a:lnTo>
              </a:path>
            </a:pathLst>
          </a:custGeom>
          <a:ln cap="rnd" w="14040">
            <a:solidFill>
              <a:srgbClr val="3D3D3A"/>
            </a:solidFill>
            <a:round/>
          </a:ln>
        </p:spPr>
        <p:txBody>
          <a:bodyPr lIns="6840" tIns="6840" rIns="6840" bIns="6840" anchor="t">
            <a:noAutofit/>
          </a:bodyPr>
          <a:p>
            <a:endParaRPr lang="en-US" sz="2400" b="0" u="none" strike="noStrike">
              <a:solidFill>
                <a:srgbClr val="000000"/>
              </a:solidFill>
              <a:effectLst/>
              <a:uFillTx/>
              <a:latin typeface="游明朝体"/>
            </a:endParaRPr>
          </a:p>
        </p:txBody>
      </p:sp>
      <p:sp>
        <p:nvSpPr>
          <p:cNvPr id="2943" name=""/>
          <p:cNvSpPr/>
          <p:nvPr/>
        </p:nvSpPr>
        <p:spPr>
          <a:xfrm>
            <a:off x="2670840" y="3542760"/>
            <a:ext cx="780480" cy="645840"/>
          </a:xfrm>
          <a:custGeom>
            <a:avLst/>
            <a:gdLst/>
            <a:ahLst/>
            <a:rect l="0" t="0" r="r" b="b"/>
            <a:pathLst>
              <a:path w="2168" h="1794">
                <a:moveTo>
                  <a:pt x="2146" y="1794"/>
                </a:moveTo>
                <a:lnTo>
                  <a:pt x="2127" y="1792"/>
                </a:lnTo>
                <a:cubicBezTo>
                  <a:pt x="2122" y="1791"/>
                  <a:pt x="2118" y="1789"/>
                  <a:pt x="2115" y="1785"/>
                </a:cubicBezTo>
                <a:cubicBezTo>
                  <a:pt x="2111" y="1781"/>
                  <a:pt x="2110" y="1776"/>
                  <a:pt x="2111" y="1771"/>
                </a:cubicBezTo>
                <a:cubicBezTo>
                  <a:pt x="2111" y="1766"/>
                  <a:pt x="2113" y="1762"/>
                  <a:pt x="2117" y="1759"/>
                </a:cubicBezTo>
                <a:cubicBezTo>
                  <a:pt x="2121" y="1755"/>
                  <a:pt x="2126" y="1754"/>
                  <a:pt x="2131" y="1755"/>
                </a:cubicBezTo>
                <a:lnTo>
                  <a:pt x="2151" y="1757"/>
                </a:lnTo>
                <a:cubicBezTo>
                  <a:pt x="2156" y="1757"/>
                  <a:pt x="2160" y="1760"/>
                  <a:pt x="2163" y="1764"/>
                </a:cubicBezTo>
                <a:cubicBezTo>
                  <a:pt x="2166" y="1768"/>
                  <a:pt x="2168" y="1772"/>
                  <a:pt x="2167" y="1777"/>
                </a:cubicBezTo>
                <a:cubicBezTo>
                  <a:pt x="2167" y="1782"/>
                  <a:pt x="2164" y="1787"/>
                  <a:pt x="2160" y="1790"/>
                </a:cubicBezTo>
                <a:cubicBezTo>
                  <a:pt x="2156" y="1793"/>
                  <a:pt x="2152" y="1794"/>
                  <a:pt x="2146" y="1794"/>
                </a:cubicBezTo>
                <a:moveTo>
                  <a:pt x="1993" y="1774"/>
                </a:moveTo>
                <a:lnTo>
                  <a:pt x="1974" y="1772"/>
                </a:lnTo>
                <a:cubicBezTo>
                  <a:pt x="1969" y="1771"/>
                  <a:pt x="1965" y="1769"/>
                  <a:pt x="1962" y="1764"/>
                </a:cubicBezTo>
                <a:cubicBezTo>
                  <a:pt x="1959" y="1760"/>
                  <a:pt x="1957" y="1756"/>
                  <a:pt x="1958" y="1751"/>
                </a:cubicBezTo>
                <a:cubicBezTo>
                  <a:pt x="1959" y="1745"/>
                  <a:pt x="1961" y="1741"/>
                  <a:pt x="1965" y="1738"/>
                </a:cubicBezTo>
                <a:cubicBezTo>
                  <a:pt x="1970" y="1735"/>
                  <a:pt x="1974" y="1734"/>
                  <a:pt x="1979" y="1735"/>
                </a:cubicBezTo>
                <a:lnTo>
                  <a:pt x="1998" y="1737"/>
                </a:lnTo>
                <a:cubicBezTo>
                  <a:pt x="2003" y="1738"/>
                  <a:pt x="2007" y="1741"/>
                  <a:pt x="2010" y="1745"/>
                </a:cubicBezTo>
                <a:cubicBezTo>
                  <a:pt x="2013" y="1749"/>
                  <a:pt x="2015" y="1754"/>
                  <a:pt x="2014" y="1759"/>
                </a:cubicBezTo>
                <a:cubicBezTo>
                  <a:pt x="2013" y="1764"/>
                  <a:pt x="2011" y="1768"/>
                  <a:pt x="2007" y="1771"/>
                </a:cubicBezTo>
                <a:cubicBezTo>
                  <a:pt x="2002" y="1774"/>
                  <a:pt x="1998" y="1775"/>
                  <a:pt x="1993" y="1774"/>
                </a:cubicBezTo>
                <a:moveTo>
                  <a:pt x="1844" y="1750"/>
                </a:moveTo>
                <a:lnTo>
                  <a:pt x="1826" y="1747"/>
                </a:lnTo>
                <a:cubicBezTo>
                  <a:pt x="1821" y="1746"/>
                  <a:pt x="1817" y="1744"/>
                  <a:pt x="1814" y="1739"/>
                </a:cubicBezTo>
                <a:cubicBezTo>
                  <a:pt x="1811" y="1735"/>
                  <a:pt x="1810" y="1730"/>
                  <a:pt x="1811" y="1725"/>
                </a:cubicBezTo>
                <a:cubicBezTo>
                  <a:pt x="1812" y="1720"/>
                  <a:pt x="1815" y="1716"/>
                  <a:pt x="1819" y="1713"/>
                </a:cubicBezTo>
                <a:cubicBezTo>
                  <a:pt x="1823" y="1710"/>
                  <a:pt x="1828" y="1709"/>
                  <a:pt x="1833" y="1710"/>
                </a:cubicBezTo>
                <a:lnTo>
                  <a:pt x="1851" y="1714"/>
                </a:lnTo>
                <a:cubicBezTo>
                  <a:pt x="1856" y="1715"/>
                  <a:pt x="1860" y="1717"/>
                  <a:pt x="1863" y="1721"/>
                </a:cubicBezTo>
                <a:cubicBezTo>
                  <a:pt x="1866" y="1726"/>
                  <a:pt x="1867" y="1730"/>
                  <a:pt x="1866" y="1735"/>
                </a:cubicBezTo>
                <a:cubicBezTo>
                  <a:pt x="1865" y="1741"/>
                  <a:pt x="1863" y="1745"/>
                  <a:pt x="1858" y="1747"/>
                </a:cubicBezTo>
                <a:cubicBezTo>
                  <a:pt x="1854" y="1750"/>
                  <a:pt x="1850" y="1751"/>
                  <a:pt x="1844" y="1750"/>
                </a:cubicBezTo>
                <a:moveTo>
                  <a:pt x="1702" y="1722"/>
                </a:moveTo>
                <a:lnTo>
                  <a:pt x="1683" y="1718"/>
                </a:lnTo>
                <a:cubicBezTo>
                  <a:pt x="1678" y="1716"/>
                  <a:pt x="1674" y="1714"/>
                  <a:pt x="1671" y="1709"/>
                </a:cubicBezTo>
                <a:cubicBezTo>
                  <a:pt x="1669" y="1705"/>
                  <a:pt x="1668" y="1700"/>
                  <a:pt x="1669" y="1695"/>
                </a:cubicBezTo>
                <a:cubicBezTo>
                  <a:pt x="1670" y="1690"/>
                  <a:pt x="1673" y="1686"/>
                  <a:pt x="1677" y="1684"/>
                </a:cubicBezTo>
                <a:cubicBezTo>
                  <a:pt x="1682" y="1681"/>
                  <a:pt x="1686" y="1680"/>
                  <a:pt x="1691" y="1681"/>
                </a:cubicBezTo>
                <a:lnTo>
                  <a:pt x="1710" y="1685"/>
                </a:lnTo>
                <a:cubicBezTo>
                  <a:pt x="1715" y="1686"/>
                  <a:pt x="1719" y="1689"/>
                  <a:pt x="1722" y="1694"/>
                </a:cubicBezTo>
                <a:cubicBezTo>
                  <a:pt x="1724" y="1698"/>
                  <a:pt x="1725" y="1703"/>
                  <a:pt x="1724" y="1708"/>
                </a:cubicBezTo>
                <a:cubicBezTo>
                  <a:pt x="1723" y="1713"/>
                  <a:pt x="1720" y="1717"/>
                  <a:pt x="1716" y="1719"/>
                </a:cubicBezTo>
                <a:cubicBezTo>
                  <a:pt x="1712" y="1722"/>
                  <a:pt x="1707" y="1723"/>
                  <a:pt x="1702" y="1722"/>
                </a:cubicBezTo>
                <a:moveTo>
                  <a:pt x="1552" y="1685"/>
                </a:moveTo>
                <a:lnTo>
                  <a:pt x="1534" y="1680"/>
                </a:lnTo>
                <a:cubicBezTo>
                  <a:pt x="1529" y="1679"/>
                  <a:pt x="1525" y="1676"/>
                  <a:pt x="1522" y="1671"/>
                </a:cubicBezTo>
                <a:cubicBezTo>
                  <a:pt x="1520" y="1667"/>
                  <a:pt x="1519" y="1662"/>
                  <a:pt x="1520" y="1657"/>
                </a:cubicBezTo>
                <a:cubicBezTo>
                  <a:pt x="1522" y="1652"/>
                  <a:pt x="1525" y="1648"/>
                  <a:pt x="1529" y="1646"/>
                </a:cubicBezTo>
                <a:cubicBezTo>
                  <a:pt x="1534" y="1643"/>
                  <a:pt x="1538" y="1643"/>
                  <a:pt x="1543" y="1644"/>
                </a:cubicBezTo>
                <a:lnTo>
                  <a:pt x="1562" y="1649"/>
                </a:lnTo>
                <a:cubicBezTo>
                  <a:pt x="1567" y="1650"/>
                  <a:pt x="1570" y="1653"/>
                  <a:pt x="1573" y="1658"/>
                </a:cubicBezTo>
                <a:cubicBezTo>
                  <a:pt x="1575" y="1662"/>
                  <a:pt x="1576" y="1667"/>
                  <a:pt x="1575" y="1672"/>
                </a:cubicBezTo>
                <a:cubicBezTo>
                  <a:pt x="1573" y="1677"/>
                  <a:pt x="1570" y="1681"/>
                  <a:pt x="1566" y="1683"/>
                </a:cubicBezTo>
                <a:cubicBezTo>
                  <a:pt x="1561" y="1686"/>
                  <a:pt x="1557" y="1686"/>
                  <a:pt x="1552" y="1685"/>
                </a:cubicBezTo>
                <a:moveTo>
                  <a:pt x="1408" y="1643"/>
                </a:moveTo>
                <a:lnTo>
                  <a:pt x="1391" y="1637"/>
                </a:lnTo>
                <a:cubicBezTo>
                  <a:pt x="1386" y="1635"/>
                  <a:pt x="1382" y="1632"/>
                  <a:pt x="1380" y="1628"/>
                </a:cubicBezTo>
                <a:cubicBezTo>
                  <a:pt x="1377" y="1623"/>
                  <a:pt x="1377" y="1618"/>
                  <a:pt x="1379" y="1613"/>
                </a:cubicBezTo>
                <a:cubicBezTo>
                  <a:pt x="1380" y="1608"/>
                  <a:pt x="1383" y="1605"/>
                  <a:pt x="1388" y="1603"/>
                </a:cubicBezTo>
                <a:cubicBezTo>
                  <a:pt x="1393" y="1600"/>
                  <a:pt x="1397" y="1600"/>
                  <a:pt x="1402" y="1601"/>
                </a:cubicBezTo>
                <a:lnTo>
                  <a:pt x="1420" y="1607"/>
                </a:lnTo>
                <a:cubicBezTo>
                  <a:pt x="1425" y="1609"/>
                  <a:pt x="1428" y="1612"/>
                  <a:pt x="1430" y="1616"/>
                </a:cubicBezTo>
                <a:cubicBezTo>
                  <a:pt x="1433" y="1621"/>
                  <a:pt x="1433" y="1626"/>
                  <a:pt x="1432" y="1631"/>
                </a:cubicBezTo>
                <a:cubicBezTo>
                  <a:pt x="1430" y="1636"/>
                  <a:pt x="1427" y="1639"/>
                  <a:pt x="1422" y="1641"/>
                </a:cubicBezTo>
                <a:cubicBezTo>
                  <a:pt x="1418" y="1644"/>
                  <a:pt x="1413" y="1644"/>
                  <a:pt x="1408" y="1643"/>
                </a:cubicBezTo>
                <a:moveTo>
                  <a:pt x="1268" y="1593"/>
                </a:moveTo>
                <a:lnTo>
                  <a:pt x="1250" y="1587"/>
                </a:lnTo>
                <a:cubicBezTo>
                  <a:pt x="1246" y="1585"/>
                  <a:pt x="1242" y="1581"/>
                  <a:pt x="1240" y="1577"/>
                </a:cubicBezTo>
                <a:cubicBezTo>
                  <a:pt x="1238" y="1572"/>
                  <a:pt x="1238" y="1567"/>
                  <a:pt x="1240" y="1562"/>
                </a:cubicBezTo>
                <a:cubicBezTo>
                  <a:pt x="1242" y="1558"/>
                  <a:pt x="1245" y="1554"/>
                  <a:pt x="1250" y="1552"/>
                </a:cubicBezTo>
                <a:cubicBezTo>
                  <a:pt x="1254" y="1550"/>
                  <a:pt x="1259" y="1550"/>
                  <a:pt x="1264" y="1552"/>
                </a:cubicBezTo>
                <a:lnTo>
                  <a:pt x="1282" y="1559"/>
                </a:lnTo>
                <a:cubicBezTo>
                  <a:pt x="1287" y="1560"/>
                  <a:pt x="1290" y="1564"/>
                  <a:pt x="1292" y="1568"/>
                </a:cubicBezTo>
                <a:cubicBezTo>
                  <a:pt x="1294" y="1573"/>
                  <a:pt x="1294" y="1578"/>
                  <a:pt x="1293" y="1583"/>
                </a:cubicBezTo>
                <a:cubicBezTo>
                  <a:pt x="1291" y="1588"/>
                  <a:pt x="1287" y="1591"/>
                  <a:pt x="1283" y="1593"/>
                </a:cubicBezTo>
                <a:cubicBezTo>
                  <a:pt x="1278" y="1595"/>
                  <a:pt x="1273" y="1595"/>
                  <a:pt x="1268" y="1593"/>
                </a:cubicBezTo>
                <a:moveTo>
                  <a:pt x="1127" y="1535"/>
                </a:moveTo>
                <a:lnTo>
                  <a:pt x="1110" y="1527"/>
                </a:lnTo>
                <a:cubicBezTo>
                  <a:pt x="1105" y="1525"/>
                  <a:pt x="1102" y="1521"/>
                  <a:pt x="1100" y="1516"/>
                </a:cubicBezTo>
                <a:cubicBezTo>
                  <a:pt x="1099" y="1511"/>
                  <a:pt x="1099" y="1507"/>
                  <a:pt x="1101" y="1502"/>
                </a:cubicBezTo>
                <a:cubicBezTo>
                  <a:pt x="1103" y="1497"/>
                  <a:pt x="1107" y="1494"/>
                  <a:pt x="1111" y="1492"/>
                </a:cubicBezTo>
                <a:cubicBezTo>
                  <a:pt x="1116" y="1491"/>
                  <a:pt x="1121" y="1491"/>
                  <a:pt x="1126" y="1493"/>
                </a:cubicBezTo>
                <a:lnTo>
                  <a:pt x="1143" y="1501"/>
                </a:lnTo>
                <a:cubicBezTo>
                  <a:pt x="1147" y="1503"/>
                  <a:pt x="1151" y="1506"/>
                  <a:pt x="1152" y="1511"/>
                </a:cubicBezTo>
                <a:cubicBezTo>
                  <a:pt x="1154" y="1516"/>
                  <a:pt x="1154" y="1521"/>
                  <a:pt x="1152" y="1525"/>
                </a:cubicBezTo>
                <a:cubicBezTo>
                  <a:pt x="1150" y="1530"/>
                  <a:pt x="1146" y="1533"/>
                  <a:pt x="1141" y="1535"/>
                </a:cubicBezTo>
                <a:cubicBezTo>
                  <a:pt x="1137" y="1537"/>
                  <a:pt x="1132" y="1537"/>
                  <a:pt x="1127" y="1535"/>
                </a:cubicBezTo>
                <a:moveTo>
                  <a:pt x="994" y="1469"/>
                </a:moveTo>
                <a:cubicBezTo>
                  <a:pt x="989" y="1466"/>
                  <a:pt x="983" y="1463"/>
                  <a:pt x="978" y="1460"/>
                </a:cubicBezTo>
                <a:cubicBezTo>
                  <a:pt x="973" y="1458"/>
                  <a:pt x="970" y="1454"/>
                  <a:pt x="969" y="1449"/>
                </a:cubicBezTo>
                <a:cubicBezTo>
                  <a:pt x="967" y="1444"/>
                  <a:pt x="968" y="1440"/>
                  <a:pt x="970" y="1435"/>
                </a:cubicBezTo>
                <a:cubicBezTo>
                  <a:pt x="973" y="1430"/>
                  <a:pt x="976" y="1427"/>
                  <a:pt x="981" y="1426"/>
                </a:cubicBezTo>
                <a:cubicBezTo>
                  <a:pt x="986" y="1425"/>
                  <a:pt x="991" y="1425"/>
                  <a:pt x="996" y="1428"/>
                </a:cubicBezTo>
                <a:cubicBezTo>
                  <a:pt x="1001" y="1430"/>
                  <a:pt x="1006" y="1433"/>
                  <a:pt x="1011" y="1436"/>
                </a:cubicBezTo>
                <a:cubicBezTo>
                  <a:pt x="1016" y="1438"/>
                  <a:pt x="1019" y="1442"/>
                  <a:pt x="1021" y="1447"/>
                </a:cubicBezTo>
                <a:cubicBezTo>
                  <a:pt x="1022" y="1452"/>
                  <a:pt x="1022" y="1457"/>
                  <a:pt x="1019" y="1461"/>
                </a:cubicBezTo>
                <a:cubicBezTo>
                  <a:pt x="1017" y="1466"/>
                  <a:pt x="1013" y="1469"/>
                  <a:pt x="1008" y="1470"/>
                </a:cubicBezTo>
                <a:cubicBezTo>
                  <a:pt x="1003" y="1472"/>
                  <a:pt x="998" y="1471"/>
                  <a:pt x="994" y="1469"/>
                </a:cubicBezTo>
                <a:moveTo>
                  <a:pt x="863" y="1393"/>
                </a:moveTo>
                <a:cubicBezTo>
                  <a:pt x="857" y="1390"/>
                  <a:pt x="852" y="1386"/>
                  <a:pt x="847" y="1383"/>
                </a:cubicBezTo>
                <a:cubicBezTo>
                  <a:pt x="842" y="1380"/>
                  <a:pt x="840" y="1376"/>
                  <a:pt x="839" y="1371"/>
                </a:cubicBezTo>
                <a:cubicBezTo>
                  <a:pt x="837" y="1366"/>
                  <a:pt x="838" y="1361"/>
                  <a:pt x="841" y="1357"/>
                </a:cubicBezTo>
                <a:cubicBezTo>
                  <a:pt x="844" y="1353"/>
                  <a:pt x="848" y="1350"/>
                  <a:pt x="853" y="1349"/>
                </a:cubicBezTo>
                <a:cubicBezTo>
                  <a:pt x="858" y="1348"/>
                  <a:pt x="863" y="1349"/>
                  <a:pt x="867" y="1351"/>
                </a:cubicBezTo>
                <a:cubicBezTo>
                  <a:pt x="872" y="1355"/>
                  <a:pt x="877" y="1358"/>
                  <a:pt x="883" y="1361"/>
                </a:cubicBezTo>
                <a:cubicBezTo>
                  <a:pt x="887" y="1364"/>
                  <a:pt x="890" y="1368"/>
                  <a:pt x="891" y="1373"/>
                </a:cubicBezTo>
                <a:cubicBezTo>
                  <a:pt x="892" y="1378"/>
                  <a:pt x="891" y="1383"/>
                  <a:pt x="889" y="1387"/>
                </a:cubicBezTo>
                <a:cubicBezTo>
                  <a:pt x="886" y="1392"/>
                  <a:pt x="882" y="1394"/>
                  <a:pt x="877" y="1395"/>
                </a:cubicBezTo>
                <a:cubicBezTo>
                  <a:pt x="872" y="1397"/>
                  <a:pt x="867" y="1396"/>
                  <a:pt x="863" y="1393"/>
                </a:cubicBezTo>
                <a:moveTo>
                  <a:pt x="738" y="1308"/>
                </a:moveTo>
                <a:cubicBezTo>
                  <a:pt x="733" y="1304"/>
                  <a:pt x="728" y="1301"/>
                  <a:pt x="723" y="1297"/>
                </a:cubicBezTo>
                <a:cubicBezTo>
                  <a:pt x="719" y="1294"/>
                  <a:pt x="717" y="1290"/>
                  <a:pt x="716" y="1285"/>
                </a:cubicBezTo>
                <a:cubicBezTo>
                  <a:pt x="715" y="1279"/>
                  <a:pt x="717" y="1275"/>
                  <a:pt x="720" y="1271"/>
                </a:cubicBezTo>
                <a:cubicBezTo>
                  <a:pt x="723" y="1267"/>
                  <a:pt x="727" y="1264"/>
                  <a:pt x="732" y="1263"/>
                </a:cubicBezTo>
                <a:cubicBezTo>
                  <a:pt x="737" y="1263"/>
                  <a:pt x="742" y="1264"/>
                  <a:pt x="746" y="1267"/>
                </a:cubicBezTo>
                <a:cubicBezTo>
                  <a:pt x="751" y="1271"/>
                  <a:pt x="756" y="1274"/>
                  <a:pt x="760" y="1278"/>
                </a:cubicBezTo>
                <a:cubicBezTo>
                  <a:pt x="765" y="1281"/>
                  <a:pt x="767" y="1285"/>
                  <a:pt x="768" y="1290"/>
                </a:cubicBezTo>
                <a:cubicBezTo>
                  <a:pt x="769" y="1295"/>
                  <a:pt x="767" y="1300"/>
                  <a:pt x="764" y="1304"/>
                </a:cubicBezTo>
                <a:cubicBezTo>
                  <a:pt x="761" y="1308"/>
                  <a:pt x="757" y="1311"/>
                  <a:pt x="752" y="1312"/>
                </a:cubicBezTo>
                <a:cubicBezTo>
                  <a:pt x="747" y="1312"/>
                  <a:pt x="742" y="1311"/>
                  <a:pt x="738" y="1308"/>
                </a:cubicBezTo>
                <a:moveTo>
                  <a:pt x="622" y="1214"/>
                </a:moveTo>
                <a:cubicBezTo>
                  <a:pt x="617" y="1210"/>
                  <a:pt x="612" y="1206"/>
                  <a:pt x="607" y="1202"/>
                </a:cubicBezTo>
                <a:cubicBezTo>
                  <a:pt x="603" y="1198"/>
                  <a:pt x="601" y="1194"/>
                  <a:pt x="601" y="1189"/>
                </a:cubicBezTo>
                <a:cubicBezTo>
                  <a:pt x="601" y="1184"/>
                  <a:pt x="602" y="1179"/>
                  <a:pt x="606" y="1175"/>
                </a:cubicBezTo>
                <a:cubicBezTo>
                  <a:pt x="609" y="1171"/>
                  <a:pt x="614" y="1169"/>
                  <a:pt x="619" y="1169"/>
                </a:cubicBezTo>
                <a:cubicBezTo>
                  <a:pt x="624" y="1169"/>
                  <a:pt x="628" y="1170"/>
                  <a:pt x="632" y="1174"/>
                </a:cubicBezTo>
                <a:cubicBezTo>
                  <a:pt x="637" y="1178"/>
                  <a:pt x="641" y="1182"/>
                  <a:pt x="646" y="1186"/>
                </a:cubicBezTo>
                <a:cubicBezTo>
                  <a:pt x="650" y="1189"/>
                  <a:pt x="652" y="1194"/>
                  <a:pt x="652" y="1199"/>
                </a:cubicBezTo>
                <a:cubicBezTo>
                  <a:pt x="653" y="1204"/>
                  <a:pt x="651" y="1208"/>
                  <a:pt x="648" y="1212"/>
                </a:cubicBezTo>
                <a:cubicBezTo>
                  <a:pt x="645" y="1216"/>
                  <a:pt x="640" y="1218"/>
                  <a:pt x="635" y="1219"/>
                </a:cubicBezTo>
                <a:cubicBezTo>
                  <a:pt x="630" y="1219"/>
                  <a:pt x="625" y="1218"/>
                  <a:pt x="622" y="1214"/>
                </a:cubicBezTo>
                <a:moveTo>
                  <a:pt x="512" y="1110"/>
                </a:moveTo>
                <a:cubicBezTo>
                  <a:pt x="507" y="1105"/>
                  <a:pt x="503" y="1101"/>
                  <a:pt x="499" y="1096"/>
                </a:cubicBezTo>
                <a:cubicBezTo>
                  <a:pt x="495" y="1092"/>
                  <a:pt x="494" y="1088"/>
                  <a:pt x="494" y="1083"/>
                </a:cubicBezTo>
                <a:cubicBezTo>
                  <a:pt x="494" y="1078"/>
                  <a:pt x="496" y="1073"/>
                  <a:pt x="500" y="1070"/>
                </a:cubicBezTo>
                <a:cubicBezTo>
                  <a:pt x="503" y="1066"/>
                  <a:pt x="508" y="1064"/>
                  <a:pt x="513" y="1065"/>
                </a:cubicBezTo>
                <a:cubicBezTo>
                  <a:pt x="518" y="1065"/>
                  <a:pt x="522" y="1067"/>
                  <a:pt x="526" y="1070"/>
                </a:cubicBezTo>
                <a:cubicBezTo>
                  <a:pt x="530" y="1075"/>
                  <a:pt x="534" y="1079"/>
                  <a:pt x="539" y="1084"/>
                </a:cubicBezTo>
                <a:cubicBezTo>
                  <a:pt x="542" y="1088"/>
                  <a:pt x="544" y="1092"/>
                  <a:pt x="544" y="1097"/>
                </a:cubicBezTo>
                <a:cubicBezTo>
                  <a:pt x="544" y="1102"/>
                  <a:pt x="542" y="1107"/>
                  <a:pt x="538" y="1110"/>
                </a:cubicBezTo>
                <a:cubicBezTo>
                  <a:pt x="535" y="1114"/>
                  <a:pt x="530" y="1116"/>
                  <a:pt x="525" y="1115"/>
                </a:cubicBezTo>
                <a:cubicBezTo>
                  <a:pt x="520" y="1115"/>
                  <a:pt x="515" y="1113"/>
                  <a:pt x="512" y="1110"/>
                </a:cubicBezTo>
                <a:moveTo>
                  <a:pt x="412" y="997"/>
                </a:moveTo>
                <a:cubicBezTo>
                  <a:pt x="408" y="992"/>
                  <a:pt x="404" y="987"/>
                  <a:pt x="400" y="982"/>
                </a:cubicBezTo>
                <a:cubicBezTo>
                  <a:pt x="397" y="978"/>
                  <a:pt x="396" y="974"/>
                  <a:pt x="396" y="969"/>
                </a:cubicBezTo>
                <a:cubicBezTo>
                  <a:pt x="397" y="964"/>
                  <a:pt x="399" y="959"/>
                  <a:pt x="403" y="956"/>
                </a:cubicBezTo>
                <a:cubicBezTo>
                  <a:pt x="407" y="953"/>
                  <a:pt x="412" y="952"/>
                  <a:pt x="417" y="952"/>
                </a:cubicBezTo>
                <a:cubicBezTo>
                  <a:pt x="422" y="953"/>
                  <a:pt x="426" y="955"/>
                  <a:pt x="430" y="959"/>
                </a:cubicBezTo>
                <a:cubicBezTo>
                  <a:pt x="433" y="964"/>
                  <a:pt x="437" y="969"/>
                  <a:pt x="441" y="974"/>
                </a:cubicBezTo>
                <a:cubicBezTo>
                  <a:pt x="444" y="978"/>
                  <a:pt x="446" y="982"/>
                  <a:pt x="445" y="987"/>
                </a:cubicBezTo>
                <a:cubicBezTo>
                  <a:pt x="445" y="992"/>
                  <a:pt x="442" y="997"/>
                  <a:pt x="438" y="1000"/>
                </a:cubicBezTo>
                <a:cubicBezTo>
                  <a:pt x="434" y="1003"/>
                  <a:pt x="430" y="1004"/>
                  <a:pt x="425" y="1004"/>
                </a:cubicBezTo>
                <a:cubicBezTo>
                  <a:pt x="420" y="1003"/>
                  <a:pt x="415" y="1001"/>
                  <a:pt x="412" y="997"/>
                </a:cubicBezTo>
                <a:moveTo>
                  <a:pt x="322" y="876"/>
                </a:moveTo>
                <a:cubicBezTo>
                  <a:pt x="319" y="871"/>
                  <a:pt x="315" y="866"/>
                  <a:pt x="312" y="861"/>
                </a:cubicBezTo>
                <a:cubicBezTo>
                  <a:pt x="309" y="856"/>
                  <a:pt x="308" y="852"/>
                  <a:pt x="309" y="847"/>
                </a:cubicBezTo>
                <a:cubicBezTo>
                  <a:pt x="310" y="842"/>
                  <a:pt x="313" y="838"/>
                  <a:pt x="317" y="835"/>
                </a:cubicBezTo>
                <a:cubicBezTo>
                  <a:pt x="321" y="832"/>
                  <a:pt x="326" y="831"/>
                  <a:pt x="331" y="832"/>
                </a:cubicBezTo>
                <a:cubicBezTo>
                  <a:pt x="336" y="833"/>
                  <a:pt x="340" y="836"/>
                  <a:pt x="343" y="840"/>
                </a:cubicBezTo>
                <a:cubicBezTo>
                  <a:pt x="346" y="845"/>
                  <a:pt x="350" y="850"/>
                  <a:pt x="353" y="855"/>
                </a:cubicBezTo>
                <a:cubicBezTo>
                  <a:pt x="356" y="860"/>
                  <a:pt x="357" y="864"/>
                  <a:pt x="356" y="869"/>
                </a:cubicBezTo>
                <a:cubicBezTo>
                  <a:pt x="355" y="874"/>
                  <a:pt x="353" y="878"/>
                  <a:pt x="348" y="881"/>
                </a:cubicBezTo>
                <a:cubicBezTo>
                  <a:pt x="344" y="884"/>
                  <a:pt x="339" y="885"/>
                  <a:pt x="334" y="884"/>
                </a:cubicBezTo>
                <a:cubicBezTo>
                  <a:pt x="329" y="883"/>
                  <a:pt x="325" y="881"/>
                  <a:pt x="322" y="876"/>
                </a:cubicBezTo>
                <a:moveTo>
                  <a:pt x="243" y="747"/>
                </a:moveTo>
                <a:cubicBezTo>
                  <a:pt x="240" y="742"/>
                  <a:pt x="236" y="736"/>
                  <a:pt x="233" y="731"/>
                </a:cubicBezTo>
                <a:cubicBezTo>
                  <a:pt x="231" y="726"/>
                  <a:pt x="230" y="721"/>
                  <a:pt x="232" y="716"/>
                </a:cubicBezTo>
                <a:cubicBezTo>
                  <a:pt x="233" y="711"/>
                  <a:pt x="236" y="708"/>
                  <a:pt x="241" y="705"/>
                </a:cubicBezTo>
                <a:cubicBezTo>
                  <a:pt x="245" y="703"/>
                  <a:pt x="250" y="702"/>
                  <a:pt x="255" y="704"/>
                </a:cubicBezTo>
                <a:cubicBezTo>
                  <a:pt x="260" y="705"/>
                  <a:pt x="264" y="708"/>
                  <a:pt x="266" y="713"/>
                </a:cubicBezTo>
                <a:cubicBezTo>
                  <a:pt x="269" y="718"/>
                  <a:pt x="272" y="724"/>
                  <a:pt x="275" y="729"/>
                </a:cubicBezTo>
                <a:cubicBezTo>
                  <a:pt x="278" y="733"/>
                  <a:pt x="278" y="738"/>
                  <a:pt x="277" y="743"/>
                </a:cubicBezTo>
                <a:cubicBezTo>
                  <a:pt x="275" y="748"/>
                  <a:pt x="273" y="752"/>
                  <a:pt x="268" y="754"/>
                </a:cubicBezTo>
                <a:cubicBezTo>
                  <a:pt x="264" y="757"/>
                  <a:pt x="259" y="758"/>
                  <a:pt x="254" y="756"/>
                </a:cubicBezTo>
                <a:cubicBezTo>
                  <a:pt x="249" y="755"/>
                  <a:pt x="245" y="752"/>
                  <a:pt x="243" y="747"/>
                </a:cubicBezTo>
                <a:moveTo>
                  <a:pt x="175" y="614"/>
                </a:moveTo>
                <a:cubicBezTo>
                  <a:pt x="172" y="608"/>
                  <a:pt x="170" y="603"/>
                  <a:pt x="167" y="597"/>
                </a:cubicBezTo>
                <a:cubicBezTo>
                  <a:pt x="165" y="592"/>
                  <a:pt x="165" y="588"/>
                  <a:pt x="167" y="583"/>
                </a:cubicBezTo>
                <a:cubicBezTo>
                  <a:pt x="168" y="578"/>
                  <a:pt x="172" y="574"/>
                  <a:pt x="176" y="572"/>
                </a:cubicBezTo>
                <a:cubicBezTo>
                  <a:pt x="181" y="570"/>
                  <a:pt x="186" y="570"/>
                  <a:pt x="191" y="572"/>
                </a:cubicBezTo>
                <a:cubicBezTo>
                  <a:pt x="196" y="574"/>
                  <a:pt x="199" y="577"/>
                  <a:pt x="201" y="582"/>
                </a:cubicBezTo>
                <a:cubicBezTo>
                  <a:pt x="204" y="587"/>
                  <a:pt x="206" y="593"/>
                  <a:pt x="209" y="598"/>
                </a:cubicBezTo>
                <a:cubicBezTo>
                  <a:pt x="211" y="603"/>
                  <a:pt x="211" y="608"/>
                  <a:pt x="209" y="613"/>
                </a:cubicBezTo>
                <a:cubicBezTo>
                  <a:pt x="207" y="618"/>
                  <a:pt x="204" y="621"/>
                  <a:pt x="200" y="623"/>
                </a:cubicBezTo>
                <a:cubicBezTo>
                  <a:pt x="195" y="625"/>
                  <a:pt x="190" y="626"/>
                  <a:pt x="185" y="624"/>
                </a:cubicBezTo>
                <a:cubicBezTo>
                  <a:pt x="180" y="622"/>
                  <a:pt x="177" y="619"/>
                  <a:pt x="175" y="614"/>
                </a:cubicBezTo>
                <a:moveTo>
                  <a:pt x="116" y="474"/>
                </a:moveTo>
                <a:cubicBezTo>
                  <a:pt x="114" y="468"/>
                  <a:pt x="111" y="462"/>
                  <a:pt x="109" y="456"/>
                </a:cubicBezTo>
                <a:cubicBezTo>
                  <a:pt x="108" y="452"/>
                  <a:pt x="108" y="447"/>
                  <a:pt x="110" y="442"/>
                </a:cubicBezTo>
                <a:cubicBezTo>
                  <a:pt x="112" y="437"/>
                  <a:pt x="116" y="434"/>
                  <a:pt x="121" y="432"/>
                </a:cubicBezTo>
                <a:cubicBezTo>
                  <a:pt x="125" y="431"/>
                  <a:pt x="130" y="431"/>
                  <a:pt x="135" y="433"/>
                </a:cubicBezTo>
                <a:cubicBezTo>
                  <a:pt x="139" y="435"/>
                  <a:pt x="143" y="439"/>
                  <a:pt x="144" y="444"/>
                </a:cubicBezTo>
                <a:cubicBezTo>
                  <a:pt x="147" y="450"/>
                  <a:pt x="149" y="455"/>
                  <a:pt x="151" y="461"/>
                </a:cubicBezTo>
                <a:cubicBezTo>
                  <a:pt x="153" y="466"/>
                  <a:pt x="153" y="471"/>
                  <a:pt x="150" y="476"/>
                </a:cubicBezTo>
                <a:cubicBezTo>
                  <a:pt x="148" y="480"/>
                  <a:pt x="145" y="484"/>
                  <a:pt x="140" y="485"/>
                </a:cubicBezTo>
                <a:cubicBezTo>
                  <a:pt x="135" y="487"/>
                  <a:pt x="130" y="487"/>
                  <a:pt x="126" y="485"/>
                </a:cubicBezTo>
                <a:cubicBezTo>
                  <a:pt x="121" y="483"/>
                  <a:pt x="118" y="479"/>
                  <a:pt x="116" y="474"/>
                </a:cubicBezTo>
                <a:moveTo>
                  <a:pt x="69" y="331"/>
                </a:moveTo>
                <a:lnTo>
                  <a:pt x="63" y="314"/>
                </a:lnTo>
                <a:cubicBezTo>
                  <a:pt x="62" y="309"/>
                  <a:pt x="63" y="304"/>
                  <a:pt x="65" y="299"/>
                </a:cubicBezTo>
                <a:cubicBezTo>
                  <a:pt x="68" y="295"/>
                  <a:pt x="71" y="292"/>
                  <a:pt x="76" y="290"/>
                </a:cubicBezTo>
                <a:cubicBezTo>
                  <a:pt x="81" y="289"/>
                  <a:pt x="86" y="290"/>
                  <a:pt x="90" y="292"/>
                </a:cubicBezTo>
                <a:cubicBezTo>
                  <a:pt x="95" y="295"/>
                  <a:pt x="98" y="298"/>
                  <a:pt x="99" y="303"/>
                </a:cubicBezTo>
                <a:lnTo>
                  <a:pt x="104" y="321"/>
                </a:lnTo>
                <a:cubicBezTo>
                  <a:pt x="106" y="326"/>
                  <a:pt x="105" y="331"/>
                  <a:pt x="103" y="335"/>
                </a:cubicBezTo>
                <a:cubicBezTo>
                  <a:pt x="100" y="340"/>
                  <a:pt x="97" y="343"/>
                  <a:pt x="92" y="344"/>
                </a:cubicBezTo>
                <a:cubicBezTo>
                  <a:pt x="87" y="345"/>
                  <a:pt x="82" y="345"/>
                  <a:pt x="77" y="342"/>
                </a:cubicBezTo>
                <a:cubicBezTo>
                  <a:pt x="73" y="340"/>
                  <a:pt x="70" y="336"/>
                  <a:pt x="69" y="331"/>
                </a:cubicBezTo>
                <a:moveTo>
                  <a:pt x="31" y="187"/>
                </a:moveTo>
                <a:lnTo>
                  <a:pt x="27" y="168"/>
                </a:lnTo>
                <a:cubicBezTo>
                  <a:pt x="26" y="163"/>
                  <a:pt x="27" y="159"/>
                  <a:pt x="30" y="154"/>
                </a:cubicBezTo>
                <a:cubicBezTo>
                  <a:pt x="33" y="150"/>
                  <a:pt x="36" y="147"/>
                  <a:pt x="41" y="146"/>
                </a:cubicBezTo>
                <a:cubicBezTo>
                  <a:pt x="46" y="145"/>
                  <a:pt x="51" y="146"/>
                  <a:pt x="56" y="149"/>
                </a:cubicBezTo>
                <a:cubicBezTo>
                  <a:pt x="60" y="151"/>
                  <a:pt x="63" y="155"/>
                  <a:pt x="64" y="160"/>
                </a:cubicBezTo>
                <a:lnTo>
                  <a:pt x="68" y="179"/>
                </a:lnTo>
                <a:cubicBezTo>
                  <a:pt x="69" y="184"/>
                  <a:pt x="68" y="188"/>
                  <a:pt x="65" y="193"/>
                </a:cubicBezTo>
                <a:cubicBezTo>
                  <a:pt x="62" y="197"/>
                  <a:pt x="59" y="200"/>
                  <a:pt x="54" y="201"/>
                </a:cubicBezTo>
                <a:cubicBezTo>
                  <a:pt x="49" y="202"/>
                  <a:pt x="44" y="201"/>
                  <a:pt x="39" y="198"/>
                </a:cubicBezTo>
                <a:cubicBezTo>
                  <a:pt x="35" y="196"/>
                  <a:pt x="32" y="192"/>
                  <a:pt x="31" y="187"/>
                </a:cubicBezTo>
                <a:moveTo>
                  <a:pt x="2" y="36"/>
                </a:moveTo>
                <a:lnTo>
                  <a:pt x="0" y="22"/>
                </a:lnTo>
                <a:cubicBezTo>
                  <a:pt x="-1" y="16"/>
                  <a:pt x="0" y="11"/>
                  <a:pt x="3" y="7"/>
                </a:cubicBezTo>
                <a:cubicBezTo>
                  <a:pt x="6" y="3"/>
                  <a:pt x="10" y="0"/>
                  <a:pt x="16" y="0"/>
                </a:cubicBezTo>
                <a:cubicBezTo>
                  <a:pt x="21" y="-1"/>
                  <a:pt x="25" y="0"/>
                  <a:pt x="29" y="3"/>
                </a:cubicBezTo>
                <a:cubicBezTo>
                  <a:pt x="34" y="6"/>
                  <a:pt x="36" y="10"/>
                  <a:pt x="37" y="15"/>
                </a:cubicBezTo>
                <a:lnTo>
                  <a:pt x="39" y="30"/>
                </a:lnTo>
                <a:cubicBezTo>
                  <a:pt x="40" y="35"/>
                  <a:pt x="39" y="40"/>
                  <a:pt x="36" y="44"/>
                </a:cubicBezTo>
                <a:cubicBezTo>
                  <a:pt x="33" y="48"/>
                  <a:pt x="29" y="50"/>
                  <a:pt x="24" y="51"/>
                </a:cubicBezTo>
                <a:cubicBezTo>
                  <a:pt x="19" y="52"/>
                  <a:pt x="14" y="51"/>
                  <a:pt x="10" y="48"/>
                </a:cubicBezTo>
                <a:cubicBezTo>
                  <a:pt x="6" y="45"/>
                  <a:pt x="3" y="41"/>
                  <a:pt x="2" y="36"/>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44" name=""/>
          <p:cNvSpPr/>
          <p:nvPr/>
        </p:nvSpPr>
        <p:spPr>
          <a:xfrm>
            <a:off x="2648880" y="3549600"/>
            <a:ext cx="74880" cy="61920"/>
          </a:xfrm>
          <a:custGeom>
            <a:avLst/>
            <a:gdLst/>
            <a:ahLst/>
            <a:rect l="0" t="0" r="r" b="b"/>
            <a:pathLst>
              <a:path fill="none" w="208" h="172">
                <a:moveTo>
                  <a:pt x="0" y="172"/>
                </a:moveTo>
                <a:lnTo>
                  <a:pt x="79" y="0"/>
                </a:lnTo>
                <a:lnTo>
                  <a:pt x="208" y="139"/>
                </a:lnTo>
              </a:path>
            </a:pathLst>
          </a:custGeom>
          <a:ln cap="rnd" w="14040">
            <a:solidFill>
              <a:srgbClr val="3D3D3A"/>
            </a:solidFill>
            <a:round/>
          </a:ln>
        </p:spPr>
        <p:txBody>
          <a:bodyPr lIns="6840" tIns="6840" rIns="6840" bIns="6840" anchor="t">
            <a:noAutofit/>
          </a:bodyPr>
          <a:p>
            <a:endParaRPr lang="en-US" sz="2400" b="0" u="none" strike="noStrike">
              <a:solidFill>
                <a:srgbClr val="000000"/>
              </a:solidFill>
              <a:effectLst/>
              <a:uFillTx/>
              <a:latin typeface="游明朝体"/>
            </a:endParaRPr>
          </a:p>
        </p:txBody>
      </p:sp>
      <p:sp>
        <p:nvSpPr>
          <p:cNvPr id="2945" name=""/>
          <p:cNvSpPr/>
          <p:nvPr/>
        </p:nvSpPr>
        <p:spPr>
          <a:xfrm>
            <a:off x="2670840" y="2332080"/>
            <a:ext cx="780480" cy="646200"/>
          </a:xfrm>
          <a:custGeom>
            <a:avLst/>
            <a:gdLst/>
            <a:ahLst/>
            <a:rect l="0" t="0" r="r" b="b"/>
            <a:pathLst>
              <a:path w="2168" h="1795">
                <a:moveTo>
                  <a:pt x="0" y="1773"/>
                </a:moveTo>
                <a:lnTo>
                  <a:pt x="3" y="1754"/>
                </a:lnTo>
                <a:cubicBezTo>
                  <a:pt x="4" y="1749"/>
                  <a:pt x="6" y="1745"/>
                  <a:pt x="11" y="1742"/>
                </a:cubicBezTo>
                <a:cubicBezTo>
                  <a:pt x="15" y="1739"/>
                  <a:pt x="19" y="1738"/>
                  <a:pt x="25" y="1739"/>
                </a:cubicBezTo>
                <a:cubicBezTo>
                  <a:pt x="30" y="1739"/>
                  <a:pt x="34" y="1742"/>
                  <a:pt x="37" y="1746"/>
                </a:cubicBezTo>
                <a:cubicBezTo>
                  <a:pt x="40" y="1750"/>
                  <a:pt x="41" y="1755"/>
                  <a:pt x="40" y="1760"/>
                </a:cubicBezTo>
                <a:lnTo>
                  <a:pt x="37" y="1779"/>
                </a:lnTo>
                <a:cubicBezTo>
                  <a:pt x="36" y="1784"/>
                  <a:pt x="34" y="1788"/>
                  <a:pt x="29" y="1791"/>
                </a:cubicBezTo>
                <a:cubicBezTo>
                  <a:pt x="25" y="1794"/>
                  <a:pt x="21" y="1795"/>
                  <a:pt x="16" y="1795"/>
                </a:cubicBezTo>
                <a:cubicBezTo>
                  <a:pt x="10" y="1794"/>
                  <a:pt x="6" y="1791"/>
                  <a:pt x="3" y="1787"/>
                </a:cubicBezTo>
                <a:cubicBezTo>
                  <a:pt x="0" y="1783"/>
                  <a:pt x="-1" y="1778"/>
                  <a:pt x="0" y="1773"/>
                </a:cubicBezTo>
                <a:moveTo>
                  <a:pt x="28" y="1622"/>
                </a:moveTo>
                <a:lnTo>
                  <a:pt x="32" y="1603"/>
                </a:lnTo>
                <a:cubicBezTo>
                  <a:pt x="34" y="1598"/>
                  <a:pt x="36" y="1594"/>
                  <a:pt x="41" y="1592"/>
                </a:cubicBezTo>
                <a:cubicBezTo>
                  <a:pt x="45" y="1588"/>
                  <a:pt x="50" y="1587"/>
                  <a:pt x="55" y="1588"/>
                </a:cubicBezTo>
                <a:cubicBezTo>
                  <a:pt x="60" y="1589"/>
                  <a:pt x="64" y="1593"/>
                  <a:pt x="66" y="1597"/>
                </a:cubicBezTo>
                <a:cubicBezTo>
                  <a:pt x="69" y="1602"/>
                  <a:pt x="70" y="1606"/>
                  <a:pt x="69" y="1611"/>
                </a:cubicBezTo>
                <a:lnTo>
                  <a:pt x="65" y="1630"/>
                </a:lnTo>
                <a:cubicBezTo>
                  <a:pt x="64" y="1635"/>
                  <a:pt x="61" y="1639"/>
                  <a:pt x="57" y="1641"/>
                </a:cubicBezTo>
                <a:cubicBezTo>
                  <a:pt x="52" y="1644"/>
                  <a:pt x="48" y="1645"/>
                  <a:pt x="43" y="1644"/>
                </a:cubicBezTo>
                <a:cubicBezTo>
                  <a:pt x="38" y="1643"/>
                  <a:pt x="34" y="1640"/>
                  <a:pt x="31" y="1636"/>
                </a:cubicBezTo>
                <a:cubicBezTo>
                  <a:pt x="28" y="1631"/>
                  <a:pt x="27" y="1627"/>
                  <a:pt x="28" y="1622"/>
                </a:cubicBezTo>
                <a:moveTo>
                  <a:pt x="65" y="1476"/>
                </a:moveTo>
                <a:lnTo>
                  <a:pt x="70" y="1458"/>
                </a:lnTo>
                <a:cubicBezTo>
                  <a:pt x="71" y="1453"/>
                  <a:pt x="74" y="1449"/>
                  <a:pt x="79" y="1447"/>
                </a:cubicBezTo>
                <a:cubicBezTo>
                  <a:pt x="83" y="1444"/>
                  <a:pt x="88" y="1444"/>
                  <a:pt x="93" y="1445"/>
                </a:cubicBezTo>
                <a:cubicBezTo>
                  <a:pt x="98" y="1447"/>
                  <a:pt x="102" y="1450"/>
                  <a:pt x="104" y="1454"/>
                </a:cubicBezTo>
                <a:cubicBezTo>
                  <a:pt x="107" y="1459"/>
                  <a:pt x="107" y="1464"/>
                  <a:pt x="106" y="1468"/>
                </a:cubicBezTo>
                <a:lnTo>
                  <a:pt x="101" y="1486"/>
                </a:lnTo>
                <a:cubicBezTo>
                  <a:pt x="99" y="1491"/>
                  <a:pt x="96" y="1495"/>
                  <a:pt x="92" y="1497"/>
                </a:cubicBezTo>
                <a:cubicBezTo>
                  <a:pt x="87" y="1500"/>
                  <a:pt x="83" y="1500"/>
                  <a:pt x="78" y="1499"/>
                </a:cubicBezTo>
                <a:cubicBezTo>
                  <a:pt x="73" y="1497"/>
                  <a:pt x="69" y="1494"/>
                  <a:pt x="66" y="1490"/>
                </a:cubicBezTo>
                <a:cubicBezTo>
                  <a:pt x="64" y="1485"/>
                  <a:pt x="63" y="1481"/>
                  <a:pt x="65" y="1476"/>
                </a:cubicBezTo>
                <a:moveTo>
                  <a:pt x="111" y="1333"/>
                </a:moveTo>
                <a:cubicBezTo>
                  <a:pt x="113" y="1327"/>
                  <a:pt x="116" y="1321"/>
                  <a:pt x="118" y="1315"/>
                </a:cubicBezTo>
                <a:cubicBezTo>
                  <a:pt x="120" y="1310"/>
                  <a:pt x="123" y="1306"/>
                  <a:pt x="128" y="1304"/>
                </a:cubicBezTo>
                <a:cubicBezTo>
                  <a:pt x="132" y="1302"/>
                  <a:pt x="137" y="1302"/>
                  <a:pt x="142" y="1304"/>
                </a:cubicBezTo>
                <a:cubicBezTo>
                  <a:pt x="147" y="1306"/>
                  <a:pt x="150" y="1309"/>
                  <a:pt x="152" y="1314"/>
                </a:cubicBezTo>
                <a:cubicBezTo>
                  <a:pt x="154" y="1318"/>
                  <a:pt x="155" y="1323"/>
                  <a:pt x="153" y="1328"/>
                </a:cubicBezTo>
                <a:cubicBezTo>
                  <a:pt x="151" y="1334"/>
                  <a:pt x="148" y="1340"/>
                  <a:pt x="146" y="1346"/>
                </a:cubicBezTo>
                <a:cubicBezTo>
                  <a:pt x="144" y="1350"/>
                  <a:pt x="141" y="1354"/>
                  <a:pt x="137" y="1356"/>
                </a:cubicBezTo>
                <a:cubicBezTo>
                  <a:pt x="132" y="1358"/>
                  <a:pt x="127" y="1358"/>
                  <a:pt x="122" y="1357"/>
                </a:cubicBezTo>
                <a:cubicBezTo>
                  <a:pt x="117" y="1355"/>
                  <a:pt x="114" y="1352"/>
                  <a:pt x="112" y="1347"/>
                </a:cubicBezTo>
                <a:cubicBezTo>
                  <a:pt x="110" y="1342"/>
                  <a:pt x="109" y="1338"/>
                  <a:pt x="111" y="1333"/>
                </a:cubicBezTo>
                <a:moveTo>
                  <a:pt x="169" y="1192"/>
                </a:moveTo>
                <a:cubicBezTo>
                  <a:pt x="172" y="1187"/>
                  <a:pt x="174" y="1181"/>
                  <a:pt x="177" y="1175"/>
                </a:cubicBezTo>
                <a:cubicBezTo>
                  <a:pt x="179" y="1171"/>
                  <a:pt x="183" y="1167"/>
                  <a:pt x="188" y="1166"/>
                </a:cubicBezTo>
                <a:cubicBezTo>
                  <a:pt x="192" y="1164"/>
                  <a:pt x="197" y="1164"/>
                  <a:pt x="202" y="1166"/>
                </a:cubicBezTo>
                <a:cubicBezTo>
                  <a:pt x="206" y="1168"/>
                  <a:pt x="210" y="1172"/>
                  <a:pt x="211" y="1177"/>
                </a:cubicBezTo>
                <a:cubicBezTo>
                  <a:pt x="213" y="1182"/>
                  <a:pt x="213" y="1186"/>
                  <a:pt x="211" y="1191"/>
                </a:cubicBezTo>
                <a:cubicBezTo>
                  <a:pt x="208" y="1197"/>
                  <a:pt x="206" y="1202"/>
                  <a:pt x="203" y="1208"/>
                </a:cubicBezTo>
                <a:cubicBezTo>
                  <a:pt x="201" y="1212"/>
                  <a:pt x="198" y="1216"/>
                  <a:pt x="193" y="1218"/>
                </a:cubicBezTo>
                <a:cubicBezTo>
                  <a:pt x="188" y="1219"/>
                  <a:pt x="183" y="1219"/>
                  <a:pt x="179" y="1217"/>
                </a:cubicBezTo>
                <a:cubicBezTo>
                  <a:pt x="174" y="1215"/>
                  <a:pt x="171" y="1211"/>
                  <a:pt x="169" y="1207"/>
                </a:cubicBezTo>
                <a:cubicBezTo>
                  <a:pt x="167" y="1202"/>
                  <a:pt x="167" y="1197"/>
                  <a:pt x="169" y="1192"/>
                </a:cubicBezTo>
                <a:moveTo>
                  <a:pt x="236" y="1059"/>
                </a:moveTo>
                <a:cubicBezTo>
                  <a:pt x="239" y="1053"/>
                  <a:pt x="242" y="1048"/>
                  <a:pt x="245" y="1042"/>
                </a:cubicBezTo>
                <a:cubicBezTo>
                  <a:pt x="248" y="1038"/>
                  <a:pt x="252" y="1035"/>
                  <a:pt x="257" y="1033"/>
                </a:cubicBezTo>
                <a:cubicBezTo>
                  <a:pt x="261" y="1032"/>
                  <a:pt x="266" y="1033"/>
                  <a:pt x="271" y="1035"/>
                </a:cubicBezTo>
                <a:cubicBezTo>
                  <a:pt x="275" y="1038"/>
                  <a:pt x="278" y="1041"/>
                  <a:pt x="279" y="1046"/>
                </a:cubicBezTo>
                <a:cubicBezTo>
                  <a:pt x="281" y="1051"/>
                  <a:pt x="280" y="1056"/>
                  <a:pt x="278" y="1061"/>
                </a:cubicBezTo>
                <a:cubicBezTo>
                  <a:pt x="275" y="1066"/>
                  <a:pt x="272" y="1071"/>
                  <a:pt x="269" y="1077"/>
                </a:cubicBezTo>
                <a:cubicBezTo>
                  <a:pt x="266" y="1081"/>
                  <a:pt x="262" y="1084"/>
                  <a:pt x="257" y="1086"/>
                </a:cubicBezTo>
                <a:cubicBezTo>
                  <a:pt x="253" y="1087"/>
                  <a:pt x="248" y="1087"/>
                  <a:pt x="243" y="1084"/>
                </a:cubicBezTo>
                <a:cubicBezTo>
                  <a:pt x="239" y="1082"/>
                  <a:pt x="236" y="1078"/>
                  <a:pt x="234" y="1073"/>
                </a:cubicBezTo>
                <a:cubicBezTo>
                  <a:pt x="233" y="1068"/>
                  <a:pt x="233" y="1063"/>
                  <a:pt x="236" y="1059"/>
                </a:cubicBezTo>
                <a:moveTo>
                  <a:pt x="315" y="929"/>
                </a:moveTo>
                <a:cubicBezTo>
                  <a:pt x="318" y="924"/>
                  <a:pt x="322" y="919"/>
                  <a:pt x="325" y="913"/>
                </a:cubicBezTo>
                <a:cubicBezTo>
                  <a:pt x="328" y="909"/>
                  <a:pt x="332" y="907"/>
                  <a:pt x="337" y="906"/>
                </a:cubicBezTo>
                <a:cubicBezTo>
                  <a:pt x="342" y="905"/>
                  <a:pt x="347" y="906"/>
                  <a:pt x="351" y="909"/>
                </a:cubicBezTo>
                <a:cubicBezTo>
                  <a:pt x="356" y="912"/>
                  <a:pt x="358" y="915"/>
                  <a:pt x="359" y="921"/>
                </a:cubicBezTo>
                <a:cubicBezTo>
                  <a:pt x="360" y="926"/>
                  <a:pt x="359" y="930"/>
                  <a:pt x="356" y="935"/>
                </a:cubicBezTo>
                <a:cubicBezTo>
                  <a:pt x="353" y="940"/>
                  <a:pt x="349" y="945"/>
                  <a:pt x="346" y="950"/>
                </a:cubicBezTo>
                <a:cubicBezTo>
                  <a:pt x="343" y="954"/>
                  <a:pt x="339" y="957"/>
                  <a:pt x="334" y="958"/>
                </a:cubicBezTo>
                <a:cubicBezTo>
                  <a:pt x="329" y="959"/>
                  <a:pt x="324" y="958"/>
                  <a:pt x="320" y="955"/>
                </a:cubicBezTo>
                <a:cubicBezTo>
                  <a:pt x="316" y="952"/>
                  <a:pt x="313" y="948"/>
                  <a:pt x="312" y="943"/>
                </a:cubicBezTo>
                <a:cubicBezTo>
                  <a:pt x="311" y="938"/>
                  <a:pt x="312" y="933"/>
                  <a:pt x="315" y="929"/>
                </a:cubicBezTo>
                <a:moveTo>
                  <a:pt x="404" y="808"/>
                </a:moveTo>
                <a:cubicBezTo>
                  <a:pt x="408" y="803"/>
                  <a:pt x="411" y="798"/>
                  <a:pt x="415" y="793"/>
                </a:cubicBezTo>
                <a:cubicBezTo>
                  <a:pt x="419" y="789"/>
                  <a:pt x="423" y="787"/>
                  <a:pt x="428" y="786"/>
                </a:cubicBezTo>
                <a:cubicBezTo>
                  <a:pt x="433" y="786"/>
                  <a:pt x="438" y="787"/>
                  <a:pt x="442" y="790"/>
                </a:cubicBezTo>
                <a:cubicBezTo>
                  <a:pt x="446" y="794"/>
                  <a:pt x="448" y="798"/>
                  <a:pt x="448" y="803"/>
                </a:cubicBezTo>
                <a:cubicBezTo>
                  <a:pt x="449" y="808"/>
                  <a:pt x="448" y="813"/>
                  <a:pt x="444" y="817"/>
                </a:cubicBezTo>
                <a:cubicBezTo>
                  <a:pt x="440" y="821"/>
                  <a:pt x="437" y="826"/>
                  <a:pt x="433" y="831"/>
                </a:cubicBezTo>
                <a:cubicBezTo>
                  <a:pt x="430" y="835"/>
                  <a:pt x="425" y="837"/>
                  <a:pt x="420" y="838"/>
                </a:cubicBezTo>
                <a:cubicBezTo>
                  <a:pt x="415" y="838"/>
                  <a:pt x="411" y="837"/>
                  <a:pt x="407" y="834"/>
                </a:cubicBezTo>
                <a:cubicBezTo>
                  <a:pt x="402" y="831"/>
                  <a:pt x="400" y="826"/>
                  <a:pt x="400" y="821"/>
                </a:cubicBezTo>
                <a:cubicBezTo>
                  <a:pt x="399" y="816"/>
                  <a:pt x="400" y="812"/>
                  <a:pt x="404" y="808"/>
                </a:cubicBezTo>
                <a:moveTo>
                  <a:pt x="502" y="694"/>
                </a:moveTo>
                <a:cubicBezTo>
                  <a:pt x="507" y="690"/>
                  <a:pt x="511" y="685"/>
                  <a:pt x="516" y="681"/>
                </a:cubicBezTo>
                <a:cubicBezTo>
                  <a:pt x="519" y="677"/>
                  <a:pt x="523" y="675"/>
                  <a:pt x="529" y="675"/>
                </a:cubicBezTo>
                <a:cubicBezTo>
                  <a:pt x="534" y="675"/>
                  <a:pt x="538" y="677"/>
                  <a:pt x="542" y="680"/>
                </a:cubicBezTo>
                <a:cubicBezTo>
                  <a:pt x="546" y="684"/>
                  <a:pt x="547" y="688"/>
                  <a:pt x="548" y="693"/>
                </a:cubicBezTo>
                <a:cubicBezTo>
                  <a:pt x="548" y="699"/>
                  <a:pt x="546" y="703"/>
                  <a:pt x="542" y="707"/>
                </a:cubicBezTo>
                <a:cubicBezTo>
                  <a:pt x="538" y="711"/>
                  <a:pt x="534" y="716"/>
                  <a:pt x="530" y="720"/>
                </a:cubicBezTo>
                <a:cubicBezTo>
                  <a:pt x="526" y="724"/>
                  <a:pt x="522" y="726"/>
                  <a:pt x="516" y="726"/>
                </a:cubicBezTo>
                <a:cubicBezTo>
                  <a:pt x="511" y="726"/>
                  <a:pt x="507" y="724"/>
                  <a:pt x="503" y="721"/>
                </a:cubicBezTo>
                <a:cubicBezTo>
                  <a:pt x="499" y="717"/>
                  <a:pt x="497" y="713"/>
                  <a:pt x="497" y="708"/>
                </a:cubicBezTo>
                <a:cubicBezTo>
                  <a:pt x="497" y="702"/>
                  <a:pt x="499" y="698"/>
                  <a:pt x="502" y="694"/>
                </a:cubicBezTo>
                <a:moveTo>
                  <a:pt x="611" y="589"/>
                </a:moveTo>
                <a:cubicBezTo>
                  <a:pt x="616" y="585"/>
                  <a:pt x="621" y="581"/>
                  <a:pt x="626" y="577"/>
                </a:cubicBezTo>
                <a:cubicBezTo>
                  <a:pt x="629" y="573"/>
                  <a:pt x="634" y="572"/>
                  <a:pt x="639" y="572"/>
                </a:cubicBezTo>
                <a:cubicBezTo>
                  <a:pt x="644" y="572"/>
                  <a:pt x="649" y="574"/>
                  <a:pt x="652" y="578"/>
                </a:cubicBezTo>
                <a:cubicBezTo>
                  <a:pt x="655" y="582"/>
                  <a:pt x="657" y="587"/>
                  <a:pt x="656" y="592"/>
                </a:cubicBezTo>
                <a:cubicBezTo>
                  <a:pt x="656" y="597"/>
                  <a:pt x="654" y="601"/>
                  <a:pt x="650" y="605"/>
                </a:cubicBezTo>
                <a:cubicBezTo>
                  <a:pt x="645" y="609"/>
                  <a:pt x="641" y="613"/>
                  <a:pt x="636" y="617"/>
                </a:cubicBezTo>
                <a:cubicBezTo>
                  <a:pt x="632" y="620"/>
                  <a:pt x="628" y="622"/>
                  <a:pt x="623" y="622"/>
                </a:cubicBezTo>
                <a:cubicBezTo>
                  <a:pt x="617" y="621"/>
                  <a:pt x="613" y="619"/>
                  <a:pt x="610" y="615"/>
                </a:cubicBezTo>
                <a:cubicBezTo>
                  <a:pt x="606" y="612"/>
                  <a:pt x="605" y="607"/>
                  <a:pt x="605" y="602"/>
                </a:cubicBezTo>
                <a:cubicBezTo>
                  <a:pt x="605" y="597"/>
                  <a:pt x="607" y="593"/>
                  <a:pt x="611" y="589"/>
                </a:cubicBezTo>
                <a:moveTo>
                  <a:pt x="728" y="494"/>
                </a:moveTo>
                <a:cubicBezTo>
                  <a:pt x="732" y="490"/>
                  <a:pt x="737" y="487"/>
                  <a:pt x="742" y="483"/>
                </a:cubicBezTo>
                <a:cubicBezTo>
                  <a:pt x="747" y="480"/>
                  <a:pt x="751" y="479"/>
                  <a:pt x="756" y="480"/>
                </a:cubicBezTo>
                <a:cubicBezTo>
                  <a:pt x="761" y="480"/>
                  <a:pt x="766" y="483"/>
                  <a:pt x="769" y="487"/>
                </a:cubicBezTo>
                <a:cubicBezTo>
                  <a:pt x="772" y="491"/>
                  <a:pt x="773" y="496"/>
                  <a:pt x="772" y="501"/>
                </a:cubicBezTo>
                <a:cubicBezTo>
                  <a:pt x="771" y="506"/>
                  <a:pt x="769" y="510"/>
                  <a:pt x="765" y="513"/>
                </a:cubicBezTo>
                <a:cubicBezTo>
                  <a:pt x="760" y="517"/>
                  <a:pt x="755" y="520"/>
                  <a:pt x="750" y="524"/>
                </a:cubicBezTo>
                <a:cubicBezTo>
                  <a:pt x="746" y="527"/>
                  <a:pt x="741" y="528"/>
                  <a:pt x="736" y="528"/>
                </a:cubicBezTo>
                <a:cubicBezTo>
                  <a:pt x="731" y="527"/>
                  <a:pt x="727" y="524"/>
                  <a:pt x="724" y="520"/>
                </a:cubicBezTo>
                <a:cubicBezTo>
                  <a:pt x="721" y="516"/>
                  <a:pt x="720" y="512"/>
                  <a:pt x="720" y="506"/>
                </a:cubicBezTo>
                <a:cubicBezTo>
                  <a:pt x="721" y="501"/>
                  <a:pt x="723" y="497"/>
                  <a:pt x="728" y="494"/>
                </a:cubicBezTo>
                <a:moveTo>
                  <a:pt x="851" y="408"/>
                </a:moveTo>
                <a:cubicBezTo>
                  <a:pt x="857" y="405"/>
                  <a:pt x="862" y="402"/>
                  <a:pt x="867" y="398"/>
                </a:cubicBezTo>
                <a:cubicBezTo>
                  <a:pt x="872" y="396"/>
                  <a:pt x="876" y="395"/>
                  <a:pt x="881" y="396"/>
                </a:cubicBezTo>
                <a:cubicBezTo>
                  <a:pt x="886" y="397"/>
                  <a:pt x="890" y="400"/>
                  <a:pt x="893" y="404"/>
                </a:cubicBezTo>
                <a:cubicBezTo>
                  <a:pt x="896" y="409"/>
                  <a:pt x="897" y="413"/>
                  <a:pt x="895" y="418"/>
                </a:cubicBezTo>
                <a:cubicBezTo>
                  <a:pt x="894" y="423"/>
                  <a:pt x="892" y="427"/>
                  <a:pt x="887" y="430"/>
                </a:cubicBezTo>
                <a:cubicBezTo>
                  <a:pt x="882" y="433"/>
                  <a:pt x="877" y="437"/>
                  <a:pt x="871" y="440"/>
                </a:cubicBezTo>
                <a:cubicBezTo>
                  <a:pt x="867" y="443"/>
                  <a:pt x="862" y="444"/>
                  <a:pt x="857" y="442"/>
                </a:cubicBezTo>
                <a:cubicBezTo>
                  <a:pt x="852" y="441"/>
                  <a:pt x="848" y="439"/>
                  <a:pt x="846" y="434"/>
                </a:cubicBezTo>
                <a:cubicBezTo>
                  <a:pt x="843" y="430"/>
                  <a:pt x="842" y="425"/>
                  <a:pt x="843" y="420"/>
                </a:cubicBezTo>
                <a:cubicBezTo>
                  <a:pt x="844" y="415"/>
                  <a:pt x="847" y="411"/>
                  <a:pt x="851" y="408"/>
                </a:cubicBezTo>
                <a:moveTo>
                  <a:pt x="982" y="331"/>
                </a:moveTo>
                <a:cubicBezTo>
                  <a:pt x="988" y="328"/>
                  <a:pt x="993" y="326"/>
                  <a:pt x="998" y="323"/>
                </a:cubicBezTo>
                <a:cubicBezTo>
                  <a:pt x="1003" y="320"/>
                  <a:pt x="1008" y="320"/>
                  <a:pt x="1013" y="321"/>
                </a:cubicBezTo>
                <a:cubicBezTo>
                  <a:pt x="1018" y="323"/>
                  <a:pt x="1021" y="326"/>
                  <a:pt x="1024" y="330"/>
                </a:cubicBezTo>
                <a:cubicBezTo>
                  <a:pt x="1026" y="335"/>
                  <a:pt x="1027" y="340"/>
                  <a:pt x="1025" y="345"/>
                </a:cubicBezTo>
                <a:cubicBezTo>
                  <a:pt x="1024" y="350"/>
                  <a:pt x="1020" y="353"/>
                  <a:pt x="1016" y="356"/>
                </a:cubicBezTo>
                <a:cubicBezTo>
                  <a:pt x="1011" y="359"/>
                  <a:pt x="1005" y="361"/>
                  <a:pt x="1000" y="364"/>
                </a:cubicBezTo>
                <a:cubicBezTo>
                  <a:pt x="996" y="367"/>
                  <a:pt x="991" y="367"/>
                  <a:pt x="986" y="366"/>
                </a:cubicBezTo>
                <a:cubicBezTo>
                  <a:pt x="981" y="364"/>
                  <a:pt x="977" y="361"/>
                  <a:pt x="975" y="357"/>
                </a:cubicBezTo>
                <a:cubicBezTo>
                  <a:pt x="972" y="352"/>
                  <a:pt x="972" y="347"/>
                  <a:pt x="973" y="342"/>
                </a:cubicBezTo>
                <a:cubicBezTo>
                  <a:pt x="975" y="338"/>
                  <a:pt x="978" y="334"/>
                  <a:pt x="982" y="331"/>
                </a:cubicBezTo>
                <a:moveTo>
                  <a:pt x="1115" y="265"/>
                </a:moveTo>
                <a:lnTo>
                  <a:pt x="1132" y="257"/>
                </a:lnTo>
                <a:cubicBezTo>
                  <a:pt x="1137" y="255"/>
                  <a:pt x="1141" y="255"/>
                  <a:pt x="1146" y="257"/>
                </a:cubicBezTo>
                <a:cubicBezTo>
                  <a:pt x="1151" y="259"/>
                  <a:pt x="1155" y="262"/>
                  <a:pt x="1157" y="267"/>
                </a:cubicBezTo>
                <a:cubicBezTo>
                  <a:pt x="1159" y="271"/>
                  <a:pt x="1159" y="276"/>
                  <a:pt x="1157" y="281"/>
                </a:cubicBezTo>
                <a:cubicBezTo>
                  <a:pt x="1155" y="286"/>
                  <a:pt x="1152" y="289"/>
                  <a:pt x="1147" y="291"/>
                </a:cubicBezTo>
                <a:lnTo>
                  <a:pt x="1130" y="299"/>
                </a:lnTo>
                <a:cubicBezTo>
                  <a:pt x="1126" y="301"/>
                  <a:pt x="1121" y="301"/>
                  <a:pt x="1116" y="300"/>
                </a:cubicBezTo>
                <a:cubicBezTo>
                  <a:pt x="1111" y="298"/>
                  <a:pt x="1108" y="295"/>
                  <a:pt x="1106" y="290"/>
                </a:cubicBezTo>
                <a:cubicBezTo>
                  <a:pt x="1104" y="285"/>
                  <a:pt x="1103" y="280"/>
                  <a:pt x="1105" y="276"/>
                </a:cubicBezTo>
                <a:cubicBezTo>
                  <a:pt x="1107" y="271"/>
                  <a:pt x="1110" y="267"/>
                  <a:pt x="1115" y="265"/>
                </a:cubicBezTo>
                <a:moveTo>
                  <a:pt x="1256" y="206"/>
                </a:moveTo>
                <a:lnTo>
                  <a:pt x="1274" y="199"/>
                </a:lnTo>
                <a:cubicBezTo>
                  <a:pt x="1278" y="197"/>
                  <a:pt x="1283" y="197"/>
                  <a:pt x="1288" y="199"/>
                </a:cubicBezTo>
                <a:cubicBezTo>
                  <a:pt x="1293" y="201"/>
                  <a:pt x="1296" y="205"/>
                  <a:pt x="1298" y="209"/>
                </a:cubicBezTo>
                <a:cubicBezTo>
                  <a:pt x="1300" y="214"/>
                  <a:pt x="1299" y="219"/>
                  <a:pt x="1297" y="224"/>
                </a:cubicBezTo>
                <a:cubicBezTo>
                  <a:pt x="1295" y="229"/>
                  <a:pt x="1292" y="232"/>
                  <a:pt x="1287" y="234"/>
                </a:cubicBezTo>
                <a:lnTo>
                  <a:pt x="1269" y="241"/>
                </a:lnTo>
                <a:cubicBezTo>
                  <a:pt x="1264" y="242"/>
                  <a:pt x="1259" y="242"/>
                  <a:pt x="1255" y="240"/>
                </a:cubicBezTo>
                <a:cubicBezTo>
                  <a:pt x="1250" y="238"/>
                  <a:pt x="1247" y="235"/>
                  <a:pt x="1245" y="230"/>
                </a:cubicBezTo>
                <a:cubicBezTo>
                  <a:pt x="1243" y="225"/>
                  <a:pt x="1243" y="220"/>
                  <a:pt x="1245" y="216"/>
                </a:cubicBezTo>
                <a:cubicBezTo>
                  <a:pt x="1247" y="211"/>
                  <a:pt x="1251" y="208"/>
                  <a:pt x="1256" y="206"/>
                </a:cubicBezTo>
                <a:moveTo>
                  <a:pt x="1396" y="156"/>
                </a:moveTo>
                <a:lnTo>
                  <a:pt x="1413" y="150"/>
                </a:lnTo>
                <a:cubicBezTo>
                  <a:pt x="1418" y="148"/>
                  <a:pt x="1423" y="149"/>
                  <a:pt x="1427" y="151"/>
                </a:cubicBezTo>
                <a:cubicBezTo>
                  <a:pt x="1432" y="153"/>
                  <a:pt x="1435" y="157"/>
                  <a:pt x="1437" y="162"/>
                </a:cubicBezTo>
                <a:cubicBezTo>
                  <a:pt x="1438" y="167"/>
                  <a:pt x="1438" y="172"/>
                  <a:pt x="1435" y="176"/>
                </a:cubicBezTo>
                <a:cubicBezTo>
                  <a:pt x="1433" y="181"/>
                  <a:pt x="1429" y="184"/>
                  <a:pt x="1424" y="186"/>
                </a:cubicBezTo>
                <a:lnTo>
                  <a:pt x="1407" y="191"/>
                </a:lnTo>
                <a:cubicBezTo>
                  <a:pt x="1402" y="193"/>
                  <a:pt x="1397" y="192"/>
                  <a:pt x="1393" y="190"/>
                </a:cubicBezTo>
                <a:cubicBezTo>
                  <a:pt x="1388" y="188"/>
                  <a:pt x="1385" y="184"/>
                  <a:pt x="1384" y="179"/>
                </a:cubicBezTo>
                <a:cubicBezTo>
                  <a:pt x="1382" y="174"/>
                  <a:pt x="1382" y="170"/>
                  <a:pt x="1385" y="165"/>
                </a:cubicBezTo>
                <a:cubicBezTo>
                  <a:pt x="1387" y="160"/>
                  <a:pt x="1391" y="157"/>
                  <a:pt x="1396" y="156"/>
                </a:cubicBezTo>
                <a:moveTo>
                  <a:pt x="1539" y="113"/>
                </a:moveTo>
                <a:lnTo>
                  <a:pt x="1557" y="108"/>
                </a:lnTo>
                <a:cubicBezTo>
                  <a:pt x="1562" y="106"/>
                  <a:pt x="1567" y="107"/>
                  <a:pt x="1571" y="110"/>
                </a:cubicBezTo>
                <a:cubicBezTo>
                  <a:pt x="1576" y="112"/>
                  <a:pt x="1578" y="116"/>
                  <a:pt x="1580" y="121"/>
                </a:cubicBezTo>
                <a:cubicBezTo>
                  <a:pt x="1581" y="126"/>
                  <a:pt x="1581" y="131"/>
                  <a:pt x="1578" y="135"/>
                </a:cubicBezTo>
                <a:cubicBezTo>
                  <a:pt x="1575" y="140"/>
                  <a:pt x="1572" y="142"/>
                  <a:pt x="1567" y="144"/>
                </a:cubicBezTo>
                <a:lnTo>
                  <a:pt x="1548" y="149"/>
                </a:lnTo>
                <a:cubicBezTo>
                  <a:pt x="1543" y="150"/>
                  <a:pt x="1539" y="150"/>
                  <a:pt x="1534" y="147"/>
                </a:cubicBezTo>
                <a:cubicBezTo>
                  <a:pt x="1530" y="144"/>
                  <a:pt x="1527" y="141"/>
                  <a:pt x="1526" y="136"/>
                </a:cubicBezTo>
                <a:cubicBezTo>
                  <a:pt x="1524" y="131"/>
                  <a:pt x="1525" y="126"/>
                  <a:pt x="1527" y="121"/>
                </a:cubicBezTo>
                <a:cubicBezTo>
                  <a:pt x="1530" y="117"/>
                  <a:pt x="1534" y="114"/>
                  <a:pt x="1539" y="113"/>
                </a:cubicBezTo>
                <a:moveTo>
                  <a:pt x="1688" y="75"/>
                </a:moveTo>
                <a:lnTo>
                  <a:pt x="1707" y="71"/>
                </a:lnTo>
                <a:cubicBezTo>
                  <a:pt x="1712" y="70"/>
                  <a:pt x="1716" y="71"/>
                  <a:pt x="1721" y="74"/>
                </a:cubicBezTo>
                <a:cubicBezTo>
                  <a:pt x="1725" y="77"/>
                  <a:pt x="1728" y="80"/>
                  <a:pt x="1729" y="85"/>
                </a:cubicBezTo>
                <a:cubicBezTo>
                  <a:pt x="1730" y="91"/>
                  <a:pt x="1729" y="95"/>
                  <a:pt x="1727" y="100"/>
                </a:cubicBezTo>
                <a:cubicBezTo>
                  <a:pt x="1724" y="104"/>
                  <a:pt x="1720" y="107"/>
                  <a:pt x="1715" y="108"/>
                </a:cubicBezTo>
                <a:lnTo>
                  <a:pt x="1697" y="112"/>
                </a:lnTo>
                <a:cubicBezTo>
                  <a:pt x="1692" y="113"/>
                  <a:pt x="1687" y="112"/>
                  <a:pt x="1683" y="109"/>
                </a:cubicBezTo>
                <a:cubicBezTo>
                  <a:pt x="1678" y="107"/>
                  <a:pt x="1675" y="103"/>
                  <a:pt x="1674" y="98"/>
                </a:cubicBezTo>
                <a:cubicBezTo>
                  <a:pt x="1673" y="93"/>
                  <a:pt x="1674" y="88"/>
                  <a:pt x="1677" y="84"/>
                </a:cubicBezTo>
                <a:cubicBezTo>
                  <a:pt x="1680" y="79"/>
                  <a:pt x="1683" y="76"/>
                  <a:pt x="1688" y="75"/>
                </a:cubicBezTo>
                <a:moveTo>
                  <a:pt x="1832" y="46"/>
                </a:moveTo>
                <a:lnTo>
                  <a:pt x="1850" y="43"/>
                </a:lnTo>
                <a:cubicBezTo>
                  <a:pt x="1855" y="42"/>
                  <a:pt x="1859" y="43"/>
                  <a:pt x="1864" y="46"/>
                </a:cubicBezTo>
                <a:cubicBezTo>
                  <a:pt x="1868" y="49"/>
                  <a:pt x="1870" y="53"/>
                  <a:pt x="1871" y="58"/>
                </a:cubicBezTo>
                <a:cubicBezTo>
                  <a:pt x="1872" y="63"/>
                  <a:pt x="1871" y="68"/>
                  <a:pt x="1868" y="72"/>
                </a:cubicBezTo>
                <a:cubicBezTo>
                  <a:pt x="1865" y="76"/>
                  <a:pt x="1861" y="79"/>
                  <a:pt x="1856" y="80"/>
                </a:cubicBezTo>
                <a:lnTo>
                  <a:pt x="1838" y="83"/>
                </a:lnTo>
                <a:cubicBezTo>
                  <a:pt x="1833" y="84"/>
                  <a:pt x="1828" y="83"/>
                  <a:pt x="1824" y="80"/>
                </a:cubicBezTo>
                <a:cubicBezTo>
                  <a:pt x="1820" y="77"/>
                  <a:pt x="1817" y="73"/>
                  <a:pt x="1816" y="68"/>
                </a:cubicBezTo>
                <a:cubicBezTo>
                  <a:pt x="1816" y="63"/>
                  <a:pt x="1817" y="58"/>
                  <a:pt x="1820" y="54"/>
                </a:cubicBezTo>
                <a:cubicBezTo>
                  <a:pt x="1822" y="50"/>
                  <a:pt x="1826" y="47"/>
                  <a:pt x="1832" y="46"/>
                </a:cubicBezTo>
                <a:moveTo>
                  <a:pt x="1979" y="22"/>
                </a:moveTo>
                <a:lnTo>
                  <a:pt x="1998" y="19"/>
                </a:lnTo>
                <a:cubicBezTo>
                  <a:pt x="2003" y="18"/>
                  <a:pt x="2008" y="19"/>
                  <a:pt x="2012" y="23"/>
                </a:cubicBezTo>
                <a:cubicBezTo>
                  <a:pt x="2016" y="26"/>
                  <a:pt x="2018" y="30"/>
                  <a:pt x="2019" y="35"/>
                </a:cubicBezTo>
                <a:cubicBezTo>
                  <a:pt x="2020" y="40"/>
                  <a:pt x="2019" y="45"/>
                  <a:pt x="2016" y="49"/>
                </a:cubicBezTo>
                <a:cubicBezTo>
                  <a:pt x="2013" y="53"/>
                  <a:pt x="2008" y="55"/>
                  <a:pt x="2003" y="56"/>
                </a:cubicBezTo>
                <a:lnTo>
                  <a:pt x="1985" y="59"/>
                </a:lnTo>
                <a:cubicBezTo>
                  <a:pt x="1979" y="59"/>
                  <a:pt x="1975" y="58"/>
                  <a:pt x="1971" y="55"/>
                </a:cubicBezTo>
                <a:cubicBezTo>
                  <a:pt x="1967" y="52"/>
                  <a:pt x="1964" y="48"/>
                  <a:pt x="1963" y="43"/>
                </a:cubicBezTo>
                <a:cubicBezTo>
                  <a:pt x="1963" y="38"/>
                  <a:pt x="1964" y="33"/>
                  <a:pt x="1967" y="29"/>
                </a:cubicBezTo>
                <a:cubicBezTo>
                  <a:pt x="1970" y="25"/>
                  <a:pt x="1974" y="22"/>
                  <a:pt x="1979" y="22"/>
                </a:cubicBezTo>
                <a:moveTo>
                  <a:pt x="2133" y="2"/>
                </a:moveTo>
                <a:lnTo>
                  <a:pt x="2146" y="0"/>
                </a:lnTo>
                <a:cubicBezTo>
                  <a:pt x="2152" y="0"/>
                  <a:pt x="2156" y="1"/>
                  <a:pt x="2160" y="4"/>
                </a:cubicBezTo>
                <a:cubicBezTo>
                  <a:pt x="2164" y="8"/>
                  <a:pt x="2167" y="12"/>
                  <a:pt x="2167" y="17"/>
                </a:cubicBezTo>
                <a:cubicBezTo>
                  <a:pt x="2168" y="22"/>
                  <a:pt x="2166" y="27"/>
                  <a:pt x="2163" y="31"/>
                </a:cubicBezTo>
                <a:cubicBezTo>
                  <a:pt x="2160" y="35"/>
                  <a:pt x="2156" y="37"/>
                  <a:pt x="2151" y="38"/>
                </a:cubicBezTo>
                <a:lnTo>
                  <a:pt x="2137" y="39"/>
                </a:lnTo>
                <a:cubicBezTo>
                  <a:pt x="2131" y="40"/>
                  <a:pt x="2127" y="38"/>
                  <a:pt x="2123" y="35"/>
                </a:cubicBezTo>
                <a:cubicBezTo>
                  <a:pt x="2119" y="32"/>
                  <a:pt x="2117" y="28"/>
                  <a:pt x="2116" y="23"/>
                </a:cubicBezTo>
                <a:cubicBezTo>
                  <a:pt x="2115" y="17"/>
                  <a:pt x="2117" y="13"/>
                  <a:pt x="2120" y="9"/>
                </a:cubicBezTo>
                <a:cubicBezTo>
                  <a:pt x="2123" y="5"/>
                  <a:pt x="2127" y="2"/>
                  <a:pt x="2133" y="2"/>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46" name=""/>
          <p:cNvSpPr/>
          <p:nvPr/>
        </p:nvSpPr>
        <p:spPr>
          <a:xfrm>
            <a:off x="3383640" y="2307600"/>
            <a:ext cx="60840" cy="75240"/>
          </a:xfrm>
          <a:custGeom>
            <a:avLst/>
            <a:gdLst/>
            <a:ahLst/>
            <a:rect l="0" t="0" r="r" b="b"/>
            <a:pathLst>
              <a:path fill="none" w="169" h="209">
                <a:moveTo>
                  <a:pt x="0" y="0"/>
                </a:moveTo>
                <a:lnTo>
                  <a:pt x="169" y="87"/>
                </a:lnTo>
                <a:lnTo>
                  <a:pt x="23" y="209"/>
                </a:lnTo>
              </a:path>
            </a:pathLst>
          </a:custGeom>
          <a:ln cap="rnd" w="14040">
            <a:solidFill>
              <a:srgbClr val="3D3D3A"/>
            </a:solidFill>
            <a:round/>
          </a:ln>
        </p:spPr>
        <p:txBody>
          <a:bodyPr lIns="6840" tIns="6840" rIns="6840" bIns="6840" anchor="t">
            <a:noAutofit/>
          </a:bodyPr>
          <a:p>
            <a:endParaRPr lang="en-US" sz="2400" b="0" u="none" strike="noStrike">
              <a:solidFill>
                <a:srgbClr val="000000"/>
              </a:solidFill>
              <a:effectLst/>
              <a:uFillTx/>
              <a:latin typeface="游明朝体"/>
            </a:endParaRPr>
          </a:p>
        </p:txBody>
      </p:sp>
      <p:sp>
        <p:nvSpPr>
          <p:cNvPr id="2947" name=""/>
          <p:cNvSpPr/>
          <p:nvPr/>
        </p:nvSpPr>
        <p:spPr>
          <a:xfrm>
            <a:off x="3342960" y="1592280"/>
            <a:ext cx="914760" cy="915120"/>
          </a:xfrm>
          <a:custGeom>
            <a:avLst/>
            <a:gdLst/>
            <a:ahLst/>
            <a:rect l="0" t="0" r="r" b="b"/>
            <a:pathLst>
              <a:path w="2541" h="2542">
                <a:moveTo>
                  <a:pt x="2541" y="1271"/>
                </a:moveTo>
                <a:cubicBezTo>
                  <a:pt x="2541" y="1312"/>
                  <a:pt x="2539" y="1354"/>
                  <a:pt x="2535" y="1395"/>
                </a:cubicBezTo>
                <a:cubicBezTo>
                  <a:pt x="2531" y="1436"/>
                  <a:pt x="2525" y="1478"/>
                  <a:pt x="2517" y="1518"/>
                </a:cubicBezTo>
                <a:cubicBezTo>
                  <a:pt x="2509" y="1559"/>
                  <a:pt x="2499" y="1600"/>
                  <a:pt x="2487" y="1639"/>
                </a:cubicBezTo>
                <a:cubicBezTo>
                  <a:pt x="2475" y="1679"/>
                  <a:pt x="2461" y="1718"/>
                  <a:pt x="2445" y="1757"/>
                </a:cubicBezTo>
                <a:cubicBezTo>
                  <a:pt x="2429" y="1795"/>
                  <a:pt x="2411" y="1833"/>
                  <a:pt x="2391" y="1869"/>
                </a:cubicBezTo>
                <a:cubicBezTo>
                  <a:pt x="2372" y="1906"/>
                  <a:pt x="2350" y="1943"/>
                  <a:pt x="2327" y="1977"/>
                </a:cubicBezTo>
                <a:cubicBezTo>
                  <a:pt x="2304" y="2012"/>
                  <a:pt x="2279" y="2045"/>
                  <a:pt x="2253" y="2078"/>
                </a:cubicBezTo>
                <a:cubicBezTo>
                  <a:pt x="2227" y="2110"/>
                  <a:pt x="2199" y="2140"/>
                  <a:pt x="2169" y="2170"/>
                </a:cubicBezTo>
                <a:cubicBezTo>
                  <a:pt x="2139" y="2199"/>
                  <a:pt x="2108" y="2227"/>
                  <a:pt x="2076" y="2254"/>
                </a:cubicBezTo>
                <a:cubicBezTo>
                  <a:pt x="2044" y="2280"/>
                  <a:pt x="2011" y="2305"/>
                  <a:pt x="1976" y="2328"/>
                </a:cubicBezTo>
                <a:cubicBezTo>
                  <a:pt x="1941" y="2351"/>
                  <a:pt x="1906" y="2372"/>
                  <a:pt x="1869" y="2392"/>
                </a:cubicBezTo>
                <a:cubicBezTo>
                  <a:pt x="1832" y="2412"/>
                  <a:pt x="1795" y="2429"/>
                  <a:pt x="1756" y="2445"/>
                </a:cubicBezTo>
                <a:cubicBezTo>
                  <a:pt x="1718" y="2461"/>
                  <a:pt x="1679" y="2475"/>
                  <a:pt x="1639" y="2487"/>
                </a:cubicBezTo>
                <a:cubicBezTo>
                  <a:pt x="1599" y="2499"/>
                  <a:pt x="1559" y="2509"/>
                  <a:pt x="1518" y="2518"/>
                </a:cubicBezTo>
                <a:cubicBezTo>
                  <a:pt x="1477" y="2526"/>
                  <a:pt x="1436" y="2532"/>
                  <a:pt x="1395" y="2536"/>
                </a:cubicBezTo>
                <a:cubicBezTo>
                  <a:pt x="1353" y="2540"/>
                  <a:pt x="1312" y="2542"/>
                  <a:pt x="1270" y="2542"/>
                </a:cubicBezTo>
                <a:cubicBezTo>
                  <a:pt x="1229" y="2542"/>
                  <a:pt x="1187" y="2540"/>
                  <a:pt x="1146" y="2536"/>
                </a:cubicBezTo>
                <a:cubicBezTo>
                  <a:pt x="1105" y="2532"/>
                  <a:pt x="1063" y="2526"/>
                  <a:pt x="1023" y="2518"/>
                </a:cubicBezTo>
                <a:cubicBezTo>
                  <a:pt x="982" y="2509"/>
                  <a:pt x="942" y="2499"/>
                  <a:pt x="902" y="2487"/>
                </a:cubicBezTo>
                <a:cubicBezTo>
                  <a:pt x="862" y="2475"/>
                  <a:pt x="823" y="2461"/>
                  <a:pt x="784" y="2445"/>
                </a:cubicBezTo>
                <a:cubicBezTo>
                  <a:pt x="746" y="2429"/>
                  <a:pt x="708" y="2412"/>
                  <a:pt x="672" y="2392"/>
                </a:cubicBezTo>
                <a:cubicBezTo>
                  <a:pt x="635" y="2372"/>
                  <a:pt x="599" y="2351"/>
                  <a:pt x="565" y="2328"/>
                </a:cubicBezTo>
                <a:cubicBezTo>
                  <a:pt x="530" y="2305"/>
                  <a:pt x="497" y="2280"/>
                  <a:pt x="465" y="2254"/>
                </a:cubicBezTo>
                <a:cubicBezTo>
                  <a:pt x="433" y="2227"/>
                  <a:pt x="402" y="2199"/>
                  <a:pt x="372" y="2170"/>
                </a:cubicBezTo>
                <a:cubicBezTo>
                  <a:pt x="343" y="2140"/>
                  <a:pt x="315" y="2110"/>
                  <a:pt x="289" y="2078"/>
                </a:cubicBezTo>
                <a:cubicBezTo>
                  <a:pt x="262" y="2045"/>
                  <a:pt x="238" y="2012"/>
                  <a:pt x="214" y="1977"/>
                </a:cubicBezTo>
                <a:cubicBezTo>
                  <a:pt x="191" y="1943"/>
                  <a:pt x="170" y="1906"/>
                  <a:pt x="150" y="1869"/>
                </a:cubicBezTo>
                <a:cubicBezTo>
                  <a:pt x="131" y="1833"/>
                  <a:pt x="113" y="1795"/>
                  <a:pt x="97" y="1757"/>
                </a:cubicBezTo>
                <a:cubicBezTo>
                  <a:pt x="81" y="1718"/>
                  <a:pt x="67" y="1679"/>
                  <a:pt x="55" y="1639"/>
                </a:cubicBezTo>
                <a:cubicBezTo>
                  <a:pt x="43" y="1600"/>
                  <a:pt x="33" y="1559"/>
                  <a:pt x="25" y="1518"/>
                </a:cubicBezTo>
                <a:cubicBezTo>
                  <a:pt x="17" y="1478"/>
                  <a:pt x="11" y="1436"/>
                  <a:pt x="7" y="1395"/>
                </a:cubicBezTo>
                <a:cubicBezTo>
                  <a:pt x="2" y="1354"/>
                  <a:pt x="0" y="1312"/>
                  <a:pt x="0" y="1271"/>
                </a:cubicBezTo>
                <a:cubicBezTo>
                  <a:pt x="0" y="1229"/>
                  <a:pt x="2" y="1187"/>
                  <a:pt x="7" y="1146"/>
                </a:cubicBezTo>
                <a:cubicBezTo>
                  <a:pt x="11" y="1105"/>
                  <a:pt x="17" y="1063"/>
                  <a:pt x="25" y="1023"/>
                </a:cubicBezTo>
                <a:cubicBezTo>
                  <a:pt x="33" y="982"/>
                  <a:pt x="43" y="942"/>
                  <a:pt x="55" y="902"/>
                </a:cubicBezTo>
                <a:cubicBezTo>
                  <a:pt x="67" y="862"/>
                  <a:pt x="81" y="823"/>
                  <a:pt x="97" y="784"/>
                </a:cubicBezTo>
                <a:cubicBezTo>
                  <a:pt x="113" y="746"/>
                  <a:pt x="131" y="708"/>
                  <a:pt x="150" y="672"/>
                </a:cubicBezTo>
                <a:cubicBezTo>
                  <a:pt x="170" y="635"/>
                  <a:pt x="191" y="599"/>
                  <a:pt x="214" y="565"/>
                </a:cubicBezTo>
                <a:cubicBezTo>
                  <a:pt x="238" y="530"/>
                  <a:pt x="262" y="497"/>
                  <a:pt x="289" y="465"/>
                </a:cubicBezTo>
                <a:cubicBezTo>
                  <a:pt x="315" y="432"/>
                  <a:pt x="343" y="402"/>
                  <a:pt x="372" y="372"/>
                </a:cubicBezTo>
                <a:cubicBezTo>
                  <a:pt x="402" y="343"/>
                  <a:pt x="433" y="315"/>
                  <a:pt x="465" y="288"/>
                </a:cubicBezTo>
                <a:cubicBezTo>
                  <a:pt x="497" y="262"/>
                  <a:pt x="530" y="237"/>
                  <a:pt x="565" y="214"/>
                </a:cubicBezTo>
                <a:cubicBezTo>
                  <a:pt x="599" y="191"/>
                  <a:pt x="635" y="170"/>
                  <a:pt x="672" y="150"/>
                </a:cubicBezTo>
                <a:cubicBezTo>
                  <a:pt x="708" y="130"/>
                  <a:pt x="746" y="113"/>
                  <a:pt x="784" y="97"/>
                </a:cubicBezTo>
                <a:cubicBezTo>
                  <a:pt x="823" y="81"/>
                  <a:pt x="862" y="67"/>
                  <a:pt x="902" y="55"/>
                </a:cubicBezTo>
                <a:cubicBezTo>
                  <a:pt x="942" y="43"/>
                  <a:pt x="982" y="33"/>
                  <a:pt x="1023" y="24"/>
                </a:cubicBezTo>
                <a:cubicBezTo>
                  <a:pt x="1063" y="16"/>
                  <a:pt x="1105" y="10"/>
                  <a:pt x="1146" y="6"/>
                </a:cubicBezTo>
                <a:cubicBezTo>
                  <a:pt x="1187" y="2"/>
                  <a:pt x="1229" y="0"/>
                  <a:pt x="1270" y="0"/>
                </a:cubicBezTo>
                <a:cubicBezTo>
                  <a:pt x="1312" y="0"/>
                  <a:pt x="1353" y="2"/>
                  <a:pt x="1395" y="6"/>
                </a:cubicBezTo>
                <a:cubicBezTo>
                  <a:pt x="1436" y="10"/>
                  <a:pt x="1477" y="16"/>
                  <a:pt x="1518" y="24"/>
                </a:cubicBezTo>
                <a:cubicBezTo>
                  <a:pt x="1559" y="33"/>
                  <a:pt x="1599" y="43"/>
                  <a:pt x="1639" y="55"/>
                </a:cubicBezTo>
                <a:cubicBezTo>
                  <a:pt x="1679" y="67"/>
                  <a:pt x="1718" y="81"/>
                  <a:pt x="1756" y="97"/>
                </a:cubicBezTo>
                <a:cubicBezTo>
                  <a:pt x="1795" y="113"/>
                  <a:pt x="1832" y="130"/>
                  <a:pt x="1869" y="150"/>
                </a:cubicBezTo>
                <a:cubicBezTo>
                  <a:pt x="1906" y="170"/>
                  <a:pt x="1941" y="191"/>
                  <a:pt x="1976" y="214"/>
                </a:cubicBezTo>
                <a:cubicBezTo>
                  <a:pt x="2011" y="237"/>
                  <a:pt x="2044" y="262"/>
                  <a:pt x="2076" y="288"/>
                </a:cubicBezTo>
                <a:cubicBezTo>
                  <a:pt x="2108" y="315"/>
                  <a:pt x="2139" y="343"/>
                  <a:pt x="2169" y="372"/>
                </a:cubicBezTo>
                <a:cubicBezTo>
                  <a:pt x="2199" y="402"/>
                  <a:pt x="2227" y="432"/>
                  <a:pt x="2253" y="465"/>
                </a:cubicBezTo>
                <a:cubicBezTo>
                  <a:pt x="2279" y="497"/>
                  <a:pt x="2304" y="530"/>
                  <a:pt x="2327" y="565"/>
                </a:cubicBezTo>
                <a:cubicBezTo>
                  <a:pt x="2350" y="599"/>
                  <a:pt x="2372" y="635"/>
                  <a:pt x="2391" y="672"/>
                </a:cubicBezTo>
                <a:cubicBezTo>
                  <a:pt x="2411" y="708"/>
                  <a:pt x="2429" y="746"/>
                  <a:pt x="2445" y="784"/>
                </a:cubicBezTo>
                <a:cubicBezTo>
                  <a:pt x="2461" y="823"/>
                  <a:pt x="2475" y="862"/>
                  <a:pt x="2487" y="902"/>
                </a:cubicBezTo>
                <a:cubicBezTo>
                  <a:pt x="2499" y="942"/>
                  <a:pt x="2509" y="982"/>
                  <a:pt x="2517" y="1023"/>
                </a:cubicBezTo>
                <a:cubicBezTo>
                  <a:pt x="2525" y="1063"/>
                  <a:pt x="2531" y="1105"/>
                  <a:pt x="2535" y="1146"/>
                </a:cubicBezTo>
                <a:cubicBezTo>
                  <a:pt x="2539" y="1187"/>
                  <a:pt x="2541" y="1229"/>
                  <a:pt x="2541" y="1271"/>
                </a:cubicBezTo>
                <a:close/>
              </a:path>
            </a:pathLst>
          </a:custGeom>
          <a:solidFill>
            <a:srgbClr val="E1F5E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48" name=""/>
          <p:cNvSpPr/>
          <p:nvPr/>
        </p:nvSpPr>
        <p:spPr>
          <a:xfrm>
            <a:off x="3342960" y="1592280"/>
            <a:ext cx="914760" cy="915120"/>
          </a:xfrm>
          <a:custGeom>
            <a:avLst/>
            <a:gdLst/>
            <a:ahLst/>
            <a:rect l="0" t="0" r="r" b="b"/>
            <a:pathLst>
              <a:path w="2541" h="2542">
                <a:moveTo>
                  <a:pt x="2541" y="1271"/>
                </a:moveTo>
                <a:cubicBezTo>
                  <a:pt x="2541" y="1312"/>
                  <a:pt x="2539" y="1354"/>
                  <a:pt x="2535" y="1395"/>
                </a:cubicBezTo>
                <a:cubicBezTo>
                  <a:pt x="2531" y="1436"/>
                  <a:pt x="2525" y="1478"/>
                  <a:pt x="2517" y="1518"/>
                </a:cubicBezTo>
                <a:cubicBezTo>
                  <a:pt x="2509" y="1559"/>
                  <a:pt x="2499" y="1600"/>
                  <a:pt x="2487" y="1639"/>
                </a:cubicBezTo>
                <a:cubicBezTo>
                  <a:pt x="2475" y="1679"/>
                  <a:pt x="2461" y="1718"/>
                  <a:pt x="2445" y="1757"/>
                </a:cubicBezTo>
                <a:cubicBezTo>
                  <a:pt x="2429" y="1795"/>
                  <a:pt x="2411" y="1833"/>
                  <a:pt x="2391" y="1869"/>
                </a:cubicBezTo>
                <a:cubicBezTo>
                  <a:pt x="2372" y="1906"/>
                  <a:pt x="2350" y="1943"/>
                  <a:pt x="2327" y="1977"/>
                </a:cubicBezTo>
                <a:cubicBezTo>
                  <a:pt x="2304" y="2012"/>
                  <a:pt x="2279" y="2045"/>
                  <a:pt x="2253" y="2078"/>
                </a:cubicBezTo>
                <a:cubicBezTo>
                  <a:pt x="2227" y="2110"/>
                  <a:pt x="2199" y="2140"/>
                  <a:pt x="2169" y="2170"/>
                </a:cubicBezTo>
                <a:cubicBezTo>
                  <a:pt x="2139" y="2199"/>
                  <a:pt x="2108" y="2227"/>
                  <a:pt x="2076" y="2254"/>
                </a:cubicBezTo>
                <a:cubicBezTo>
                  <a:pt x="2044" y="2280"/>
                  <a:pt x="2011" y="2305"/>
                  <a:pt x="1976" y="2328"/>
                </a:cubicBezTo>
                <a:cubicBezTo>
                  <a:pt x="1941" y="2351"/>
                  <a:pt x="1906" y="2372"/>
                  <a:pt x="1869" y="2392"/>
                </a:cubicBezTo>
                <a:cubicBezTo>
                  <a:pt x="1832" y="2412"/>
                  <a:pt x="1795" y="2429"/>
                  <a:pt x="1756" y="2445"/>
                </a:cubicBezTo>
                <a:cubicBezTo>
                  <a:pt x="1718" y="2461"/>
                  <a:pt x="1679" y="2475"/>
                  <a:pt x="1639" y="2487"/>
                </a:cubicBezTo>
                <a:cubicBezTo>
                  <a:pt x="1599" y="2499"/>
                  <a:pt x="1559" y="2509"/>
                  <a:pt x="1518" y="2518"/>
                </a:cubicBezTo>
                <a:cubicBezTo>
                  <a:pt x="1477" y="2526"/>
                  <a:pt x="1436" y="2532"/>
                  <a:pt x="1395" y="2536"/>
                </a:cubicBezTo>
                <a:cubicBezTo>
                  <a:pt x="1353" y="2540"/>
                  <a:pt x="1312" y="2542"/>
                  <a:pt x="1270" y="2542"/>
                </a:cubicBezTo>
                <a:cubicBezTo>
                  <a:pt x="1229" y="2542"/>
                  <a:pt x="1187" y="2540"/>
                  <a:pt x="1146" y="2536"/>
                </a:cubicBezTo>
                <a:cubicBezTo>
                  <a:pt x="1105" y="2532"/>
                  <a:pt x="1063" y="2526"/>
                  <a:pt x="1023" y="2518"/>
                </a:cubicBezTo>
                <a:cubicBezTo>
                  <a:pt x="982" y="2509"/>
                  <a:pt x="942" y="2499"/>
                  <a:pt x="902" y="2487"/>
                </a:cubicBezTo>
                <a:cubicBezTo>
                  <a:pt x="862" y="2475"/>
                  <a:pt x="823" y="2461"/>
                  <a:pt x="784" y="2445"/>
                </a:cubicBezTo>
                <a:cubicBezTo>
                  <a:pt x="746" y="2429"/>
                  <a:pt x="708" y="2412"/>
                  <a:pt x="672" y="2392"/>
                </a:cubicBezTo>
                <a:cubicBezTo>
                  <a:pt x="635" y="2372"/>
                  <a:pt x="599" y="2351"/>
                  <a:pt x="565" y="2328"/>
                </a:cubicBezTo>
                <a:cubicBezTo>
                  <a:pt x="530" y="2305"/>
                  <a:pt x="497" y="2280"/>
                  <a:pt x="465" y="2254"/>
                </a:cubicBezTo>
                <a:cubicBezTo>
                  <a:pt x="433" y="2227"/>
                  <a:pt x="402" y="2199"/>
                  <a:pt x="372" y="2170"/>
                </a:cubicBezTo>
                <a:cubicBezTo>
                  <a:pt x="343" y="2140"/>
                  <a:pt x="315" y="2110"/>
                  <a:pt x="289" y="2078"/>
                </a:cubicBezTo>
                <a:cubicBezTo>
                  <a:pt x="262" y="2045"/>
                  <a:pt x="238" y="2012"/>
                  <a:pt x="214" y="1977"/>
                </a:cubicBezTo>
                <a:cubicBezTo>
                  <a:pt x="191" y="1943"/>
                  <a:pt x="170" y="1906"/>
                  <a:pt x="150" y="1869"/>
                </a:cubicBezTo>
                <a:cubicBezTo>
                  <a:pt x="131" y="1833"/>
                  <a:pt x="113" y="1795"/>
                  <a:pt x="97" y="1757"/>
                </a:cubicBezTo>
                <a:cubicBezTo>
                  <a:pt x="81" y="1718"/>
                  <a:pt x="67" y="1679"/>
                  <a:pt x="55" y="1639"/>
                </a:cubicBezTo>
                <a:cubicBezTo>
                  <a:pt x="43" y="1600"/>
                  <a:pt x="33" y="1559"/>
                  <a:pt x="25" y="1518"/>
                </a:cubicBezTo>
                <a:cubicBezTo>
                  <a:pt x="17" y="1478"/>
                  <a:pt x="11" y="1436"/>
                  <a:pt x="7" y="1395"/>
                </a:cubicBezTo>
                <a:cubicBezTo>
                  <a:pt x="2" y="1354"/>
                  <a:pt x="0" y="1312"/>
                  <a:pt x="0" y="1271"/>
                </a:cubicBezTo>
                <a:cubicBezTo>
                  <a:pt x="0" y="1229"/>
                  <a:pt x="2" y="1187"/>
                  <a:pt x="7" y="1146"/>
                </a:cubicBezTo>
                <a:cubicBezTo>
                  <a:pt x="11" y="1105"/>
                  <a:pt x="17" y="1063"/>
                  <a:pt x="25" y="1023"/>
                </a:cubicBezTo>
                <a:cubicBezTo>
                  <a:pt x="33" y="982"/>
                  <a:pt x="43" y="942"/>
                  <a:pt x="55" y="902"/>
                </a:cubicBezTo>
                <a:cubicBezTo>
                  <a:pt x="67" y="862"/>
                  <a:pt x="81" y="823"/>
                  <a:pt x="97" y="784"/>
                </a:cubicBezTo>
                <a:cubicBezTo>
                  <a:pt x="113" y="746"/>
                  <a:pt x="131" y="708"/>
                  <a:pt x="150" y="672"/>
                </a:cubicBezTo>
                <a:cubicBezTo>
                  <a:pt x="170" y="635"/>
                  <a:pt x="191" y="599"/>
                  <a:pt x="214" y="565"/>
                </a:cubicBezTo>
                <a:cubicBezTo>
                  <a:pt x="238" y="530"/>
                  <a:pt x="262" y="497"/>
                  <a:pt x="289" y="465"/>
                </a:cubicBezTo>
                <a:cubicBezTo>
                  <a:pt x="315" y="432"/>
                  <a:pt x="343" y="402"/>
                  <a:pt x="372" y="372"/>
                </a:cubicBezTo>
                <a:cubicBezTo>
                  <a:pt x="402" y="343"/>
                  <a:pt x="433" y="315"/>
                  <a:pt x="465" y="288"/>
                </a:cubicBezTo>
                <a:cubicBezTo>
                  <a:pt x="497" y="262"/>
                  <a:pt x="530" y="237"/>
                  <a:pt x="565" y="214"/>
                </a:cubicBezTo>
                <a:cubicBezTo>
                  <a:pt x="599" y="191"/>
                  <a:pt x="635" y="170"/>
                  <a:pt x="672" y="150"/>
                </a:cubicBezTo>
                <a:cubicBezTo>
                  <a:pt x="708" y="130"/>
                  <a:pt x="746" y="113"/>
                  <a:pt x="784" y="97"/>
                </a:cubicBezTo>
                <a:cubicBezTo>
                  <a:pt x="823" y="81"/>
                  <a:pt x="862" y="67"/>
                  <a:pt x="902" y="55"/>
                </a:cubicBezTo>
                <a:cubicBezTo>
                  <a:pt x="942" y="43"/>
                  <a:pt x="982" y="33"/>
                  <a:pt x="1023" y="24"/>
                </a:cubicBezTo>
                <a:cubicBezTo>
                  <a:pt x="1063" y="16"/>
                  <a:pt x="1105" y="10"/>
                  <a:pt x="1146" y="6"/>
                </a:cubicBezTo>
                <a:cubicBezTo>
                  <a:pt x="1187" y="2"/>
                  <a:pt x="1229" y="0"/>
                  <a:pt x="1270" y="0"/>
                </a:cubicBezTo>
                <a:cubicBezTo>
                  <a:pt x="1312" y="0"/>
                  <a:pt x="1353" y="2"/>
                  <a:pt x="1395" y="6"/>
                </a:cubicBezTo>
                <a:cubicBezTo>
                  <a:pt x="1436" y="10"/>
                  <a:pt x="1477" y="16"/>
                  <a:pt x="1518" y="24"/>
                </a:cubicBezTo>
                <a:cubicBezTo>
                  <a:pt x="1559" y="33"/>
                  <a:pt x="1599" y="43"/>
                  <a:pt x="1639" y="55"/>
                </a:cubicBezTo>
                <a:cubicBezTo>
                  <a:pt x="1679" y="67"/>
                  <a:pt x="1718" y="81"/>
                  <a:pt x="1756" y="97"/>
                </a:cubicBezTo>
                <a:cubicBezTo>
                  <a:pt x="1795" y="113"/>
                  <a:pt x="1832" y="130"/>
                  <a:pt x="1869" y="150"/>
                </a:cubicBezTo>
                <a:cubicBezTo>
                  <a:pt x="1906" y="170"/>
                  <a:pt x="1941" y="191"/>
                  <a:pt x="1976" y="214"/>
                </a:cubicBezTo>
                <a:cubicBezTo>
                  <a:pt x="2011" y="237"/>
                  <a:pt x="2044" y="262"/>
                  <a:pt x="2076" y="288"/>
                </a:cubicBezTo>
                <a:cubicBezTo>
                  <a:pt x="2108" y="315"/>
                  <a:pt x="2139" y="343"/>
                  <a:pt x="2169" y="372"/>
                </a:cubicBezTo>
                <a:cubicBezTo>
                  <a:pt x="2199" y="402"/>
                  <a:pt x="2227" y="432"/>
                  <a:pt x="2253" y="465"/>
                </a:cubicBezTo>
                <a:cubicBezTo>
                  <a:pt x="2279" y="497"/>
                  <a:pt x="2304" y="530"/>
                  <a:pt x="2327" y="565"/>
                </a:cubicBezTo>
                <a:cubicBezTo>
                  <a:pt x="2350" y="599"/>
                  <a:pt x="2372" y="635"/>
                  <a:pt x="2391" y="672"/>
                </a:cubicBezTo>
                <a:cubicBezTo>
                  <a:pt x="2411" y="708"/>
                  <a:pt x="2429" y="746"/>
                  <a:pt x="2445" y="784"/>
                </a:cubicBezTo>
                <a:cubicBezTo>
                  <a:pt x="2461" y="823"/>
                  <a:pt x="2475" y="862"/>
                  <a:pt x="2487" y="902"/>
                </a:cubicBezTo>
                <a:cubicBezTo>
                  <a:pt x="2499" y="942"/>
                  <a:pt x="2509" y="982"/>
                  <a:pt x="2517" y="1023"/>
                </a:cubicBezTo>
                <a:cubicBezTo>
                  <a:pt x="2525" y="1063"/>
                  <a:pt x="2531" y="1105"/>
                  <a:pt x="2535" y="1146"/>
                </a:cubicBezTo>
                <a:cubicBezTo>
                  <a:pt x="2539" y="1187"/>
                  <a:pt x="2541" y="1229"/>
                  <a:pt x="2541" y="1271"/>
                </a:cubicBezTo>
                <a:close/>
              </a:path>
            </a:pathLst>
          </a:custGeom>
          <a:noFill/>
          <a:ln w="3240">
            <a:solidFill>
              <a:srgbClr val="0F6E56"/>
            </a:solidFill>
            <a:miter/>
          </a:ln>
        </p:spPr>
        <p:txBody>
          <a:bodyPr lIns="1440" tIns="1440" rIns="1440" bIns="1440" anchor="t">
            <a:noAutofit/>
          </a:bodyPr>
          <a:p>
            <a:endParaRPr lang="en-US" sz="2400" b="0" u="none" strike="noStrike">
              <a:solidFill>
                <a:srgbClr val="000000"/>
              </a:solidFill>
              <a:effectLst/>
              <a:uFillTx/>
              <a:latin typeface="游明朝体"/>
            </a:endParaRPr>
          </a:p>
        </p:txBody>
      </p:sp>
      <p:sp>
        <p:nvSpPr>
          <p:cNvPr id="2949" name=""/>
          <p:cNvSpPr/>
          <p:nvPr/>
        </p:nvSpPr>
        <p:spPr>
          <a:xfrm>
            <a:off x="3625560" y="1915200"/>
            <a:ext cx="349920" cy="215640"/>
          </a:xfrm>
          <a:custGeom>
            <a:avLst/>
            <a:gdLst/>
            <a:ahLst/>
            <a:rect l="0" t="0" r="r" b="b"/>
            <a:pathLst>
              <a:path w="972" h="599">
                <a:moveTo>
                  <a:pt x="75" y="0"/>
                </a:moveTo>
                <a:lnTo>
                  <a:pt x="897" y="0"/>
                </a:lnTo>
                <a:cubicBezTo>
                  <a:pt x="907" y="0"/>
                  <a:pt x="917" y="2"/>
                  <a:pt x="926" y="6"/>
                </a:cubicBezTo>
                <a:cubicBezTo>
                  <a:pt x="935" y="9"/>
                  <a:pt x="943" y="15"/>
                  <a:pt x="950" y="22"/>
                </a:cubicBezTo>
                <a:cubicBezTo>
                  <a:pt x="957" y="29"/>
                  <a:pt x="962" y="37"/>
                  <a:pt x="966" y="46"/>
                </a:cubicBezTo>
                <a:cubicBezTo>
                  <a:pt x="970" y="55"/>
                  <a:pt x="972" y="65"/>
                  <a:pt x="972" y="75"/>
                </a:cubicBezTo>
                <a:lnTo>
                  <a:pt x="972" y="524"/>
                </a:lnTo>
                <a:cubicBezTo>
                  <a:pt x="972" y="534"/>
                  <a:pt x="970" y="543"/>
                  <a:pt x="966" y="553"/>
                </a:cubicBezTo>
                <a:cubicBezTo>
                  <a:pt x="962" y="562"/>
                  <a:pt x="957" y="570"/>
                  <a:pt x="950" y="577"/>
                </a:cubicBezTo>
                <a:cubicBezTo>
                  <a:pt x="943" y="584"/>
                  <a:pt x="935" y="589"/>
                  <a:pt x="926" y="593"/>
                </a:cubicBezTo>
                <a:cubicBezTo>
                  <a:pt x="917" y="597"/>
                  <a:pt x="907" y="599"/>
                  <a:pt x="897" y="599"/>
                </a:cubicBezTo>
                <a:lnTo>
                  <a:pt x="75" y="599"/>
                </a:lnTo>
                <a:cubicBezTo>
                  <a:pt x="65" y="599"/>
                  <a:pt x="55" y="597"/>
                  <a:pt x="46" y="593"/>
                </a:cubicBezTo>
                <a:cubicBezTo>
                  <a:pt x="37" y="589"/>
                  <a:pt x="29" y="584"/>
                  <a:pt x="22" y="577"/>
                </a:cubicBezTo>
                <a:cubicBezTo>
                  <a:pt x="15" y="570"/>
                  <a:pt x="9" y="562"/>
                  <a:pt x="5" y="553"/>
                </a:cubicBezTo>
                <a:cubicBezTo>
                  <a:pt x="2" y="543"/>
                  <a:pt x="0" y="534"/>
                  <a:pt x="0" y="524"/>
                </a:cubicBezTo>
                <a:lnTo>
                  <a:pt x="0" y="75"/>
                </a:lnTo>
                <a:cubicBezTo>
                  <a:pt x="0" y="65"/>
                  <a:pt x="2" y="55"/>
                  <a:pt x="5" y="46"/>
                </a:cubicBezTo>
                <a:cubicBezTo>
                  <a:pt x="9" y="37"/>
                  <a:pt x="15" y="29"/>
                  <a:pt x="22" y="22"/>
                </a:cubicBezTo>
                <a:cubicBezTo>
                  <a:pt x="29" y="15"/>
                  <a:pt x="37" y="9"/>
                  <a:pt x="46" y="6"/>
                </a:cubicBezTo>
                <a:cubicBezTo>
                  <a:pt x="55" y="2"/>
                  <a:pt x="65" y="0"/>
                  <a:pt x="75" y="0"/>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50" name=""/>
          <p:cNvSpPr/>
          <p:nvPr/>
        </p:nvSpPr>
        <p:spPr>
          <a:xfrm>
            <a:off x="3665880" y="1955520"/>
            <a:ext cx="269280" cy="148320"/>
          </a:xfrm>
          <a:custGeom>
            <a:avLst/>
            <a:gdLst/>
            <a:ahLst/>
            <a:rect l="0" t="0" r="r" b="b"/>
            <a:pathLst>
              <a:path w="748" h="412">
                <a:moveTo>
                  <a:pt x="37" y="0"/>
                </a:moveTo>
                <a:lnTo>
                  <a:pt x="711" y="0"/>
                </a:lnTo>
                <a:cubicBezTo>
                  <a:pt x="715" y="0"/>
                  <a:pt x="720" y="1"/>
                  <a:pt x="725" y="3"/>
                </a:cubicBezTo>
                <a:cubicBezTo>
                  <a:pt x="729" y="5"/>
                  <a:pt x="733" y="7"/>
                  <a:pt x="737" y="11"/>
                </a:cubicBezTo>
                <a:cubicBezTo>
                  <a:pt x="740" y="14"/>
                  <a:pt x="743" y="18"/>
                  <a:pt x="745" y="23"/>
                </a:cubicBezTo>
                <a:cubicBezTo>
                  <a:pt x="747" y="28"/>
                  <a:pt x="748" y="32"/>
                  <a:pt x="748" y="37"/>
                </a:cubicBezTo>
                <a:lnTo>
                  <a:pt x="748" y="375"/>
                </a:lnTo>
                <a:cubicBezTo>
                  <a:pt x="748" y="380"/>
                  <a:pt x="747" y="384"/>
                  <a:pt x="745" y="389"/>
                </a:cubicBezTo>
                <a:cubicBezTo>
                  <a:pt x="743" y="394"/>
                  <a:pt x="740" y="398"/>
                  <a:pt x="737" y="401"/>
                </a:cubicBezTo>
                <a:cubicBezTo>
                  <a:pt x="733" y="405"/>
                  <a:pt x="729" y="407"/>
                  <a:pt x="725" y="409"/>
                </a:cubicBezTo>
                <a:cubicBezTo>
                  <a:pt x="720" y="411"/>
                  <a:pt x="715" y="412"/>
                  <a:pt x="711" y="412"/>
                </a:cubicBezTo>
                <a:lnTo>
                  <a:pt x="37" y="412"/>
                </a:lnTo>
                <a:cubicBezTo>
                  <a:pt x="32" y="412"/>
                  <a:pt x="27" y="411"/>
                  <a:pt x="23" y="409"/>
                </a:cubicBezTo>
                <a:cubicBezTo>
                  <a:pt x="18" y="407"/>
                  <a:pt x="14" y="405"/>
                  <a:pt x="11" y="401"/>
                </a:cubicBezTo>
                <a:cubicBezTo>
                  <a:pt x="7" y="398"/>
                  <a:pt x="5" y="394"/>
                  <a:pt x="3" y="389"/>
                </a:cubicBezTo>
                <a:cubicBezTo>
                  <a:pt x="1" y="384"/>
                  <a:pt x="0" y="380"/>
                  <a:pt x="0" y="375"/>
                </a:cubicBezTo>
                <a:lnTo>
                  <a:pt x="0" y="37"/>
                </a:lnTo>
                <a:cubicBezTo>
                  <a:pt x="0" y="32"/>
                  <a:pt x="1" y="28"/>
                  <a:pt x="3" y="23"/>
                </a:cubicBezTo>
                <a:cubicBezTo>
                  <a:pt x="5" y="18"/>
                  <a:pt x="7" y="14"/>
                  <a:pt x="11" y="11"/>
                </a:cubicBezTo>
                <a:cubicBezTo>
                  <a:pt x="14" y="7"/>
                  <a:pt x="18" y="5"/>
                  <a:pt x="23" y="3"/>
                </a:cubicBezTo>
                <a:cubicBezTo>
                  <a:pt x="27" y="1"/>
                  <a:pt x="32" y="0"/>
                  <a:pt x="37"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51" name=""/>
          <p:cNvSpPr/>
          <p:nvPr/>
        </p:nvSpPr>
        <p:spPr>
          <a:xfrm>
            <a:off x="3571560" y="2157120"/>
            <a:ext cx="457560" cy="54360"/>
          </a:xfrm>
          <a:custGeom>
            <a:avLst/>
            <a:gdLst/>
            <a:ahLst/>
            <a:rect l="0" t="0" r="r" b="b"/>
            <a:pathLst>
              <a:path w="1271" h="151">
                <a:moveTo>
                  <a:pt x="0" y="0"/>
                </a:moveTo>
                <a:lnTo>
                  <a:pt x="1271" y="0"/>
                </a:lnTo>
                <a:lnTo>
                  <a:pt x="1159" y="151"/>
                </a:lnTo>
                <a:lnTo>
                  <a:pt x="112" y="151"/>
                </a:lnTo>
                <a:lnTo>
                  <a:pt x="0" y="0"/>
                </a:ln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52" name=""/>
          <p:cNvSpPr/>
          <p:nvPr/>
        </p:nvSpPr>
        <p:spPr>
          <a:xfrm>
            <a:off x="3880800" y="1834560"/>
            <a:ext cx="108000" cy="108000"/>
          </a:xfrm>
          <a:custGeom>
            <a:avLst/>
            <a:gdLst/>
            <a:ahLst/>
            <a:rect l="0" t="0" r="r" b="b"/>
            <a:pathLst>
              <a:path w="300" h="300">
                <a:moveTo>
                  <a:pt x="151" y="0"/>
                </a:moveTo>
                <a:lnTo>
                  <a:pt x="188" y="112"/>
                </a:lnTo>
                <a:lnTo>
                  <a:pt x="300" y="150"/>
                </a:lnTo>
                <a:lnTo>
                  <a:pt x="188" y="187"/>
                </a:lnTo>
                <a:lnTo>
                  <a:pt x="151" y="300"/>
                </a:lnTo>
                <a:lnTo>
                  <a:pt x="114" y="187"/>
                </a:lnTo>
                <a:lnTo>
                  <a:pt x="0" y="150"/>
                </a:lnTo>
                <a:lnTo>
                  <a:pt x="114" y="112"/>
                </a:lnTo>
                <a:lnTo>
                  <a:pt x="151" y="0"/>
                </a:ln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53" name=""/>
          <p:cNvSpPr txBox="1"/>
          <p:nvPr/>
        </p:nvSpPr>
        <p:spPr>
          <a:xfrm>
            <a:off x="4462920" y="493560"/>
            <a:ext cx="3048840" cy="381240"/>
          </a:xfrm>
          <a:prstGeom prst="rect">
            <a:avLst/>
          </a:prstGeom>
          <a:noFill/>
          <a:ln w="0">
            <a:noFill/>
          </a:ln>
        </p:spPr>
        <p:txBody>
          <a:bodyPr wrap="none" lIns="0" tIns="0" rIns="0" bIns="0" anchor="t">
            <a:spAutoFit/>
          </a:bodyPr>
          <a:p>
            <a:pPr/>
            <a:r>
              <a:rPr lang="ja-JP" sz="3000" b="1" u="none" strike="noStrike">
                <a:solidFill>
                  <a:srgbClr val="4A3AA7"/>
                </a:solidFill>
                <a:effectLst/>
                <a:uFillTx/>
                <a:latin typeface="HiraginoSans-W8"/>
                <a:ea typeface="HiraginoSans-W8"/>
              </a:rPr>
              <a:t>私の開発スタイル</a:t>
            </a:r>
            <a:endParaRPr lang="en-US" sz="3000" b="0" u="none" strike="noStrike">
              <a:solidFill>
                <a:srgbClr val="000000"/>
              </a:solidFill>
              <a:effectLst/>
              <a:uFillTx/>
              <a:latin typeface="游明朝体"/>
            </a:endParaRPr>
          </a:p>
        </p:txBody>
      </p:sp>
      <p:sp>
        <p:nvSpPr>
          <p:cNvPr id="2954" name=""/>
          <p:cNvSpPr txBox="1"/>
          <p:nvPr/>
        </p:nvSpPr>
        <p:spPr>
          <a:xfrm>
            <a:off x="3207240" y="2542680"/>
            <a:ext cx="1202040" cy="236520"/>
          </a:xfrm>
          <a:prstGeom prst="rect">
            <a:avLst/>
          </a:prstGeom>
          <a:noFill/>
          <a:ln w="0">
            <a:noFill/>
          </a:ln>
        </p:spPr>
        <p:txBody>
          <a:bodyPr wrap="none" lIns="0" tIns="0" rIns="0" bIns="0" anchor="t">
            <a:spAutoFit/>
          </a:bodyPr>
          <a:p>
            <a:pPr/>
            <a:r>
              <a:rPr lang="en-US" sz="1320" b="1" u="none" strike="noStrike">
                <a:solidFill>
                  <a:srgbClr val="085041"/>
                </a:solidFill>
                <a:effectLst/>
                <a:uFillTx/>
                <a:latin typeface="HiraKakuProN-W6"/>
                <a:ea typeface="HiraKakuProN-W6"/>
              </a:rPr>
              <a:t>AI</a:t>
            </a:r>
            <a:r>
              <a:rPr lang="ja-JP" sz="1320" b="1" u="none" strike="noStrike">
                <a:solidFill>
                  <a:srgbClr val="085041"/>
                </a:solidFill>
                <a:effectLst/>
                <a:uFillTx/>
                <a:latin typeface="HiraKakuProN-W6"/>
                <a:ea typeface="HiraKakuProN-W6"/>
              </a:rPr>
              <a:t>コーディング</a:t>
            </a:r>
            <a:endParaRPr lang="en-US" sz="1320" b="0" u="none" strike="noStrike">
              <a:solidFill>
                <a:srgbClr val="000000"/>
              </a:solidFill>
              <a:effectLst/>
              <a:uFillTx/>
              <a:latin typeface="游明朝体"/>
            </a:endParaRPr>
          </a:p>
        </p:txBody>
      </p:sp>
      <p:sp>
        <p:nvSpPr>
          <p:cNvPr id="2955" name=""/>
          <p:cNvSpPr/>
          <p:nvPr/>
        </p:nvSpPr>
        <p:spPr>
          <a:xfrm>
            <a:off x="4822200" y="2802960"/>
            <a:ext cx="914760" cy="915120"/>
          </a:xfrm>
          <a:custGeom>
            <a:avLst/>
            <a:gdLst/>
            <a:ahLst/>
            <a:rect l="0" t="0" r="r" b="b"/>
            <a:pathLst>
              <a:path w="2541" h="2542">
                <a:moveTo>
                  <a:pt x="2541" y="1272"/>
                </a:moveTo>
                <a:cubicBezTo>
                  <a:pt x="2541" y="1313"/>
                  <a:pt x="2539" y="1355"/>
                  <a:pt x="2535" y="1396"/>
                </a:cubicBezTo>
                <a:cubicBezTo>
                  <a:pt x="2531" y="1438"/>
                  <a:pt x="2525" y="1479"/>
                  <a:pt x="2517" y="1519"/>
                </a:cubicBezTo>
                <a:cubicBezTo>
                  <a:pt x="2509" y="1560"/>
                  <a:pt x="2498" y="1601"/>
                  <a:pt x="2486" y="1640"/>
                </a:cubicBezTo>
                <a:cubicBezTo>
                  <a:pt x="2474" y="1680"/>
                  <a:pt x="2460" y="1719"/>
                  <a:pt x="2444" y="1758"/>
                </a:cubicBezTo>
                <a:cubicBezTo>
                  <a:pt x="2428" y="1796"/>
                  <a:pt x="2411" y="1834"/>
                  <a:pt x="2391" y="1870"/>
                </a:cubicBezTo>
                <a:cubicBezTo>
                  <a:pt x="2372" y="1907"/>
                  <a:pt x="2350" y="1943"/>
                  <a:pt x="2327" y="1977"/>
                </a:cubicBezTo>
                <a:cubicBezTo>
                  <a:pt x="2304" y="2012"/>
                  <a:pt x="2279" y="2045"/>
                  <a:pt x="2253" y="2078"/>
                </a:cubicBezTo>
                <a:cubicBezTo>
                  <a:pt x="2226" y="2110"/>
                  <a:pt x="2199" y="2141"/>
                  <a:pt x="2169" y="2170"/>
                </a:cubicBezTo>
                <a:cubicBezTo>
                  <a:pt x="2140" y="2199"/>
                  <a:pt x="2109" y="2227"/>
                  <a:pt x="2077" y="2254"/>
                </a:cubicBezTo>
                <a:cubicBezTo>
                  <a:pt x="2045" y="2280"/>
                  <a:pt x="2011" y="2305"/>
                  <a:pt x="1977" y="2328"/>
                </a:cubicBezTo>
                <a:cubicBezTo>
                  <a:pt x="1942" y="2351"/>
                  <a:pt x="1906" y="2372"/>
                  <a:pt x="1870" y="2392"/>
                </a:cubicBezTo>
                <a:cubicBezTo>
                  <a:pt x="1833" y="2412"/>
                  <a:pt x="1796" y="2429"/>
                  <a:pt x="1757" y="2445"/>
                </a:cubicBezTo>
                <a:cubicBezTo>
                  <a:pt x="1719" y="2461"/>
                  <a:pt x="1680" y="2475"/>
                  <a:pt x="1640" y="2487"/>
                </a:cubicBezTo>
                <a:cubicBezTo>
                  <a:pt x="1600" y="2499"/>
                  <a:pt x="1560" y="2510"/>
                  <a:pt x="1519" y="2518"/>
                </a:cubicBezTo>
                <a:cubicBezTo>
                  <a:pt x="1478" y="2526"/>
                  <a:pt x="1437" y="2532"/>
                  <a:pt x="1396" y="2536"/>
                </a:cubicBezTo>
                <a:cubicBezTo>
                  <a:pt x="1354" y="2540"/>
                  <a:pt x="1313" y="2542"/>
                  <a:pt x="1271" y="2542"/>
                </a:cubicBezTo>
                <a:cubicBezTo>
                  <a:pt x="1230" y="2542"/>
                  <a:pt x="1188" y="2540"/>
                  <a:pt x="1147" y="2536"/>
                </a:cubicBezTo>
                <a:cubicBezTo>
                  <a:pt x="1105" y="2532"/>
                  <a:pt x="1064" y="2526"/>
                  <a:pt x="1023" y="2518"/>
                </a:cubicBezTo>
                <a:cubicBezTo>
                  <a:pt x="983" y="2510"/>
                  <a:pt x="942" y="2499"/>
                  <a:pt x="902" y="2487"/>
                </a:cubicBezTo>
                <a:cubicBezTo>
                  <a:pt x="863" y="2475"/>
                  <a:pt x="824" y="2461"/>
                  <a:pt x="785" y="2445"/>
                </a:cubicBezTo>
                <a:cubicBezTo>
                  <a:pt x="747" y="2429"/>
                  <a:pt x="709" y="2412"/>
                  <a:pt x="672" y="2392"/>
                </a:cubicBezTo>
                <a:cubicBezTo>
                  <a:pt x="636" y="2372"/>
                  <a:pt x="600" y="2351"/>
                  <a:pt x="565" y="2328"/>
                </a:cubicBezTo>
                <a:cubicBezTo>
                  <a:pt x="530" y="2305"/>
                  <a:pt x="497" y="2280"/>
                  <a:pt x="464" y="2254"/>
                </a:cubicBezTo>
                <a:cubicBezTo>
                  <a:pt x="432" y="2227"/>
                  <a:pt x="402" y="2199"/>
                  <a:pt x="372" y="2170"/>
                </a:cubicBezTo>
                <a:cubicBezTo>
                  <a:pt x="343" y="2141"/>
                  <a:pt x="315" y="2110"/>
                  <a:pt x="288" y="2078"/>
                </a:cubicBezTo>
                <a:cubicBezTo>
                  <a:pt x="262" y="2045"/>
                  <a:pt x="237" y="2012"/>
                  <a:pt x="214" y="1977"/>
                </a:cubicBezTo>
                <a:cubicBezTo>
                  <a:pt x="191" y="1943"/>
                  <a:pt x="170" y="1907"/>
                  <a:pt x="150" y="1870"/>
                </a:cubicBezTo>
                <a:cubicBezTo>
                  <a:pt x="130" y="1834"/>
                  <a:pt x="113" y="1796"/>
                  <a:pt x="97" y="1758"/>
                </a:cubicBezTo>
                <a:cubicBezTo>
                  <a:pt x="81" y="1719"/>
                  <a:pt x="67" y="1680"/>
                  <a:pt x="55" y="1640"/>
                </a:cubicBezTo>
                <a:cubicBezTo>
                  <a:pt x="43" y="1601"/>
                  <a:pt x="33" y="1560"/>
                  <a:pt x="25" y="1519"/>
                </a:cubicBezTo>
                <a:cubicBezTo>
                  <a:pt x="16" y="1479"/>
                  <a:pt x="10" y="1438"/>
                  <a:pt x="6" y="1396"/>
                </a:cubicBezTo>
                <a:cubicBezTo>
                  <a:pt x="2" y="1355"/>
                  <a:pt x="0" y="1313"/>
                  <a:pt x="0" y="1272"/>
                </a:cubicBezTo>
                <a:cubicBezTo>
                  <a:pt x="0" y="1230"/>
                  <a:pt x="2" y="1188"/>
                  <a:pt x="6" y="1147"/>
                </a:cubicBezTo>
                <a:cubicBezTo>
                  <a:pt x="10" y="1106"/>
                  <a:pt x="16" y="1064"/>
                  <a:pt x="25" y="1023"/>
                </a:cubicBezTo>
                <a:cubicBezTo>
                  <a:pt x="33" y="982"/>
                  <a:pt x="43" y="942"/>
                  <a:pt x="55" y="902"/>
                </a:cubicBezTo>
                <a:cubicBezTo>
                  <a:pt x="67" y="862"/>
                  <a:pt x="81" y="823"/>
                  <a:pt x="97" y="784"/>
                </a:cubicBezTo>
                <a:cubicBezTo>
                  <a:pt x="113" y="746"/>
                  <a:pt x="130" y="708"/>
                  <a:pt x="150" y="672"/>
                </a:cubicBezTo>
                <a:cubicBezTo>
                  <a:pt x="170" y="635"/>
                  <a:pt x="191" y="599"/>
                  <a:pt x="214" y="565"/>
                </a:cubicBezTo>
                <a:cubicBezTo>
                  <a:pt x="237" y="530"/>
                  <a:pt x="262" y="497"/>
                  <a:pt x="288" y="465"/>
                </a:cubicBezTo>
                <a:cubicBezTo>
                  <a:pt x="315" y="432"/>
                  <a:pt x="343" y="402"/>
                  <a:pt x="372" y="372"/>
                </a:cubicBezTo>
                <a:cubicBezTo>
                  <a:pt x="402" y="343"/>
                  <a:pt x="432" y="315"/>
                  <a:pt x="464" y="288"/>
                </a:cubicBezTo>
                <a:cubicBezTo>
                  <a:pt x="497" y="262"/>
                  <a:pt x="530" y="237"/>
                  <a:pt x="565" y="214"/>
                </a:cubicBezTo>
                <a:cubicBezTo>
                  <a:pt x="600" y="191"/>
                  <a:pt x="636" y="170"/>
                  <a:pt x="672" y="150"/>
                </a:cubicBezTo>
                <a:cubicBezTo>
                  <a:pt x="709" y="131"/>
                  <a:pt x="747" y="113"/>
                  <a:pt x="785" y="97"/>
                </a:cubicBezTo>
                <a:cubicBezTo>
                  <a:pt x="824" y="81"/>
                  <a:pt x="863" y="67"/>
                  <a:pt x="902" y="55"/>
                </a:cubicBezTo>
                <a:cubicBezTo>
                  <a:pt x="942" y="43"/>
                  <a:pt x="983" y="33"/>
                  <a:pt x="1023" y="25"/>
                </a:cubicBezTo>
                <a:cubicBezTo>
                  <a:pt x="1064" y="16"/>
                  <a:pt x="1105" y="10"/>
                  <a:pt x="1147" y="6"/>
                </a:cubicBezTo>
                <a:cubicBezTo>
                  <a:pt x="1188" y="2"/>
                  <a:pt x="1230" y="0"/>
                  <a:pt x="1271" y="0"/>
                </a:cubicBezTo>
                <a:cubicBezTo>
                  <a:pt x="1313" y="0"/>
                  <a:pt x="1354" y="2"/>
                  <a:pt x="1396" y="6"/>
                </a:cubicBezTo>
                <a:cubicBezTo>
                  <a:pt x="1437" y="10"/>
                  <a:pt x="1478" y="16"/>
                  <a:pt x="1519" y="25"/>
                </a:cubicBezTo>
                <a:cubicBezTo>
                  <a:pt x="1560" y="33"/>
                  <a:pt x="1600" y="43"/>
                  <a:pt x="1640" y="55"/>
                </a:cubicBezTo>
                <a:cubicBezTo>
                  <a:pt x="1680" y="67"/>
                  <a:pt x="1719" y="81"/>
                  <a:pt x="1757" y="97"/>
                </a:cubicBezTo>
                <a:cubicBezTo>
                  <a:pt x="1796" y="113"/>
                  <a:pt x="1833" y="131"/>
                  <a:pt x="1870" y="150"/>
                </a:cubicBezTo>
                <a:cubicBezTo>
                  <a:pt x="1906" y="170"/>
                  <a:pt x="1942" y="191"/>
                  <a:pt x="1977" y="214"/>
                </a:cubicBezTo>
                <a:cubicBezTo>
                  <a:pt x="2011" y="237"/>
                  <a:pt x="2045" y="262"/>
                  <a:pt x="2077" y="288"/>
                </a:cubicBezTo>
                <a:cubicBezTo>
                  <a:pt x="2109" y="315"/>
                  <a:pt x="2140" y="343"/>
                  <a:pt x="2169" y="372"/>
                </a:cubicBezTo>
                <a:cubicBezTo>
                  <a:pt x="2199" y="402"/>
                  <a:pt x="2226" y="432"/>
                  <a:pt x="2253" y="465"/>
                </a:cubicBezTo>
                <a:cubicBezTo>
                  <a:pt x="2279" y="497"/>
                  <a:pt x="2304" y="530"/>
                  <a:pt x="2327" y="565"/>
                </a:cubicBezTo>
                <a:cubicBezTo>
                  <a:pt x="2350" y="599"/>
                  <a:pt x="2372" y="635"/>
                  <a:pt x="2391" y="672"/>
                </a:cubicBezTo>
                <a:cubicBezTo>
                  <a:pt x="2411" y="708"/>
                  <a:pt x="2428" y="746"/>
                  <a:pt x="2444" y="784"/>
                </a:cubicBezTo>
                <a:cubicBezTo>
                  <a:pt x="2460" y="823"/>
                  <a:pt x="2474" y="862"/>
                  <a:pt x="2486" y="902"/>
                </a:cubicBezTo>
                <a:cubicBezTo>
                  <a:pt x="2498" y="942"/>
                  <a:pt x="2509" y="982"/>
                  <a:pt x="2517" y="1023"/>
                </a:cubicBezTo>
                <a:cubicBezTo>
                  <a:pt x="2525" y="1064"/>
                  <a:pt x="2531" y="1106"/>
                  <a:pt x="2535" y="1147"/>
                </a:cubicBezTo>
                <a:cubicBezTo>
                  <a:pt x="2539" y="1188"/>
                  <a:pt x="2541" y="1230"/>
                  <a:pt x="2541" y="1272"/>
                </a:cubicBezTo>
                <a:close/>
              </a:path>
            </a:pathLst>
          </a:custGeom>
          <a:solidFill>
            <a:srgbClr val="F1EFE8"/>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56" name=""/>
          <p:cNvSpPr/>
          <p:nvPr/>
        </p:nvSpPr>
        <p:spPr>
          <a:xfrm>
            <a:off x="4822200" y="2802960"/>
            <a:ext cx="914760" cy="915120"/>
          </a:xfrm>
          <a:custGeom>
            <a:avLst/>
            <a:gdLst/>
            <a:ahLst/>
            <a:rect l="0" t="0" r="r" b="b"/>
            <a:pathLst>
              <a:path w="2541" h="2542">
                <a:moveTo>
                  <a:pt x="2541" y="1272"/>
                </a:moveTo>
                <a:cubicBezTo>
                  <a:pt x="2541" y="1313"/>
                  <a:pt x="2539" y="1355"/>
                  <a:pt x="2535" y="1396"/>
                </a:cubicBezTo>
                <a:cubicBezTo>
                  <a:pt x="2531" y="1438"/>
                  <a:pt x="2525" y="1479"/>
                  <a:pt x="2517" y="1519"/>
                </a:cubicBezTo>
                <a:cubicBezTo>
                  <a:pt x="2509" y="1560"/>
                  <a:pt x="2498" y="1601"/>
                  <a:pt x="2486" y="1640"/>
                </a:cubicBezTo>
                <a:cubicBezTo>
                  <a:pt x="2474" y="1680"/>
                  <a:pt x="2460" y="1719"/>
                  <a:pt x="2444" y="1758"/>
                </a:cubicBezTo>
                <a:cubicBezTo>
                  <a:pt x="2428" y="1796"/>
                  <a:pt x="2411" y="1834"/>
                  <a:pt x="2391" y="1870"/>
                </a:cubicBezTo>
                <a:cubicBezTo>
                  <a:pt x="2372" y="1907"/>
                  <a:pt x="2350" y="1943"/>
                  <a:pt x="2327" y="1977"/>
                </a:cubicBezTo>
                <a:cubicBezTo>
                  <a:pt x="2304" y="2012"/>
                  <a:pt x="2279" y="2045"/>
                  <a:pt x="2253" y="2078"/>
                </a:cubicBezTo>
                <a:cubicBezTo>
                  <a:pt x="2226" y="2110"/>
                  <a:pt x="2199" y="2141"/>
                  <a:pt x="2169" y="2170"/>
                </a:cubicBezTo>
                <a:cubicBezTo>
                  <a:pt x="2140" y="2199"/>
                  <a:pt x="2109" y="2227"/>
                  <a:pt x="2077" y="2254"/>
                </a:cubicBezTo>
                <a:cubicBezTo>
                  <a:pt x="2045" y="2280"/>
                  <a:pt x="2011" y="2305"/>
                  <a:pt x="1977" y="2328"/>
                </a:cubicBezTo>
                <a:cubicBezTo>
                  <a:pt x="1942" y="2351"/>
                  <a:pt x="1906" y="2372"/>
                  <a:pt x="1870" y="2392"/>
                </a:cubicBezTo>
                <a:cubicBezTo>
                  <a:pt x="1833" y="2412"/>
                  <a:pt x="1796" y="2429"/>
                  <a:pt x="1757" y="2445"/>
                </a:cubicBezTo>
                <a:cubicBezTo>
                  <a:pt x="1719" y="2461"/>
                  <a:pt x="1680" y="2475"/>
                  <a:pt x="1640" y="2487"/>
                </a:cubicBezTo>
                <a:cubicBezTo>
                  <a:pt x="1600" y="2499"/>
                  <a:pt x="1560" y="2510"/>
                  <a:pt x="1519" y="2518"/>
                </a:cubicBezTo>
                <a:cubicBezTo>
                  <a:pt x="1478" y="2526"/>
                  <a:pt x="1437" y="2532"/>
                  <a:pt x="1396" y="2536"/>
                </a:cubicBezTo>
                <a:cubicBezTo>
                  <a:pt x="1354" y="2540"/>
                  <a:pt x="1313" y="2542"/>
                  <a:pt x="1271" y="2542"/>
                </a:cubicBezTo>
                <a:cubicBezTo>
                  <a:pt x="1230" y="2542"/>
                  <a:pt x="1188" y="2540"/>
                  <a:pt x="1147" y="2536"/>
                </a:cubicBezTo>
                <a:cubicBezTo>
                  <a:pt x="1105" y="2532"/>
                  <a:pt x="1064" y="2526"/>
                  <a:pt x="1023" y="2518"/>
                </a:cubicBezTo>
                <a:cubicBezTo>
                  <a:pt x="983" y="2510"/>
                  <a:pt x="942" y="2499"/>
                  <a:pt x="902" y="2487"/>
                </a:cubicBezTo>
                <a:cubicBezTo>
                  <a:pt x="863" y="2475"/>
                  <a:pt x="824" y="2461"/>
                  <a:pt x="785" y="2445"/>
                </a:cubicBezTo>
                <a:cubicBezTo>
                  <a:pt x="747" y="2429"/>
                  <a:pt x="709" y="2412"/>
                  <a:pt x="672" y="2392"/>
                </a:cubicBezTo>
                <a:cubicBezTo>
                  <a:pt x="636" y="2372"/>
                  <a:pt x="600" y="2351"/>
                  <a:pt x="565" y="2328"/>
                </a:cubicBezTo>
                <a:cubicBezTo>
                  <a:pt x="530" y="2305"/>
                  <a:pt x="497" y="2280"/>
                  <a:pt x="464" y="2254"/>
                </a:cubicBezTo>
                <a:cubicBezTo>
                  <a:pt x="432" y="2227"/>
                  <a:pt x="402" y="2199"/>
                  <a:pt x="372" y="2170"/>
                </a:cubicBezTo>
                <a:cubicBezTo>
                  <a:pt x="343" y="2141"/>
                  <a:pt x="315" y="2110"/>
                  <a:pt x="288" y="2078"/>
                </a:cubicBezTo>
                <a:cubicBezTo>
                  <a:pt x="262" y="2045"/>
                  <a:pt x="237" y="2012"/>
                  <a:pt x="214" y="1977"/>
                </a:cubicBezTo>
                <a:cubicBezTo>
                  <a:pt x="191" y="1943"/>
                  <a:pt x="170" y="1907"/>
                  <a:pt x="150" y="1870"/>
                </a:cubicBezTo>
                <a:cubicBezTo>
                  <a:pt x="130" y="1834"/>
                  <a:pt x="113" y="1796"/>
                  <a:pt x="97" y="1758"/>
                </a:cubicBezTo>
                <a:cubicBezTo>
                  <a:pt x="81" y="1719"/>
                  <a:pt x="67" y="1680"/>
                  <a:pt x="55" y="1640"/>
                </a:cubicBezTo>
                <a:cubicBezTo>
                  <a:pt x="43" y="1601"/>
                  <a:pt x="33" y="1560"/>
                  <a:pt x="25" y="1519"/>
                </a:cubicBezTo>
                <a:cubicBezTo>
                  <a:pt x="16" y="1479"/>
                  <a:pt x="10" y="1438"/>
                  <a:pt x="6" y="1396"/>
                </a:cubicBezTo>
                <a:cubicBezTo>
                  <a:pt x="2" y="1355"/>
                  <a:pt x="0" y="1313"/>
                  <a:pt x="0" y="1272"/>
                </a:cubicBezTo>
                <a:cubicBezTo>
                  <a:pt x="0" y="1230"/>
                  <a:pt x="2" y="1188"/>
                  <a:pt x="6" y="1147"/>
                </a:cubicBezTo>
                <a:cubicBezTo>
                  <a:pt x="10" y="1106"/>
                  <a:pt x="16" y="1064"/>
                  <a:pt x="25" y="1023"/>
                </a:cubicBezTo>
                <a:cubicBezTo>
                  <a:pt x="33" y="982"/>
                  <a:pt x="43" y="942"/>
                  <a:pt x="55" y="902"/>
                </a:cubicBezTo>
                <a:cubicBezTo>
                  <a:pt x="67" y="862"/>
                  <a:pt x="81" y="823"/>
                  <a:pt x="97" y="784"/>
                </a:cubicBezTo>
                <a:cubicBezTo>
                  <a:pt x="113" y="746"/>
                  <a:pt x="130" y="708"/>
                  <a:pt x="150" y="672"/>
                </a:cubicBezTo>
                <a:cubicBezTo>
                  <a:pt x="170" y="635"/>
                  <a:pt x="191" y="599"/>
                  <a:pt x="214" y="565"/>
                </a:cubicBezTo>
                <a:cubicBezTo>
                  <a:pt x="237" y="530"/>
                  <a:pt x="262" y="497"/>
                  <a:pt x="288" y="465"/>
                </a:cubicBezTo>
                <a:cubicBezTo>
                  <a:pt x="315" y="432"/>
                  <a:pt x="343" y="402"/>
                  <a:pt x="372" y="372"/>
                </a:cubicBezTo>
                <a:cubicBezTo>
                  <a:pt x="402" y="343"/>
                  <a:pt x="432" y="315"/>
                  <a:pt x="464" y="288"/>
                </a:cubicBezTo>
                <a:cubicBezTo>
                  <a:pt x="497" y="262"/>
                  <a:pt x="530" y="237"/>
                  <a:pt x="565" y="214"/>
                </a:cubicBezTo>
                <a:cubicBezTo>
                  <a:pt x="600" y="191"/>
                  <a:pt x="636" y="170"/>
                  <a:pt x="672" y="150"/>
                </a:cubicBezTo>
                <a:cubicBezTo>
                  <a:pt x="709" y="131"/>
                  <a:pt x="747" y="113"/>
                  <a:pt x="785" y="97"/>
                </a:cubicBezTo>
                <a:cubicBezTo>
                  <a:pt x="824" y="81"/>
                  <a:pt x="863" y="67"/>
                  <a:pt x="902" y="55"/>
                </a:cubicBezTo>
                <a:cubicBezTo>
                  <a:pt x="942" y="43"/>
                  <a:pt x="983" y="33"/>
                  <a:pt x="1023" y="25"/>
                </a:cubicBezTo>
                <a:cubicBezTo>
                  <a:pt x="1064" y="16"/>
                  <a:pt x="1105" y="10"/>
                  <a:pt x="1147" y="6"/>
                </a:cubicBezTo>
                <a:cubicBezTo>
                  <a:pt x="1188" y="2"/>
                  <a:pt x="1230" y="0"/>
                  <a:pt x="1271" y="0"/>
                </a:cubicBezTo>
                <a:cubicBezTo>
                  <a:pt x="1313" y="0"/>
                  <a:pt x="1354" y="2"/>
                  <a:pt x="1396" y="6"/>
                </a:cubicBezTo>
                <a:cubicBezTo>
                  <a:pt x="1437" y="10"/>
                  <a:pt x="1478" y="16"/>
                  <a:pt x="1519" y="25"/>
                </a:cubicBezTo>
                <a:cubicBezTo>
                  <a:pt x="1560" y="33"/>
                  <a:pt x="1600" y="43"/>
                  <a:pt x="1640" y="55"/>
                </a:cubicBezTo>
                <a:cubicBezTo>
                  <a:pt x="1680" y="67"/>
                  <a:pt x="1719" y="81"/>
                  <a:pt x="1757" y="97"/>
                </a:cubicBezTo>
                <a:cubicBezTo>
                  <a:pt x="1796" y="113"/>
                  <a:pt x="1833" y="131"/>
                  <a:pt x="1870" y="150"/>
                </a:cubicBezTo>
                <a:cubicBezTo>
                  <a:pt x="1906" y="170"/>
                  <a:pt x="1942" y="191"/>
                  <a:pt x="1977" y="214"/>
                </a:cubicBezTo>
                <a:cubicBezTo>
                  <a:pt x="2011" y="237"/>
                  <a:pt x="2045" y="262"/>
                  <a:pt x="2077" y="288"/>
                </a:cubicBezTo>
                <a:cubicBezTo>
                  <a:pt x="2109" y="315"/>
                  <a:pt x="2140" y="343"/>
                  <a:pt x="2169" y="372"/>
                </a:cubicBezTo>
                <a:cubicBezTo>
                  <a:pt x="2199" y="402"/>
                  <a:pt x="2226" y="432"/>
                  <a:pt x="2253" y="465"/>
                </a:cubicBezTo>
                <a:cubicBezTo>
                  <a:pt x="2279" y="497"/>
                  <a:pt x="2304" y="530"/>
                  <a:pt x="2327" y="565"/>
                </a:cubicBezTo>
                <a:cubicBezTo>
                  <a:pt x="2350" y="599"/>
                  <a:pt x="2372" y="635"/>
                  <a:pt x="2391" y="672"/>
                </a:cubicBezTo>
                <a:cubicBezTo>
                  <a:pt x="2411" y="708"/>
                  <a:pt x="2428" y="746"/>
                  <a:pt x="2444" y="784"/>
                </a:cubicBezTo>
                <a:cubicBezTo>
                  <a:pt x="2460" y="823"/>
                  <a:pt x="2474" y="862"/>
                  <a:pt x="2486" y="902"/>
                </a:cubicBezTo>
                <a:cubicBezTo>
                  <a:pt x="2498" y="942"/>
                  <a:pt x="2509" y="982"/>
                  <a:pt x="2517" y="1023"/>
                </a:cubicBezTo>
                <a:cubicBezTo>
                  <a:pt x="2525" y="1064"/>
                  <a:pt x="2531" y="1106"/>
                  <a:pt x="2535" y="1147"/>
                </a:cubicBezTo>
                <a:cubicBezTo>
                  <a:pt x="2539" y="1188"/>
                  <a:pt x="2541" y="1230"/>
                  <a:pt x="2541" y="1272"/>
                </a:cubicBezTo>
                <a:close/>
              </a:path>
            </a:pathLst>
          </a:custGeom>
          <a:noFill/>
          <a:ln w="3240">
            <a:solidFill>
              <a:srgbClr val="5F5E5A"/>
            </a:solidFill>
            <a:miter/>
          </a:ln>
        </p:spPr>
        <p:txBody>
          <a:bodyPr lIns="1440" tIns="1440" rIns="1440" bIns="1440" anchor="t">
            <a:noAutofit/>
          </a:bodyPr>
          <a:p>
            <a:endParaRPr lang="en-US" sz="2400" b="0" u="none" strike="noStrike">
              <a:solidFill>
                <a:srgbClr val="000000"/>
              </a:solidFill>
              <a:effectLst/>
              <a:uFillTx/>
              <a:latin typeface="游明朝体"/>
            </a:endParaRPr>
          </a:p>
        </p:txBody>
      </p:sp>
      <p:sp>
        <p:nvSpPr>
          <p:cNvPr id="2957" name=""/>
          <p:cNvSpPr/>
          <p:nvPr/>
        </p:nvSpPr>
        <p:spPr>
          <a:xfrm>
            <a:off x="5080320" y="3117960"/>
            <a:ext cx="441720" cy="223560"/>
          </a:xfrm>
          <a:custGeom>
            <a:avLst/>
            <a:gdLst/>
            <a:ahLst/>
            <a:rect l="0" t="0" r="r" b="b"/>
            <a:pathLst>
              <a:path w="1227" h="621">
                <a:moveTo>
                  <a:pt x="31" y="546"/>
                </a:moveTo>
                <a:cubicBezTo>
                  <a:pt x="-45" y="372"/>
                  <a:pt x="19" y="271"/>
                  <a:pt x="218" y="246"/>
                </a:cubicBezTo>
                <a:cubicBezTo>
                  <a:pt x="268" y="97"/>
                  <a:pt x="392" y="34"/>
                  <a:pt x="591" y="59"/>
                </a:cubicBezTo>
                <a:cubicBezTo>
                  <a:pt x="741" y="-40"/>
                  <a:pt x="878" y="-15"/>
                  <a:pt x="1002" y="134"/>
                </a:cubicBezTo>
                <a:cubicBezTo>
                  <a:pt x="1152" y="134"/>
                  <a:pt x="1215" y="221"/>
                  <a:pt x="1189" y="397"/>
                </a:cubicBezTo>
                <a:cubicBezTo>
                  <a:pt x="1265" y="521"/>
                  <a:pt x="1227" y="596"/>
                  <a:pt x="1077" y="621"/>
                </a:cubicBezTo>
                <a:lnTo>
                  <a:pt x="106" y="621"/>
                </a:lnTo>
                <a:cubicBezTo>
                  <a:pt x="6" y="621"/>
                  <a:pt x="-19" y="596"/>
                  <a:pt x="31" y="546"/>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58" name=""/>
          <p:cNvSpPr txBox="1"/>
          <p:nvPr/>
        </p:nvSpPr>
        <p:spPr>
          <a:xfrm>
            <a:off x="3353400" y="2787480"/>
            <a:ext cx="896760" cy="128520"/>
          </a:xfrm>
          <a:prstGeom prst="rect">
            <a:avLst/>
          </a:prstGeom>
          <a:noFill/>
          <a:ln w="0">
            <a:noFill/>
          </a:ln>
        </p:spPr>
        <p:txBody>
          <a:bodyPr wrap="none" lIns="0" tIns="0" rIns="0" bIns="0" anchor="t">
            <a:spAutoFit/>
          </a:bodyPr>
          <a:p>
            <a:pPr/>
            <a:r>
              <a:rPr lang="ja-JP" sz="1010" b="0" u="none" strike="noStrike">
                <a:solidFill>
                  <a:srgbClr val="0F6E56"/>
                </a:solidFill>
                <a:effectLst/>
                <a:uFillTx/>
                <a:latin typeface="HiraKakuProN-W3"/>
                <a:ea typeface="HiraKakuProN-W3"/>
              </a:rPr>
              <a:t>パソコンで開発</a:t>
            </a:r>
            <a:endParaRPr lang="en-US" sz="1010" b="0" u="none" strike="noStrike">
              <a:solidFill>
                <a:srgbClr val="000000"/>
              </a:solidFill>
              <a:effectLst/>
              <a:uFillTx/>
              <a:latin typeface="游明朝体"/>
            </a:endParaRPr>
          </a:p>
        </p:txBody>
      </p:sp>
      <p:sp>
        <p:nvSpPr>
          <p:cNvPr id="2959" name=""/>
          <p:cNvSpPr txBox="1"/>
          <p:nvPr/>
        </p:nvSpPr>
        <p:spPr>
          <a:xfrm>
            <a:off x="4662360" y="3753360"/>
            <a:ext cx="1239480" cy="236520"/>
          </a:xfrm>
          <a:prstGeom prst="rect">
            <a:avLst/>
          </a:prstGeom>
          <a:noFill/>
          <a:ln w="0">
            <a:noFill/>
          </a:ln>
        </p:spPr>
        <p:txBody>
          <a:bodyPr wrap="none" lIns="0" tIns="0" rIns="0" bIns="0" anchor="t">
            <a:spAutoFit/>
          </a:bodyPr>
          <a:p>
            <a:pPr/>
            <a:r>
              <a:rPr lang="en-US" sz="1320" b="1" u="none" strike="noStrike">
                <a:solidFill>
                  <a:srgbClr val="444441"/>
                </a:solidFill>
                <a:effectLst/>
                <a:uFillTx/>
                <a:latin typeface="HiraKakuProN-W6"/>
                <a:ea typeface="HiraKakuProN-W6"/>
              </a:rPr>
              <a:t>GitHub</a:t>
            </a:r>
            <a:r>
              <a:rPr lang="ja-JP" sz="1320" b="1" u="none" strike="noStrike">
                <a:solidFill>
                  <a:srgbClr val="444441"/>
                </a:solidFill>
                <a:effectLst/>
                <a:uFillTx/>
                <a:latin typeface="HiraKakuProN-W6"/>
                <a:ea typeface="HiraKakuProN-W6"/>
              </a:rPr>
              <a:t>へ</a:t>
            </a:r>
            <a:r>
              <a:rPr lang="en-US" sz="1320" b="1" u="none" strike="noStrike">
                <a:solidFill>
                  <a:srgbClr val="444441"/>
                </a:solidFill>
                <a:effectLst/>
                <a:uFillTx/>
                <a:latin typeface="HiraKakuProN-W6"/>
                <a:ea typeface="HiraKakuProN-W6"/>
              </a:rPr>
              <a:t>push</a:t>
            </a:r>
            <a:endParaRPr lang="en-US" sz="1320" b="0" u="none" strike="noStrike">
              <a:solidFill>
                <a:srgbClr val="000000"/>
              </a:solidFill>
              <a:effectLst/>
              <a:uFillTx/>
              <a:latin typeface="游明朝体"/>
            </a:endParaRPr>
          </a:p>
        </p:txBody>
      </p:sp>
      <p:sp>
        <p:nvSpPr>
          <p:cNvPr id="2960" name=""/>
          <p:cNvSpPr/>
          <p:nvPr/>
        </p:nvSpPr>
        <p:spPr>
          <a:xfrm>
            <a:off x="3342960" y="4013640"/>
            <a:ext cx="914760" cy="915120"/>
          </a:xfrm>
          <a:custGeom>
            <a:avLst/>
            <a:gdLst/>
            <a:ahLst/>
            <a:rect l="0" t="0" r="r" b="b"/>
            <a:pathLst>
              <a:path w="2541" h="2542">
                <a:moveTo>
                  <a:pt x="2541" y="1272"/>
                </a:moveTo>
                <a:cubicBezTo>
                  <a:pt x="2541" y="1313"/>
                  <a:pt x="2539" y="1355"/>
                  <a:pt x="2535" y="1396"/>
                </a:cubicBezTo>
                <a:cubicBezTo>
                  <a:pt x="2531" y="1438"/>
                  <a:pt x="2525" y="1479"/>
                  <a:pt x="2517" y="1520"/>
                </a:cubicBezTo>
                <a:cubicBezTo>
                  <a:pt x="2509" y="1560"/>
                  <a:pt x="2499" y="1601"/>
                  <a:pt x="2487" y="1640"/>
                </a:cubicBezTo>
                <a:cubicBezTo>
                  <a:pt x="2475" y="1680"/>
                  <a:pt x="2461" y="1719"/>
                  <a:pt x="2445" y="1758"/>
                </a:cubicBezTo>
                <a:cubicBezTo>
                  <a:pt x="2429" y="1796"/>
                  <a:pt x="2411" y="1834"/>
                  <a:pt x="2391" y="1871"/>
                </a:cubicBezTo>
                <a:cubicBezTo>
                  <a:pt x="2372" y="1907"/>
                  <a:pt x="2350" y="1943"/>
                  <a:pt x="2327" y="1977"/>
                </a:cubicBezTo>
                <a:cubicBezTo>
                  <a:pt x="2304" y="2012"/>
                  <a:pt x="2279" y="2045"/>
                  <a:pt x="2253" y="2078"/>
                </a:cubicBezTo>
                <a:cubicBezTo>
                  <a:pt x="2227" y="2110"/>
                  <a:pt x="2199" y="2141"/>
                  <a:pt x="2169" y="2170"/>
                </a:cubicBezTo>
                <a:cubicBezTo>
                  <a:pt x="2139" y="2199"/>
                  <a:pt x="2108" y="2227"/>
                  <a:pt x="2076" y="2254"/>
                </a:cubicBezTo>
                <a:cubicBezTo>
                  <a:pt x="2044" y="2280"/>
                  <a:pt x="2011" y="2305"/>
                  <a:pt x="1976" y="2328"/>
                </a:cubicBezTo>
                <a:cubicBezTo>
                  <a:pt x="1941" y="2351"/>
                  <a:pt x="1906" y="2373"/>
                  <a:pt x="1869" y="2392"/>
                </a:cubicBezTo>
                <a:cubicBezTo>
                  <a:pt x="1832" y="2412"/>
                  <a:pt x="1795" y="2430"/>
                  <a:pt x="1756" y="2445"/>
                </a:cubicBezTo>
                <a:cubicBezTo>
                  <a:pt x="1718" y="2461"/>
                  <a:pt x="1679" y="2475"/>
                  <a:pt x="1639" y="2487"/>
                </a:cubicBezTo>
                <a:cubicBezTo>
                  <a:pt x="1599" y="2500"/>
                  <a:pt x="1559" y="2510"/>
                  <a:pt x="1518" y="2518"/>
                </a:cubicBezTo>
                <a:cubicBezTo>
                  <a:pt x="1477" y="2526"/>
                  <a:pt x="1436" y="2532"/>
                  <a:pt x="1395" y="2536"/>
                </a:cubicBezTo>
                <a:cubicBezTo>
                  <a:pt x="1353" y="2540"/>
                  <a:pt x="1312" y="2542"/>
                  <a:pt x="1270" y="2542"/>
                </a:cubicBezTo>
                <a:cubicBezTo>
                  <a:pt x="1229" y="2542"/>
                  <a:pt x="1187" y="2540"/>
                  <a:pt x="1146" y="2536"/>
                </a:cubicBezTo>
                <a:cubicBezTo>
                  <a:pt x="1105" y="2532"/>
                  <a:pt x="1063" y="2526"/>
                  <a:pt x="1023" y="2518"/>
                </a:cubicBezTo>
                <a:cubicBezTo>
                  <a:pt x="982" y="2510"/>
                  <a:pt x="942" y="2500"/>
                  <a:pt x="902" y="2487"/>
                </a:cubicBezTo>
                <a:cubicBezTo>
                  <a:pt x="862" y="2475"/>
                  <a:pt x="823" y="2461"/>
                  <a:pt x="784" y="2445"/>
                </a:cubicBezTo>
                <a:cubicBezTo>
                  <a:pt x="746" y="2430"/>
                  <a:pt x="708" y="2412"/>
                  <a:pt x="672" y="2392"/>
                </a:cubicBezTo>
                <a:cubicBezTo>
                  <a:pt x="635" y="2373"/>
                  <a:pt x="599" y="2351"/>
                  <a:pt x="565" y="2328"/>
                </a:cubicBezTo>
                <a:cubicBezTo>
                  <a:pt x="530" y="2305"/>
                  <a:pt x="497" y="2280"/>
                  <a:pt x="465" y="2254"/>
                </a:cubicBezTo>
                <a:cubicBezTo>
                  <a:pt x="433" y="2227"/>
                  <a:pt x="402" y="2199"/>
                  <a:pt x="372" y="2170"/>
                </a:cubicBezTo>
                <a:cubicBezTo>
                  <a:pt x="343" y="2141"/>
                  <a:pt x="315" y="2110"/>
                  <a:pt x="289" y="2078"/>
                </a:cubicBezTo>
                <a:cubicBezTo>
                  <a:pt x="262" y="2045"/>
                  <a:pt x="238" y="2012"/>
                  <a:pt x="214" y="1977"/>
                </a:cubicBezTo>
                <a:cubicBezTo>
                  <a:pt x="191" y="1943"/>
                  <a:pt x="170" y="1907"/>
                  <a:pt x="150" y="1871"/>
                </a:cubicBezTo>
                <a:cubicBezTo>
                  <a:pt x="131" y="1834"/>
                  <a:pt x="113" y="1796"/>
                  <a:pt x="97" y="1758"/>
                </a:cubicBezTo>
                <a:cubicBezTo>
                  <a:pt x="81" y="1719"/>
                  <a:pt x="67" y="1680"/>
                  <a:pt x="55" y="1640"/>
                </a:cubicBezTo>
                <a:cubicBezTo>
                  <a:pt x="43" y="1601"/>
                  <a:pt x="33" y="1560"/>
                  <a:pt x="25" y="1520"/>
                </a:cubicBezTo>
                <a:cubicBezTo>
                  <a:pt x="17" y="1479"/>
                  <a:pt x="11" y="1438"/>
                  <a:pt x="7" y="1396"/>
                </a:cubicBezTo>
                <a:cubicBezTo>
                  <a:pt x="2" y="1355"/>
                  <a:pt x="0" y="1313"/>
                  <a:pt x="0" y="1272"/>
                </a:cubicBezTo>
                <a:cubicBezTo>
                  <a:pt x="0" y="1230"/>
                  <a:pt x="2" y="1189"/>
                  <a:pt x="7" y="1147"/>
                </a:cubicBezTo>
                <a:cubicBezTo>
                  <a:pt x="11" y="1106"/>
                  <a:pt x="17" y="1065"/>
                  <a:pt x="25" y="1024"/>
                </a:cubicBezTo>
                <a:cubicBezTo>
                  <a:pt x="33" y="983"/>
                  <a:pt x="43" y="943"/>
                  <a:pt x="55" y="903"/>
                </a:cubicBezTo>
                <a:cubicBezTo>
                  <a:pt x="67" y="863"/>
                  <a:pt x="81" y="824"/>
                  <a:pt x="97" y="785"/>
                </a:cubicBezTo>
                <a:cubicBezTo>
                  <a:pt x="113" y="747"/>
                  <a:pt x="131" y="709"/>
                  <a:pt x="150" y="673"/>
                </a:cubicBezTo>
                <a:cubicBezTo>
                  <a:pt x="170" y="636"/>
                  <a:pt x="191" y="600"/>
                  <a:pt x="214" y="566"/>
                </a:cubicBezTo>
                <a:cubicBezTo>
                  <a:pt x="238" y="531"/>
                  <a:pt x="262" y="498"/>
                  <a:pt x="289" y="466"/>
                </a:cubicBezTo>
                <a:cubicBezTo>
                  <a:pt x="315" y="433"/>
                  <a:pt x="343" y="403"/>
                  <a:pt x="372" y="373"/>
                </a:cubicBezTo>
                <a:cubicBezTo>
                  <a:pt x="402" y="344"/>
                  <a:pt x="433" y="316"/>
                  <a:pt x="465" y="290"/>
                </a:cubicBezTo>
                <a:cubicBezTo>
                  <a:pt x="497" y="262"/>
                  <a:pt x="530" y="237"/>
                  <a:pt x="565" y="214"/>
                </a:cubicBezTo>
                <a:cubicBezTo>
                  <a:pt x="599" y="191"/>
                  <a:pt x="635" y="170"/>
                  <a:pt x="672" y="150"/>
                </a:cubicBezTo>
                <a:cubicBezTo>
                  <a:pt x="708" y="131"/>
                  <a:pt x="746" y="113"/>
                  <a:pt x="784" y="97"/>
                </a:cubicBezTo>
                <a:cubicBezTo>
                  <a:pt x="823" y="81"/>
                  <a:pt x="862" y="67"/>
                  <a:pt x="902" y="55"/>
                </a:cubicBezTo>
                <a:cubicBezTo>
                  <a:pt x="942" y="43"/>
                  <a:pt x="982" y="33"/>
                  <a:pt x="1023" y="25"/>
                </a:cubicBezTo>
                <a:cubicBezTo>
                  <a:pt x="1063" y="16"/>
                  <a:pt x="1105" y="10"/>
                  <a:pt x="1146" y="6"/>
                </a:cubicBezTo>
                <a:cubicBezTo>
                  <a:pt x="1187" y="2"/>
                  <a:pt x="1229" y="0"/>
                  <a:pt x="1270" y="0"/>
                </a:cubicBezTo>
                <a:cubicBezTo>
                  <a:pt x="1312" y="0"/>
                  <a:pt x="1353" y="2"/>
                  <a:pt x="1395" y="6"/>
                </a:cubicBezTo>
                <a:cubicBezTo>
                  <a:pt x="1436" y="10"/>
                  <a:pt x="1477" y="16"/>
                  <a:pt x="1518" y="25"/>
                </a:cubicBezTo>
                <a:cubicBezTo>
                  <a:pt x="1559" y="33"/>
                  <a:pt x="1599" y="43"/>
                  <a:pt x="1639" y="55"/>
                </a:cubicBezTo>
                <a:cubicBezTo>
                  <a:pt x="1679" y="67"/>
                  <a:pt x="1718" y="81"/>
                  <a:pt x="1756" y="97"/>
                </a:cubicBezTo>
                <a:cubicBezTo>
                  <a:pt x="1795" y="113"/>
                  <a:pt x="1832" y="131"/>
                  <a:pt x="1869" y="150"/>
                </a:cubicBezTo>
                <a:cubicBezTo>
                  <a:pt x="1906" y="170"/>
                  <a:pt x="1941" y="191"/>
                  <a:pt x="1976" y="214"/>
                </a:cubicBezTo>
                <a:cubicBezTo>
                  <a:pt x="2011" y="237"/>
                  <a:pt x="2044" y="262"/>
                  <a:pt x="2076" y="290"/>
                </a:cubicBezTo>
                <a:cubicBezTo>
                  <a:pt x="2108" y="316"/>
                  <a:pt x="2139" y="344"/>
                  <a:pt x="2169" y="373"/>
                </a:cubicBezTo>
                <a:cubicBezTo>
                  <a:pt x="2199" y="403"/>
                  <a:pt x="2227" y="433"/>
                  <a:pt x="2253" y="466"/>
                </a:cubicBezTo>
                <a:cubicBezTo>
                  <a:pt x="2279" y="498"/>
                  <a:pt x="2304" y="531"/>
                  <a:pt x="2327" y="566"/>
                </a:cubicBezTo>
                <a:cubicBezTo>
                  <a:pt x="2350" y="600"/>
                  <a:pt x="2372" y="636"/>
                  <a:pt x="2391" y="673"/>
                </a:cubicBezTo>
                <a:cubicBezTo>
                  <a:pt x="2411" y="709"/>
                  <a:pt x="2429" y="747"/>
                  <a:pt x="2445" y="785"/>
                </a:cubicBezTo>
                <a:cubicBezTo>
                  <a:pt x="2461" y="824"/>
                  <a:pt x="2475" y="863"/>
                  <a:pt x="2487" y="903"/>
                </a:cubicBezTo>
                <a:cubicBezTo>
                  <a:pt x="2499" y="943"/>
                  <a:pt x="2509" y="983"/>
                  <a:pt x="2517" y="1024"/>
                </a:cubicBezTo>
                <a:cubicBezTo>
                  <a:pt x="2525" y="1065"/>
                  <a:pt x="2531" y="1106"/>
                  <a:pt x="2535" y="1147"/>
                </a:cubicBezTo>
                <a:cubicBezTo>
                  <a:pt x="2539" y="1189"/>
                  <a:pt x="2541" y="1230"/>
                  <a:pt x="2541" y="1272"/>
                </a:cubicBezTo>
                <a:close/>
              </a:path>
            </a:pathLst>
          </a:custGeom>
          <a:solidFill>
            <a:srgbClr val="FAECE7"/>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61" name=""/>
          <p:cNvSpPr/>
          <p:nvPr/>
        </p:nvSpPr>
        <p:spPr>
          <a:xfrm>
            <a:off x="3342960" y="4013640"/>
            <a:ext cx="914760" cy="915120"/>
          </a:xfrm>
          <a:custGeom>
            <a:avLst/>
            <a:gdLst/>
            <a:ahLst/>
            <a:rect l="0" t="0" r="r" b="b"/>
            <a:pathLst>
              <a:path w="2541" h="2542">
                <a:moveTo>
                  <a:pt x="2541" y="1272"/>
                </a:moveTo>
                <a:cubicBezTo>
                  <a:pt x="2541" y="1313"/>
                  <a:pt x="2539" y="1355"/>
                  <a:pt x="2535" y="1396"/>
                </a:cubicBezTo>
                <a:cubicBezTo>
                  <a:pt x="2531" y="1438"/>
                  <a:pt x="2525" y="1479"/>
                  <a:pt x="2517" y="1520"/>
                </a:cubicBezTo>
                <a:cubicBezTo>
                  <a:pt x="2509" y="1560"/>
                  <a:pt x="2499" y="1601"/>
                  <a:pt x="2487" y="1640"/>
                </a:cubicBezTo>
                <a:cubicBezTo>
                  <a:pt x="2475" y="1680"/>
                  <a:pt x="2461" y="1719"/>
                  <a:pt x="2445" y="1758"/>
                </a:cubicBezTo>
                <a:cubicBezTo>
                  <a:pt x="2429" y="1796"/>
                  <a:pt x="2411" y="1834"/>
                  <a:pt x="2391" y="1871"/>
                </a:cubicBezTo>
                <a:cubicBezTo>
                  <a:pt x="2372" y="1907"/>
                  <a:pt x="2350" y="1943"/>
                  <a:pt x="2327" y="1977"/>
                </a:cubicBezTo>
                <a:cubicBezTo>
                  <a:pt x="2304" y="2012"/>
                  <a:pt x="2279" y="2045"/>
                  <a:pt x="2253" y="2078"/>
                </a:cubicBezTo>
                <a:cubicBezTo>
                  <a:pt x="2227" y="2110"/>
                  <a:pt x="2199" y="2141"/>
                  <a:pt x="2169" y="2170"/>
                </a:cubicBezTo>
                <a:cubicBezTo>
                  <a:pt x="2139" y="2199"/>
                  <a:pt x="2108" y="2227"/>
                  <a:pt x="2076" y="2254"/>
                </a:cubicBezTo>
                <a:cubicBezTo>
                  <a:pt x="2044" y="2280"/>
                  <a:pt x="2011" y="2305"/>
                  <a:pt x="1976" y="2328"/>
                </a:cubicBezTo>
                <a:cubicBezTo>
                  <a:pt x="1941" y="2351"/>
                  <a:pt x="1906" y="2373"/>
                  <a:pt x="1869" y="2392"/>
                </a:cubicBezTo>
                <a:cubicBezTo>
                  <a:pt x="1832" y="2412"/>
                  <a:pt x="1795" y="2430"/>
                  <a:pt x="1756" y="2445"/>
                </a:cubicBezTo>
                <a:cubicBezTo>
                  <a:pt x="1718" y="2461"/>
                  <a:pt x="1679" y="2475"/>
                  <a:pt x="1639" y="2487"/>
                </a:cubicBezTo>
                <a:cubicBezTo>
                  <a:pt x="1599" y="2500"/>
                  <a:pt x="1559" y="2510"/>
                  <a:pt x="1518" y="2518"/>
                </a:cubicBezTo>
                <a:cubicBezTo>
                  <a:pt x="1477" y="2526"/>
                  <a:pt x="1436" y="2532"/>
                  <a:pt x="1395" y="2536"/>
                </a:cubicBezTo>
                <a:cubicBezTo>
                  <a:pt x="1353" y="2540"/>
                  <a:pt x="1312" y="2542"/>
                  <a:pt x="1270" y="2542"/>
                </a:cubicBezTo>
                <a:cubicBezTo>
                  <a:pt x="1229" y="2542"/>
                  <a:pt x="1187" y="2540"/>
                  <a:pt x="1146" y="2536"/>
                </a:cubicBezTo>
                <a:cubicBezTo>
                  <a:pt x="1105" y="2532"/>
                  <a:pt x="1063" y="2526"/>
                  <a:pt x="1023" y="2518"/>
                </a:cubicBezTo>
                <a:cubicBezTo>
                  <a:pt x="982" y="2510"/>
                  <a:pt x="942" y="2500"/>
                  <a:pt x="902" y="2487"/>
                </a:cubicBezTo>
                <a:cubicBezTo>
                  <a:pt x="862" y="2475"/>
                  <a:pt x="823" y="2461"/>
                  <a:pt x="784" y="2445"/>
                </a:cubicBezTo>
                <a:cubicBezTo>
                  <a:pt x="746" y="2430"/>
                  <a:pt x="708" y="2412"/>
                  <a:pt x="672" y="2392"/>
                </a:cubicBezTo>
                <a:cubicBezTo>
                  <a:pt x="635" y="2373"/>
                  <a:pt x="599" y="2351"/>
                  <a:pt x="565" y="2328"/>
                </a:cubicBezTo>
                <a:cubicBezTo>
                  <a:pt x="530" y="2305"/>
                  <a:pt x="497" y="2280"/>
                  <a:pt x="465" y="2254"/>
                </a:cubicBezTo>
                <a:cubicBezTo>
                  <a:pt x="433" y="2227"/>
                  <a:pt x="402" y="2199"/>
                  <a:pt x="372" y="2170"/>
                </a:cubicBezTo>
                <a:cubicBezTo>
                  <a:pt x="343" y="2141"/>
                  <a:pt x="315" y="2110"/>
                  <a:pt x="289" y="2078"/>
                </a:cubicBezTo>
                <a:cubicBezTo>
                  <a:pt x="262" y="2045"/>
                  <a:pt x="238" y="2012"/>
                  <a:pt x="214" y="1977"/>
                </a:cubicBezTo>
                <a:cubicBezTo>
                  <a:pt x="191" y="1943"/>
                  <a:pt x="170" y="1907"/>
                  <a:pt x="150" y="1871"/>
                </a:cubicBezTo>
                <a:cubicBezTo>
                  <a:pt x="131" y="1834"/>
                  <a:pt x="113" y="1796"/>
                  <a:pt x="97" y="1758"/>
                </a:cubicBezTo>
                <a:cubicBezTo>
                  <a:pt x="81" y="1719"/>
                  <a:pt x="67" y="1680"/>
                  <a:pt x="55" y="1640"/>
                </a:cubicBezTo>
                <a:cubicBezTo>
                  <a:pt x="43" y="1601"/>
                  <a:pt x="33" y="1560"/>
                  <a:pt x="25" y="1520"/>
                </a:cubicBezTo>
                <a:cubicBezTo>
                  <a:pt x="17" y="1479"/>
                  <a:pt x="11" y="1438"/>
                  <a:pt x="7" y="1396"/>
                </a:cubicBezTo>
                <a:cubicBezTo>
                  <a:pt x="2" y="1355"/>
                  <a:pt x="0" y="1313"/>
                  <a:pt x="0" y="1272"/>
                </a:cubicBezTo>
                <a:cubicBezTo>
                  <a:pt x="0" y="1230"/>
                  <a:pt x="2" y="1189"/>
                  <a:pt x="7" y="1147"/>
                </a:cubicBezTo>
                <a:cubicBezTo>
                  <a:pt x="11" y="1106"/>
                  <a:pt x="17" y="1065"/>
                  <a:pt x="25" y="1024"/>
                </a:cubicBezTo>
                <a:cubicBezTo>
                  <a:pt x="33" y="983"/>
                  <a:pt x="43" y="943"/>
                  <a:pt x="55" y="903"/>
                </a:cubicBezTo>
                <a:cubicBezTo>
                  <a:pt x="67" y="863"/>
                  <a:pt x="81" y="824"/>
                  <a:pt x="97" y="785"/>
                </a:cubicBezTo>
                <a:cubicBezTo>
                  <a:pt x="113" y="747"/>
                  <a:pt x="131" y="709"/>
                  <a:pt x="150" y="673"/>
                </a:cubicBezTo>
                <a:cubicBezTo>
                  <a:pt x="170" y="636"/>
                  <a:pt x="191" y="600"/>
                  <a:pt x="214" y="566"/>
                </a:cubicBezTo>
                <a:cubicBezTo>
                  <a:pt x="238" y="531"/>
                  <a:pt x="262" y="498"/>
                  <a:pt x="289" y="466"/>
                </a:cubicBezTo>
                <a:cubicBezTo>
                  <a:pt x="315" y="433"/>
                  <a:pt x="343" y="403"/>
                  <a:pt x="372" y="373"/>
                </a:cubicBezTo>
                <a:cubicBezTo>
                  <a:pt x="402" y="344"/>
                  <a:pt x="433" y="316"/>
                  <a:pt x="465" y="290"/>
                </a:cubicBezTo>
                <a:cubicBezTo>
                  <a:pt x="497" y="262"/>
                  <a:pt x="530" y="237"/>
                  <a:pt x="565" y="214"/>
                </a:cubicBezTo>
                <a:cubicBezTo>
                  <a:pt x="599" y="191"/>
                  <a:pt x="635" y="170"/>
                  <a:pt x="672" y="150"/>
                </a:cubicBezTo>
                <a:cubicBezTo>
                  <a:pt x="708" y="131"/>
                  <a:pt x="746" y="113"/>
                  <a:pt x="784" y="97"/>
                </a:cubicBezTo>
                <a:cubicBezTo>
                  <a:pt x="823" y="81"/>
                  <a:pt x="862" y="67"/>
                  <a:pt x="902" y="55"/>
                </a:cubicBezTo>
                <a:cubicBezTo>
                  <a:pt x="942" y="43"/>
                  <a:pt x="982" y="33"/>
                  <a:pt x="1023" y="25"/>
                </a:cubicBezTo>
                <a:cubicBezTo>
                  <a:pt x="1063" y="16"/>
                  <a:pt x="1105" y="10"/>
                  <a:pt x="1146" y="6"/>
                </a:cubicBezTo>
                <a:cubicBezTo>
                  <a:pt x="1187" y="2"/>
                  <a:pt x="1229" y="0"/>
                  <a:pt x="1270" y="0"/>
                </a:cubicBezTo>
                <a:cubicBezTo>
                  <a:pt x="1312" y="0"/>
                  <a:pt x="1353" y="2"/>
                  <a:pt x="1395" y="6"/>
                </a:cubicBezTo>
                <a:cubicBezTo>
                  <a:pt x="1436" y="10"/>
                  <a:pt x="1477" y="16"/>
                  <a:pt x="1518" y="25"/>
                </a:cubicBezTo>
                <a:cubicBezTo>
                  <a:pt x="1559" y="33"/>
                  <a:pt x="1599" y="43"/>
                  <a:pt x="1639" y="55"/>
                </a:cubicBezTo>
                <a:cubicBezTo>
                  <a:pt x="1679" y="67"/>
                  <a:pt x="1718" y="81"/>
                  <a:pt x="1756" y="97"/>
                </a:cubicBezTo>
                <a:cubicBezTo>
                  <a:pt x="1795" y="113"/>
                  <a:pt x="1832" y="131"/>
                  <a:pt x="1869" y="150"/>
                </a:cubicBezTo>
                <a:cubicBezTo>
                  <a:pt x="1906" y="170"/>
                  <a:pt x="1941" y="191"/>
                  <a:pt x="1976" y="214"/>
                </a:cubicBezTo>
                <a:cubicBezTo>
                  <a:pt x="2011" y="237"/>
                  <a:pt x="2044" y="262"/>
                  <a:pt x="2076" y="290"/>
                </a:cubicBezTo>
                <a:cubicBezTo>
                  <a:pt x="2108" y="316"/>
                  <a:pt x="2139" y="344"/>
                  <a:pt x="2169" y="373"/>
                </a:cubicBezTo>
                <a:cubicBezTo>
                  <a:pt x="2199" y="403"/>
                  <a:pt x="2227" y="433"/>
                  <a:pt x="2253" y="466"/>
                </a:cubicBezTo>
                <a:cubicBezTo>
                  <a:pt x="2279" y="498"/>
                  <a:pt x="2304" y="531"/>
                  <a:pt x="2327" y="566"/>
                </a:cubicBezTo>
                <a:cubicBezTo>
                  <a:pt x="2350" y="600"/>
                  <a:pt x="2372" y="636"/>
                  <a:pt x="2391" y="673"/>
                </a:cubicBezTo>
                <a:cubicBezTo>
                  <a:pt x="2411" y="709"/>
                  <a:pt x="2429" y="747"/>
                  <a:pt x="2445" y="785"/>
                </a:cubicBezTo>
                <a:cubicBezTo>
                  <a:pt x="2461" y="824"/>
                  <a:pt x="2475" y="863"/>
                  <a:pt x="2487" y="903"/>
                </a:cubicBezTo>
                <a:cubicBezTo>
                  <a:pt x="2499" y="943"/>
                  <a:pt x="2509" y="983"/>
                  <a:pt x="2517" y="1024"/>
                </a:cubicBezTo>
                <a:cubicBezTo>
                  <a:pt x="2525" y="1065"/>
                  <a:pt x="2531" y="1106"/>
                  <a:pt x="2535" y="1147"/>
                </a:cubicBezTo>
                <a:cubicBezTo>
                  <a:pt x="2539" y="1189"/>
                  <a:pt x="2541" y="1230"/>
                  <a:pt x="2541" y="1272"/>
                </a:cubicBezTo>
                <a:close/>
              </a:path>
            </a:pathLst>
          </a:custGeom>
          <a:noFill/>
          <a:ln w="3240">
            <a:solidFill>
              <a:srgbClr val="993C1D"/>
            </a:solidFill>
            <a:miter/>
          </a:ln>
        </p:spPr>
        <p:txBody>
          <a:bodyPr lIns="1440" tIns="1440" rIns="1440" bIns="1440" anchor="t">
            <a:noAutofit/>
          </a:bodyPr>
          <a:p>
            <a:endParaRPr lang="en-US" sz="2400" b="0" u="none" strike="noStrike">
              <a:solidFill>
                <a:srgbClr val="000000"/>
              </a:solidFill>
              <a:effectLst/>
              <a:uFillTx/>
              <a:latin typeface="游明朝体"/>
            </a:endParaRPr>
          </a:p>
        </p:txBody>
      </p:sp>
      <p:sp>
        <p:nvSpPr>
          <p:cNvPr id="2962" name=""/>
          <p:cNvSpPr/>
          <p:nvPr/>
        </p:nvSpPr>
        <p:spPr>
          <a:xfrm>
            <a:off x="3706200" y="4296240"/>
            <a:ext cx="188640" cy="349920"/>
          </a:xfrm>
          <a:custGeom>
            <a:avLst/>
            <a:gdLst/>
            <a:ahLst/>
            <a:rect l="0" t="0" r="r" b="b"/>
            <a:pathLst>
              <a:path w="524" h="972">
                <a:moveTo>
                  <a:pt x="112" y="0"/>
                </a:moveTo>
                <a:lnTo>
                  <a:pt x="412" y="0"/>
                </a:lnTo>
                <a:cubicBezTo>
                  <a:pt x="427" y="0"/>
                  <a:pt x="441" y="3"/>
                  <a:pt x="455" y="8"/>
                </a:cubicBezTo>
                <a:cubicBezTo>
                  <a:pt x="468" y="14"/>
                  <a:pt x="481" y="22"/>
                  <a:pt x="491" y="33"/>
                </a:cubicBezTo>
                <a:cubicBezTo>
                  <a:pt x="502" y="43"/>
                  <a:pt x="510" y="55"/>
                  <a:pt x="515" y="69"/>
                </a:cubicBezTo>
                <a:cubicBezTo>
                  <a:pt x="521" y="83"/>
                  <a:pt x="524" y="97"/>
                  <a:pt x="524" y="112"/>
                </a:cubicBezTo>
                <a:lnTo>
                  <a:pt x="524" y="860"/>
                </a:lnTo>
                <a:cubicBezTo>
                  <a:pt x="524" y="875"/>
                  <a:pt x="521" y="889"/>
                  <a:pt x="515" y="903"/>
                </a:cubicBezTo>
                <a:cubicBezTo>
                  <a:pt x="510" y="917"/>
                  <a:pt x="502" y="929"/>
                  <a:pt x="491" y="940"/>
                </a:cubicBezTo>
                <a:cubicBezTo>
                  <a:pt x="481" y="950"/>
                  <a:pt x="468" y="958"/>
                  <a:pt x="455" y="964"/>
                </a:cubicBezTo>
                <a:cubicBezTo>
                  <a:pt x="441" y="970"/>
                  <a:pt x="427" y="972"/>
                  <a:pt x="412" y="972"/>
                </a:cubicBezTo>
                <a:lnTo>
                  <a:pt x="112" y="972"/>
                </a:lnTo>
                <a:cubicBezTo>
                  <a:pt x="97" y="972"/>
                  <a:pt x="83" y="970"/>
                  <a:pt x="69" y="964"/>
                </a:cubicBezTo>
                <a:cubicBezTo>
                  <a:pt x="55" y="958"/>
                  <a:pt x="43" y="950"/>
                  <a:pt x="33" y="940"/>
                </a:cubicBezTo>
                <a:cubicBezTo>
                  <a:pt x="22" y="929"/>
                  <a:pt x="14" y="917"/>
                  <a:pt x="8" y="903"/>
                </a:cubicBezTo>
                <a:cubicBezTo>
                  <a:pt x="3" y="889"/>
                  <a:pt x="0" y="875"/>
                  <a:pt x="0" y="860"/>
                </a:cubicBezTo>
                <a:lnTo>
                  <a:pt x="0" y="112"/>
                </a:lnTo>
                <a:cubicBezTo>
                  <a:pt x="0" y="97"/>
                  <a:pt x="3" y="83"/>
                  <a:pt x="8" y="69"/>
                </a:cubicBezTo>
                <a:cubicBezTo>
                  <a:pt x="14" y="55"/>
                  <a:pt x="22" y="43"/>
                  <a:pt x="33" y="33"/>
                </a:cubicBezTo>
                <a:cubicBezTo>
                  <a:pt x="43" y="22"/>
                  <a:pt x="55" y="14"/>
                  <a:pt x="69" y="8"/>
                </a:cubicBezTo>
                <a:cubicBezTo>
                  <a:pt x="83" y="3"/>
                  <a:pt x="97" y="0"/>
                  <a:pt x="112" y="0"/>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63" name=""/>
          <p:cNvSpPr/>
          <p:nvPr/>
        </p:nvSpPr>
        <p:spPr>
          <a:xfrm>
            <a:off x="3733200" y="4336560"/>
            <a:ext cx="134640" cy="242640"/>
          </a:xfrm>
          <a:custGeom>
            <a:avLst/>
            <a:gdLst/>
            <a:ahLst/>
            <a:rect l="0" t="0" r="r" b="b"/>
            <a:pathLst>
              <a:path w="374" h="674">
                <a:moveTo>
                  <a:pt x="37" y="0"/>
                </a:moveTo>
                <a:lnTo>
                  <a:pt x="337" y="0"/>
                </a:lnTo>
                <a:cubicBezTo>
                  <a:pt x="342" y="0"/>
                  <a:pt x="347" y="1"/>
                  <a:pt x="351" y="3"/>
                </a:cubicBezTo>
                <a:cubicBezTo>
                  <a:pt x="356" y="5"/>
                  <a:pt x="360" y="7"/>
                  <a:pt x="363" y="11"/>
                </a:cubicBezTo>
                <a:cubicBezTo>
                  <a:pt x="367" y="14"/>
                  <a:pt x="369" y="18"/>
                  <a:pt x="371" y="23"/>
                </a:cubicBezTo>
                <a:cubicBezTo>
                  <a:pt x="373" y="28"/>
                  <a:pt x="374" y="32"/>
                  <a:pt x="374" y="37"/>
                </a:cubicBezTo>
                <a:lnTo>
                  <a:pt x="374" y="636"/>
                </a:lnTo>
                <a:cubicBezTo>
                  <a:pt x="374" y="641"/>
                  <a:pt x="373" y="646"/>
                  <a:pt x="371" y="651"/>
                </a:cubicBezTo>
                <a:cubicBezTo>
                  <a:pt x="369" y="655"/>
                  <a:pt x="367" y="659"/>
                  <a:pt x="363" y="663"/>
                </a:cubicBezTo>
                <a:cubicBezTo>
                  <a:pt x="360" y="666"/>
                  <a:pt x="356" y="669"/>
                  <a:pt x="351" y="671"/>
                </a:cubicBezTo>
                <a:cubicBezTo>
                  <a:pt x="347" y="673"/>
                  <a:pt x="342" y="674"/>
                  <a:pt x="337" y="674"/>
                </a:cubicBezTo>
                <a:lnTo>
                  <a:pt x="37" y="674"/>
                </a:lnTo>
                <a:cubicBezTo>
                  <a:pt x="32" y="674"/>
                  <a:pt x="27" y="673"/>
                  <a:pt x="23" y="671"/>
                </a:cubicBezTo>
                <a:cubicBezTo>
                  <a:pt x="18" y="669"/>
                  <a:pt x="14" y="666"/>
                  <a:pt x="11" y="663"/>
                </a:cubicBezTo>
                <a:cubicBezTo>
                  <a:pt x="7" y="659"/>
                  <a:pt x="4" y="655"/>
                  <a:pt x="2" y="651"/>
                </a:cubicBezTo>
                <a:cubicBezTo>
                  <a:pt x="1" y="646"/>
                  <a:pt x="0" y="641"/>
                  <a:pt x="0" y="636"/>
                </a:cubicBezTo>
                <a:lnTo>
                  <a:pt x="0" y="37"/>
                </a:lnTo>
                <a:cubicBezTo>
                  <a:pt x="0" y="32"/>
                  <a:pt x="1" y="28"/>
                  <a:pt x="2" y="23"/>
                </a:cubicBezTo>
                <a:cubicBezTo>
                  <a:pt x="4" y="18"/>
                  <a:pt x="7" y="14"/>
                  <a:pt x="11" y="11"/>
                </a:cubicBezTo>
                <a:cubicBezTo>
                  <a:pt x="14" y="7"/>
                  <a:pt x="18" y="5"/>
                  <a:pt x="23" y="3"/>
                </a:cubicBezTo>
                <a:cubicBezTo>
                  <a:pt x="27" y="1"/>
                  <a:pt x="32" y="0"/>
                  <a:pt x="37"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64" name=""/>
          <p:cNvSpPr/>
          <p:nvPr/>
        </p:nvSpPr>
        <p:spPr>
          <a:xfrm>
            <a:off x="3783600" y="4588920"/>
            <a:ext cx="33840" cy="33840"/>
          </a:xfrm>
          <a:custGeom>
            <a:avLst/>
            <a:gdLst/>
            <a:ahLst/>
            <a:rect l="0" t="0" r="r" b="b"/>
            <a:pathLst>
              <a:path w="94" h="94">
                <a:moveTo>
                  <a:pt x="94" y="47"/>
                </a:moveTo>
                <a:cubicBezTo>
                  <a:pt x="94" y="54"/>
                  <a:pt x="93" y="59"/>
                  <a:pt x="91" y="65"/>
                </a:cubicBezTo>
                <a:cubicBezTo>
                  <a:pt x="88" y="71"/>
                  <a:pt x="85" y="76"/>
                  <a:pt x="80" y="80"/>
                </a:cubicBezTo>
                <a:cubicBezTo>
                  <a:pt x="76" y="85"/>
                  <a:pt x="71" y="88"/>
                  <a:pt x="65" y="90"/>
                </a:cubicBezTo>
                <a:cubicBezTo>
                  <a:pt x="60" y="93"/>
                  <a:pt x="54" y="94"/>
                  <a:pt x="47" y="94"/>
                </a:cubicBezTo>
                <a:cubicBezTo>
                  <a:pt x="40" y="94"/>
                  <a:pt x="34" y="93"/>
                  <a:pt x="29" y="90"/>
                </a:cubicBezTo>
                <a:cubicBezTo>
                  <a:pt x="23" y="88"/>
                  <a:pt x="18" y="85"/>
                  <a:pt x="13" y="80"/>
                </a:cubicBezTo>
                <a:cubicBezTo>
                  <a:pt x="9" y="76"/>
                  <a:pt x="6" y="71"/>
                  <a:pt x="3" y="65"/>
                </a:cubicBezTo>
                <a:cubicBezTo>
                  <a:pt x="1" y="59"/>
                  <a:pt x="0" y="54"/>
                  <a:pt x="0" y="47"/>
                </a:cubicBezTo>
                <a:cubicBezTo>
                  <a:pt x="0" y="40"/>
                  <a:pt x="1" y="34"/>
                  <a:pt x="3" y="28"/>
                </a:cubicBezTo>
                <a:cubicBezTo>
                  <a:pt x="6" y="23"/>
                  <a:pt x="9" y="18"/>
                  <a:pt x="13" y="13"/>
                </a:cubicBezTo>
                <a:cubicBezTo>
                  <a:pt x="18" y="9"/>
                  <a:pt x="23" y="6"/>
                  <a:pt x="29" y="3"/>
                </a:cubicBezTo>
                <a:cubicBezTo>
                  <a:pt x="34" y="1"/>
                  <a:pt x="40" y="0"/>
                  <a:pt x="47" y="0"/>
                </a:cubicBezTo>
                <a:cubicBezTo>
                  <a:pt x="54" y="0"/>
                  <a:pt x="60" y="1"/>
                  <a:pt x="65" y="3"/>
                </a:cubicBezTo>
                <a:cubicBezTo>
                  <a:pt x="71" y="6"/>
                  <a:pt x="76" y="9"/>
                  <a:pt x="80" y="13"/>
                </a:cubicBezTo>
                <a:cubicBezTo>
                  <a:pt x="85" y="18"/>
                  <a:pt x="88" y="23"/>
                  <a:pt x="91" y="28"/>
                </a:cubicBezTo>
                <a:cubicBezTo>
                  <a:pt x="93" y="34"/>
                  <a:pt x="94" y="40"/>
                  <a:pt x="94" y="47"/>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65" name=""/>
          <p:cNvSpPr txBox="1"/>
          <p:nvPr/>
        </p:nvSpPr>
        <p:spPr>
          <a:xfrm>
            <a:off x="4704840" y="3998160"/>
            <a:ext cx="1152720" cy="128520"/>
          </a:xfrm>
          <a:prstGeom prst="rect">
            <a:avLst/>
          </a:prstGeom>
          <a:noFill/>
          <a:ln w="0">
            <a:noFill/>
          </a:ln>
        </p:spPr>
        <p:txBody>
          <a:bodyPr wrap="none" lIns="0" tIns="0" rIns="0" bIns="0" anchor="t">
            <a:spAutoFit/>
          </a:bodyPr>
          <a:p>
            <a:pPr/>
            <a:r>
              <a:rPr lang="ja-JP" sz="1010" b="0" u="none" strike="noStrike">
                <a:solidFill>
                  <a:srgbClr val="5F5E5A"/>
                </a:solidFill>
                <a:effectLst/>
                <a:uFillTx/>
                <a:latin typeface="HiraKakuProN-W3"/>
                <a:ea typeface="HiraKakuProN-W3"/>
              </a:rPr>
              <a:t>成果を公開・可視化</a:t>
            </a:r>
            <a:endParaRPr lang="en-US" sz="1010" b="0" u="none" strike="noStrike">
              <a:solidFill>
                <a:srgbClr val="000000"/>
              </a:solidFill>
              <a:effectLst/>
              <a:uFillTx/>
              <a:latin typeface="游明朝体"/>
            </a:endParaRPr>
          </a:p>
        </p:txBody>
      </p:sp>
      <p:sp>
        <p:nvSpPr>
          <p:cNvPr id="2966" name=""/>
          <p:cNvSpPr txBox="1"/>
          <p:nvPr/>
        </p:nvSpPr>
        <p:spPr>
          <a:xfrm>
            <a:off x="3128400" y="4964040"/>
            <a:ext cx="1341720" cy="168120"/>
          </a:xfrm>
          <a:prstGeom prst="rect">
            <a:avLst/>
          </a:prstGeom>
          <a:noFill/>
          <a:ln w="0">
            <a:noFill/>
          </a:ln>
        </p:spPr>
        <p:txBody>
          <a:bodyPr wrap="none" lIns="0" tIns="0" rIns="0" bIns="0" anchor="t">
            <a:spAutoFit/>
          </a:bodyPr>
          <a:p>
            <a:pPr/>
            <a:r>
              <a:rPr lang="ja-JP" sz="1320" b="1" u="none" strike="noStrike">
                <a:solidFill>
                  <a:srgbClr val="712B13"/>
                </a:solidFill>
                <a:effectLst/>
                <a:uFillTx/>
                <a:latin typeface="HiraKakuProN-W6"/>
                <a:ea typeface="HiraKakuProN-W6"/>
              </a:rPr>
              <a:t>スマホで⽇常活⽤</a:t>
            </a:r>
            <a:endParaRPr lang="en-US" sz="1320" b="0" u="none" strike="noStrike">
              <a:solidFill>
                <a:srgbClr val="000000"/>
              </a:solidFill>
              <a:effectLst/>
              <a:uFillTx/>
              <a:latin typeface="游明朝体"/>
            </a:endParaRPr>
          </a:p>
        </p:txBody>
      </p:sp>
      <p:sp>
        <p:nvSpPr>
          <p:cNvPr id="2967" name=""/>
          <p:cNvSpPr/>
          <p:nvPr/>
        </p:nvSpPr>
        <p:spPr>
          <a:xfrm>
            <a:off x="1864080" y="2802960"/>
            <a:ext cx="914760" cy="915120"/>
          </a:xfrm>
          <a:custGeom>
            <a:avLst/>
            <a:gdLst/>
            <a:ahLst/>
            <a:rect l="0" t="0" r="r" b="b"/>
            <a:pathLst>
              <a:path w="2541" h="2542">
                <a:moveTo>
                  <a:pt x="2541" y="1272"/>
                </a:moveTo>
                <a:cubicBezTo>
                  <a:pt x="2541" y="1313"/>
                  <a:pt x="2539" y="1355"/>
                  <a:pt x="2535" y="1396"/>
                </a:cubicBezTo>
                <a:cubicBezTo>
                  <a:pt x="2530" y="1438"/>
                  <a:pt x="2524" y="1479"/>
                  <a:pt x="2516" y="1519"/>
                </a:cubicBezTo>
                <a:cubicBezTo>
                  <a:pt x="2508" y="1560"/>
                  <a:pt x="2498" y="1601"/>
                  <a:pt x="2486" y="1640"/>
                </a:cubicBezTo>
                <a:cubicBezTo>
                  <a:pt x="2474" y="1680"/>
                  <a:pt x="2460" y="1719"/>
                  <a:pt x="2444" y="1758"/>
                </a:cubicBezTo>
                <a:cubicBezTo>
                  <a:pt x="2428" y="1796"/>
                  <a:pt x="2410" y="1834"/>
                  <a:pt x="2391" y="1870"/>
                </a:cubicBezTo>
                <a:cubicBezTo>
                  <a:pt x="2371" y="1907"/>
                  <a:pt x="2350" y="1943"/>
                  <a:pt x="2327" y="1977"/>
                </a:cubicBezTo>
                <a:cubicBezTo>
                  <a:pt x="2303" y="2012"/>
                  <a:pt x="2279" y="2045"/>
                  <a:pt x="2252" y="2078"/>
                </a:cubicBezTo>
                <a:cubicBezTo>
                  <a:pt x="2226" y="2110"/>
                  <a:pt x="2198" y="2141"/>
                  <a:pt x="2169" y="2170"/>
                </a:cubicBezTo>
                <a:cubicBezTo>
                  <a:pt x="2139" y="2199"/>
                  <a:pt x="2108" y="2227"/>
                  <a:pt x="2076" y="2254"/>
                </a:cubicBezTo>
                <a:cubicBezTo>
                  <a:pt x="2044" y="2280"/>
                  <a:pt x="2011" y="2305"/>
                  <a:pt x="1976" y="2328"/>
                </a:cubicBezTo>
                <a:cubicBezTo>
                  <a:pt x="1942" y="2351"/>
                  <a:pt x="1906" y="2372"/>
                  <a:pt x="1869" y="2392"/>
                </a:cubicBezTo>
                <a:cubicBezTo>
                  <a:pt x="1833" y="2412"/>
                  <a:pt x="1795" y="2429"/>
                  <a:pt x="1757" y="2445"/>
                </a:cubicBezTo>
                <a:cubicBezTo>
                  <a:pt x="1718" y="2461"/>
                  <a:pt x="1679" y="2475"/>
                  <a:pt x="1639" y="2487"/>
                </a:cubicBezTo>
                <a:cubicBezTo>
                  <a:pt x="1600" y="2499"/>
                  <a:pt x="1559" y="2510"/>
                  <a:pt x="1518" y="2518"/>
                </a:cubicBezTo>
                <a:cubicBezTo>
                  <a:pt x="1478" y="2526"/>
                  <a:pt x="1437" y="2532"/>
                  <a:pt x="1395" y="2536"/>
                </a:cubicBezTo>
                <a:cubicBezTo>
                  <a:pt x="1354" y="2540"/>
                  <a:pt x="1312" y="2542"/>
                  <a:pt x="1271" y="2542"/>
                </a:cubicBezTo>
                <a:cubicBezTo>
                  <a:pt x="1229" y="2542"/>
                  <a:pt x="1188" y="2540"/>
                  <a:pt x="1145" y="2536"/>
                </a:cubicBezTo>
                <a:cubicBezTo>
                  <a:pt x="1104" y="2532"/>
                  <a:pt x="1063" y="2526"/>
                  <a:pt x="1022" y="2518"/>
                </a:cubicBezTo>
                <a:cubicBezTo>
                  <a:pt x="981" y="2510"/>
                  <a:pt x="941" y="2499"/>
                  <a:pt x="901" y="2487"/>
                </a:cubicBezTo>
                <a:cubicBezTo>
                  <a:pt x="861" y="2475"/>
                  <a:pt x="822" y="2461"/>
                  <a:pt x="784" y="2445"/>
                </a:cubicBezTo>
                <a:cubicBezTo>
                  <a:pt x="745" y="2429"/>
                  <a:pt x="708" y="2412"/>
                  <a:pt x="671" y="2392"/>
                </a:cubicBezTo>
                <a:cubicBezTo>
                  <a:pt x="634" y="2372"/>
                  <a:pt x="599" y="2351"/>
                  <a:pt x="564" y="2328"/>
                </a:cubicBezTo>
                <a:cubicBezTo>
                  <a:pt x="530" y="2305"/>
                  <a:pt x="496" y="2280"/>
                  <a:pt x="464" y="2254"/>
                </a:cubicBezTo>
                <a:cubicBezTo>
                  <a:pt x="432" y="2227"/>
                  <a:pt x="401" y="2199"/>
                  <a:pt x="372" y="2170"/>
                </a:cubicBezTo>
                <a:cubicBezTo>
                  <a:pt x="342" y="2141"/>
                  <a:pt x="314" y="2110"/>
                  <a:pt x="288" y="2078"/>
                </a:cubicBezTo>
                <a:cubicBezTo>
                  <a:pt x="262" y="2045"/>
                  <a:pt x="237" y="2012"/>
                  <a:pt x="214" y="1977"/>
                </a:cubicBezTo>
                <a:cubicBezTo>
                  <a:pt x="191" y="1943"/>
                  <a:pt x="169" y="1907"/>
                  <a:pt x="150" y="1870"/>
                </a:cubicBezTo>
                <a:cubicBezTo>
                  <a:pt x="130" y="1834"/>
                  <a:pt x="112" y="1796"/>
                  <a:pt x="96" y="1758"/>
                </a:cubicBezTo>
                <a:cubicBezTo>
                  <a:pt x="80" y="1719"/>
                  <a:pt x="66" y="1680"/>
                  <a:pt x="54" y="1640"/>
                </a:cubicBezTo>
                <a:cubicBezTo>
                  <a:pt x="42" y="1601"/>
                  <a:pt x="32" y="1560"/>
                  <a:pt x="24" y="1519"/>
                </a:cubicBezTo>
                <a:cubicBezTo>
                  <a:pt x="16" y="1479"/>
                  <a:pt x="10" y="1438"/>
                  <a:pt x="6" y="1396"/>
                </a:cubicBezTo>
                <a:cubicBezTo>
                  <a:pt x="2" y="1355"/>
                  <a:pt x="0" y="1313"/>
                  <a:pt x="0" y="1272"/>
                </a:cubicBezTo>
                <a:cubicBezTo>
                  <a:pt x="0" y="1230"/>
                  <a:pt x="2" y="1188"/>
                  <a:pt x="6" y="1147"/>
                </a:cubicBezTo>
                <a:cubicBezTo>
                  <a:pt x="10" y="1106"/>
                  <a:pt x="16" y="1064"/>
                  <a:pt x="24" y="1023"/>
                </a:cubicBezTo>
                <a:cubicBezTo>
                  <a:pt x="32" y="982"/>
                  <a:pt x="42" y="942"/>
                  <a:pt x="54" y="902"/>
                </a:cubicBezTo>
                <a:cubicBezTo>
                  <a:pt x="66" y="862"/>
                  <a:pt x="80" y="823"/>
                  <a:pt x="96" y="784"/>
                </a:cubicBezTo>
                <a:cubicBezTo>
                  <a:pt x="112" y="746"/>
                  <a:pt x="130" y="708"/>
                  <a:pt x="150" y="672"/>
                </a:cubicBezTo>
                <a:cubicBezTo>
                  <a:pt x="169" y="635"/>
                  <a:pt x="191" y="599"/>
                  <a:pt x="214" y="565"/>
                </a:cubicBezTo>
                <a:cubicBezTo>
                  <a:pt x="237" y="530"/>
                  <a:pt x="262" y="497"/>
                  <a:pt x="288" y="465"/>
                </a:cubicBezTo>
                <a:cubicBezTo>
                  <a:pt x="314" y="432"/>
                  <a:pt x="342" y="402"/>
                  <a:pt x="372" y="372"/>
                </a:cubicBezTo>
                <a:cubicBezTo>
                  <a:pt x="401" y="343"/>
                  <a:pt x="432" y="315"/>
                  <a:pt x="464" y="288"/>
                </a:cubicBezTo>
                <a:cubicBezTo>
                  <a:pt x="496" y="262"/>
                  <a:pt x="530" y="237"/>
                  <a:pt x="564" y="214"/>
                </a:cubicBezTo>
                <a:cubicBezTo>
                  <a:pt x="599" y="191"/>
                  <a:pt x="634" y="170"/>
                  <a:pt x="671" y="150"/>
                </a:cubicBezTo>
                <a:cubicBezTo>
                  <a:pt x="708" y="131"/>
                  <a:pt x="745" y="113"/>
                  <a:pt x="784" y="97"/>
                </a:cubicBezTo>
                <a:cubicBezTo>
                  <a:pt x="822" y="81"/>
                  <a:pt x="861" y="67"/>
                  <a:pt x="901" y="55"/>
                </a:cubicBezTo>
                <a:cubicBezTo>
                  <a:pt x="941" y="43"/>
                  <a:pt x="981" y="33"/>
                  <a:pt x="1022" y="25"/>
                </a:cubicBezTo>
                <a:cubicBezTo>
                  <a:pt x="1063" y="16"/>
                  <a:pt x="1104" y="10"/>
                  <a:pt x="1145" y="6"/>
                </a:cubicBezTo>
                <a:cubicBezTo>
                  <a:pt x="1188" y="2"/>
                  <a:pt x="1229" y="0"/>
                  <a:pt x="1271" y="0"/>
                </a:cubicBezTo>
                <a:cubicBezTo>
                  <a:pt x="1312" y="0"/>
                  <a:pt x="1354" y="2"/>
                  <a:pt x="1395" y="6"/>
                </a:cubicBezTo>
                <a:cubicBezTo>
                  <a:pt x="1437" y="10"/>
                  <a:pt x="1478" y="16"/>
                  <a:pt x="1518" y="25"/>
                </a:cubicBezTo>
                <a:cubicBezTo>
                  <a:pt x="1559" y="33"/>
                  <a:pt x="1600" y="43"/>
                  <a:pt x="1639" y="55"/>
                </a:cubicBezTo>
                <a:cubicBezTo>
                  <a:pt x="1679" y="67"/>
                  <a:pt x="1718" y="81"/>
                  <a:pt x="1757" y="97"/>
                </a:cubicBezTo>
                <a:cubicBezTo>
                  <a:pt x="1795" y="113"/>
                  <a:pt x="1833" y="131"/>
                  <a:pt x="1869" y="150"/>
                </a:cubicBezTo>
                <a:cubicBezTo>
                  <a:pt x="1906" y="170"/>
                  <a:pt x="1942" y="191"/>
                  <a:pt x="1976" y="214"/>
                </a:cubicBezTo>
                <a:cubicBezTo>
                  <a:pt x="2011" y="237"/>
                  <a:pt x="2044" y="262"/>
                  <a:pt x="2076" y="288"/>
                </a:cubicBezTo>
                <a:cubicBezTo>
                  <a:pt x="2108" y="315"/>
                  <a:pt x="2139" y="343"/>
                  <a:pt x="2169" y="372"/>
                </a:cubicBezTo>
                <a:cubicBezTo>
                  <a:pt x="2198" y="402"/>
                  <a:pt x="2226" y="432"/>
                  <a:pt x="2252" y="465"/>
                </a:cubicBezTo>
                <a:cubicBezTo>
                  <a:pt x="2279" y="497"/>
                  <a:pt x="2303" y="530"/>
                  <a:pt x="2327" y="565"/>
                </a:cubicBezTo>
                <a:cubicBezTo>
                  <a:pt x="2350" y="599"/>
                  <a:pt x="2371" y="635"/>
                  <a:pt x="2391" y="672"/>
                </a:cubicBezTo>
                <a:cubicBezTo>
                  <a:pt x="2410" y="708"/>
                  <a:pt x="2428" y="746"/>
                  <a:pt x="2444" y="784"/>
                </a:cubicBezTo>
                <a:cubicBezTo>
                  <a:pt x="2460" y="823"/>
                  <a:pt x="2474" y="862"/>
                  <a:pt x="2486" y="902"/>
                </a:cubicBezTo>
                <a:cubicBezTo>
                  <a:pt x="2498" y="942"/>
                  <a:pt x="2508" y="982"/>
                  <a:pt x="2516" y="1023"/>
                </a:cubicBezTo>
                <a:cubicBezTo>
                  <a:pt x="2524" y="1064"/>
                  <a:pt x="2530" y="1106"/>
                  <a:pt x="2535" y="1147"/>
                </a:cubicBezTo>
                <a:cubicBezTo>
                  <a:pt x="2539" y="1188"/>
                  <a:pt x="2541" y="1230"/>
                  <a:pt x="2541" y="1272"/>
                </a:cubicBezTo>
                <a:close/>
              </a:path>
            </a:pathLst>
          </a:custGeom>
          <a:solidFill>
            <a:srgbClr val="EEEDFE"/>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68" name=""/>
          <p:cNvSpPr/>
          <p:nvPr/>
        </p:nvSpPr>
        <p:spPr>
          <a:xfrm>
            <a:off x="1864080" y="2802960"/>
            <a:ext cx="914760" cy="915120"/>
          </a:xfrm>
          <a:custGeom>
            <a:avLst/>
            <a:gdLst/>
            <a:ahLst/>
            <a:rect l="0" t="0" r="r" b="b"/>
            <a:pathLst>
              <a:path w="2541" h="2542">
                <a:moveTo>
                  <a:pt x="2541" y="1272"/>
                </a:moveTo>
                <a:cubicBezTo>
                  <a:pt x="2541" y="1313"/>
                  <a:pt x="2539" y="1355"/>
                  <a:pt x="2535" y="1396"/>
                </a:cubicBezTo>
                <a:cubicBezTo>
                  <a:pt x="2530" y="1438"/>
                  <a:pt x="2524" y="1479"/>
                  <a:pt x="2516" y="1519"/>
                </a:cubicBezTo>
                <a:cubicBezTo>
                  <a:pt x="2508" y="1560"/>
                  <a:pt x="2498" y="1601"/>
                  <a:pt x="2486" y="1640"/>
                </a:cubicBezTo>
                <a:cubicBezTo>
                  <a:pt x="2474" y="1680"/>
                  <a:pt x="2460" y="1719"/>
                  <a:pt x="2444" y="1758"/>
                </a:cubicBezTo>
                <a:cubicBezTo>
                  <a:pt x="2428" y="1796"/>
                  <a:pt x="2410" y="1834"/>
                  <a:pt x="2391" y="1870"/>
                </a:cubicBezTo>
                <a:cubicBezTo>
                  <a:pt x="2371" y="1907"/>
                  <a:pt x="2350" y="1943"/>
                  <a:pt x="2327" y="1977"/>
                </a:cubicBezTo>
                <a:cubicBezTo>
                  <a:pt x="2303" y="2012"/>
                  <a:pt x="2279" y="2045"/>
                  <a:pt x="2252" y="2078"/>
                </a:cubicBezTo>
                <a:cubicBezTo>
                  <a:pt x="2226" y="2110"/>
                  <a:pt x="2198" y="2141"/>
                  <a:pt x="2169" y="2170"/>
                </a:cubicBezTo>
                <a:cubicBezTo>
                  <a:pt x="2139" y="2199"/>
                  <a:pt x="2108" y="2227"/>
                  <a:pt x="2076" y="2254"/>
                </a:cubicBezTo>
                <a:cubicBezTo>
                  <a:pt x="2044" y="2280"/>
                  <a:pt x="2011" y="2305"/>
                  <a:pt x="1976" y="2328"/>
                </a:cubicBezTo>
                <a:cubicBezTo>
                  <a:pt x="1942" y="2351"/>
                  <a:pt x="1906" y="2372"/>
                  <a:pt x="1869" y="2392"/>
                </a:cubicBezTo>
                <a:cubicBezTo>
                  <a:pt x="1833" y="2412"/>
                  <a:pt x="1795" y="2429"/>
                  <a:pt x="1757" y="2445"/>
                </a:cubicBezTo>
                <a:cubicBezTo>
                  <a:pt x="1718" y="2461"/>
                  <a:pt x="1679" y="2475"/>
                  <a:pt x="1639" y="2487"/>
                </a:cubicBezTo>
                <a:cubicBezTo>
                  <a:pt x="1600" y="2499"/>
                  <a:pt x="1559" y="2510"/>
                  <a:pt x="1518" y="2518"/>
                </a:cubicBezTo>
                <a:cubicBezTo>
                  <a:pt x="1478" y="2526"/>
                  <a:pt x="1437" y="2532"/>
                  <a:pt x="1395" y="2536"/>
                </a:cubicBezTo>
                <a:cubicBezTo>
                  <a:pt x="1354" y="2540"/>
                  <a:pt x="1312" y="2542"/>
                  <a:pt x="1271" y="2542"/>
                </a:cubicBezTo>
                <a:cubicBezTo>
                  <a:pt x="1229" y="2542"/>
                  <a:pt x="1188" y="2540"/>
                  <a:pt x="1145" y="2536"/>
                </a:cubicBezTo>
                <a:cubicBezTo>
                  <a:pt x="1104" y="2532"/>
                  <a:pt x="1063" y="2526"/>
                  <a:pt x="1022" y="2518"/>
                </a:cubicBezTo>
                <a:cubicBezTo>
                  <a:pt x="981" y="2510"/>
                  <a:pt x="941" y="2499"/>
                  <a:pt x="901" y="2487"/>
                </a:cubicBezTo>
                <a:cubicBezTo>
                  <a:pt x="861" y="2475"/>
                  <a:pt x="822" y="2461"/>
                  <a:pt x="784" y="2445"/>
                </a:cubicBezTo>
                <a:cubicBezTo>
                  <a:pt x="745" y="2429"/>
                  <a:pt x="708" y="2412"/>
                  <a:pt x="671" y="2392"/>
                </a:cubicBezTo>
                <a:cubicBezTo>
                  <a:pt x="634" y="2372"/>
                  <a:pt x="599" y="2351"/>
                  <a:pt x="564" y="2328"/>
                </a:cubicBezTo>
                <a:cubicBezTo>
                  <a:pt x="530" y="2305"/>
                  <a:pt x="496" y="2280"/>
                  <a:pt x="464" y="2254"/>
                </a:cubicBezTo>
                <a:cubicBezTo>
                  <a:pt x="432" y="2227"/>
                  <a:pt x="401" y="2199"/>
                  <a:pt x="372" y="2170"/>
                </a:cubicBezTo>
                <a:cubicBezTo>
                  <a:pt x="342" y="2141"/>
                  <a:pt x="314" y="2110"/>
                  <a:pt x="288" y="2078"/>
                </a:cubicBezTo>
                <a:cubicBezTo>
                  <a:pt x="262" y="2045"/>
                  <a:pt x="237" y="2012"/>
                  <a:pt x="214" y="1977"/>
                </a:cubicBezTo>
                <a:cubicBezTo>
                  <a:pt x="191" y="1943"/>
                  <a:pt x="169" y="1907"/>
                  <a:pt x="150" y="1870"/>
                </a:cubicBezTo>
                <a:cubicBezTo>
                  <a:pt x="130" y="1834"/>
                  <a:pt x="112" y="1796"/>
                  <a:pt x="96" y="1758"/>
                </a:cubicBezTo>
                <a:cubicBezTo>
                  <a:pt x="80" y="1719"/>
                  <a:pt x="66" y="1680"/>
                  <a:pt x="54" y="1640"/>
                </a:cubicBezTo>
                <a:cubicBezTo>
                  <a:pt x="42" y="1601"/>
                  <a:pt x="32" y="1560"/>
                  <a:pt x="24" y="1519"/>
                </a:cubicBezTo>
                <a:cubicBezTo>
                  <a:pt x="16" y="1479"/>
                  <a:pt x="10" y="1438"/>
                  <a:pt x="6" y="1396"/>
                </a:cubicBezTo>
                <a:cubicBezTo>
                  <a:pt x="2" y="1355"/>
                  <a:pt x="0" y="1313"/>
                  <a:pt x="0" y="1272"/>
                </a:cubicBezTo>
                <a:cubicBezTo>
                  <a:pt x="0" y="1230"/>
                  <a:pt x="2" y="1188"/>
                  <a:pt x="6" y="1147"/>
                </a:cubicBezTo>
                <a:cubicBezTo>
                  <a:pt x="10" y="1106"/>
                  <a:pt x="16" y="1064"/>
                  <a:pt x="24" y="1023"/>
                </a:cubicBezTo>
                <a:cubicBezTo>
                  <a:pt x="32" y="982"/>
                  <a:pt x="42" y="942"/>
                  <a:pt x="54" y="902"/>
                </a:cubicBezTo>
                <a:cubicBezTo>
                  <a:pt x="66" y="862"/>
                  <a:pt x="80" y="823"/>
                  <a:pt x="96" y="784"/>
                </a:cubicBezTo>
                <a:cubicBezTo>
                  <a:pt x="112" y="746"/>
                  <a:pt x="130" y="708"/>
                  <a:pt x="150" y="672"/>
                </a:cubicBezTo>
                <a:cubicBezTo>
                  <a:pt x="169" y="635"/>
                  <a:pt x="191" y="599"/>
                  <a:pt x="214" y="565"/>
                </a:cubicBezTo>
                <a:cubicBezTo>
                  <a:pt x="237" y="530"/>
                  <a:pt x="262" y="497"/>
                  <a:pt x="288" y="465"/>
                </a:cubicBezTo>
                <a:cubicBezTo>
                  <a:pt x="314" y="432"/>
                  <a:pt x="342" y="402"/>
                  <a:pt x="372" y="372"/>
                </a:cubicBezTo>
                <a:cubicBezTo>
                  <a:pt x="401" y="343"/>
                  <a:pt x="432" y="315"/>
                  <a:pt x="464" y="288"/>
                </a:cubicBezTo>
                <a:cubicBezTo>
                  <a:pt x="496" y="262"/>
                  <a:pt x="530" y="237"/>
                  <a:pt x="564" y="214"/>
                </a:cubicBezTo>
                <a:cubicBezTo>
                  <a:pt x="599" y="191"/>
                  <a:pt x="634" y="170"/>
                  <a:pt x="671" y="150"/>
                </a:cubicBezTo>
                <a:cubicBezTo>
                  <a:pt x="708" y="131"/>
                  <a:pt x="745" y="113"/>
                  <a:pt x="784" y="97"/>
                </a:cubicBezTo>
                <a:cubicBezTo>
                  <a:pt x="822" y="81"/>
                  <a:pt x="861" y="67"/>
                  <a:pt x="901" y="55"/>
                </a:cubicBezTo>
                <a:cubicBezTo>
                  <a:pt x="941" y="43"/>
                  <a:pt x="981" y="33"/>
                  <a:pt x="1022" y="25"/>
                </a:cubicBezTo>
                <a:cubicBezTo>
                  <a:pt x="1063" y="16"/>
                  <a:pt x="1104" y="10"/>
                  <a:pt x="1145" y="6"/>
                </a:cubicBezTo>
                <a:cubicBezTo>
                  <a:pt x="1188" y="2"/>
                  <a:pt x="1229" y="0"/>
                  <a:pt x="1271" y="0"/>
                </a:cubicBezTo>
                <a:cubicBezTo>
                  <a:pt x="1312" y="0"/>
                  <a:pt x="1354" y="2"/>
                  <a:pt x="1395" y="6"/>
                </a:cubicBezTo>
                <a:cubicBezTo>
                  <a:pt x="1437" y="10"/>
                  <a:pt x="1478" y="16"/>
                  <a:pt x="1518" y="25"/>
                </a:cubicBezTo>
                <a:cubicBezTo>
                  <a:pt x="1559" y="33"/>
                  <a:pt x="1600" y="43"/>
                  <a:pt x="1639" y="55"/>
                </a:cubicBezTo>
                <a:cubicBezTo>
                  <a:pt x="1679" y="67"/>
                  <a:pt x="1718" y="81"/>
                  <a:pt x="1757" y="97"/>
                </a:cubicBezTo>
                <a:cubicBezTo>
                  <a:pt x="1795" y="113"/>
                  <a:pt x="1833" y="131"/>
                  <a:pt x="1869" y="150"/>
                </a:cubicBezTo>
                <a:cubicBezTo>
                  <a:pt x="1906" y="170"/>
                  <a:pt x="1942" y="191"/>
                  <a:pt x="1976" y="214"/>
                </a:cubicBezTo>
                <a:cubicBezTo>
                  <a:pt x="2011" y="237"/>
                  <a:pt x="2044" y="262"/>
                  <a:pt x="2076" y="288"/>
                </a:cubicBezTo>
                <a:cubicBezTo>
                  <a:pt x="2108" y="315"/>
                  <a:pt x="2139" y="343"/>
                  <a:pt x="2169" y="372"/>
                </a:cubicBezTo>
                <a:cubicBezTo>
                  <a:pt x="2198" y="402"/>
                  <a:pt x="2226" y="432"/>
                  <a:pt x="2252" y="465"/>
                </a:cubicBezTo>
                <a:cubicBezTo>
                  <a:pt x="2279" y="497"/>
                  <a:pt x="2303" y="530"/>
                  <a:pt x="2327" y="565"/>
                </a:cubicBezTo>
                <a:cubicBezTo>
                  <a:pt x="2350" y="599"/>
                  <a:pt x="2371" y="635"/>
                  <a:pt x="2391" y="672"/>
                </a:cubicBezTo>
                <a:cubicBezTo>
                  <a:pt x="2410" y="708"/>
                  <a:pt x="2428" y="746"/>
                  <a:pt x="2444" y="784"/>
                </a:cubicBezTo>
                <a:cubicBezTo>
                  <a:pt x="2460" y="823"/>
                  <a:pt x="2474" y="862"/>
                  <a:pt x="2486" y="902"/>
                </a:cubicBezTo>
                <a:cubicBezTo>
                  <a:pt x="2498" y="942"/>
                  <a:pt x="2508" y="982"/>
                  <a:pt x="2516" y="1023"/>
                </a:cubicBezTo>
                <a:cubicBezTo>
                  <a:pt x="2524" y="1064"/>
                  <a:pt x="2530" y="1106"/>
                  <a:pt x="2535" y="1147"/>
                </a:cubicBezTo>
                <a:cubicBezTo>
                  <a:pt x="2539" y="1188"/>
                  <a:pt x="2541" y="1230"/>
                  <a:pt x="2541" y="1272"/>
                </a:cubicBezTo>
                <a:close/>
              </a:path>
            </a:pathLst>
          </a:custGeom>
          <a:noFill/>
          <a:ln w="3240">
            <a:solidFill>
              <a:srgbClr val="534AB7"/>
            </a:solidFill>
            <a:miter/>
          </a:ln>
        </p:spPr>
        <p:txBody>
          <a:bodyPr lIns="1440" tIns="1440" rIns="1440" bIns="1440" anchor="t">
            <a:noAutofit/>
          </a:bodyPr>
          <a:p>
            <a:endParaRPr lang="en-US" sz="2400" b="0" u="none" strike="noStrike">
              <a:solidFill>
                <a:srgbClr val="000000"/>
              </a:solidFill>
              <a:effectLst/>
              <a:uFillTx/>
              <a:latin typeface="游明朝体"/>
            </a:endParaRPr>
          </a:p>
        </p:txBody>
      </p:sp>
      <p:sp>
        <p:nvSpPr>
          <p:cNvPr id="2969" name=""/>
          <p:cNvSpPr/>
          <p:nvPr/>
        </p:nvSpPr>
        <p:spPr>
          <a:xfrm>
            <a:off x="2186640" y="3152880"/>
            <a:ext cx="269280" cy="215640"/>
          </a:xfrm>
          <a:custGeom>
            <a:avLst/>
            <a:gdLst/>
            <a:ahLst/>
            <a:rect l="0" t="0" r="r" b="b"/>
            <a:pathLst>
              <a:path w="748" h="599">
                <a:moveTo>
                  <a:pt x="150" y="0"/>
                </a:moveTo>
                <a:lnTo>
                  <a:pt x="599" y="0"/>
                </a:lnTo>
                <a:cubicBezTo>
                  <a:pt x="609" y="0"/>
                  <a:pt x="618" y="1"/>
                  <a:pt x="628" y="3"/>
                </a:cubicBezTo>
                <a:cubicBezTo>
                  <a:pt x="638" y="4"/>
                  <a:pt x="647" y="7"/>
                  <a:pt x="656" y="11"/>
                </a:cubicBezTo>
                <a:cubicBezTo>
                  <a:pt x="665" y="15"/>
                  <a:pt x="674" y="19"/>
                  <a:pt x="682" y="25"/>
                </a:cubicBezTo>
                <a:cubicBezTo>
                  <a:pt x="690" y="30"/>
                  <a:pt x="697" y="36"/>
                  <a:pt x="704" y="43"/>
                </a:cubicBezTo>
                <a:cubicBezTo>
                  <a:pt x="711" y="50"/>
                  <a:pt x="718" y="58"/>
                  <a:pt x="723" y="66"/>
                </a:cubicBezTo>
                <a:cubicBezTo>
                  <a:pt x="728" y="74"/>
                  <a:pt x="733" y="83"/>
                  <a:pt x="737" y="92"/>
                </a:cubicBezTo>
                <a:cubicBezTo>
                  <a:pt x="741" y="101"/>
                  <a:pt x="743" y="110"/>
                  <a:pt x="745" y="120"/>
                </a:cubicBezTo>
                <a:cubicBezTo>
                  <a:pt x="747" y="130"/>
                  <a:pt x="748" y="139"/>
                  <a:pt x="748" y="149"/>
                </a:cubicBezTo>
                <a:lnTo>
                  <a:pt x="748" y="448"/>
                </a:lnTo>
                <a:cubicBezTo>
                  <a:pt x="748" y="458"/>
                  <a:pt x="747" y="468"/>
                  <a:pt x="745" y="477"/>
                </a:cubicBezTo>
                <a:cubicBezTo>
                  <a:pt x="743" y="487"/>
                  <a:pt x="741" y="497"/>
                  <a:pt x="737" y="506"/>
                </a:cubicBezTo>
                <a:cubicBezTo>
                  <a:pt x="733" y="515"/>
                  <a:pt x="728" y="524"/>
                  <a:pt x="723" y="532"/>
                </a:cubicBezTo>
                <a:cubicBezTo>
                  <a:pt x="718" y="540"/>
                  <a:pt x="711" y="548"/>
                  <a:pt x="704" y="555"/>
                </a:cubicBezTo>
                <a:cubicBezTo>
                  <a:pt x="697" y="562"/>
                  <a:pt x="690" y="568"/>
                  <a:pt x="682" y="573"/>
                </a:cubicBezTo>
                <a:cubicBezTo>
                  <a:pt x="674" y="579"/>
                  <a:pt x="665" y="583"/>
                  <a:pt x="656" y="587"/>
                </a:cubicBezTo>
                <a:cubicBezTo>
                  <a:pt x="647" y="591"/>
                  <a:pt x="638" y="594"/>
                  <a:pt x="628" y="596"/>
                </a:cubicBezTo>
                <a:cubicBezTo>
                  <a:pt x="618" y="598"/>
                  <a:pt x="609" y="599"/>
                  <a:pt x="599" y="599"/>
                </a:cubicBezTo>
                <a:lnTo>
                  <a:pt x="150" y="599"/>
                </a:lnTo>
                <a:cubicBezTo>
                  <a:pt x="140" y="599"/>
                  <a:pt x="130" y="598"/>
                  <a:pt x="120" y="596"/>
                </a:cubicBezTo>
                <a:cubicBezTo>
                  <a:pt x="111" y="594"/>
                  <a:pt x="101" y="591"/>
                  <a:pt x="92" y="587"/>
                </a:cubicBezTo>
                <a:cubicBezTo>
                  <a:pt x="83" y="583"/>
                  <a:pt x="75" y="579"/>
                  <a:pt x="67" y="573"/>
                </a:cubicBezTo>
                <a:cubicBezTo>
                  <a:pt x="58" y="568"/>
                  <a:pt x="51" y="562"/>
                  <a:pt x="44" y="555"/>
                </a:cubicBezTo>
                <a:cubicBezTo>
                  <a:pt x="37" y="548"/>
                  <a:pt x="31" y="540"/>
                  <a:pt x="25" y="532"/>
                </a:cubicBezTo>
                <a:cubicBezTo>
                  <a:pt x="20" y="524"/>
                  <a:pt x="15" y="515"/>
                  <a:pt x="12" y="506"/>
                </a:cubicBezTo>
                <a:cubicBezTo>
                  <a:pt x="8" y="497"/>
                  <a:pt x="5" y="487"/>
                  <a:pt x="3" y="477"/>
                </a:cubicBezTo>
                <a:cubicBezTo>
                  <a:pt x="1" y="468"/>
                  <a:pt x="0" y="458"/>
                  <a:pt x="0" y="448"/>
                </a:cubicBezTo>
                <a:lnTo>
                  <a:pt x="0" y="149"/>
                </a:lnTo>
                <a:cubicBezTo>
                  <a:pt x="0" y="139"/>
                  <a:pt x="1" y="130"/>
                  <a:pt x="3" y="120"/>
                </a:cubicBezTo>
                <a:cubicBezTo>
                  <a:pt x="5" y="110"/>
                  <a:pt x="8" y="101"/>
                  <a:pt x="12" y="92"/>
                </a:cubicBezTo>
                <a:cubicBezTo>
                  <a:pt x="15" y="83"/>
                  <a:pt x="20" y="74"/>
                  <a:pt x="25" y="66"/>
                </a:cubicBezTo>
                <a:cubicBezTo>
                  <a:pt x="31" y="58"/>
                  <a:pt x="37" y="50"/>
                  <a:pt x="44" y="43"/>
                </a:cubicBezTo>
                <a:cubicBezTo>
                  <a:pt x="51" y="36"/>
                  <a:pt x="58" y="30"/>
                  <a:pt x="67" y="25"/>
                </a:cubicBezTo>
                <a:cubicBezTo>
                  <a:pt x="75" y="19"/>
                  <a:pt x="83" y="15"/>
                  <a:pt x="92" y="11"/>
                </a:cubicBezTo>
                <a:cubicBezTo>
                  <a:pt x="101" y="7"/>
                  <a:pt x="111" y="4"/>
                  <a:pt x="120" y="3"/>
                </a:cubicBezTo>
                <a:cubicBezTo>
                  <a:pt x="130" y="1"/>
                  <a:pt x="140" y="0"/>
                  <a:pt x="150" y="0"/>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0" name=""/>
          <p:cNvSpPr/>
          <p:nvPr/>
        </p:nvSpPr>
        <p:spPr>
          <a:xfrm>
            <a:off x="2240640" y="3233520"/>
            <a:ext cx="54000" cy="54000"/>
          </a:xfrm>
          <a:custGeom>
            <a:avLst/>
            <a:gdLst/>
            <a:ahLst/>
            <a:rect l="0" t="0" r="r" b="b"/>
            <a:pathLst>
              <a:path w="150" h="150">
                <a:moveTo>
                  <a:pt x="150" y="76"/>
                </a:moveTo>
                <a:cubicBezTo>
                  <a:pt x="150" y="86"/>
                  <a:pt x="148" y="95"/>
                  <a:pt x="144" y="104"/>
                </a:cubicBezTo>
                <a:cubicBezTo>
                  <a:pt x="140" y="113"/>
                  <a:pt x="135" y="121"/>
                  <a:pt x="128" y="128"/>
                </a:cubicBezTo>
                <a:cubicBezTo>
                  <a:pt x="121" y="135"/>
                  <a:pt x="113" y="141"/>
                  <a:pt x="103" y="145"/>
                </a:cubicBezTo>
                <a:cubicBezTo>
                  <a:pt x="94" y="148"/>
                  <a:pt x="84" y="150"/>
                  <a:pt x="74" y="150"/>
                </a:cubicBezTo>
                <a:cubicBezTo>
                  <a:pt x="64" y="150"/>
                  <a:pt x="55" y="148"/>
                  <a:pt x="46" y="145"/>
                </a:cubicBezTo>
                <a:cubicBezTo>
                  <a:pt x="37" y="141"/>
                  <a:pt x="28" y="135"/>
                  <a:pt x="21" y="128"/>
                </a:cubicBezTo>
                <a:cubicBezTo>
                  <a:pt x="14" y="121"/>
                  <a:pt x="9" y="113"/>
                  <a:pt x="5" y="104"/>
                </a:cubicBezTo>
                <a:cubicBezTo>
                  <a:pt x="1" y="95"/>
                  <a:pt x="0" y="86"/>
                  <a:pt x="0" y="76"/>
                </a:cubicBezTo>
                <a:cubicBezTo>
                  <a:pt x="0" y="66"/>
                  <a:pt x="1" y="56"/>
                  <a:pt x="5" y="47"/>
                </a:cubicBezTo>
                <a:cubicBezTo>
                  <a:pt x="9" y="38"/>
                  <a:pt x="14" y="29"/>
                  <a:pt x="21" y="22"/>
                </a:cubicBezTo>
                <a:cubicBezTo>
                  <a:pt x="28" y="15"/>
                  <a:pt x="37" y="9"/>
                  <a:pt x="46" y="6"/>
                </a:cubicBezTo>
                <a:cubicBezTo>
                  <a:pt x="55" y="2"/>
                  <a:pt x="64" y="0"/>
                  <a:pt x="74" y="0"/>
                </a:cubicBezTo>
                <a:cubicBezTo>
                  <a:pt x="84" y="0"/>
                  <a:pt x="94" y="2"/>
                  <a:pt x="103" y="6"/>
                </a:cubicBezTo>
                <a:cubicBezTo>
                  <a:pt x="113" y="9"/>
                  <a:pt x="121" y="15"/>
                  <a:pt x="128" y="22"/>
                </a:cubicBezTo>
                <a:cubicBezTo>
                  <a:pt x="135" y="29"/>
                  <a:pt x="140" y="38"/>
                  <a:pt x="144" y="47"/>
                </a:cubicBezTo>
                <a:cubicBezTo>
                  <a:pt x="148" y="56"/>
                  <a:pt x="150" y="66"/>
                  <a:pt x="150" y="76"/>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71" name=""/>
          <p:cNvSpPr/>
          <p:nvPr/>
        </p:nvSpPr>
        <p:spPr>
          <a:xfrm>
            <a:off x="2347920" y="3233520"/>
            <a:ext cx="54360" cy="54000"/>
          </a:xfrm>
          <a:custGeom>
            <a:avLst/>
            <a:gdLst/>
            <a:ahLst/>
            <a:rect l="0" t="0" r="r" b="b"/>
            <a:pathLst>
              <a:path w="151" h="150">
                <a:moveTo>
                  <a:pt x="151" y="76"/>
                </a:moveTo>
                <a:cubicBezTo>
                  <a:pt x="151" y="86"/>
                  <a:pt x="149" y="95"/>
                  <a:pt x="145" y="104"/>
                </a:cubicBezTo>
                <a:cubicBezTo>
                  <a:pt x="141" y="113"/>
                  <a:pt x="136" y="121"/>
                  <a:pt x="129" y="128"/>
                </a:cubicBezTo>
                <a:cubicBezTo>
                  <a:pt x="122" y="135"/>
                  <a:pt x="114" y="141"/>
                  <a:pt x="104" y="145"/>
                </a:cubicBezTo>
                <a:cubicBezTo>
                  <a:pt x="94" y="148"/>
                  <a:pt x="85" y="150"/>
                  <a:pt x="75" y="150"/>
                </a:cubicBezTo>
                <a:cubicBezTo>
                  <a:pt x="65" y="150"/>
                  <a:pt x="56" y="148"/>
                  <a:pt x="46" y="145"/>
                </a:cubicBezTo>
                <a:cubicBezTo>
                  <a:pt x="37" y="141"/>
                  <a:pt x="29" y="135"/>
                  <a:pt x="22" y="128"/>
                </a:cubicBezTo>
                <a:cubicBezTo>
                  <a:pt x="15" y="121"/>
                  <a:pt x="10" y="113"/>
                  <a:pt x="6" y="104"/>
                </a:cubicBezTo>
                <a:cubicBezTo>
                  <a:pt x="2" y="95"/>
                  <a:pt x="0" y="86"/>
                  <a:pt x="0" y="76"/>
                </a:cubicBezTo>
                <a:cubicBezTo>
                  <a:pt x="0" y="66"/>
                  <a:pt x="2" y="56"/>
                  <a:pt x="6" y="47"/>
                </a:cubicBezTo>
                <a:cubicBezTo>
                  <a:pt x="10" y="38"/>
                  <a:pt x="15" y="29"/>
                  <a:pt x="22" y="22"/>
                </a:cubicBezTo>
                <a:cubicBezTo>
                  <a:pt x="29" y="15"/>
                  <a:pt x="37" y="9"/>
                  <a:pt x="46" y="6"/>
                </a:cubicBezTo>
                <a:cubicBezTo>
                  <a:pt x="56" y="2"/>
                  <a:pt x="65" y="0"/>
                  <a:pt x="75" y="0"/>
                </a:cubicBezTo>
                <a:cubicBezTo>
                  <a:pt x="85" y="0"/>
                  <a:pt x="94" y="2"/>
                  <a:pt x="104" y="6"/>
                </a:cubicBezTo>
                <a:cubicBezTo>
                  <a:pt x="114" y="9"/>
                  <a:pt x="122" y="15"/>
                  <a:pt x="129" y="22"/>
                </a:cubicBezTo>
                <a:cubicBezTo>
                  <a:pt x="136" y="29"/>
                  <a:pt x="141" y="38"/>
                  <a:pt x="145" y="47"/>
                </a:cubicBezTo>
                <a:cubicBezTo>
                  <a:pt x="149" y="56"/>
                  <a:pt x="151" y="66"/>
                  <a:pt x="151" y="76"/>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游明朝体"/>
            </a:endParaRPr>
          </a:p>
        </p:txBody>
      </p:sp>
      <p:sp>
        <p:nvSpPr>
          <p:cNvPr id="2972" name=""/>
          <p:cNvSpPr/>
          <p:nvPr/>
        </p:nvSpPr>
        <p:spPr>
          <a:xfrm flipV="1">
            <a:off x="2321280" y="3085560"/>
            <a:ext cx="0" cy="67320"/>
          </a:xfrm>
          <a:prstGeom prst="line">
            <a:avLst/>
          </a:prstGeom>
          <a:ln w="20160">
            <a:solidFill>
              <a:srgbClr val="3D3D3A"/>
            </a:solidFill>
            <a:miter/>
          </a:ln>
        </p:spPr>
        <p:style>
          <a:lnRef idx="0"/>
          <a:fillRef idx="0"/>
          <a:effectRef idx="0"/>
          <a:fontRef idx="minor"/>
        </p:style>
        <p:txBody>
          <a:bodyPr lIns="10080" tIns="10080" rIns="10080" bIns="10080" anchor="t">
            <a:noAutofit/>
          </a:bodyPr>
          <a:p>
            <a:endParaRPr lang="en-US" sz="2400" b="0" u="none" strike="noStrike">
              <a:solidFill>
                <a:srgbClr val="000000"/>
              </a:solidFill>
              <a:effectLst/>
              <a:uFillTx/>
              <a:latin typeface="游明朝体"/>
            </a:endParaRPr>
          </a:p>
        </p:txBody>
      </p:sp>
      <p:sp>
        <p:nvSpPr>
          <p:cNvPr id="2973" name=""/>
          <p:cNvSpPr/>
          <p:nvPr/>
        </p:nvSpPr>
        <p:spPr>
          <a:xfrm>
            <a:off x="2301120" y="3051720"/>
            <a:ext cx="40680" cy="41040"/>
          </a:xfrm>
          <a:custGeom>
            <a:avLst/>
            <a:gdLst/>
            <a:ahLst/>
            <a:rect l="0" t="0" r="r" b="b"/>
            <a:pathLst>
              <a:path w="113" h="114">
                <a:moveTo>
                  <a:pt x="113" y="56"/>
                </a:moveTo>
                <a:cubicBezTo>
                  <a:pt x="113" y="64"/>
                  <a:pt x="111" y="71"/>
                  <a:pt x="108" y="78"/>
                </a:cubicBezTo>
                <a:cubicBezTo>
                  <a:pt x="106" y="85"/>
                  <a:pt x="102" y="92"/>
                  <a:pt x="96" y="97"/>
                </a:cubicBezTo>
                <a:cubicBezTo>
                  <a:pt x="91" y="102"/>
                  <a:pt x="85" y="106"/>
                  <a:pt x="78" y="109"/>
                </a:cubicBezTo>
                <a:cubicBezTo>
                  <a:pt x="71" y="112"/>
                  <a:pt x="64" y="114"/>
                  <a:pt x="57" y="114"/>
                </a:cubicBezTo>
                <a:cubicBezTo>
                  <a:pt x="49" y="114"/>
                  <a:pt x="41" y="112"/>
                  <a:pt x="34" y="109"/>
                </a:cubicBezTo>
                <a:cubicBezTo>
                  <a:pt x="27" y="106"/>
                  <a:pt x="21" y="102"/>
                  <a:pt x="16" y="97"/>
                </a:cubicBezTo>
                <a:cubicBezTo>
                  <a:pt x="11" y="92"/>
                  <a:pt x="7" y="85"/>
                  <a:pt x="4" y="78"/>
                </a:cubicBezTo>
                <a:cubicBezTo>
                  <a:pt x="1" y="71"/>
                  <a:pt x="0" y="64"/>
                  <a:pt x="0" y="56"/>
                </a:cubicBezTo>
                <a:cubicBezTo>
                  <a:pt x="0" y="49"/>
                  <a:pt x="1" y="42"/>
                  <a:pt x="4" y="35"/>
                </a:cubicBezTo>
                <a:cubicBezTo>
                  <a:pt x="7" y="28"/>
                  <a:pt x="11" y="22"/>
                  <a:pt x="16" y="17"/>
                </a:cubicBezTo>
                <a:cubicBezTo>
                  <a:pt x="21" y="12"/>
                  <a:pt x="27" y="8"/>
                  <a:pt x="34" y="5"/>
                </a:cubicBezTo>
                <a:cubicBezTo>
                  <a:pt x="41" y="2"/>
                  <a:pt x="49" y="0"/>
                  <a:pt x="57" y="0"/>
                </a:cubicBezTo>
                <a:cubicBezTo>
                  <a:pt x="64" y="0"/>
                  <a:pt x="71" y="2"/>
                  <a:pt x="78" y="5"/>
                </a:cubicBezTo>
                <a:cubicBezTo>
                  <a:pt x="85" y="8"/>
                  <a:pt x="91" y="12"/>
                  <a:pt x="96" y="17"/>
                </a:cubicBezTo>
                <a:cubicBezTo>
                  <a:pt x="102" y="22"/>
                  <a:pt x="106" y="28"/>
                  <a:pt x="108" y="35"/>
                </a:cubicBezTo>
                <a:cubicBezTo>
                  <a:pt x="111" y="42"/>
                  <a:pt x="113" y="49"/>
                  <a:pt x="113" y="56"/>
                </a:cubicBezTo>
                <a:close/>
              </a:path>
            </a:pathLst>
          </a:custGeom>
          <a:solidFill>
            <a:srgbClr val="3D3D3A"/>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4" name=""/>
          <p:cNvSpPr txBox="1"/>
          <p:nvPr/>
        </p:nvSpPr>
        <p:spPr>
          <a:xfrm>
            <a:off x="3102840" y="5209200"/>
            <a:ext cx="1409040" cy="128520"/>
          </a:xfrm>
          <a:prstGeom prst="rect">
            <a:avLst/>
          </a:prstGeom>
          <a:noFill/>
          <a:ln w="0">
            <a:noFill/>
          </a:ln>
        </p:spPr>
        <p:txBody>
          <a:bodyPr wrap="none" lIns="0" tIns="0" rIns="0" bIns="0" anchor="t">
            <a:spAutoFit/>
          </a:bodyPr>
          <a:p>
            <a:pPr/>
            <a:r>
              <a:rPr lang="ja-JP" sz="1010" b="0" u="none" strike="noStrike">
                <a:solidFill>
                  <a:srgbClr val="993C1D"/>
                </a:solidFill>
                <a:effectLst/>
                <a:uFillTx/>
                <a:latin typeface="HiraKakuProN-W3"/>
                <a:ea typeface="HiraKakuProN-W3"/>
              </a:rPr>
              <a:t>機能追加やアイデア検討</a:t>
            </a:r>
            <a:endParaRPr lang="en-US" sz="1010" b="0" u="none" strike="noStrike">
              <a:solidFill>
                <a:srgbClr val="000000"/>
              </a:solidFill>
              <a:effectLst/>
              <a:uFillTx/>
              <a:latin typeface="游明朝体"/>
            </a:endParaRPr>
          </a:p>
        </p:txBody>
      </p:sp>
      <p:sp>
        <p:nvSpPr>
          <p:cNvPr id="2975" name=""/>
          <p:cNvSpPr txBox="1"/>
          <p:nvPr/>
        </p:nvSpPr>
        <p:spPr>
          <a:xfrm>
            <a:off x="1985400" y="3753360"/>
            <a:ext cx="671400" cy="168120"/>
          </a:xfrm>
          <a:prstGeom prst="rect">
            <a:avLst/>
          </a:prstGeom>
          <a:noFill/>
          <a:ln w="0">
            <a:noFill/>
          </a:ln>
        </p:spPr>
        <p:txBody>
          <a:bodyPr wrap="none" lIns="0" tIns="0" rIns="0" bIns="0" anchor="t">
            <a:spAutoFit/>
          </a:bodyPr>
          <a:p>
            <a:pPr/>
            <a:r>
              <a:rPr lang="ja-JP" sz="1320" b="1" u="none" strike="noStrike">
                <a:solidFill>
                  <a:srgbClr val="3C3489"/>
                </a:solidFill>
                <a:effectLst/>
                <a:uFillTx/>
                <a:latin typeface="HiraKakuProN-W6"/>
                <a:ea typeface="HiraKakuProN-W6"/>
              </a:rPr>
              <a:t>継続開発</a:t>
            </a:r>
            <a:endParaRPr lang="en-US" sz="1320" b="0" u="none" strike="noStrike">
              <a:solidFill>
                <a:srgbClr val="000000"/>
              </a:solidFill>
              <a:effectLst/>
              <a:uFillTx/>
              <a:latin typeface="游明朝体"/>
            </a:endParaRPr>
          </a:p>
        </p:txBody>
      </p:sp>
      <p:sp>
        <p:nvSpPr>
          <p:cNvPr id="2976" name=""/>
          <p:cNvSpPr/>
          <p:nvPr/>
        </p:nvSpPr>
        <p:spPr>
          <a:xfrm>
            <a:off x="7381800" y="1428480"/>
            <a:ext cx="57240" cy="57600"/>
          </a:xfrm>
          <a:custGeom>
            <a:avLst/>
            <a:gdLst/>
            <a:ahLst/>
            <a:rect l="0" t="0" r="r" b="b"/>
            <a:pathLst>
              <a:path w="159" h="160">
                <a:moveTo>
                  <a:pt x="159" y="81"/>
                </a:moveTo>
                <a:cubicBezTo>
                  <a:pt x="159" y="91"/>
                  <a:pt x="157" y="101"/>
                  <a:pt x="153" y="111"/>
                </a:cubicBezTo>
                <a:cubicBezTo>
                  <a:pt x="149" y="121"/>
                  <a:pt x="144" y="129"/>
                  <a:pt x="136" y="137"/>
                </a:cubicBezTo>
                <a:cubicBezTo>
                  <a:pt x="129" y="144"/>
                  <a:pt x="120" y="150"/>
                  <a:pt x="109" y="154"/>
                </a:cubicBezTo>
                <a:cubicBezTo>
                  <a:pt x="100" y="158"/>
                  <a:pt x="90" y="160"/>
                  <a:pt x="79" y="160"/>
                </a:cubicBezTo>
                <a:cubicBezTo>
                  <a:pt x="69" y="160"/>
                  <a:pt x="58" y="158"/>
                  <a:pt x="49" y="154"/>
                </a:cubicBezTo>
                <a:cubicBezTo>
                  <a:pt x="39" y="150"/>
                  <a:pt x="30" y="144"/>
                  <a:pt x="23" y="137"/>
                </a:cubicBezTo>
                <a:cubicBezTo>
                  <a:pt x="16" y="129"/>
                  <a:pt x="10" y="121"/>
                  <a:pt x="6" y="111"/>
                </a:cubicBezTo>
                <a:cubicBezTo>
                  <a:pt x="2" y="101"/>
                  <a:pt x="0" y="91"/>
                  <a:pt x="0" y="81"/>
                </a:cubicBezTo>
                <a:cubicBezTo>
                  <a:pt x="0" y="70"/>
                  <a:pt x="2" y="59"/>
                  <a:pt x="6" y="49"/>
                </a:cubicBezTo>
                <a:cubicBezTo>
                  <a:pt x="10" y="40"/>
                  <a:pt x="16" y="31"/>
                  <a:pt x="23" y="23"/>
                </a:cubicBezTo>
                <a:cubicBezTo>
                  <a:pt x="30" y="16"/>
                  <a:pt x="39" y="10"/>
                  <a:pt x="49" y="6"/>
                </a:cubicBezTo>
                <a:cubicBezTo>
                  <a:pt x="58" y="2"/>
                  <a:pt x="69" y="0"/>
                  <a:pt x="79" y="0"/>
                </a:cubicBezTo>
                <a:cubicBezTo>
                  <a:pt x="90" y="0"/>
                  <a:pt x="100" y="2"/>
                  <a:pt x="109" y="6"/>
                </a:cubicBezTo>
                <a:cubicBezTo>
                  <a:pt x="120" y="10"/>
                  <a:pt x="129" y="16"/>
                  <a:pt x="136" y="23"/>
                </a:cubicBezTo>
                <a:cubicBezTo>
                  <a:pt x="144" y="31"/>
                  <a:pt x="149" y="40"/>
                  <a:pt x="153" y="49"/>
                </a:cubicBezTo>
                <a:cubicBezTo>
                  <a:pt x="157" y="59"/>
                  <a:pt x="159" y="70"/>
                  <a:pt x="159" y="81"/>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77" name=""/>
          <p:cNvSpPr txBox="1"/>
          <p:nvPr/>
        </p:nvSpPr>
        <p:spPr>
          <a:xfrm>
            <a:off x="1618920" y="3998160"/>
            <a:ext cx="1401840" cy="172440"/>
          </a:xfrm>
          <a:prstGeom prst="rect">
            <a:avLst/>
          </a:prstGeom>
          <a:noFill/>
          <a:ln w="0">
            <a:noFill/>
          </a:ln>
        </p:spPr>
        <p:txBody>
          <a:bodyPr wrap="none" lIns="0" tIns="0" rIns="0" bIns="0" anchor="t">
            <a:spAutoFit/>
          </a:bodyPr>
          <a:p>
            <a:pPr/>
            <a:r>
              <a:rPr lang="en-US" sz="1010" b="0" u="none" strike="noStrike">
                <a:solidFill>
                  <a:srgbClr val="534AB7"/>
                </a:solidFill>
                <a:effectLst/>
                <a:uFillTx/>
                <a:latin typeface="HiraKakuProN-W3"/>
                <a:ea typeface="HiraKakuProN-W3"/>
              </a:rPr>
              <a:t>AI</a:t>
            </a:r>
            <a:r>
              <a:rPr lang="ja-JP" sz="1010" b="0" u="none" strike="noStrike">
                <a:solidFill>
                  <a:srgbClr val="534AB7"/>
                </a:solidFill>
                <a:effectLst/>
                <a:uFillTx/>
                <a:latin typeface="HiraKakuProN-W3"/>
                <a:ea typeface="HiraKakuProN-W3"/>
              </a:rPr>
              <a:t>がコードと記録を参照</a:t>
            </a:r>
            <a:endParaRPr lang="en-US" sz="1010" b="0" u="none" strike="noStrike">
              <a:solidFill>
                <a:srgbClr val="000000"/>
              </a:solidFill>
              <a:effectLst/>
              <a:uFillTx/>
              <a:latin typeface="游明朝体"/>
            </a:endParaRPr>
          </a:p>
        </p:txBody>
      </p:sp>
      <p:sp>
        <p:nvSpPr>
          <p:cNvPr id="2978" name=""/>
          <p:cNvSpPr txBox="1"/>
          <p:nvPr/>
        </p:nvSpPr>
        <p:spPr>
          <a:xfrm>
            <a:off x="7566480" y="1342080"/>
            <a:ext cx="4001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プログラミングを少しかじった程度で、専⾨知</a:t>
            </a:r>
            <a:endParaRPr lang="en-US" sz="1500" b="0" u="none" strike="noStrike">
              <a:solidFill>
                <a:srgbClr val="000000"/>
              </a:solidFill>
              <a:effectLst/>
              <a:uFillTx/>
              <a:latin typeface="游明朝体"/>
            </a:endParaRPr>
          </a:p>
        </p:txBody>
      </p:sp>
      <p:sp>
        <p:nvSpPr>
          <p:cNvPr id="2979" name=""/>
          <p:cNvSpPr/>
          <p:nvPr/>
        </p:nvSpPr>
        <p:spPr>
          <a:xfrm>
            <a:off x="7381800" y="2162160"/>
            <a:ext cx="57240" cy="57240"/>
          </a:xfrm>
          <a:custGeom>
            <a:avLst/>
            <a:gdLst/>
            <a:ahLst/>
            <a:rect l="0" t="0" r="r" b="b"/>
            <a:pathLst>
              <a:path w="159" h="159">
                <a:moveTo>
                  <a:pt x="159" y="80"/>
                </a:moveTo>
                <a:cubicBezTo>
                  <a:pt x="159" y="90"/>
                  <a:pt x="157" y="101"/>
                  <a:pt x="153" y="110"/>
                </a:cubicBezTo>
                <a:cubicBezTo>
                  <a:pt x="149" y="120"/>
                  <a:pt x="144" y="129"/>
                  <a:pt x="136" y="136"/>
                </a:cubicBezTo>
                <a:cubicBezTo>
                  <a:pt x="129" y="143"/>
                  <a:pt x="120" y="149"/>
                  <a:pt x="109" y="153"/>
                </a:cubicBezTo>
                <a:cubicBezTo>
                  <a:pt x="100" y="157"/>
                  <a:pt x="90" y="159"/>
                  <a:pt x="79" y="159"/>
                </a:cubicBezTo>
                <a:cubicBezTo>
                  <a:pt x="69" y="159"/>
                  <a:pt x="58" y="157"/>
                  <a:pt x="49" y="153"/>
                </a:cubicBezTo>
                <a:cubicBezTo>
                  <a:pt x="39" y="149"/>
                  <a:pt x="30" y="143"/>
                  <a:pt x="23" y="136"/>
                </a:cubicBezTo>
                <a:cubicBezTo>
                  <a:pt x="16" y="129"/>
                  <a:pt x="10" y="120"/>
                  <a:pt x="6" y="110"/>
                </a:cubicBezTo>
                <a:cubicBezTo>
                  <a:pt x="2" y="101"/>
                  <a:pt x="0" y="90"/>
                  <a:pt x="0" y="80"/>
                </a:cubicBezTo>
                <a:cubicBezTo>
                  <a:pt x="0" y="68"/>
                  <a:pt x="2" y="58"/>
                  <a:pt x="6" y="49"/>
                </a:cubicBezTo>
                <a:cubicBezTo>
                  <a:pt x="10" y="39"/>
                  <a:pt x="16" y="30"/>
                  <a:pt x="23" y="23"/>
                </a:cubicBezTo>
                <a:cubicBezTo>
                  <a:pt x="30" y="15"/>
                  <a:pt x="39" y="10"/>
                  <a:pt x="49" y="6"/>
                </a:cubicBezTo>
                <a:cubicBezTo>
                  <a:pt x="58" y="2"/>
                  <a:pt x="69" y="0"/>
                  <a:pt x="79" y="0"/>
                </a:cubicBezTo>
                <a:cubicBezTo>
                  <a:pt x="90" y="0"/>
                  <a:pt x="100" y="2"/>
                  <a:pt x="109" y="6"/>
                </a:cubicBezTo>
                <a:cubicBezTo>
                  <a:pt x="120" y="10"/>
                  <a:pt x="129" y="15"/>
                  <a:pt x="136" y="23"/>
                </a:cubicBezTo>
                <a:cubicBezTo>
                  <a:pt x="144" y="30"/>
                  <a:pt x="149" y="39"/>
                  <a:pt x="153" y="49"/>
                </a:cubicBezTo>
                <a:cubicBezTo>
                  <a:pt x="157" y="58"/>
                  <a:pt x="159" y="68"/>
                  <a:pt x="159"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0" name=""/>
          <p:cNvSpPr txBox="1"/>
          <p:nvPr/>
        </p:nvSpPr>
        <p:spPr>
          <a:xfrm>
            <a:off x="7566480" y="1684800"/>
            <a:ext cx="76284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識はない</a:t>
            </a:r>
            <a:endParaRPr lang="en-US" sz="1500" b="0" u="none" strike="noStrike">
              <a:solidFill>
                <a:srgbClr val="000000"/>
              </a:solidFill>
              <a:effectLst/>
              <a:uFillTx/>
              <a:latin typeface="游明朝体"/>
            </a:endParaRPr>
          </a:p>
        </p:txBody>
      </p:sp>
      <p:sp>
        <p:nvSpPr>
          <p:cNvPr id="2981" name=""/>
          <p:cNvSpPr txBox="1"/>
          <p:nvPr/>
        </p:nvSpPr>
        <p:spPr>
          <a:xfrm>
            <a:off x="7566480" y="2066400"/>
            <a:ext cx="56160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WXBC</a:t>
            </a:r>
            <a:endParaRPr lang="en-US" sz="1500" b="0" u="none" strike="noStrike">
              <a:solidFill>
                <a:srgbClr val="000000"/>
              </a:solidFill>
              <a:effectLst/>
              <a:uFillTx/>
              <a:latin typeface="游明朝体"/>
            </a:endParaRPr>
          </a:p>
        </p:txBody>
      </p:sp>
      <p:sp>
        <p:nvSpPr>
          <p:cNvPr id="2982" name=""/>
          <p:cNvSpPr txBox="1"/>
          <p:nvPr/>
        </p:nvSpPr>
        <p:spPr>
          <a:xfrm>
            <a:off x="8127360" y="2075400"/>
            <a:ext cx="3429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「アメダス気象データ分析チャレンジ」</a:t>
            </a:r>
            <a:endParaRPr lang="en-US" sz="1500" b="0" u="none" strike="noStrike">
              <a:solidFill>
                <a:srgbClr val="000000"/>
              </a:solidFill>
              <a:effectLst/>
              <a:uFillTx/>
              <a:latin typeface="游明朝体"/>
            </a:endParaRPr>
          </a:p>
        </p:txBody>
      </p:sp>
      <p:sp>
        <p:nvSpPr>
          <p:cNvPr id="2983" name=""/>
          <p:cNvSpPr txBox="1"/>
          <p:nvPr/>
        </p:nvSpPr>
        <p:spPr>
          <a:xfrm>
            <a:off x="7566480" y="2418480"/>
            <a:ext cx="19116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で</a:t>
            </a:r>
            <a:endParaRPr lang="en-US" sz="1500" b="0" u="none" strike="noStrike">
              <a:solidFill>
                <a:srgbClr val="000000"/>
              </a:solidFill>
              <a:effectLst/>
              <a:uFillTx/>
              <a:latin typeface="游明朝体"/>
            </a:endParaRPr>
          </a:p>
        </p:txBody>
      </p:sp>
      <p:sp>
        <p:nvSpPr>
          <p:cNvPr id="2984" name=""/>
          <p:cNvSpPr txBox="1"/>
          <p:nvPr/>
        </p:nvSpPr>
        <p:spPr>
          <a:xfrm>
            <a:off x="7756920" y="2409480"/>
            <a:ext cx="6004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Python</a:t>
            </a:r>
            <a:endParaRPr lang="en-US" sz="1500" b="0" u="none" strike="noStrike">
              <a:solidFill>
                <a:srgbClr val="000000"/>
              </a:solidFill>
              <a:effectLst/>
              <a:uFillTx/>
              <a:latin typeface="游明朝体"/>
            </a:endParaRPr>
          </a:p>
        </p:txBody>
      </p:sp>
      <p:sp>
        <p:nvSpPr>
          <p:cNvPr id="2985" name=""/>
          <p:cNvSpPr/>
          <p:nvPr/>
        </p:nvSpPr>
        <p:spPr>
          <a:xfrm>
            <a:off x="7381800" y="2895480"/>
            <a:ext cx="57240" cy="57600"/>
          </a:xfrm>
          <a:custGeom>
            <a:avLst/>
            <a:gdLst/>
            <a:ahLst/>
            <a:rect l="0" t="0" r="r" b="b"/>
            <a:pathLst>
              <a:path w="159" h="160">
                <a:moveTo>
                  <a:pt x="159" y="79"/>
                </a:moveTo>
                <a:cubicBezTo>
                  <a:pt x="159" y="90"/>
                  <a:pt x="157" y="101"/>
                  <a:pt x="153" y="111"/>
                </a:cubicBezTo>
                <a:cubicBezTo>
                  <a:pt x="149" y="120"/>
                  <a:pt x="144" y="129"/>
                  <a:pt x="136" y="136"/>
                </a:cubicBezTo>
                <a:cubicBezTo>
                  <a:pt x="129" y="144"/>
                  <a:pt x="120" y="150"/>
                  <a:pt x="109" y="154"/>
                </a:cubicBezTo>
                <a:cubicBezTo>
                  <a:pt x="100" y="158"/>
                  <a:pt x="90" y="160"/>
                  <a:pt x="79" y="160"/>
                </a:cubicBezTo>
                <a:cubicBezTo>
                  <a:pt x="69" y="160"/>
                  <a:pt x="58" y="158"/>
                  <a:pt x="49" y="154"/>
                </a:cubicBezTo>
                <a:cubicBezTo>
                  <a:pt x="39" y="150"/>
                  <a:pt x="30" y="144"/>
                  <a:pt x="23" y="136"/>
                </a:cubicBezTo>
                <a:cubicBezTo>
                  <a:pt x="16" y="129"/>
                  <a:pt x="10" y="120"/>
                  <a:pt x="6" y="111"/>
                </a:cubicBezTo>
                <a:cubicBezTo>
                  <a:pt x="2" y="101"/>
                  <a:pt x="0" y="90"/>
                  <a:pt x="0" y="79"/>
                </a:cubicBezTo>
                <a:cubicBezTo>
                  <a:pt x="0" y="69"/>
                  <a:pt x="2" y="59"/>
                  <a:pt x="6" y="49"/>
                </a:cubicBezTo>
                <a:cubicBezTo>
                  <a:pt x="10" y="39"/>
                  <a:pt x="16" y="31"/>
                  <a:pt x="23" y="23"/>
                </a:cubicBezTo>
                <a:cubicBezTo>
                  <a:pt x="30" y="16"/>
                  <a:pt x="39" y="10"/>
                  <a:pt x="49" y="6"/>
                </a:cubicBezTo>
                <a:cubicBezTo>
                  <a:pt x="58" y="2"/>
                  <a:pt x="69" y="0"/>
                  <a:pt x="79" y="0"/>
                </a:cubicBezTo>
                <a:cubicBezTo>
                  <a:pt x="90" y="0"/>
                  <a:pt x="100" y="2"/>
                  <a:pt x="109" y="6"/>
                </a:cubicBezTo>
                <a:cubicBezTo>
                  <a:pt x="120" y="10"/>
                  <a:pt x="129" y="16"/>
                  <a:pt x="136" y="23"/>
                </a:cubicBezTo>
                <a:cubicBezTo>
                  <a:pt x="144" y="31"/>
                  <a:pt x="149" y="39"/>
                  <a:pt x="153" y="49"/>
                </a:cubicBezTo>
                <a:cubicBezTo>
                  <a:pt x="157" y="59"/>
                  <a:pt x="159" y="69"/>
                  <a:pt x="159"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86" name=""/>
          <p:cNvSpPr txBox="1"/>
          <p:nvPr/>
        </p:nvSpPr>
        <p:spPr>
          <a:xfrm>
            <a:off x="8357040" y="2418480"/>
            <a:ext cx="1715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・機械学習を学んだ</a:t>
            </a:r>
            <a:endParaRPr lang="en-US" sz="1500" b="0" u="none" strike="noStrike">
              <a:solidFill>
                <a:srgbClr val="000000"/>
              </a:solidFill>
              <a:effectLst/>
              <a:uFillTx/>
              <a:latin typeface="游明朝体"/>
            </a:endParaRPr>
          </a:p>
        </p:txBody>
      </p:sp>
      <p:sp>
        <p:nvSpPr>
          <p:cNvPr id="2987" name=""/>
          <p:cNvSpPr txBox="1"/>
          <p:nvPr/>
        </p:nvSpPr>
        <p:spPr>
          <a:xfrm>
            <a:off x="7566480" y="280908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⽣成</a:t>
            </a:r>
            <a:endParaRPr lang="en-US" sz="1500" b="0" u="none" strike="noStrike">
              <a:solidFill>
                <a:srgbClr val="000000"/>
              </a:solidFill>
              <a:effectLst/>
              <a:uFillTx/>
              <a:latin typeface="游明朝体"/>
            </a:endParaRPr>
          </a:p>
        </p:txBody>
      </p:sp>
      <p:sp>
        <p:nvSpPr>
          <p:cNvPr id="2988" name=""/>
          <p:cNvSpPr txBox="1"/>
          <p:nvPr/>
        </p:nvSpPr>
        <p:spPr>
          <a:xfrm>
            <a:off x="7947720" y="280008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989" name=""/>
          <p:cNvSpPr txBox="1"/>
          <p:nvPr/>
        </p:nvSpPr>
        <p:spPr>
          <a:xfrm>
            <a:off x="8120520" y="2809080"/>
            <a:ext cx="342972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によるプログラミングも同時期に始め、</a:t>
            </a:r>
            <a:endParaRPr lang="en-US" sz="1500" b="0" u="none" strike="noStrike">
              <a:solidFill>
                <a:srgbClr val="000000"/>
              </a:solidFill>
              <a:effectLst/>
              <a:uFillTx/>
              <a:latin typeface="游明朝体"/>
            </a:endParaRPr>
          </a:p>
        </p:txBody>
      </p:sp>
      <p:sp>
        <p:nvSpPr>
          <p:cNvPr id="2990" name=""/>
          <p:cNvSpPr/>
          <p:nvPr/>
        </p:nvSpPr>
        <p:spPr>
          <a:xfrm>
            <a:off x="7381800" y="3628800"/>
            <a:ext cx="57240" cy="57600"/>
          </a:xfrm>
          <a:custGeom>
            <a:avLst/>
            <a:gdLst/>
            <a:ahLst/>
            <a:rect l="0" t="0" r="r" b="b"/>
            <a:pathLst>
              <a:path w="159" h="160">
                <a:moveTo>
                  <a:pt x="159" y="79"/>
                </a:moveTo>
                <a:cubicBezTo>
                  <a:pt x="159" y="90"/>
                  <a:pt x="157" y="100"/>
                  <a:pt x="153" y="110"/>
                </a:cubicBezTo>
                <a:cubicBezTo>
                  <a:pt x="149" y="121"/>
                  <a:pt x="144" y="129"/>
                  <a:pt x="136" y="137"/>
                </a:cubicBezTo>
                <a:cubicBezTo>
                  <a:pt x="129" y="144"/>
                  <a:pt x="120" y="150"/>
                  <a:pt x="109" y="154"/>
                </a:cubicBezTo>
                <a:cubicBezTo>
                  <a:pt x="100" y="158"/>
                  <a:pt x="90" y="160"/>
                  <a:pt x="79" y="160"/>
                </a:cubicBezTo>
                <a:cubicBezTo>
                  <a:pt x="69" y="160"/>
                  <a:pt x="58" y="158"/>
                  <a:pt x="49" y="154"/>
                </a:cubicBezTo>
                <a:cubicBezTo>
                  <a:pt x="39" y="150"/>
                  <a:pt x="30" y="144"/>
                  <a:pt x="23" y="137"/>
                </a:cubicBezTo>
                <a:cubicBezTo>
                  <a:pt x="16" y="129"/>
                  <a:pt x="10" y="121"/>
                  <a:pt x="6" y="110"/>
                </a:cubicBezTo>
                <a:cubicBezTo>
                  <a:pt x="2" y="100"/>
                  <a:pt x="0" y="90"/>
                  <a:pt x="0" y="79"/>
                </a:cubicBezTo>
                <a:cubicBezTo>
                  <a:pt x="0" y="69"/>
                  <a:pt x="2" y="59"/>
                  <a:pt x="6" y="49"/>
                </a:cubicBezTo>
                <a:cubicBezTo>
                  <a:pt x="10" y="39"/>
                  <a:pt x="16" y="31"/>
                  <a:pt x="23" y="23"/>
                </a:cubicBezTo>
                <a:cubicBezTo>
                  <a:pt x="30" y="16"/>
                  <a:pt x="39" y="10"/>
                  <a:pt x="49" y="6"/>
                </a:cubicBezTo>
                <a:cubicBezTo>
                  <a:pt x="58" y="2"/>
                  <a:pt x="69" y="0"/>
                  <a:pt x="79" y="0"/>
                </a:cubicBezTo>
                <a:cubicBezTo>
                  <a:pt x="90" y="0"/>
                  <a:pt x="100" y="2"/>
                  <a:pt x="109" y="6"/>
                </a:cubicBezTo>
                <a:cubicBezTo>
                  <a:pt x="120" y="10"/>
                  <a:pt x="129" y="16"/>
                  <a:pt x="136" y="23"/>
                </a:cubicBezTo>
                <a:cubicBezTo>
                  <a:pt x="144" y="31"/>
                  <a:pt x="149" y="39"/>
                  <a:pt x="153" y="49"/>
                </a:cubicBezTo>
                <a:cubicBezTo>
                  <a:pt x="157" y="59"/>
                  <a:pt x="159" y="69"/>
                  <a:pt x="159" y="79"/>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2991" name=""/>
          <p:cNvSpPr txBox="1"/>
          <p:nvPr/>
        </p:nvSpPr>
        <p:spPr>
          <a:xfrm>
            <a:off x="7566480" y="3151800"/>
            <a:ext cx="2096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⼆つの学びが結びついた</a:t>
            </a:r>
            <a:endParaRPr lang="en-US" sz="1500" b="0" u="none" strike="noStrike">
              <a:solidFill>
                <a:srgbClr val="000000"/>
              </a:solidFill>
              <a:effectLst/>
              <a:uFillTx/>
              <a:latin typeface="游明朝体"/>
            </a:endParaRPr>
          </a:p>
        </p:txBody>
      </p:sp>
      <p:sp>
        <p:nvSpPr>
          <p:cNvPr id="2992" name=""/>
          <p:cNvSpPr txBox="1"/>
          <p:nvPr/>
        </p:nvSpPr>
        <p:spPr>
          <a:xfrm>
            <a:off x="7566480" y="354240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今年</a:t>
            </a:r>
            <a:endParaRPr lang="en-US" sz="1500" b="0" u="none" strike="noStrike">
              <a:solidFill>
                <a:srgbClr val="000000"/>
              </a:solidFill>
              <a:effectLst/>
              <a:uFillTx/>
              <a:latin typeface="游明朝体"/>
            </a:endParaRPr>
          </a:p>
        </p:txBody>
      </p:sp>
      <p:sp>
        <p:nvSpPr>
          <p:cNvPr id="2993" name=""/>
          <p:cNvSpPr txBox="1"/>
          <p:nvPr/>
        </p:nvSpPr>
        <p:spPr>
          <a:xfrm>
            <a:off x="7947720" y="353340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3</a:t>
            </a:r>
            <a:endParaRPr lang="en-US" sz="1500" b="0" u="none" strike="noStrike">
              <a:solidFill>
                <a:srgbClr val="000000"/>
              </a:solidFill>
              <a:effectLst/>
              <a:uFillTx/>
              <a:latin typeface="游明朝体"/>
            </a:endParaRPr>
          </a:p>
        </p:txBody>
      </p:sp>
      <p:sp>
        <p:nvSpPr>
          <p:cNvPr id="2994" name=""/>
          <p:cNvSpPr txBox="1"/>
          <p:nvPr/>
        </p:nvSpPr>
        <p:spPr>
          <a:xfrm>
            <a:off x="8053560" y="3542400"/>
            <a:ext cx="572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⽉から</a:t>
            </a:r>
            <a:endParaRPr lang="en-US" sz="1500" b="0" u="none" strike="noStrike">
              <a:solidFill>
                <a:srgbClr val="000000"/>
              </a:solidFill>
              <a:effectLst/>
              <a:uFillTx/>
              <a:latin typeface="游明朝体"/>
            </a:endParaRPr>
          </a:p>
        </p:txBody>
      </p:sp>
      <p:sp>
        <p:nvSpPr>
          <p:cNvPr id="2995" name=""/>
          <p:cNvSpPr txBox="1"/>
          <p:nvPr/>
        </p:nvSpPr>
        <p:spPr>
          <a:xfrm>
            <a:off x="8624880" y="3533400"/>
            <a:ext cx="183672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Claude Code×GitHub</a:t>
            </a:r>
            <a:endParaRPr lang="en-US" sz="1500" b="0" u="none" strike="noStrike">
              <a:solidFill>
                <a:srgbClr val="000000"/>
              </a:solidFill>
              <a:effectLst/>
              <a:uFillTx/>
              <a:latin typeface="游明朝体"/>
            </a:endParaRPr>
          </a:p>
        </p:txBody>
      </p:sp>
      <p:sp>
        <p:nvSpPr>
          <p:cNvPr id="2996" name=""/>
          <p:cNvSpPr txBox="1"/>
          <p:nvPr/>
        </p:nvSpPr>
        <p:spPr>
          <a:xfrm>
            <a:off x="10460880" y="3542400"/>
            <a:ext cx="381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で、</a:t>
            </a:r>
            <a:endParaRPr lang="en-US" sz="1500" b="0" u="none" strike="noStrike">
              <a:solidFill>
                <a:srgbClr val="000000"/>
              </a:solidFill>
              <a:effectLst/>
              <a:uFillTx/>
              <a:latin typeface="游明朝体"/>
            </a:endParaRPr>
          </a:p>
        </p:txBody>
      </p:sp>
      <p:sp>
        <p:nvSpPr>
          <p:cNvPr id="2997" name=""/>
          <p:cNvSpPr txBox="1"/>
          <p:nvPr/>
        </p:nvSpPr>
        <p:spPr>
          <a:xfrm>
            <a:off x="10834560" y="3533400"/>
            <a:ext cx="190080" cy="222840"/>
          </a:xfrm>
          <a:prstGeom prst="rect">
            <a:avLst/>
          </a:prstGeom>
          <a:noFill/>
          <a:ln w="0">
            <a:noFill/>
          </a:ln>
        </p:spPr>
        <p:txBody>
          <a:bodyPr wrap="none" lIns="0" tIns="0" rIns="0" bIns="0" anchor="t">
            <a:spAutoFit/>
          </a:bodyPr>
          <a:p>
            <a:pPr/>
            <a:r>
              <a:rPr lang="en-US" sz="1500" b="0" u="none" strike="noStrike">
                <a:solidFill>
                  <a:srgbClr val="1A1A2E"/>
                </a:solidFill>
                <a:effectLst/>
                <a:uFillTx/>
                <a:latin typeface="HelveticaNeue"/>
                <a:ea typeface="HelveticaNeue"/>
              </a:rPr>
              <a:t>AI</a:t>
            </a:r>
            <a:endParaRPr lang="en-US" sz="1500" b="0" u="none" strike="noStrike">
              <a:solidFill>
                <a:srgbClr val="000000"/>
              </a:solidFill>
              <a:effectLst/>
              <a:uFillTx/>
              <a:latin typeface="游明朝体"/>
            </a:endParaRPr>
          </a:p>
        </p:txBody>
      </p:sp>
      <p:sp>
        <p:nvSpPr>
          <p:cNvPr id="2998" name=""/>
          <p:cNvSpPr txBox="1"/>
          <p:nvPr/>
        </p:nvSpPr>
        <p:spPr>
          <a:xfrm>
            <a:off x="11007360" y="3542400"/>
            <a:ext cx="572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に任せ</a:t>
            </a:r>
            <a:endParaRPr lang="en-US" sz="1500" b="0" u="none" strike="noStrike">
              <a:solidFill>
                <a:srgbClr val="000000"/>
              </a:solidFill>
              <a:effectLst/>
              <a:uFillTx/>
              <a:latin typeface="游明朝体"/>
            </a:endParaRPr>
          </a:p>
        </p:txBody>
      </p:sp>
      <p:sp>
        <p:nvSpPr>
          <p:cNvPr id="2999" name=""/>
          <p:cNvSpPr/>
          <p:nvPr/>
        </p:nvSpPr>
        <p:spPr>
          <a:xfrm>
            <a:off x="7381800" y="4362120"/>
            <a:ext cx="57240" cy="57600"/>
          </a:xfrm>
          <a:custGeom>
            <a:avLst/>
            <a:gdLst/>
            <a:ahLst/>
            <a:rect l="0" t="0" r="r" b="b"/>
            <a:pathLst>
              <a:path w="159" h="160">
                <a:moveTo>
                  <a:pt x="159" y="80"/>
                </a:moveTo>
                <a:cubicBezTo>
                  <a:pt x="159" y="90"/>
                  <a:pt x="157" y="100"/>
                  <a:pt x="153" y="110"/>
                </a:cubicBezTo>
                <a:cubicBezTo>
                  <a:pt x="149" y="120"/>
                  <a:pt x="144" y="129"/>
                  <a:pt x="136" y="137"/>
                </a:cubicBezTo>
                <a:cubicBezTo>
                  <a:pt x="129" y="144"/>
                  <a:pt x="120" y="150"/>
                  <a:pt x="109" y="154"/>
                </a:cubicBezTo>
                <a:cubicBezTo>
                  <a:pt x="100" y="158"/>
                  <a:pt x="90" y="160"/>
                  <a:pt x="79" y="160"/>
                </a:cubicBezTo>
                <a:cubicBezTo>
                  <a:pt x="69" y="160"/>
                  <a:pt x="58" y="158"/>
                  <a:pt x="49" y="154"/>
                </a:cubicBezTo>
                <a:cubicBezTo>
                  <a:pt x="39" y="150"/>
                  <a:pt x="30" y="144"/>
                  <a:pt x="23" y="137"/>
                </a:cubicBezTo>
                <a:cubicBezTo>
                  <a:pt x="16" y="129"/>
                  <a:pt x="10" y="120"/>
                  <a:pt x="6" y="110"/>
                </a:cubicBezTo>
                <a:cubicBezTo>
                  <a:pt x="2" y="100"/>
                  <a:pt x="0" y="90"/>
                  <a:pt x="0" y="80"/>
                </a:cubicBezTo>
                <a:cubicBezTo>
                  <a:pt x="0" y="69"/>
                  <a:pt x="2" y="59"/>
                  <a:pt x="6" y="49"/>
                </a:cubicBezTo>
                <a:cubicBezTo>
                  <a:pt x="10" y="40"/>
                  <a:pt x="16" y="31"/>
                  <a:pt x="23" y="24"/>
                </a:cubicBezTo>
                <a:cubicBezTo>
                  <a:pt x="30" y="16"/>
                  <a:pt x="39" y="10"/>
                  <a:pt x="49" y="6"/>
                </a:cubicBezTo>
                <a:cubicBezTo>
                  <a:pt x="58" y="2"/>
                  <a:pt x="69" y="0"/>
                  <a:pt x="79" y="0"/>
                </a:cubicBezTo>
                <a:cubicBezTo>
                  <a:pt x="90" y="0"/>
                  <a:pt x="100" y="2"/>
                  <a:pt x="109" y="6"/>
                </a:cubicBezTo>
                <a:cubicBezTo>
                  <a:pt x="120" y="10"/>
                  <a:pt x="129" y="16"/>
                  <a:pt x="136" y="24"/>
                </a:cubicBezTo>
                <a:cubicBezTo>
                  <a:pt x="144" y="31"/>
                  <a:pt x="149" y="40"/>
                  <a:pt x="153" y="49"/>
                </a:cubicBezTo>
                <a:cubicBezTo>
                  <a:pt x="157" y="59"/>
                  <a:pt x="159" y="69"/>
                  <a:pt x="159" y="80"/>
                </a:cubicBezTo>
                <a:close/>
              </a:path>
            </a:pathLst>
          </a:custGeom>
          <a:solidFill>
            <a:srgbClr val="EB6834"/>
          </a:solidFill>
          <a:ln w="0">
            <a:noFill/>
          </a:ln>
        </p:spPr>
        <p:txBody>
          <a:bodyPr lIns="0" tIns="0" rIns="0" bIns="0" anchor="t">
            <a:noAutofit/>
          </a:bodyPr>
          <a:p>
            <a:endParaRPr lang="en-US" sz="2400" b="0" u="none" strike="noStrike">
              <a:solidFill>
                <a:srgbClr val="FFFFFF"/>
              </a:solidFill>
              <a:effectLst/>
              <a:uFillTx/>
              <a:latin typeface="游明朝体"/>
            </a:endParaRPr>
          </a:p>
        </p:txBody>
      </p:sp>
      <p:sp>
        <p:nvSpPr>
          <p:cNvPr id="3000" name=""/>
          <p:cNvSpPr txBox="1"/>
          <p:nvPr/>
        </p:nvSpPr>
        <p:spPr>
          <a:xfrm>
            <a:off x="7566480" y="3885120"/>
            <a:ext cx="323928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てアイデアを形にするスタイルが定着</a:t>
            </a:r>
            <a:endParaRPr lang="en-US" sz="1500" b="0" u="none" strike="noStrike">
              <a:solidFill>
                <a:srgbClr val="000000"/>
              </a:solidFill>
              <a:effectLst/>
              <a:uFillTx/>
              <a:latin typeface="游明朝体"/>
            </a:endParaRPr>
          </a:p>
        </p:txBody>
      </p:sp>
      <p:sp>
        <p:nvSpPr>
          <p:cNvPr id="3001" name=""/>
          <p:cNvSpPr txBox="1"/>
          <p:nvPr/>
        </p:nvSpPr>
        <p:spPr>
          <a:xfrm>
            <a:off x="7566480" y="4275720"/>
            <a:ext cx="40014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コードを完全に理解しなくても「動くもの」を</a:t>
            </a:r>
            <a:endParaRPr lang="en-US" sz="1500" b="0" u="none" strike="noStrike">
              <a:solidFill>
                <a:srgbClr val="000000"/>
              </a:solidFill>
              <a:effectLst/>
              <a:uFillTx/>
              <a:latin typeface="游明朝体"/>
            </a:endParaRPr>
          </a:p>
        </p:txBody>
      </p:sp>
      <p:sp>
        <p:nvSpPr>
          <p:cNvPr id="3002" name=""/>
          <p:cNvSpPr txBox="1"/>
          <p:nvPr/>
        </p:nvSpPr>
        <p:spPr>
          <a:xfrm>
            <a:off x="7566480" y="4618800"/>
            <a:ext cx="1524600" cy="191160"/>
          </a:xfrm>
          <a:prstGeom prst="rect">
            <a:avLst/>
          </a:prstGeom>
          <a:noFill/>
          <a:ln w="0">
            <a:noFill/>
          </a:ln>
        </p:spPr>
        <p:txBody>
          <a:bodyPr wrap="none" lIns="0" tIns="0" rIns="0" bIns="0" anchor="t">
            <a:spAutoFit/>
          </a:bodyPr>
          <a:p>
            <a:pPr/>
            <a:r>
              <a:rPr lang="ja-JP" sz="1500" b="0" u="none" strike="noStrike">
                <a:solidFill>
                  <a:srgbClr val="1A1A2E"/>
                </a:solidFill>
                <a:effectLst/>
                <a:uFillTx/>
                <a:latin typeface="HiraginoSans-W4"/>
                <a:ea typeface="HiraginoSans-W4"/>
              </a:rPr>
              <a:t>作りながら学べる</a:t>
            </a:r>
            <a:endParaRPr lang="en-US" sz="1500" b="0" u="none" strike="noStrike">
              <a:solidFill>
                <a:srgbClr val="000000"/>
              </a:solidFill>
              <a:effectLst/>
              <a:uFillTx/>
              <a:latin typeface="游明朝体"/>
            </a:endParaRPr>
          </a:p>
        </p:txBody>
      </p:sp>
      <p:sp>
        <p:nvSpPr>
          <p:cNvPr id="3003" name=""/>
          <p:cNvSpPr txBox="1"/>
          <p:nvPr/>
        </p:nvSpPr>
        <p:spPr>
          <a:xfrm>
            <a:off x="723960" y="6151320"/>
            <a:ext cx="199548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開発コミュニティも重要</a:t>
            </a:r>
            <a:endParaRPr lang="en-US" sz="1430" b="0" u="none" strike="noStrike">
              <a:solidFill>
                <a:srgbClr val="000000"/>
              </a:solidFill>
              <a:effectLst/>
              <a:uFillTx/>
              <a:latin typeface="游明朝体"/>
            </a:endParaRPr>
          </a:p>
        </p:txBody>
      </p:sp>
      <p:sp>
        <p:nvSpPr>
          <p:cNvPr id="3004" name=""/>
          <p:cNvSpPr txBox="1"/>
          <p:nvPr/>
        </p:nvSpPr>
        <p:spPr>
          <a:xfrm>
            <a:off x="2709360" y="6142680"/>
            <a:ext cx="28296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 ― </a:t>
            </a:r>
            <a:endParaRPr lang="en-US" sz="1430" b="0" u="none" strike="noStrike">
              <a:solidFill>
                <a:srgbClr val="000000"/>
              </a:solidFill>
              <a:effectLst/>
              <a:uFillTx/>
              <a:latin typeface="游明朝体"/>
            </a:endParaRPr>
          </a:p>
        </p:txBody>
      </p:sp>
      <p:sp>
        <p:nvSpPr>
          <p:cNvPr id="3005" name=""/>
          <p:cNvSpPr txBox="1"/>
          <p:nvPr/>
        </p:nvSpPr>
        <p:spPr>
          <a:xfrm>
            <a:off x="2990880" y="6151320"/>
            <a:ext cx="54468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職場の</a:t>
            </a:r>
            <a:endParaRPr lang="en-US" sz="1430" b="0" u="none" strike="noStrike">
              <a:solidFill>
                <a:srgbClr val="000000"/>
              </a:solidFill>
              <a:effectLst/>
              <a:uFillTx/>
              <a:latin typeface="游明朝体"/>
            </a:endParaRPr>
          </a:p>
        </p:txBody>
      </p:sp>
      <p:sp>
        <p:nvSpPr>
          <p:cNvPr id="3006" name=""/>
          <p:cNvSpPr txBox="1"/>
          <p:nvPr/>
        </p:nvSpPr>
        <p:spPr>
          <a:xfrm>
            <a:off x="3533760" y="6142680"/>
            <a:ext cx="8269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Python_AI</a:t>
            </a:r>
            <a:endParaRPr lang="en-US" sz="1430" b="0" u="none" strike="noStrike">
              <a:solidFill>
                <a:srgbClr val="000000"/>
              </a:solidFill>
              <a:effectLst/>
              <a:uFillTx/>
              <a:latin typeface="游明朝体"/>
            </a:endParaRPr>
          </a:p>
        </p:txBody>
      </p:sp>
      <p:sp>
        <p:nvSpPr>
          <p:cNvPr id="3007" name=""/>
          <p:cNvSpPr txBox="1"/>
          <p:nvPr/>
        </p:nvSpPr>
        <p:spPr>
          <a:xfrm>
            <a:off x="4358160" y="6151320"/>
            <a:ext cx="21769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グループで⽇々情報交換。</a:t>
            </a:r>
            <a:endParaRPr lang="en-US" sz="1430" b="0" u="none" strike="noStrike">
              <a:solidFill>
                <a:srgbClr val="000000"/>
              </a:solidFill>
              <a:effectLst/>
              <a:uFillTx/>
              <a:latin typeface="游明朝体"/>
            </a:endParaRPr>
          </a:p>
        </p:txBody>
      </p:sp>
      <p:sp>
        <p:nvSpPr>
          <p:cNvPr id="3008" name=""/>
          <p:cNvSpPr txBox="1"/>
          <p:nvPr/>
        </p:nvSpPr>
        <p:spPr>
          <a:xfrm>
            <a:off x="6495480" y="6142680"/>
            <a:ext cx="53460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WXBC</a:t>
            </a:r>
            <a:endParaRPr lang="en-US" sz="1430" b="0" u="none" strike="noStrike">
              <a:solidFill>
                <a:srgbClr val="000000"/>
              </a:solidFill>
              <a:effectLst/>
              <a:uFillTx/>
              <a:latin typeface="游明朝体"/>
            </a:endParaRPr>
          </a:p>
        </p:txBody>
      </p:sp>
      <p:sp>
        <p:nvSpPr>
          <p:cNvPr id="3009" name=""/>
          <p:cNvSpPr txBox="1"/>
          <p:nvPr/>
        </p:nvSpPr>
        <p:spPr>
          <a:xfrm>
            <a:off x="7028280" y="6151320"/>
            <a:ext cx="36360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でも</a:t>
            </a:r>
            <a:endParaRPr lang="en-US" sz="1430" b="0" u="none" strike="noStrike">
              <a:solidFill>
                <a:srgbClr val="000000"/>
              </a:solidFill>
              <a:effectLst/>
              <a:uFillTx/>
              <a:latin typeface="游明朝体"/>
            </a:endParaRPr>
          </a:p>
        </p:txBody>
      </p:sp>
      <p:sp>
        <p:nvSpPr>
          <p:cNvPr id="3010" name=""/>
          <p:cNvSpPr txBox="1"/>
          <p:nvPr/>
        </p:nvSpPr>
        <p:spPr>
          <a:xfrm>
            <a:off x="7390440" y="6142680"/>
            <a:ext cx="44748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Slack</a:t>
            </a:r>
            <a:endParaRPr lang="en-US" sz="1430" b="0" u="none" strike="noStrike">
              <a:solidFill>
                <a:srgbClr val="000000"/>
              </a:solidFill>
              <a:effectLst/>
              <a:uFillTx/>
              <a:latin typeface="游明朝体"/>
            </a:endParaRPr>
          </a:p>
        </p:txBody>
      </p:sp>
      <p:sp>
        <p:nvSpPr>
          <p:cNvPr id="3011" name=""/>
          <p:cNvSpPr txBox="1"/>
          <p:nvPr/>
        </p:nvSpPr>
        <p:spPr>
          <a:xfrm>
            <a:off x="7836120" y="6151320"/>
            <a:ext cx="163296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共有の活発化に期待</a:t>
            </a:r>
            <a:endParaRPr lang="en-US" sz="1430" b="0" u="none" strike="noStrike">
              <a:solidFill>
                <a:srgbClr val="000000"/>
              </a:solidFill>
              <a:effectLst/>
              <a:uFillTx/>
              <a:latin typeface="游明朝体"/>
            </a:endParaRPr>
          </a:p>
        </p:txBody>
      </p:sp>
      <p:sp>
        <p:nvSpPr>
          <p:cNvPr id="3012" name=""/>
          <p:cNvSpPr txBox="1"/>
          <p:nvPr/>
        </p:nvSpPr>
        <p:spPr>
          <a:xfrm>
            <a:off x="723960" y="6427440"/>
            <a:ext cx="50785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このプレゼンもバイブコーディングで⾃動作成。学習⽬的なら</a:t>
            </a:r>
            <a:endParaRPr lang="en-US" sz="1430" b="0" u="none" strike="noStrike">
              <a:solidFill>
                <a:srgbClr val="000000"/>
              </a:solidFill>
              <a:effectLst/>
              <a:uFillTx/>
              <a:latin typeface="游明朝体"/>
            </a:endParaRPr>
          </a:p>
        </p:txBody>
      </p:sp>
      <p:sp>
        <p:nvSpPr>
          <p:cNvPr id="3013" name=""/>
          <p:cNvSpPr txBox="1"/>
          <p:nvPr/>
        </p:nvSpPr>
        <p:spPr>
          <a:xfrm>
            <a:off x="5774760" y="6419160"/>
            <a:ext cx="180720" cy="210600"/>
          </a:xfrm>
          <a:prstGeom prst="rect">
            <a:avLst/>
          </a:prstGeom>
          <a:noFill/>
          <a:ln w="0">
            <a:noFill/>
          </a:ln>
        </p:spPr>
        <p:txBody>
          <a:bodyPr wrap="none" lIns="0" tIns="0" rIns="0" bIns="0" anchor="t">
            <a:spAutoFit/>
          </a:bodyPr>
          <a:p>
            <a:pPr/>
            <a:r>
              <a:rPr lang="en-US" sz="1430" b="0" u="none" strike="noStrike">
                <a:solidFill>
                  <a:srgbClr val="1A1A2E"/>
                </a:solidFill>
                <a:effectLst/>
                <a:uFillTx/>
                <a:latin typeface="HelveticaNeue"/>
                <a:ea typeface="HelveticaNeue"/>
              </a:rPr>
              <a:t>AI</a:t>
            </a:r>
            <a:endParaRPr lang="en-US" sz="1430" b="0" u="none" strike="noStrike">
              <a:solidFill>
                <a:srgbClr val="000000"/>
              </a:solidFill>
              <a:effectLst/>
              <a:uFillTx/>
              <a:latin typeface="游明朝体"/>
            </a:endParaRPr>
          </a:p>
        </p:txBody>
      </p:sp>
      <p:sp>
        <p:nvSpPr>
          <p:cNvPr id="3014" name=""/>
          <p:cNvSpPr txBox="1"/>
          <p:nvPr/>
        </p:nvSpPr>
        <p:spPr>
          <a:xfrm>
            <a:off x="5938920" y="6427440"/>
            <a:ext cx="2902320" cy="181800"/>
          </a:xfrm>
          <a:prstGeom prst="rect">
            <a:avLst/>
          </a:prstGeom>
          <a:noFill/>
          <a:ln w="0">
            <a:noFill/>
          </a:ln>
        </p:spPr>
        <p:txBody>
          <a:bodyPr wrap="none" lIns="0" tIns="0" rIns="0" bIns="0" anchor="t">
            <a:spAutoFit/>
          </a:bodyPr>
          <a:p>
            <a:pPr/>
            <a:r>
              <a:rPr lang="ja-JP" sz="1430" b="0" u="none" strike="noStrike">
                <a:solidFill>
                  <a:srgbClr val="1A1A2E"/>
                </a:solidFill>
                <a:effectLst/>
                <a:uFillTx/>
                <a:latin typeface="HiraginoSans-W4"/>
                <a:ea typeface="HiraginoSans-W4"/>
              </a:rPr>
              <a:t>に解説させながら開発する⽅が向く</a:t>
            </a:r>
            <a:endParaRPr lang="en-US" sz="1430" b="0" u="none" strike="noStrike">
              <a:solidFill>
                <a:srgbClr val="000000"/>
              </a:solidFill>
              <a:effectLst/>
              <a:uFillTx/>
              <a:latin typeface="游明朝体"/>
            </a:endParaRPr>
          </a:p>
        </p:txBody>
      </p:sp>
      <p:sp>
        <p:nvSpPr>
          <p:cNvPr id="3015" name=""/>
          <p:cNvSpPr txBox="1"/>
          <p:nvPr/>
        </p:nvSpPr>
        <p:spPr>
          <a:xfrm>
            <a:off x="11768400" y="6492600"/>
            <a:ext cx="137880" cy="143640"/>
          </a:xfrm>
          <a:prstGeom prst="rect">
            <a:avLst/>
          </a:prstGeom>
          <a:noFill/>
          <a:ln w="0">
            <a:noFill/>
          </a:ln>
        </p:spPr>
        <p:txBody>
          <a:bodyPr wrap="none" lIns="0" tIns="0" rIns="0" bIns="0" anchor="t">
            <a:spAutoFit/>
          </a:bodyPr>
          <a:p>
            <a:pPr/>
            <a:r>
              <a:rPr lang="en-US" sz="980" b="0" u="none" strike="noStrike">
                <a:solidFill>
                  <a:srgbClr val="64748B"/>
                </a:solidFill>
                <a:effectLst/>
                <a:uFillTx/>
                <a:latin typeface="HelveticaNeue"/>
                <a:ea typeface="HelveticaNeue"/>
              </a:rPr>
              <a:t>21</a:t>
            </a:r>
            <a:endParaRPr lang="en-US" sz="980" b="0" u="none" strike="noStrike">
              <a:solidFill>
                <a:srgbClr val="000000"/>
              </a:solidFill>
              <a:effectLst/>
              <a:uFillTx/>
              <a:latin typeface="游明朝体"/>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 name="Picture 1" descr="mc_fixed.022.png"/>
          <p:cNvPicPr>
            <a:picLocks noChangeAspect="1"/>
          </p:cNvPicPr>
          <p:nvPr/>
        </p:nvPicPr>
        <p:blipFill>
          <a:blip r:embed="rId4"/>
          <a:stretch>
            <a:fillRect/>
          </a:stretch>
        </p:blipFill>
        <p:spPr>
          <a:xfrm>
            <a:off x="0" y="0"/>
            <a:ext cx="12192000" cy="6858000"/>
          </a:xfrm>
          <a:prstGeom prst="rect">
            <a:avLst/>
          </a:prstGeom>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LibreOffice/26.2.4.2$MacOSX_AARCH64 LibreOffice_project/0229ac93fcf0d7cbc6376066c6f35021cef002dc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ja-JP</dc:language>
  <cp:lastModifiedBy/>
  <cp:revision>0</cp:revision>
  <dc:subject/>
  <dc:title/>
</cp:coreProperties>
</file>