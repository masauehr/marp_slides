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g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p:nvPr/>
        </p:nvSpPr>
        <p:spPr>
          <a:xfrm>
            <a:off x="533160" y="242856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9" name=""/>
          <p:cNvSpPr txBox="1"/>
          <p:nvPr/>
        </p:nvSpPr>
        <p:spPr>
          <a:xfrm>
            <a:off x="533520" y="191268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概要</a:t>
            </a:r>
            <a:endParaRPr lang="en-US" sz="3000" b="0" u="none" strike="noStrike">
              <a:solidFill>
                <a:srgbClr val="000000"/>
              </a:solidFill>
              <a:effectLst/>
              <a:uFillTx/>
              <a:latin typeface="游明朝体"/>
            </a:endParaRPr>
          </a:p>
        </p:txBody>
      </p:sp>
      <p:sp>
        <p:nvSpPr>
          <p:cNvPr id="220" name=""/>
          <p:cNvSpPr txBox="1"/>
          <p:nvPr/>
        </p:nvSpPr>
        <p:spPr>
          <a:xfrm>
            <a:off x="533520" y="27230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21" name=""/>
          <p:cNvSpPr txBox="1"/>
          <p:nvPr/>
        </p:nvSpPr>
        <p:spPr>
          <a:xfrm>
            <a:off x="6629400" y="27144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2" name=""/>
          <p:cNvSpPr txBox="1"/>
          <p:nvPr/>
        </p:nvSpPr>
        <p:spPr>
          <a:xfrm>
            <a:off x="7190280" y="27230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3" name=""/>
          <p:cNvSpPr txBox="1"/>
          <p:nvPr/>
        </p:nvSpPr>
        <p:spPr>
          <a:xfrm>
            <a:off x="10973520" y="271440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4" name=""/>
          <p:cNvSpPr txBox="1"/>
          <p:nvPr/>
        </p:nvSpPr>
        <p:spPr>
          <a:xfrm>
            <a:off x="533520" y="30088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5" name=""/>
          <p:cNvSpPr txBox="1"/>
          <p:nvPr/>
        </p:nvSpPr>
        <p:spPr>
          <a:xfrm>
            <a:off x="4518720" y="299988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4691520" y="3008880"/>
            <a:ext cx="6668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7" name=""/>
          <p:cNvSpPr txBox="1"/>
          <p:nvPr/>
        </p:nvSpPr>
        <p:spPr>
          <a:xfrm>
            <a:off x="533520" y="3438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8" name=""/>
          <p:cNvSpPr txBox="1"/>
          <p:nvPr/>
        </p:nvSpPr>
        <p:spPr>
          <a:xfrm>
            <a:off x="706320" y="34470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9" name=""/>
          <p:cNvSpPr txBox="1"/>
          <p:nvPr/>
        </p:nvSpPr>
        <p:spPr>
          <a:xfrm>
            <a:off x="5826960" y="3438000"/>
            <a:ext cx="1045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30" name=""/>
          <p:cNvSpPr txBox="1"/>
          <p:nvPr/>
        </p:nvSpPr>
        <p:spPr>
          <a:xfrm>
            <a:off x="6867720" y="3447000"/>
            <a:ext cx="4953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31" name=""/>
          <p:cNvSpPr txBox="1"/>
          <p:nvPr/>
        </p:nvSpPr>
        <p:spPr>
          <a:xfrm>
            <a:off x="533520" y="3732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2" name=""/>
          <p:cNvSpPr txBox="1"/>
          <p:nvPr/>
        </p:nvSpPr>
        <p:spPr>
          <a:xfrm>
            <a:off x="24382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3" name=""/>
          <p:cNvSpPr txBox="1"/>
          <p:nvPr/>
        </p:nvSpPr>
        <p:spPr>
          <a:xfrm>
            <a:off x="2544480" y="37328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4" name=""/>
          <p:cNvSpPr txBox="1"/>
          <p:nvPr/>
        </p:nvSpPr>
        <p:spPr>
          <a:xfrm>
            <a:off x="3496680" y="3723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5" name=""/>
          <p:cNvSpPr txBox="1"/>
          <p:nvPr/>
        </p:nvSpPr>
        <p:spPr>
          <a:xfrm>
            <a:off x="3669480" y="3732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6" name=""/>
          <p:cNvSpPr txBox="1"/>
          <p:nvPr/>
        </p:nvSpPr>
        <p:spPr>
          <a:xfrm>
            <a:off x="4986000" y="3723840"/>
            <a:ext cx="111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7" name=""/>
          <p:cNvSpPr txBox="1"/>
          <p:nvPr/>
        </p:nvSpPr>
        <p:spPr>
          <a:xfrm>
            <a:off x="6104520" y="3732840"/>
            <a:ext cx="5525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8" name=""/>
          <p:cNvSpPr txBox="1"/>
          <p:nvPr/>
        </p:nvSpPr>
        <p:spPr>
          <a:xfrm>
            <a:off x="533520" y="401868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9" name=""/>
          <p:cNvSpPr txBox="1"/>
          <p:nvPr/>
        </p:nvSpPr>
        <p:spPr>
          <a:xfrm>
            <a:off x="533520" y="4456800"/>
            <a:ext cx="10859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40" name=""/>
          <p:cNvSpPr txBox="1"/>
          <p:nvPr/>
        </p:nvSpPr>
        <p:spPr>
          <a:xfrm>
            <a:off x="533520" y="47426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4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 name=""/>
          <p:cNvSpPr/>
          <p:nvPr/>
        </p:nvSpPr>
        <p:spPr>
          <a:xfrm>
            <a:off x="533160" y="26096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 name=""/>
          <p:cNvSpPr txBox="1"/>
          <p:nvPr/>
        </p:nvSpPr>
        <p:spPr>
          <a:xfrm>
            <a:off x="533520" y="209376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⽬次</a:t>
            </a:r>
            <a:endParaRPr lang="en-US" sz="3000" b="0" u="none" strike="noStrike">
              <a:solidFill>
                <a:srgbClr val="000000"/>
              </a:solidFill>
              <a:effectLst/>
              <a:uFillTx/>
              <a:latin typeface="游明朝体"/>
            </a:endParaRPr>
          </a:p>
        </p:txBody>
      </p:sp>
      <p:sp>
        <p:nvSpPr>
          <p:cNvPr id="247" name=""/>
          <p:cNvSpPr txBox="1"/>
          <p:nvPr/>
        </p:nvSpPr>
        <p:spPr>
          <a:xfrm>
            <a:off x="588240" y="292392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248" name=""/>
          <p:cNvSpPr txBox="1"/>
          <p:nvPr/>
        </p:nvSpPr>
        <p:spPr>
          <a:xfrm>
            <a:off x="799920" y="2932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249" name=""/>
          <p:cNvSpPr txBox="1"/>
          <p:nvPr/>
        </p:nvSpPr>
        <p:spPr>
          <a:xfrm>
            <a:off x="1181160" y="29239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0" name=""/>
          <p:cNvSpPr txBox="1"/>
          <p:nvPr/>
        </p:nvSpPr>
        <p:spPr>
          <a:xfrm>
            <a:off x="1353960" y="2932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251" name=""/>
          <p:cNvSpPr txBox="1"/>
          <p:nvPr/>
        </p:nvSpPr>
        <p:spPr>
          <a:xfrm>
            <a:off x="588240" y="33141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252" name=""/>
          <p:cNvSpPr txBox="1"/>
          <p:nvPr/>
        </p:nvSpPr>
        <p:spPr>
          <a:xfrm>
            <a:off x="799920" y="33231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253" name=""/>
          <p:cNvSpPr txBox="1"/>
          <p:nvPr/>
        </p:nvSpPr>
        <p:spPr>
          <a:xfrm>
            <a:off x="588240" y="37047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254" name=""/>
          <p:cNvSpPr txBox="1"/>
          <p:nvPr/>
        </p:nvSpPr>
        <p:spPr>
          <a:xfrm>
            <a:off x="799920" y="37137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255" name=""/>
          <p:cNvSpPr txBox="1"/>
          <p:nvPr/>
        </p:nvSpPr>
        <p:spPr>
          <a:xfrm>
            <a:off x="3657600" y="3704760"/>
            <a:ext cx="393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256" name=""/>
          <p:cNvSpPr txBox="1"/>
          <p:nvPr/>
        </p:nvSpPr>
        <p:spPr>
          <a:xfrm>
            <a:off x="4050720" y="371376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257" name=""/>
          <p:cNvSpPr txBox="1"/>
          <p:nvPr/>
        </p:nvSpPr>
        <p:spPr>
          <a:xfrm>
            <a:off x="588240" y="40953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258" name=""/>
          <p:cNvSpPr txBox="1"/>
          <p:nvPr/>
        </p:nvSpPr>
        <p:spPr>
          <a:xfrm>
            <a:off x="799920" y="410436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259" name=""/>
          <p:cNvSpPr txBox="1"/>
          <p:nvPr/>
        </p:nvSpPr>
        <p:spPr>
          <a:xfrm>
            <a:off x="588240" y="4485960"/>
            <a:ext cx="212400" cy="222840"/>
          </a:xfrm>
          <a:prstGeom prst="rect">
            <a:avLst/>
          </a:prstGeom>
          <a:noFill/>
          <a:ln w="0">
            <a:noFill/>
          </a:ln>
        </p:spPr>
        <p:txBody>
          <a:bodyPr wrap="none" lIns="0" tIns="0" rIns="0" bIns="0" anchor="t">
            <a:spAutoFit/>
          </a:bodyPr>
          <a:p>
            <a:pPr/>
            <a:r>
              <a:rPr lang="en-US" sz="1500" b="0" u="none" strike="noStrike">
                <a:solidFill>
                  <a:srgbClr val="1BAF7A"/>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260" name=""/>
          <p:cNvSpPr txBox="1"/>
          <p:nvPr/>
        </p:nvSpPr>
        <p:spPr>
          <a:xfrm>
            <a:off x="799920" y="44949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2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5" name=""/>
          <p:cNvSpPr/>
          <p:nvPr/>
        </p:nvSpPr>
        <p:spPr>
          <a:xfrm>
            <a:off x="533160" y="21430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6" name=""/>
          <p:cNvSpPr/>
          <p:nvPr/>
        </p:nvSpPr>
        <p:spPr>
          <a:xfrm>
            <a:off x="552240" y="4800240"/>
            <a:ext cx="11106360" cy="467280"/>
          </a:xfrm>
          <a:custGeom>
            <a:avLst/>
            <a:gdLst/>
            <a:ahLst/>
            <a:rect l="0" t="0" r="r" b="b"/>
            <a:pathLst>
              <a:path w="30851" h="1298">
                <a:moveTo>
                  <a:pt x="0" y="1298"/>
                </a:moveTo>
                <a:lnTo>
                  <a:pt x="0" y="0"/>
                </a:lnTo>
                <a:lnTo>
                  <a:pt x="30746" y="0"/>
                </a:lnTo>
                <a:cubicBezTo>
                  <a:pt x="30760" y="0"/>
                  <a:pt x="30773" y="3"/>
                  <a:pt x="30786" y="9"/>
                </a:cubicBezTo>
                <a:cubicBezTo>
                  <a:pt x="30799" y="14"/>
                  <a:pt x="30811" y="22"/>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5"/>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7" name=""/>
          <p:cNvSpPr/>
          <p:nvPr/>
        </p:nvSpPr>
        <p:spPr>
          <a:xfrm>
            <a:off x="533160" y="480024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txBox="1"/>
          <p:nvPr/>
        </p:nvSpPr>
        <p:spPr>
          <a:xfrm>
            <a:off x="533520" y="1626840"/>
            <a:ext cx="762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⽣成</a:t>
            </a:r>
            <a:endParaRPr lang="en-US" sz="3000" b="0" u="none" strike="noStrike">
              <a:solidFill>
                <a:srgbClr val="000000"/>
              </a:solidFill>
              <a:effectLst/>
              <a:uFillTx/>
              <a:latin typeface="游明朝体"/>
            </a:endParaRPr>
          </a:p>
        </p:txBody>
      </p:sp>
      <p:sp>
        <p:nvSpPr>
          <p:cNvPr id="269" name=""/>
          <p:cNvSpPr txBox="1"/>
          <p:nvPr/>
        </p:nvSpPr>
        <p:spPr>
          <a:xfrm>
            <a:off x="1295280" y="160884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270" name=""/>
          <p:cNvSpPr txBox="1"/>
          <p:nvPr/>
        </p:nvSpPr>
        <p:spPr>
          <a:xfrm>
            <a:off x="1668600" y="1626840"/>
            <a:ext cx="1524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活⽤から</a:t>
            </a:r>
            <a:endParaRPr lang="en-US" sz="3000" b="0" u="none" strike="noStrike">
              <a:solidFill>
                <a:srgbClr val="000000"/>
              </a:solidFill>
              <a:effectLst/>
              <a:uFillTx/>
              <a:latin typeface="游明朝体"/>
            </a:endParaRPr>
          </a:p>
        </p:txBody>
      </p:sp>
      <p:sp>
        <p:nvSpPr>
          <p:cNvPr id="271" name=""/>
          <p:cNvSpPr txBox="1"/>
          <p:nvPr/>
        </p:nvSpPr>
        <p:spPr>
          <a:xfrm>
            <a:off x="3192840" y="1608840"/>
            <a:ext cx="25617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Claude Code </a:t>
            </a:r>
            <a:endParaRPr lang="en-US" sz="3000" b="0" u="none" strike="noStrike">
              <a:solidFill>
                <a:srgbClr val="000000"/>
              </a:solidFill>
              <a:effectLst/>
              <a:uFillTx/>
              <a:latin typeface="游明朝体"/>
            </a:endParaRPr>
          </a:p>
        </p:txBody>
      </p:sp>
      <p:sp>
        <p:nvSpPr>
          <p:cNvPr id="272" name=""/>
          <p:cNvSpPr/>
          <p:nvPr/>
        </p:nvSpPr>
        <p:spPr>
          <a:xfrm>
            <a:off x="618840" y="2552400"/>
            <a:ext cx="57600" cy="57600"/>
          </a:xfrm>
          <a:custGeom>
            <a:avLst/>
            <a:gdLst/>
            <a:ahLst/>
            <a:rect l="0" t="0" r="r" b="b"/>
            <a:pathLst>
              <a:path w="160" h="160">
                <a:moveTo>
                  <a:pt x="160" y="80"/>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txBox="1"/>
          <p:nvPr/>
        </p:nvSpPr>
        <p:spPr>
          <a:xfrm>
            <a:off x="5753880" y="162684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による開発へ</a:t>
            </a:r>
            <a:endParaRPr lang="en-US" sz="3000" b="0" u="none" strike="noStrike">
              <a:solidFill>
                <a:srgbClr val="000000"/>
              </a:solidFill>
              <a:effectLst/>
              <a:uFillTx/>
              <a:latin typeface="游明朝体"/>
            </a:endParaRPr>
          </a:p>
        </p:txBody>
      </p:sp>
      <p:sp>
        <p:nvSpPr>
          <p:cNvPr id="274" name=""/>
          <p:cNvSpPr txBox="1"/>
          <p:nvPr/>
        </p:nvSpPr>
        <p:spPr>
          <a:xfrm>
            <a:off x="79992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275" name=""/>
          <p:cNvSpPr txBox="1"/>
          <p:nvPr/>
        </p:nvSpPr>
        <p:spPr>
          <a:xfrm>
            <a:off x="99072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76" name=""/>
          <p:cNvSpPr txBox="1"/>
          <p:nvPr/>
        </p:nvSpPr>
        <p:spPr>
          <a:xfrm>
            <a:off x="1096560" y="246600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277" name=""/>
          <p:cNvSpPr txBox="1"/>
          <p:nvPr/>
        </p:nvSpPr>
        <p:spPr>
          <a:xfrm>
            <a:off x="2239560" y="24570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78" name=""/>
          <p:cNvSpPr txBox="1"/>
          <p:nvPr/>
        </p:nvSpPr>
        <p:spPr>
          <a:xfrm>
            <a:off x="2412360" y="2466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279" name=""/>
          <p:cNvSpPr txBox="1"/>
          <p:nvPr/>
        </p:nvSpPr>
        <p:spPr>
          <a:xfrm>
            <a:off x="2602800" y="2457000"/>
            <a:ext cx="83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80" name=""/>
          <p:cNvSpPr txBox="1"/>
          <p:nvPr/>
        </p:nvSpPr>
        <p:spPr>
          <a:xfrm>
            <a:off x="3439080" y="24660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281" name=""/>
          <p:cNvSpPr txBox="1"/>
          <p:nvPr/>
        </p:nvSpPr>
        <p:spPr>
          <a:xfrm>
            <a:off x="7791840" y="245700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2" name=""/>
          <p:cNvSpPr/>
          <p:nvPr/>
        </p:nvSpPr>
        <p:spPr>
          <a:xfrm>
            <a:off x="618840" y="2943000"/>
            <a:ext cx="57600" cy="57600"/>
          </a:xfrm>
          <a:custGeom>
            <a:avLst/>
            <a:gdLst/>
            <a:ahLst/>
            <a:rect l="0" t="0" r="r" b="b"/>
            <a:pathLst>
              <a:path w="160" h="160">
                <a:moveTo>
                  <a:pt x="160" y="79"/>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txBox="1"/>
          <p:nvPr/>
        </p:nvSpPr>
        <p:spPr>
          <a:xfrm>
            <a:off x="8172720" y="246600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284" name=""/>
          <p:cNvSpPr txBox="1"/>
          <p:nvPr/>
        </p:nvSpPr>
        <p:spPr>
          <a:xfrm>
            <a:off x="799920" y="284760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5" name=""/>
          <p:cNvSpPr txBox="1"/>
          <p:nvPr/>
        </p:nvSpPr>
        <p:spPr>
          <a:xfrm>
            <a:off x="1360800" y="285660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286" name=""/>
          <p:cNvSpPr txBox="1"/>
          <p:nvPr/>
        </p:nvSpPr>
        <p:spPr>
          <a:xfrm>
            <a:off x="5715720" y="284760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87" name=""/>
          <p:cNvSpPr/>
          <p:nvPr/>
        </p:nvSpPr>
        <p:spPr>
          <a:xfrm>
            <a:off x="618840" y="33336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4"/>
                  <a:pt x="121" y="150"/>
                  <a:pt x="111" y="154"/>
                </a:cubicBezTo>
                <a:cubicBezTo>
                  <a:pt x="101" y="158"/>
                  <a:pt x="90" y="160"/>
                  <a:pt x="80" y="160"/>
                </a:cubicBezTo>
                <a:cubicBezTo>
                  <a:pt x="69" y="160"/>
                  <a:pt x="59" y="158"/>
                  <a:pt x="49" y="154"/>
                </a:cubicBezTo>
                <a:cubicBezTo>
                  <a:pt x="40" y="150"/>
                  <a:pt x="31" y="144"/>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txBox="1"/>
          <p:nvPr/>
        </p:nvSpPr>
        <p:spPr>
          <a:xfrm>
            <a:off x="6305040" y="28566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289" name=""/>
          <p:cNvSpPr txBox="1"/>
          <p:nvPr/>
        </p:nvSpPr>
        <p:spPr>
          <a:xfrm>
            <a:off x="7999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290" name=""/>
          <p:cNvSpPr txBox="1"/>
          <p:nvPr/>
        </p:nvSpPr>
        <p:spPr>
          <a:xfrm>
            <a:off x="1371600" y="323820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91" name=""/>
          <p:cNvSpPr txBox="1"/>
          <p:nvPr/>
        </p:nvSpPr>
        <p:spPr>
          <a:xfrm>
            <a:off x="1650240" y="324720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292" name=""/>
          <p:cNvSpPr txBox="1"/>
          <p:nvPr/>
        </p:nvSpPr>
        <p:spPr>
          <a:xfrm>
            <a:off x="4871520" y="32382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93" name=""/>
          <p:cNvSpPr txBox="1"/>
          <p:nvPr/>
        </p:nvSpPr>
        <p:spPr>
          <a:xfrm>
            <a:off x="4977720" y="32472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294" name=""/>
          <p:cNvSpPr txBox="1"/>
          <p:nvPr/>
        </p:nvSpPr>
        <p:spPr>
          <a:xfrm>
            <a:off x="5549040" y="323820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95" name=""/>
          <p:cNvSpPr/>
          <p:nvPr/>
        </p:nvSpPr>
        <p:spPr>
          <a:xfrm>
            <a:off x="618840" y="37242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txBox="1"/>
          <p:nvPr/>
        </p:nvSpPr>
        <p:spPr>
          <a:xfrm>
            <a:off x="6720480" y="324720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297" name=""/>
          <p:cNvSpPr txBox="1"/>
          <p:nvPr/>
        </p:nvSpPr>
        <p:spPr>
          <a:xfrm>
            <a:off x="799920" y="363744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298" name=""/>
          <p:cNvSpPr txBox="1"/>
          <p:nvPr/>
        </p:nvSpPr>
        <p:spPr>
          <a:xfrm>
            <a:off x="4610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99" name=""/>
          <p:cNvSpPr txBox="1"/>
          <p:nvPr/>
        </p:nvSpPr>
        <p:spPr>
          <a:xfrm>
            <a:off x="4969800" y="3637440"/>
            <a:ext cx="6096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300" name=""/>
          <p:cNvSpPr txBox="1"/>
          <p:nvPr/>
        </p:nvSpPr>
        <p:spPr>
          <a:xfrm>
            <a:off x="11054160" y="362880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01" name=""/>
          <p:cNvSpPr/>
          <p:nvPr/>
        </p:nvSpPr>
        <p:spPr>
          <a:xfrm>
            <a:off x="618840" y="44575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txBox="1"/>
          <p:nvPr/>
        </p:nvSpPr>
        <p:spPr>
          <a:xfrm>
            <a:off x="799920" y="39805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303" name=""/>
          <p:cNvSpPr txBox="1"/>
          <p:nvPr/>
        </p:nvSpPr>
        <p:spPr>
          <a:xfrm>
            <a:off x="79992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04" name=""/>
          <p:cNvSpPr txBox="1"/>
          <p:nvPr/>
        </p:nvSpPr>
        <p:spPr>
          <a:xfrm>
            <a:off x="972720" y="437112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305" name=""/>
          <p:cNvSpPr txBox="1"/>
          <p:nvPr/>
        </p:nvSpPr>
        <p:spPr>
          <a:xfrm>
            <a:off x="6110640" y="4362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06" name=""/>
          <p:cNvSpPr txBox="1"/>
          <p:nvPr/>
        </p:nvSpPr>
        <p:spPr>
          <a:xfrm>
            <a:off x="6163560" y="437112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307" name=""/>
          <p:cNvSpPr txBox="1"/>
          <p:nvPr/>
        </p:nvSpPr>
        <p:spPr>
          <a:xfrm>
            <a:off x="6354000" y="436212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308" name=""/>
          <p:cNvSpPr txBox="1"/>
          <p:nvPr/>
        </p:nvSpPr>
        <p:spPr>
          <a:xfrm>
            <a:off x="7063200" y="4371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309" name=""/>
          <p:cNvSpPr txBox="1"/>
          <p:nvPr/>
        </p:nvSpPr>
        <p:spPr>
          <a:xfrm>
            <a:off x="7444440" y="4362120"/>
            <a:ext cx="526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310" name=""/>
          <p:cNvSpPr txBox="1"/>
          <p:nvPr/>
        </p:nvSpPr>
        <p:spPr>
          <a:xfrm>
            <a:off x="7970400" y="43711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311" name=""/>
          <p:cNvSpPr txBox="1"/>
          <p:nvPr/>
        </p:nvSpPr>
        <p:spPr>
          <a:xfrm>
            <a:off x="723960" y="49320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312" name=""/>
          <p:cNvSpPr txBox="1"/>
          <p:nvPr/>
        </p:nvSpPr>
        <p:spPr>
          <a:xfrm>
            <a:off x="4699800" y="4923720"/>
            <a:ext cx="36036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313" name=""/>
          <p:cNvSpPr txBox="1"/>
          <p:nvPr/>
        </p:nvSpPr>
        <p:spPr>
          <a:xfrm>
            <a:off x="5058720" y="4932000"/>
            <a:ext cx="3627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314"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9"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チャットでの開発</a:t>
            </a:r>
            <a:endParaRPr lang="en-US" sz="3000" b="0" u="none" strike="noStrike">
              <a:solidFill>
                <a:srgbClr val="000000"/>
              </a:solidFill>
              <a:effectLst/>
              <a:uFillTx/>
              <a:latin typeface="游明朝体"/>
            </a:endParaRPr>
          </a:p>
        </p:txBody>
      </p:sp>
      <p:sp>
        <p:nvSpPr>
          <p:cNvPr id="320" name=""/>
          <p:cNvSpPr txBox="1"/>
          <p:nvPr/>
        </p:nvSpPr>
        <p:spPr>
          <a:xfrm>
            <a:off x="3581280" y="475560"/>
            <a:ext cx="296460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vs Claude Code</a:t>
            </a:r>
            <a:endParaRPr lang="en-US" sz="3000" b="0" u="none" strike="noStrike">
              <a:solidFill>
                <a:srgbClr val="000000"/>
              </a:solidFill>
              <a:effectLst/>
              <a:uFillTx/>
              <a:latin typeface="游明朝体"/>
            </a:endParaRPr>
          </a:p>
        </p:txBody>
      </p:sp>
      <p:sp>
        <p:nvSpPr>
          <p:cNvPr id="321" name=""/>
          <p:cNvSpPr txBox="1"/>
          <p:nvPr/>
        </p:nvSpPr>
        <p:spPr>
          <a:xfrm>
            <a:off x="654516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322" name=""/>
          <p:cNvSpPr txBox="1"/>
          <p:nvPr/>
        </p:nvSpPr>
        <p:spPr>
          <a:xfrm>
            <a:off x="692604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323" name=""/>
          <p:cNvSpPr/>
          <p:nvPr/>
        </p:nvSpPr>
        <p:spPr>
          <a:xfrm>
            <a:off x="533160" y="1266480"/>
            <a:ext cx="10477800" cy="5105880"/>
          </a:xfrm>
          <a:custGeom>
            <a:avLst/>
            <a:gdLst/>
            <a:ahLst/>
            <a:rect l="0" t="0" r="r" b="b"/>
            <a:pathLst>
              <a:path w="29105" h="14183">
                <a:moveTo>
                  <a:pt x="0" y="0"/>
                </a:moveTo>
                <a:lnTo>
                  <a:pt x="29105" y="0"/>
                </a:lnTo>
                <a:lnTo>
                  <a:pt x="29105" y="14183"/>
                </a:lnTo>
                <a:lnTo>
                  <a:pt x="0" y="1418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4" name=""/>
          <p:cNvSpPr/>
          <p:nvPr/>
        </p:nvSpPr>
        <p:spPr>
          <a:xfrm>
            <a:off x="5765400" y="1332000"/>
            <a:ext cx="13320" cy="4974840"/>
          </a:xfrm>
          <a:custGeom>
            <a:avLst/>
            <a:gdLst/>
            <a:ahLst/>
            <a:rect l="0" t="0" r="r" b="b"/>
            <a:pathLst>
              <a:path w="37" h="13819">
                <a:moveTo>
                  <a:pt x="37" y="0"/>
                </a:moveTo>
                <a:lnTo>
                  <a:pt x="37" y="109"/>
                </a:lnTo>
                <a:lnTo>
                  <a:pt x="0" y="109"/>
                </a:lnTo>
                <a:lnTo>
                  <a:pt x="0" y="0"/>
                </a:lnTo>
                <a:lnTo>
                  <a:pt x="37" y="0"/>
                </a:lnTo>
                <a:moveTo>
                  <a:pt x="37" y="218"/>
                </a:moveTo>
                <a:lnTo>
                  <a:pt x="37" y="328"/>
                </a:lnTo>
                <a:lnTo>
                  <a:pt x="0" y="328"/>
                </a:lnTo>
                <a:lnTo>
                  <a:pt x="0" y="218"/>
                </a:lnTo>
                <a:lnTo>
                  <a:pt x="37" y="218"/>
                </a:lnTo>
                <a:moveTo>
                  <a:pt x="37" y="437"/>
                </a:moveTo>
                <a:lnTo>
                  <a:pt x="37" y="546"/>
                </a:lnTo>
                <a:lnTo>
                  <a:pt x="0" y="546"/>
                </a:lnTo>
                <a:lnTo>
                  <a:pt x="0" y="437"/>
                </a:lnTo>
                <a:lnTo>
                  <a:pt x="37" y="437"/>
                </a:lnTo>
                <a:moveTo>
                  <a:pt x="37" y="655"/>
                </a:moveTo>
                <a:lnTo>
                  <a:pt x="37" y="764"/>
                </a:lnTo>
                <a:lnTo>
                  <a:pt x="0" y="764"/>
                </a:lnTo>
                <a:lnTo>
                  <a:pt x="0" y="655"/>
                </a:lnTo>
                <a:lnTo>
                  <a:pt x="37" y="655"/>
                </a:lnTo>
                <a:moveTo>
                  <a:pt x="37" y="873"/>
                </a:moveTo>
                <a:lnTo>
                  <a:pt x="37" y="982"/>
                </a:lnTo>
                <a:lnTo>
                  <a:pt x="0" y="982"/>
                </a:lnTo>
                <a:lnTo>
                  <a:pt x="0" y="873"/>
                </a:lnTo>
                <a:lnTo>
                  <a:pt x="37" y="873"/>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8"/>
                </a:moveTo>
                <a:lnTo>
                  <a:pt x="37" y="1637"/>
                </a:lnTo>
                <a:lnTo>
                  <a:pt x="0" y="1637"/>
                </a:lnTo>
                <a:lnTo>
                  <a:pt x="0" y="1528"/>
                </a:lnTo>
                <a:lnTo>
                  <a:pt x="37" y="1528"/>
                </a:lnTo>
                <a:moveTo>
                  <a:pt x="37" y="1746"/>
                </a:moveTo>
                <a:lnTo>
                  <a:pt x="37" y="1855"/>
                </a:lnTo>
                <a:lnTo>
                  <a:pt x="0" y="1855"/>
                </a:lnTo>
                <a:lnTo>
                  <a:pt x="0" y="1746"/>
                </a:lnTo>
                <a:lnTo>
                  <a:pt x="37" y="1746"/>
                </a:lnTo>
                <a:moveTo>
                  <a:pt x="37" y="1964"/>
                </a:moveTo>
                <a:lnTo>
                  <a:pt x="37" y="2073"/>
                </a:lnTo>
                <a:lnTo>
                  <a:pt x="0" y="2073"/>
                </a:lnTo>
                <a:lnTo>
                  <a:pt x="0" y="1964"/>
                </a:lnTo>
                <a:lnTo>
                  <a:pt x="37" y="1964"/>
                </a:lnTo>
                <a:moveTo>
                  <a:pt x="37" y="2182"/>
                </a:moveTo>
                <a:lnTo>
                  <a:pt x="37" y="2291"/>
                </a:lnTo>
                <a:lnTo>
                  <a:pt x="0" y="2291"/>
                </a:lnTo>
                <a:lnTo>
                  <a:pt x="0" y="2182"/>
                </a:lnTo>
                <a:lnTo>
                  <a:pt x="37" y="2182"/>
                </a:lnTo>
                <a:moveTo>
                  <a:pt x="37" y="2400"/>
                </a:moveTo>
                <a:lnTo>
                  <a:pt x="37" y="2509"/>
                </a:lnTo>
                <a:lnTo>
                  <a:pt x="0" y="2509"/>
                </a:lnTo>
                <a:lnTo>
                  <a:pt x="0" y="2400"/>
                </a:lnTo>
                <a:lnTo>
                  <a:pt x="37" y="2400"/>
                </a:lnTo>
                <a:moveTo>
                  <a:pt x="37" y="2618"/>
                </a:moveTo>
                <a:lnTo>
                  <a:pt x="37" y="2728"/>
                </a:lnTo>
                <a:lnTo>
                  <a:pt x="0" y="2728"/>
                </a:lnTo>
                <a:lnTo>
                  <a:pt x="0" y="2618"/>
                </a:lnTo>
                <a:lnTo>
                  <a:pt x="37" y="2618"/>
                </a:lnTo>
                <a:moveTo>
                  <a:pt x="37" y="2837"/>
                </a:moveTo>
                <a:lnTo>
                  <a:pt x="37" y="2946"/>
                </a:lnTo>
                <a:lnTo>
                  <a:pt x="0" y="2946"/>
                </a:lnTo>
                <a:lnTo>
                  <a:pt x="0" y="2837"/>
                </a:lnTo>
                <a:lnTo>
                  <a:pt x="37" y="2837"/>
                </a:lnTo>
                <a:moveTo>
                  <a:pt x="37" y="3055"/>
                </a:moveTo>
                <a:lnTo>
                  <a:pt x="37" y="3164"/>
                </a:lnTo>
                <a:lnTo>
                  <a:pt x="0" y="3164"/>
                </a:lnTo>
                <a:lnTo>
                  <a:pt x="0" y="3055"/>
                </a:lnTo>
                <a:lnTo>
                  <a:pt x="37" y="3055"/>
                </a:lnTo>
                <a:moveTo>
                  <a:pt x="37" y="3274"/>
                </a:moveTo>
                <a:lnTo>
                  <a:pt x="37" y="3383"/>
                </a:lnTo>
                <a:lnTo>
                  <a:pt x="0" y="3383"/>
                </a:lnTo>
                <a:lnTo>
                  <a:pt x="0" y="3274"/>
                </a:lnTo>
                <a:lnTo>
                  <a:pt x="37" y="3274"/>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9"/>
                </a:moveTo>
                <a:lnTo>
                  <a:pt x="37" y="4038"/>
                </a:lnTo>
                <a:lnTo>
                  <a:pt x="0" y="4038"/>
                </a:lnTo>
                <a:lnTo>
                  <a:pt x="0" y="3929"/>
                </a:lnTo>
                <a:lnTo>
                  <a:pt x="37" y="3929"/>
                </a:lnTo>
                <a:moveTo>
                  <a:pt x="37" y="4147"/>
                </a:moveTo>
                <a:lnTo>
                  <a:pt x="37" y="4256"/>
                </a:lnTo>
                <a:lnTo>
                  <a:pt x="0" y="4256"/>
                </a:lnTo>
                <a:lnTo>
                  <a:pt x="0" y="4147"/>
                </a:lnTo>
                <a:lnTo>
                  <a:pt x="37" y="4147"/>
                </a:lnTo>
                <a:moveTo>
                  <a:pt x="37" y="4365"/>
                </a:moveTo>
                <a:lnTo>
                  <a:pt x="37" y="4474"/>
                </a:lnTo>
                <a:lnTo>
                  <a:pt x="0" y="4474"/>
                </a:lnTo>
                <a:lnTo>
                  <a:pt x="0" y="4365"/>
                </a:lnTo>
                <a:lnTo>
                  <a:pt x="37" y="4365"/>
                </a:lnTo>
                <a:moveTo>
                  <a:pt x="37" y="4583"/>
                </a:moveTo>
                <a:lnTo>
                  <a:pt x="37" y="4692"/>
                </a:lnTo>
                <a:lnTo>
                  <a:pt x="0" y="4692"/>
                </a:lnTo>
                <a:lnTo>
                  <a:pt x="0" y="4583"/>
                </a:lnTo>
                <a:lnTo>
                  <a:pt x="37" y="4583"/>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8"/>
                </a:moveTo>
                <a:lnTo>
                  <a:pt x="37" y="5347"/>
                </a:lnTo>
                <a:lnTo>
                  <a:pt x="0" y="5347"/>
                </a:lnTo>
                <a:lnTo>
                  <a:pt x="0" y="5238"/>
                </a:lnTo>
                <a:lnTo>
                  <a:pt x="37" y="5238"/>
                </a:lnTo>
                <a:moveTo>
                  <a:pt x="37" y="5456"/>
                </a:moveTo>
                <a:lnTo>
                  <a:pt x="37" y="5565"/>
                </a:lnTo>
                <a:lnTo>
                  <a:pt x="0" y="5565"/>
                </a:lnTo>
                <a:lnTo>
                  <a:pt x="0" y="5456"/>
                </a:lnTo>
                <a:lnTo>
                  <a:pt x="37" y="5456"/>
                </a:lnTo>
                <a:moveTo>
                  <a:pt x="37" y="5674"/>
                </a:moveTo>
                <a:lnTo>
                  <a:pt x="37" y="5783"/>
                </a:lnTo>
                <a:lnTo>
                  <a:pt x="0" y="5783"/>
                </a:lnTo>
                <a:lnTo>
                  <a:pt x="0" y="5674"/>
                </a:lnTo>
                <a:lnTo>
                  <a:pt x="37" y="5674"/>
                </a:lnTo>
                <a:moveTo>
                  <a:pt x="37" y="5892"/>
                </a:moveTo>
                <a:lnTo>
                  <a:pt x="37" y="6001"/>
                </a:lnTo>
                <a:lnTo>
                  <a:pt x="0" y="6001"/>
                </a:lnTo>
                <a:lnTo>
                  <a:pt x="0" y="5892"/>
                </a:lnTo>
                <a:lnTo>
                  <a:pt x="37" y="5892"/>
                </a:lnTo>
                <a:moveTo>
                  <a:pt x="37" y="6110"/>
                </a:moveTo>
                <a:lnTo>
                  <a:pt x="37" y="6219"/>
                </a:lnTo>
                <a:lnTo>
                  <a:pt x="0" y="6219"/>
                </a:lnTo>
                <a:lnTo>
                  <a:pt x="0" y="6110"/>
                </a:lnTo>
                <a:lnTo>
                  <a:pt x="37" y="6110"/>
                </a:lnTo>
                <a:moveTo>
                  <a:pt x="37" y="6328"/>
                </a:moveTo>
                <a:lnTo>
                  <a:pt x="37" y="6438"/>
                </a:lnTo>
                <a:lnTo>
                  <a:pt x="0" y="6438"/>
                </a:lnTo>
                <a:lnTo>
                  <a:pt x="0" y="6328"/>
                </a:lnTo>
                <a:lnTo>
                  <a:pt x="37" y="6328"/>
                </a:lnTo>
                <a:moveTo>
                  <a:pt x="37" y="6547"/>
                </a:moveTo>
                <a:lnTo>
                  <a:pt x="37" y="6656"/>
                </a:lnTo>
                <a:lnTo>
                  <a:pt x="0" y="6656"/>
                </a:lnTo>
                <a:lnTo>
                  <a:pt x="0" y="6547"/>
                </a:lnTo>
                <a:lnTo>
                  <a:pt x="37" y="6547"/>
                </a:lnTo>
                <a:moveTo>
                  <a:pt x="37" y="6765"/>
                </a:moveTo>
                <a:lnTo>
                  <a:pt x="37" y="6874"/>
                </a:lnTo>
                <a:lnTo>
                  <a:pt x="0" y="6874"/>
                </a:lnTo>
                <a:lnTo>
                  <a:pt x="0" y="6765"/>
                </a:lnTo>
                <a:lnTo>
                  <a:pt x="37" y="6765"/>
                </a:lnTo>
                <a:moveTo>
                  <a:pt x="37" y="6983"/>
                </a:moveTo>
                <a:lnTo>
                  <a:pt x="37" y="7092"/>
                </a:lnTo>
                <a:lnTo>
                  <a:pt x="0" y="7092"/>
                </a:lnTo>
                <a:lnTo>
                  <a:pt x="0" y="6983"/>
                </a:lnTo>
                <a:lnTo>
                  <a:pt x="37" y="6983"/>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8"/>
                </a:moveTo>
                <a:lnTo>
                  <a:pt x="37" y="7747"/>
                </a:lnTo>
                <a:lnTo>
                  <a:pt x="0" y="7747"/>
                </a:lnTo>
                <a:lnTo>
                  <a:pt x="0" y="7638"/>
                </a:lnTo>
                <a:lnTo>
                  <a:pt x="37" y="7638"/>
                </a:lnTo>
                <a:moveTo>
                  <a:pt x="37" y="7856"/>
                </a:moveTo>
                <a:lnTo>
                  <a:pt x="37" y="7965"/>
                </a:lnTo>
                <a:lnTo>
                  <a:pt x="0" y="7965"/>
                </a:lnTo>
                <a:lnTo>
                  <a:pt x="0" y="7856"/>
                </a:lnTo>
                <a:lnTo>
                  <a:pt x="37" y="7856"/>
                </a:lnTo>
                <a:moveTo>
                  <a:pt x="37" y="8074"/>
                </a:moveTo>
                <a:lnTo>
                  <a:pt x="37" y="8183"/>
                </a:lnTo>
                <a:lnTo>
                  <a:pt x="0" y="8183"/>
                </a:lnTo>
                <a:lnTo>
                  <a:pt x="0" y="8074"/>
                </a:lnTo>
                <a:lnTo>
                  <a:pt x="37" y="8074"/>
                </a:lnTo>
                <a:moveTo>
                  <a:pt x="37" y="8292"/>
                </a:moveTo>
                <a:lnTo>
                  <a:pt x="37" y="8401"/>
                </a:lnTo>
                <a:lnTo>
                  <a:pt x="0" y="8401"/>
                </a:lnTo>
                <a:lnTo>
                  <a:pt x="0" y="8292"/>
                </a:lnTo>
                <a:lnTo>
                  <a:pt x="37" y="8292"/>
                </a:lnTo>
                <a:moveTo>
                  <a:pt x="37" y="8510"/>
                </a:moveTo>
                <a:lnTo>
                  <a:pt x="37" y="8619"/>
                </a:lnTo>
                <a:lnTo>
                  <a:pt x="0" y="8619"/>
                </a:lnTo>
                <a:lnTo>
                  <a:pt x="0" y="8510"/>
                </a:lnTo>
                <a:lnTo>
                  <a:pt x="37" y="8510"/>
                </a:lnTo>
                <a:moveTo>
                  <a:pt x="37" y="8728"/>
                </a:moveTo>
                <a:lnTo>
                  <a:pt x="37" y="8838"/>
                </a:lnTo>
                <a:lnTo>
                  <a:pt x="0" y="8838"/>
                </a:lnTo>
                <a:lnTo>
                  <a:pt x="0" y="8728"/>
                </a:lnTo>
                <a:lnTo>
                  <a:pt x="37" y="8728"/>
                </a:lnTo>
                <a:moveTo>
                  <a:pt x="37" y="8947"/>
                </a:moveTo>
                <a:lnTo>
                  <a:pt x="37" y="9056"/>
                </a:lnTo>
                <a:lnTo>
                  <a:pt x="0" y="9056"/>
                </a:lnTo>
                <a:lnTo>
                  <a:pt x="0" y="8947"/>
                </a:lnTo>
                <a:lnTo>
                  <a:pt x="37" y="8947"/>
                </a:lnTo>
                <a:moveTo>
                  <a:pt x="37" y="9165"/>
                </a:moveTo>
                <a:lnTo>
                  <a:pt x="37" y="9274"/>
                </a:lnTo>
                <a:lnTo>
                  <a:pt x="0" y="9274"/>
                </a:lnTo>
                <a:lnTo>
                  <a:pt x="0" y="9165"/>
                </a:lnTo>
                <a:lnTo>
                  <a:pt x="37" y="9165"/>
                </a:lnTo>
                <a:moveTo>
                  <a:pt x="37" y="9383"/>
                </a:moveTo>
                <a:lnTo>
                  <a:pt x="37" y="9492"/>
                </a:lnTo>
                <a:lnTo>
                  <a:pt x="0" y="9492"/>
                </a:lnTo>
                <a:lnTo>
                  <a:pt x="0" y="9383"/>
                </a:lnTo>
                <a:lnTo>
                  <a:pt x="37" y="9383"/>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8"/>
                </a:moveTo>
                <a:lnTo>
                  <a:pt x="37" y="10147"/>
                </a:lnTo>
                <a:lnTo>
                  <a:pt x="0" y="10147"/>
                </a:lnTo>
                <a:lnTo>
                  <a:pt x="0" y="10038"/>
                </a:lnTo>
                <a:lnTo>
                  <a:pt x="37" y="10038"/>
                </a:lnTo>
                <a:moveTo>
                  <a:pt x="37" y="10256"/>
                </a:moveTo>
                <a:lnTo>
                  <a:pt x="37" y="10365"/>
                </a:lnTo>
                <a:lnTo>
                  <a:pt x="0" y="10365"/>
                </a:lnTo>
                <a:lnTo>
                  <a:pt x="0" y="10256"/>
                </a:lnTo>
                <a:lnTo>
                  <a:pt x="37" y="10256"/>
                </a:lnTo>
                <a:moveTo>
                  <a:pt x="37" y="10474"/>
                </a:moveTo>
                <a:lnTo>
                  <a:pt x="37" y="10583"/>
                </a:lnTo>
                <a:lnTo>
                  <a:pt x="0" y="10583"/>
                </a:lnTo>
                <a:lnTo>
                  <a:pt x="0" y="10474"/>
                </a:lnTo>
                <a:lnTo>
                  <a:pt x="37" y="10474"/>
                </a:lnTo>
                <a:moveTo>
                  <a:pt x="37" y="10692"/>
                </a:moveTo>
                <a:lnTo>
                  <a:pt x="37" y="10801"/>
                </a:lnTo>
                <a:lnTo>
                  <a:pt x="0" y="10801"/>
                </a:lnTo>
                <a:lnTo>
                  <a:pt x="0" y="10692"/>
                </a:lnTo>
                <a:lnTo>
                  <a:pt x="37" y="10692"/>
                </a:lnTo>
                <a:moveTo>
                  <a:pt x="37" y="10910"/>
                </a:moveTo>
                <a:lnTo>
                  <a:pt x="37" y="11019"/>
                </a:lnTo>
                <a:lnTo>
                  <a:pt x="0" y="11019"/>
                </a:lnTo>
                <a:lnTo>
                  <a:pt x="0" y="10910"/>
                </a:lnTo>
                <a:lnTo>
                  <a:pt x="37" y="10910"/>
                </a:lnTo>
                <a:moveTo>
                  <a:pt x="37" y="11128"/>
                </a:moveTo>
                <a:lnTo>
                  <a:pt x="37" y="11238"/>
                </a:lnTo>
                <a:lnTo>
                  <a:pt x="0" y="11238"/>
                </a:lnTo>
                <a:lnTo>
                  <a:pt x="0" y="11128"/>
                </a:lnTo>
                <a:lnTo>
                  <a:pt x="37" y="11128"/>
                </a:lnTo>
                <a:moveTo>
                  <a:pt x="37" y="11347"/>
                </a:moveTo>
                <a:lnTo>
                  <a:pt x="37" y="11456"/>
                </a:lnTo>
                <a:lnTo>
                  <a:pt x="0" y="11456"/>
                </a:lnTo>
                <a:lnTo>
                  <a:pt x="0" y="11347"/>
                </a:lnTo>
                <a:lnTo>
                  <a:pt x="37" y="11347"/>
                </a:lnTo>
                <a:moveTo>
                  <a:pt x="37" y="11565"/>
                </a:moveTo>
                <a:lnTo>
                  <a:pt x="37" y="11674"/>
                </a:lnTo>
                <a:lnTo>
                  <a:pt x="0" y="11674"/>
                </a:lnTo>
                <a:lnTo>
                  <a:pt x="0" y="11565"/>
                </a:lnTo>
                <a:lnTo>
                  <a:pt x="37" y="11565"/>
                </a:lnTo>
                <a:moveTo>
                  <a:pt x="37" y="11783"/>
                </a:moveTo>
                <a:lnTo>
                  <a:pt x="37" y="11892"/>
                </a:lnTo>
                <a:lnTo>
                  <a:pt x="0" y="11892"/>
                </a:lnTo>
                <a:lnTo>
                  <a:pt x="0" y="11783"/>
                </a:lnTo>
                <a:lnTo>
                  <a:pt x="37" y="11783"/>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8"/>
                </a:moveTo>
                <a:lnTo>
                  <a:pt x="37" y="12547"/>
                </a:lnTo>
                <a:lnTo>
                  <a:pt x="0" y="12547"/>
                </a:lnTo>
                <a:lnTo>
                  <a:pt x="0" y="12438"/>
                </a:lnTo>
                <a:lnTo>
                  <a:pt x="37" y="12438"/>
                </a:lnTo>
                <a:moveTo>
                  <a:pt x="37" y="12656"/>
                </a:moveTo>
                <a:lnTo>
                  <a:pt x="37" y="12765"/>
                </a:lnTo>
                <a:lnTo>
                  <a:pt x="0" y="12765"/>
                </a:lnTo>
                <a:lnTo>
                  <a:pt x="0" y="12656"/>
                </a:lnTo>
                <a:lnTo>
                  <a:pt x="37" y="12656"/>
                </a:lnTo>
                <a:moveTo>
                  <a:pt x="37" y="12874"/>
                </a:moveTo>
                <a:lnTo>
                  <a:pt x="37" y="12983"/>
                </a:lnTo>
                <a:lnTo>
                  <a:pt x="0" y="12983"/>
                </a:lnTo>
                <a:lnTo>
                  <a:pt x="0" y="12874"/>
                </a:lnTo>
                <a:lnTo>
                  <a:pt x="37" y="12874"/>
                </a:lnTo>
                <a:moveTo>
                  <a:pt x="37" y="13092"/>
                </a:moveTo>
                <a:lnTo>
                  <a:pt x="37" y="13201"/>
                </a:lnTo>
                <a:lnTo>
                  <a:pt x="0" y="13201"/>
                </a:lnTo>
                <a:lnTo>
                  <a:pt x="0" y="13092"/>
                </a:lnTo>
                <a:lnTo>
                  <a:pt x="37" y="13092"/>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7"/>
                </a:moveTo>
                <a:lnTo>
                  <a:pt x="37" y="13819"/>
                </a:lnTo>
                <a:lnTo>
                  <a:pt x="0" y="13819"/>
                </a:lnTo>
                <a:lnTo>
                  <a:pt x="0" y="13747"/>
                </a:lnTo>
                <a:lnTo>
                  <a:pt x="37" y="13747"/>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5" name=""/>
          <p:cNvSpPr/>
          <p:nvPr/>
        </p:nvSpPr>
        <p:spPr>
          <a:xfrm>
            <a:off x="79524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6" y="158"/>
                  <a:pt x="13098" y="170"/>
                  <a:pt x="13098" y="182"/>
                </a:cubicBezTo>
                <a:lnTo>
                  <a:pt x="13098" y="983"/>
                </a:lnTo>
                <a:cubicBezTo>
                  <a:pt x="13098" y="995"/>
                  <a:pt x="13096"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4" y="1159"/>
                  <a:pt x="123" y="1156"/>
                  <a:pt x="112" y="1151"/>
                </a:cubicBezTo>
                <a:cubicBezTo>
                  <a:pt x="101" y="1147"/>
                  <a:pt x="91" y="1141"/>
                  <a:pt x="81" y="1134"/>
                </a:cubicBezTo>
                <a:cubicBezTo>
                  <a:pt x="71" y="1128"/>
                  <a:pt x="61" y="1120"/>
                  <a:pt x="53" y="1112"/>
                </a:cubicBezTo>
                <a:cubicBezTo>
                  <a:pt x="45" y="1103"/>
                  <a:pt x="37" y="1094"/>
                  <a:pt x="30"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0" y="81"/>
                </a:cubicBezTo>
                <a:cubicBezTo>
                  <a:pt x="37" y="71"/>
                  <a:pt x="45" y="62"/>
                  <a:pt x="53" y="54"/>
                </a:cubicBezTo>
                <a:cubicBezTo>
                  <a:pt x="61" y="45"/>
                  <a:pt x="71" y="38"/>
                  <a:pt x="81" y="31"/>
                </a:cubicBezTo>
                <a:cubicBezTo>
                  <a:pt x="91" y="24"/>
                  <a:pt x="101" y="19"/>
                  <a:pt x="112" y="14"/>
                </a:cubicBezTo>
                <a:cubicBezTo>
                  <a:pt x="123" y="10"/>
                  <a:pt x="134" y="6"/>
                  <a:pt x="146" y="4"/>
                </a:cubicBezTo>
                <a:cubicBezTo>
                  <a:pt x="158" y="2"/>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txBox="1"/>
          <p:nvPr/>
        </p:nvSpPr>
        <p:spPr>
          <a:xfrm>
            <a:off x="7299720" y="493560"/>
            <a:ext cx="2667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エージェント）</a:t>
            </a:r>
            <a:endParaRPr lang="en-US" sz="3000" b="0" u="none" strike="noStrike">
              <a:solidFill>
                <a:srgbClr val="000000"/>
              </a:solidFill>
              <a:effectLst/>
              <a:uFillTx/>
              <a:latin typeface="游明朝体"/>
            </a:endParaRPr>
          </a:p>
        </p:txBody>
      </p:sp>
      <p:sp>
        <p:nvSpPr>
          <p:cNvPr id="327"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 name=""/>
          <p:cNvSpPr/>
          <p:nvPr/>
        </p:nvSpPr>
        <p:spPr>
          <a:xfrm>
            <a:off x="991440" y="199980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6"/>
                  <a:pt x="11954" y="54"/>
                </a:cubicBezTo>
                <a:cubicBezTo>
                  <a:pt x="11962" y="62"/>
                  <a:pt x="11970" y="72"/>
                  <a:pt x="11976" y="82"/>
                </a:cubicBezTo>
                <a:cubicBezTo>
                  <a:pt x="11983" y="92"/>
                  <a:pt x="11989" y="102"/>
                  <a:pt x="11993" y="113"/>
                </a:cubicBezTo>
                <a:cubicBezTo>
                  <a:pt x="11998" y="124"/>
                  <a:pt x="12001" y="135"/>
                  <a:pt x="12003" y="147"/>
                </a:cubicBezTo>
                <a:cubicBezTo>
                  <a:pt x="12006" y="159"/>
                  <a:pt x="12007" y="171"/>
                  <a:pt x="12007" y="183"/>
                </a:cubicBezTo>
                <a:lnTo>
                  <a:pt x="12007" y="1419"/>
                </a:lnTo>
                <a:cubicBezTo>
                  <a:pt x="12007" y="1431"/>
                  <a:pt x="12006" y="1443"/>
                  <a:pt x="12003" y="1454"/>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2"/>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2"/>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4"/>
                </a:cubicBezTo>
                <a:cubicBezTo>
                  <a:pt x="2" y="1443"/>
                  <a:pt x="0" y="1431"/>
                  <a:pt x="0" y="1419"/>
                </a:cubicBezTo>
                <a:lnTo>
                  <a:pt x="0" y="183"/>
                </a:lnTo>
                <a:cubicBezTo>
                  <a:pt x="0" y="171"/>
                  <a:pt x="2" y="159"/>
                  <a:pt x="4" y="147"/>
                </a:cubicBezTo>
                <a:cubicBezTo>
                  <a:pt x="6" y="135"/>
                  <a:pt x="10" y="124"/>
                  <a:pt x="14" y="113"/>
                </a:cubicBezTo>
                <a:cubicBezTo>
                  <a:pt x="19" y="102"/>
                  <a:pt x="24" y="92"/>
                  <a:pt x="31" y="82"/>
                </a:cubicBezTo>
                <a:cubicBezTo>
                  <a:pt x="38" y="72"/>
                  <a:pt x="45" y="62"/>
                  <a:pt x="54" y="54"/>
                </a:cubicBezTo>
                <a:cubicBezTo>
                  <a:pt x="62" y="46"/>
                  <a:pt x="71" y="37"/>
                  <a:pt x="81" y="30"/>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29" name=""/>
          <p:cNvSpPr/>
          <p:nvPr/>
        </p:nvSpPr>
        <p:spPr>
          <a:xfrm>
            <a:off x="114876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4" y="711"/>
                  <a:pt x="867" y="736"/>
                </a:cubicBezTo>
                <a:cubicBezTo>
                  <a:pt x="850" y="762"/>
                  <a:pt x="830" y="786"/>
                  <a:pt x="808" y="808"/>
                </a:cubicBezTo>
                <a:cubicBezTo>
                  <a:pt x="786" y="830"/>
                  <a:pt x="763" y="850"/>
                  <a:pt x="737" y="867"/>
                </a:cubicBezTo>
                <a:cubicBezTo>
                  <a:pt x="711" y="884"/>
                  <a:pt x="684" y="899"/>
                  <a:pt x="655" y="911"/>
                </a:cubicBezTo>
                <a:cubicBezTo>
                  <a:pt x="626" y="922"/>
                  <a:pt x="597" y="931"/>
                  <a:pt x="566" y="937"/>
                </a:cubicBezTo>
                <a:cubicBezTo>
                  <a:pt x="536" y="943"/>
                  <a:pt x="505" y="947"/>
                  <a:pt x="474" y="947"/>
                </a:cubicBezTo>
                <a:cubicBezTo>
                  <a:pt x="443" y="947"/>
                  <a:pt x="412" y="943"/>
                  <a:pt x="382" y="937"/>
                </a:cubicBezTo>
                <a:cubicBezTo>
                  <a:pt x="351" y="931"/>
                  <a:pt x="322" y="922"/>
                  <a:pt x="293" y="911"/>
                </a:cubicBezTo>
                <a:cubicBezTo>
                  <a:pt x="264" y="899"/>
                  <a:pt x="237" y="884"/>
                  <a:pt x="211" y="867"/>
                </a:cubicBezTo>
                <a:cubicBezTo>
                  <a:pt x="185" y="850"/>
                  <a:pt x="162" y="830"/>
                  <a:pt x="140" y="808"/>
                </a:cubicBezTo>
                <a:cubicBezTo>
                  <a:pt x="118" y="786"/>
                  <a:pt x="97" y="762"/>
                  <a:pt x="80" y="736"/>
                </a:cubicBezTo>
                <a:cubicBezTo>
                  <a:pt x="62"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2" y="236"/>
                  <a:pt x="80" y="210"/>
                </a:cubicBezTo>
                <a:cubicBezTo>
                  <a:pt x="97" y="184"/>
                  <a:pt x="118" y="160"/>
                  <a:pt x="140" y="139"/>
                </a:cubicBezTo>
                <a:cubicBezTo>
                  <a:pt x="162" y="117"/>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7"/>
                  <a:pt x="808" y="139"/>
                </a:cubicBezTo>
                <a:cubicBezTo>
                  <a:pt x="830" y="160"/>
                  <a:pt x="850" y="184"/>
                  <a:pt x="867" y="210"/>
                </a:cubicBezTo>
                <a:cubicBezTo>
                  <a:pt x="884"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txBox="1"/>
          <p:nvPr/>
        </p:nvSpPr>
        <p:spPr>
          <a:xfrm>
            <a:off x="1960920" y="147420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331" name=""/>
          <p:cNvSpPr txBox="1"/>
          <p:nvPr/>
        </p:nvSpPr>
        <p:spPr>
          <a:xfrm>
            <a:off x="125388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32" name=""/>
          <p:cNvSpPr txBox="1"/>
          <p:nvPr/>
        </p:nvSpPr>
        <p:spPr>
          <a:xfrm>
            <a:off x="1613880" y="21182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333" name=""/>
          <p:cNvSpPr/>
          <p:nvPr/>
        </p:nvSpPr>
        <p:spPr>
          <a:xfrm>
            <a:off x="3152520" y="257580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34" name=""/>
          <p:cNvSpPr/>
          <p:nvPr/>
        </p:nvSpPr>
        <p:spPr>
          <a:xfrm>
            <a:off x="3054240" y="270000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5"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6" name=""/>
          <p:cNvSpPr/>
          <p:nvPr/>
        </p:nvSpPr>
        <p:spPr>
          <a:xfrm>
            <a:off x="991440" y="2798280"/>
            <a:ext cx="4322520" cy="576360"/>
          </a:xfrm>
          <a:custGeom>
            <a:avLst/>
            <a:gdLst/>
            <a:ahLst/>
            <a:rect l="0" t="0" r="r" b="b"/>
            <a:pathLst>
              <a:path w="12007" h="1601">
                <a:moveTo>
                  <a:pt x="182" y="0"/>
                </a:moveTo>
                <a:lnTo>
                  <a:pt x="11825" y="0"/>
                </a:lnTo>
                <a:cubicBezTo>
                  <a:pt x="11837" y="0"/>
                  <a:pt x="11849" y="1"/>
                  <a:pt x="11861" y="3"/>
                </a:cubicBezTo>
                <a:cubicBezTo>
                  <a:pt x="11872" y="6"/>
                  <a:pt x="11884" y="9"/>
                  <a:pt x="11895" y="14"/>
                </a:cubicBezTo>
                <a:cubicBezTo>
                  <a:pt x="11906" y="18"/>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7"/>
                </a:cubicBezTo>
                <a:cubicBezTo>
                  <a:pt x="11849" y="1600"/>
                  <a:pt x="11837" y="1601"/>
                  <a:pt x="11825" y="1601"/>
                </a:cubicBezTo>
                <a:lnTo>
                  <a:pt x="182" y="1601"/>
                </a:lnTo>
                <a:cubicBezTo>
                  <a:pt x="170" y="1601"/>
                  <a:pt x="159" y="1600"/>
                  <a:pt x="147" y="1597"/>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8"/>
                  <a:pt x="113" y="14"/>
                </a:cubicBezTo>
                <a:cubicBezTo>
                  <a:pt x="124" y="9"/>
                  <a:pt x="135" y="6"/>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37" name=""/>
          <p:cNvSpPr/>
          <p:nvPr/>
        </p:nvSpPr>
        <p:spPr>
          <a:xfrm>
            <a:off x="114876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4" y="710"/>
                  <a:pt x="867" y="736"/>
                </a:cubicBezTo>
                <a:cubicBezTo>
                  <a:pt x="850" y="761"/>
                  <a:pt x="830" y="785"/>
                  <a:pt x="808" y="807"/>
                </a:cubicBezTo>
                <a:cubicBezTo>
                  <a:pt x="786" y="829"/>
                  <a:pt x="763" y="849"/>
                  <a:pt x="737" y="866"/>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6"/>
                </a:cubicBezTo>
                <a:cubicBezTo>
                  <a:pt x="185" y="849"/>
                  <a:pt x="162" y="829"/>
                  <a:pt x="140" y="807"/>
                </a:cubicBezTo>
                <a:cubicBezTo>
                  <a:pt x="118" y="785"/>
                  <a:pt x="97" y="761"/>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2" y="236"/>
                  <a:pt x="80" y="210"/>
                </a:cubicBezTo>
                <a:cubicBezTo>
                  <a:pt x="97" y="185"/>
                  <a:pt x="118" y="161"/>
                  <a:pt x="140" y="139"/>
                </a:cubicBezTo>
                <a:cubicBezTo>
                  <a:pt x="162" y="117"/>
                  <a:pt x="185" y="97"/>
                  <a:pt x="211" y="80"/>
                </a:cubicBezTo>
                <a:cubicBezTo>
                  <a:pt x="237" y="63"/>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3"/>
                  <a:pt x="737" y="80"/>
                </a:cubicBezTo>
                <a:cubicBezTo>
                  <a:pt x="763" y="97"/>
                  <a:pt x="786" y="117"/>
                  <a:pt x="808" y="139"/>
                </a:cubicBezTo>
                <a:cubicBezTo>
                  <a:pt x="830" y="161"/>
                  <a:pt x="850" y="185"/>
                  <a:pt x="867" y="210"/>
                </a:cubicBezTo>
                <a:cubicBezTo>
                  <a:pt x="884" y="236"/>
                  <a:pt x="899" y="263"/>
                  <a:pt x="911" y="292"/>
                </a:cubicBezTo>
                <a:cubicBezTo>
                  <a:pt x="923" y="321"/>
                  <a:pt x="932" y="350"/>
                  <a:pt x="938" y="381"/>
                </a:cubicBezTo>
                <a:cubicBezTo>
                  <a:pt x="944" y="411"/>
                  <a:pt x="947" y="442"/>
                  <a:pt x="947" y="473"/>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 name=""/>
          <p:cNvSpPr txBox="1"/>
          <p:nvPr/>
        </p:nvSpPr>
        <p:spPr>
          <a:xfrm>
            <a:off x="1613880" y="23313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339" name=""/>
          <p:cNvSpPr txBox="1"/>
          <p:nvPr/>
        </p:nvSpPr>
        <p:spPr>
          <a:xfrm>
            <a:off x="1260360" y="302580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340" name=""/>
          <p:cNvSpPr txBox="1"/>
          <p:nvPr/>
        </p:nvSpPr>
        <p:spPr>
          <a:xfrm>
            <a:off x="1613880" y="29167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341" name=""/>
          <p:cNvSpPr/>
          <p:nvPr/>
        </p:nvSpPr>
        <p:spPr>
          <a:xfrm>
            <a:off x="3152520" y="337428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42" name=""/>
          <p:cNvSpPr/>
          <p:nvPr/>
        </p:nvSpPr>
        <p:spPr>
          <a:xfrm>
            <a:off x="3054240" y="3498480"/>
            <a:ext cx="196920" cy="196920"/>
          </a:xfrm>
          <a:custGeom>
            <a:avLst/>
            <a:gdLst/>
            <a:ahLst/>
            <a:rect l="0" t="0" r="r" b="b"/>
            <a:pathLst>
              <a:path w="547" h="547">
                <a:moveTo>
                  <a:pt x="547" y="0"/>
                </a:moveTo>
                <a:lnTo>
                  <a:pt x="273" y="547"/>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4" name=""/>
          <p:cNvSpPr/>
          <p:nvPr/>
        </p:nvSpPr>
        <p:spPr>
          <a:xfrm>
            <a:off x="991440" y="359676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6"/>
                </a:cubicBezTo>
                <a:cubicBezTo>
                  <a:pt x="12006" y="158"/>
                  <a:pt x="12007" y="170"/>
                  <a:pt x="12007" y="182"/>
                </a:cubicBezTo>
                <a:lnTo>
                  <a:pt x="12007" y="1419"/>
                </a:lnTo>
                <a:cubicBezTo>
                  <a:pt x="12007" y="1431"/>
                  <a:pt x="12006" y="1443"/>
                  <a:pt x="12003" y="1455"/>
                </a:cubicBezTo>
                <a:cubicBezTo>
                  <a:pt x="12001" y="1466"/>
                  <a:pt x="11998" y="1478"/>
                  <a:pt x="11993" y="1489"/>
                </a:cubicBezTo>
                <a:cubicBezTo>
                  <a:pt x="11989" y="1500"/>
                  <a:pt x="11983" y="1510"/>
                  <a:pt x="11976" y="1520"/>
                </a:cubicBezTo>
                <a:cubicBezTo>
                  <a:pt x="11970" y="1530"/>
                  <a:pt x="11962" y="1539"/>
                  <a:pt x="11954" y="1548"/>
                </a:cubicBezTo>
                <a:cubicBezTo>
                  <a:pt x="11945" y="1556"/>
                  <a:pt x="11936" y="1564"/>
                  <a:pt x="11926" y="1570"/>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0"/>
                </a:cubicBezTo>
                <a:cubicBezTo>
                  <a:pt x="71" y="1564"/>
                  <a:pt x="62" y="1556"/>
                  <a:pt x="54" y="1548"/>
                </a:cubicBezTo>
                <a:cubicBezTo>
                  <a:pt x="45" y="1539"/>
                  <a:pt x="38" y="1530"/>
                  <a:pt x="31" y="1520"/>
                </a:cubicBezTo>
                <a:cubicBezTo>
                  <a:pt x="24" y="1510"/>
                  <a:pt x="19" y="1500"/>
                  <a:pt x="14" y="1489"/>
                </a:cubicBezTo>
                <a:cubicBezTo>
                  <a:pt x="10" y="1478"/>
                  <a:pt x="6" y="1466"/>
                  <a:pt x="4" y="1455"/>
                </a:cubicBezTo>
                <a:cubicBezTo>
                  <a:pt x="2" y="1443"/>
                  <a:pt x="0" y="1431"/>
                  <a:pt x="0" y="1419"/>
                </a:cubicBezTo>
                <a:lnTo>
                  <a:pt x="0" y="182"/>
                </a:lnTo>
                <a:cubicBezTo>
                  <a:pt x="0" y="170"/>
                  <a:pt x="2" y="158"/>
                  <a:pt x="4" y="146"/>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45" name=""/>
          <p:cNvSpPr/>
          <p:nvPr/>
        </p:nvSpPr>
        <p:spPr>
          <a:xfrm>
            <a:off x="114876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2" y="236"/>
                  <a:pt x="80" y="210"/>
                </a:cubicBezTo>
                <a:cubicBezTo>
                  <a:pt x="97" y="185"/>
                  <a:pt x="118" y="161"/>
                  <a:pt x="140" y="139"/>
                </a:cubicBezTo>
                <a:cubicBezTo>
                  <a:pt x="162" y="117"/>
                  <a:pt x="185" y="97"/>
                  <a:pt x="211" y="80"/>
                </a:cubicBezTo>
                <a:cubicBezTo>
                  <a:pt x="237" y="63"/>
                  <a:pt x="264" y="48"/>
                  <a:pt x="293" y="36"/>
                </a:cubicBezTo>
                <a:cubicBezTo>
                  <a:pt x="322" y="24"/>
                  <a:pt x="351" y="16"/>
                  <a:pt x="382" y="9"/>
                </a:cubicBezTo>
                <a:cubicBezTo>
                  <a:pt x="412" y="3"/>
                  <a:pt x="443" y="0"/>
                  <a:pt x="474" y="0"/>
                </a:cubicBezTo>
                <a:cubicBezTo>
                  <a:pt x="505" y="0"/>
                  <a:pt x="536" y="3"/>
                  <a:pt x="566" y="9"/>
                </a:cubicBezTo>
                <a:cubicBezTo>
                  <a:pt x="597" y="16"/>
                  <a:pt x="626" y="24"/>
                  <a:pt x="655" y="36"/>
                </a:cubicBezTo>
                <a:cubicBezTo>
                  <a:pt x="684" y="48"/>
                  <a:pt x="711" y="63"/>
                  <a:pt x="737" y="80"/>
                </a:cubicBezTo>
                <a:cubicBezTo>
                  <a:pt x="763" y="97"/>
                  <a:pt x="786" y="117"/>
                  <a:pt x="808" y="139"/>
                </a:cubicBezTo>
                <a:cubicBezTo>
                  <a:pt x="830" y="161"/>
                  <a:pt x="850" y="185"/>
                  <a:pt x="867" y="210"/>
                </a:cubicBezTo>
                <a:cubicBezTo>
                  <a:pt x="884" y="236"/>
                  <a:pt x="899" y="264"/>
                  <a:pt x="911" y="292"/>
                </a:cubicBezTo>
                <a:cubicBezTo>
                  <a:pt x="923" y="321"/>
                  <a:pt x="932" y="350"/>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txBox="1"/>
          <p:nvPr/>
        </p:nvSpPr>
        <p:spPr>
          <a:xfrm>
            <a:off x="1613880" y="312984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347" name=""/>
          <p:cNvSpPr txBox="1"/>
          <p:nvPr/>
        </p:nvSpPr>
        <p:spPr>
          <a:xfrm>
            <a:off x="1253880" y="381240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48" name=""/>
          <p:cNvSpPr txBox="1"/>
          <p:nvPr/>
        </p:nvSpPr>
        <p:spPr>
          <a:xfrm>
            <a:off x="1613880" y="371556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349" name=""/>
          <p:cNvSpPr/>
          <p:nvPr/>
        </p:nvSpPr>
        <p:spPr>
          <a:xfrm>
            <a:off x="3152520" y="417276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50" name=""/>
          <p:cNvSpPr/>
          <p:nvPr/>
        </p:nvSpPr>
        <p:spPr>
          <a:xfrm>
            <a:off x="3054240" y="429732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1"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 name=""/>
          <p:cNvSpPr/>
          <p:nvPr/>
        </p:nvSpPr>
        <p:spPr>
          <a:xfrm>
            <a:off x="991440" y="439524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1"/>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0"/>
                </a:cubicBezTo>
                <a:cubicBezTo>
                  <a:pt x="11970" y="1530"/>
                  <a:pt x="11962" y="1540"/>
                  <a:pt x="11954" y="1548"/>
                </a:cubicBezTo>
                <a:cubicBezTo>
                  <a:pt x="11945" y="1556"/>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6"/>
                  <a:pt x="54" y="1548"/>
                </a:cubicBezTo>
                <a:cubicBezTo>
                  <a:pt x="45" y="1540"/>
                  <a:pt x="38" y="1530"/>
                  <a:pt x="31" y="1520"/>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1"/>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53" name=""/>
          <p:cNvSpPr/>
          <p:nvPr/>
        </p:nvSpPr>
        <p:spPr>
          <a:xfrm>
            <a:off x="114876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4" y="710"/>
                  <a:pt x="867" y="736"/>
                </a:cubicBezTo>
                <a:cubicBezTo>
                  <a:pt x="850" y="762"/>
                  <a:pt x="830" y="786"/>
                  <a:pt x="808" y="808"/>
                </a:cubicBezTo>
                <a:cubicBezTo>
                  <a:pt x="786" y="829"/>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29"/>
                  <a:pt x="140" y="808"/>
                </a:cubicBezTo>
                <a:cubicBezTo>
                  <a:pt x="118" y="786"/>
                  <a:pt x="97" y="762"/>
                  <a:pt x="80" y="736"/>
                </a:cubicBezTo>
                <a:cubicBezTo>
                  <a:pt x="62"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2" y="236"/>
                  <a:pt x="80" y="210"/>
                </a:cubicBezTo>
                <a:cubicBezTo>
                  <a:pt x="97" y="184"/>
                  <a:pt x="118" y="160"/>
                  <a:pt x="140" y="138"/>
                </a:cubicBezTo>
                <a:cubicBezTo>
                  <a:pt x="162" y="116"/>
                  <a:pt x="185" y="96"/>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6"/>
                  <a:pt x="786" y="116"/>
                  <a:pt x="808" y="138"/>
                </a:cubicBezTo>
                <a:cubicBezTo>
                  <a:pt x="830" y="160"/>
                  <a:pt x="850" y="184"/>
                  <a:pt x="867" y="210"/>
                </a:cubicBezTo>
                <a:cubicBezTo>
                  <a:pt x="884" y="236"/>
                  <a:pt x="899" y="264"/>
                  <a:pt x="911" y="292"/>
                </a:cubicBezTo>
                <a:cubicBezTo>
                  <a:pt x="923" y="321"/>
                  <a:pt x="932" y="351"/>
                  <a:pt x="938" y="381"/>
                </a:cubicBezTo>
                <a:cubicBezTo>
                  <a:pt x="944" y="411"/>
                  <a:pt x="947" y="442"/>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txBox="1"/>
          <p:nvPr/>
        </p:nvSpPr>
        <p:spPr>
          <a:xfrm>
            <a:off x="1613880" y="392832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355" name=""/>
          <p:cNvSpPr txBox="1"/>
          <p:nvPr/>
        </p:nvSpPr>
        <p:spPr>
          <a:xfrm>
            <a:off x="1253880" y="4610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56" name=""/>
          <p:cNvSpPr txBox="1"/>
          <p:nvPr/>
        </p:nvSpPr>
        <p:spPr>
          <a:xfrm>
            <a:off x="1613880" y="4514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357" name=""/>
          <p:cNvSpPr/>
          <p:nvPr/>
        </p:nvSpPr>
        <p:spPr>
          <a:xfrm>
            <a:off x="5313600" y="2287800"/>
            <a:ext cx="108720" cy="2395800"/>
          </a:xfrm>
          <a:custGeom>
            <a:avLst/>
            <a:gdLst/>
            <a:ahLst/>
            <a:rect l="0" t="0" r="r" b="b"/>
            <a:pathLst>
              <a:path fill="none" w="302" h="6655">
                <a:moveTo>
                  <a:pt x="0" y="6655"/>
                </a:moveTo>
                <a:cubicBezTo>
                  <a:pt x="402" y="6655"/>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58" name=""/>
          <p:cNvSpPr/>
          <p:nvPr/>
        </p:nvSpPr>
        <p:spPr>
          <a:xfrm>
            <a:off x="5215320" y="218952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txBox="1"/>
          <p:nvPr/>
        </p:nvSpPr>
        <p:spPr>
          <a:xfrm>
            <a:off x="1613880" y="47268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360" name=""/>
          <p:cNvSpPr/>
          <p:nvPr/>
        </p:nvSpPr>
        <p:spPr>
          <a:xfrm>
            <a:off x="991440" y="5193720"/>
            <a:ext cx="4322520" cy="524160"/>
          </a:xfrm>
          <a:custGeom>
            <a:avLst/>
            <a:gdLst/>
            <a:ahLst/>
            <a:rect l="0" t="0" r="r" b="b"/>
            <a:pathLst>
              <a:path w="12007" h="1456">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274"/>
                </a:lnTo>
                <a:cubicBezTo>
                  <a:pt x="12007" y="1286"/>
                  <a:pt x="12006" y="1298"/>
                  <a:pt x="12003" y="1310"/>
                </a:cubicBezTo>
                <a:cubicBezTo>
                  <a:pt x="12001" y="1321"/>
                  <a:pt x="11998" y="1333"/>
                  <a:pt x="11993" y="1344"/>
                </a:cubicBezTo>
                <a:cubicBezTo>
                  <a:pt x="11989" y="1355"/>
                  <a:pt x="11983" y="1365"/>
                  <a:pt x="11976" y="1375"/>
                </a:cubicBezTo>
                <a:cubicBezTo>
                  <a:pt x="11970" y="1385"/>
                  <a:pt x="11962" y="1394"/>
                  <a:pt x="11954" y="1403"/>
                </a:cubicBezTo>
                <a:cubicBezTo>
                  <a:pt x="11945" y="1411"/>
                  <a:pt x="11936" y="1419"/>
                  <a:pt x="11926" y="1425"/>
                </a:cubicBezTo>
                <a:cubicBezTo>
                  <a:pt x="11916" y="1432"/>
                  <a:pt x="11906" y="1438"/>
                  <a:pt x="11895" y="1442"/>
                </a:cubicBezTo>
                <a:cubicBezTo>
                  <a:pt x="11884" y="1447"/>
                  <a:pt x="11872" y="1450"/>
                  <a:pt x="11861" y="1452"/>
                </a:cubicBezTo>
                <a:cubicBezTo>
                  <a:pt x="11849" y="1455"/>
                  <a:pt x="11837" y="1456"/>
                  <a:pt x="11825" y="1456"/>
                </a:cubicBezTo>
                <a:lnTo>
                  <a:pt x="182" y="1456"/>
                </a:lnTo>
                <a:cubicBezTo>
                  <a:pt x="170" y="1456"/>
                  <a:pt x="159" y="1455"/>
                  <a:pt x="147" y="1452"/>
                </a:cubicBezTo>
                <a:cubicBezTo>
                  <a:pt x="135" y="1450"/>
                  <a:pt x="124" y="1447"/>
                  <a:pt x="113" y="1442"/>
                </a:cubicBezTo>
                <a:cubicBezTo>
                  <a:pt x="102" y="1438"/>
                  <a:pt x="91" y="1432"/>
                  <a:pt x="81" y="1425"/>
                </a:cubicBezTo>
                <a:cubicBezTo>
                  <a:pt x="71" y="1419"/>
                  <a:pt x="62" y="1411"/>
                  <a:pt x="54" y="1403"/>
                </a:cubicBezTo>
                <a:cubicBezTo>
                  <a:pt x="45" y="1394"/>
                  <a:pt x="38" y="1385"/>
                  <a:pt x="31" y="1375"/>
                </a:cubicBezTo>
                <a:cubicBezTo>
                  <a:pt x="24" y="1365"/>
                  <a:pt x="19" y="1355"/>
                  <a:pt x="14" y="1344"/>
                </a:cubicBezTo>
                <a:cubicBezTo>
                  <a:pt x="10" y="1333"/>
                  <a:pt x="6" y="1321"/>
                  <a:pt x="4" y="1310"/>
                </a:cubicBezTo>
                <a:cubicBezTo>
                  <a:pt x="2" y="1298"/>
                  <a:pt x="0" y="1286"/>
                  <a:pt x="0" y="1274"/>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1" name=""/>
          <p:cNvSpPr/>
          <p:nvPr/>
        </p:nvSpPr>
        <p:spPr>
          <a:xfrm>
            <a:off x="984960" y="5187240"/>
            <a:ext cx="4335480" cy="537120"/>
          </a:xfrm>
          <a:custGeom>
            <a:avLst/>
            <a:gdLst/>
            <a:ahLst/>
            <a:rect l="0" t="0" r="r" b="b"/>
            <a:pathLst>
              <a:path w="12043" h="1492">
                <a:moveTo>
                  <a:pt x="419" y="0"/>
                </a:moveTo>
                <a:lnTo>
                  <a:pt x="528" y="0"/>
                </a:lnTo>
                <a:lnTo>
                  <a:pt x="528" y="37"/>
                </a:lnTo>
                <a:lnTo>
                  <a:pt x="419" y="37"/>
                </a:lnTo>
                <a:lnTo>
                  <a:pt x="419" y="0"/>
                </a:lnTo>
                <a:moveTo>
                  <a:pt x="637" y="0"/>
                </a:moveTo>
                <a:lnTo>
                  <a:pt x="746" y="0"/>
                </a:lnTo>
                <a:lnTo>
                  <a:pt x="746" y="37"/>
                </a:lnTo>
                <a:lnTo>
                  <a:pt x="637" y="37"/>
                </a:lnTo>
                <a:lnTo>
                  <a:pt x="637" y="0"/>
                </a:lnTo>
                <a:moveTo>
                  <a:pt x="855" y="0"/>
                </a:moveTo>
                <a:lnTo>
                  <a:pt x="964" y="0"/>
                </a:lnTo>
                <a:lnTo>
                  <a:pt x="964" y="37"/>
                </a:lnTo>
                <a:lnTo>
                  <a:pt x="855" y="37"/>
                </a:lnTo>
                <a:lnTo>
                  <a:pt x="855" y="0"/>
                </a:lnTo>
                <a:moveTo>
                  <a:pt x="1073" y="0"/>
                </a:moveTo>
                <a:lnTo>
                  <a:pt x="1183" y="0"/>
                </a:lnTo>
                <a:lnTo>
                  <a:pt x="1183" y="37"/>
                </a:lnTo>
                <a:lnTo>
                  <a:pt x="1073" y="37"/>
                </a:lnTo>
                <a:lnTo>
                  <a:pt x="1073" y="0"/>
                </a:lnTo>
                <a:moveTo>
                  <a:pt x="1292" y="0"/>
                </a:moveTo>
                <a:lnTo>
                  <a:pt x="1401" y="0"/>
                </a:lnTo>
                <a:lnTo>
                  <a:pt x="1401" y="37"/>
                </a:lnTo>
                <a:lnTo>
                  <a:pt x="1292" y="37"/>
                </a:lnTo>
                <a:lnTo>
                  <a:pt x="1292" y="0"/>
                </a:lnTo>
                <a:moveTo>
                  <a:pt x="1510" y="0"/>
                </a:moveTo>
                <a:lnTo>
                  <a:pt x="1619" y="0"/>
                </a:lnTo>
                <a:lnTo>
                  <a:pt x="1619" y="37"/>
                </a:lnTo>
                <a:lnTo>
                  <a:pt x="1510" y="37"/>
                </a:lnTo>
                <a:lnTo>
                  <a:pt x="1510" y="0"/>
                </a:lnTo>
                <a:moveTo>
                  <a:pt x="1728" y="0"/>
                </a:moveTo>
                <a:lnTo>
                  <a:pt x="1837" y="0"/>
                </a:lnTo>
                <a:lnTo>
                  <a:pt x="1837" y="37"/>
                </a:lnTo>
                <a:lnTo>
                  <a:pt x="1728" y="37"/>
                </a:lnTo>
                <a:lnTo>
                  <a:pt x="1728" y="0"/>
                </a:lnTo>
                <a:moveTo>
                  <a:pt x="1947" y="0"/>
                </a:moveTo>
                <a:lnTo>
                  <a:pt x="2056" y="0"/>
                </a:lnTo>
                <a:lnTo>
                  <a:pt x="2056" y="37"/>
                </a:lnTo>
                <a:lnTo>
                  <a:pt x="1947" y="37"/>
                </a:lnTo>
                <a:lnTo>
                  <a:pt x="1947" y="0"/>
                </a:lnTo>
                <a:moveTo>
                  <a:pt x="2165" y="0"/>
                </a:moveTo>
                <a:lnTo>
                  <a:pt x="2274" y="0"/>
                </a:lnTo>
                <a:lnTo>
                  <a:pt x="2274" y="37"/>
                </a:lnTo>
                <a:lnTo>
                  <a:pt x="2165" y="37"/>
                </a:lnTo>
                <a:lnTo>
                  <a:pt x="2165" y="0"/>
                </a:lnTo>
                <a:moveTo>
                  <a:pt x="2383" y="0"/>
                </a:moveTo>
                <a:lnTo>
                  <a:pt x="2492" y="0"/>
                </a:lnTo>
                <a:lnTo>
                  <a:pt x="2492" y="37"/>
                </a:lnTo>
                <a:lnTo>
                  <a:pt x="2383" y="37"/>
                </a:lnTo>
                <a:lnTo>
                  <a:pt x="2383" y="0"/>
                </a:lnTo>
                <a:moveTo>
                  <a:pt x="2601" y="0"/>
                </a:moveTo>
                <a:lnTo>
                  <a:pt x="2711" y="0"/>
                </a:lnTo>
                <a:lnTo>
                  <a:pt x="2711" y="37"/>
                </a:lnTo>
                <a:lnTo>
                  <a:pt x="2601" y="37"/>
                </a:lnTo>
                <a:lnTo>
                  <a:pt x="2601" y="0"/>
                </a:lnTo>
                <a:moveTo>
                  <a:pt x="2820" y="0"/>
                </a:moveTo>
                <a:lnTo>
                  <a:pt x="2929" y="0"/>
                </a:lnTo>
                <a:lnTo>
                  <a:pt x="2929" y="37"/>
                </a:lnTo>
                <a:lnTo>
                  <a:pt x="2820" y="37"/>
                </a:lnTo>
                <a:lnTo>
                  <a:pt x="2820" y="0"/>
                </a:lnTo>
                <a:moveTo>
                  <a:pt x="3038" y="0"/>
                </a:moveTo>
                <a:lnTo>
                  <a:pt x="3147" y="0"/>
                </a:lnTo>
                <a:lnTo>
                  <a:pt x="3147" y="37"/>
                </a:lnTo>
                <a:lnTo>
                  <a:pt x="3038" y="37"/>
                </a:lnTo>
                <a:lnTo>
                  <a:pt x="3038" y="0"/>
                </a:lnTo>
                <a:moveTo>
                  <a:pt x="3256" y="0"/>
                </a:moveTo>
                <a:lnTo>
                  <a:pt x="3366" y="0"/>
                </a:lnTo>
                <a:lnTo>
                  <a:pt x="3366" y="37"/>
                </a:lnTo>
                <a:lnTo>
                  <a:pt x="3256" y="37"/>
                </a:lnTo>
                <a:lnTo>
                  <a:pt x="3256" y="0"/>
                </a:lnTo>
                <a:moveTo>
                  <a:pt x="3476" y="0"/>
                </a:moveTo>
                <a:lnTo>
                  <a:pt x="3585" y="0"/>
                </a:lnTo>
                <a:lnTo>
                  <a:pt x="3585" y="37"/>
                </a:lnTo>
                <a:lnTo>
                  <a:pt x="3476" y="37"/>
                </a:lnTo>
                <a:lnTo>
                  <a:pt x="3476" y="0"/>
                </a:lnTo>
                <a:moveTo>
                  <a:pt x="3694" y="0"/>
                </a:moveTo>
                <a:lnTo>
                  <a:pt x="3803" y="0"/>
                </a:lnTo>
                <a:lnTo>
                  <a:pt x="3803" y="37"/>
                </a:lnTo>
                <a:lnTo>
                  <a:pt x="3694" y="37"/>
                </a:lnTo>
                <a:lnTo>
                  <a:pt x="3694" y="0"/>
                </a:lnTo>
                <a:moveTo>
                  <a:pt x="3912" y="0"/>
                </a:moveTo>
                <a:lnTo>
                  <a:pt x="4021" y="0"/>
                </a:lnTo>
                <a:lnTo>
                  <a:pt x="4021" y="37"/>
                </a:lnTo>
                <a:lnTo>
                  <a:pt x="3912" y="37"/>
                </a:lnTo>
                <a:lnTo>
                  <a:pt x="3912" y="0"/>
                </a:lnTo>
                <a:moveTo>
                  <a:pt x="4130" y="0"/>
                </a:moveTo>
                <a:lnTo>
                  <a:pt x="4240" y="0"/>
                </a:lnTo>
                <a:lnTo>
                  <a:pt x="4240" y="37"/>
                </a:lnTo>
                <a:lnTo>
                  <a:pt x="4130" y="37"/>
                </a:lnTo>
                <a:lnTo>
                  <a:pt x="4130" y="0"/>
                </a:lnTo>
                <a:moveTo>
                  <a:pt x="4349" y="0"/>
                </a:moveTo>
                <a:lnTo>
                  <a:pt x="4458" y="0"/>
                </a:lnTo>
                <a:lnTo>
                  <a:pt x="4458" y="37"/>
                </a:lnTo>
                <a:lnTo>
                  <a:pt x="4349" y="37"/>
                </a:lnTo>
                <a:lnTo>
                  <a:pt x="4349" y="0"/>
                </a:lnTo>
                <a:moveTo>
                  <a:pt x="4567" y="0"/>
                </a:moveTo>
                <a:lnTo>
                  <a:pt x="4676" y="0"/>
                </a:lnTo>
                <a:lnTo>
                  <a:pt x="4676" y="37"/>
                </a:lnTo>
                <a:lnTo>
                  <a:pt x="4567" y="37"/>
                </a:lnTo>
                <a:lnTo>
                  <a:pt x="4567" y="0"/>
                </a:lnTo>
                <a:moveTo>
                  <a:pt x="4785" y="0"/>
                </a:moveTo>
                <a:lnTo>
                  <a:pt x="4894" y="0"/>
                </a:lnTo>
                <a:lnTo>
                  <a:pt x="4894" y="37"/>
                </a:lnTo>
                <a:lnTo>
                  <a:pt x="4785" y="37"/>
                </a:lnTo>
                <a:lnTo>
                  <a:pt x="4785" y="0"/>
                </a:lnTo>
                <a:moveTo>
                  <a:pt x="5004" y="0"/>
                </a:moveTo>
                <a:lnTo>
                  <a:pt x="5113" y="0"/>
                </a:lnTo>
                <a:lnTo>
                  <a:pt x="5113" y="37"/>
                </a:lnTo>
                <a:lnTo>
                  <a:pt x="5004" y="37"/>
                </a:lnTo>
                <a:lnTo>
                  <a:pt x="5004" y="0"/>
                </a:lnTo>
                <a:moveTo>
                  <a:pt x="5222" y="0"/>
                </a:moveTo>
                <a:lnTo>
                  <a:pt x="5331" y="0"/>
                </a:lnTo>
                <a:lnTo>
                  <a:pt x="5331" y="37"/>
                </a:lnTo>
                <a:lnTo>
                  <a:pt x="5222" y="37"/>
                </a:lnTo>
                <a:lnTo>
                  <a:pt x="5222" y="0"/>
                </a:lnTo>
                <a:moveTo>
                  <a:pt x="5440" y="0"/>
                </a:moveTo>
                <a:lnTo>
                  <a:pt x="5549" y="0"/>
                </a:lnTo>
                <a:lnTo>
                  <a:pt x="5549" y="37"/>
                </a:lnTo>
                <a:lnTo>
                  <a:pt x="5440" y="37"/>
                </a:lnTo>
                <a:lnTo>
                  <a:pt x="5440" y="0"/>
                </a:lnTo>
                <a:moveTo>
                  <a:pt x="5658" y="0"/>
                </a:moveTo>
                <a:lnTo>
                  <a:pt x="5768" y="0"/>
                </a:lnTo>
                <a:lnTo>
                  <a:pt x="5768" y="37"/>
                </a:lnTo>
                <a:lnTo>
                  <a:pt x="5658" y="37"/>
                </a:lnTo>
                <a:lnTo>
                  <a:pt x="5658" y="0"/>
                </a:lnTo>
                <a:moveTo>
                  <a:pt x="5877" y="0"/>
                </a:moveTo>
                <a:lnTo>
                  <a:pt x="5986" y="0"/>
                </a:lnTo>
                <a:lnTo>
                  <a:pt x="5986" y="37"/>
                </a:lnTo>
                <a:lnTo>
                  <a:pt x="5877" y="37"/>
                </a:lnTo>
                <a:lnTo>
                  <a:pt x="5877" y="0"/>
                </a:lnTo>
                <a:moveTo>
                  <a:pt x="6095" y="0"/>
                </a:moveTo>
                <a:lnTo>
                  <a:pt x="6204" y="0"/>
                </a:lnTo>
                <a:lnTo>
                  <a:pt x="6204" y="37"/>
                </a:lnTo>
                <a:lnTo>
                  <a:pt x="6095" y="37"/>
                </a:lnTo>
                <a:lnTo>
                  <a:pt x="6095" y="0"/>
                </a:lnTo>
                <a:moveTo>
                  <a:pt x="6313" y="0"/>
                </a:moveTo>
                <a:lnTo>
                  <a:pt x="6422" y="0"/>
                </a:lnTo>
                <a:lnTo>
                  <a:pt x="6422" y="37"/>
                </a:lnTo>
                <a:lnTo>
                  <a:pt x="6313" y="37"/>
                </a:lnTo>
                <a:lnTo>
                  <a:pt x="6313" y="0"/>
                </a:lnTo>
                <a:moveTo>
                  <a:pt x="6532" y="0"/>
                </a:moveTo>
                <a:lnTo>
                  <a:pt x="6641" y="0"/>
                </a:lnTo>
                <a:lnTo>
                  <a:pt x="6641" y="37"/>
                </a:lnTo>
                <a:lnTo>
                  <a:pt x="6532" y="37"/>
                </a:lnTo>
                <a:lnTo>
                  <a:pt x="6532" y="0"/>
                </a:lnTo>
                <a:moveTo>
                  <a:pt x="6750" y="0"/>
                </a:moveTo>
                <a:lnTo>
                  <a:pt x="6859" y="0"/>
                </a:lnTo>
                <a:lnTo>
                  <a:pt x="6859" y="37"/>
                </a:lnTo>
                <a:lnTo>
                  <a:pt x="6750" y="37"/>
                </a:lnTo>
                <a:lnTo>
                  <a:pt x="6750" y="0"/>
                </a:lnTo>
                <a:moveTo>
                  <a:pt x="6968" y="0"/>
                </a:moveTo>
                <a:lnTo>
                  <a:pt x="7077" y="0"/>
                </a:lnTo>
                <a:lnTo>
                  <a:pt x="7077" y="37"/>
                </a:lnTo>
                <a:lnTo>
                  <a:pt x="6968" y="37"/>
                </a:lnTo>
                <a:lnTo>
                  <a:pt x="6968" y="0"/>
                </a:lnTo>
                <a:moveTo>
                  <a:pt x="7186" y="0"/>
                </a:moveTo>
                <a:lnTo>
                  <a:pt x="7296" y="0"/>
                </a:lnTo>
                <a:lnTo>
                  <a:pt x="7296" y="37"/>
                </a:lnTo>
                <a:lnTo>
                  <a:pt x="7186" y="37"/>
                </a:lnTo>
                <a:lnTo>
                  <a:pt x="7186" y="0"/>
                </a:lnTo>
                <a:moveTo>
                  <a:pt x="7405" y="0"/>
                </a:moveTo>
                <a:lnTo>
                  <a:pt x="7514" y="0"/>
                </a:lnTo>
                <a:lnTo>
                  <a:pt x="7514" y="37"/>
                </a:lnTo>
                <a:lnTo>
                  <a:pt x="7405" y="37"/>
                </a:lnTo>
                <a:lnTo>
                  <a:pt x="7405" y="0"/>
                </a:lnTo>
                <a:moveTo>
                  <a:pt x="7623" y="0"/>
                </a:moveTo>
                <a:lnTo>
                  <a:pt x="7732" y="0"/>
                </a:lnTo>
                <a:lnTo>
                  <a:pt x="7732" y="37"/>
                </a:lnTo>
                <a:lnTo>
                  <a:pt x="7623" y="37"/>
                </a:lnTo>
                <a:lnTo>
                  <a:pt x="7623" y="0"/>
                </a:lnTo>
                <a:moveTo>
                  <a:pt x="7841" y="0"/>
                </a:moveTo>
                <a:lnTo>
                  <a:pt x="7950" y="0"/>
                </a:lnTo>
                <a:lnTo>
                  <a:pt x="7950" y="37"/>
                </a:lnTo>
                <a:lnTo>
                  <a:pt x="7841" y="37"/>
                </a:lnTo>
                <a:lnTo>
                  <a:pt x="7841" y="0"/>
                </a:lnTo>
                <a:moveTo>
                  <a:pt x="8059" y="0"/>
                </a:moveTo>
                <a:lnTo>
                  <a:pt x="8169" y="0"/>
                </a:lnTo>
                <a:lnTo>
                  <a:pt x="8169" y="37"/>
                </a:lnTo>
                <a:lnTo>
                  <a:pt x="8059" y="37"/>
                </a:lnTo>
                <a:lnTo>
                  <a:pt x="8059" y="0"/>
                </a:lnTo>
                <a:moveTo>
                  <a:pt x="8278" y="0"/>
                </a:moveTo>
                <a:lnTo>
                  <a:pt x="8387" y="0"/>
                </a:lnTo>
                <a:lnTo>
                  <a:pt x="8387" y="37"/>
                </a:lnTo>
                <a:lnTo>
                  <a:pt x="8278" y="37"/>
                </a:lnTo>
                <a:lnTo>
                  <a:pt x="8278" y="0"/>
                </a:lnTo>
                <a:moveTo>
                  <a:pt x="8496" y="0"/>
                </a:moveTo>
                <a:lnTo>
                  <a:pt x="8605" y="0"/>
                </a:lnTo>
                <a:lnTo>
                  <a:pt x="8605" y="37"/>
                </a:lnTo>
                <a:lnTo>
                  <a:pt x="8496" y="37"/>
                </a:lnTo>
                <a:lnTo>
                  <a:pt x="8496" y="0"/>
                </a:lnTo>
                <a:moveTo>
                  <a:pt x="8714" y="0"/>
                </a:moveTo>
                <a:lnTo>
                  <a:pt x="8823" y="0"/>
                </a:lnTo>
                <a:lnTo>
                  <a:pt x="8823" y="37"/>
                </a:lnTo>
                <a:lnTo>
                  <a:pt x="8714" y="37"/>
                </a:lnTo>
                <a:lnTo>
                  <a:pt x="8714" y="0"/>
                </a:lnTo>
                <a:moveTo>
                  <a:pt x="8933" y="0"/>
                </a:moveTo>
                <a:lnTo>
                  <a:pt x="9042" y="0"/>
                </a:lnTo>
                <a:lnTo>
                  <a:pt x="9042" y="37"/>
                </a:lnTo>
                <a:lnTo>
                  <a:pt x="8933" y="37"/>
                </a:lnTo>
                <a:lnTo>
                  <a:pt x="8933" y="0"/>
                </a:lnTo>
                <a:moveTo>
                  <a:pt x="9151" y="0"/>
                </a:moveTo>
                <a:lnTo>
                  <a:pt x="9260" y="0"/>
                </a:lnTo>
                <a:lnTo>
                  <a:pt x="9260" y="37"/>
                </a:lnTo>
                <a:lnTo>
                  <a:pt x="9151" y="37"/>
                </a:lnTo>
                <a:lnTo>
                  <a:pt x="9151" y="0"/>
                </a:lnTo>
                <a:moveTo>
                  <a:pt x="9369" y="0"/>
                </a:moveTo>
                <a:lnTo>
                  <a:pt x="9478" y="0"/>
                </a:lnTo>
                <a:lnTo>
                  <a:pt x="9478" y="37"/>
                </a:lnTo>
                <a:lnTo>
                  <a:pt x="9369" y="37"/>
                </a:lnTo>
                <a:lnTo>
                  <a:pt x="9369" y="0"/>
                </a:lnTo>
                <a:moveTo>
                  <a:pt x="9587" y="0"/>
                </a:moveTo>
                <a:lnTo>
                  <a:pt x="9697" y="0"/>
                </a:lnTo>
                <a:lnTo>
                  <a:pt x="9697" y="37"/>
                </a:lnTo>
                <a:lnTo>
                  <a:pt x="9587" y="37"/>
                </a:lnTo>
                <a:lnTo>
                  <a:pt x="9587" y="0"/>
                </a:lnTo>
                <a:moveTo>
                  <a:pt x="9806" y="0"/>
                </a:moveTo>
                <a:lnTo>
                  <a:pt x="9915" y="0"/>
                </a:lnTo>
                <a:lnTo>
                  <a:pt x="9915" y="37"/>
                </a:lnTo>
                <a:lnTo>
                  <a:pt x="9806" y="37"/>
                </a:lnTo>
                <a:lnTo>
                  <a:pt x="9806" y="0"/>
                </a:lnTo>
                <a:moveTo>
                  <a:pt x="10024" y="0"/>
                </a:moveTo>
                <a:lnTo>
                  <a:pt x="10133" y="0"/>
                </a:lnTo>
                <a:lnTo>
                  <a:pt x="10133" y="37"/>
                </a:lnTo>
                <a:lnTo>
                  <a:pt x="10024" y="37"/>
                </a:lnTo>
                <a:lnTo>
                  <a:pt x="10024" y="0"/>
                </a:lnTo>
                <a:moveTo>
                  <a:pt x="10242" y="0"/>
                </a:moveTo>
                <a:lnTo>
                  <a:pt x="10351" y="0"/>
                </a:lnTo>
                <a:lnTo>
                  <a:pt x="10351" y="37"/>
                </a:lnTo>
                <a:lnTo>
                  <a:pt x="10242" y="37"/>
                </a:lnTo>
                <a:lnTo>
                  <a:pt x="10242" y="0"/>
                </a:lnTo>
                <a:moveTo>
                  <a:pt x="10461" y="0"/>
                </a:moveTo>
                <a:lnTo>
                  <a:pt x="10570" y="0"/>
                </a:lnTo>
                <a:lnTo>
                  <a:pt x="10570" y="37"/>
                </a:lnTo>
                <a:lnTo>
                  <a:pt x="10461" y="37"/>
                </a:lnTo>
                <a:lnTo>
                  <a:pt x="10461" y="0"/>
                </a:lnTo>
                <a:moveTo>
                  <a:pt x="10679" y="0"/>
                </a:moveTo>
                <a:lnTo>
                  <a:pt x="10788" y="0"/>
                </a:lnTo>
                <a:lnTo>
                  <a:pt x="10788" y="37"/>
                </a:lnTo>
                <a:lnTo>
                  <a:pt x="10679" y="37"/>
                </a:lnTo>
                <a:lnTo>
                  <a:pt x="10679" y="0"/>
                </a:lnTo>
                <a:moveTo>
                  <a:pt x="10897" y="0"/>
                </a:moveTo>
                <a:lnTo>
                  <a:pt x="11006" y="0"/>
                </a:lnTo>
                <a:lnTo>
                  <a:pt x="11006" y="37"/>
                </a:lnTo>
                <a:lnTo>
                  <a:pt x="10897" y="37"/>
                </a:lnTo>
                <a:lnTo>
                  <a:pt x="10897" y="0"/>
                </a:lnTo>
                <a:moveTo>
                  <a:pt x="11115" y="0"/>
                </a:moveTo>
                <a:lnTo>
                  <a:pt x="11225" y="0"/>
                </a:lnTo>
                <a:lnTo>
                  <a:pt x="11225" y="37"/>
                </a:lnTo>
                <a:lnTo>
                  <a:pt x="11115" y="37"/>
                </a:lnTo>
                <a:lnTo>
                  <a:pt x="11115" y="0"/>
                </a:lnTo>
                <a:moveTo>
                  <a:pt x="11334" y="0"/>
                </a:moveTo>
                <a:lnTo>
                  <a:pt x="11443" y="0"/>
                </a:lnTo>
                <a:lnTo>
                  <a:pt x="11443" y="37"/>
                </a:lnTo>
                <a:lnTo>
                  <a:pt x="11334" y="37"/>
                </a:lnTo>
                <a:lnTo>
                  <a:pt x="11334" y="0"/>
                </a:lnTo>
                <a:moveTo>
                  <a:pt x="11552" y="0"/>
                </a:moveTo>
                <a:lnTo>
                  <a:pt x="11661" y="0"/>
                </a:lnTo>
                <a:lnTo>
                  <a:pt x="11661" y="37"/>
                </a:lnTo>
                <a:lnTo>
                  <a:pt x="11552" y="37"/>
                </a:lnTo>
                <a:lnTo>
                  <a:pt x="11552" y="0"/>
                </a:lnTo>
                <a:moveTo>
                  <a:pt x="11770" y="0"/>
                </a:moveTo>
                <a:lnTo>
                  <a:pt x="11843" y="0"/>
                </a:lnTo>
                <a:cubicBezTo>
                  <a:pt x="11856" y="0"/>
                  <a:pt x="11869" y="2"/>
                  <a:pt x="11882" y="4"/>
                </a:cubicBezTo>
                <a:lnTo>
                  <a:pt x="11875" y="40"/>
                </a:lnTo>
                <a:cubicBezTo>
                  <a:pt x="11864" y="38"/>
                  <a:pt x="11854" y="37"/>
                  <a:pt x="11843" y="37"/>
                </a:cubicBezTo>
                <a:lnTo>
                  <a:pt x="11770" y="37"/>
                </a:lnTo>
                <a:lnTo>
                  <a:pt x="11770" y="0"/>
                </a:lnTo>
                <a:moveTo>
                  <a:pt x="11987" y="62"/>
                </a:moveTo>
                <a:cubicBezTo>
                  <a:pt x="12016" y="92"/>
                  <a:pt x="12034" y="128"/>
                  <a:pt x="12041" y="169"/>
                </a:cubicBezTo>
                <a:lnTo>
                  <a:pt x="12005" y="175"/>
                </a:lnTo>
                <a:cubicBezTo>
                  <a:pt x="11999" y="141"/>
                  <a:pt x="11985" y="112"/>
                  <a:pt x="11961" y="87"/>
                </a:cubicBezTo>
                <a:lnTo>
                  <a:pt x="11987" y="62"/>
                </a:lnTo>
                <a:moveTo>
                  <a:pt x="12043" y="280"/>
                </a:moveTo>
                <a:lnTo>
                  <a:pt x="12043" y="389"/>
                </a:lnTo>
                <a:lnTo>
                  <a:pt x="12007" y="389"/>
                </a:lnTo>
                <a:lnTo>
                  <a:pt x="12007" y="280"/>
                </a:lnTo>
                <a:lnTo>
                  <a:pt x="12043" y="280"/>
                </a:lnTo>
                <a:moveTo>
                  <a:pt x="12043" y="498"/>
                </a:moveTo>
                <a:lnTo>
                  <a:pt x="12043" y="607"/>
                </a:lnTo>
                <a:lnTo>
                  <a:pt x="12007" y="607"/>
                </a:lnTo>
                <a:lnTo>
                  <a:pt x="12007" y="498"/>
                </a:lnTo>
                <a:lnTo>
                  <a:pt x="12043" y="498"/>
                </a:lnTo>
                <a:moveTo>
                  <a:pt x="12043" y="716"/>
                </a:moveTo>
                <a:lnTo>
                  <a:pt x="12043" y="826"/>
                </a:lnTo>
                <a:lnTo>
                  <a:pt x="12007" y="826"/>
                </a:lnTo>
                <a:lnTo>
                  <a:pt x="12007" y="716"/>
                </a:lnTo>
                <a:lnTo>
                  <a:pt x="12043" y="716"/>
                </a:lnTo>
                <a:moveTo>
                  <a:pt x="12043" y="935"/>
                </a:moveTo>
                <a:lnTo>
                  <a:pt x="12043" y="1044"/>
                </a:lnTo>
                <a:lnTo>
                  <a:pt x="12007" y="1044"/>
                </a:lnTo>
                <a:lnTo>
                  <a:pt x="12007" y="935"/>
                </a:lnTo>
                <a:lnTo>
                  <a:pt x="12043" y="935"/>
                </a:lnTo>
                <a:moveTo>
                  <a:pt x="12043" y="1153"/>
                </a:moveTo>
                <a:lnTo>
                  <a:pt x="12043" y="1263"/>
                </a:lnTo>
                <a:lnTo>
                  <a:pt x="12007" y="1263"/>
                </a:lnTo>
                <a:lnTo>
                  <a:pt x="12007" y="1153"/>
                </a:lnTo>
                <a:lnTo>
                  <a:pt x="12043" y="1153"/>
                </a:lnTo>
                <a:moveTo>
                  <a:pt x="12024" y="1377"/>
                </a:moveTo>
                <a:cubicBezTo>
                  <a:pt x="12006" y="1415"/>
                  <a:pt x="11979" y="1445"/>
                  <a:pt x="11943" y="1465"/>
                </a:cubicBezTo>
                <a:lnTo>
                  <a:pt x="11925" y="1434"/>
                </a:lnTo>
                <a:cubicBezTo>
                  <a:pt x="11954" y="1417"/>
                  <a:pt x="11977" y="1393"/>
                  <a:pt x="11991" y="1362"/>
                </a:cubicBezTo>
                <a:lnTo>
                  <a:pt x="12024" y="1377"/>
                </a:lnTo>
                <a:moveTo>
                  <a:pt x="11829" y="1492"/>
                </a:moveTo>
                <a:lnTo>
                  <a:pt x="11720" y="1492"/>
                </a:lnTo>
                <a:lnTo>
                  <a:pt x="11720" y="1456"/>
                </a:lnTo>
                <a:lnTo>
                  <a:pt x="11829" y="1456"/>
                </a:lnTo>
                <a:lnTo>
                  <a:pt x="11829" y="1492"/>
                </a:lnTo>
                <a:moveTo>
                  <a:pt x="11610" y="1492"/>
                </a:moveTo>
                <a:lnTo>
                  <a:pt x="11501" y="1492"/>
                </a:lnTo>
                <a:lnTo>
                  <a:pt x="11501" y="1456"/>
                </a:lnTo>
                <a:lnTo>
                  <a:pt x="11610" y="1456"/>
                </a:lnTo>
                <a:lnTo>
                  <a:pt x="11610" y="1492"/>
                </a:lnTo>
                <a:moveTo>
                  <a:pt x="11392" y="1492"/>
                </a:moveTo>
                <a:lnTo>
                  <a:pt x="11283" y="1492"/>
                </a:lnTo>
                <a:lnTo>
                  <a:pt x="11283" y="1456"/>
                </a:lnTo>
                <a:lnTo>
                  <a:pt x="11392" y="1456"/>
                </a:lnTo>
                <a:lnTo>
                  <a:pt x="11392" y="1492"/>
                </a:lnTo>
                <a:moveTo>
                  <a:pt x="11174" y="1492"/>
                </a:moveTo>
                <a:lnTo>
                  <a:pt x="11065" y="1492"/>
                </a:lnTo>
                <a:lnTo>
                  <a:pt x="11065" y="1456"/>
                </a:lnTo>
                <a:lnTo>
                  <a:pt x="11174" y="1456"/>
                </a:lnTo>
                <a:lnTo>
                  <a:pt x="11174" y="1492"/>
                </a:lnTo>
                <a:moveTo>
                  <a:pt x="10956" y="1492"/>
                </a:moveTo>
                <a:lnTo>
                  <a:pt x="10846" y="1492"/>
                </a:lnTo>
                <a:lnTo>
                  <a:pt x="10846" y="1456"/>
                </a:lnTo>
                <a:lnTo>
                  <a:pt x="10956" y="1456"/>
                </a:lnTo>
                <a:lnTo>
                  <a:pt x="10956" y="1492"/>
                </a:lnTo>
                <a:moveTo>
                  <a:pt x="10737" y="1492"/>
                </a:moveTo>
                <a:lnTo>
                  <a:pt x="10628" y="1492"/>
                </a:lnTo>
                <a:lnTo>
                  <a:pt x="10628" y="1456"/>
                </a:lnTo>
                <a:lnTo>
                  <a:pt x="10737" y="1456"/>
                </a:lnTo>
                <a:lnTo>
                  <a:pt x="10737" y="1492"/>
                </a:lnTo>
                <a:moveTo>
                  <a:pt x="10519" y="1492"/>
                </a:moveTo>
                <a:lnTo>
                  <a:pt x="10410" y="1492"/>
                </a:lnTo>
                <a:lnTo>
                  <a:pt x="10410" y="1456"/>
                </a:lnTo>
                <a:lnTo>
                  <a:pt x="10519" y="1456"/>
                </a:lnTo>
                <a:lnTo>
                  <a:pt x="10519" y="1492"/>
                </a:lnTo>
                <a:moveTo>
                  <a:pt x="10301" y="1492"/>
                </a:moveTo>
                <a:lnTo>
                  <a:pt x="10192" y="1492"/>
                </a:lnTo>
                <a:lnTo>
                  <a:pt x="10192" y="1456"/>
                </a:lnTo>
                <a:lnTo>
                  <a:pt x="10301" y="1456"/>
                </a:lnTo>
                <a:lnTo>
                  <a:pt x="10301" y="1492"/>
                </a:lnTo>
                <a:moveTo>
                  <a:pt x="10082" y="1492"/>
                </a:moveTo>
                <a:lnTo>
                  <a:pt x="9973" y="1492"/>
                </a:lnTo>
                <a:lnTo>
                  <a:pt x="9973" y="1456"/>
                </a:lnTo>
                <a:lnTo>
                  <a:pt x="10082" y="1456"/>
                </a:lnTo>
                <a:lnTo>
                  <a:pt x="10082" y="1492"/>
                </a:lnTo>
                <a:moveTo>
                  <a:pt x="9864" y="1492"/>
                </a:moveTo>
                <a:lnTo>
                  <a:pt x="9755" y="1492"/>
                </a:lnTo>
                <a:lnTo>
                  <a:pt x="9755" y="1456"/>
                </a:lnTo>
                <a:lnTo>
                  <a:pt x="9864" y="1456"/>
                </a:lnTo>
                <a:lnTo>
                  <a:pt x="9864" y="1492"/>
                </a:lnTo>
                <a:moveTo>
                  <a:pt x="9646" y="1492"/>
                </a:moveTo>
                <a:lnTo>
                  <a:pt x="9537" y="1492"/>
                </a:lnTo>
                <a:lnTo>
                  <a:pt x="9537" y="1456"/>
                </a:lnTo>
                <a:lnTo>
                  <a:pt x="9646" y="1456"/>
                </a:lnTo>
                <a:lnTo>
                  <a:pt x="9646" y="1492"/>
                </a:lnTo>
                <a:moveTo>
                  <a:pt x="9428" y="1492"/>
                </a:moveTo>
                <a:lnTo>
                  <a:pt x="9318" y="1492"/>
                </a:lnTo>
                <a:lnTo>
                  <a:pt x="9318" y="1456"/>
                </a:lnTo>
                <a:lnTo>
                  <a:pt x="9428" y="1456"/>
                </a:lnTo>
                <a:lnTo>
                  <a:pt x="9428" y="1492"/>
                </a:lnTo>
                <a:moveTo>
                  <a:pt x="9209" y="1492"/>
                </a:moveTo>
                <a:lnTo>
                  <a:pt x="9100" y="1492"/>
                </a:lnTo>
                <a:lnTo>
                  <a:pt x="9100" y="1456"/>
                </a:lnTo>
                <a:lnTo>
                  <a:pt x="9209" y="1456"/>
                </a:lnTo>
                <a:lnTo>
                  <a:pt x="9209" y="1492"/>
                </a:lnTo>
                <a:moveTo>
                  <a:pt x="8991" y="1492"/>
                </a:moveTo>
                <a:lnTo>
                  <a:pt x="8882" y="1492"/>
                </a:lnTo>
                <a:lnTo>
                  <a:pt x="8882" y="1456"/>
                </a:lnTo>
                <a:lnTo>
                  <a:pt x="8991" y="1456"/>
                </a:lnTo>
                <a:lnTo>
                  <a:pt x="8991" y="1492"/>
                </a:lnTo>
                <a:moveTo>
                  <a:pt x="8773" y="1492"/>
                </a:moveTo>
                <a:lnTo>
                  <a:pt x="8664" y="1492"/>
                </a:lnTo>
                <a:lnTo>
                  <a:pt x="8664" y="1456"/>
                </a:lnTo>
                <a:lnTo>
                  <a:pt x="8773" y="1456"/>
                </a:lnTo>
                <a:lnTo>
                  <a:pt x="8773" y="1492"/>
                </a:lnTo>
                <a:moveTo>
                  <a:pt x="8555" y="1492"/>
                </a:moveTo>
                <a:lnTo>
                  <a:pt x="8445" y="1492"/>
                </a:lnTo>
                <a:lnTo>
                  <a:pt x="8445" y="1456"/>
                </a:lnTo>
                <a:lnTo>
                  <a:pt x="8555" y="1456"/>
                </a:lnTo>
                <a:lnTo>
                  <a:pt x="8555" y="1492"/>
                </a:lnTo>
                <a:moveTo>
                  <a:pt x="8336" y="1492"/>
                </a:moveTo>
                <a:lnTo>
                  <a:pt x="8227" y="1492"/>
                </a:lnTo>
                <a:lnTo>
                  <a:pt x="8227" y="1456"/>
                </a:lnTo>
                <a:lnTo>
                  <a:pt x="8336" y="1456"/>
                </a:lnTo>
                <a:lnTo>
                  <a:pt x="8336" y="1492"/>
                </a:lnTo>
                <a:moveTo>
                  <a:pt x="8118" y="1492"/>
                </a:moveTo>
                <a:lnTo>
                  <a:pt x="8009" y="1492"/>
                </a:lnTo>
                <a:lnTo>
                  <a:pt x="8009" y="1456"/>
                </a:lnTo>
                <a:lnTo>
                  <a:pt x="8118" y="1456"/>
                </a:lnTo>
                <a:lnTo>
                  <a:pt x="8118" y="1492"/>
                </a:lnTo>
                <a:moveTo>
                  <a:pt x="7900" y="1492"/>
                </a:moveTo>
                <a:lnTo>
                  <a:pt x="7791" y="1492"/>
                </a:lnTo>
                <a:lnTo>
                  <a:pt x="7791" y="1456"/>
                </a:lnTo>
                <a:lnTo>
                  <a:pt x="7900" y="1456"/>
                </a:lnTo>
                <a:lnTo>
                  <a:pt x="7900" y="1492"/>
                </a:lnTo>
                <a:moveTo>
                  <a:pt x="7681" y="1492"/>
                </a:moveTo>
                <a:lnTo>
                  <a:pt x="7572" y="1492"/>
                </a:lnTo>
                <a:lnTo>
                  <a:pt x="7572" y="1456"/>
                </a:lnTo>
                <a:lnTo>
                  <a:pt x="7681" y="1456"/>
                </a:lnTo>
                <a:lnTo>
                  <a:pt x="7681" y="1492"/>
                </a:lnTo>
                <a:moveTo>
                  <a:pt x="7463" y="1492"/>
                </a:moveTo>
                <a:lnTo>
                  <a:pt x="7354" y="1492"/>
                </a:lnTo>
                <a:lnTo>
                  <a:pt x="7354" y="1456"/>
                </a:lnTo>
                <a:lnTo>
                  <a:pt x="7463" y="1456"/>
                </a:lnTo>
                <a:lnTo>
                  <a:pt x="7463" y="1492"/>
                </a:lnTo>
                <a:moveTo>
                  <a:pt x="7245" y="1492"/>
                </a:moveTo>
                <a:lnTo>
                  <a:pt x="7136" y="1492"/>
                </a:lnTo>
                <a:lnTo>
                  <a:pt x="7136" y="1456"/>
                </a:lnTo>
                <a:lnTo>
                  <a:pt x="7245" y="1456"/>
                </a:lnTo>
                <a:lnTo>
                  <a:pt x="7245" y="1492"/>
                </a:lnTo>
                <a:moveTo>
                  <a:pt x="7027" y="1492"/>
                </a:moveTo>
                <a:lnTo>
                  <a:pt x="6917" y="1492"/>
                </a:lnTo>
                <a:lnTo>
                  <a:pt x="6917" y="1456"/>
                </a:lnTo>
                <a:lnTo>
                  <a:pt x="7027" y="1456"/>
                </a:lnTo>
                <a:lnTo>
                  <a:pt x="7027" y="1492"/>
                </a:lnTo>
                <a:moveTo>
                  <a:pt x="6808" y="1492"/>
                </a:moveTo>
                <a:lnTo>
                  <a:pt x="6699" y="1492"/>
                </a:lnTo>
                <a:lnTo>
                  <a:pt x="6699" y="1456"/>
                </a:lnTo>
                <a:lnTo>
                  <a:pt x="6808" y="1456"/>
                </a:lnTo>
                <a:lnTo>
                  <a:pt x="6808" y="1492"/>
                </a:lnTo>
                <a:moveTo>
                  <a:pt x="6590" y="1492"/>
                </a:moveTo>
                <a:lnTo>
                  <a:pt x="6481" y="1492"/>
                </a:lnTo>
                <a:lnTo>
                  <a:pt x="6481" y="1456"/>
                </a:lnTo>
                <a:lnTo>
                  <a:pt x="6590" y="1456"/>
                </a:lnTo>
                <a:lnTo>
                  <a:pt x="6590" y="1492"/>
                </a:lnTo>
                <a:moveTo>
                  <a:pt x="6372" y="1492"/>
                </a:moveTo>
                <a:lnTo>
                  <a:pt x="6263" y="1492"/>
                </a:lnTo>
                <a:lnTo>
                  <a:pt x="6263" y="1456"/>
                </a:lnTo>
                <a:lnTo>
                  <a:pt x="6372" y="1456"/>
                </a:lnTo>
                <a:lnTo>
                  <a:pt x="6372" y="1492"/>
                </a:lnTo>
                <a:moveTo>
                  <a:pt x="6153" y="1492"/>
                </a:moveTo>
                <a:lnTo>
                  <a:pt x="6044" y="1492"/>
                </a:lnTo>
                <a:lnTo>
                  <a:pt x="6044" y="1456"/>
                </a:lnTo>
                <a:lnTo>
                  <a:pt x="6153" y="1456"/>
                </a:lnTo>
                <a:lnTo>
                  <a:pt x="6153" y="1492"/>
                </a:lnTo>
                <a:moveTo>
                  <a:pt x="5935" y="1492"/>
                </a:moveTo>
                <a:lnTo>
                  <a:pt x="5826" y="1492"/>
                </a:lnTo>
                <a:lnTo>
                  <a:pt x="5826" y="1456"/>
                </a:lnTo>
                <a:lnTo>
                  <a:pt x="5935" y="1456"/>
                </a:lnTo>
                <a:lnTo>
                  <a:pt x="5935" y="1492"/>
                </a:lnTo>
                <a:moveTo>
                  <a:pt x="5717" y="1492"/>
                </a:moveTo>
                <a:lnTo>
                  <a:pt x="5608" y="1492"/>
                </a:lnTo>
                <a:lnTo>
                  <a:pt x="5608" y="1456"/>
                </a:lnTo>
                <a:lnTo>
                  <a:pt x="5717" y="1456"/>
                </a:lnTo>
                <a:lnTo>
                  <a:pt x="5717" y="1492"/>
                </a:lnTo>
                <a:moveTo>
                  <a:pt x="5499" y="1492"/>
                </a:moveTo>
                <a:lnTo>
                  <a:pt x="5389" y="1492"/>
                </a:lnTo>
                <a:lnTo>
                  <a:pt x="5389" y="1456"/>
                </a:lnTo>
                <a:lnTo>
                  <a:pt x="5499" y="1456"/>
                </a:lnTo>
                <a:lnTo>
                  <a:pt x="5499" y="1492"/>
                </a:lnTo>
                <a:moveTo>
                  <a:pt x="5280" y="1492"/>
                </a:moveTo>
                <a:lnTo>
                  <a:pt x="5171" y="1492"/>
                </a:lnTo>
                <a:lnTo>
                  <a:pt x="5171" y="1456"/>
                </a:lnTo>
                <a:lnTo>
                  <a:pt x="5280" y="1456"/>
                </a:lnTo>
                <a:lnTo>
                  <a:pt x="5280" y="1492"/>
                </a:lnTo>
                <a:moveTo>
                  <a:pt x="5062" y="1492"/>
                </a:moveTo>
                <a:lnTo>
                  <a:pt x="4953" y="1492"/>
                </a:lnTo>
                <a:lnTo>
                  <a:pt x="4953" y="1456"/>
                </a:lnTo>
                <a:lnTo>
                  <a:pt x="5062" y="1456"/>
                </a:lnTo>
                <a:lnTo>
                  <a:pt x="5062" y="1492"/>
                </a:lnTo>
                <a:moveTo>
                  <a:pt x="4844" y="1492"/>
                </a:moveTo>
                <a:lnTo>
                  <a:pt x="4735" y="1492"/>
                </a:lnTo>
                <a:lnTo>
                  <a:pt x="4735" y="1456"/>
                </a:lnTo>
                <a:lnTo>
                  <a:pt x="4844" y="1456"/>
                </a:lnTo>
                <a:lnTo>
                  <a:pt x="4844" y="1492"/>
                </a:lnTo>
                <a:moveTo>
                  <a:pt x="4625" y="1492"/>
                </a:moveTo>
                <a:lnTo>
                  <a:pt x="4516" y="1492"/>
                </a:lnTo>
                <a:lnTo>
                  <a:pt x="4516" y="1456"/>
                </a:lnTo>
                <a:lnTo>
                  <a:pt x="4625" y="1456"/>
                </a:lnTo>
                <a:lnTo>
                  <a:pt x="4625" y="1492"/>
                </a:lnTo>
                <a:moveTo>
                  <a:pt x="4407" y="1492"/>
                </a:moveTo>
                <a:lnTo>
                  <a:pt x="4298" y="1492"/>
                </a:lnTo>
                <a:lnTo>
                  <a:pt x="4298" y="1456"/>
                </a:lnTo>
                <a:lnTo>
                  <a:pt x="4407" y="1456"/>
                </a:lnTo>
                <a:lnTo>
                  <a:pt x="4407" y="1492"/>
                </a:lnTo>
                <a:moveTo>
                  <a:pt x="4189" y="1492"/>
                </a:moveTo>
                <a:lnTo>
                  <a:pt x="4080" y="1492"/>
                </a:lnTo>
                <a:lnTo>
                  <a:pt x="4080" y="1456"/>
                </a:lnTo>
                <a:lnTo>
                  <a:pt x="4189" y="1456"/>
                </a:lnTo>
                <a:lnTo>
                  <a:pt x="4189" y="1492"/>
                </a:lnTo>
                <a:moveTo>
                  <a:pt x="3971" y="1492"/>
                </a:moveTo>
                <a:lnTo>
                  <a:pt x="3861" y="1492"/>
                </a:lnTo>
                <a:lnTo>
                  <a:pt x="3861" y="1456"/>
                </a:lnTo>
                <a:lnTo>
                  <a:pt x="3971" y="1456"/>
                </a:lnTo>
                <a:lnTo>
                  <a:pt x="3971" y="1492"/>
                </a:lnTo>
                <a:moveTo>
                  <a:pt x="3752" y="1492"/>
                </a:moveTo>
                <a:lnTo>
                  <a:pt x="3643" y="1492"/>
                </a:lnTo>
                <a:lnTo>
                  <a:pt x="3643" y="1456"/>
                </a:lnTo>
                <a:lnTo>
                  <a:pt x="3752" y="1456"/>
                </a:lnTo>
                <a:lnTo>
                  <a:pt x="3752" y="1492"/>
                </a:lnTo>
                <a:moveTo>
                  <a:pt x="3534" y="1492"/>
                </a:moveTo>
                <a:lnTo>
                  <a:pt x="3425" y="1492"/>
                </a:lnTo>
                <a:lnTo>
                  <a:pt x="3425" y="1456"/>
                </a:lnTo>
                <a:lnTo>
                  <a:pt x="3534" y="1456"/>
                </a:lnTo>
                <a:lnTo>
                  <a:pt x="3534" y="1492"/>
                </a:lnTo>
                <a:moveTo>
                  <a:pt x="3316" y="1492"/>
                </a:moveTo>
                <a:lnTo>
                  <a:pt x="3206" y="1492"/>
                </a:lnTo>
                <a:lnTo>
                  <a:pt x="3206" y="1456"/>
                </a:lnTo>
                <a:lnTo>
                  <a:pt x="3316" y="1456"/>
                </a:lnTo>
                <a:lnTo>
                  <a:pt x="3316" y="1492"/>
                </a:lnTo>
                <a:moveTo>
                  <a:pt x="3096" y="1492"/>
                </a:moveTo>
                <a:lnTo>
                  <a:pt x="2987" y="1492"/>
                </a:lnTo>
                <a:lnTo>
                  <a:pt x="2987" y="1456"/>
                </a:lnTo>
                <a:lnTo>
                  <a:pt x="3096" y="1456"/>
                </a:lnTo>
                <a:lnTo>
                  <a:pt x="3096" y="1492"/>
                </a:lnTo>
                <a:moveTo>
                  <a:pt x="2878" y="1492"/>
                </a:moveTo>
                <a:lnTo>
                  <a:pt x="2769" y="1492"/>
                </a:lnTo>
                <a:lnTo>
                  <a:pt x="2769" y="1456"/>
                </a:lnTo>
                <a:lnTo>
                  <a:pt x="2878" y="1456"/>
                </a:lnTo>
                <a:lnTo>
                  <a:pt x="2878" y="1492"/>
                </a:lnTo>
                <a:moveTo>
                  <a:pt x="2660" y="1492"/>
                </a:moveTo>
                <a:lnTo>
                  <a:pt x="2551" y="1492"/>
                </a:lnTo>
                <a:lnTo>
                  <a:pt x="2551" y="1456"/>
                </a:lnTo>
                <a:lnTo>
                  <a:pt x="2660" y="1456"/>
                </a:lnTo>
                <a:lnTo>
                  <a:pt x="2660" y="1492"/>
                </a:lnTo>
                <a:moveTo>
                  <a:pt x="2442" y="1492"/>
                </a:moveTo>
                <a:lnTo>
                  <a:pt x="2332" y="1492"/>
                </a:lnTo>
                <a:lnTo>
                  <a:pt x="2332" y="1456"/>
                </a:lnTo>
                <a:lnTo>
                  <a:pt x="2442" y="1456"/>
                </a:lnTo>
                <a:lnTo>
                  <a:pt x="2442" y="1492"/>
                </a:lnTo>
                <a:moveTo>
                  <a:pt x="2223" y="1492"/>
                </a:moveTo>
                <a:lnTo>
                  <a:pt x="2114" y="1492"/>
                </a:lnTo>
                <a:lnTo>
                  <a:pt x="2114" y="1456"/>
                </a:lnTo>
                <a:lnTo>
                  <a:pt x="2223" y="1456"/>
                </a:lnTo>
                <a:lnTo>
                  <a:pt x="2223" y="1492"/>
                </a:lnTo>
                <a:moveTo>
                  <a:pt x="2005" y="1492"/>
                </a:moveTo>
                <a:lnTo>
                  <a:pt x="1896" y="1492"/>
                </a:lnTo>
                <a:lnTo>
                  <a:pt x="1896" y="1456"/>
                </a:lnTo>
                <a:lnTo>
                  <a:pt x="2005" y="1456"/>
                </a:lnTo>
                <a:lnTo>
                  <a:pt x="2005" y="1492"/>
                </a:lnTo>
                <a:moveTo>
                  <a:pt x="1787" y="1492"/>
                </a:moveTo>
                <a:lnTo>
                  <a:pt x="1678" y="1492"/>
                </a:lnTo>
                <a:lnTo>
                  <a:pt x="1678" y="1456"/>
                </a:lnTo>
                <a:lnTo>
                  <a:pt x="1787" y="1456"/>
                </a:lnTo>
                <a:lnTo>
                  <a:pt x="1787" y="1492"/>
                </a:lnTo>
                <a:moveTo>
                  <a:pt x="1569" y="1492"/>
                </a:moveTo>
                <a:lnTo>
                  <a:pt x="1459" y="1492"/>
                </a:lnTo>
                <a:lnTo>
                  <a:pt x="1459" y="1456"/>
                </a:lnTo>
                <a:lnTo>
                  <a:pt x="1569" y="1456"/>
                </a:lnTo>
                <a:lnTo>
                  <a:pt x="1569" y="1492"/>
                </a:lnTo>
                <a:moveTo>
                  <a:pt x="1350" y="1492"/>
                </a:moveTo>
                <a:lnTo>
                  <a:pt x="1241" y="1492"/>
                </a:lnTo>
                <a:lnTo>
                  <a:pt x="1241" y="1456"/>
                </a:lnTo>
                <a:lnTo>
                  <a:pt x="1350" y="1456"/>
                </a:lnTo>
                <a:lnTo>
                  <a:pt x="1350" y="1492"/>
                </a:lnTo>
                <a:moveTo>
                  <a:pt x="1132" y="1492"/>
                </a:moveTo>
                <a:lnTo>
                  <a:pt x="1023" y="1492"/>
                </a:lnTo>
                <a:lnTo>
                  <a:pt x="1023" y="1456"/>
                </a:lnTo>
                <a:lnTo>
                  <a:pt x="1132" y="1456"/>
                </a:lnTo>
                <a:lnTo>
                  <a:pt x="1132" y="1492"/>
                </a:lnTo>
                <a:moveTo>
                  <a:pt x="914" y="1492"/>
                </a:moveTo>
                <a:lnTo>
                  <a:pt x="805" y="1492"/>
                </a:lnTo>
                <a:lnTo>
                  <a:pt x="805" y="1456"/>
                </a:lnTo>
                <a:lnTo>
                  <a:pt x="914" y="1456"/>
                </a:lnTo>
                <a:lnTo>
                  <a:pt x="914" y="1492"/>
                </a:lnTo>
                <a:moveTo>
                  <a:pt x="695" y="1492"/>
                </a:moveTo>
                <a:lnTo>
                  <a:pt x="586" y="1492"/>
                </a:lnTo>
                <a:lnTo>
                  <a:pt x="586" y="1456"/>
                </a:lnTo>
                <a:lnTo>
                  <a:pt x="695" y="1456"/>
                </a:lnTo>
                <a:lnTo>
                  <a:pt x="695" y="1492"/>
                </a:lnTo>
                <a:moveTo>
                  <a:pt x="477" y="1492"/>
                </a:moveTo>
                <a:lnTo>
                  <a:pt x="368" y="1492"/>
                </a:lnTo>
                <a:lnTo>
                  <a:pt x="368" y="1456"/>
                </a:lnTo>
                <a:lnTo>
                  <a:pt x="477" y="1456"/>
                </a:lnTo>
                <a:lnTo>
                  <a:pt x="477" y="1492"/>
                </a:lnTo>
                <a:moveTo>
                  <a:pt x="259" y="1492"/>
                </a:moveTo>
                <a:lnTo>
                  <a:pt x="200" y="1492"/>
                </a:lnTo>
                <a:cubicBezTo>
                  <a:pt x="182" y="1492"/>
                  <a:pt x="164" y="1490"/>
                  <a:pt x="146" y="1485"/>
                </a:cubicBezTo>
                <a:lnTo>
                  <a:pt x="156" y="1450"/>
                </a:lnTo>
                <a:cubicBezTo>
                  <a:pt x="170" y="1454"/>
                  <a:pt x="185" y="1456"/>
                  <a:pt x="200" y="1456"/>
                </a:cubicBezTo>
                <a:lnTo>
                  <a:pt x="259" y="1456"/>
                </a:lnTo>
                <a:lnTo>
                  <a:pt x="259" y="1492"/>
                </a:lnTo>
                <a:moveTo>
                  <a:pt x="45" y="1419"/>
                </a:moveTo>
                <a:cubicBezTo>
                  <a:pt x="19" y="1386"/>
                  <a:pt x="4" y="1349"/>
                  <a:pt x="1" y="1308"/>
                </a:cubicBezTo>
                <a:lnTo>
                  <a:pt x="37" y="1305"/>
                </a:lnTo>
                <a:cubicBezTo>
                  <a:pt x="40" y="1339"/>
                  <a:pt x="52" y="1369"/>
                  <a:pt x="74" y="1396"/>
                </a:cubicBezTo>
                <a:lnTo>
                  <a:pt x="45" y="1419"/>
                </a:lnTo>
                <a:moveTo>
                  <a:pt x="0" y="1197"/>
                </a:moveTo>
                <a:lnTo>
                  <a:pt x="0" y="1088"/>
                </a:lnTo>
                <a:lnTo>
                  <a:pt x="37" y="1088"/>
                </a:lnTo>
                <a:lnTo>
                  <a:pt x="37" y="1197"/>
                </a:lnTo>
                <a:lnTo>
                  <a:pt x="0" y="1197"/>
                </a:lnTo>
                <a:moveTo>
                  <a:pt x="0" y="979"/>
                </a:moveTo>
                <a:lnTo>
                  <a:pt x="0" y="870"/>
                </a:lnTo>
                <a:lnTo>
                  <a:pt x="37" y="870"/>
                </a:lnTo>
                <a:lnTo>
                  <a:pt x="37" y="979"/>
                </a:lnTo>
                <a:lnTo>
                  <a:pt x="0" y="979"/>
                </a:lnTo>
                <a:moveTo>
                  <a:pt x="0" y="761"/>
                </a:moveTo>
                <a:lnTo>
                  <a:pt x="0" y="652"/>
                </a:lnTo>
                <a:lnTo>
                  <a:pt x="37" y="652"/>
                </a:lnTo>
                <a:lnTo>
                  <a:pt x="37" y="761"/>
                </a:lnTo>
                <a:lnTo>
                  <a:pt x="0" y="761"/>
                </a:lnTo>
                <a:moveTo>
                  <a:pt x="0" y="542"/>
                </a:moveTo>
                <a:lnTo>
                  <a:pt x="0" y="433"/>
                </a:lnTo>
                <a:lnTo>
                  <a:pt x="37" y="433"/>
                </a:lnTo>
                <a:lnTo>
                  <a:pt x="37" y="542"/>
                </a:lnTo>
                <a:lnTo>
                  <a:pt x="0" y="542"/>
                </a:lnTo>
                <a:moveTo>
                  <a:pt x="0" y="324"/>
                </a:moveTo>
                <a:lnTo>
                  <a:pt x="0" y="215"/>
                </a:lnTo>
                <a:lnTo>
                  <a:pt x="37" y="215"/>
                </a:lnTo>
                <a:lnTo>
                  <a:pt x="37" y="324"/>
                </a:lnTo>
                <a:lnTo>
                  <a:pt x="0" y="324"/>
                </a:lnTo>
                <a:moveTo>
                  <a:pt x="27" y="101"/>
                </a:moveTo>
                <a:cubicBezTo>
                  <a:pt x="47" y="65"/>
                  <a:pt x="77" y="38"/>
                  <a:pt x="114" y="20"/>
                </a:cubicBezTo>
                <a:lnTo>
                  <a:pt x="130" y="52"/>
                </a:lnTo>
                <a:cubicBezTo>
                  <a:pt x="99" y="67"/>
                  <a:pt x="75" y="89"/>
                  <a:pt x="58" y="119"/>
                </a:cubicBezTo>
                <a:lnTo>
                  <a:pt x="27" y="101"/>
                </a:lnTo>
                <a:moveTo>
                  <a:pt x="200" y="0"/>
                </a:moveTo>
                <a:lnTo>
                  <a:pt x="310" y="0"/>
                </a:lnTo>
                <a:lnTo>
                  <a:pt x="310" y="37"/>
                </a:lnTo>
                <a:lnTo>
                  <a:pt x="200" y="37"/>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2" name=""/>
          <p:cNvSpPr txBox="1"/>
          <p:nvPr/>
        </p:nvSpPr>
        <p:spPr>
          <a:xfrm rot="5400000">
            <a:off x="4994280" y="34722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363" name=""/>
          <p:cNvSpPr txBox="1"/>
          <p:nvPr/>
        </p:nvSpPr>
        <p:spPr>
          <a:xfrm>
            <a:off x="2282040" y="532368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364" name=""/>
          <p:cNvSpPr/>
          <p:nvPr/>
        </p:nvSpPr>
        <p:spPr>
          <a:xfrm>
            <a:off x="6033960" y="1371240"/>
            <a:ext cx="4715280" cy="419400"/>
          </a:xfrm>
          <a:custGeom>
            <a:avLst/>
            <a:gdLst/>
            <a:ahLst/>
            <a:rect l="0" t="0" r="r" b="b"/>
            <a:pathLst>
              <a:path w="13098" h="1165">
                <a:moveTo>
                  <a:pt x="182" y="0"/>
                </a:moveTo>
                <a:lnTo>
                  <a:pt x="12916" y="0"/>
                </a:lnTo>
                <a:cubicBezTo>
                  <a:pt x="12928" y="0"/>
                  <a:pt x="12940" y="2"/>
                  <a:pt x="12951" y="4"/>
                </a:cubicBezTo>
                <a:cubicBezTo>
                  <a:pt x="12963" y="6"/>
                  <a:pt x="12974" y="10"/>
                  <a:pt x="12985" y="14"/>
                </a:cubicBezTo>
                <a:cubicBezTo>
                  <a:pt x="12996" y="19"/>
                  <a:pt x="13007" y="24"/>
                  <a:pt x="13017" y="31"/>
                </a:cubicBezTo>
                <a:cubicBezTo>
                  <a:pt x="13027" y="38"/>
                  <a:pt x="13036" y="45"/>
                  <a:pt x="13044" y="54"/>
                </a:cubicBezTo>
                <a:cubicBezTo>
                  <a:pt x="13053" y="62"/>
                  <a:pt x="13060" y="71"/>
                  <a:pt x="13067" y="81"/>
                </a:cubicBezTo>
                <a:cubicBezTo>
                  <a:pt x="13074" y="91"/>
                  <a:pt x="13079" y="102"/>
                  <a:pt x="13084" y="113"/>
                </a:cubicBezTo>
                <a:cubicBezTo>
                  <a:pt x="13088" y="124"/>
                  <a:pt x="13092" y="135"/>
                  <a:pt x="13094" y="147"/>
                </a:cubicBezTo>
                <a:cubicBezTo>
                  <a:pt x="13097" y="158"/>
                  <a:pt x="13098" y="170"/>
                  <a:pt x="13098" y="182"/>
                </a:cubicBezTo>
                <a:lnTo>
                  <a:pt x="13098" y="983"/>
                </a:lnTo>
                <a:cubicBezTo>
                  <a:pt x="13098" y="995"/>
                  <a:pt x="13097" y="1007"/>
                  <a:pt x="13094" y="1019"/>
                </a:cubicBezTo>
                <a:cubicBezTo>
                  <a:pt x="13092" y="1030"/>
                  <a:pt x="13088" y="1042"/>
                  <a:pt x="13084" y="1053"/>
                </a:cubicBezTo>
                <a:cubicBezTo>
                  <a:pt x="13079" y="1064"/>
                  <a:pt x="13074" y="1074"/>
                  <a:pt x="13067" y="1084"/>
                </a:cubicBezTo>
                <a:cubicBezTo>
                  <a:pt x="13060" y="1094"/>
                  <a:pt x="13053" y="1103"/>
                  <a:pt x="13044" y="1112"/>
                </a:cubicBezTo>
                <a:cubicBezTo>
                  <a:pt x="13036" y="1120"/>
                  <a:pt x="13027" y="1128"/>
                  <a:pt x="13017" y="1134"/>
                </a:cubicBezTo>
                <a:cubicBezTo>
                  <a:pt x="13007" y="1141"/>
                  <a:pt x="12996" y="1147"/>
                  <a:pt x="12985" y="1151"/>
                </a:cubicBezTo>
                <a:cubicBezTo>
                  <a:pt x="12974" y="1156"/>
                  <a:pt x="12963" y="1159"/>
                  <a:pt x="12951" y="1161"/>
                </a:cubicBezTo>
                <a:cubicBezTo>
                  <a:pt x="12940" y="1164"/>
                  <a:pt x="12928" y="1165"/>
                  <a:pt x="12916" y="1165"/>
                </a:cubicBezTo>
                <a:lnTo>
                  <a:pt x="182" y="1165"/>
                </a:lnTo>
                <a:cubicBezTo>
                  <a:pt x="170" y="1165"/>
                  <a:pt x="158" y="1164"/>
                  <a:pt x="146" y="1161"/>
                </a:cubicBezTo>
                <a:cubicBezTo>
                  <a:pt x="135" y="1159"/>
                  <a:pt x="123" y="1156"/>
                  <a:pt x="112" y="1151"/>
                </a:cubicBezTo>
                <a:cubicBezTo>
                  <a:pt x="101" y="1147"/>
                  <a:pt x="91" y="1141"/>
                  <a:pt x="81" y="1134"/>
                </a:cubicBezTo>
                <a:cubicBezTo>
                  <a:pt x="71" y="1128"/>
                  <a:pt x="62" y="1120"/>
                  <a:pt x="53" y="1112"/>
                </a:cubicBezTo>
                <a:cubicBezTo>
                  <a:pt x="45" y="1103"/>
                  <a:pt x="37" y="1094"/>
                  <a:pt x="31" y="1084"/>
                </a:cubicBezTo>
                <a:cubicBezTo>
                  <a:pt x="24" y="1074"/>
                  <a:pt x="18" y="1064"/>
                  <a:pt x="14" y="1053"/>
                </a:cubicBezTo>
                <a:cubicBezTo>
                  <a:pt x="9" y="1042"/>
                  <a:pt x="6" y="1030"/>
                  <a:pt x="3" y="1019"/>
                </a:cubicBezTo>
                <a:cubicBezTo>
                  <a:pt x="1" y="1007"/>
                  <a:pt x="0" y="995"/>
                  <a:pt x="0" y="983"/>
                </a:cubicBezTo>
                <a:lnTo>
                  <a:pt x="0" y="182"/>
                </a:lnTo>
                <a:cubicBezTo>
                  <a:pt x="0" y="170"/>
                  <a:pt x="1" y="158"/>
                  <a:pt x="3" y="147"/>
                </a:cubicBezTo>
                <a:cubicBezTo>
                  <a:pt x="6" y="135"/>
                  <a:pt x="9" y="124"/>
                  <a:pt x="14" y="113"/>
                </a:cubicBezTo>
                <a:cubicBezTo>
                  <a:pt x="18" y="102"/>
                  <a:pt x="24" y="91"/>
                  <a:pt x="31" y="81"/>
                </a:cubicBezTo>
                <a:cubicBezTo>
                  <a:pt x="37" y="71"/>
                  <a:pt x="45" y="62"/>
                  <a:pt x="53" y="54"/>
                </a:cubicBezTo>
                <a:cubicBezTo>
                  <a:pt x="62" y="45"/>
                  <a:pt x="71" y="38"/>
                  <a:pt x="81" y="31"/>
                </a:cubicBezTo>
                <a:cubicBezTo>
                  <a:pt x="91" y="24"/>
                  <a:pt x="101" y="19"/>
                  <a:pt x="112" y="14"/>
                </a:cubicBezTo>
                <a:cubicBezTo>
                  <a:pt x="123" y="10"/>
                  <a:pt x="135" y="6"/>
                  <a:pt x="146" y="4"/>
                </a:cubicBezTo>
                <a:cubicBezTo>
                  <a:pt x="158" y="2"/>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txBox="1"/>
          <p:nvPr/>
        </p:nvSpPr>
        <p:spPr>
          <a:xfrm>
            <a:off x="2367000" y="551160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366"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 name=""/>
          <p:cNvSpPr/>
          <p:nvPr/>
        </p:nvSpPr>
        <p:spPr>
          <a:xfrm>
            <a:off x="6230520" y="199980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6"/>
                  <a:pt x="11953" y="54"/>
                </a:cubicBezTo>
                <a:cubicBezTo>
                  <a:pt x="11961" y="62"/>
                  <a:pt x="11969" y="72"/>
                  <a:pt x="11975" y="82"/>
                </a:cubicBezTo>
                <a:cubicBezTo>
                  <a:pt x="11982" y="92"/>
                  <a:pt x="11988" y="102"/>
                  <a:pt x="11992" y="113"/>
                </a:cubicBezTo>
                <a:cubicBezTo>
                  <a:pt x="11997" y="124"/>
                  <a:pt x="12000" y="135"/>
                  <a:pt x="12003" y="147"/>
                </a:cubicBezTo>
                <a:cubicBezTo>
                  <a:pt x="12005" y="159"/>
                  <a:pt x="12006" y="171"/>
                  <a:pt x="12006" y="183"/>
                </a:cubicBezTo>
                <a:lnTo>
                  <a:pt x="12006" y="1419"/>
                </a:lnTo>
                <a:cubicBezTo>
                  <a:pt x="12006" y="1431"/>
                  <a:pt x="12005" y="1443"/>
                  <a:pt x="12003" y="1454"/>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2"/>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2"/>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4"/>
                </a:cubicBezTo>
                <a:cubicBezTo>
                  <a:pt x="1" y="1443"/>
                  <a:pt x="0" y="1431"/>
                  <a:pt x="0" y="1419"/>
                </a:cubicBezTo>
                <a:lnTo>
                  <a:pt x="0" y="183"/>
                </a:lnTo>
                <a:cubicBezTo>
                  <a:pt x="0" y="171"/>
                  <a:pt x="1" y="159"/>
                  <a:pt x="3" y="147"/>
                </a:cubicBezTo>
                <a:cubicBezTo>
                  <a:pt x="5" y="135"/>
                  <a:pt x="9" y="124"/>
                  <a:pt x="13" y="113"/>
                </a:cubicBezTo>
                <a:cubicBezTo>
                  <a:pt x="18" y="102"/>
                  <a:pt x="24" y="92"/>
                  <a:pt x="30" y="82"/>
                </a:cubicBezTo>
                <a:cubicBezTo>
                  <a:pt x="37" y="72"/>
                  <a:pt x="44" y="62"/>
                  <a:pt x="53" y="54"/>
                </a:cubicBezTo>
                <a:cubicBezTo>
                  <a:pt x="61" y="46"/>
                  <a:pt x="70" y="37"/>
                  <a:pt x="80" y="30"/>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68" name=""/>
          <p:cNvSpPr/>
          <p:nvPr/>
        </p:nvSpPr>
        <p:spPr>
          <a:xfrm>
            <a:off x="6387480" y="2117520"/>
            <a:ext cx="340920" cy="340920"/>
          </a:xfrm>
          <a:custGeom>
            <a:avLst/>
            <a:gdLst/>
            <a:ahLst/>
            <a:rect l="0" t="0" r="r" b="b"/>
            <a:pathLst>
              <a:path w="947" h="947">
                <a:moveTo>
                  <a:pt x="947" y="474"/>
                </a:moveTo>
                <a:cubicBezTo>
                  <a:pt x="947" y="505"/>
                  <a:pt x="944" y="536"/>
                  <a:pt x="938" y="566"/>
                </a:cubicBezTo>
                <a:cubicBezTo>
                  <a:pt x="932" y="596"/>
                  <a:pt x="923" y="626"/>
                  <a:pt x="911" y="655"/>
                </a:cubicBezTo>
                <a:cubicBezTo>
                  <a:pt x="899" y="683"/>
                  <a:pt x="885" y="711"/>
                  <a:pt x="867" y="736"/>
                </a:cubicBezTo>
                <a:cubicBezTo>
                  <a:pt x="850" y="762"/>
                  <a:pt x="830" y="786"/>
                  <a:pt x="808" y="808"/>
                </a:cubicBezTo>
                <a:cubicBezTo>
                  <a:pt x="787" y="830"/>
                  <a:pt x="763" y="850"/>
                  <a:pt x="737" y="867"/>
                </a:cubicBezTo>
                <a:cubicBezTo>
                  <a:pt x="711" y="884"/>
                  <a:pt x="683" y="899"/>
                  <a:pt x="654" y="911"/>
                </a:cubicBezTo>
                <a:cubicBezTo>
                  <a:pt x="625" y="922"/>
                  <a:pt x="596" y="931"/>
                  <a:pt x="565" y="937"/>
                </a:cubicBezTo>
                <a:cubicBezTo>
                  <a:pt x="535" y="943"/>
                  <a:pt x="504" y="947"/>
                  <a:pt x="473" y="947"/>
                </a:cubicBezTo>
                <a:cubicBezTo>
                  <a:pt x="442" y="947"/>
                  <a:pt x="411" y="943"/>
                  <a:pt x="381" y="937"/>
                </a:cubicBezTo>
                <a:cubicBezTo>
                  <a:pt x="350" y="931"/>
                  <a:pt x="321" y="922"/>
                  <a:pt x="292" y="911"/>
                </a:cubicBezTo>
                <a:cubicBezTo>
                  <a:pt x="263" y="899"/>
                  <a:pt x="236" y="884"/>
                  <a:pt x="210" y="867"/>
                </a:cubicBezTo>
                <a:cubicBezTo>
                  <a:pt x="184" y="850"/>
                  <a:pt x="161" y="830"/>
                  <a:pt x="139" y="808"/>
                </a:cubicBezTo>
                <a:cubicBezTo>
                  <a:pt x="117" y="786"/>
                  <a:pt x="97" y="762"/>
                  <a:pt x="80" y="736"/>
                </a:cubicBezTo>
                <a:cubicBezTo>
                  <a:pt x="63" y="711"/>
                  <a:pt x="48" y="683"/>
                  <a:pt x="36" y="655"/>
                </a:cubicBezTo>
                <a:cubicBezTo>
                  <a:pt x="24" y="626"/>
                  <a:pt x="15" y="596"/>
                  <a:pt x="9" y="566"/>
                </a:cubicBezTo>
                <a:cubicBezTo>
                  <a:pt x="3" y="536"/>
                  <a:pt x="0" y="505"/>
                  <a:pt x="0" y="474"/>
                </a:cubicBezTo>
                <a:cubicBezTo>
                  <a:pt x="0" y="443"/>
                  <a:pt x="3" y="412"/>
                  <a:pt x="9" y="382"/>
                </a:cubicBezTo>
                <a:cubicBezTo>
                  <a:pt x="15" y="351"/>
                  <a:pt x="24" y="322"/>
                  <a:pt x="36" y="293"/>
                </a:cubicBezTo>
                <a:cubicBezTo>
                  <a:pt x="48" y="264"/>
                  <a:pt x="63" y="236"/>
                  <a:pt x="80" y="210"/>
                </a:cubicBezTo>
                <a:cubicBezTo>
                  <a:pt x="97" y="184"/>
                  <a:pt x="117" y="160"/>
                  <a:pt x="139" y="139"/>
                </a:cubicBezTo>
                <a:cubicBezTo>
                  <a:pt x="161" y="117"/>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7"/>
                  <a:pt x="808" y="139"/>
                </a:cubicBezTo>
                <a:cubicBezTo>
                  <a:pt x="830" y="160"/>
                  <a:pt x="850" y="184"/>
                  <a:pt x="867" y="210"/>
                </a:cubicBezTo>
                <a:cubicBezTo>
                  <a:pt x="885" y="236"/>
                  <a:pt x="899" y="264"/>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txBox="1"/>
          <p:nvPr/>
        </p:nvSpPr>
        <p:spPr>
          <a:xfrm>
            <a:off x="6934320" y="147420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370" name=""/>
          <p:cNvSpPr txBox="1"/>
          <p:nvPr/>
        </p:nvSpPr>
        <p:spPr>
          <a:xfrm>
            <a:off x="6492600" y="22150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371" name=""/>
          <p:cNvSpPr txBox="1"/>
          <p:nvPr/>
        </p:nvSpPr>
        <p:spPr>
          <a:xfrm>
            <a:off x="6852600" y="21182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372" name=""/>
          <p:cNvSpPr/>
          <p:nvPr/>
        </p:nvSpPr>
        <p:spPr>
          <a:xfrm>
            <a:off x="8391240" y="257580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73" name=""/>
          <p:cNvSpPr/>
          <p:nvPr/>
        </p:nvSpPr>
        <p:spPr>
          <a:xfrm>
            <a:off x="8292960" y="270000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 name=""/>
          <p:cNvSpPr/>
          <p:nvPr/>
        </p:nvSpPr>
        <p:spPr>
          <a:xfrm>
            <a:off x="6230520" y="2798280"/>
            <a:ext cx="4322160" cy="576360"/>
          </a:xfrm>
          <a:custGeom>
            <a:avLst/>
            <a:gdLst/>
            <a:ahLst/>
            <a:rect l="0" t="0" r="r" b="b"/>
            <a:pathLst>
              <a:path w="12006" h="1601">
                <a:moveTo>
                  <a:pt x="181" y="0"/>
                </a:moveTo>
                <a:lnTo>
                  <a:pt x="11824" y="0"/>
                </a:lnTo>
                <a:cubicBezTo>
                  <a:pt x="11836" y="0"/>
                  <a:pt x="11848" y="1"/>
                  <a:pt x="11860" y="3"/>
                </a:cubicBezTo>
                <a:cubicBezTo>
                  <a:pt x="11871" y="6"/>
                  <a:pt x="11883" y="9"/>
                  <a:pt x="11894" y="14"/>
                </a:cubicBezTo>
                <a:cubicBezTo>
                  <a:pt x="11905" y="18"/>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7"/>
                </a:cubicBezTo>
                <a:cubicBezTo>
                  <a:pt x="11848" y="1600"/>
                  <a:pt x="11836" y="1601"/>
                  <a:pt x="11824" y="1601"/>
                </a:cubicBezTo>
                <a:lnTo>
                  <a:pt x="181" y="1601"/>
                </a:lnTo>
                <a:cubicBezTo>
                  <a:pt x="170" y="1601"/>
                  <a:pt x="158" y="1600"/>
                  <a:pt x="146" y="1597"/>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8"/>
                  <a:pt x="112" y="14"/>
                </a:cubicBezTo>
                <a:cubicBezTo>
                  <a:pt x="123" y="9"/>
                  <a:pt x="134" y="6"/>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76" name=""/>
          <p:cNvSpPr/>
          <p:nvPr/>
        </p:nvSpPr>
        <p:spPr>
          <a:xfrm>
            <a:off x="6387480" y="2916000"/>
            <a:ext cx="340920" cy="340920"/>
          </a:xfrm>
          <a:custGeom>
            <a:avLst/>
            <a:gdLst/>
            <a:ahLst/>
            <a:rect l="0" t="0" r="r" b="b"/>
            <a:pathLst>
              <a:path w="947" h="947">
                <a:moveTo>
                  <a:pt x="947" y="473"/>
                </a:moveTo>
                <a:cubicBezTo>
                  <a:pt x="947" y="504"/>
                  <a:pt x="944" y="535"/>
                  <a:pt x="938" y="565"/>
                </a:cubicBezTo>
                <a:cubicBezTo>
                  <a:pt x="932" y="596"/>
                  <a:pt x="923" y="625"/>
                  <a:pt x="911" y="654"/>
                </a:cubicBezTo>
                <a:cubicBezTo>
                  <a:pt x="899" y="683"/>
                  <a:pt x="885" y="710"/>
                  <a:pt x="867" y="736"/>
                </a:cubicBezTo>
                <a:cubicBezTo>
                  <a:pt x="850" y="761"/>
                  <a:pt x="830" y="785"/>
                  <a:pt x="808" y="807"/>
                </a:cubicBezTo>
                <a:cubicBezTo>
                  <a:pt x="787" y="829"/>
                  <a:pt x="763" y="849"/>
                  <a:pt x="737" y="866"/>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6"/>
                </a:cubicBezTo>
                <a:cubicBezTo>
                  <a:pt x="184" y="849"/>
                  <a:pt x="161" y="829"/>
                  <a:pt x="139" y="807"/>
                </a:cubicBezTo>
                <a:cubicBezTo>
                  <a:pt x="117" y="785"/>
                  <a:pt x="97" y="761"/>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0"/>
                  <a:pt x="24" y="321"/>
                  <a:pt x="36" y="292"/>
                </a:cubicBezTo>
                <a:cubicBezTo>
                  <a:pt x="48" y="263"/>
                  <a:pt x="63" y="236"/>
                  <a:pt x="80" y="210"/>
                </a:cubicBezTo>
                <a:cubicBezTo>
                  <a:pt x="97" y="185"/>
                  <a:pt x="117" y="161"/>
                  <a:pt x="139" y="139"/>
                </a:cubicBezTo>
                <a:cubicBezTo>
                  <a:pt x="161" y="117"/>
                  <a:pt x="184" y="97"/>
                  <a:pt x="210" y="80"/>
                </a:cubicBezTo>
                <a:cubicBezTo>
                  <a:pt x="236" y="63"/>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3"/>
                  <a:pt x="737" y="80"/>
                </a:cubicBezTo>
                <a:cubicBezTo>
                  <a:pt x="763" y="97"/>
                  <a:pt x="787" y="117"/>
                  <a:pt x="808" y="139"/>
                </a:cubicBezTo>
                <a:cubicBezTo>
                  <a:pt x="830" y="161"/>
                  <a:pt x="850" y="185"/>
                  <a:pt x="867" y="210"/>
                </a:cubicBezTo>
                <a:cubicBezTo>
                  <a:pt x="885" y="236"/>
                  <a:pt x="899" y="263"/>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txBox="1"/>
          <p:nvPr/>
        </p:nvSpPr>
        <p:spPr>
          <a:xfrm>
            <a:off x="6852600" y="233136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378" name=""/>
          <p:cNvSpPr txBox="1"/>
          <p:nvPr/>
        </p:nvSpPr>
        <p:spPr>
          <a:xfrm>
            <a:off x="6411240" y="30369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79" name=""/>
          <p:cNvSpPr txBox="1"/>
          <p:nvPr/>
        </p:nvSpPr>
        <p:spPr>
          <a:xfrm>
            <a:off x="6852600" y="29167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380" name=""/>
          <p:cNvSpPr/>
          <p:nvPr/>
        </p:nvSpPr>
        <p:spPr>
          <a:xfrm>
            <a:off x="8391240" y="337428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1" name=""/>
          <p:cNvSpPr/>
          <p:nvPr/>
        </p:nvSpPr>
        <p:spPr>
          <a:xfrm>
            <a:off x="8292960" y="3498480"/>
            <a:ext cx="196920" cy="196920"/>
          </a:xfrm>
          <a:custGeom>
            <a:avLst/>
            <a:gdLst/>
            <a:ahLst/>
            <a:rect l="0" t="0" r="r" b="b"/>
            <a:pathLst>
              <a:path w="547" h="547">
                <a:moveTo>
                  <a:pt x="547" y="0"/>
                </a:moveTo>
                <a:lnTo>
                  <a:pt x="274" y="547"/>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 name=""/>
          <p:cNvSpPr/>
          <p:nvPr/>
        </p:nvSpPr>
        <p:spPr>
          <a:xfrm>
            <a:off x="6230520" y="359676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6"/>
                </a:cubicBezTo>
                <a:cubicBezTo>
                  <a:pt x="12005" y="158"/>
                  <a:pt x="12006" y="170"/>
                  <a:pt x="12006" y="182"/>
                </a:cubicBezTo>
                <a:lnTo>
                  <a:pt x="12006" y="1419"/>
                </a:lnTo>
                <a:cubicBezTo>
                  <a:pt x="12006" y="1431"/>
                  <a:pt x="12005" y="1443"/>
                  <a:pt x="12003" y="1455"/>
                </a:cubicBezTo>
                <a:cubicBezTo>
                  <a:pt x="12000" y="1466"/>
                  <a:pt x="11997" y="1478"/>
                  <a:pt x="11992" y="1489"/>
                </a:cubicBezTo>
                <a:cubicBezTo>
                  <a:pt x="11988" y="1500"/>
                  <a:pt x="11982" y="1510"/>
                  <a:pt x="11975" y="1520"/>
                </a:cubicBezTo>
                <a:cubicBezTo>
                  <a:pt x="11969" y="1530"/>
                  <a:pt x="11961" y="1539"/>
                  <a:pt x="11953" y="1548"/>
                </a:cubicBezTo>
                <a:cubicBezTo>
                  <a:pt x="11944" y="1556"/>
                  <a:pt x="11935" y="1564"/>
                  <a:pt x="11925" y="1570"/>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0"/>
                </a:cubicBezTo>
                <a:cubicBezTo>
                  <a:pt x="70" y="1564"/>
                  <a:pt x="61" y="1556"/>
                  <a:pt x="53" y="1548"/>
                </a:cubicBezTo>
                <a:cubicBezTo>
                  <a:pt x="44" y="1539"/>
                  <a:pt x="37" y="1530"/>
                  <a:pt x="30" y="1520"/>
                </a:cubicBezTo>
                <a:cubicBezTo>
                  <a:pt x="24" y="1510"/>
                  <a:pt x="18" y="1500"/>
                  <a:pt x="13" y="1489"/>
                </a:cubicBezTo>
                <a:cubicBezTo>
                  <a:pt x="9" y="1478"/>
                  <a:pt x="5" y="1466"/>
                  <a:pt x="3" y="1455"/>
                </a:cubicBezTo>
                <a:cubicBezTo>
                  <a:pt x="1" y="1443"/>
                  <a:pt x="0" y="1431"/>
                  <a:pt x="0" y="1419"/>
                </a:cubicBezTo>
                <a:lnTo>
                  <a:pt x="0" y="182"/>
                </a:lnTo>
                <a:cubicBezTo>
                  <a:pt x="0" y="170"/>
                  <a:pt x="1" y="158"/>
                  <a:pt x="3" y="146"/>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84" name=""/>
          <p:cNvSpPr/>
          <p:nvPr/>
        </p:nvSpPr>
        <p:spPr>
          <a:xfrm>
            <a:off x="6387480" y="3714480"/>
            <a:ext cx="340920" cy="340920"/>
          </a:xfrm>
          <a:custGeom>
            <a:avLst/>
            <a:gdLst/>
            <a:ahLst/>
            <a:rect l="0" t="0" r="r" b="b"/>
            <a:pathLst>
              <a:path w="947" h="947">
                <a:moveTo>
                  <a:pt x="947" y="473"/>
                </a:moveTo>
                <a:cubicBezTo>
                  <a:pt x="947" y="504"/>
                  <a:pt x="944" y="535"/>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5"/>
                  <a:pt x="0" y="504"/>
                  <a:pt x="0" y="473"/>
                </a:cubicBezTo>
                <a:cubicBezTo>
                  <a:pt x="0" y="442"/>
                  <a:pt x="3" y="411"/>
                  <a:pt x="9" y="381"/>
                </a:cubicBezTo>
                <a:cubicBezTo>
                  <a:pt x="15" y="350"/>
                  <a:pt x="24" y="321"/>
                  <a:pt x="36" y="292"/>
                </a:cubicBezTo>
                <a:cubicBezTo>
                  <a:pt x="48" y="264"/>
                  <a:pt x="63" y="236"/>
                  <a:pt x="80" y="210"/>
                </a:cubicBezTo>
                <a:cubicBezTo>
                  <a:pt x="97" y="185"/>
                  <a:pt x="117" y="161"/>
                  <a:pt x="139" y="139"/>
                </a:cubicBezTo>
                <a:cubicBezTo>
                  <a:pt x="161" y="117"/>
                  <a:pt x="184" y="97"/>
                  <a:pt x="210" y="80"/>
                </a:cubicBezTo>
                <a:cubicBezTo>
                  <a:pt x="236" y="63"/>
                  <a:pt x="263" y="48"/>
                  <a:pt x="292" y="36"/>
                </a:cubicBezTo>
                <a:cubicBezTo>
                  <a:pt x="321" y="24"/>
                  <a:pt x="350" y="16"/>
                  <a:pt x="381" y="9"/>
                </a:cubicBezTo>
                <a:cubicBezTo>
                  <a:pt x="411" y="3"/>
                  <a:pt x="442" y="0"/>
                  <a:pt x="473" y="0"/>
                </a:cubicBezTo>
                <a:cubicBezTo>
                  <a:pt x="504" y="0"/>
                  <a:pt x="535" y="3"/>
                  <a:pt x="565" y="9"/>
                </a:cubicBezTo>
                <a:cubicBezTo>
                  <a:pt x="596" y="16"/>
                  <a:pt x="625" y="24"/>
                  <a:pt x="654" y="36"/>
                </a:cubicBezTo>
                <a:cubicBezTo>
                  <a:pt x="683" y="48"/>
                  <a:pt x="711" y="63"/>
                  <a:pt x="737" y="80"/>
                </a:cubicBezTo>
                <a:cubicBezTo>
                  <a:pt x="763" y="97"/>
                  <a:pt x="787" y="117"/>
                  <a:pt x="808" y="139"/>
                </a:cubicBezTo>
                <a:cubicBezTo>
                  <a:pt x="830" y="161"/>
                  <a:pt x="850" y="185"/>
                  <a:pt x="867" y="210"/>
                </a:cubicBezTo>
                <a:cubicBezTo>
                  <a:pt x="885" y="236"/>
                  <a:pt x="899" y="264"/>
                  <a:pt x="911" y="292"/>
                </a:cubicBezTo>
                <a:cubicBezTo>
                  <a:pt x="923" y="321"/>
                  <a:pt x="932" y="350"/>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txBox="1"/>
          <p:nvPr/>
        </p:nvSpPr>
        <p:spPr>
          <a:xfrm>
            <a:off x="6852600" y="312984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386" name=""/>
          <p:cNvSpPr txBox="1"/>
          <p:nvPr/>
        </p:nvSpPr>
        <p:spPr>
          <a:xfrm>
            <a:off x="6411240" y="383544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87" name=""/>
          <p:cNvSpPr txBox="1"/>
          <p:nvPr/>
        </p:nvSpPr>
        <p:spPr>
          <a:xfrm>
            <a:off x="6852600" y="371556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388" name=""/>
          <p:cNvSpPr/>
          <p:nvPr/>
        </p:nvSpPr>
        <p:spPr>
          <a:xfrm>
            <a:off x="8391240" y="417276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389" name=""/>
          <p:cNvSpPr/>
          <p:nvPr/>
        </p:nvSpPr>
        <p:spPr>
          <a:xfrm>
            <a:off x="8292960" y="429732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91" name=""/>
          <p:cNvSpPr/>
          <p:nvPr/>
        </p:nvSpPr>
        <p:spPr>
          <a:xfrm>
            <a:off x="6230520" y="439524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1"/>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0"/>
                </a:cubicBezTo>
                <a:cubicBezTo>
                  <a:pt x="11969" y="1530"/>
                  <a:pt x="11961" y="1540"/>
                  <a:pt x="11953" y="1548"/>
                </a:cubicBezTo>
                <a:cubicBezTo>
                  <a:pt x="11944" y="1556"/>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6"/>
                  <a:pt x="53" y="1548"/>
                </a:cubicBezTo>
                <a:cubicBezTo>
                  <a:pt x="44" y="1540"/>
                  <a:pt x="37" y="1530"/>
                  <a:pt x="30" y="1520"/>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1"/>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392" name=""/>
          <p:cNvSpPr/>
          <p:nvPr/>
        </p:nvSpPr>
        <p:spPr>
          <a:xfrm>
            <a:off x="6387480" y="4513320"/>
            <a:ext cx="340920" cy="340560"/>
          </a:xfrm>
          <a:custGeom>
            <a:avLst/>
            <a:gdLst/>
            <a:ahLst/>
            <a:rect l="0" t="0" r="r" b="b"/>
            <a:pathLst>
              <a:path w="947" h="946">
                <a:moveTo>
                  <a:pt x="947" y="473"/>
                </a:moveTo>
                <a:cubicBezTo>
                  <a:pt x="947" y="504"/>
                  <a:pt x="944" y="535"/>
                  <a:pt x="938" y="565"/>
                </a:cubicBezTo>
                <a:cubicBezTo>
                  <a:pt x="932" y="596"/>
                  <a:pt x="923" y="625"/>
                  <a:pt x="911" y="654"/>
                </a:cubicBezTo>
                <a:cubicBezTo>
                  <a:pt x="899" y="683"/>
                  <a:pt x="885" y="710"/>
                  <a:pt x="867" y="736"/>
                </a:cubicBezTo>
                <a:cubicBezTo>
                  <a:pt x="850" y="762"/>
                  <a:pt x="830" y="786"/>
                  <a:pt x="808" y="808"/>
                </a:cubicBezTo>
                <a:cubicBezTo>
                  <a:pt x="787" y="829"/>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29"/>
                  <a:pt x="139" y="808"/>
                </a:cubicBezTo>
                <a:cubicBezTo>
                  <a:pt x="117" y="786"/>
                  <a:pt x="97" y="762"/>
                  <a:pt x="80" y="736"/>
                </a:cubicBezTo>
                <a:cubicBezTo>
                  <a:pt x="63" y="710"/>
                  <a:pt x="48" y="683"/>
                  <a:pt x="36" y="654"/>
                </a:cubicBezTo>
                <a:cubicBezTo>
                  <a:pt x="24" y="625"/>
                  <a:pt x="15" y="596"/>
                  <a:pt x="9" y="565"/>
                </a:cubicBezTo>
                <a:cubicBezTo>
                  <a:pt x="3" y="535"/>
                  <a:pt x="0" y="504"/>
                  <a:pt x="0" y="473"/>
                </a:cubicBezTo>
                <a:cubicBezTo>
                  <a:pt x="0" y="442"/>
                  <a:pt x="3" y="411"/>
                  <a:pt x="9" y="381"/>
                </a:cubicBezTo>
                <a:cubicBezTo>
                  <a:pt x="15" y="351"/>
                  <a:pt x="24" y="321"/>
                  <a:pt x="36" y="292"/>
                </a:cubicBezTo>
                <a:cubicBezTo>
                  <a:pt x="48" y="264"/>
                  <a:pt x="63" y="236"/>
                  <a:pt x="80" y="210"/>
                </a:cubicBezTo>
                <a:cubicBezTo>
                  <a:pt x="97" y="184"/>
                  <a:pt x="117" y="160"/>
                  <a:pt x="139" y="138"/>
                </a:cubicBezTo>
                <a:cubicBezTo>
                  <a:pt x="161" y="116"/>
                  <a:pt x="184" y="96"/>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6"/>
                  <a:pt x="787" y="116"/>
                  <a:pt x="808" y="138"/>
                </a:cubicBezTo>
                <a:cubicBezTo>
                  <a:pt x="830" y="160"/>
                  <a:pt x="850" y="184"/>
                  <a:pt x="867" y="210"/>
                </a:cubicBezTo>
                <a:cubicBezTo>
                  <a:pt x="885" y="236"/>
                  <a:pt x="899" y="264"/>
                  <a:pt x="911" y="292"/>
                </a:cubicBezTo>
                <a:cubicBezTo>
                  <a:pt x="923" y="321"/>
                  <a:pt x="932" y="351"/>
                  <a:pt x="938" y="381"/>
                </a:cubicBezTo>
                <a:cubicBezTo>
                  <a:pt x="944" y="411"/>
                  <a:pt x="947" y="442"/>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txBox="1"/>
          <p:nvPr/>
        </p:nvSpPr>
        <p:spPr>
          <a:xfrm>
            <a:off x="6852600" y="392832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394" name=""/>
          <p:cNvSpPr txBox="1"/>
          <p:nvPr/>
        </p:nvSpPr>
        <p:spPr>
          <a:xfrm>
            <a:off x="6411240" y="463392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395" name=""/>
          <p:cNvSpPr txBox="1"/>
          <p:nvPr/>
        </p:nvSpPr>
        <p:spPr>
          <a:xfrm>
            <a:off x="6852600" y="451404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396" name=""/>
          <p:cNvSpPr/>
          <p:nvPr/>
        </p:nvSpPr>
        <p:spPr>
          <a:xfrm>
            <a:off x="6122160" y="2287800"/>
            <a:ext cx="108720" cy="2395800"/>
          </a:xfrm>
          <a:custGeom>
            <a:avLst/>
            <a:gdLst/>
            <a:ahLst/>
            <a:rect l="0" t="0" r="r" b="b"/>
            <a:pathLst>
              <a:path fill="none" w="302" h="6655">
                <a:moveTo>
                  <a:pt x="302" y="6655"/>
                </a:moveTo>
                <a:cubicBezTo>
                  <a:pt x="-101" y="6655"/>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397" name=""/>
          <p:cNvSpPr/>
          <p:nvPr/>
        </p:nvSpPr>
        <p:spPr>
          <a:xfrm>
            <a:off x="6132240" y="218952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txBox="1"/>
          <p:nvPr/>
        </p:nvSpPr>
        <p:spPr>
          <a:xfrm>
            <a:off x="6852600" y="47268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399" name=""/>
          <p:cNvSpPr/>
          <p:nvPr/>
        </p:nvSpPr>
        <p:spPr>
          <a:xfrm>
            <a:off x="6230520" y="5193720"/>
            <a:ext cx="4322160" cy="524160"/>
          </a:xfrm>
          <a:custGeom>
            <a:avLst/>
            <a:gdLst/>
            <a:ahLst/>
            <a:rect l="0" t="0" r="r" b="b"/>
            <a:pathLst>
              <a:path w="12006" h="1456">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274"/>
                </a:lnTo>
                <a:cubicBezTo>
                  <a:pt x="12006" y="1286"/>
                  <a:pt x="12005" y="1298"/>
                  <a:pt x="12003" y="1310"/>
                </a:cubicBezTo>
                <a:cubicBezTo>
                  <a:pt x="12000" y="1321"/>
                  <a:pt x="11997" y="1333"/>
                  <a:pt x="11992" y="1344"/>
                </a:cubicBezTo>
                <a:cubicBezTo>
                  <a:pt x="11988" y="1355"/>
                  <a:pt x="11982" y="1365"/>
                  <a:pt x="11975" y="1375"/>
                </a:cubicBezTo>
                <a:cubicBezTo>
                  <a:pt x="11969" y="1385"/>
                  <a:pt x="11961" y="1394"/>
                  <a:pt x="11953" y="1403"/>
                </a:cubicBezTo>
                <a:cubicBezTo>
                  <a:pt x="11944" y="1411"/>
                  <a:pt x="11935" y="1419"/>
                  <a:pt x="11925" y="1425"/>
                </a:cubicBezTo>
                <a:cubicBezTo>
                  <a:pt x="11915" y="1432"/>
                  <a:pt x="11905" y="1438"/>
                  <a:pt x="11894" y="1442"/>
                </a:cubicBezTo>
                <a:cubicBezTo>
                  <a:pt x="11883" y="1447"/>
                  <a:pt x="11871" y="1450"/>
                  <a:pt x="11860" y="1452"/>
                </a:cubicBezTo>
                <a:cubicBezTo>
                  <a:pt x="11848" y="1455"/>
                  <a:pt x="11836" y="1456"/>
                  <a:pt x="11824" y="1456"/>
                </a:cubicBezTo>
                <a:lnTo>
                  <a:pt x="181" y="1456"/>
                </a:lnTo>
                <a:cubicBezTo>
                  <a:pt x="170" y="1456"/>
                  <a:pt x="158" y="1455"/>
                  <a:pt x="146" y="1452"/>
                </a:cubicBezTo>
                <a:cubicBezTo>
                  <a:pt x="134" y="1450"/>
                  <a:pt x="123" y="1447"/>
                  <a:pt x="112" y="1442"/>
                </a:cubicBezTo>
                <a:cubicBezTo>
                  <a:pt x="101" y="1438"/>
                  <a:pt x="90" y="1432"/>
                  <a:pt x="80" y="1425"/>
                </a:cubicBezTo>
                <a:cubicBezTo>
                  <a:pt x="70" y="1419"/>
                  <a:pt x="61" y="1411"/>
                  <a:pt x="53" y="1403"/>
                </a:cubicBezTo>
                <a:cubicBezTo>
                  <a:pt x="44" y="1394"/>
                  <a:pt x="37" y="1385"/>
                  <a:pt x="30" y="1375"/>
                </a:cubicBezTo>
                <a:cubicBezTo>
                  <a:pt x="24" y="1365"/>
                  <a:pt x="18" y="1355"/>
                  <a:pt x="13" y="1344"/>
                </a:cubicBezTo>
                <a:cubicBezTo>
                  <a:pt x="9" y="1333"/>
                  <a:pt x="5" y="1321"/>
                  <a:pt x="3" y="1310"/>
                </a:cubicBezTo>
                <a:cubicBezTo>
                  <a:pt x="1" y="1298"/>
                  <a:pt x="0" y="1286"/>
                  <a:pt x="0" y="1274"/>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txBox="1"/>
          <p:nvPr/>
        </p:nvSpPr>
        <p:spPr>
          <a:xfrm rot="5400000">
            <a:off x="5361120" y="347580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401" name=""/>
          <p:cNvSpPr txBox="1"/>
          <p:nvPr/>
        </p:nvSpPr>
        <p:spPr>
          <a:xfrm>
            <a:off x="7520760" y="532368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402" name=""/>
          <p:cNvSpPr txBox="1"/>
          <p:nvPr/>
        </p:nvSpPr>
        <p:spPr>
          <a:xfrm>
            <a:off x="7484400" y="551160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40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 name=""/>
          <p:cNvSpPr/>
          <p:nvPr/>
        </p:nvSpPr>
        <p:spPr>
          <a:xfrm>
            <a:off x="552240" y="5133960"/>
            <a:ext cx="11106360" cy="1276560"/>
          </a:xfrm>
          <a:custGeom>
            <a:avLst/>
            <a:gdLst/>
            <a:ahLst/>
            <a:rect l="0" t="0" r="r" b="b"/>
            <a:pathLst>
              <a:path w="30851" h="3546">
                <a:moveTo>
                  <a:pt x="0" y="3546"/>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3440"/>
                </a:lnTo>
                <a:cubicBezTo>
                  <a:pt x="30851" y="3454"/>
                  <a:pt x="30849" y="3468"/>
                  <a:pt x="30843" y="3481"/>
                </a:cubicBezTo>
                <a:cubicBezTo>
                  <a:pt x="30838" y="3494"/>
                  <a:pt x="30830" y="3505"/>
                  <a:pt x="30820" y="3515"/>
                </a:cubicBezTo>
                <a:cubicBezTo>
                  <a:pt x="30811" y="3525"/>
                  <a:pt x="30799" y="3533"/>
                  <a:pt x="30786" y="3538"/>
                </a:cubicBezTo>
                <a:cubicBezTo>
                  <a:pt x="30773" y="3543"/>
                  <a:pt x="30760" y="3546"/>
                  <a:pt x="30746" y="3546"/>
                </a:cubicBezTo>
                <a:lnTo>
                  <a:pt x="0" y="354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9" name=""/>
          <p:cNvSpPr/>
          <p:nvPr/>
        </p:nvSpPr>
        <p:spPr>
          <a:xfrm>
            <a:off x="533160" y="513396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txBox="1"/>
          <p:nvPr/>
        </p:nvSpPr>
        <p:spPr>
          <a:xfrm>
            <a:off x="533520" y="475560"/>
            <a:ext cx="245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Claude Code </a:t>
            </a:r>
            <a:endParaRPr lang="en-US" sz="3000" b="0" u="none" strike="noStrike">
              <a:solidFill>
                <a:srgbClr val="000000"/>
              </a:solidFill>
              <a:effectLst/>
              <a:uFillTx/>
              <a:latin typeface="游明朝体"/>
            </a:endParaRPr>
          </a:p>
        </p:txBody>
      </p:sp>
      <p:pic>
        <p:nvPicPr>
          <p:cNvPr id="411" name=""/>
          <p:cNvPicPr/>
          <p:nvPr/>
        </p:nvPicPr>
        <p:blipFill>
          <a:blip r:embed="rId1"/>
          <a:stretch/>
        </p:blipFill>
        <p:spPr>
          <a:xfrm>
            <a:off x="1257120" y="1266840"/>
            <a:ext cx="3999960" cy="2437920"/>
          </a:xfrm>
          <a:prstGeom prst="rect">
            <a:avLst/>
          </a:prstGeom>
          <a:noFill/>
          <a:ln w="0">
            <a:noFill/>
          </a:ln>
        </p:spPr>
      </p:pic>
      <p:sp>
        <p:nvSpPr>
          <p:cNvPr id="412" name=""/>
          <p:cNvSpPr/>
          <p:nvPr/>
        </p:nvSpPr>
        <p:spPr>
          <a:xfrm>
            <a:off x="629568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30" y="144"/>
                  <a:pt x="120" y="149"/>
                  <a:pt x="110" y="153"/>
                </a:cubicBezTo>
                <a:cubicBezTo>
                  <a:pt x="100" y="158"/>
                  <a:pt x="90" y="160"/>
                  <a:pt x="80" y="160"/>
                </a:cubicBezTo>
                <a:cubicBezTo>
                  <a:pt x="69" y="160"/>
                  <a:pt x="59" y="158"/>
                  <a:pt x="49" y="153"/>
                </a:cubicBezTo>
                <a:cubicBezTo>
                  <a:pt x="40" y="149"/>
                  <a:pt x="31" y="144"/>
                  <a:pt x="24" y="136"/>
                </a:cubicBezTo>
                <a:cubicBezTo>
                  <a:pt x="16" y="129"/>
                  <a:pt x="11" y="120"/>
                  <a:pt x="6" y="111"/>
                </a:cubicBezTo>
                <a:cubicBezTo>
                  <a:pt x="2" y="101"/>
                  <a:pt x="0" y="91"/>
                  <a:pt x="0" y="79"/>
                </a:cubicBezTo>
                <a:cubicBezTo>
                  <a:pt x="0" y="69"/>
                  <a:pt x="2" y="59"/>
                  <a:pt x="6" y="49"/>
                </a:cubicBezTo>
                <a:cubicBezTo>
                  <a:pt x="11" y="39"/>
                  <a:pt x="16" y="30"/>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txBox="1"/>
          <p:nvPr/>
        </p:nvSpPr>
        <p:spPr>
          <a:xfrm>
            <a:off x="29887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の具体的な使い⽅</a:t>
            </a:r>
            <a:endParaRPr lang="en-US" sz="3000" b="0" u="none" strike="noStrike">
              <a:solidFill>
                <a:srgbClr val="000000"/>
              </a:solidFill>
              <a:effectLst/>
              <a:uFillTx/>
              <a:latin typeface="游明朝体"/>
            </a:endParaRPr>
          </a:p>
        </p:txBody>
      </p:sp>
      <p:sp>
        <p:nvSpPr>
          <p:cNvPr id="414" name=""/>
          <p:cNvSpPr txBox="1"/>
          <p:nvPr/>
        </p:nvSpPr>
        <p:spPr>
          <a:xfrm>
            <a:off x="6477120" y="13327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415" name=""/>
          <p:cNvSpPr txBox="1"/>
          <p:nvPr/>
        </p:nvSpPr>
        <p:spPr>
          <a:xfrm>
            <a:off x="10071720" y="1323720"/>
            <a:ext cx="108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416" name=""/>
          <p:cNvSpPr txBox="1"/>
          <p:nvPr/>
        </p:nvSpPr>
        <p:spPr>
          <a:xfrm>
            <a:off x="11154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17" name=""/>
          <p:cNvSpPr txBox="1"/>
          <p:nvPr/>
        </p:nvSpPr>
        <p:spPr>
          <a:xfrm>
            <a:off x="6477120" y="1666440"/>
            <a:ext cx="692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418" name=""/>
          <p:cNvSpPr txBox="1"/>
          <p:nvPr/>
        </p:nvSpPr>
        <p:spPr>
          <a:xfrm>
            <a:off x="71690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419" name=""/>
          <p:cNvSpPr txBox="1"/>
          <p:nvPr/>
        </p:nvSpPr>
        <p:spPr>
          <a:xfrm>
            <a:off x="812124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0" name=""/>
          <p:cNvSpPr txBox="1"/>
          <p:nvPr/>
        </p:nvSpPr>
        <p:spPr>
          <a:xfrm>
            <a:off x="8294040" y="167544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421" name=""/>
          <p:cNvSpPr/>
          <p:nvPr/>
        </p:nvSpPr>
        <p:spPr>
          <a:xfrm>
            <a:off x="629568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20"/>
                  <a:pt x="6" y="110"/>
                </a:cubicBezTo>
                <a:cubicBezTo>
                  <a:pt x="2" y="101"/>
                  <a:pt x="0" y="89"/>
                  <a:pt x="0" y="79"/>
                </a:cubicBezTo>
                <a:cubicBezTo>
                  <a:pt x="0" y="68"/>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txBox="1"/>
          <p:nvPr/>
        </p:nvSpPr>
        <p:spPr>
          <a:xfrm>
            <a:off x="6477120" y="20185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423" name=""/>
          <p:cNvSpPr txBox="1"/>
          <p:nvPr/>
        </p:nvSpPr>
        <p:spPr>
          <a:xfrm>
            <a:off x="64771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424" name=""/>
          <p:cNvSpPr txBox="1"/>
          <p:nvPr/>
        </p:nvSpPr>
        <p:spPr>
          <a:xfrm>
            <a:off x="838188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25" name=""/>
          <p:cNvSpPr txBox="1"/>
          <p:nvPr/>
        </p:nvSpPr>
        <p:spPr>
          <a:xfrm>
            <a:off x="8554680" y="24087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426" name=""/>
          <p:cNvSpPr txBox="1"/>
          <p:nvPr/>
        </p:nvSpPr>
        <p:spPr>
          <a:xfrm>
            <a:off x="9126360" y="239976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27" name=""/>
          <p:cNvSpPr txBox="1"/>
          <p:nvPr/>
        </p:nvSpPr>
        <p:spPr>
          <a:xfrm>
            <a:off x="971568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428" name=""/>
          <p:cNvSpPr/>
          <p:nvPr/>
        </p:nvSpPr>
        <p:spPr>
          <a:xfrm>
            <a:off x="629568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0"/>
                </a:cubicBezTo>
                <a:cubicBezTo>
                  <a:pt x="2" y="100"/>
                  <a:pt x="0" y="90"/>
                  <a:pt x="0" y="79"/>
                </a:cubicBezTo>
                <a:cubicBezTo>
                  <a:pt x="0" y="69"/>
                  <a:pt x="2" y="59"/>
                  <a:pt x="6" y="49"/>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txBox="1"/>
          <p:nvPr/>
        </p:nvSpPr>
        <p:spPr>
          <a:xfrm>
            <a:off x="64771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430" name=""/>
          <p:cNvSpPr txBox="1"/>
          <p:nvPr/>
        </p:nvSpPr>
        <p:spPr>
          <a:xfrm>
            <a:off x="6477120" y="3142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431" name=""/>
          <p:cNvSpPr txBox="1"/>
          <p:nvPr/>
        </p:nvSpPr>
        <p:spPr>
          <a:xfrm>
            <a:off x="989820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432" name=""/>
          <p:cNvSpPr txBox="1"/>
          <p:nvPr/>
        </p:nvSpPr>
        <p:spPr>
          <a:xfrm>
            <a:off x="10043280" y="314244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33" name=""/>
          <p:cNvSpPr txBox="1"/>
          <p:nvPr/>
        </p:nvSpPr>
        <p:spPr>
          <a:xfrm>
            <a:off x="10233720" y="3133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434" name=""/>
          <p:cNvSpPr txBox="1"/>
          <p:nvPr/>
        </p:nvSpPr>
        <p:spPr>
          <a:xfrm>
            <a:off x="10357200" y="31424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435" name=""/>
          <p:cNvSpPr txBox="1"/>
          <p:nvPr/>
        </p:nvSpPr>
        <p:spPr>
          <a:xfrm>
            <a:off x="6477120" y="3485160"/>
            <a:ext cx="2286720" cy="21204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めさせてマニュアル化 </a:t>
            </a: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36" name=""/>
          <p:cNvSpPr txBox="1"/>
          <p:nvPr/>
        </p:nvSpPr>
        <p:spPr>
          <a:xfrm>
            <a:off x="8738280" y="3476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7" name=""/>
          <p:cNvSpPr txBox="1"/>
          <p:nvPr/>
        </p:nvSpPr>
        <p:spPr>
          <a:xfrm>
            <a:off x="8791200" y="3485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438" name=""/>
          <p:cNvSpPr txBox="1"/>
          <p:nvPr/>
        </p:nvSpPr>
        <p:spPr>
          <a:xfrm>
            <a:off x="64771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439" name=""/>
          <p:cNvSpPr txBox="1"/>
          <p:nvPr/>
        </p:nvSpPr>
        <p:spPr>
          <a:xfrm>
            <a:off x="6858000" y="38192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0" name=""/>
          <p:cNvSpPr/>
          <p:nvPr/>
        </p:nvSpPr>
        <p:spPr>
          <a:xfrm>
            <a:off x="629568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30" y="144"/>
                  <a:pt x="120" y="149"/>
                  <a:pt x="110" y="153"/>
                </a:cubicBezTo>
                <a:cubicBezTo>
                  <a:pt x="100" y="157"/>
                  <a:pt x="90" y="159"/>
                  <a:pt x="80" y="159"/>
                </a:cubicBezTo>
                <a:cubicBezTo>
                  <a:pt x="69" y="159"/>
                  <a:pt x="59" y="157"/>
                  <a:pt x="49" y="153"/>
                </a:cubicBezTo>
                <a:cubicBezTo>
                  <a:pt x="40" y="149"/>
                  <a:pt x="31" y="144"/>
                  <a:pt x="24" y="136"/>
                </a:cubicBezTo>
                <a:cubicBezTo>
                  <a:pt x="16" y="129"/>
                  <a:pt x="11" y="119"/>
                  <a:pt x="6" y="109"/>
                </a:cubicBezTo>
                <a:cubicBezTo>
                  <a:pt x="2" y="100"/>
                  <a:pt x="0" y="90"/>
                  <a:pt x="0" y="79"/>
                </a:cubicBezTo>
                <a:cubicBezTo>
                  <a:pt x="0" y="69"/>
                  <a:pt x="2" y="58"/>
                  <a:pt x="6" y="49"/>
                </a:cubicBezTo>
                <a:cubicBezTo>
                  <a:pt x="11" y="39"/>
                  <a:pt x="16" y="30"/>
                  <a:pt x="24" y="23"/>
                </a:cubicBezTo>
                <a:cubicBezTo>
                  <a:pt x="31" y="15"/>
                  <a:pt x="40" y="10"/>
                  <a:pt x="49" y="6"/>
                </a:cubicBezTo>
                <a:cubicBezTo>
                  <a:pt x="59" y="2"/>
                  <a:pt x="69" y="0"/>
                  <a:pt x="80" y="0"/>
                </a:cubicBezTo>
                <a:cubicBezTo>
                  <a:pt x="90" y="0"/>
                  <a:pt x="100" y="2"/>
                  <a:pt x="110" y="6"/>
                </a:cubicBezTo>
                <a:cubicBezTo>
                  <a:pt x="120" y="10"/>
                  <a:pt x="130"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 name=""/>
          <p:cNvSpPr txBox="1"/>
          <p:nvPr/>
        </p:nvSpPr>
        <p:spPr>
          <a:xfrm>
            <a:off x="7030800" y="382824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442" name=""/>
          <p:cNvSpPr txBox="1"/>
          <p:nvPr/>
        </p:nvSpPr>
        <p:spPr>
          <a:xfrm>
            <a:off x="647712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43" name=""/>
          <p:cNvSpPr txBox="1"/>
          <p:nvPr/>
        </p:nvSpPr>
        <p:spPr>
          <a:xfrm>
            <a:off x="6649920" y="421848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444" name=""/>
          <p:cNvSpPr txBox="1"/>
          <p:nvPr/>
        </p:nvSpPr>
        <p:spPr>
          <a:xfrm>
            <a:off x="7221240" y="42098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445" name=""/>
          <p:cNvSpPr txBox="1"/>
          <p:nvPr/>
        </p:nvSpPr>
        <p:spPr>
          <a:xfrm>
            <a:off x="7810560" y="42184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446" name=""/>
          <p:cNvSpPr txBox="1"/>
          <p:nvPr/>
        </p:nvSpPr>
        <p:spPr>
          <a:xfrm>
            <a:off x="9715680" y="4209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47" name=""/>
          <p:cNvSpPr txBox="1"/>
          <p:nvPr/>
        </p:nvSpPr>
        <p:spPr>
          <a:xfrm>
            <a:off x="9768600" y="421848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448" name=""/>
          <p:cNvSpPr txBox="1"/>
          <p:nvPr/>
        </p:nvSpPr>
        <p:spPr>
          <a:xfrm>
            <a:off x="9959040" y="4209840"/>
            <a:ext cx="7099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449" name=""/>
          <p:cNvSpPr txBox="1"/>
          <p:nvPr/>
        </p:nvSpPr>
        <p:spPr>
          <a:xfrm>
            <a:off x="10668240" y="42184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450" name=""/>
          <p:cNvSpPr txBox="1"/>
          <p:nvPr/>
        </p:nvSpPr>
        <p:spPr>
          <a:xfrm>
            <a:off x="11049480" y="4209840"/>
            <a:ext cx="473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451" name=""/>
          <p:cNvSpPr txBox="1"/>
          <p:nvPr/>
        </p:nvSpPr>
        <p:spPr>
          <a:xfrm>
            <a:off x="6477120" y="45615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452" name=""/>
          <p:cNvSpPr txBox="1"/>
          <p:nvPr/>
        </p:nvSpPr>
        <p:spPr>
          <a:xfrm>
            <a:off x="723960" y="5265360"/>
            <a:ext cx="10700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453" name=""/>
          <p:cNvSpPr txBox="1"/>
          <p:nvPr/>
        </p:nvSpPr>
        <p:spPr>
          <a:xfrm>
            <a:off x="723960" y="55418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454" name=""/>
          <p:cNvSpPr txBox="1"/>
          <p:nvPr/>
        </p:nvSpPr>
        <p:spPr>
          <a:xfrm>
            <a:off x="723960" y="5799960"/>
            <a:ext cx="10656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455" name=""/>
          <p:cNvSpPr txBox="1"/>
          <p:nvPr/>
        </p:nvSpPr>
        <p:spPr>
          <a:xfrm>
            <a:off x="1786320" y="5808240"/>
            <a:ext cx="7073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456" name=""/>
          <p:cNvSpPr txBox="1"/>
          <p:nvPr/>
        </p:nvSpPr>
        <p:spPr>
          <a:xfrm>
            <a:off x="8822880" y="5799960"/>
            <a:ext cx="202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457" name=""/>
          <p:cNvSpPr txBox="1"/>
          <p:nvPr/>
        </p:nvSpPr>
        <p:spPr>
          <a:xfrm>
            <a:off x="9023760" y="580824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458" name=""/>
          <p:cNvSpPr txBox="1"/>
          <p:nvPr/>
        </p:nvSpPr>
        <p:spPr>
          <a:xfrm>
            <a:off x="9747720" y="579996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459" name=""/>
          <p:cNvSpPr txBox="1"/>
          <p:nvPr/>
        </p:nvSpPr>
        <p:spPr>
          <a:xfrm>
            <a:off x="10320840" y="580824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460" name=""/>
          <p:cNvSpPr txBox="1"/>
          <p:nvPr/>
        </p:nvSpPr>
        <p:spPr>
          <a:xfrm>
            <a:off x="723960" y="60847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461"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5" name=""/>
          <p:cNvSpPr/>
          <p:nvPr/>
        </p:nvSpPr>
        <p:spPr>
          <a:xfrm>
            <a:off x="533160" y="2314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6" name=""/>
          <p:cNvSpPr/>
          <p:nvPr/>
        </p:nvSpPr>
        <p:spPr>
          <a:xfrm>
            <a:off x="552240" y="462888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19"/>
                  <a:pt x="30843" y="1232"/>
                </a:cubicBezTo>
                <a:cubicBezTo>
                  <a:pt x="30838" y="1245"/>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7" name=""/>
          <p:cNvSpPr/>
          <p:nvPr/>
        </p:nvSpPr>
        <p:spPr>
          <a:xfrm>
            <a:off x="533160" y="462888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txBox="1"/>
          <p:nvPr/>
        </p:nvSpPr>
        <p:spPr>
          <a:xfrm>
            <a:off x="533520" y="1780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469" name=""/>
          <p:cNvSpPr/>
          <p:nvPr/>
        </p:nvSpPr>
        <p:spPr>
          <a:xfrm>
            <a:off x="618840" y="27241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txBox="1"/>
          <p:nvPr/>
        </p:nvSpPr>
        <p:spPr>
          <a:xfrm>
            <a:off x="906840" y="1798200"/>
            <a:ext cx="9144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へサンプルアプリを読ませて開発（応⽤、⾼機能化）</a:t>
            </a:r>
            <a:endParaRPr lang="en-US" sz="3000" b="0" u="none" strike="noStrike">
              <a:solidFill>
                <a:srgbClr val="000000"/>
              </a:solidFill>
              <a:effectLst/>
              <a:uFillTx/>
              <a:latin typeface="游明朝体"/>
            </a:endParaRPr>
          </a:p>
        </p:txBody>
      </p:sp>
      <p:sp>
        <p:nvSpPr>
          <p:cNvPr id="471" name=""/>
          <p:cNvSpPr txBox="1"/>
          <p:nvPr/>
        </p:nvSpPr>
        <p:spPr>
          <a:xfrm>
            <a:off x="799920" y="262836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72" name=""/>
          <p:cNvSpPr txBox="1"/>
          <p:nvPr/>
        </p:nvSpPr>
        <p:spPr>
          <a:xfrm>
            <a:off x="1360800" y="26373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473" name=""/>
          <p:cNvSpPr txBox="1"/>
          <p:nvPr/>
        </p:nvSpPr>
        <p:spPr>
          <a:xfrm>
            <a:off x="4397400" y="2628360"/>
            <a:ext cx="653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474" name=""/>
          <p:cNvSpPr/>
          <p:nvPr/>
        </p:nvSpPr>
        <p:spPr>
          <a:xfrm>
            <a:off x="618840" y="311436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txBox="1"/>
          <p:nvPr/>
        </p:nvSpPr>
        <p:spPr>
          <a:xfrm>
            <a:off x="5050440" y="2637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476" name=""/>
          <p:cNvSpPr txBox="1"/>
          <p:nvPr/>
        </p:nvSpPr>
        <p:spPr>
          <a:xfrm>
            <a:off x="799920" y="30279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477" name=""/>
          <p:cNvSpPr txBox="1"/>
          <p:nvPr/>
        </p:nvSpPr>
        <p:spPr>
          <a:xfrm>
            <a:off x="21337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78" name=""/>
          <p:cNvSpPr txBox="1"/>
          <p:nvPr/>
        </p:nvSpPr>
        <p:spPr>
          <a:xfrm>
            <a:off x="2267640" y="302796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479" name=""/>
          <p:cNvSpPr txBox="1"/>
          <p:nvPr/>
        </p:nvSpPr>
        <p:spPr>
          <a:xfrm>
            <a:off x="6056640" y="301896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0" name=""/>
          <p:cNvSpPr txBox="1"/>
          <p:nvPr/>
        </p:nvSpPr>
        <p:spPr>
          <a:xfrm>
            <a:off x="6871680" y="302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81" name=""/>
          <p:cNvSpPr txBox="1"/>
          <p:nvPr/>
        </p:nvSpPr>
        <p:spPr>
          <a:xfrm>
            <a:off x="7062120" y="30189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2" name=""/>
          <p:cNvSpPr/>
          <p:nvPr/>
        </p:nvSpPr>
        <p:spPr>
          <a:xfrm>
            <a:off x="618840" y="350496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8"/>
                  <a:pt x="10" y="120"/>
                  <a:pt x="6" y="110"/>
                </a:cubicBezTo>
                <a:cubicBezTo>
                  <a:pt x="2" y="100"/>
                  <a:pt x="0" y="90"/>
                  <a:pt x="0" y="80"/>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txBox="1"/>
          <p:nvPr/>
        </p:nvSpPr>
        <p:spPr>
          <a:xfrm>
            <a:off x="7196400" y="30279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484" name=""/>
          <p:cNvSpPr txBox="1"/>
          <p:nvPr/>
        </p:nvSpPr>
        <p:spPr>
          <a:xfrm>
            <a:off x="799920" y="34185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485" name=""/>
          <p:cNvSpPr txBox="1"/>
          <p:nvPr/>
        </p:nvSpPr>
        <p:spPr>
          <a:xfrm>
            <a:off x="1562040" y="3409560"/>
            <a:ext cx="515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486" name=""/>
          <p:cNvSpPr txBox="1"/>
          <p:nvPr/>
        </p:nvSpPr>
        <p:spPr>
          <a:xfrm>
            <a:off x="2077200" y="34185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487" name=""/>
          <p:cNvSpPr txBox="1"/>
          <p:nvPr/>
        </p:nvSpPr>
        <p:spPr>
          <a:xfrm>
            <a:off x="3601080" y="3409560"/>
            <a:ext cx="667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488" name=""/>
          <p:cNvSpPr/>
          <p:nvPr/>
        </p:nvSpPr>
        <p:spPr>
          <a:xfrm>
            <a:off x="618840" y="38955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txBox="1"/>
          <p:nvPr/>
        </p:nvSpPr>
        <p:spPr>
          <a:xfrm>
            <a:off x="4267800" y="341856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490" name=""/>
          <p:cNvSpPr txBox="1"/>
          <p:nvPr/>
        </p:nvSpPr>
        <p:spPr>
          <a:xfrm>
            <a:off x="79992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491" name=""/>
          <p:cNvSpPr txBox="1"/>
          <p:nvPr/>
        </p:nvSpPr>
        <p:spPr>
          <a:xfrm>
            <a:off x="194292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2" name=""/>
          <p:cNvSpPr txBox="1"/>
          <p:nvPr/>
        </p:nvSpPr>
        <p:spPr>
          <a:xfrm>
            <a:off x="2302920" y="38091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493" name=""/>
          <p:cNvSpPr txBox="1"/>
          <p:nvPr/>
        </p:nvSpPr>
        <p:spPr>
          <a:xfrm>
            <a:off x="3826800" y="3800160"/>
            <a:ext cx="819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494" name=""/>
          <p:cNvSpPr txBox="1"/>
          <p:nvPr/>
        </p:nvSpPr>
        <p:spPr>
          <a:xfrm>
            <a:off x="4645080" y="3809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495" name=""/>
          <p:cNvSpPr txBox="1"/>
          <p:nvPr/>
        </p:nvSpPr>
        <p:spPr>
          <a:xfrm>
            <a:off x="5026320" y="38001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96" name=""/>
          <p:cNvSpPr txBox="1"/>
          <p:nvPr/>
        </p:nvSpPr>
        <p:spPr>
          <a:xfrm>
            <a:off x="5198760" y="3809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497" name=""/>
          <p:cNvSpPr txBox="1"/>
          <p:nvPr/>
        </p:nvSpPr>
        <p:spPr>
          <a:xfrm>
            <a:off x="6334200" y="3800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498" name=""/>
          <p:cNvSpPr txBox="1"/>
          <p:nvPr/>
        </p:nvSpPr>
        <p:spPr>
          <a:xfrm>
            <a:off x="6693840" y="3809160"/>
            <a:ext cx="2858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499" name=""/>
          <p:cNvSpPr txBox="1"/>
          <p:nvPr/>
        </p:nvSpPr>
        <p:spPr>
          <a:xfrm>
            <a:off x="9551520" y="3800160"/>
            <a:ext cx="1764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500" name=""/>
          <p:cNvSpPr/>
          <p:nvPr/>
        </p:nvSpPr>
        <p:spPr>
          <a:xfrm>
            <a:off x="618840" y="42861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txBox="1"/>
          <p:nvPr/>
        </p:nvSpPr>
        <p:spPr>
          <a:xfrm>
            <a:off x="11314800" y="38091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2" name=""/>
          <p:cNvSpPr txBox="1"/>
          <p:nvPr/>
        </p:nvSpPr>
        <p:spPr>
          <a:xfrm>
            <a:off x="799920" y="419940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503" name=""/>
          <p:cNvSpPr txBox="1"/>
          <p:nvPr/>
        </p:nvSpPr>
        <p:spPr>
          <a:xfrm>
            <a:off x="4191120" y="419076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504" name=""/>
          <p:cNvSpPr txBox="1"/>
          <p:nvPr/>
        </p:nvSpPr>
        <p:spPr>
          <a:xfrm>
            <a:off x="5362560" y="41994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505" name=""/>
          <p:cNvSpPr txBox="1"/>
          <p:nvPr/>
        </p:nvSpPr>
        <p:spPr>
          <a:xfrm>
            <a:off x="723960" y="4760640"/>
            <a:ext cx="3083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506" name=""/>
          <p:cNvSpPr txBox="1"/>
          <p:nvPr/>
        </p:nvSpPr>
        <p:spPr>
          <a:xfrm>
            <a:off x="3773160" y="4752000"/>
            <a:ext cx="11160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507" name=""/>
          <p:cNvSpPr txBox="1"/>
          <p:nvPr/>
        </p:nvSpPr>
        <p:spPr>
          <a:xfrm>
            <a:off x="4886280" y="47606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50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 name=""/>
          <p:cNvSpPr txBox="1"/>
          <p:nvPr/>
        </p:nvSpPr>
        <p:spPr>
          <a:xfrm>
            <a:off x="533520" y="3179520"/>
            <a:ext cx="3429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開発したプロダクト</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 name=""/>
          <p:cNvSpPr/>
          <p:nvPr/>
        </p:nvSpPr>
        <p:spPr>
          <a:xfrm>
            <a:off x="552240" y="580068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6"/>
                  <a:pt x="30849" y="1960"/>
                  <a:pt x="30843" y="1973"/>
                </a:cubicBezTo>
                <a:cubicBezTo>
                  <a:pt x="30838" y="1986"/>
                  <a:pt x="30830" y="1997"/>
                  <a:pt x="30820" y="2007"/>
                </a:cubicBezTo>
                <a:cubicBezTo>
                  <a:pt x="30811" y="2017"/>
                  <a:pt x="30799" y="2024"/>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 name=""/>
          <p:cNvSpPr/>
          <p:nvPr/>
        </p:nvSpPr>
        <p:spPr>
          <a:xfrm>
            <a:off x="533160" y="580068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txBox="1"/>
          <p:nvPr/>
        </p:nvSpPr>
        <p:spPr>
          <a:xfrm>
            <a:off x="53352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5</a:t>
            </a:r>
            <a:endParaRPr lang="en-US" sz="3000" b="0" u="none" strike="noStrike">
              <a:solidFill>
                <a:srgbClr val="000000"/>
              </a:solidFill>
              <a:effectLst/>
              <a:uFillTx/>
              <a:latin typeface="游明朝体"/>
            </a:endParaRPr>
          </a:p>
        </p:txBody>
      </p:sp>
      <p:sp>
        <p:nvSpPr>
          <p:cNvPr id="521" name=""/>
          <p:cNvSpPr txBox="1"/>
          <p:nvPr/>
        </p:nvSpPr>
        <p:spPr>
          <a:xfrm>
            <a:off x="745200" y="493560"/>
            <a:ext cx="5715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気象モデルによる進路予測の⽐較</a:t>
            </a:r>
            <a:endParaRPr lang="en-US" sz="3000" b="0" u="none" strike="noStrike">
              <a:solidFill>
                <a:srgbClr val="000000"/>
              </a:solidFill>
              <a:effectLst/>
              <a:uFillTx/>
              <a:latin typeface="游明朝体"/>
            </a:endParaRPr>
          </a:p>
        </p:txBody>
      </p:sp>
      <p:sp>
        <p:nvSpPr>
          <p:cNvPr id="522" name=""/>
          <p:cNvSpPr txBox="1"/>
          <p:nvPr/>
        </p:nvSpPr>
        <p:spPr>
          <a:xfrm>
            <a:off x="533520" y="1294920"/>
            <a:ext cx="43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523" name=""/>
          <p:cNvSpPr txBox="1"/>
          <p:nvPr/>
        </p:nvSpPr>
        <p:spPr>
          <a:xfrm>
            <a:off x="967320" y="130392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524" name=""/>
          <p:cNvSpPr txBox="1"/>
          <p:nvPr/>
        </p:nvSpPr>
        <p:spPr>
          <a:xfrm>
            <a:off x="1919880" y="1294920"/>
            <a:ext cx="70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525" name=""/>
          <p:cNvSpPr txBox="1"/>
          <p:nvPr/>
        </p:nvSpPr>
        <p:spPr>
          <a:xfrm>
            <a:off x="2625480" y="13039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526" name=""/>
          <p:cNvSpPr txBox="1"/>
          <p:nvPr/>
        </p:nvSpPr>
        <p:spPr>
          <a:xfrm>
            <a:off x="4911480" y="1294920"/>
            <a:ext cx="378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527" name=""/>
          <p:cNvSpPr txBox="1"/>
          <p:nvPr/>
        </p:nvSpPr>
        <p:spPr>
          <a:xfrm>
            <a:off x="5288760" y="13039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528" name=""/>
          <p:cNvSpPr txBox="1"/>
          <p:nvPr/>
        </p:nvSpPr>
        <p:spPr>
          <a:xfrm>
            <a:off x="6050880" y="1294920"/>
            <a:ext cx="1316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529" name=""/>
          <p:cNvSpPr txBox="1"/>
          <p:nvPr/>
        </p:nvSpPr>
        <p:spPr>
          <a:xfrm>
            <a:off x="7366320" y="1303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0" name=""/>
          <p:cNvSpPr txBox="1"/>
          <p:nvPr/>
        </p:nvSpPr>
        <p:spPr>
          <a:xfrm>
            <a:off x="7557120" y="1294920"/>
            <a:ext cx="932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531" name=""/>
          <p:cNvSpPr txBox="1"/>
          <p:nvPr/>
        </p:nvSpPr>
        <p:spPr>
          <a:xfrm>
            <a:off x="8488440" y="130392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532" name=""/>
          <p:cNvSpPr txBox="1"/>
          <p:nvPr/>
        </p:nvSpPr>
        <p:spPr>
          <a:xfrm>
            <a:off x="533520" y="15897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33" name=""/>
          <p:cNvSpPr txBox="1"/>
          <p:nvPr/>
        </p:nvSpPr>
        <p:spPr>
          <a:xfrm>
            <a:off x="53352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534" name=""/>
          <p:cNvSpPr txBox="1"/>
          <p:nvPr/>
        </p:nvSpPr>
        <p:spPr>
          <a:xfrm>
            <a:off x="723960" y="1866600"/>
            <a:ext cx="86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535" name=""/>
          <p:cNvSpPr txBox="1"/>
          <p:nvPr/>
        </p:nvSpPr>
        <p:spPr>
          <a:xfrm>
            <a:off x="1586520" y="187560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536" name=""/>
          <p:cNvSpPr txBox="1"/>
          <p:nvPr/>
        </p:nvSpPr>
        <p:spPr>
          <a:xfrm>
            <a:off x="2157840" y="186660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537" name=""/>
          <p:cNvSpPr txBox="1"/>
          <p:nvPr/>
        </p:nvSpPr>
        <p:spPr>
          <a:xfrm>
            <a:off x="2698200" y="18756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538" name=""/>
          <p:cNvSpPr txBox="1"/>
          <p:nvPr/>
        </p:nvSpPr>
        <p:spPr>
          <a:xfrm>
            <a:off x="2888640" y="1866600"/>
            <a:ext cx="332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539" name=""/>
          <p:cNvPicPr/>
          <p:nvPr/>
        </p:nvPicPr>
        <p:blipFill>
          <a:blip r:embed="rId1"/>
          <a:stretch/>
        </p:blipFill>
        <p:spPr>
          <a:xfrm>
            <a:off x="619200" y="2276640"/>
            <a:ext cx="10953360" cy="3295440"/>
          </a:xfrm>
          <a:prstGeom prst="rect">
            <a:avLst/>
          </a:prstGeom>
          <a:noFill/>
          <a:ln w="0">
            <a:noFill/>
          </a:ln>
        </p:spPr>
      </p:pic>
      <p:sp>
        <p:nvSpPr>
          <p:cNvPr id="540" name=""/>
          <p:cNvSpPr txBox="1"/>
          <p:nvPr/>
        </p:nvSpPr>
        <p:spPr>
          <a:xfrm>
            <a:off x="322020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541" name=""/>
          <p:cNvSpPr txBox="1"/>
          <p:nvPr/>
        </p:nvSpPr>
        <p:spPr>
          <a:xfrm>
            <a:off x="723960" y="5923800"/>
            <a:ext cx="46440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542" name=""/>
          <p:cNvSpPr txBox="1"/>
          <p:nvPr/>
        </p:nvSpPr>
        <p:spPr>
          <a:xfrm>
            <a:off x="1186560" y="593208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543" name=""/>
          <p:cNvSpPr txBox="1"/>
          <p:nvPr/>
        </p:nvSpPr>
        <p:spPr>
          <a:xfrm>
            <a:off x="1729440" y="59238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4" name=""/>
          <p:cNvSpPr txBox="1"/>
          <p:nvPr/>
        </p:nvSpPr>
        <p:spPr>
          <a:xfrm>
            <a:off x="1829880" y="5932080"/>
            <a:ext cx="56228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545" name=""/>
          <p:cNvSpPr txBox="1"/>
          <p:nvPr/>
        </p:nvSpPr>
        <p:spPr>
          <a:xfrm>
            <a:off x="723960" y="620856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546" name=""/>
          <p:cNvSpPr txBox="1"/>
          <p:nvPr/>
        </p:nvSpPr>
        <p:spPr>
          <a:xfrm>
            <a:off x="3076560" y="61999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547" name=""/>
          <p:cNvSpPr txBox="1"/>
          <p:nvPr/>
        </p:nvSpPr>
        <p:spPr>
          <a:xfrm>
            <a:off x="3177360" y="6208560"/>
            <a:ext cx="5078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548" name=""/>
          <p:cNvSpPr txBox="1"/>
          <p:nvPr/>
        </p:nvSpPr>
        <p:spPr>
          <a:xfrm>
            <a:off x="8226360" y="6199920"/>
            <a:ext cx="5749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549" name=""/>
          <p:cNvSpPr txBox="1"/>
          <p:nvPr/>
        </p:nvSpPr>
        <p:spPr>
          <a:xfrm>
            <a:off x="8799480" y="6208560"/>
            <a:ext cx="1632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55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txBox="1"/>
          <p:nvPr/>
        </p:nvSpPr>
        <p:spPr>
          <a:xfrm>
            <a:off x="533520" y="493560"/>
            <a:ext cx="10287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衛星画像・レーダー表⽰アプリ、潮位観測表⽰アプリを開発</a:t>
            </a:r>
            <a:endParaRPr lang="en-US" sz="3000" b="0" u="none" strike="noStrike">
              <a:solidFill>
                <a:srgbClr val="000000"/>
              </a:solidFill>
              <a:effectLst/>
              <a:uFillTx/>
              <a:latin typeface="游明朝体"/>
            </a:endParaRPr>
          </a:p>
        </p:txBody>
      </p:sp>
      <p:sp>
        <p:nvSpPr>
          <p:cNvPr id="557" name=""/>
          <p:cNvSpPr txBox="1"/>
          <p:nvPr/>
        </p:nvSpPr>
        <p:spPr>
          <a:xfrm>
            <a:off x="799920" y="133272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558" name=""/>
          <p:cNvSpPr txBox="1"/>
          <p:nvPr/>
        </p:nvSpPr>
        <p:spPr>
          <a:xfrm>
            <a:off x="1942920" y="132372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59" name=""/>
          <p:cNvSpPr txBox="1"/>
          <p:nvPr/>
        </p:nvSpPr>
        <p:spPr>
          <a:xfrm>
            <a:off x="2302920" y="133272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560" name=""/>
          <p:cNvSpPr txBox="1"/>
          <p:nvPr/>
        </p:nvSpPr>
        <p:spPr>
          <a:xfrm>
            <a:off x="3826800" y="1323720"/>
            <a:ext cx="117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561" name=""/>
          <p:cNvSpPr txBox="1"/>
          <p:nvPr/>
        </p:nvSpPr>
        <p:spPr>
          <a:xfrm>
            <a:off x="799920" y="167544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562" name=""/>
          <p:cNvSpPr/>
          <p:nvPr/>
        </p:nvSpPr>
        <p:spPr>
          <a:xfrm>
            <a:off x="618840" y="2495520"/>
            <a:ext cx="57600" cy="57240"/>
          </a:xfrm>
          <a:custGeom>
            <a:avLst/>
            <a:gdLst/>
            <a:ahLst/>
            <a:rect l="0" t="0" r="r" b="b"/>
            <a:pathLst>
              <a:path w="160" h="159">
                <a:moveTo>
                  <a:pt x="160" y="79"/>
                </a:moveTo>
                <a:cubicBezTo>
                  <a:pt x="160" y="89"/>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89"/>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txBox="1"/>
          <p:nvPr/>
        </p:nvSpPr>
        <p:spPr>
          <a:xfrm>
            <a:off x="799920" y="20185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564" name=""/>
          <p:cNvSpPr txBox="1"/>
          <p:nvPr/>
        </p:nvSpPr>
        <p:spPr>
          <a:xfrm>
            <a:off x="7999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565" name=""/>
          <p:cNvSpPr txBox="1"/>
          <p:nvPr/>
        </p:nvSpPr>
        <p:spPr>
          <a:xfrm>
            <a:off x="2324160" y="23997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6" name=""/>
          <p:cNvSpPr txBox="1"/>
          <p:nvPr/>
        </p:nvSpPr>
        <p:spPr>
          <a:xfrm>
            <a:off x="2496960" y="240876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567" name=""/>
          <p:cNvSpPr txBox="1"/>
          <p:nvPr/>
        </p:nvSpPr>
        <p:spPr>
          <a:xfrm>
            <a:off x="799920" y="27518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568" name=""/>
          <p:cNvSpPr txBox="1"/>
          <p:nvPr/>
        </p:nvSpPr>
        <p:spPr>
          <a:xfrm>
            <a:off x="1371600" y="2742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9" name=""/>
          <p:cNvSpPr/>
          <p:nvPr/>
        </p:nvSpPr>
        <p:spPr>
          <a:xfrm>
            <a:off x="618840" y="3228840"/>
            <a:ext cx="57600" cy="57600"/>
          </a:xfrm>
          <a:custGeom>
            <a:avLst/>
            <a:gdLst/>
            <a:ahLst/>
            <a:rect l="0" t="0" r="r" b="b"/>
            <a:pathLst>
              <a:path w="160" h="160">
                <a:moveTo>
                  <a:pt x="160" y="79"/>
                </a:moveTo>
                <a:cubicBezTo>
                  <a:pt x="160" y="90"/>
                  <a:pt x="158" y="100"/>
                  <a:pt x="154" y="110"/>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txBox="1"/>
          <p:nvPr/>
        </p:nvSpPr>
        <p:spPr>
          <a:xfrm>
            <a:off x="1544400" y="2751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571" name=""/>
          <p:cNvSpPr txBox="1"/>
          <p:nvPr/>
        </p:nvSpPr>
        <p:spPr>
          <a:xfrm>
            <a:off x="799920" y="3133440"/>
            <a:ext cx="445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572" name=""/>
          <p:cNvSpPr txBox="1"/>
          <p:nvPr/>
        </p:nvSpPr>
        <p:spPr>
          <a:xfrm>
            <a:off x="123372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3" name=""/>
          <p:cNvSpPr txBox="1"/>
          <p:nvPr/>
        </p:nvSpPr>
        <p:spPr>
          <a:xfrm>
            <a:off x="1995840" y="3133440"/>
            <a:ext cx="364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574" name=""/>
          <p:cNvSpPr txBox="1"/>
          <p:nvPr/>
        </p:nvSpPr>
        <p:spPr>
          <a:xfrm>
            <a:off x="2359440" y="3142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575" name=""/>
          <p:cNvSpPr txBox="1"/>
          <p:nvPr/>
        </p:nvSpPr>
        <p:spPr>
          <a:xfrm>
            <a:off x="3121200" y="3133440"/>
            <a:ext cx="723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576" name=""/>
          <p:cNvSpPr txBox="1"/>
          <p:nvPr/>
        </p:nvSpPr>
        <p:spPr>
          <a:xfrm>
            <a:off x="3841200" y="3142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577" name=""/>
          <p:cNvSpPr txBox="1"/>
          <p:nvPr/>
        </p:nvSpPr>
        <p:spPr>
          <a:xfrm>
            <a:off x="799920" y="34851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578" name=""/>
          <p:cNvSpPr txBox="1"/>
          <p:nvPr/>
        </p:nvSpPr>
        <p:spPr>
          <a:xfrm>
            <a:off x="1181160" y="3476160"/>
            <a:ext cx="744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579" name=""/>
          <p:cNvSpPr txBox="1"/>
          <p:nvPr/>
        </p:nvSpPr>
        <p:spPr>
          <a:xfrm>
            <a:off x="1925280" y="34851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580" name=""/>
          <p:cNvSpPr txBox="1"/>
          <p:nvPr/>
        </p:nvSpPr>
        <p:spPr>
          <a:xfrm>
            <a:off x="3639960" y="3476160"/>
            <a:ext cx="360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81" name=""/>
          <p:cNvSpPr txBox="1"/>
          <p:nvPr/>
        </p:nvSpPr>
        <p:spPr>
          <a:xfrm>
            <a:off x="3999600" y="34851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582"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txBox="1"/>
          <p:nvPr/>
        </p:nvSpPr>
        <p:spPr>
          <a:xfrm>
            <a:off x="799920" y="382824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584" name=""/>
          <p:cNvSpPr txBox="1"/>
          <p:nvPr/>
        </p:nvSpPr>
        <p:spPr>
          <a:xfrm>
            <a:off x="799920" y="421848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585" name=""/>
          <p:cNvSpPr txBox="1"/>
          <p:nvPr/>
        </p:nvSpPr>
        <p:spPr>
          <a:xfrm>
            <a:off x="2514600" y="4209840"/>
            <a:ext cx="27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586" name=""/>
          <p:cNvSpPr txBox="1"/>
          <p:nvPr/>
        </p:nvSpPr>
        <p:spPr>
          <a:xfrm>
            <a:off x="2793240" y="421848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587" name=""/>
          <p:cNvSpPr/>
          <p:nvPr/>
        </p:nvSpPr>
        <p:spPr>
          <a:xfrm>
            <a:off x="618840" y="50385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50"/>
                  <a:pt x="111" y="154"/>
                </a:cubicBezTo>
                <a:cubicBezTo>
                  <a:pt x="101" y="158"/>
                  <a:pt x="90" y="160"/>
                  <a:pt x="80" y="160"/>
                </a:cubicBezTo>
                <a:cubicBezTo>
                  <a:pt x="69" y="160"/>
                  <a:pt x="59" y="158"/>
                  <a:pt x="49" y="154"/>
                </a:cubicBezTo>
                <a:cubicBezTo>
                  <a:pt x="40" y="150"/>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txBox="1"/>
          <p:nvPr/>
        </p:nvSpPr>
        <p:spPr>
          <a:xfrm>
            <a:off x="799920" y="456156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589" name=""/>
          <p:cNvSpPr txBox="1"/>
          <p:nvPr/>
        </p:nvSpPr>
        <p:spPr>
          <a:xfrm>
            <a:off x="799920" y="4952160"/>
            <a:ext cx="4382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590" name=""/>
          <p:cNvSpPr txBox="1"/>
          <p:nvPr/>
        </p:nvSpPr>
        <p:spPr>
          <a:xfrm>
            <a:off x="799920" y="5294880"/>
            <a:ext cx="2667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591" name=""/>
          <p:cNvSpPr txBox="1"/>
          <p:nvPr/>
        </p:nvSpPr>
        <p:spPr>
          <a:xfrm>
            <a:off x="533520" y="57618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592" name=""/>
          <p:cNvSpPr txBox="1"/>
          <p:nvPr/>
        </p:nvSpPr>
        <p:spPr>
          <a:xfrm>
            <a:off x="914400" y="5752800"/>
            <a:ext cx="4199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593" name=""/>
          <p:cNvSpPr txBox="1"/>
          <p:nvPr/>
        </p:nvSpPr>
        <p:spPr>
          <a:xfrm>
            <a:off x="533520" y="603864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594" name=""/>
          <p:cNvSpPr txBox="1"/>
          <p:nvPr/>
        </p:nvSpPr>
        <p:spPr>
          <a:xfrm>
            <a:off x="533520" y="6333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595" name=""/>
          <p:cNvPicPr/>
          <p:nvPr/>
        </p:nvPicPr>
        <p:blipFill>
          <a:blip r:embed="rId1"/>
          <a:stretch/>
        </p:blipFill>
        <p:spPr>
          <a:xfrm>
            <a:off x="6095880" y="1266840"/>
            <a:ext cx="2790360" cy="4571640"/>
          </a:xfrm>
          <a:prstGeom prst="rect">
            <a:avLst/>
          </a:prstGeom>
          <a:noFill/>
          <a:ln w="0">
            <a:noFill/>
          </a:ln>
        </p:spPr>
      </p:pic>
      <p:pic>
        <p:nvPicPr>
          <p:cNvPr id="596" name=""/>
          <p:cNvPicPr/>
          <p:nvPr/>
        </p:nvPicPr>
        <p:blipFill>
          <a:blip r:embed="rId2"/>
          <a:stretch/>
        </p:blipFill>
        <p:spPr>
          <a:xfrm>
            <a:off x="9001080" y="1266840"/>
            <a:ext cx="1999800" cy="4571640"/>
          </a:xfrm>
          <a:prstGeom prst="rect">
            <a:avLst/>
          </a:prstGeom>
          <a:noFill/>
          <a:ln w="0">
            <a:noFill/>
          </a:ln>
        </p:spPr>
      </p:pic>
      <p:sp>
        <p:nvSpPr>
          <p:cNvPr id="597" name=""/>
          <p:cNvSpPr txBox="1"/>
          <p:nvPr/>
        </p:nvSpPr>
        <p:spPr>
          <a:xfrm>
            <a:off x="914400" y="6324120"/>
            <a:ext cx="3818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59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 name=""/>
          <p:cNvSpPr/>
          <p:nvPr/>
        </p:nvSpPr>
        <p:spPr>
          <a:xfrm>
            <a:off x="533160" y="5886360"/>
            <a:ext cx="11125440" cy="914760"/>
          </a:xfrm>
          <a:custGeom>
            <a:avLst/>
            <a:gdLst/>
            <a:ahLst/>
            <a:rect l="0" t="0" r="r" b="b"/>
            <a:pathLst>
              <a:path w="30904" h="2541">
                <a:moveTo>
                  <a:pt x="0" y="2382"/>
                </a:moveTo>
                <a:lnTo>
                  <a:pt x="0" y="159"/>
                </a:lnTo>
                <a:cubicBezTo>
                  <a:pt x="0" y="148"/>
                  <a:pt x="1" y="138"/>
                  <a:pt x="3" y="128"/>
                </a:cubicBezTo>
                <a:cubicBezTo>
                  <a:pt x="5" y="117"/>
                  <a:pt x="8" y="107"/>
                  <a:pt x="12" y="98"/>
                </a:cubicBezTo>
                <a:cubicBezTo>
                  <a:pt x="16" y="88"/>
                  <a:pt x="21" y="79"/>
                  <a:pt x="27" y="70"/>
                </a:cubicBezTo>
                <a:cubicBezTo>
                  <a:pt x="33" y="62"/>
                  <a:pt x="39" y="54"/>
                  <a:pt x="47" y="46"/>
                </a:cubicBezTo>
                <a:cubicBezTo>
                  <a:pt x="54" y="39"/>
                  <a:pt x="62" y="32"/>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2"/>
                  <a:pt x="30851" y="39"/>
                  <a:pt x="30858" y="46"/>
                </a:cubicBezTo>
                <a:cubicBezTo>
                  <a:pt x="30865" y="54"/>
                  <a:pt x="30872" y="62"/>
                  <a:pt x="30878" y="70"/>
                </a:cubicBezTo>
                <a:cubicBezTo>
                  <a:pt x="30884" y="79"/>
                  <a:pt x="30888" y="88"/>
                  <a:pt x="30892" y="98"/>
                </a:cubicBezTo>
                <a:cubicBezTo>
                  <a:pt x="30896" y="107"/>
                  <a:pt x="30899" y="117"/>
                  <a:pt x="30901" y="128"/>
                </a:cubicBezTo>
                <a:cubicBezTo>
                  <a:pt x="30903" y="138"/>
                  <a:pt x="30904" y="148"/>
                  <a:pt x="30904" y="159"/>
                </a:cubicBezTo>
                <a:lnTo>
                  <a:pt x="30904" y="2382"/>
                </a:lnTo>
                <a:cubicBezTo>
                  <a:pt x="30904" y="2392"/>
                  <a:pt x="30903" y="2403"/>
                  <a:pt x="30901" y="2413"/>
                </a:cubicBezTo>
                <a:cubicBezTo>
                  <a:pt x="30899" y="2423"/>
                  <a:pt x="30896" y="2433"/>
                  <a:pt x="30892" y="2443"/>
                </a:cubicBezTo>
                <a:cubicBezTo>
                  <a:pt x="30888" y="2452"/>
                  <a:pt x="30884" y="2462"/>
                  <a:pt x="30878" y="2470"/>
                </a:cubicBezTo>
                <a:cubicBezTo>
                  <a:pt x="30872" y="2479"/>
                  <a:pt x="30865" y="2487"/>
                  <a:pt x="30858" y="2494"/>
                </a:cubicBezTo>
                <a:cubicBezTo>
                  <a:pt x="30851" y="2502"/>
                  <a:pt x="30843" y="2508"/>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8"/>
                  <a:pt x="54" y="2502"/>
                  <a:pt x="47" y="2494"/>
                </a:cubicBezTo>
                <a:cubicBezTo>
                  <a:pt x="39" y="2487"/>
                  <a:pt x="33" y="2479"/>
                  <a:pt x="27" y="2470"/>
                </a:cubicBezTo>
                <a:cubicBezTo>
                  <a:pt x="21" y="2462"/>
                  <a:pt x="16" y="2452"/>
                  <a:pt x="12" y="2443"/>
                </a:cubicBezTo>
                <a:cubicBezTo>
                  <a:pt x="8" y="2433"/>
                  <a:pt x="5" y="2423"/>
                  <a:pt x="3" y="2413"/>
                </a:cubicBezTo>
                <a:cubicBezTo>
                  <a:pt x="1" y="2403"/>
                  <a:pt x="0" y="2392"/>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4" name=""/>
          <p:cNvSpPr txBox="1"/>
          <p:nvPr/>
        </p:nvSpPr>
        <p:spPr>
          <a:xfrm>
            <a:off x="5335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気象庁データ取得</a:t>
            </a:r>
            <a:endParaRPr lang="en-US" sz="3000" b="0" u="none" strike="noStrike">
              <a:solidFill>
                <a:srgbClr val="000000"/>
              </a:solidFill>
              <a:effectLst/>
              <a:uFillTx/>
              <a:latin typeface="游明朝体"/>
            </a:endParaRPr>
          </a:p>
        </p:txBody>
      </p:sp>
      <p:sp>
        <p:nvSpPr>
          <p:cNvPr id="605" name=""/>
          <p:cNvSpPr txBox="1"/>
          <p:nvPr/>
        </p:nvSpPr>
        <p:spPr>
          <a:xfrm>
            <a:off x="3581280" y="475560"/>
            <a:ext cx="9885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MCP</a:t>
            </a:r>
            <a:endParaRPr lang="en-US" sz="3000" b="0" u="none" strike="noStrike">
              <a:solidFill>
                <a:srgbClr val="000000"/>
              </a:solidFill>
              <a:effectLst/>
              <a:uFillTx/>
              <a:latin typeface="游明朝体"/>
            </a:endParaRPr>
          </a:p>
        </p:txBody>
      </p:sp>
      <p:sp>
        <p:nvSpPr>
          <p:cNvPr id="606" name=""/>
          <p:cNvSpPr txBox="1"/>
          <p:nvPr/>
        </p:nvSpPr>
        <p:spPr>
          <a:xfrm>
            <a:off x="45694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サーバー（</a:t>
            </a:r>
            <a:endParaRPr lang="en-US" sz="3000" b="0" u="none" strike="noStrike">
              <a:solidFill>
                <a:srgbClr val="000000"/>
              </a:solidFill>
              <a:effectLst/>
              <a:uFillTx/>
              <a:latin typeface="游明朝体"/>
            </a:endParaRPr>
          </a:p>
        </p:txBody>
      </p:sp>
      <p:sp>
        <p:nvSpPr>
          <p:cNvPr id="607" name=""/>
          <p:cNvSpPr txBox="1"/>
          <p:nvPr/>
        </p:nvSpPr>
        <p:spPr>
          <a:xfrm>
            <a:off x="6447600" y="475560"/>
            <a:ext cx="16221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jma-mcp</a:t>
            </a:r>
            <a:endParaRPr lang="en-US" sz="3000" b="0" u="none" strike="noStrike">
              <a:solidFill>
                <a:srgbClr val="000000"/>
              </a:solidFill>
              <a:effectLst/>
              <a:uFillTx/>
              <a:latin typeface="游明朝体"/>
            </a:endParaRPr>
          </a:p>
        </p:txBody>
      </p:sp>
      <p:sp>
        <p:nvSpPr>
          <p:cNvPr id="608" name=""/>
          <p:cNvSpPr/>
          <p:nvPr/>
        </p:nvSpPr>
        <p:spPr>
          <a:xfrm>
            <a:off x="552240" y="4352760"/>
            <a:ext cx="5429520" cy="1010160"/>
          </a:xfrm>
          <a:custGeom>
            <a:avLst/>
            <a:gdLst/>
            <a:ahLst/>
            <a:rect l="0" t="0" r="r" b="b"/>
            <a:pathLst>
              <a:path w="15082" h="2806">
                <a:moveTo>
                  <a:pt x="0" y="2806"/>
                </a:moveTo>
                <a:lnTo>
                  <a:pt x="0" y="0"/>
                </a:lnTo>
                <a:lnTo>
                  <a:pt x="14976" y="0"/>
                </a:lnTo>
                <a:cubicBezTo>
                  <a:pt x="14991" y="0"/>
                  <a:pt x="15004" y="3"/>
                  <a:pt x="15017" y="8"/>
                </a:cubicBezTo>
                <a:cubicBezTo>
                  <a:pt x="15030" y="13"/>
                  <a:pt x="15041" y="21"/>
                  <a:pt x="15051" y="31"/>
                </a:cubicBezTo>
                <a:cubicBezTo>
                  <a:pt x="15061" y="41"/>
                  <a:pt x="15069" y="52"/>
                  <a:pt x="15074" y="65"/>
                </a:cubicBezTo>
                <a:cubicBezTo>
                  <a:pt x="15080" y="78"/>
                  <a:pt x="15082" y="92"/>
                  <a:pt x="15082" y="106"/>
                </a:cubicBezTo>
                <a:lnTo>
                  <a:pt x="15082" y="2700"/>
                </a:lnTo>
                <a:cubicBezTo>
                  <a:pt x="15082" y="2714"/>
                  <a:pt x="15080" y="2727"/>
                  <a:pt x="15074" y="2740"/>
                </a:cubicBezTo>
                <a:cubicBezTo>
                  <a:pt x="15069" y="2753"/>
                  <a:pt x="15061" y="2765"/>
                  <a:pt x="15051" y="2775"/>
                </a:cubicBezTo>
                <a:cubicBezTo>
                  <a:pt x="15041" y="2784"/>
                  <a:pt x="15030" y="2792"/>
                  <a:pt x="15017" y="2797"/>
                </a:cubicBezTo>
                <a:cubicBezTo>
                  <a:pt x="15004" y="2803"/>
                  <a:pt x="14991" y="2806"/>
                  <a:pt x="1497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9" name=""/>
          <p:cNvSpPr/>
          <p:nvPr/>
        </p:nvSpPr>
        <p:spPr>
          <a:xfrm>
            <a:off x="533160" y="435276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txBox="1"/>
          <p:nvPr/>
        </p:nvSpPr>
        <p:spPr>
          <a:xfrm>
            <a:off x="8069040" y="4935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612" name=""/>
          <p:cNvSpPr txBox="1"/>
          <p:nvPr/>
        </p:nvSpPr>
        <p:spPr>
          <a:xfrm>
            <a:off x="799920" y="13327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613" name=""/>
          <p:cNvSpPr txBox="1"/>
          <p:nvPr/>
        </p:nvSpPr>
        <p:spPr>
          <a:xfrm>
            <a:off x="2127960" y="1323720"/>
            <a:ext cx="1302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614" name=""/>
          <p:cNvSpPr txBox="1"/>
          <p:nvPr/>
        </p:nvSpPr>
        <p:spPr>
          <a:xfrm>
            <a:off x="3430080" y="13327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615" name=""/>
          <p:cNvSpPr txBox="1"/>
          <p:nvPr/>
        </p:nvSpPr>
        <p:spPr>
          <a:xfrm>
            <a:off x="799920" y="1666440"/>
            <a:ext cx="29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616" name=""/>
          <p:cNvSpPr txBox="1"/>
          <p:nvPr/>
        </p:nvSpPr>
        <p:spPr>
          <a:xfrm>
            <a:off x="1096200" y="16754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617" name=""/>
          <p:cNvSpPr txBox="1"/>
          <p:nvPr/>
        </p:nvSpPr>
        <p:spPr>
          <a:xfrm>
            <a:off x="2430000" y="16664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18" name=""/>
          <p:cNvSpPr txBox="1"/>
          <p:nvPr/>
        </p:nvSpPr>
        <p:spPr>
          <a:xfrm>
            <a:off x="2602440" y="1675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619" name=""/>
          <p:cNvSpPr txBox="1"/>
          <p:nvPr/>
        </p:nvSpPr>
        <p:spPr>
          <a:xfrm>
            <a:off x="3555000" y="1666440"/>
            <a:ext cx="427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620"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txBox="1"/>
          <p:nvPr/>
        </p:nvSpPr>
        <p:spPr>
          <a:xfrm>
            <a:off x="3981960" y="167544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622" name=""/>
          <p:cNvSpPr txBox="1"/>
          <p:nvPr/>
        </p:nvSpPr>
        <p:spPr>
          <a:xfrm>
            <a:off x="799920" y="206604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623" name=""/>
          <p:cNvSpPr txBox="1"/>
          <p:nvPr/>
        </p:nvSpPr>
        <p:spPr>
          <a:xfrm>
            <a:off x="799920" y="240876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624" name=""/>
          <p:cNvSpPr txBox="1"/>
          <p:nvPr/>
        </p:nvSpPr>
        <p:spPr>
          <a:xfrm>
            <a:off x="1752480" y="2399760"/>
            <a:ext cx="21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625"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txBox="1"/>
          <p:nvPr/>
        </p:nvSpPr>
        <p:spPr>
          <a:xfrm>
            <a:off x="1964520" y="240876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627" name=""/>
          <p:cNvSpPr txBox="1"/>
          <p:nvPr/>
        </p:nvSpPr>
        <p:spPr>
          <a:xfrm>
            <a:off x="799920" y="2790360"/>
            <a:ext cx="9072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628" name=""/>
          <p:cNvSpPr txBox="1"/>
          <p:nvPr/>
        </p:nvSpPr>
        <p:spPr>
          <a:xfrm>
            <a:off x="170640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629" name=""/>
          <p:cNvSpPr txBox="1"/>
          <p:nvPr/>
        </p:nvSpPr>
        <p:spPr>
          <a:xfrm>
            <a:off x="2087640" y="2790360"/>
            <a:ext cx="143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630" name=""/>
          <p:cNvSpPr txBox="1"/>
          <p:nvPr/>
        </p:nvSpPr>
        <p:spPr>
          <a:xfrm>
            <a:off x="351684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631" name=""/>
          <p:cNvSpPr txBox="1"/>
          <p:nvPr/>
        </p:nvSpPr>
        <p:spPr>
          <a:xfrm>
            <a:off x="3898080" y="2790360"/>
            <a:ext cx="61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632" name=""/>
          <p:cNvSpPr txBox="1"/>
          <p:nvPr/>
        </p:nvSpPr>
        <p:spPr>
          <a:xfrm>
            <a:off x="4515480" y="279936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633" name=""/>
          <p:cNvSpPr txBox="1"/>
          <p:nvPr/>
        </p:nvSpPr>
        <p:spPr>
          <a:xfrm>
            <a:off x="799920" y="3133440"/>
            <a:ext cx="12463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634" name=""/>
          <p:cNvSpPr txBox="1"/>
          <p:nvPr/>
        </p:nvSpPr>
        <p:spPr>
          <a:xfrm>
            <a:off x="2034720" y="31424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635" name=""/>
          <p:cNvSpPr txBox="1"/>
          <p:nvPr/>
        </p:nvSpPr>
        <p:spPr>
          <a:xfrm>
            <a:off x="4309200" y="3133440"/>
            <a:ext cx="5900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636" name=""/>
          <p:cNvSpPr txBox="1"/>
          <p:nvPr/>
        </p:nvSpPr>
        <p:spPr>
          <a:xfrm>
            <a:off x="48985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637" name=""/>
          <p:cNvSpPr txBox="1"/>
          <p:nvPr/>
        </p:nvSpPr>
        <p:spPr>
          <a:xfrm>
            <a:off x="799920" y="34851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638" name=""/>
          <p:cNvSpPr txBox="1"/>
          <p:nvPr/>
        </p:nvSpPr>
        <p:spPr>
          <a:xfrm>
            <a:off x="533520" y="3943080"/>
            <a:ext cx="40132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639" name=""/>
          <p:cNvSpPr txBox="1"/>
          <p:nvPr/>
        </p:nvSpPr>
        <p:spPr>
          <a:xfrm>
            <a:off x="723960" y="448452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640" name=""/>
          <p:cNvSpPr txBox="1"/>
          <p:nvPr/>
        </p:nvSpPr>
        <p:spPr>
          <a:xfrm>
            <a:off x="1266840" y="4475880"/>
            <a:ext cx="2491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641" name=""/>
          <p:cNvSpPr txBox="1"/>
          <p:nvPr/>
        </p:nvSpPr>
        <p:spPr>
          <a:xfrm>
            <a:off x="1514880" y="448452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642" name=""/>
          <p:cNvSpPr txBox="1"/>
          <p:nvPr/>
        </p:nvSpPr>
        <p:spPr>
          <a:xfrm>
            <a:off x="723960" y="476064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643" name=""/>
          <p:cNvSpPr txBox="1"/>
          <p:nvPr/>
        </p:nvSpPr>
        <p:spPr>
          <a:xfrm>
            <a:off x="3438360" y="475200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44" name=""/>
          <p:cNvSpPr txBox="1"/>
          <p:nvPr/>
        </p:nvSpPr>
        <p:spPr>
          <a:xfrm>
            <a:off x="3602520" y="4760640"/>
            <a:ext cx="21769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645" name=""/>
          <p:cNvSpPr/>
          <p:nvPr/>
        </p:nvSpPr>
        <p:spPr>
          <a:xfrm>
            <a:off x="6229080" y="2009520"/>
            <a:ext cx="5429520" cy="1276920"/>
          </a:xfrm>
          <a:custGeom>
            <a:avLst/>
            <a:gdLst/>
            <a:ahLst/>
            <a:rect l="0" t="0" r="r" b="b"/>
            <a:pathLst>
              <a:path w="15082" h="3547">
                <a:moveTo>
                  <a:pt x="0" y="3547"/>
                </a:moveTo>
                <a:lnTo>
                  <a:pt x="0" y="0"/>
                </a:lnTo>
                <a:lnTo>
                  <a:pt x="14977" y="0"/>
                </a:lnTo>
                <a:cubicBezTo>
                  <a:pt x="14991" y="0"/>
                  <a:pt x="15004" y="3"/>
                  <a:pt x="15017" y="8"/>
                </a:cubicBezTo>
                <a:cubicBezTo>
                  <a:pt x="15030" y="14"/>
                  <a:pt x="15042" y="21"/>
                  <a:pt x="15051" y="31"/>
                </a:cubicBezTo>
                <a:cubicBezTo>
                  <a:pt x="15061" y="41"/>
                  <a:pt x="15069" y="53"/>
                  <a:pt x="15074" y="66"/>
                </a:cubicBezTo>
                <a:cubicBezTo>
                  <a:pt x="15080" y="79"/>
                  <a:pt x="15082" y="92"/>
                  <a:pt x="15082" y="106"/>
                </a:cubicBezTo>
                <a:lnTo>
                  <a:pt x="15082" y="3441"/>
                </a:lnTo>
                <a:cubicBezTo>
                  <a:pt x="15082" y="3455"/>
                  <a:pt x="15080" y="3468"/>
                  <a:pt x="15074" y="3481"/>
                </a:cubicBezTo>
                <a:cubicBezTo>
                  <a:pt x="15069" y="3494"/>
                  <a:pt x="15061" y="3506"/>
                  <a:pt x="15051" y="3516"/>
                </a:cubicBezTo>
                <a:cubicBezTo>
                  <a:pt x="15042" y="3526"/>
                  <a:pt x="15030" y="3533"/>
                  <a:pt x="15017" y="3539"/>
                </a:cubicBezTo>
                <a:cubicBezTo>
                  <a:pt x="15004" y="3544"/>
                  <a:pt x="14991" y="3547"/>
                  <a:pt x="14977" y="3547"/>
                </a:cubicBezTo>
                <a:lnTo>
                  <a:pt x="0" y="354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6210000" y="2009520"/>
            <a:ext cx="38520" cy="1276920"/>
          </a:xfrm>
          <a:custGeom>
            <a:avLst/>
            <a:gdLst/>
            <a:ahLst/>
            <a:rect l="0" t="0" r="r" b="b"/>
            <a:pathLst>
              <a:path w="107" h="3547">
                <a:moveTo>
                  <a:pt x="0" y="0"/>
                </a:moveTo>
                <a:lnTo>
                  <a:pt x="107" y="0"/>
                </a:lnTo>
                <a:lnTo>
                  <a:pt x="107" y="3547"/>
                </a:lnTo>
                <a:lnTo>
                  <a:pt x="0" y="354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7" name=""/>
          <p:cNvSpPr txBox="1"/>
          <p:nvPr/>
        </p:nvSpPr>
        <p:spPr>
          <a:xfrm>
            <a:off x="723960" y="50274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648" name=""/>
          <p:cNvSpPr txBox="1"/>
          <p:nvPr/>
        </p:nvSpPr>
        <p:spPr>
          <a:xfrm>
            <a:off x="6210360" y="1304640"/>
            <a:ext cx="122832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49" name=""/>
          <p:cNvSpPr txBox="1"/>
          <p:nvPr/>
        </p:nvSpPr>
        <p:spPr>
          <a:xfrm>
            <a:off x="7437960" y="1313640"/>
            <a:ext cx="419184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650" name=""/>
          <p:cNvSpPr txBox="1"/>
          <p:nvPr/>
        </p:nvSpPr>
        <p:spPr>
          <a:xfrm>
            <a:off x="6210360" y="1608840"/>
            <a:ext cx="228672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651" name=""/>
          <p:cNvSpPr txBox="1"/>
          <p:nvPr/>
        </p:nvSpPr>
        <p:spPr>
          <a:xfrm>
            <a:off x="6400800" y="214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652" name=""/>
          <p:cNvSpPr txBox="1"/>
          <p:nvPr/>
        </p:nvSpPr>
        <p:spPr>
          <a:xfrm>
            <a:off x="6400800" y="2417400"/>
            <a:ext cx="29023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653" name=""/>
          <p:cNvSpPr txBox="1"/>
          <p:nvPr/>
        </p:nvSpPr>
        <p:spPr>
          <a:xfrm>
            <a:off x="6400800" y="2684160"/>
            <a:ext cx="25398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654" name=""/>
          <p:cNvSpPr txBox="1"/>
          <p:nvPr/>
        </p:nvSpPr>
        <p:spPr>
          <a:xfrm>
            <a:off x="6400800" y="2960280"/>
            <a:ext cx="34466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655" name=""/>
          <p:cNvSpPr txBox="1"/>
          <p:nvPr/>
        </p:nvSpPr>
        <p:spPr>
          <a:xfrm>
            <a:off x="704880" y="6046560"/>
            <a:ext cx="37476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656" name=""/>
          <p:cNvSpPr txBox="1"/>
          <p:nvPr/>
        </p:nvSpPr>
        <p:spPr>
          <a:xfrm>
            <a:off x="1079640" y="6054120"/>
            <a:ext cx="16236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657" name=""/>
          <p:cNvSpPr txBox="1"/>
          <p:nvPr/>
        </p:nvSpPr>
        <p:spPr>
          <a:xfrm>
            <a:off x="1241640" y="6046560"/>
            <a:ext cx="1834200" cy="192240"/>
          </a:xfrm>
          <a:prstGeom prst="rect">
            <a:avLst/>
          </a:prstGeom>
          <a:noFill/>
          <a:ln w="0">
            <a:noFill/>
          </a:ln>
        </p:spPr>
        <p:txBody>
          <a:bodyPr wrap="none" lIns="0" tIns="0" rIns="0" bIns="0" anchor="t">
            <a:spAutoFit/>
          </a:bodyPr>
          <a:p>
            <a:pPr/>
            <a:r>
              <a:rPr lang="en-US" sz="1280" b="1" u="none" strike="noStrike">
                <a:solidFill>
                  <a:srgbClr val="E87BA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658" name=""/>
          <p:cNvSpPr txBox="1"/>
          <p:nvPr/>
        </p:nvSpPr>
        <p:spPr>
          <a:xfrm>
            <a:off x="3076560" y="6054120"/>
            <a:ext cx="485280" cy="162000"/>
          </a:xfrm>
          <a:prstGeom prst="rect">
            <a:avLst/>
          </a:prstGeom>
          <a:noFill/>
          <a:ln w="0">
            <a:noFill/>
          </a:ln>
        </p:spPr>
        <p:txBody>
          <a:bodyPr wrap="none" lIns="0" tIns="0" rIns="0" bIns="0" anchor="t">
            <a:spAutoFit/>
          </a:bodyPr>
          <a:p>
            <a:pPr/>
            <a:r>
              <a:rPr lang="ja-JP" sz="1280" b="1" u="none" strike="noStrike">
                <a:solidFill>
                  <a:srgbClr val="E87BA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659" name=""/>
          <p:cNvSpPr txBox="1"/>
          <p:nvPr/>
        </p:nvSpPr>
        <p:spPr>
          <a:xfrm>
            <a:off x="3562200" y="60465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660" name=""/>
          <p:cNvSpPr txBox="1"/>
          <p:nvPr/>
        </p:nvSpPr>
        <p:spPr>
          <a:xfrm>
            <a:off x="4351320" y="60541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661" name=""/>
          <p:cNvSpPr txBox="1"/>
          <p:nvPr/>
        </p:nvSpPr>
        <p:spPr>
          <a:xfrm>
            <a:off x="7083000" y="60465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2" name=""/>
          <p:cNvSpPr txBox="1"/>
          <p:nvPr/>
        </p:nvSpPr>
        <p:spPr>
          <a:xfrm>
            <a:off x="7229880" y="60541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663" name=""/>
          <p:cNvSpPr txBox="1"/>
          <p:nvPr/>
        </p:nvSpPr>
        <p:spPr>
          <a:xfrm>
            <a:off x="7391880" y="60465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664" name=""/>
          <p:cNvSpPr txBox="1"/>
          <p:nvPr/>
        </p:nvSpPr>
        <p:spPr>
          <a:xfrm>
            <a:off x="7904520" y="60541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665" name=""/>
          <p:cNvSpPr txBox="1"/>
          <p:nvPr/>
        </p:nvSpPr>
        <p:spPr>
          <a:xfrm>
            <a:off x="704880" y="629244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666" name=""/>
          <p:cNvSpPr txBox="1"/>
          <p:nvPr/>
        </p:nvSpPr>
        <p:spPr>
          <a:xfrm>
            <a:off x="1830240" y="628488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667" name=""/>
          <p:cNvSpPr txBox="1"/>
          <p:nvPr/>
        </p:nvSpPr>
        <p:spPr>
          <a:xfrm>
            <a:off x="1977120" y="629244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66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 name=""/>
          <p:cNvSpPr txBox="1"/>
          <p:nvPr/>
        </p:nvSpPr>
        <p:spPr>
          <a:xfrm>
            <a:off x="533520" y="3179520"/>
            <a:ext cx="5715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農研機構メッシュ農業気象データ</a:t>
            </a:r>
            <a:endParaRPr lang="en-US" sz="3000" b="0" u="none" strike="noStrike">
              <a:solidFill>
                <a:srgbClr val="000000"/>
              </a:solidFill>
              <a:effectLst/>
              <a:uFillTx/>
              <a:latin typeface="游明朝体"/>
            </a:endParaRPr>
          </a:p>
        </p:txBody>
      </p:sp>
      <p:sp>
        <p:nvSpPr>
          <p:cNvPr id="674" name=""/>
          <p:cNvSpPr txBox="1"/>
          <p:nvPr/>
        </p:nvSpPr>
        <p:spPr>
          <a:xfrm>
            <a:off x="6248520" y="3161520"/>
            <a:ext cx="814680" cy="454680"/>
          </a:xfrm>
          <a:prstGeom prst="rect">
            <a:avLst/>
          </a:prstGeom>
          <a:noFill/>
          <a:ln w="0">
            <a:noFill/>
          </a:ln>
        </p:spPr>
        <p:txBody>
          <a:bodyPr wrap="none" lIns="0" tIns="0" rIns="0" bIns="0" anchor="t">
            <a:spAutoFit/>
          </a:bodyPr>
          <a:p>
            <a:pPr/>
            <a:r>
              <a:rPr lang="en-US" sz="3000" b="1" u="none" strike="noStrike">
                <a:solidFill>
                  <a:srgbClr val="1E3A8A"/>
                </a:solidFill>
                <a:effectLst/>
                <a:uFillTx/>
                <a:latin typeface="HelveticaNeue"/>
                <a:ea typeface="HelveticaNeue"/>
              </a:rPr>
              <a:t> × AI</a:t>
            </a:r>
            <a:endParaRPr lang="en-US" sz="3000" b="0" u="none" strike="noStrike">
              <a:solidFill>
                <a:srgbClr val="000000"/>
              </a:solidFill>
              <a:effectLst/>
              <a:uFillTx/>
              <a:latin typeface="游明朝体"/>
            </a:endParaRPr>
          </a:p>
        </p:txBody>
      </p:sp>
      <p:sp>
        <p:nvSpPr>
          <p:cNvPr id="675" name=""/>
          <p:cNvSpPr txBox="1"/>
          <p:nvPr/>
        </p:nvSpPr>
        <p:spPr>
          <a:xfrm>
            <a:off x="7062120" y="3179520"/>
            <a:ext cx="457272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による機械学習の取り組み</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0" name=""/>
          <p:cNvSpPr/>
          <p:nvPr/>
        </p:nvSpPr>
        <p:spPr>
          <a:xfrm>
            <a:off x="552240" y="61909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81" name=""/>
          <p:cNvSpPr/>
          <p:nvPr/>
        </p:nvSpPr>
        <p:spPr>
          <a:xfrm>
            <a:off x="533160" y="61909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2"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 name=""/>
          <p:cNvSpPr txBox="1"/>
          <p:nvPr/>
        </p:nvSpPr>
        <p:spPr>
          <a:xfrm>
            <a:off x="533520" y="4935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取り組みのきっかけ</a:t>
            </a:r>
            <a:endParaRPr lang="en-US" sz="3000" b="0" u="none" strike="noStrike">
              <a:solidFill>
                <a:srgbClr val="000000"/>
              </a:solidFill>
              <a:effectLst/>
              <a:uFillTx/>
              <a:latin typeface="游明朝体"/>
            </a:endParaRPr>
          </a:p>
        </p:txBody>
      </p:sp>
      <p:sp>
        <p:nvSpPr>
          <p:cNvPr id="684" name=""/>
          <p:cNvSpPr txBox="1"/>
          <p:nvPr/>
        </p:nvSpPr>
        <p:spPr>
          <a:xfrm>
            <a:off x="799920" y="132372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85" name=""/>
          <p:cNvSpPr txBox="1"/>
          <p:nvPr/>
        </p:nvSpPr>
        <p:spPr>
          <a:xfrm>
            <a:off x="1360800" y="133272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686" name=""/>
          <p:cNvSpPr txBox="1"/>
          <p:nvPr/>
        </p:nvSpPr>
        <p:spPr>
          <a:xfrm>
            <a:off x="799920" y="167544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687" name=""/>
          <p:cNvSpPr txBox="1"/>
          <p:nvPr/>
        </p:nvSpPr>
        <p:spPr>
          <a:xfrm>
            <a:off x="799920" y="20185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688" name=""/>
          <p:cNvSpPr/>
          <p:nvPr/>
        </p:nvSpPr>
        <p:spPr>
          <a:xfrm>
            <a:off x="618840" y="2838240"/>
            <a:ext cx="57600" cy="57600"/>
          </a:xfrm>
          <a:custGeom>
            <a:avLst/>
            <a:gdLst/>
            <a:ahLst/>
            <a:rect l="0" t="0" r="r" b="b"/>
            <a:pathLst>
              <a:path w="160" h="160">
                <a:moveTo>
                  <a:pt x="160" y="79"/>
                </a:moveTo>
                <a:cubicBezTo>
                  <a:pt x="160" y="90"/>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 name=""/>
          <p:cNvSpPr txBox="1"/>
          <p:nvPr/>
        </p:nvSpPr>
        <p:spPr>
          <a:xfrm>
            <a:off x="799920" y="23612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690" name=""/>
          <p:cNvSpPr txBox="1"/>
          <p:nvPr/>
        </p:nvSpPr>
        <p:spPr>
          <a:xfrm>
            <a:off x="799920" y="27518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691" name=""/>
          <p:cNvSpPr txBox="1"/>
          <p:nvPr/>
        </p:nvSpPr>
        <p:spPr>
          <a:xfrm>
            <a:off x="2705040" y="27428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692" name=""/>
          <p:cNvSpPr txBox="1"/>
          <p:nvPr/>
        </p:nvSpPr>
        <p:spPr>
          <a:xfrm>
            <a:off x="3489840" y="2751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693" name=""/>
          <p:cNvSpPr txBox="1"/>
          <p:nvPr/>
        </p:nvSpPr>
        <p:spPr>
          <a:xfrm>
            <a:off x="799920" y="309456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694" name=""/>
          <p:cNvSpPr txBox="1"/>
          <p:nvPr/>
        </p:nvSpPr>
        <p:spPr>
          <a:xfrm>
            <a:off x="799920" y="343764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695" name=""/>
          <p:cNvSpPr txBox="1"/>
          <p:nvPr/>
        </p:nvSpPr>
        <p:spPr>
          <a:xfrm>
            <a:off x="2697480" y="3428640"/>
            <a:ext cx="785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696" name=""/>
          <p:cNvSpPr/>
          <p:nvPr/>
        </p:nvSpPr>
        <p:spPr>
          <a:xfrm>
            <a:off x="618840" y="392400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txBox="1"/>
          <p:nvPr/>
        </p:nvSpPr>
        <p:spPr>
          <a:xfrm>
            <a:off x="3482280" y="34376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698" name=""/>
          <p:cNvSpPr txBox="1"/>
          <p:nvPr/>
        </p:nvSpPr>
        <p:spPr>
          <a:xfrm>
            <a:off x="799920" y="3837600"/>
            <a:ext cx="2286720" cy="21204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気象データ（説明変数）</a:t>
            </a: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699" name=""/>
          <p:cNvSpPr txBox="1"/>
          <p:nvPr/>
        </p:nvSpPr>
        <p:spPr>
          <a:xfrm>
            <a:off x="3085920" y="382860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700" name=""/>
          <p:cNvSpPr txBox="1"/>
          <p:nvPr/>
        </p:nvSpPr>
        <p:spPr>
          <a:xfrm>
            <a:off x="3139200" y="383760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701" name=""/>
          <p:cNvSpPr txBox="1"/>
          <p:nvPr/>
        </p:nvSpPr>
        <p:spPr>
          <a:xfrm>
            <a:off x="799920" y="4190040"/>
            <a:ext cx="4001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702" name=""/>
          <p:cNvSpPr/>
          <p:nvPr/>
        </p:nvSpPr>
        <p:spPr>
          <a:xfrm>
            <a:off x="618840" y="50194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txBox="1"/>
          <p:nvPr/>
        </p:nvSpPr>
        <p:spPr>
          <a:xfrm>
            <a:off x="799920" y="4542480"/>
            <a:ext cx="1524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704" name=""/>
          <p:cNvSpPr txBox="1"/>
          <p:nvPr/>
        </p:nvSpPr>
        <p:spPr>
          <a:xfrm>
            <a:off x="799920" y="49330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705" name=""/>
          <p:cNvSpPr txBox="1"/>
          <p:nvPr/>
        </p:nvSpPr>
        <p:spPr>
          <a:xfrm>
            <a:off x="799920" y="527580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706" name=""/>
          <p:cNvPicPr/>
          <p:nvPr/>
        </p:nvPicPr>
        <p:blipFill>
          <a:blip r:embed="rId1"/>
          <a:stretch/>
        </p:blipFill>
        <p:spPr>
          <a:xfrm>
            <a:off x="4952880" y="1266840"/>
            <a:ext cx="3400200" cy="3333240"/>
          </a:xfrm>
          <a:prstGeom prst="rect">
            <a:avLst/>
          </a:prstGeom>
          <a:noFill/>
          <a:ln w="0">
            <a:noFill/>
          </a:ln>
        </p:spPr>
      </p:pic>
      <p:pic>
        <p:nvPicPr>
          <p:cNvPr id="707" name=""/>
          <p:cNvPicPr/>
          <p:nvPr/>
        </p:nvPicPr>
        <p:blipFill>
          <a:blip r:embed="rId2"/>
          <a:stretch/>
        </p:blipFill>
        <p:spPr>
          <a:xfrm>
            <a:off x="8429760" y="1266840"/>
            <a:ext cx="3400200" cy="3333240"/>
          </a:xfrm>
          <a:prstGeom prst="rect">
            <a:avLst/>
          </a:prstGeom>
          <a:noFill/>
          <a:ln w="0">
            <a:noFill/>
          </a:ln>
        </p:spPr>
      </p:pic>
      <p:sp>
        <p:nvSpPr>
          <p:cNvPr id="708" name=""/>
          <p:cNvSpPr txBox="1"/>
          <p:nvPr/>
        </p:nvSpPr>
        <p:spPr>
          <a:xfrm>
            <a:off x="799920" y="56188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709" name=""/>
          <p:cNvSpPr txBox="1"/>
          <p:nvPr/>
        </p:nvSpPr>
        <p:spPr>
          <a:xfrm>
            <a:off x="5128560" y="46544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710" name=""/>
          <p:cNvSpPr txBox="1"/>
          <p:nvPr/>
        </p:nvSpPr>
        <p:spPr>
          <a:xfrm>
            <a:off x="5520960" y="46609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711" name=""/>
          <p:cNvSpPr txBox="1"/>
          <p:nvPr/>
        </p:nvSpPr>
        <p:spPr>
          <a:xfrm>
            <a:off x="870264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2" name=""/>
          <p:cNvSpPr txBox="1"/>
          <p:nvPr/>
        </p:nvSpPr>
        <p:spPr>
          <a:xfrm>
            <a:off x="8776800" y="466092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713" name=""/>
          <p:cNvSpPr txBox="1"/>
          <p:nvPr/>
        </p:nvSpPr>
        <p:spPr>
          <a:xfrm>
            <a:off x="10510560" y="46544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714" name=""/>
          <p:cNvSpPr txBox="1"/>
          <p:nvPr/>
        </p:nvSpPr>
        <p:spPr>
          <a:xfrm>
            <a:off x="10985760" y="466092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715" name=""/>
          <p:cNvSpPr txBox="1"/>
          <p:nvPr/>
        </p:nvSpPr>
        <p:spPr>
          <a:xfrm>
            <a:off x="11319120" y="46544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716" name=""/>
          <p:cNvSpPr txBox="1"/>
          <p:nvPr/>
        </p:nvSpPr>
        <p:spPr>
          <a:xfrm>
            <a:off x="11393280" y="466092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717" name=""/>
          <p:cNvSpPr txBox="1"/>
          <p:nvPr/>
        </p:nvSpPr>
        <p:spPr>
          <a:xfrm>
            <a:off x="6489720" y="48607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718" name=""/>
          <p:cNvSpPr txBox="1"/>
          <p:nvPr/>
        </p:nvSpPr>
        <p:spPr>
          <a:xfrm>
            <a:off x="9680760" y="485460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719" name=""/>
          <p:cNvSpPr txBox="1"/>
          <p:nvPr/>
        </p:nvSpPr>
        <p:spPr>
          <a:xfrm>
            <a:off x="10155960" y="48607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720" name=""/>
          <p:cNvSpPr txBox="1"/>
          <p:nvPr/>
        </p:nvSpPr>
        <p:spPr>
          <a:xfrm>
            <a:off x="723960" y="6322680"/>
            <a:ext cx="67107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721" name=""/>
          <p:cNvSpPr txBox="1"/>
          <p:nvPr/>
        </p:nvSpPr>
        <p:spPr>
          <a:xfrm>
            <a:off x="7414560" y="6314400"/>
            <a:ext cx="104544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722" name=""/>
          <p:cNvSpPr txBox="1"/>
          <p:nvPr/>
        </p:nvSpPr>
        <p:spPr>
          <a:xfrm>
            <a:off x="8453880" y="6322680"/>
            <a:ext cx="7261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7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7" name=""/>
          <p:cNvSpPr/>
          <p:nvPr/>
        </p:nvSpPr>
        <p:spPr>
          <a:xfrm>
            <a:off x="533160" y="1438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8" name=""/>
          <p:cNvSpPr/>
          <p:nvPr/>
        </p:nvSpPr>
        <p:spPr>
          <a:xfrm>
            <a:off x="552240" y="5505120"/>
            <a:ext cx="11106360" cy="467280"/>
          </a:xfrm>
          <a:custGeom>
            <a:avLst/>
            <a:gdLst/>
            <a:ahLst/>
            <a:rect l="0" t="0" r="r" b="b"/>
            <a:pathLst>
              <a:path w="30851" h="1298">
                <a:moveTo>
                  <a:pt x="0" y="1298"/>
                </a:moveTo>
                <a:lnTo>
                  <a:pt x="0" y="0"/>
                </a:ln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1192"/>
                </a:lnTo>
                <a:cubicBezTo>
                  <a:pt x="30851" y="1206"/>
                  <a:pt x="30849" y="1220"/>
                  <a:pt x="30843" y="1233"/>
                </a:cubicBezTo>
                <a:cubicBezTo>
                  <a:pt x="30838" y="1246"/>
                  <a:pt x="30830" y="1257"/>
                  <a:pt x="30820" y="1267"/>
                </a:cubicBezTo>
                <a:cubicBezTo>
                  <a:pt x="30811" y="1277"/>
                  <a:pt x="30799" y="1284"/>
                  <a:pt x="30786" y="1290"/>
                </a:cubicBezTo>
                <a:cubicBezTo>
                  <a:pt x="30773" y="1295"/>
                  <a:pt x="30760" y="1298"/>
                  <a:pt x="30746"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29" name=""/>
          <p:cNvSpPr/>
          <p:nvPr/>
        </p:nvSpPr>
        <p:spPr>
          <a:xfrm>
            <a:off x="533160" y="550512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txBox="1"/>
          <p:nvPr/>
        </p:nvSpPr>
        <p:spPr>
          <a:xfrm>
            <a:off x="533520" y="921960"/>
            <a:ext cx="6477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教師データ（太陽光発電量）の取得を</a:t>
            </a:r>
            <a:endParaRPr lang="en-US" sz="3000" b="0" u="none" strike="noStrike">
              <a:solidFill>
                <a:srgbClr val="000000"/>
              </a:solidFill>
              <a:effectLst/>
              <a:uFillTx/>
              <a:latin typeface="游明朝体"/>
            </a:endParaRPr>
          </a:p>
        </p:txBody>
      </p:sp>
      <p:sp>
        <p:nvSpPr>
          <p:cNvPr id="731" name=""/>
          <p:cNvSpPr txBox="1"/>
          <p:nvPr/>
        </p:nvSpPr>
        <p:spPr>
          <a:xfrm>
            <a:off x="7010280" y="9039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AI</a:t>
            </a:r>
            <a:endParaRPr lang="en-US" sz="3000" b="0" u="none" strike="noStrike">
              <a:solidFill>
                <a:srgbClr val="000000"/>
              </a:solidFill>
              <a:effectLst/>
              <a:uFillTx/>
              <a:latin typeface="游明朝体"/>
            </a:endParaRPr>
          </a:p>
        </p:txBody>
      </p:sp>
      <p:sp>
        <p:nvSpPr>
          <p:cNvPr id="732" name=""/>
          <p:cNvSpPr txBox="1"/>
          <p:nvPr/>
        </p:nvSpPr>
        <p:spPr>
          <a:xfrm>
            <a:off x="7383600" y="921960"/>
            <a:ext cx="1143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で解決</a:t>
            </a:r>
            <a:endParaRPr lang="en-US" sz="3000" b="0" u="none" strike="noStrike">
              <a:solidFill>
                <a:srgbClr val="000000"/>
              </a:solidFill>
              <a:effectLst/>
              <a:uFillTx/>
              <a:latin typeface="游明朝体"/>
            </a:endParaRPr>
          </a:p>
        </p:txBody>
      </p:sp>
      <p:sp>
        <p:nvSpPr>
          <p:cNvPr id="733" name=""/>
          <p:cNvSpPr txBox="1"/>
          <p:nvPr/>
        </p:nvSpPr>
        <p:spPr>
          <a:xfrm>
            <a:off x="533520" y="173268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734" name=""/>
          <p:cNvSpPr txBox="1"/>
          <p:nvPr/>
        </p:nvSpPr>
        <p:spPr>
          <a:xfrm>
            <a:off x="533520" y="2018520"/>
            <a:ext cx="4763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735" name=""/>
          <p:cNvSpPr/>
          <p:nvPr/>
        </p:nvSpPr>
        <p:spPr>
          <a:xfrm>
            <a:off x="723600" y="2333520"/>
            <a:ext cx="2429280" cy="200160"/>
          </a:xfrm>
          <a:custGeom>
            <a:avLst/>
            <a:gdLst/>
            <a:ahLst/>
            <a:rect l="0" t="0" r="r" b="b"/>
            <a:pathLst>
              <a:path w="6748" h="556">
                <a:moveTo>
                  <a:pt x="0" y="477"/>
                </a:moveTo>
                <a:lnTo>
                  <a:pt x="0" y="79"/>
                </a:lnTo>
                <a:cubicBezTo>
                  <a:pt x="0" y="69"/>
                  <a:pt x="2" y="59"/>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9"/>
                  <a:pt x="6748" y="69"/>
                  <a:pt x="6748" y="79"/>
                </a:cubicBezTo>
                <a:lnTo>
                  <a:pt x="6748" y="477"/>
                </a:lnTo>
                <a:cubicBezTo>
                  <a:pt x="6748" y="488"/>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8"/>
                  <a:pt x="0" y="477"/>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36" name=""/>
          <p:cNvSpPr txBox="1"/>
          <p:nvPr/>
        </p:nvSpPr>
        <p:spPr>
          <a:xfrm>
            <a:off x="533520" y="23040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37" name=""/>
          <p:cNvSpPr txBox="1"/>
          <p:nvPr/>
        </p:nvSpPr>
        <p:spPr>
          <a:xfrm>
            <a:off x="771480" y="2341440"/>
            <a:ext cx="2327400" cy="183240"/>
          </a:xfrm>
          <a:prstGeom prst="rect">
            <a:avLst/>
          </a:prstGeom>
          <a:noFill/>
          <a:ln w="0">
            <a:noFill/>
          </a:ln>
        </p:spPr>
        <p:txBody>
          <a:bodyPr wrap="none" lIns="0" tIns="0" rIns="0" bIns="0" anchor="t">
            <a:spAutoFit/>
          </a:bodyPr>
          <a:p>
            <a:pPr/>
            <a:r>
              <a:rPr lang="en-US" sz="1280" b="0" u="none" strike="noStrike">
                <a:solidFill>
                  <a:srgbClr val="EB6834"/>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738"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txBox="1"/>
          <p:nvPr/>
        </p:nvSpPr>
        <p:spPr>
          <a:xfrm>
            <a:off x="3151440" y="23040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740" name=""/>
          <p:cNvSpPr txBox="1"/>
          <p:nvPr/>
        </p:nvSpPr>
        <p:spPr>
          <a:xfrm>
            <a:off x="799920" y="2780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741" name=""/>
          <p:cNvSpPr/>
          <p:nvPr/>
        </p:nvSpPr>
        <p:spPr>
          <a:xfrm>
            <a:off x="618840" y="36003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txBox="1"/>
          <p:nvPr/>
        </p:nvSpPr>
        <p:spPr>
          <a:xfrm>
            <a:off x="799920" y="3123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743" name=""/>
          <p:cNvSpPr txBox="1"/>
          <p:nvPr/>
        </p:nvSpPr>
        <p:spPr>
          <a:xfrm>
            <a:off x="799920" y="351360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744"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745" name=""/>
          <p:cNvSpPr txBox="1"/>
          <p:nvPr/>
        </p:nvSpPr>
        <p:spPr>
          <a:xfrm>
            <a:off x="1181160" y="3847680"/>
            <a:ext cx="10256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746"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txBox="1"/>
          <p:nvPr/>
        </p:nvSpPr>
        <p:spPr>
          <a:xfrm>
            <a:off x="2206080" y="385668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748" name=""/>
          <p:cNvSpPr txBox="1"/>
          <p:nvPr/>
        </p:nvSpPr>
        <p:spPr>
          <a:xfrm>
            <a:off x="799920" y="4247280"/>
            <a:ext cx="5144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749" name=""/>
          <p:cNvSpPr txBox="1"/>
          <p:nvPr/>
        </p:nvSpPr>
        <p:spPr>
          <a:xfrm>
            <a:off x="799920" y="459000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750" name=""/>
          <p:cNvSpPr txBox="1"/>
          <p:nvPr/>
        </p:nvSpPr>
        <p:spPr>
          <a:xfrm>
            <a:off x="2324160" y="4581000"/>
            <a:ext cx="1532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751" name=""/>
          <p:cNvSpPr txBox="1"/>
          <p:nvPr/>
        </p:nvSpPr>
        <p:spPr>
          <a:xfrm>
            <a:off x="3855600" y="459000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752" name=""/>
          <p:cNvPicPr/>
          <p:nvPr/>
        </p:nvPicPr>
        <p:blipFill>
          <a:blip r:embed="rId1"/>
          <a:stretch/>
        </p:blipFill>
        <p:spPr>
          <a:xfrm>
            <a:off x="6458040" y="1695600"/>
            <a:ext cx="4952520" cy="2819160"/>
          </a:xfrm>
          <a:prstGeom prst="rect">
            <a:avLst/>
          </a:prstGeom>
          <a:noFill/>
          <a:ln w="0">
            <a:noFill/>
          </a:ln>
        </p:spPr>
      </p:pic>
      <p:sp>
        <p:nvSpPr>
          <p:cNvPr id="753" name=""/>
          <p:cNvSpPr txBox="1"/>
          <p:nvPr/>
        </p:nvSpPr>
        <p:spPr>
          <a:xfrm>
            <a:off x="799920" y="49330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754" name=""/>
          <p:cNvSpPr txBox="1"/>
          <p:nvPr/>
        </p:nvSpPr>
        <p:spPr>
          <a:xfrm>
            <a:off x="723960" y="5636880"/>
            <a:ext cx="79804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75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5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0"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1"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2"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3" name=""/>
          <p:cNvSpPr/>
          <p:nvPr/>
        </p:nvSpPr>
        <p:spPr>
          <a:xfrm>
            <a:off x="542880" y="3971880"/>
            <a:ext cx="1648080" cy="381240"/>
          </a:xfrm>
          <a:custGeom>
            <a:avLst/>
            <a:gdLst/>
            <a:ahLst/>
            <a:rect l="0" t="0" r="r" b="b"/>
            <a:pathLst>
              <a:path w="4578" h="1059">
                <a:moveTo>
                  <a:pt x="20" y="20"/>
                </a:moveTo>
                <a:cubicBezTo>
                  <a:pt x="27" y="12"/>
                  <a:pt x="35" y="5"/>
                  <a:pt x="44" y="0"/>
                </a:cubicBezTo>
                <a:lnTo>
                  <a:pt x="4578" y="0"/>
                </a:lnTo>
                <a:lnTo>
                  <a:pt x="4578" y="1059"/>
                </a:lnTo>
                <a:lnTo>
                  <a:pt x="0" y="1059"/>
                </a:lnTo>
                <a:lnTo>
                  <a:pt x="0" y="44"/>
                </a:lnTo>
                <a:cubicBezTo>
                  <a:pt x="5" y="35"/>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2190600" y="397188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3352680" y="397188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7"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8"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69" name=""/>
          <p:cNvSpPr/>
          <p:nvPr/>
        </p:nvSpPr>
        <p:spPr>
          <a:xfrm>
            <a:off x="542880" y="435276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0" name=""/>
          <p:cNvSpPr/>
          <p:nvPr/>
        </p:nvSpPr>
        <p:spPr>
          <a:xfrm>
            <a:off x="2190600" y="435276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1" name=""/>
          <p:cNvSpPr/>
          <p:nvPr/>
        </p:nvSpPr>
        <p:spPr>
          <a:xfrm>
            <a:off x="3352680" y="435276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2"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3"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4"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5" name=""/>
          <p:cNvSpPr/>
          <p:nvPr/>
        </p:nvSpPr>
        <p:spPr>
          <a:xfrm>
            <a:off x="542880" y="473364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6" name=""/>
          <p:cNvSpPr/>
          <p:nvPr/>
        </p:nvSpPr>
        <p:spPr>
          <a:xfrm>
            <a:off x="2190600" y="473364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7" name=""/>
          <p:cNvSpPr/>
          <p:nvPr/>
        </p:nvSpPr>
        <p:spPr>
          <a:xfrm>
            <a:off x="3352680" y="473364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8"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79"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0"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1" name=""/>
          <p:cNvSpPr/>
          <p:nvPr/>
        </p:nvSpPr>
        <p:spPr>
          <a:xfrm>
            <a:off x="542880" y="5114880"/>
            <a:ext cx="1648080" cy="381240"/>
          </a:xfrm>
          <a:custGeom>
            <a:avLst/>
            <a:gdLst/>
            <a:ahLst/>
            <a:rect l="0" t="0" r="r" b="b"/>
            <a:pathLst>
              <a:path w="4578" h="1059">
                <a:moveTo>
                  <a:pt x="132" y="1059"/>
                </a:moveTo>
                <a:cubicBezTo>
                  <a:pt x="111" y="1059"/>
                  <a:pt x="91" y="1055"/>
                  <a:pt x="71" y="1047"/>
                </a:cubicBezTo>
                <a:cubicBezTo>
                  <a:pt x="52" y="1039"/>
                  <a:pt x="35" y="1027"/>
                  <a:pt x="20" y="1012"/>
                </a:cubicBezTo>
                <a:cubicBezTo>
                  <a:pt x="12" y="1005"/>
                  <a:pt x="5" y="997"/>
                  <a:pt x="0" y="988"/>
                </a:cubicBezTo>
                <a:lnTo>
                  <a:pt x="0" y="0"/>
                </a:lnTo>
                <a:lnTo>
                  <a:pt x="4578" y="0"/>
                </a:lnTo>
                <a:lnTo>
                  <a:pt x="4578" y="1059"/>
                </a:lnTo>
                <a:lnTo>
                  <a:pt x="132"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2" name=""/>
          <p:cNvSpPr/>
          <p:nvPr/>
        </p:nvSpPr>
        <p:spPr>
          <a:xfrm>
            <a:off x="2190600" y="511488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3" name=""/>
          <p:cNvSpPr/>
          <p:nvPr/>
        </p:nvSpPr>
        <p:spPr>
          <a:xfrm>
            <a:off x="3352680" y="511488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4" name=""/>
          <p:cNvSpPr/>
          <p:nvPr/>
        </p:nvSpPr>
        <p:spPr>
          <a:xfrm>
            <a:off x="533160" y="39877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5" name=""/>
          <p:cNvSpPr/>
          <p:nvPr/>
        </p:nvSpPr>
        <p:spPr>
          <a:xfrm>
            <a:off x="558720" y="3962160"/>
            <a:ext cx="1632240" cy="10080"/>
          </a:xfrm>
          <a:custGeom>
            <a:avLst/>
            <a:gdLst/>
            <a:ahLst/>
            <a:rect l="0" t="0" r="r" b="b"/>
            <a:pathLst>
              <a:path w="4534" h="28">
                <a:moveTo>
                  <a:pt x="27" y="13"/>
                </a:moveTo>
                <a:cubicBezTo>
                  <a:pt x="47" y="4"/>
                  <a:pt x="67" y="0"/>
                  <a:pt x="88" y="0"/>
                </a:cubicBezTo>
                <a:lnTo>
                  <a:pt x="4534" y="0"/>
                </a:lnTo>
                <a:lnTo>
                  <a:pt x="4534"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6" name=""/>
          <p:cNvSpPr/>
          <p:nvPr/>
        </p:nvSpPr>
        <p:spPr>
          <a:xfrm>
            <a:off x="218088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7" name=""/>
          <p:cNvSpPr/>
          <p:nvPr/>
        </p:nvSpPr>
        <p:spPr>
          <a:xfrm>
            <a:off x="2190600" y="3962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8" name=""/>
          <p:cNvSpPr/>
          <p:nvPr/>
        </p:nvSpPr>
        <p:spPr>
          <a:xfrm>
            <a:off x="334296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89" name=""/>
          <p:cNvSpPr/>
          <p:nvPr/>
        </p:nvSpPr>
        <p:spPr>
          <a:xfrm>
            <a:off x="3352680" y="3962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0" name=""/>
          <p:cNvSpPr/>
          <p:nvPr/>
        </p:nvSpPr>
        <p:spPr>
          <a:xfrm>
            <a:off x="4733640" y="39621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1" name=""/>
          <p:cNvSpPr/>
          <p:nvPr/>
        </p:nvSpPr>
        <p:spPr>
          <a:xfrm>
            <a:off x="533160" y="434304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2" name=""/>
          <p:cNvSpPr/>
          <p:nvPr/>
        </p:nvSpPr>
        <p:spPr>
          <a:xfrm>
            <a:off x="2190600" y="434304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3" name=""/>
          <p:cNvSpPr/>
          <p:nvPr/>
        </p:nvSpPr>
        <p:spPr>
          <a:xfrm>
            <a:off x="3352680" y="434304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4" name=""/>
          <p:cNvSpPr/>
          <p:nvPr/>
        </p:nvSpPr>
        <p:spPr>
          <a:xfrm>
            <a:off x="5331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5" name=""/>
          <p:cNvSpPr/>
          <p:nvPr/>
        </p:nvSpPr>
        <p:spPr>
          <a:xfrm>
            <a:off x="218088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6" name=""/>
          <p:cNvSpPr/>
          <p:nvPr/>
        </p:nvSpPr>
        <p:spPr>
          <a:xfrm>
            <a:off x="334296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7" name=""/>
          <p:cNvSpPr/>
          <p:nvPr/>
        </p:nvSpPr>
        <p:spPr>
          <a:xfrm>
            <a:off x="4733640" y="43527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8" name=""/>
          <p:cNvSpPr/>
          <p:nvPr/>
        </p:nvSpPr>
        <p:spPr>
          <a:xfrm>
            <a:off x="5331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799" name=""/>
          <p:cNvSpPr/>
          <p:nvPr/>
        </p:nvSpPr>
        <p:spPr>
          <a:xfrm>
            <a:off x="533160" y="47242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0" name=""/>
          <p:cNvSpPr/>
          <p:nvPr/>
        </p:nvSpPr>
        <p:spPr>
          <a:xfrm>
            <a:off x="218088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1" name=""/>
          <p:cNvSpPr/>
          <p:nvPr/>
        </p:nvSpPr>
        <p:spPr>
          <a:xfrm>
            <a:off x="2190600" y="472428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2" name=""/>
          <p:cNvSpPr/>
          <p:nvPr/>
        </p:nvSpPr>
        <p:spPr>
          <a:xfrm>
            <a:off x="334296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3" name=""/>
          <p:cNvSpPr/>
          <p:nvPr/>
        </p:nvSpPr>
        <p:spPr>
          <a:xfrm>
            <a:off x="3352680" y="472428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4" name=""/>
          <p:cNvSpPr/>
          <p:nvPr/>
        </p:nvSpPr>
        <p:spPr>
          <a:xfrm>
            <a:off x="4733640" y="473364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5" name=""/>
          <p:cNvSpPr/>
          <p:nvPr/>
        </p:nvSpPr>
        <p:spPr>
          <a:xfrm>
            <a:off x="533160" y="5114880"/>
            <a:ext cx="10080" cy="355680"/>
          </a:xfrm>
          <a:custGeom>
            <a:avLst/>
            <a:gdLst/>
            <a:ahLst/>
            <a:rect l="0" t="0" r="r" b="b"/>
            <a:pathLst>
              <a:path w="28" h="988">
                <a:moveTo>
                  <a:pt x="12" y="961"/>
                </a:moveTo>
                <a:cubicBezTo>
                  <a:pt x="4" y="942"/>
                  <a:pt x="0" y="921"/>
                  <a:pt x="0" y="900"/>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6" name=""/>
          <p:cNvSpPr/>
          <p:nvPr/>
        </p:nvSpPr>
        <p:spPr>
          <a:xfrm>
            <a:off x="533160" y="51051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7" name=""/>
          <p:cNvSpPr/>
          <p:nvPr/>
        </p:nvSpPr>
        <p:spPr>
          <a:xfrm>
            <a:off x="218088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8" name=""/>
          <p:cNvSpPr/>
          <p:nvPr/>
        </p:nvSpPr>
        <p:spPr>
          <a:xfrm>
            <a:off x="2190600" y="510516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09" name=""/>
          <p:cNvSpPr/>
          <p:nvPr/>
        </p:nvSpPr>
        <p:spPr>
          <a:xfrm>
            <a:off x="334296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0" name=""/>
          <p:cNvSpPr/>
          <p:nvPr/>
        </p:nvSpPr>
        <p:spPr>
          <a:xfrm>
            <a:off x="3352680" y="510516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1" name=""/>
          <p:cNvSpPr/>
          <p:nvPr/>
        </p:nvSpPr>
        <p:spPr>
          <a:xfrm>
            <a:off x="4733640" y="511488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2" name=""/>
          <p:cNvSpPr/>
          <p:nvPr/>
        </p:nvSpPr>
        <p:spPr>
          <a:xfrm>
            <a:off x="558720" y="5486040"/>
            <a:ext cx="1632240" cy="10080"/>
          </a:xfrm>
          <a:custGeom>
            <a:avLst/>
            <a:gdLst/>
            <a:ahLst/>
            <a:rect l="0" t="0" r="r" b="b"/>
            <a:pathLst>
              <a:path w="4534" h="28">
                <a:moveTo>
                  <a:pt x="88" y="28"/>
                </a:moveTo>
                <a:cubicBezTo>
                  <a:pt x="67" y="28"/>
                  <a:pt x="47" y="24"/>
                  <a:pt x="27" y="16"/>
                </a:cubicBezTo>
                <a:cubicBezTo>
                  <a:pt x="18" y="12"/>
                  <a:pt x="9" y="6"/>
                  <a:pt x="0" y="0"/>
                </a:cubicBezTo>
                <a:lnTo>
                  <a:pt x="4534" y="0"/>
                </a:lnTo>
                <a:lnTo>
                  <a:pt x="4534"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3" name=""/>
          <p:cNvSpPr/>
          <p:nvPr/>
        </p:nvSpPr>
        <p:spPr>
          <a:xfrm>
            <a:off x="2190600" y="5486040"/>
            <a:ext cx="1162440" cy="10080"/>
          </a:xfrm>
          <a:custGeom>
            <a:avLst/>
            <a:gdLst/>
            <a:ahLst/>
            <a:rect l="0" t="0" r="r" b="b"/>
            <a:pathLst>
              <a:path w="3229" h="28">
                <a:moveTo>
                  <a:pt x="0" y="28"/>
                </a:moveTo>
                <a:lnTo>
                  <a:pt x="0" y="0"/>
                </a:lnTo>
                <a:lnTo>
                  <a:pt x="3229" y="0"/>
                </a:lnTo>
                <a:lnTo>
                  <a:pt x="322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4" name=""/>
          <p:cNvSpPr/>
          <p:nvPr/>
        </p:nvSpPr>
        <p:spPr>
          <a:xfrm>
            <a:off x="3352680" y="5486040"/>
            <a:ext cx="1391040" cy="10080"/>
          </a:xfrm>
          <a:custGeom>
            <a:avLst/>
            <a:gdLst/>
            <a:ahLst/>
            <a:rect l="0" t="0" r="r" b="b"/>
            <a:pathLst>
              <a:path w="3864" h="28">
                <a:moveTo>
                  <a:pt x="0" y="28"/>
                </a:moveTo>
                <a:lnTo>
                  <a:pt x="0" y="0"/>
                </a:lnTo>
                <a:lnTo>
                  <a:pt x="3864" y="0"/>
                </a:lnTo>
                <a:lnTo>
                  <a:pt x="386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15" name=""/>
          <p:cNvSpPr/>
          <p:nvPr/>
        </p:nvSpPr>
        <p:spPr>
          <a:xfrm>
            <a:off x="618840" y="141912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79"/>
                </a:cubicBezTo>
                <a:cubicBezTo>
                  <a:pt x="0" y="69"/>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txBox="1"/>
          <p:nvPr/>
        </p:nvSpPr>
        <p:spPr>
          <a:xfrm>
            <a:off x="533520" y="493560"/>
            <a:ext cx="6858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農業気象データによる太陽光発電量予測</a:t>
            </a:r>
            <a:endParaRPr lang="en-US" sz="3000" b="0" u="none" strike="noStrike">
              <a:solidFill>
                <a:srgbClr val="000000"/>
              </a:solidFill>
              <a:effectLst/>
              <a:uFillTx/>
              <a:latin typeface="游明朝体"/>
            </a:endParaRPr>
          </a:p>
        </p:txBody>
      </p:sp>
      <p:sp>
        <p:nvSpPr>
          <p:cNvPr id="817" name=""/>
          <p:cNvSpPr txBox="1"/>
          <p:nvPr/>
        </p:nvSpPr>
        <p:spPr>
          <a:xfrm>
            <a:off x="799920" y="13327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818" name=""/>
          <p:cNvSpPr txBox="1"/>
          <p:nvPr/>
        </p:nvSpPr>
        <p:spPr>
          <a:xfrm>
            <a:off x="4589280" y="13237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819" name=""/>
          <p:cNvSpPr txBox="1"/>
          <p:nvPr/>
        </p:nvSpPr>
        <p:spPr>
          <a:xfrm>
            <a:off x="540396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820" name=""/>
          <p:cNvSpPr txBox="1"/>
          <p:nvPr/>
        </p:nvSpPr>
        <p:spPr>
          <a:xfrm>
            <a:off x="5594760" y="13237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21" name=""/>
          <p:cNvSpPr txBox="1"/>
          <p:nvPr/>
        </p:nvSpPr>
        <p:spPr>
          <a:xfrm>
            <a:off x="5700600" y="13327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822" name=""/>
          <p:cNvSpPr/>
          <p:nvPr/>
        </p:nvSpPr>
        <p:spPr>
          <a:xfrm>
            <a:off x="618840" y="2152440"/>
            <a:ext cx="57600" cy="57600"/>
          </a:xfrm>
          <a:custGeom>
            <a:avLst/>
            <a:gdLst/>
            <a:ahLst/>
            <a:rect l="0" t="0" r="r" b="b"/>
            <a:pathLst>
              <a:path w="160" h="160">
                <a:moveTo>
                  <a:pt x="160" y="79"/>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txBox="1"/>
          <p:nvPr/>
        </p:nvSpPr>
        <p:spPr>
          <a:xfrm>
            <a:off x="799920" y="16754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824" name=""/>
          <p:cNvSpPr txBox="1"/>
          <p:nvPr/>
        </p:nvSpPr>
        <p:spPr>
          <a:xfrm>
            <a:off x="79992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825" name=""/>
          <p:cNvSpPr txBox="1"/>
          <p:nvPr/>
        </p:nvSpPr>
        <p:spPr>
          <a:xfrm>
            <a:off x="1360800" y="2066040"/>
            <a:ext cx="4572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826"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txBox="1"/>
          <p:nvPr/>
        </p:nvSpPr>
        <p:spPr>
          <a:xfrm>
            <a:off x="799920" y="240876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828" name=""/>
          <p:cNvSpPr txBox="1"/>
          <p:nvPr/>
        </p:nvSpPr>
        <p:spPr>
          <a:xfrm>
            <a:off x="799920" y="27993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829" name=""/>
          <p:cNvSpPr txBox="1"/>
          <p:nvPr/>
        </p:nvSpPr>
        <p:spPr>
          <a:xfrm>
            <a:off x="156204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30" name=""/>
          <p:cNvSpPr txBox="1"/>
          <p:nvPr/>
        </p:nvSpPr>
        <p:spPr>
          <a:xfrm>
            <a:off x="1667880" y="2799360"/>
            <a:ext cx="4191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831" name=""/>
          <p:cNvSpPr txBox="1"/>
          <p:nvPr/>
        </p:nvSpPr>
        <p:spPr>
          <a:xfrm>
            <a:off x="585900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832"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txBox="1"/>
          <p:nvPr/>
        </p:nvSpPr>
        <p:spPr>
          <a:xfrm>
            <a:off x="799920" y="3142440"/>
            <a:ext cx="953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834" name=""/>
          <p:cNvSpPr txBox="1"/>
          <p:nvPr/>
        </p:nvSpPr>
        <p:spPr>
          <a:xfrm>
            <a:off x="799920" y="353268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835" name=""/>
          <p:cNvSpPr txBox="1"/>
          <p:nvPr/>
        </p:nvSpPr>
        <p:spPr>
          <a:xfrm>
            <a:off x="1181160" y="3524040"/>
            <a:ext cx="371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836" name=""/>
          <p:cNvSpPr txBox="1"/>
          <p:nvPr/>
        </p:nvSpPr>
        <p:spPr>
          <a:xfrm>
            <a:off x="1551960" y="353268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837" name=""/>
          <p:cNvSpPr txBox="1"/>
          <p:nvPr/>
        </p:nvSpPr>
        <p:spPr>
          <a:xfrm>
            <a:off x="3456720" y="3524040"/>
            <a:ext cx="6570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838" name=""/>
          <p:cNvSpPr txBox="1"/>
          <p:nvPr/>
        </p:nvSpPr>
        <p:spPr>
          <a:xfrm>
            <a:off x="4113000" y="3532680"/>
            <a:ext cx="1143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839" name=""/>
          <p:cNvSpPr txBox="1"/>
          <p:nvPr/>
        </p:nvSpPr>
        <p:spPr>
          <a:xfrm>
            <a:off x="666720" y="40644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840" name=""/>
          <p:cNvSpPr txBox="1"/>
          <p:nvPr/>
        </p:nvSpPr>
        <p:spPr>
          <a:xfrm>
            <a:off x="2317680" y="405648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841" name=""/>
          <p:cNvSpPr txBox="1"/>
          <p:nvPr/>
        </p:nvSpPr>
        <p:spPr>
          <a:xfrm>
            <a:off x="250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2" name=""/>
          <p:cNvSpPr txBox="1"/>
          <p:nvPr/>
        </p:nvSpPr>
        <p:spPr>
          <a:xfrm>
            <a:off x="2680200" y="405648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843" name=""/>
          <p:cNvSpPr txBox="1"/>
          <p:nvPr/>
        </p:nvSpPr>
        <p:spPr>
          <a:xfrm>
            <a:off x="304884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4" name=""/>
          <p:cNvSpPr txBox="1"/>
          <p:nvPr/>
        </p:nvSpPr>
        <p:spPr>
          <a:xfrm>
            <a:off x="3477240" y="405648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845" name=""/>
          <p:cNvSpPr txBox="1"/>
          <p:nvPr/>
        </p:nvSpPr>
        <p:spPr>
          <a:xfrm>
            <a:off x="4385520" y="406440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846" name=""/>
          <p:cNvSpPr txBox="1"/>
          <p:nvPr/>
        </p:nvSpPr>
        <p:spPr>
          <a:xfrm>
            <a:off x="4556880" y="405648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847" name=""/>
          <p:cNvSpPr txBox="1"/>
          <p:nvPr/>
        </p:nvSpPr>
        <p:spPr>
          <a:xfrm>
            <a:off x="666720" y="4437360"/>
            <a:ext cx="1255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848" name=""/>
          <p:cNvSpPr txBox="1"/>
          <p:nvPr/>
        </p:nvSpPr>
        <p:spPr>
          <a:xfrm>
            <a:off x="2317680" y="4437360"/>
            <a:ext cx="4276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849" name=""/>
          <p:cNvSpPr txBox="1"/>
          <p:nvPr/>
        </p:nvSpPr>
        <p:spPr>
          <a:xfrm>
            <a:off x="3477240" y="443736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850" name=""/>
          <p:cNvSpPr txBox="1"/>
          <p:nvPr/>
        </p:nvSpPr>
        <p:spPr>
          <a:xfrm>
            <a:off x="666720" y="4818240"/>
            <a:ext cx="13885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851" name=""/>
          <p:cNvSpPr txBox="1"/>
          <p:nvPr/>
        </p:nvSpPr>
        <p:spPr>
          <a:xfrm>
            <a:off x="2317680" y="481824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852" name=""/>
          <p:cNvSpPr txBox="1"/>
          <p:nvPr/>
        </p:nvSpPr>
        <p:spPr>
          <a:xfrm>
            <a:off x="3477240" y="48182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853" name=""/>
          <p:cNvSpPr txBox="1"/>
          <p:nvPr/>
        </p:nvSpPr>
        <p:spPr>
          <a:xfrm>
            <a:off x="666720" y="5199480"/>
            <a:ext cx="4939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854" name=""/>
          <p:cNvSpPr txBox="1"/>
          <p:nvPr/>
        </p:nvSpPr>
        <p:spPr>
          <a:xfrm>
            <a:off x="1162080" y="52074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855" name=""/>
          <p:cNvSpPr txBox="1"/>
          <p:nvPr/>
        </p:nvSpPr>
        <p:spPr>
          <a:xfrm>
            <a:off x="2317680" y="5199480"/>
            <a:ext cx="427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856" name=""/>
          <p:cNvSpPr txBox="1"/>
          <p:nvPr/>
        </p:nvSpPr>
        <p:spPr>
          <a:xfrm>
            <a:off x="3477240" y="519948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857" name=""/>
          <p:cNvSpPr txBox="1"/>
          <p:nvPr/>
        </p:nvSpPr>
        <p:spPr>
          <a:xfrm>
            <a:off x="533520" y="5676120"/>
            <a:ext cx="191160" cy="21204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Arial"/>
                <a:ea typeface="Arial"/>
              </a:rPr>
              <a:t>→</a:t>
            </a:r>
            <a:endParaRPr lang="en-US" sz="1500" b="0" u="none" strike="noStrike">
              <a:solidFill>
                <a:srgbClr val="000000"/>
              </a:solidFill>
              <a:effectLst/>
              <a:uFillTx/>
              <a:latin typeface="游明朝体"/>
            </a:endParaRPr>
          </a:p>
        </p:txBody>
      </p:sp>
      <p:sp>
        <p:nvSpPr>
          <p:cNvPr id="858" name=""/>
          <p:cNvSpPr txBox="1"/>
          <p:nvPr/>
        </p:nvSpPr>
        <p:spPr>
          <a:xfrm>
            <a:off x="723960" y="5667120"/>
            <a:ext cx="19008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859" name=""/>
          <p:cNvSpPr txBox="1"/>
          <p:nvPr/>
        </p:nvSpPr>
        <p:spPr>
          <a:xfrm>
            <a:off x="776880" y="5676120"/>
            <a:ext cx="3620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860" name=""/>
          <p:cNvSpPr txBox="1"/>
          <p:nvPr/>
        </p:nvSpPr>
        <p:spPr>
          <a:xfrm>
            <a:off x="4386960" y="5667120"/>
            <a:ext cx="145404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861" name=""/>
          <p:cNvPicPr/>
          <p:nvPr/>
        </p:nvPicPr>
        <p:blipFill>
          <a:blip r:embed="rId1"/>
          <a:stretch/>
        </p:blipFill>
        <p:spPr>
          <a:xfrm>
            <a:off x="7496280" y="600120"/>
            <a:ext cx="2876040" cy="2856960"/>
          </a:xfrm>
          <a:prstGeom prst="rect">
            <a:avLst/>
          </a:prstGeom>
          <a:noFill/>
          <a:ln w="0">
            <a:noFill/>
          </a:ln>
        </p:spPr>
      </p:pic>
      <p:pic>
        <p:nvPicPr>
          <p:cNvPr id="862" name=""/>
          <p:cNvPicPr/>
          <p:nvPr/>
        </p:nvPicPr>
        <p:blipFill>
          <a:blip r:embed="rId2"/>
          <a:stretch/>
        </p:blipFill>
        <p:spPr>
          <a:xfrm>
            <a:off x="6486480" y="3533760"/>
            <a:ext cx="4895640" cy="2857320"/>
          </a:xfrm>
          <a:prstGeom prst="rect">
            <a:avLst/>
          </a:prstGeom>
          <a:noFill/>
          <a:ln w="0">
            <a:noFill/>
          </a:ln>
        </p:spPr>
      </p:pic>
      <p:sp>
        <p:nvSpPr>
          <p:cNvPr id="863" name=""/>
          <p:cNvSpPr txBox="1"/>
          <p:nvPr/>
        </p:nvSpPr>
        <p:spPr>
          <a:xfrm>
            <a:off x="533520" y="5971320"/>
            <a:ext cx="1715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86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8"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69" name=""/>
          <p:cNvSpPr/>
          <p:nvPr/>
        </p:nvSpPr>
        <p:spPr>
          <a:xfrm>
            <a:off x="552240" y="6048360"/>
            <a:ext cx="11106360" cy="466920"/>
          </a:xfrm>
          <a:custGeom>
            <a:avLst/>
            <a:gdLst/>
            <a:ahLst/>
            <a:rect l="0" t="0" r="r" b="b"/>
            <a:pathLst>
              <a:path w="30851" h="1297">
                <a:moveTo>
                  <a:pt x="0" y="1297"/>
                </a:moveTo>
                <a:lnTo>
                  <a:pt x="0" y="0"/>
                </a:lnTo>
                <a:lnTo>
                  <a:pt x="30746" y="0"/>
                </a:lnTo>
                <a:cubicBezTo>
                  <a:pt x="30760" y="0"/>
                  <a:pt x="30773" y="2"/>
                  <a:pt x="30786" y="8"/>
                </a:cubicBezTo>
                <a:cubicBezTo>
                  <a:pt x="30799" y="13"/>
                  <a:pt x="30811" y="21"/>
                  <a:pt x="30820" y="31"/>
                </a:cubicBezTo>
                <a:cubicBezTo>
                  <a:pt x="30830" y="40"/>
                  <a:pt x="30838" y="52"/>
                  <a:pt x="30843" y="65"/>
                </a:cubicBezTo>
                <a:cubicBezTo>
                  <a:pt x="30849" y="78"/>
                  <a:pt x="30851" y="91"/>
                  <a:pt x="30851" y="105"/>
                </a:cubicBezTo>
                <a:lnTo>
                  <a:pt x="30851" y="1191"/>
                </a:lnTo>
                <a:cubicBezTo>
                  <a:pt x="30851" y="1205"/>
                  <a:pt x="30849" y="1219"/>
                  <a:pt x="30843" y="1232"/>
                </a:cubicBezTo>
                <a:cubicBezTo>
                  <a:pt x="30838" y="1245"/>
                  <a:pt x="30830" y="1256"/>
                  <a:pt x="30820" y="1266"/>
                </a:cubicBezTo>
                <a:cubicBezTo>
                  <a:pt x="30811" y="1276"/>
                  <a:pt x="30799" y="1284"/>
                  <a:pt x="30786" y="1289"/>
                </a:cubicBezTo>
                <a:cubicBezTo>
                  <a:pt x="30773" y="1294"/>
                  <a:pt x="30760" y="1297"/>
                  <a:pt x="30746" y="1297"/>
                </a:cubicBezTo>
                <a:lnTo>
                  <a:pt x="0" y="1297"/>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0" name=""/>
          <p:cNvSpPr/>
          <p:nvPr/>
        </p:nvSpPr>
        <p:spPr>
          <a:xfrm>
            <a:off x="533160" y="604836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txBox="1"/>
          <p:nvPr/>
        </p:nvSpPr>
        <p:spPr>
          <a:xfrm>
            <a:off x="533520" y="475560"/>
            <a:ext cx="273024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ml_forecast — </a:t>
            </a:r>
            <a:endParaRPr lang="en-US" sz="3000" b="0" u="none" strike="noStrike">
              <a:solidFill>
                <a:srgbClr val="000000"/>
              </a:solidFill>
              <a:effectLst/>
              <a:uFillTx/>
              <a:latin typeface="游明朝体"/>
            </a:endParaRPr>
          </a:p>
        </p:txBody>
      </p:sp>
      <p:sp>
        <p:nvSpPr>
          <p:cNvPr id="872" name=""/>
          <p:cNvSpPr txBox="1"/>
          <p:nvPr/>
        </p:nvSpPr>
        <p:spPr>
          <a:xfrm>
            <a:off x="325620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⾃宅太陽光発電量</a:t>
            </a:r>
            <a:endParaRPr lang="en-US" sz="3000" b="0" u="none" strike="noStrike">
              <a:solidFill>
                <a:srgbClr val="000000"/>
              </a:solidFill>
              <a:effectLst/>
              <a:uFillTx/>
              <a:latin typeface="游明朝体"/>
            </a:endParaRPr>
          </a:p>
        </p:txBody>
      </p:sp>
      <p:sp>
        <p:nvSpPr>
          <p:cNvPr id="873" name=""/>
          <p:cNvSpPr txBox="1"/>
          <p:nvPr/>
        </p:nvSpPr>
        <p:spPr>
          <a:xfrm>
            <a:off x="6303960" y="475560"/>
            <a:ext cx="3805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 </a:t>
            </a:r>
            <a:endParaRPr lang="en-US" sz="3000" b="0" u="none" strike="noStrike">
              <a:solidFill>
                <a:srgbClr val="000000"/>
              </a:solidFill>
              <a:effectLst/>
              <a:uFillTx/>
              <a:latin typeface="游明朝体"/>
            </a:endParaRPr>
          </a:p>
        </p:txBody>
      </p:sp>
      <p:sp>
        <p:nvSpPr>
          <p:cNvPr id="874"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5"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6"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7"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8"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79"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0"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1" name=""/>
          <p:cNvSpPr/>
          <p:nvPr/>
        </p:nvSpPr>
        <p:spPr>
          <a:xfrm>
            <a:off x="542880" y="2752560"/>
            <a:ext cx="952560" cy="381240"/>
          </a:xfrm>
          <a:custGeom>
            <a:avLst/>
            <a:gdLst/>
            <a:ahLst/>
            <a:rect l="0" t="0" r="r" b="b"/>
            <a:pathLst>
              <a:path w="2646" h="1059">
                <a:moveTo>
                  <a:pt x="20" y="46"/>
                </a:moveTo>
                <a:cubicBezTo>
                  <a:pt x="35" y="32"/>
                  <a:pt x="52" y="20"/>
                  <a:pt x="71" y="12"/>
                </a:cubicBezTo>
                <a:cubicBezTo>
                  <a:pt x="91" y="4"/>
                  <a:pt x="111" y="0"/>
                  <a:pt x="132" y="0"/>
                </a:cubicBezTo>
                <a:lnTo>
                  <a:pt x="2646" y="0"/>
                </a:lnTo>
                <a:lnTo>
                  <a:pt x="2646"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495080" y="2752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2114280" y="2752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2885760" y="2752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3495600" y="2752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40957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p:nvPr/>
        </p:nvSpPr>
        <p:spPr>
          <a:xfrm>
            <a:off x="4686120" y="2752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8"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89"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5" name=""/>
          <p:cNvSpPr/>
          <p:nvPr/>
        </p:nvSpPr>
        <p:spPr>
          <a:xfrm>
            <a:off x="542880" y="3133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1495080" y="3133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7" name=""/>
          <p:cNvSpPr/>
          <p:nvPr/>
        </p:nvSpPr>
        <p:spPr>
          <a:xfrm>
            <a:off x="2114280" y="3133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8" name=""/>
          <p:cNvSpPr/>
          <p:nvPr/>
        </p:nvSpPr>
        <p:spPr>
          <a:xfrm>
            <a:off x="2885760" y="3133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9" name=""/>
          <p:cNvSpPr/>
          <p:nvPr/>
        </p:nvSpPr>
        <p:spPr>
          <a:xfrm>
            <a:off x="3495600" y="3133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0" name=""/>
          <p:cNvSpPr/>
          <p:nvPr/>
        </p:nvSpPr>
        <p:spPr>
          <a:xfrm>
            <a:off x="40957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1" name=""/>
          <p:cNvSpPr/>
          <p:nvPr/>
        </p:nvSpPr>
        <p:spPr>
          <a:xfrm>
            <a:off x="4686120" y="3133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2"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5"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7"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8"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9" name=""/>
          <p:cNvSpPr/>
          <p:nvPr/>
        </p:nvSpPr>
        <p:spPr>
          <a:xfrm>
            <a:off x="542880" y="351468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0" name=""/>
          <p:cNvSpPr/>
          <p:nvPr/>
        </p:nvSpPr>
        <p:spPr>
          <a:xfrm>
            <a:off x="1495080" y="3514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2114280" y="3514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2885760" y="3514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3" name=""/>
          <p:cNvSpPr/>
          <p:nvPr/>
        </p:nvSpPr>
        <p:spPr>
          <a:xfrm>
            <a:off x="3495600" y="3514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4" name=""/>
          <p:cNvSpPr/>
          <p:nvPr/>
        </p:nvSpPr>
        <p:spPr>
          <a:xfrm>
            <a:off x="40957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5" name=""/>
          <p:cNvSpPr/>
          <p:nvPr/>
        </p:nvSpPr>
        <p:spPr>
          <a:xfrm>
            <a:off x="4686120" y="3514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6"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7"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8"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1"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2"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3" name=""/>
          <p:cNvSpPr/>
          <p:nvPr/>
        </p:nvSpPr>
        <p:spPr>
          <a:xfrm>
            <a:off x="542880" y="389556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4" name=""/>
          <p:cNvSpPr/>
          <p:nvPr/>
        </p:nvSpPr>
        <p:spPr>
          <a:xfrm>
            <a:off x="1495080" y="389556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5" name=""/>
          <p:cNvSpPr/>
          <p:nvPr/>
        </p:nvSpPr>
        <p:spPr>
          <a:xfrm>
            <a:off x="2114280" y="389556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6" name=""/>
          <p:cNvSpPr/>
          <p:nvPr/>
        </p:nvSpPr>
        <p:spPr>
          <a:xfrm>
            <a:off x="2885760" y="389556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7" name=""/>
          <p:cNvSpPr/>
          <p:nvPr/>
        </p:nvSpPr>
        <p:spPr>
          <a:xfrm>
            <a:off x="3495600" y="389556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8" name=""/>
          <p:cNvSpPr/>
          <p:nvPr/>
        </p:nvSpPr>
        <p:spPr>
          <a:xfrm>
            <a:off x="40957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4686120" y="389556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1"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2"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3"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4"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6"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7" name=""/>
          <p:cNvSpPr/>
          <p:nvPr/>
        </p:nvSpPr>
        <p:spPr>
          <a:xfrm>
            <a:off x="542880" y="427644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8" name=""/>
          <p:cNvSpPr/>
          <p:nvPr/>
        </p:nvSpPr>
        <p:spPr>
          <a:xfrm>
            <a:off x="1495080" y="427644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9" name=""/>
          <p:cNvSpPr/>
          <p:nvPr/>
        </p:nvSpPr>
        <p:spPr>
          <a:xfrm>
            <a:off x="2114280" y="427644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0" name=""/>
          <p:cNvSpPr/>
          <p:nvPr/>
        </p:nvSpPr>
        <p:spPr>
          <a:xfrm>
            <a:off x="2885760" y="427644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1" name=""/>
          <p:cNvSpPr/>
          <p:nvPr/>
        </p:nvSpPr>
        <p:spPr>
          <a:xfrm>
            <a:off x="3495600" y="427644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2" name=""/>
          <p:cNvSpPr/>
          <p:nvPr/>
        </p:nvSpPr>
        <p:spPr>
          <a:xfrm>
            <a:off x="40957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4686120" y="427644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4"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5"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6"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7"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8"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9"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0"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542880" y="4657680"/>
            <a:ext cx="952560" cy="381240"/>
          </a:xfrm>
          <a:custGeom>
            <a:avLst/>
            <a:gdLst/>
            <a:ahLst/>
            <a:rect l="0" t="0" r="r" b="b"/>
            <a:pathLst>
              <a:path w="2646" h="1059">
                <a:moveTo>
                  <a:pt x="20" y="1039"/>
                </a:moveTo>
                <a:cubicBezTo>
                  <a:pt x="12" y="1031"/>
                  <a:pt x="5" y="1023"/>
                  <a:pt x="0" y="1014"/>
                </a:cubicBezTo>
                <a:lnTo>
                  <a:pt x="0" y="0"/>
                </a:lnTo>
                <a:lnTo>
                  <a:pt x="2646" y="0"/>
                </a:lnTo>
                <a:lnTo>
                  <a:pt x="2646" y="1059"/>
                </a:lnTo>
                <a:lnTo>
                  <a:pt x="44" y="1059"/>
                </a:lnTo>
                <a:cubicBezTo>
                  <a:pt x="35" y="1053"/>
                  <a:pt x="27" y="1046"/>
                  <a:pt x="20" y="1039"/>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2" name=""/>
          <p:cNvSpPr/>
          <p:nvPr/>
        </p:nvSpPr>
        <p:spPr>
          <a:xfrm>
            <a:off x="1495080" y="465768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3" name=""/>
          <p:cNvSpPr/>
          <p:nvPr/>
        </p:nvSpPr>
        <p:spPr>
          <a:xfrm>
            <a:off x="2114280" y="465768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4" name=""/>
          <p:cNvSpPr/>
          <p:nvPr/>
        </p:nvSpPr>
        <p:spPr>
          <a:xfrm>
            <a:off x="2885760" y="465768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5" name=""/>
          <p:cNvSpPr/>
          <p:nvPr/>
        </p:nvSpPr>
        <p:spPr>
          <a:xfrm>
            <a:off x="3495600" y="465768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6" name=""/>
          <p:cNvSpPr/>
          <p:nvPr/>
        </p:nvSpPr>
        <p:spPr>
          <a:xfrm>
            <a:off x="40957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7" name=""/>
          <p:cNvSpPr/>
          <p:nvPr/>
        </p:nvSpPr>
        <p:spPr>
          <a:xfrm>
            <a:off x="4686120" y="465768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8" name=""/>
          <p:cNvSpPr/>
          <p:nvPr/>
        </p:nvSpPr>
        <p:spPr>
          <a:xfrm>
            <a:off x="533160" y="277812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558720" y="2752560"/>
            <a:ext cx="936720" cy="9720"/>
          </a:xfrm>
          <a:custGeom>
            <a:avLst/>
            <a:gdLst/>
            <a:ahLst/>
            <a:rect l="0" t="0" r="r" b="b"/>
            <a:pathLst>
              <a:path w="2602" h="27">
                <a:moveTo>
                  <a:pt x="27" y="13"/>
                </a:moveTo>
                <a:cubicBezTo>
                  <a:pt x="47" y="4"/>
                  <a:pt x="67" y="0"/>
                  <a:pt x="88" y="0"/>
                </a:cubicBezTo>
                <a:lnTo>
                  <a:pt x="2602" y="0"/>
                </a:lnTo>
                <a:lnTo>
                  <a:pt x="2602" y="27"/>
                </a:lnTo>
                <a:lnTo>
                  <a:pt x="0" y="27"/>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0" name=""/>
          <p:cNvSpPr/>
          <p:nvPr/>
        </p:nvSpPr>
        <p:spPr>
          <a:xfrm>
            <a:off x="148572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1" name=""/>
          <p:cNvSpPr/>
          <p:nvPr/>
        </p:nvSpPr>
        <p:spPr>
          <a:xfrm>
            <a:off x="1495080" y="2752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2" name=""/>
          <p:cNvSpPr/>
          <p:nvPr/>
        </p:nvSpPr>
        <p:spPr>
          <a:xfrm>
            <a:off x="21142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3" name=""/>
          <p:cNvSpPr/>
          <p:nvPr/>
        </p:nvSpPr>
        <p:spPr>
          <a:xfrm>
            <a:off x="2124000" y="2752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4" name=""/>
          <p:cNvSpPr/>
          <p:nvPr/>
        </p:nvSpPr>
        <p:spPr>
          <a:xfrm>
            <a:off x="288576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5" name=""/>
          <p:cNvSpPr/>
          <p:nvPr/>
        </p:nvSpPr>
        <p:spPr>
          <a:xfrm>
            <a:off x="289548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6" name=""/>
          <p:cNvSpPr/>
          <p:nvPr/>
        </p:nvSpPr>
        <p:spPr>
          <a:xfrm>
            <a:off x="348588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7" name=""/>
          <p:cNvSpPr/>
          <p:nvPr/>
        </p:nvSpPr>
        <p:spPr>
          <a:xfrm>
            <a:off x="3495600" y="2752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8" name=""/>
          <p:cNvSpPr/>
          <p:nvPr/>
        </p:nvSpPr>
        <p:spPr>
          <a:xfrm>
            <a:off x="4086000" y="2752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69" name=""/>
          <p:cNvSpPr/>
          <p:nvPr/>
        </p:nvSpPr>
        <p:spPr>
          <a:xfrm>
            <a:off x="40957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0" name=""/>
          <p:cNvSpPr/>
          <p:nvPr/>
        </p:nvSpPr>
        <p:spPr>
          <a:xfrm>
            <a:off x="46767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1" name=""/>
          <p:cNvSpPr/>
          <p:nvPr/>
        </p:nvSpPr>
        <p:spPr>
          <a:xfrm>
            <a:off x="4686120" y="2752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2" name=""/>
          <p:cNvSpPr/>
          <p:nvPr/>
        </p:nvSpPr>
        <p:spPr>
          <a:xfrm>
            <a:off x="5267160" y="2752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3" name=""/>
          <p:cNvSpPr/>
          <p:nvPr/>
        </p:nvSpPr>
        <p:spPr>
          <a:xfrm>
            <a:off x="533160" y="3133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4" name=""/>
          <p:cNvSpPr/>
          <p:nvPr/>
        </p:nvSpPr>
        <p:spPr>
          <a:xfrm>
            <a:off x="1495080" y="3133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5" name=""/>
          <p:cNvSpPr/>
          <p:nvPr/>
        </p:nvSpPr>
        <p:spPr>
          <a:xfrm>
            <a:off x="2124000" y="3133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6" name=""/>
          <p:cNvSpPr/>
          <p:nvPr/>
        </p:nvSpPr>
        <p:spPr>
          <a:xfrm>
            <a:off x="289548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7" name=""/>
          <p:cNvSpPr/>
          <p:nvPr/>
        </p:nvSpPr>
        <p:spPr>
          <a:xfrm>
            <a:off x="3495600" y="3133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8" name=""/>
          <p:cNvSpPr/>
          <p:nvPr/>
        </p:nvSpPr>
        <p:spPr>
          <a:xfrm>
            <a:off x="40957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79" name=""/>
          <p:cNvSpPr/>
          <p:nvPr/>
        </p:nvSpPr>
        <p:spPr>
          <a:xfrm>
            <a:off x="4686120" y="3133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0" name=""/>
          <p:cNvSpPr/>
          <p:nvPr/>
        </p:nvSpPr>
        <p:spPr>
          <a:xfrm>
            <a:off x="5331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1" name=""/>
          <p:cNvSpPr/>
          <p:nvPr/>
        </p:nvSpPr>
        <p:spPr>
          <a:xfrm>
            <a:off x="148572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2" name=""/>
          <p:cNvSpPr/>
          <p:nvPr/>
        </p:nvSpPr>
        <p:spPr>
          <a:xfrm>
            <a:off x="21142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3" name=""/>
          <p:cNvSpPr/>
          <p:nvPr/>
        </p:nvSpPr>
        <p:spPr>
          <a:xfrm>
            <a:off x="288576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4" name=""/>
          <p:cNvSpPr/>
          <p:nvPr/>
        </p:nvSpPr>
        <p:spPr>
          <a:xfrm>
            <a:off x="348588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5" name=""/>
          <p:cNvSpPr/>
          <p:nvPr/>
        </p:nvSpPr>
        <p:spPr>
          <a:xfrm>
            <a:off x="4086000" y="3143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6" name=""/>
          <p:cNvSpPr/>
          <p:nvPr/>
        </p:nvSpPr>
        <p:spPr>
          <a:xfrm>
            <a:off x="46767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7" name=""/>
          <p:cNvSpPr/>
          <p:nvPr/>
        </p:nvSpPr>
        <p:spPr>
          <a:xfrm>
            <a:off x="5267160" y="3143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8" name=""/>
          <p:cNvSpPr/>
          <p:nvPr/>
        </p:nvSpPr>
        <p:spPr>
          <a:xfrm>
            <a:off x="5331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89" name=""/>
          <p:cNvSpPr/>
          <p:nvPr/>
        </p:nvSpPr>
        <p:spPr>
          <a:xfrm>
            <a:off x="533160" y="3514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0" name=""/>
          <p:cNvSpPr/>
          <p:nvPr/>
        </p:nvSpPr>
        <p:spPr>
          <a:xfrm>
            <a:off x="148572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1" name=""/>
          <p:cNvSpPr/>
          <p:nvPr/>
        </p:nvSpPr>
        <p:spPr>
          <a:xfrm>
            <a:off x="1495080" y="3514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2" name=""/>
          <p:cNvSpPr/>
          <p:nvPr/>
        </p:nvSpPr>
        <p:spPr>
          <a:xfrm>
            <a:off x="21142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3" name=""/>
          <p:cNvSpPr/>
          <p:nvPr/>
        </p:nvSpPr>
        <p:spPr>
          <a:xfrm>
            <a:off x="2124000" y="3514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4" name=""/>
          <p:cNvSpPr/>
          <p:nvPr/>
        </p:nvSpPr>
        <p:spPr>
          <a:xfrm>
            <a:off x="288576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5" name=""/>
          <p:cNvSpPr/>
          <p:nvPr/>
        </p:nvSpPr>
        <p:spPr>
          <a:xfrm>
            <a:off x="289548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6" name=""/>
          <p:cNvSpPr/>
          <p:nvPr/>
        </p:nvSpPr>
        <p:spPr>
          <a:xfrm>
            <a:off x="348588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7" name=""/>
          <p:cNvSpPr/>
          <p:nvPr/>
        </p:nvSpPr>
        <p:spPr>
          <a:xfrm>
            <a:off x="3495600" y="3514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8" name=""/>
          <p:cNvSpPr/>
          <p:nvPr/>
        </p:nvSpPr>
        <p:spPr>
          <a:xfrm>
            <a:off x="4086000" y="35240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99" name=""/>
          <p:cNvSpPr/>
          <p:nvPr/>
        </p:nvSpPr>
        <p:spPr>
          <a:xfrm>
            <a:off x="40957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0" name=""/>
          <p:cNvSpPr/>
          <p:nvPr/>
        </p:nvSpPr>
        <p:spPr>
          <a:xfrm>
            <a:off x="46767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1" name=""/>
          <p:cNvSpPr/>
          <p:nvPr/>
        </p:nvSpPr>
        <p:spPr>
          <a:xfrm>
            <a:off x="4686120" y="3514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2" name=""/>
          <p:cNvSpPr/>
          <p:nvPr/>
        </p:nvSpPr>
        <p:spPr>
          <a:xfrm>
            <a:off x="5267160" y="352404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3" name=""/>
          <p:cNvSpPr/>
          <p:nvPr/>
        </p:nvSpPr>
        <p:spPr>
          <a:xfrm>
            <a:off x="5331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4" name=""/>
          <p:cNvSpPr/>
          <p:nvPr/>
        </p:nvSpPr>
        <p:spPr>
          <a:xfrm>
            <a:off x="533160" y="389556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5" name=""/>
          <p:cNvSpPr/>
          <p:nvPr/>
        </p:nvSpPr>
        <p:spPr>
          <a:xfrm>
            <a:off x="148572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6" name=""/>
          <p:cNvSpPr/>
          <p:nvPr/>
        </p:nvSpPr>
        <p:spPr>
          <a:xfrm>
            <a:off x="1495080" y="389556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7" name=""/>
          <p:cNvSpPr/>
          <p:nvPr/>
        </p:nvSpPr>
        <p:spPr>
          <a:xfrm>
            <a:off x="21142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8" name=""/>
          <p:cNvSpPr/>
          <p:nvPr/>
        </p:nvSpPr>
        <p:spPr>
          <a:xfrm>
            <a:off x="2124000" y="389556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09" name=""/>
          <p:cNvSpPr/>
          <p:nvPr/>
        </p:nvSpPr>
        <p:spPr>
          <a:xfrm>
            <a:off x="288576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0" name=""/>
          <p:cNvSpPr/>
          <p:nvPr/>
        </p:nvSpPr>
        <p:spPr>
          <a:xfrm>
            <a:off x="289548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1" name=""/>
          <p:cNvSpPr/>
          <p:nvPr/>
        </p:nvSpPr>
        <p:spPr>
          <a:xfrm>
            <a:off x="348588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2" name=""/>
          <p:cNvSpPr/>
          <p:nvPr/>
        </p:nvSpPr>
        <p:spPr>
          <a:xfrm>
            <a:off x="3495600" y="389556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3" name=""/>
          <p:cNvSpPr/>
          <p:nvPr/>
        </p:nvSpPr>
        <p:spPr>
          <a:xfrm>
            <a:off x="4086000" y="390492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4" name=""/>
          <p:cNvSpPr/>
          <p:nvPr/>
        </p:nvSpPr>
        <p:spPr>
          <a:xfrm>
            <a:off x="40957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5" name=""/>
          <p:cNvSpPr/>
          <p:nvPr/>
        </p:nvSpPr>
        <p:spPr>
          <a:xfrm>
            <a:off x="46767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6" name=""/>
          <p:cNvSpPr/>
          <p:nvPr/>
        </p:nvSpPr>
        <p:spPr>
          <a:xfrm>
            <a:off x="4686120" y="389556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7" name=""/>
          <p:cNvSpPr/>
          <p:nvPr/>
        </p:nvSpPr>
        <p:spPr>
          <a:xfrm>
            <a:off x="5267160" y="390492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8" name=""/>
          <p:cNvSpPr/>
          <p:nvPr/>
        </p:nvSpPr>
        <p:spPr>
          <a:xfrm>
            <a:off x="5331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19" name=""/>
          <p:cNvSpPr/>
          <p:nvPr/>
        </p:nvSpPr>
        <p:spPr>
          <a:xfrm>
            <a:off x="533160" y="427644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0" name=""/>
          <p:cNvSpPr/>
          <p:nvPr/>
        </p:nvSpPr>
        <p:spPr>
          <a:xfrm>
            <a:off x="148572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1" name=""/>
          <p:cNvSpPr/>
          <p:nvPr/>
        </p:nvSpPr>
        <p:spPr>
          <a:xfrm>
            <a:off x="1495080" y="427644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2" name=""/>
          <p:cNvSpPr/>
          <p:nvPr/>
        </p:nvSpPr>
        <p:spPr>
          <a:xfrm>
            <a:off x="21142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3" name=""/>
          <p:cNvSpPr/>
          <p:nvPr/>
        </p:nvSpPr>
        <p:spPr>
          <a:xfrm>
            <a:off x="2124000" y="427644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4" name=""/>
          <p:cNvSpPr/>
          <p:nvPr/>
        </p:nvSpPr>
        <p:spPr>
          <a:xfrm>
            <a:off x="288576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5" name=""/>
          <p:cNvSpPr/>
          <p:nvPr/>
        </p:nvSpPr>
        <p:spPr>
          <a:xfrm>
            <a:off x="289548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6" name=""/>
          <p:cNvSpPr/>
          <p:nvPr/>
        </p:nvSpPr>
        <p:spPr>
          <a:xfrm>
            <a:off x="348588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7" name=""/>
          <p:cNvSpPr/>
          <p:nvPr/>
        </p:nvSpPr>
        <p:spPr>
          <a:xfrm>
            <a:off x="3495600" y="427644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8" name=""/>
          <p:cNvSpPr/>
          <p:nvPr/>
        </p:nvSpPr>
        <p:spPr>
          <a:xfrm>
            <a:off x="4086000" y="4286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29" name=""/>
          <p:cNvSpPr/>
          <p:nvPr/>
        </p:nvSpPr>
        <p:spPr>
          <a:xfrm>
            <a:off x="40957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0" name=""/>
          <p:cNvSpPr/>
          <p:nvPr/>
        </p:nvSpPr>
        <p:spPr>
          <a:xfrm>
            <a:off x="46767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1" name=""/>
          <p:cNvSpPr/>
          <p:nvPr/>
        </p:nvSpPr>
        <p:spPr>
          <a:xfrm>
            <a:off x="4686120" y="427644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2" name=""/>
          <p:cNvSpPr/>
          <p:nvPr/>
        </p:nvSpPr>
        <p:spPr>
          <a:xfrm>
            <a:off x="5267160" y="4286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3" name=""/>
          <p:cNvSpPr/>
          <p:nvPr/>
        </p:nvSpPr>
        <p:spPr>
          <a:xfrm>
            <a:off x="533160" y="466704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4" name=""/>
          <p:cNvSpPr/>
          <p:nvPr/>
        </p:nvSpPr>
        <p:spPr>
          <a:xfrm>
            <a:off x="533160" y="465768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5" name=""/>
          <p:cNvSpPr/>
          <p:nvPr/>
        </p:nvSpPr>
        <p:spPr>
          <a:xfrm>
            <a:off x="148572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6" name=""/>
          <p:cNvSpPr/>
          <p:nvPr/>
        </p:nvSpPr>
        <p:spPr>
          <a:xfrm>
            <a:off x="1495080" y="465768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7" name=""/>
          <p:cNvSpPr/>
          <p:nvPr/>
        </p:nvSpPr>
        <p:spPr>
          <a:xfrm>
            <a:off x="21142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8" name=""/>
          <p:cNvSpPr/>
          <p:nvPr/>
        </p:nvSpPr>
        <p:spPr>
          <a:xfrm>
            <a:off x="2124000" y="465768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39" name=""/>
          <p:cNvSpPr/>
          <p:nvPr/>
        </p:nvSpPr>
        <p:spPr>
          <a:xfrm>
            <a:off x="288576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0" name=""/>
          <p:cNvSpPr/>
          <p:nvPr/>
        </p:nvSpPr>
        <p:spPr>
          <a:xfrm>
            <a:off x="289548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1" name=""/>
          <p:cNvSpPr/>
          <p:nvPr/>
        </p:nvSpPr>
        <p:spPr>
          <a:xfrm>
            <a:off x="348588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2" name=""/>
          <p:cNvSpPr/>
          <p:nvPr/>
        </p:nvSpPr>
        <p:spPr>
          <a:xfrm>
            <a:off x="3495600" y="465768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3" name=""/>
          <p:cNvSpPr/>
          <p:nvPr/>
        </p:nvSpPr>
        <p:spPr>
          <a:xfrm>
            <a:off x="4086000" y="46670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4" name=""/>
          <p:cNvSpPr/>
          <p:nvPr/>
        </p:nvSpPr>
        <p:spPr>
          <a:xfrm>
            <a:off x="40957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5" name=""/>
          <p:cNvSpPr/>
          <p:nvPr/>
        </p:nvSpPr>
        <p:spPr>
          <a:xfrm>
            <a:off x="46767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6" name=""/>
          <p:cNvSpPr/>
          <p:nvPr/>
        </p:nvSpPr>
        <p:spPr>
          <a:xfrm>
            <a:off x="4686120" y="465768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7" name=""/>
          <p:cNvSpPr/>
          <p:nvPr/>
        </p:nvSpPr>
        <p:spPr>
          <a:xfrm>
            <a:off x="5267160" y="46670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8" name=""/>
          <p:cNvSpPr/>
          <p:nvPr/>
        </p:nvSpPr>
        <p:spPr>
          <a:xfrm>
            <a:off x="558720" y="5038560"/>
            <a:ext cx="936720" cy="9720"/>
          </a:xfrm>
          <a:custGeom>
            <a:avLst/>
            <a:gdLst/>
            <a:ahLst/>
            <a:rect l="0" t="0" r="r" b="b"/>
            <a:pathLst>
              <a:path w="2602" h="27">
                <a:moveTo>
                  <a:pt x="88" y="27"/>
                </a:moveTo>
                <a:cubicBezTo>
                  <a:pt x="67" y="27"/>
                  <a:pt x="47" y="23"/>
                  <a:pt x="27" y="15"/>
                </a:cubicBezTo>
                <a:cubicBezTo>
                  <a:pt x="18" y="11"/>
                  <a:pt x="9" y="7"/>
                  <a:pt x="0" y="0"/>
                </a:cubicBezTo>
                <a:lnTo>
                  <a:pt x="2602" y="0"/>
                </a:lnTo>
                <a:lnTo>
                  <a:pt x="260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49" name=""/>
          <p:cNvSpPr/>
          <p:nvPr/>
        </p:nvSpPr>
        <p:spPr>
          <a:xfrm>
            <a:off x="1495080" y="5038560"/>
            <a:ext cx="629280" cy="9720"/>
          </a:xfrm>
          <a:custGeom>
            <a:avLst/>
            <a:gdLst/>
            <a:ahLst/>
            <a:rect l="0" t="0" r="r" b="b"/>
            <a:pathLst>
              <a:path w="1748" h="27">
                <a:moveTo>
                  <a:pt x="0" y="27"/>
                </a:moveTo>
                <a:lnTo>
                  <a:pt x="0" y="0"/>
                </a:lnTo>
                <a:lnTo>
                  <a:pt x="1748" y="0"/>
                </a:lnTo>
                <a:lnTo>
                  <a:pt x="174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0" name=""/>
          <p:cNvSpPr/>
          <p:nvPr/>
        </p:nvSpPr>
        <p:spPr>
          <a:xfrm>
            <a:off x="2124000" y="5038560"/>
            <a:ext cx="771840" cy="9720"/>
          </a:xfrm>
          <a:custGeom>
            <a:avLst/>
            <a:gdLst/>
            <a:ahLst/>
            <a:rect l="0" t="0" r="r" b="b"/>
            <a:pathLst>
              <a:path w="2144" h="27">
                <a:moveTo>
                  <a:pt x="0" y="27"/>
                </a:moveTo>
                <a:lnTo>
                  <a:pt x="0" y="0"/>
                </a:lnTo>
                <a:lnTo>
                  <a:pt x="2144" y="0"/>
                </a:lnTo>
                <a:lnTo>
                  <a:pt x="214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1" name=""/>
          <p:cNvSpPr/>
          <p:nvPr/>
        </p:nvSpPr>
        <p:spPr>
          <a:xfrm>
            <a:off x="289548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2" name=""/>
          <p:cNvSpPr/>
          <p:nvPr/>
        </p:nvSpPr>
        <p:spPr>
          <a:xfrm>
            <a:off x="3495600" y="5038560"/>
            <a:ext cx="600480" cy="9720"/>
          </a:xfrm>
          <a:custGeom>
            <a:avLst/>
            <a:gdLst/>
            <a:ahLst/>
            <a:rect l="0" t="0" r="r" b="b"/>
            <a:pathLst>
              <a:path w="1668" h="27">
                <a:moveTo>
                  <a:pt x="0" y="27"/>
                </a:moveTo>
                <a:lnTo>
                  <a:pt x="0" y="0"/>
                </a:lnTo>
                <a:lnTo>
                  <a:pt x="1668" y="0"/>
                </a:lnTo>
                <a:lnTo>
                  <a:pt x="1668"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3" name=""/>
          <p:cNvSpPr/>
          <p:nvPr/>
        </p:nvSpPr>
        <p:spPr>
          <a:xfrm>
            <a:off x="40957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4" name=""/>
          <p:cNvSpPr/>
          <p:nvPr/>
        </p:nvSpPr>
        <p:spPr>
          <a:xfrm>
            <a:off x="4686120" y="5038560"/>
            <a:ext cx="590760" cy="9720"/>
          </a:xfrm>
          <a:custGeom>
            <a:avLst/>
            <a:gdLst/>
            <a:ahLst/>
            <a:rect l="0" t="0" r="r" b="b"/>
            <a:pathLst>
              <a:path w="1641" h="27">
                <a:moveTo>
                  <a:pt x="0" y="27"/>
                </a:moveTo>
                <a:lnTo>
                  <a:pt x="0" y="0"/>
                </a:lnTo>
                <a:lnTo>
                  <a:pt x="1641" y="0"/>
                </a:lnTo>
                <a:lnTo>
                  <a:pt x="1641"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055" name=""/>
          <p:cNvSpPr txBox="1"/>
          <p:nvPr/>
        </p:nvSpPr>
        <p:spPr>
          <a:xfrm>
            <a:off x="640980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機械学習予測</a:t>
            </a:r>
            <a:endParaRPr lang="en-US" sz="3000" b="0" u="none" strike="noStrike">
              <a:solidFill>
                <a:srgbClr val="000000"/>
              </a:solidFill>
              <a:effectLst/>
              <a:uFillTx/>
              <a:latin typeface="游明朝体"/>
            </a:endParaRPr>
          </a:p>
        </p:txBody>
      </p:sp>
      <p:sp>
        <p:nvSpPr>
          <p:cNvPr id="1056" name=""/>
          <p:cNvSpPr txBox="1"/>
          <p:nvPr/>
        </p:nvSpPr>
        <p:spPr>
          <a:xfrm>
            <a:off x="533520" y="13039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057" name=""/>
          <p:cNvSpPr txBox="1"/>
          <p:nvPr/>
        </p:nvSpPr>
        <p:spPr>
          <a:xfrm>
            <a:off x="4322520" y="1294920"/>
            <a:ext cx="8157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058" name=""/>
          <p:cNvSpPr txBox="1"/>
          <p:nvPr/>
        </p:nvSpPr>
        <p:spPr>
          <a:xfrm>
            <a:off x="5137560" y="1303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1059" name=""/>
          <p:cNvSpPr txBox="1"/>
          <p:nvPr/>
        </p:nvSpPr>
        <p:spPr>
          <a:xfrm>
            <a:off x="533520" y="1580760"/>
            <a:ext cx="3992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0" name=""/>
          <p:cNvSpPr txBox="1"/>
          <p:nvPr/>
        </p:nvSpPr>
        <p:spPr>
          <a:xfrm>
            <a:off x="932040" y="1589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061" name=""/>
          <p:cNvSpPr txBox="1"/>
          <p:nvPr/>
        </p:nvSpPr>
        <p:spPr>
          <a:xfrm>
            <a:off x="1122480" y="1580760"/>
            <a:ext cx="462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1062" name=""/>
          <p:cNvSpPr txBox="1"/>
          <p:nvPr/>
        </p:nvSpPr>
        <p:spPr>
          <a:xfrm>
            <a:off x="1584360" y="158976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1063" name=""/>
          <p:cNvSpPr txBox="1"/>
          <p:nvPr/>
        </p:nvSpPr>
        <p:spPr>
          <a:xfrm>
            <a:off x="2346480" y="1580760"/>
            <a:ext cx="38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1064" name=""/>
          <p:cNvSpPr txBox="1"/>
          <p:nvPr/>
        </p:nvSpPr>
        <p:spPr>
          <a:xfrm>
            <a:off x="2727360" y="158976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1065" name=""/>
          <p:cNvSpPr txBox="1"/>
          <p:nvPr/>
        </p:nvSpPr>
        <p:spPr>
          <a:xfrm>
            <a:off x="53352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1066" name=""/>
          <p:cNvSpPr txBox="1"/>
          <p:nvPr/>
        </p:nvSpPr>
        <p:spPr>
          <a:xfrm>
            <a:off x="914400" y="1866600"/>
            <a:ext cx="381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1067" name=""/>
          <p:cNvSpPr txBox="1"/>
          <p:nvPr/>
        </p:nvSpPr>
        <p:spPr>
          <a:xfrm>
            <a:off x="1295640" y="18756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068" name=""/>
          <p:cNvSpPr txBox="1"/>
          <p:nvPr/>
        </p:nvSpPr>
        <p:spPr>
          <a:xfrm>
            <a:off x="1676520" y="1866600"/>
            <a:ext cx="131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1069" name=""/>
          <p:cNvSpPr txBox="1"/>
          <p:nvPr/>
        </p:nvSpPr>
        <p:spPr>
          <a:xfrm>
            <a:off x="2989440" y="187560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1070" name=""/>
          <p:cNvSpPr txBox="1"/>
          <p:nvPr/>
        </p:nvSpPr>
        <p:spPr>
          <a:xfrm>
            <a:off x="533520" y="2363040"/>
            <a:ext cx="4183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直近</a:t>
            </a:r>
            <a:endParaRPr lang="en-US" sz="1650" b="0" u="none" strike="noStrike">
              <a:solidFill>
                <a:srgbClr val="000000"/>
              </a:solidFill>
              <a:effectLst/>
              <a:uFillTx/>
              <a:latin typeface="游明朝体"/>
            </a:endParaRPr>
          </a:p>
        </p:txBody>
      </p:sp>
      <p:sp>
        <p:nvSpPr>
          <p:cNvPr id="1071" name=""/>
          <p:cNvSpPr txBox="1"/>
          <p:nvPr/>
        </p:nvSpPr>
        <p:spPr>
          <a:xfrm>
            <a:off x="952560" y="2353320"/>
            <a:ext cx="2091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1072" name=""/>
          <p:cNvSpPr txBox="1"/>
          <p:nvPr/>
        </p:nvSpPr>
        <p:spPr>
          <a:xfrm>
            <a:off x="1068840" y="2363040"/>
            <a:ext cx="27151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⽇間の発電量予測（最終更新</a:t>
            </a:r>
            <a:endParaRPr lang="en-US" sz="1650" b="0" u="none" strike="noStrike">
              <a:solidFill>
                <a:srgbClr val="000000"/>
              </a:solidFill>
              <a:effectLst/>
              <a:uFillTx/>
              <a:latin typeface="游明朝体"/>
            </a:endParaRPr>
          </a:p>
        </p:txBody>
      </p:sp>
      <p:sp>
        <p:nvSpPr>
          <p:cNvPr id="1073" name=""/>
          <p:cNvSpPr txBox="1"/>
          <p:nvPr/>
        </p:nvSpPr>
        <p:spPr>
          <a:xfrm>
            <a:off x="3793320" y="2353320"/>
            <a:ext cx="1215360" cy="250200"/>
          </a:xfrm>
          <a:prstGeom prst="rect">
            <a:avLst/>
          </a:prstGeom>
          <a:noFill/>
          <a:ln w="0">
            <a:noFill/>
          </a:ln>
        </p:spPr>
        <p:txBody>
          <a:bodyPr wrap="none" lIns="0" tIns="0" rIns="0" bIns="0" anchor="t">
            <a:spAutoFit/>
          </a:bodyPr>
          <a:p>
            <a:pPr/>
            <a:r>
              <a:rPr lang="en-US" sz="1650" b="1" u="none" strike="noStrike">
                <a:solidFill>
                  <a:srgbClr val="1BAF7A"/>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1074" name=""/>
          <p:cNvSpPr txBox="1"/>
          <p:nvPr/>
        </p:nvSpPr>
        <p:spPr>
          <a:xfrm>
            <a:off x="5012280" y="2363040"/>
            <a:ext cx="2095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a:t>
            </a:r>
            <a:endParaRPr lang="en-US" sz="1650" b="0" u="none" strike="noStrike">
              <a:solidFill>
                <a:srgbClr val="000000"/>
              </a:solidFill>
              <a:effectLst/>
              <a:uFillTx/>
              <a:latin typeface="游明朝体"/>
            </a:endParaRPr>
          </a:p>
        </p:txBody>
      </p:sp>
      <p:sp>
        <p:nvSpPr>
          <p:cNvPr id="1075" name=""/>
          <p:cNvSpPr txBox="1"/>
          <p:nvPr/>
        </p:nvSpPr>
        <p:spPr>
          <a:xfrm>
            <a:off x="66672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1076" name=""/>
          <p:cNvSpPr txBox="1"/>
          <p:nvPr/>
        </p:nvSpPr>
        <p:spPr>
          <a:xfrm>
            <a:off x="1622520" y="28465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077" name=""/>
          <p:cNvSpPr txBox="1"/>
          <p:nvPr/>
        </p:nvSpPr>
        <p:spPr>
          <a:xfrm>
            <a:off x="2244960" y="285480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1078" name=""/>
          <p:cNvSpPr txBox="1"/>
          <p:nvPr/>
        </p:nvSpPr>
        <p:spPr>
          <a:xfrm>
            <a:off x="3016440" y="28465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079" name=""/>
          <p:cNvSpPr txBox="1"/>
          <p:nvPr/>
        </p:nvSpPr>
        <p:spPr>
          <a:xfrm>
            <a:off x="3623400" y="285480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1080" name=""/>
          <p:cNvSpPr txBox="1"/>
          <p:nvPr/>
        </p:nvSpPr>
        <p:spPr>
          <a:xfrm>
            <a:off x="4223520" y="28465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081" name=""/>
          <p:cNvSpPr txBox="1"/>
          <p:nvPr/>
        </p:nvSpPr>
        <p:spPr>
          <a:xfrm>
            <a:off x="4814280" y="28465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082" name=""/>
          <p:cNvSpPr txBox="1"/>
          <p:nvPr/>
        </p:nvSpPr>
        <p:spPr>
          <a:xfrm>
            <a:off x="666720" y="3227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1083" name=""/>
          <p:cNvSpPr txBox="1"/>
          <p:nvPr/>
        </p:nvSpPr>
        <p:spPr>
          <a:xfrm>
            <a:off x="1149480" y="3235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84" name=""/>
          <p:cNvSpPr txBox="1"/>
          <p:nvPr/>
        </p:nvSpPr>
        <p:spPr>
          <a:xfrm>
            <a:off x="1320840" y="3227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85" name=""/>
          <p:cNvSpPr txBox="1"/>
          <p:nvPr/>
        </p:nvSpPr>
        <p:spPr>
          <a:xfrm>
            <a:off x="1622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1086" name=""/>
          <p:cNvSpPr txBox="1"/>
          <p:nvPr/>
        </p:nvSpPr>
        <p:spPr>
          <a:xfrm>
            <a:off x="224496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1087" name=""/>
          <p:cNvSpPr txBox="1"/>
          <p:nvPr/>
        </p:nvSpPr>
        <p:spPr>
          <a:xfrm>
            <a:off x="3016440" y="3227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88" name=""/>
          <p:cNvSpPr txBox="1"/>
          <p:nvPr/>
        </p:nvSpPr>
        <p:spPr>
          <a:xfrm>
            <a:off x="3623400" y="3235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89" name=""/>
          <p:cNvSpPr txBox="1"/>
          <p:nvPr/>
        </p:nvSpPr>
        <p:spPr>
          <a:xfrm>
            <a:off x="422352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1090" name=""/>
          <p:cNvSpPr txBox="1"/>
          <p:nvPr/>
        </p:nvSpPr>
        <p:spPr>
          <a:xfrm>
            <a:off x="4814280" y="3227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1091" name=""/>
          <p:cNvSpPr txBox="1"/>
          <p:nvPr/>
        </p:nvSpPr>
        <p:spPr>
          <a:xfrm>
            <a:off x="666720" y="3608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1092" name=""/>
          <p:cNvSpPr txBox="1"/>
          <p:nvPr/>
        </p:nvSpPr>
        <p:spPr>
          <a:xfrm>
            <a:off x="1149480" y="3616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093" name=""/>
          <p:cNvSpPr txBox="1"/>
          <p:nvPr/>
        </p:nvSpPr>
        <p:spPr>
          <a:xfrm>
            <a:off x="1320840" y="3608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094" name=""/>
          <p:cNvSpPr txBox="1"/>
          <p:nvPr/>
        </p:nvSpPr>
        <p:spPr>
          <a:xfrm>
            <a:off x="1622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1095" name=""/>
          <p:cNvSpPr txBox="1"/>
          <p:nvPr/>
        </p:nvSpPr>
        <p:spPr>
          <a:xfrm>
            <a:off x="224496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1096" name=""/>
          <p:cNvSpPr txBox="1"/>
          <p:nvPr/>
        </p:nvSpPr>
        <p:spPr>
          <a:xfrm>
            <a:off x="3016440" y="3608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1097" name=""/>
          <p:cNvSpPr txBox="1"/>
          <p:nvPr/>
        </p:nvSpPr>
        <p:spPr>
          <a:xfrm>
            <a:off x="3623400" y="3616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098" name=""/>
          <p:cNvSpPr txBox="1"/>
          <p:nvPr/>
        </p:nvSpPr>
        <p:spPr>
          <a:xfrm>
            <a:off x="422352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1099" name=""/>
          <p:cNvSpPr txBox="1"/>
          <p:nvPr/>
        </p:nvSpPr>
        <p:spPr>
          <a:xfrm>
            <a:off x="4814280" y="3608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1100" name=""/>
          <p:cNvSpPr txBox="1"/>
          <p:nvPr/>
        </p:nvSpPr>
        <p:spPr>
          <a:xfrm>
            <a:off x="666720" y="398952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1101" name=""/>
          <p:cNvSpPr txBox="1"/>
          <p:nvPr/>
        </p:nvSpPr>
        <p:spPr>
          <a:xfrm>
            <a:off x="1149480" y="39978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02" name=""/>
          <p:cNvSpPr txBox="1"/>
          <p:nvPr/>
        </p:nvSpPr>
        <p:spPr>
          <a:xfrm>
            <a:off x="1320840" y="39895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03" name=""/>
          <p:cNvSpPr txBox="1"/>
          <p:nvPr/>
        </p:nvSpPr>
        <p:spPr>
          <a:xfrm>
            <a:off x="1622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1104" name=""/>
          <p:cNvSpPr txBox="1"/>
          <p:nvPr/>
        </p:nvSpPr>
        <p:spPr>
          <a:xfrm>
            <a:off x="224496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1105" name=""/>
          <p:cNvSpPr txBox="1"/>
          <p:nvPr/>
        </p:nvSpPr>
        <p:spPr>
          <a:xfrm>
            <a:off x="3016440" y="398952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06" name=""/>
          <p:cNvSpPr txBox="1"/>
          <p:nvPr/>
        </p:nvSpPr>
        <p:spPr>
          <a:xfrm>
            <a:off x="3623400" y="39978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07" name=""/>
          <p:cNvSpPr txBox="1"/>
          <p:nvPr/>
        </p:nvSpPr>
        <p:spPr>
          <a:xfrm>
            <a:off x="422352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08" name=""/>
          <p:cNvSpPr txBox="1"/>
          <p:nvPr/>
        </p:nvSpPr>
        <p:spPr>
          <a:xfrm>
            <a:off x="4814280" y="39895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1109" name=""/>
          <p:cNvSpPr txBox="1"/>
          <p:nvPr/>
        </p:nvSpPr>
        <p:spPr>
          <a:xfrm>
            <a:off x="666720" y="437076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1110" name=""/>
          <p:cNvSpPr txBox="1"/>
          <p:nvPr/>
        </p:nvSpPr>
        <p:spPr>
          <a:xfrm>
            <a:off x="1149480" y="437868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11" name=""/>
          <p:cNvSpPr txBox="1"/>
          <p:nvPr/>
        </p:nvSpPr>
        <p:spPr>
          <a:xfrm>
            <a:off x="1320840" y="437076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12" name=""/>
          <p:cNvSpPr txBox="1"/>
          <p:nvPr/>
        </p:nvSpPr>
        <p:spPr>
          <a:xfrm>
            <a:off x="1622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1113" name=""/>
          <p:cNvSpPr txBox="1"/>
          <p:nvPr/>
        </p:nvSpPr>
        <p:spPr>
          <a:xfrm>
            <a:off x="224496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1114" name=""/>
          <p:cNvSpPr txBox="1"/>
          <p:nvPr/>
        </p:nvSpPr>
        <p:spPr>
          <a:xfrm>
            <a:off x="3016440" y="437076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15" name=""/>
          <p:cNvSpPr txBox="1"/>
          <p:nvPr/>
        </p:nvSpPr>
        <p:spPr>
          <a:xfrm>
            <a:off x="3623400" y="437868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16" name=""/>
          <p:cNvSpPr txBox="1"/>
          <p:nvPr/>
        </p:nvSpPr>
        <p:spPr>
          <a:xfrm>
            <a:off x="422352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1117" name=""/>
          <p:cNvSpPr txBox="1"/>
          <p:nvPr/>
        </p:nvSpPr>
        <p:spPr>
          <a:xfrm>
            <a:off x="4814280" y="437076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1118" name=""/>
          <p:cNvSpPr txBox="1"/>
          <p:nvPr/>
        </p:nvSpPr>
        <p:spPr>
          <a:xfrm>
            <a:off x="666720" y="4751640"/>
            <a:ext cx="4813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1119" name=""/>
          <p:cNvSpPr txBox="1"/>
          <p:nvPr/>
        </p:nvSpPr>
        <p:spPr>
          <a:xfrm>
            <a:off x="1149480" y="47595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120" name=""/>
          <p:cNvSpPr txBox="1"/>
          <p:nvPr/>
        </p:nvSpPr>
        <p:spPr>
          <a:xfrm>
            <a:off x="1320840" y="47516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121" name=""/>
          <p:cNvSpPr txBox="1"/>
          <p:nvPr/>
        </p:nvSpPr>
        <p:spPr>
          <a:xfrm>
            <a:off x="1622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122" name=""/>
          <p:cNvSpPr txBox="1"/>
          <p:nvPr/>
        </p:nvSpPr>
        <p:spPr>
          <a:xfrm>
            <a:off x="224496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1123" name=""/>
          <p:cNvSpPr txBox="1"/>
          <p:nvPr/>
        </p:nvSpPr>
        <p:spPr>
          <a:xfrm>
            <a:off x="3016440" y="4751640"/>
            <a:ext cx="237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1124" name=""/>
          <p:cNvSpPr txBox="1"/>
          <p:nvPr/>
        </p:nvSpPr>
        <p:spPr>
          <a:xfrm>
            <a:off x="3623400" y="47595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125" name=""/>
          <p:cNvSpPr txBox="1"/>
          <p:nvPr/>
        </p:nvSpPr>
        <p:spPr>
          <a:xfrm>
            <a:off x="422352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1126" name=""/>
          <p:cNvSpPr txBox="1"/>
          <p:nvPr/>
        </p:nvSpPr>
        <p:spPr>
          <a:xfrm>
            <a:off x="4814280" y="475164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1127" name=""/>
          <p:cNvSpPr txBox="1"/>
          <p:nvPr/>
        </p:nvSpPr>
        <p:spPr>
          <a:xfrm>
            <a:off x="533520" y="52189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1128" name=""/>
          <p:cNvSpPr txBox="1"/>
          <p:nvPr/>
        </p:nvSpPr>
        <p:spPr>
          <a:xfrm>
            <a:off x="914400" y="5209920"/>
            <a:ext cx="11581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1129" name=""/>
          <p:cNvSpPr txBox="1"/>
          <p:nvPr/>
        </p:nvSpPr>
        <p:spPr>
          <a:xfrm>
            <a:off x="207180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0" name=""/>
          <p:cNvSpPr txBox="1"/>
          <p:nvPr/>
        </p:nvSpPr>
        <p:spPr>
          <a:xfrm>
            <a:off x="2262240" y="5209920"/>
            <a:ext cx="586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1131" name=""/>
          <p:cNvSpPr txBox="1"/>
          <p:nvPr/>
        </p:nvSpPr>
        <p:spPr>
          <a:xfrm>
            <a:off x="2847960" y="52189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2" name=""/>
          <p:cNvSpPr txBox="1"/>
          <p:nvPr/>
        </p:nvSpPr>
        <p:spPr>
          <a:xfrm>
            <a:off x="3038400" y="5209920"/>
            <a:ext cx="1059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1133" name=""/>
          <p:cNvSpPr txBox="1"/>
          <p:nvPr/>
        </p:nvSpPr>
        <p:spPr>
          <a:xfrm>
            <a:off x="4096800" y="5218920"/>
            <a:ext cx="762840" cy="19116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1134" name=""/>
          <p:cNvSpPr txBox="1"/>
          <p:nvPr/>
        </p:nvSpPr>
        <p:spPr>
          <a:xfrm>
            <a:off x="4847400" y="5209920"/>
            <a:ext cx="8301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1135" name=""/>
          <p:cNvSpPr txBox="1"/>
          <p:nvPr/>
        </p:nvSpPr>
        <p:spPr>
          <a:xfrm>
            <a:off x="533520" y="5495400"/>
            <a:ext cx="794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1136" name=""/>
          <p:cNvSpPr txBox="1"/>
          <p:nvPr/>
        </p:nvSpPr>
        <p:spPr>
          <a:xfrm>
            <a:off x="1323720" y="550440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137" name=""/>
          <p:cNvSpPr txBox="1"/>
          <p:nvPr/>
        </p:nvSpPr>
        <p:spPr>
          <a:xfrm>
            <a:off x="1514160" y="5495400"/>
            <a:ext cx="1695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1138" name=""/>
          <p:cNvSpPr txBox="1"/>
          <p:nvPr/>
        </p:nvSpPr>
        <p:spPr>
          <a:xfrm>
            <a:off x="3209400" y="550440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1139" name=""/>
          <p:cNvPicPr/>
          <p:nvPr/>
        </p:nvPicPr>
        <p:blipFill>
          <a:blip r:embed="rId1"/>
          <a:stretch/>
        </p:blipFill>
        <p:spPr>
          <a:xfrm>
            <a:off x="6210360" y="1704960"/>
            <a:ext cx="5447880" cy="3362040"/>
          </a:xfrm>
          <a:prstGeom prst="rect">
            <a:avLst/>
          </a:prstGeom>
          <a:noFill/>
          <a:ln w="0">
            <a:noFill/>
          </a:ln>
        </p:spPr>
      </p:pic>
      <p:sp>
        <p:nvSpPr>
          <p:cNvPr id="1140" name=""/>
          <p:cNvSpPr txBox="1"/>
          <p:nvPr/>
        </p:nvSpPr>
        <p:spPr>
          <a:xfrm>
            <a:off x="8096400" y="133848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1141" name=""/>
          <p:cNvSpPr txBox="1"/>
          <p:nvPr/>
        </p:nvSpPr>
        <p:spPr>
          <a:xfrm>
            <a:off x="723960" y="6179760"/>
            <a:ext cx="52599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11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6" name=""/>
          <p:cNvSpPr/>
          <p:nvPr/>
        </p:nvSpPr>
        <p:spPr>
          <a:xfrm>
            <a:off x="533160" y="137124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47" name=""/>
          <p:cNvSpPr/>
          <p:nvPr/>
        </p:nvSpPr>
        <p:spPr>
          <a:xfrm>
            <a:off x="618840" y="17809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txBox="1"/>
          <p:nvPr/>
        </p:nvSpPr>
        <p:spPr>
          <a:xfrm>
            <a:off x="533520" y="855360"/>
            <a:ext cx="5334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運⽤を通じた説明変数の⾒直し</a:t>
            </a:r>
            <a:endParaRPr lang="en-US" sz="3000" b="0" u="none" strike="noStrike">
              <a:solidFill>
                <a:srgbClr val="000000"/>
              </a:solidFill>
              <a:effectLst/>
              <a:uFillTx/>
              <a:latin typeface="游明朝体"/>
            </a:endParaRPr>
          </a:p>
        </p:txBody>
      </p:sp>
      <p:sp>
        <p:nvSpPr>
          <p:cNvPr id="1149" name=""/>
          <p:cNvSpPr txBox="1"/>
          <p:nvPr/>
        </p:nvSpPr>
        <p:spPr>
          <a:xfrm>
            <a:off x="799920" y="169452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1150" name=""/>
          <p:cNvSpPr txBox="1"/>
          <p:nvPr/>
        </p:nvSpPr>
        <p:spPr>
          <a:xfrm>
            <a:off x="4402440" y="1685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151" name=""/>
          <p:cNvSpPr txBox="1"/>
          <p:nvPr/>
        </p:nvSpPr>
        <p:spPr>
          <a:xfrm>
            <a:off x="4575240" y="16945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1152" name=""/>
          <p:cNvSpPr/>
          <p:nvPr/>
        </p:nvSpPr>
        <p:spPr>
          <a:xfrm>
            <a:off x="618840" y="2514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txBox="1"/>
          <p:nvPr/>
        </p:nvSpPr>
        <p:spPr>
          <a:xfrm>
            <a:off x="799920" y="203724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1154" name=""/>
          <p:cNvSpPr txBox="1"/>
          <p:nvPr/>
        </p:nvSpPr>
        <p:spPr>
          <a:xfrm>
            <a:off x="799920" y="24278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1155" name=""/>
          <p:cNvSpPr txBox="1"/>
          <p:nvPr/>
        </p:nvSpPr>
        <p:spPr>
          <a:xfrm>
            <a:off x="2133720" y="241884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1156" name=""/>
          <p:cNvSpPr txBox="1"/>
          <p:nvPr/>
        </p:nvSpPr>
        <p:spPr>
          <a:xfrm>
            <a:off x="2239560" y="242784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1157" name=""/>
          <p:cNvSpPr/>
          <p:nvPr/>
        </p:nvSpPr>
        <p:spPr>
          <a:xfrm>
            <a:off x="618840" y="32479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59"/>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txBox="1"/>
          <p:nvPr/>
        </p:nvSpPr>
        <p:spPr>
          <a:xfrm>
            <a:off x="799920" y="277092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1159" name=""/>
          <p:cNvSpPr txBox="1"/>
          <p:nvPr/>
        </p:nvSpPr>
        <p:spPr>
          <a:xfrm>
            <a:off x="799920" y="31525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1160" name=""/>
          <p:cNvSpPr txBox="1"/>
          <p:nvPr/>
        </p:nvSpPr>
        <p:spPr>
          <a:xfrm>
            <a:off x="906120" y="3161520"/>
            <a:ext cx="3810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1161" name=""/>
          <p:cNvSpPr/>
          <p:nvPr/>
        </p:nvSpPr>
        <p:spPr>
          <a:xfrm>
            <a:off x="618840" y="39812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txBox="1"/>
          <p:nvPr/>
        </p:nvSpPr>
        <p:spPr>
          <a:xfrm>
            <a:off x="799920" y="35042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1163"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4"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5"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6"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67" name=""/>
          <p:cNvSpPr/>
          <p:nvPr/>
        </p:nvSpPr>
        <p:spPr>
          <a:xfrm>
            <a:off x="5124240" y="2266920"/>
            <a:ext cx="810000" cy="638280"/>
          </a:xfrm>
          <a:custGeom>
            <a:avLst/>
            <a:gdLst/>
            <a:ahLst/>
            <a:rect l="0" t="0" r="r" b="b"/>
            <a:pathLst>
              <a:path w="2250" h="1773">
                <a:moveTo>
                  <a:pt x="12" y="71"/>
                </a:moveTo>
                <a:cubicBezTo>
                  <a:pt x="20" y="52"/>
                  <a:pt x="32" y="35"/>
                  <a:pt x="47" y="20"/>
                </a:cubicBezTo>
                <a:cubicBezTo>
                  <a:pt x="54" y="12"/>
                  <a:pt x="62" y="5"/>
                  <a:pt x="71" y="0"/>
                </a:cubicBezTo>
                <a:lnTo>
                  <a:pt x="2250" y="0"/>
                </a:lnTo>
                <a:lnTo>
                  <a:pt x="2250" y="1773"/>
                </a:lnTo>
                <a:lnTo>
                  <a:pt x="0" y="1773"/>
                </a:lnTo>
                <a:lnTo>
                  <a:pt x="0" y="132"/>
                </a:lnTo>
                <a:cubicBezTo>
                  <a:pt x="0" y="111"/>
                  <a:pt x="4" y="91"/>
                  <a:pt x="12" y="7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8" name=""/>
          <p:cNvSpPr/>
          <p:nvPr/>
        </p:nvSpPr>
        <p:spPr>
          <a:xfrm>
            <a:off x="5933880" y="226692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9" name=""/>
          <p:cNvSpPr/>
          <p:nvPr/>
        </p:nvSpPr>
        <p:spPr>
          <a:xfrm>
            <a:off x="7134120" y="226692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0" name=""/>
          <p:cNvSpPr/>
          <p:nvPr/>
        </p:nvSpPr>
        <p:spPr>
          <a:xfrm>
            <a:off x="10848960" y="2266920"/>
            <a:ext cx="809640" cy="638280"/>
          </a:xfrm>
          <a:custGeom>
            <a:avLst/>
            <a:gdLst/>
            <a:ahLst/>
            <a:rect l="0" t="0" r="r" b="b"/>
            <a:pathLst>
              <a:path w="2249" h="1773">
                <a:moveTo>
                  <a:pt x="2203" y="20"/>
                </a:moveTo>
                <a:cubicBezTo>
                  <a:pt x="2218" y="35"/>
                  <a:pt x="2229" y="52"/>
                  <a:pt x="2237" y="71"/>
                </a:cubicBezTo>
                <a:cubicBezTo>
                  <a:pt x="2245" y="91"/>
                  <a:pt x="2249" y="111"/>
                  <a:pt x="2249" y="132"/>
                </a:cubicBezTo>
                <a:lnTo>
                  <a:pt x="2249" y="1773"/>
                </a:lnTo>
                <a:lnTo>
                  <a:pt x="0" y="1773"/>
                </a:lnTo>
                <a:lnTo>
                  <a:pt x="0" y="0"/>
                </a:lnTo>
                <a:lnTo>
                  <a:pt x="2179" y="0"/>
                </a:lnTo>
                <a:cubicBezTo>
                  <a:pt x="2187" y="5"/>
                  <a:pt x="2195" y="12"/>
                  <a:pt x="2203"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71"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5124240" y="290484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5933880" y="29048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7134120" y="29048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10848960" y="290484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5124240" y="354312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933880" y="354312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7134120" y="354312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10848960" y="354312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5124240" y="418140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5933880" y="418140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7134120" y="418140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10848960" y="418140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5124240" y="4819320"/>
            <a:ext cx="810000" cy="638640"/>
          </a:xfrm>
          <a:custGeom>
            <a:avLst/>
            <a:gdLst/>
            <a:ahLst/>
            <a:rect l="0" t="0" r="r" b="b"/>
            <a:pathLst>
              <a:path w="2250" h="1774">
                <a:moveTo>
                  <a:pt x="159" y="1774"/>
                </a:moveTo>
                <a:cubicBezTo>
                  <a:pt x="138" y="1774"/>
                  <a:pt x="118" y="1770"/>
                  <a:pt x="98" y="1762"/>
                </a:cubicBezTo>
                <a:cubicBezTo>
                  <a:pt x="79" y="1754"/>
                  <a:pt x="61" y="1743"/>
                  <a:pt x="47" y="1728"/>
                </a:cubicBezTo>
                <a:cubicBezTo>
                  <a:pt x="32" y="1713"/>
                  <a:pt x="20" y="1696"/>
                  <a:pt x="12" y="1676"/>
                </a:cubicBezTo>
                <a:cubicBezTo>
                  <a:pt x="4" y="1656"/>
                  <a:pt x="0" y="1635"/>
                  <a:pt x="0" y="1614"/>
                </a:cubicBezTo>
                <a:lnTo>
                  <a:pt x="0" y="0"/>
                </a:lnTo>
                <a:lnTo>
                  <a:pt x="2250" y="0"/>
                </a:lnTo>
                <a:lnTo>
                  <a:pt x="2250" y="1774"/>
                </a:lnTo>
                <a:lnTo>
                  <a:pt x="159"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5933880" y="4819320"/>
            <a:ext cx="1200600" cy="638640"/>
          </a:xfrm>
          <a:custGeom>
            <a:avLst/>
            <a:gdLst/>
            <a:ahLst/>
            <a:rect l="0" t="0" r="r" b="b"/>
            <a:pathLst>
              <a:path w="3335" h="1774">
                <a:moveTo>
                  <a:pt x="0" y="1774"/>
                </a:moveTo>
                <a:lnTo>
                  <a:pt x="0" y="0"/>
                </a:lnTo>
                <a:lnTo>
                  <a:pt x="3335" y="0"/>
                </a:lnTo>
                <a:lnTo>
                  <a:pt x="3335"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7134120" y="4819320"/>
            <a:ext cx="3715200" cy="638640"/>
          </a:xfrm>
          <a:custGeom>
            <a:avLst/>
            <a:gdLst/>
            <a:ahLst/>
            <a:rect l="0" t="0" r="r" b="b"/>
            <a:pathLst>
              <a:path w="10320" h="1774">
                <a:moveTo>
                  <a:pt x="0" y="1774"/>
                </a:moveTo>
                <a:lnTo>
                  <a:pt x="0" y="0"/>
                </a:lnTo>
                <a:lnTo>
                  <a:pt x="10320" y="0"/>
                </a:lnTo>
                <a:lnTo>
                  <a:pt x="10320" y="1774"/>
                </a:lnTo>
                <a:lnTo>
                  <a:pt x="0" y="177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2" name=""/>
          <p:cNvSpPr/>
          <p:nvPr/>
        </p:nvSpPr>
        <p:spPr>
          <a:xfrm>
            <a:off x="10848960" y="4819320"/>
            <a:ext cx="809640" cy="638640"/>
          </a:xfrm>
          <a:custGeom>
            <a:avLst/>
            <a:gdLst/>
            <a:ahLst/>
            <a:rect l="0" t="0" r="r" b="b"/>
            <a:pathLst>
              <a:path w="2249" h="1774">
                <a:moveTo>
                  <a:pt x="2249" y="1614"/>
                </a:moveTo>
                <a:cubicBezTo>
                  <a:pt x="2249" y="1635"/>
                  <a:pt x="2245" y="1656"/>
                  <a:pt x="2237" y="1676"/>
                </a:cubicBezTo>
                <a:cubicBezTo>
                  <a:pt x="2229" y="1696"/>
                  <a:pt x="2218" y="1713"/>
                  <a:pt x="2203" y="1728"/>
                </a:cubicBezTo>
                <a:cubicBezTo>
                  <a:pt x="2188" y="1743"/>
                  <a:pt x="2171" y="1754"/>
                  <a:pt x="2151" y="1762"/>
                </a:cubicBezTo>
                <a:cubicBezTo>
                  <a:pt x="2132" y="1770"/>
                  <a:pt x="2112" y="1774"/>
                  <a:pt x="2091" y="1774"/>
                </a:cubicBezTo>
                <a:lnTo>
                  <a:pt x="0" y="1774"/>
                </a:lnTo>
                <a:lnTo>
                  <a:pt x="0" y="0"/>
                </a:lnTo>
                <a:lnTo>
                  <a:pt x="2249" y="0"/>
                </a:lnTo>
                <a:lnTo>
                  <a:pt x="2249" y="1614"/>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3" name=""/>
          <p:cNvSpPr/>
          <p:nvPr/>
        </p:nvSpPr>
        <p:spPr>
          <a:xfrm>
            <a:off x="5124240" y="2282760"/>
            <a:ext cx="10440" cy="622440"/>
          </a:xfrm>
          <a:custGeom>
            <a:avLst/>
            <a:gdLst/>
            <a:ahLst/>
            <a:rect l="0" t="0" r="r" b="b"/>
            <a:pathLst>
              <a:path w="29" h="1729">
                <a:moveTo>
                  <a:pt x="13" y="27"/>
                </a:moveTo>
                <a:cubicBezTo>
                  <a:pt x="17" y="18"/>
                  <a:pt x="22" y="9"/>
                  <a:pt x="29" y="0"/>
                </a:cubicBezTo>
                <a:lnTo>
                  <a:pt x="29" y="1729"/>
                </a:lnTo>
                <a:lnTo>
                  <a:pt x="0" y="1729"/>
                </a:lnTo>
                <a:lnTo>
                  <a:pt x="0" y="88"/>
                </a:lnTo>
                <a:cubicBezTo>
                  <a:pt x="0" y="67"/>
                  <a:pt x="5" y="47"/>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4" name=""/>
          <p:cNvSpPr/>
          <p:nvPr/>
        </p:nvSpPr>
        <p:spPr>
          <a:xfrm>
            <a:off x="5149800" y="2257200"/>
            <a:ext cx="784440" cy="10080"/>
          </a:xfrm>
          <a:custGeom>
            <a:avLst/>
            <a:gdLst/>
            <a:ahLst/>
            <a:rect l="0" t="0" r="r" b="b"/>
            <a:pathLst>
              <a:path w="2179" h="28">
                <a:moveTo>
                  <a:pt x="27" y="13"/>
                </a:moveTo>
                <a:cubicBezTo>
                  <a:pt x="47" y="4"/>
                  <a:pt x="67" y="0"/>
                  <a:pt x="88" y="0"/>
                </a:cubicBezTo>
                <a:lnTo>
                  <a:pt x="2179" y="0"/>
                </a:lnTo>
                <a:lnTo>
                  <a:pt x="2179" y="28"/>
                </a:lnTo>
                <a:lnTo>
                  <a:pt x="0" y="28"/>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5" name=""/>
          <p:cNvSpPr/>
          <p:nvPr/>
        </p:nvSpPr>
        <p:spPr>
          <a:xfrm>
            <a:off x="5924520" y="225720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6" name=""/>
          <p:cNvSpPr/>
          <p:nvPr/>
        </p:nvSpPr>
        <p:spPr>
          <a:xfrm>
            <a:off x="5933880" y="225720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7" name=""/>
          <p:cNvSpPr/>
          <p:nvPr/>
        </p:nvSpPr>
        <p:spPr>
          <a:xfrm>
            <a:off x="712440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8" name=""/>
          <p:cNvSpPr/>
          <p:nvPr/>
        </p:nvSpPr>
        <p:spPr>
          <a:xfrm>
            <a:off x="7134120" y="225720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9" name=""/>
          <p:cNvSpPr/>
          <p:nvPr/>
        </p:nvSpPr>
        <p:spPr>
          <a:xfrm>
            <a:off x="10839240" y="225720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0" name=""/>
          <p:cNvSpPr/>
          <p:nvPr/>
        </p:nvSpPr>
        <p:spPr>
          <a:xfrm>
            <a:off x="10848960" y="2257200"/>
            <a:ext cx="784440" cy="10080"/>
          </a:xfrm>
          <a:custGeom>
            <a:avLst/>
            <a:gdLst/>
            <a:ahLst/>
            <a:rect l="0" t="0" r="r" b="b"/>
            <a:pathLst>
              <a:path w="2179" h="28">
                <a:moveTo>
                  <a:pt x="2151" y="13"/>
                </a:moveTo>
                <a:cubicBezTo>
                  <a:pt x="2161" y="17"/>
                  <a:pt x="2170" y="22"/>
                  <a:pt x="2179" y="28"/>
                </a:cubicBezTo>
                <a:lnTo>
                  <a:pt x="0" y="28"/>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1" name=""/>
          <p:cNvSpPr/>
          <p:nvPr/>
        </p:nvSpPr>
        <p:spPr>
          <a:xfrm>
            <a:off x="11648880" y="2282760"/>
            <a:ext cx="9720" cy="622440"/>
          </a:xfrm>
          <a:custGeom>
            <a:avLst/>
            <a:gdLst/>
            <a:ahLst/>
            <a:rect l="0" t="0" r="r" b="b"/>
            <a:pathLst>
              <a:path w="27" h="1729">
                <a:moveTo>
                  <a:pt x="14" y="27"/>
                </a:moveTo>
                <a:cubicBezTo>
                  <a:pt x="22" y="47"/>
                  <a:pt x="27" y="67"/>
                  <a:pt x="27" y="88"/>
                </a:cubicBezTo>
                <a:lnTo>
                  <a:pt x="27" y="1729"/>
                </a:lnTo>
                <a:lnTo>
                  <a:pt x="0" y="1729"/>
                </a:lnTo>
                <a:lnTo>
                  <a:pt x="0" y="0"/>
                </a:lnTo>
                <a:cubicBezTo>
                  <a:pt x="6" y="9"/>
                  <a:pt x="10" y="18"/>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2" name=""/>
          <p:cNvSpPr/>
          <p:nvPr/>
        </p:nvSpPr>
        <p:spPr>
          <a:xfrm>
            <a:off x="5124240" y="289548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3" name=""/>
          <p:cNvSpPr/>
          <p:nvPr/>
        </p:nvSpPr>
        <p:spPr>
          <a:xfrm>
            <a:off x="5933880" y="28954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4" name=""/>
          <p:cNvSpPr/>
          <p:nvPr/>
        </p:nvSpPr>
        <p:spPr>
          <a:xfrm>
            <a:off x="7134120" y="28954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5" name=""/>
          <p:cNvSpPr/>
          <p:nvPr/>
        </p:nvSpPr>
        <p:spPr>
          <a:xfrm>
            <a:off x="10848960" y="289548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6" name=""/>
          <p:cNvSpPr/>
          <p:nvPr/>
        </p:nvSpPr>
        <p:spPr>
          <a:xfrm>
            <a:off x="5124240" y="290484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7" name=""/>
          <p:cNvSpPr/>
          <p:nvPr/>
        </p:nvSpPr>
        <p:spPr>
          <a:xfrm>
            <a:off x="5924520" y="290484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8" name=""/>
          <p:cNvSpPr/>
          <p:nvPr/>
        </p:nvSpPr>
        <p:spPr>
          <a:xfrm>
            <a:off x="712440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19" name=""/>
          <p:cNvSpPr/>
          <p:nvPr/>
        </p:nvSpPr>
        <p:spPr>
          <a:xfrm>
            <a:off x="10839240" y="290484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0" name=""/>
          <p:cNvSpPr/>
          <p:nvPr/>
        </p:nvSpPr>
        <p:spPr>
          <a:xfrm>
            <a:off x="11648880" y="290484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1" name=""/>
          <p:cNvSpPr/>
          <p:nvPr/>
        </p:nvSpPr>
        <p:spPr>
          <a:xfrm>
            <a:off x="5124240" y="35431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2" name=""/>
          <p:cNvSpPr/>
          <p:nvPr/>
        </p:nvSpPr>
        <p:spPr>
          <a:xfrm>
            <a:off x="5124240" y="35337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3" name=""/>
          <p:cNvSpPr/>
          <p:nvPr/>
        </p:nvSpPr>
        <p:spPr>
          <a:xfrm>
            <a:off x="5924520" y="35431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4" name=""/>
          <p:cNvSpPr/>
          <p:nvPr/>
        </p:nvSpPr>
        <p:spPr>
          <a:xfrm>
            <a:off x="5933880" y="35337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5" name=""/>
          <p:cNvSpPr/>
          <p:nvPr/>
        </p:nvSpPr>
        <p:spPr>
          <a:xfrm>
            <a:off x="712440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6" name=""/>
          <p:cNvSpPr/>
          <p:nvPr/>
        </p:nvSpPr>
        <p:spPr>
          <a:xfrm>
            <a:off x="7134120" y="35337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7" name=""/>
          <p:cNvSpPr/>
          <p:nvPr/>
        </p:nvSpPr>
        <p:spPr>
          <a:xfrm>
            <a:off x="10839240" y="35431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8" name=""/>
          <p:cNvSpPr/>
          <p:nvPr/>
        </p:nvSpPr>
        <p:spPr>
          <a:xfrm>
            <a:off x="10848960" y="35337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29" name=""/>
          <p:cNvSpPr/>
          <p:nvPr/>
        </p:nvSpPr>
        <p:spPr>
          <a:xfrm>
            <a:off x="11648880" y="35431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0" name=""/>
          <p:cNvSpPr/>
          <p:nvPr/>
        </p:nvSpPr>
        <p:spPr>
          <a:xfrm>
            <a:off x="5124240" y="418140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1" name=""/>
          <p:cNvSpPr/>
          <p:nvPr/>
        </p:nvSpPr>
        <p:spPr>
          <a:xfrm>
            <a:off x="5124240" y="41716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2" name=""/>
          <p:cNvSpPr/>
          <p:nvPr/>
        </p:nvSpPr>
        <p:spPr>
          <a:xfrm>
            <a:off x="5924520" y="418140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3" name=""/>
          <p:cNvSpPr/>
          <p:nvPr/>
        </p:nvSpPr>
        <p:spPr>
          <a:xfrm>
            <a:off x="5933880" y="41716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4" name=""/>
          <p:cNvSpPr/>
          <p:nvPr/>
        </p:nvSpPr>
        <p:spPr>
          <a:xfrm>
            <a:off x="712440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5" name=""/>
          <p:cNvSpPr/>
          <p:nvPr/>
        </p:nvSpPr>
        <p:spPr>
          <a:xfrm>
            <a:off x="7134120" y="41716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6" name=""/>
          <p:cNvSpPr/>
          <p:nvPr/>
        </p:nvSpPr>
        <p:spPr>
          <a:xfrm>
            <a:off x="10839240" y="418140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7" name=""/>
          <p:cNvSpPr/>
          <p:nvPr/>
        </p:nvSpPr>
        <p:spPr>
          <a:xfrm>
            <a:off x="10848960" y="41716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8" name=""/>
          <p:cNvSpPr/>
          <p:nvPr/>
        </p:nvSpPr>
        <p:spPr>
          <a:xfrm>
            <a:off x="11648880" y="418140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39" name=""/>
          <p:cNvSpPr/>
          <p:nvPr/>
        </p:nvSpPr>
        <p:spPr>
          <a:xfrm>
            <a:off x="5124240" y="481932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0" name=""/>
          <p:cNvSpPr/>
          <p:nvPr/>
        </p:nvSpPr>
        <p:spPr>
          <a:xfrm>
            <a:off x="5124240" y="48099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1" name=""/>
          <p:cNvSpPr/>
          <p:nvPr/>
        </p:nvSpPr>
        <p:spPr>
          <a:xfrm>
            <a:off x="5924520" y="481932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2" name=""/>
          <p:cNvSpPr/>
          <p:nvPr/>
        </p:nvSpPr>
        <p:spPr>
          <a:xfrm>
            <a:off x="5933880" y="48099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3" name=""/>
          <p:cNvSpPr/>
          <p:nvPr/>
        </p:nvSpPr>
        <p:spPr>
          <a:xfrm>
            <a:off x="712440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4" name=""/>
          <p:cNvSpPr/>
          <p:nvPr/>
        </p:nvSpPr>
        <p:spPr>
          <a:xfrm>
            <a:off x="7134120" y="48099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5" name=""/>
          <p:cNvSpPr/>
          <p:nvPr/>
        </p:nvSpPr>
        <p:spPr>
          <a:xfrm>
            <a:off x="10839240" y="481932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6" name=""/>
          <p:cNvSpPr/>
          <p:nvPr/>
        </p:nvSpPr>
        <p:spPr>
          <a:xfrm>
            <a:off x="10848960" y="48099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7" name=""/>
          <p:cNvSpPr/>
          <p:nvPr/>
        </p:nvSpPr>
        <p:spPr>
          <a:xfrm>
            <a:off x="11648880" y="481932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8" name=""/>
          <p:cNvSpPr/>
          <p:nvPr/>
        </p:nvSpPr>
        <p:spPr>
          <a:xfrm>
            <a:off x="5149800" y="5448240"/>
            <a:ext cx="784440" cy="9720"/>
          </a:xfrm>
          <a:custGeom>
            <a:avLst/>
            <a:gdLst/>
            <a:ahLst/>
            <a:rect l="0" t="0" r="r" b="b"/>
            <a:pathLst>
              <a:path w="2179" h="27">
                <a:moveTo>
                  <a:pt x="88" y="27"/>
                </a:moveTo>
                <a:cubicBezTo>
                  <a:pt x="67" y="27"/>
                  <a:pt x="47" y="23"/>
                  <a:pt x="27" y="15"/>
                </a:cubicBezTo>
                <a:cubicBezTo>
                  <a:pt x="18" y="10"/>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49" name=""/>
          <p:cNvSpPr/>
          <p:nvPr/>
        </p:nvSpPr>
        <p:spPr>
          <a:xfrm>
            <a:off x="5933880" y="544824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0" name=""/>
          <p:cNvSpPr/>
          <p:nvPr/>
        </p:nvSpPr>
        <p:spPr>
          <a:xfrm>
            <a:off x="7134120" y="544824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1" name=""/>
          <p:cNvSpPr/>
          <p:nvPr/>
        </p:nvSpPr>
        <p:spPr>
          <a:xfrm>
            <a:off x="10848960" y="544824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0"/>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52" name=""/>
          <p:cNvSpPr txBox="1"/>
          <p:nvPr/>
        </p:nvSpPr>
        <p:spPr>
          <a:xfrm>
            <a:off x="799920" y="389484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1253" name=""/>
          <p:cNvSpPr txBox="1"/>
          <p:nvPr/>
        </p:nvSpPr>
        <p:spPr>
          <a:xfrm>
            <a:off x="5120640" y="1867680"/>
            <a:ext cx="1044720" cy="209160"/>
          </a:xfrm>
          <a:prstGeom prst="rect">
            <a:avLst/>
          </a:prstGeom>
          <a:noFill/>
          <a:ln w="0">
            <a:noFill/>
          </a:ln>
        </p:spPr>
        <p:txBody>
          <a:bodyPr wrap="none" lIns="0" tIns="0" rIns="0" bIns="0" anchor="t">
            <a:spAutoFit/>
          </a:bodyPr>
          <a:p>
            <a:pPr/>
            <a:r>
              <a:rPr lang="ja-JP" sz="1650" b="1" u="none" strike="noStrike">
                <a:solidFill>
                  <a:srgbClr val="1BAF7A"/>
                </a:solidFill>
                <a:effectLst/>
                <a:uFillTx/>
                <a:latin typeface="HiraginoSans-W5"/>
                <a:ea typeface="HiraginoSans-W5"/>
              </a:rPr>
              <a:t>モデル変遷</a:t>
            </a:r>
            <a:endParaRPr lang="en-US" sz="1650" b="0" u="none" strike="noStrike">
              <a:solidFill>
                <a:srgbClr val="000000"/>
              </a:solidFill>
              <a:effectLst/>
              <a:uFillTx/>
              <a:latin typeface="游明朝体"/>
            </a:endParaRPr>
          </a:p>
        </p:txBody>
      </p:sp>
      <p:sp>
        <p:nvSpPr>
          <p:cNvPr id="1254" name=""/>
          <p:cNvSpPr txBox="1"/>
          <p:nvPr/>
        </p:nvSpPr>
        <p:spPr>
          <a:xfrm>
            <a:off x="5253840" y="23594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1255" name=""/>
          <p:cNvSpPr txBox="1"/>
          <p:nvPr/>
        </p:nvSpPr>
        <p:spPr>
          <a:xfrm>
            <a:off x="5253840" y="2616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1256" name=""/>
          <p:cNvSpPr txBox="1"/>
          <p:nvPr/>
        </p:nvSpPr>
        <p:spPr>
          <a:xfrm>
            <a:off x="6058080" y="24926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1257" name=""/>
          <p:cNvSpPr txBox="1"/>
          <p:nvPr/>
        </p:nvSpPr>
        <p:spPr>
          <a:xfrm>
            <a:off x="7261920" y="249264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1258" name=""/>
          <p:cNvSpPr txBox="1"/>
          <p:nvPr/>
        </p:nvSpPr>
        <p:spPr>
          <a:xfrm>
            <a:off x="10973520" y="235152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1259" name=""/>
          <p:cNvSpPr txBox="1"/>
          <p:nvPr/>
        </p:nvSpPr>
        <p:spPr>
          <a:xfrm>
            <a:off x="10973520" y="260856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1260" name=""/>
          <p:cNvSpPr txBox="1"/>
          <p:nvPr/>
        </p:nvSpPr>
        <p:spPr>
          <a:xfrm>
            <a:off x="5253840" y="312300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1261" name=""/>
          <p:cNvSpPr txBox="1"/>
          <p:nvPr/>
        </p:nvSpPr>
        <p:spPr>
          <a:xfrm>
            <a:off x="60580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2" name=""/>
          <p:cNvSpPr txBox="1"/>
          <p:nvPr/>
        </p:nvSpPr>
        <p:spPr>
          <a:xfrm>
            <a:off x="6229440" y="298944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63" name=""/>
          <p:cNvSpPr txBox="1"/>
          <p:nvPr/>
        </p:nvSpPr>
        <p:spPr>
          <a:xfrm>
            <a:off x="6058080" y="324684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1264" name=""/>
          <p:cNvSpPr txBox="1"/>
          <p:nvPr/>
        </p:nvSpPr>
        <p:spPr>
          <a:xfrm>
            <a:off x="7261920" y="298944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1265" name=""/>
          <p:cNvSpPr txBox="1"/>
          <p:nvPr/>
        </p:nvSpPr>
        <p:spPr>
          <a:xfrm>
            <a:off x="7356960" y="299772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66" name=""/>
          <p:cNvSpPr txBox="1"/>
          <p:nvPr/>
        </p:nvSpPr>
        <p:spPr>
          <a:xfrm>
            <a:off x="7871400" y="298944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67" name=""/>
          <p:cNvSpPr txBox="1"/>
          <p:nvPr/>
        </p:nvSpPr>
        <p:spPr>
          <a:xfrm>
            <a:off x="822996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68" name=""/>
          <p:cNvSpPr txBox="1"/>
          <p:nvPr/>
        </p:nvSpPr>
        <p:spPr>
          <a:xfrm>
            <a:off x="8401680" y="2989440"/>
            <a:ext cx="7689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1269" name=""/>
          <p:cNvSpPr txBox="1"/>
          <p:nvPr/>
        </p:nvSpPr>
        <p:spPr>
          <a:xfrm>
            <a:off x="9173160" y="29977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0" name=""/>
          <p:cNvSpPr txBox="1"/>
          <p:nvPr/>
        </p:nvSpPr>
        <p:spPr>
          <a:xfrm>
            <a:off x="9516240" y="2989440"/>
            <a:ext cx="550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1271" name=""/>
          <p:cNvSpPr txBox="1"/>
          <p:nvPr/>
        </p:nvSpPr>
        <p:spPr>
          <a:xfrm>
            <a:off x="10068480" y="29977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2" name=""/>
          <p:cNvSpPr txBox="1"/>
          <p:nvPr/>
        </p:nvSpPr>
        <p:spPr>
          <a:xfrm>
            <a:off x="7261920" y="3246840"/>
            <a:ext cx="117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1273" name=""/>
          <p:cNvSpPr txBox="1"/>
          <p:nvPr/>
        </p:nvSpPr>
        <p:spPr>
          <a:xfrm>
            <a:off x="8442720" y="32547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74" name=""/>
          <p:cNvSpPr txBox="1"/>
          <p:nvPr/>
        </p:nvSpPr>
        <p:spPr>
          <a:xfrm>
            <a:off x="8614440" y="3246840"/>
            <a:ext cx="1189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1275" name=""/>
          <p:cNvSpPr txBox="1"/>
          <p:nvPr/>
        </p:nvSpPr>
        <p:spPr>
          <a:xfrm>
            <a:off x="9808200" y="325476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76" name=""/>
          <p:cNvSpPr txBox="1"/>
          <p:nvPr/>
        </p:nvSpPr>
        <p:spPr>
          <a:xfrm>
            <a:off x="10973520" y="3123000"/>
            <a:ext cx="171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1277" name=""/>
          <p:cNvSpPr txBox="1"/>
          <p:nvPr/>
        </p:nvSpPr>
        <p:spPr>
          <a:xfrm>
            <a:off x="5253840" y="3760920"/>
            <a:ext cx="181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1278" name=""/>
          <p:cNvSpPr txBox="1"/>
          <p:nvPr/>
        </p:nvSpPr>
        <p:spPr>
          <a:xfrm>
            <a:off x="6058080" y="36277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1279" name=""/>
          <p:cNvSpPr txBox="1"/>
          <p:nvPr/>
        </p:nvSpPr>
        <p:spPr>
          <a:xfrm>
            <a:off x="6058080" y="388476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1280" name=""/>
          <p:cNvSpPr txBox="1"/>
          <p:nvPr/>
        </p:nvSpPr>
        <p:spPr>
          <a:xfrm>
            <a:off x="6248880" y="3893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1" name=""/>
          <p:cNvSpPr txBox="1"/>
          <p:nvPr/>
        </p:nvSpPr>
        <p:spPr>
          <a:xfrm>
            <a:off x="6420240" y="3884760"/>
            <a:ext cx="4467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1282" name=""/>
          <p:cNvSpPr txBox="1"/>
          <p:nvPr/>
        </p:nvSpPr>
        <p:spPr>
          <a:xfrm>
            <a:off x="7261920" y="376092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1283" name=""/>
          <p:cNvSpPr txBox="1"/>
          <p:nvPr/>
        </p:nvSpPr>
        <p:spPr>
          <a:xfrm>
            <a:off x="7356960" y="37692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284" name=""/>
          <p:cNvSpPr txBox="1"/>
          <p:nvPr/>
        </p:nvSpPr>
        <p:spPr>
          <a:xfrm>
            <a:off x="7871400" y="376092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85" name=""/>
          <p:cNvSpPr txBox="1"/>
          <p:nvPr/>
        </p:nvSpPr>
        <p:spPr>
          <a:xfrm>
            <a:off x="82299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6" name=""/>
          <p:cNvSpPr txBox="1"/>
          <p:nvPr/>
        </p:nvSpPr>
        <p:spPr>
          <a:xfrm>
            <a:off x="8401680" y="376092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287" name=""/>
          <p:cNvSpPr txBox="1"/>
          <p:nvPr/>
        </p:nvSpPr>
        <p:spPr>
          <a:xfrm>
            <a:off x="9185760" y="37692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288" name=""/>
          <p:cNvSpPr txBox="1"/>
          <p:nvPr/>
        </p:nvSpPr>
        <p:spPr>
          <a:xfrm>
            <a:off x="9357120" y="3760920"/>
            <a:ext cx="8164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1289" name=""/>
          <p:cNvSpPr txBox="1"/>
          <p:nvPr/>
        </p:nvSpPr>
        <p:spPr>
          <a:xfrm>
            <a:off x="10176480" y="376920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1290" name=""/>
          <p:cNvSpPr txBox="1"/>
          <p:nvPr/>
        </p:nvSpPr>
        <p:spPr>
          <a:xfrm>
            <a:off x="10973520" y="36277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1291" name=""/>
          <p:cNvSpPr txBox="1"/>
          <p:nvPr/>
        </p:nvSpPr>
        <p:spPr>
          <a:xfrm>
            <a:off x="10973520" y="388476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292" name=""/>
          <p:cNvSpPr txBox="1"/>
          <p:nvPr/>
        </p:nvSpPr>
        <p:spPr>
          <a:xfrm>
            <a:off x="5253840" y="4399200"/>
            <a:ext cx="18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293" name=""/>
          <p:cNvSpPr txBox="1"/>
          <p:nvPr/>
        </p:nvSpPr>
        <p:spPr>
          <a:xfrm>
            <a:off x="6058080" y="4266000"/>
            <a:ext cx="7092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294" name=""/>
          <p:cNvSpPr txBox="1"/>
          <p:nvPr/>
        </p:nvSpPr>
        <p:spPr>
          <a:xfrm>
            <a:off x="6058080" y="4523040"/>
            <a:ext cx="1904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1295" name=""/>
          <p:cNvSpPr txBox="1"/>
          <p:nvPr/>
        </p:nvSpPr>
        <p:spPr>
          <a:xfrm>
            <a:off x="6248880" y="453096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296" name=""/>
          <p:cNvSpPr txBox="1"/>
          <p:nvPr/>
        </p:nvSpPr>
        <p:spPr>
          <a:xfrm>
            <a:off x="7261920" y="4399200"/>
            <a:ext cx="171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297" name=""/>
          <p:cNvSpPr txBox="1"/>
          <p:nvPr/>
        </p:nvSpPr>
        <p:spPr>
          <a:xfrm>
            <a:off x="7356960" y="4407480"/>
            <a:ext cx="51264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1298" name=""/>
          <p:cNvSpPr txBox="1"/>
          <p:nvPr/>
        </p:nvSpPr>
        <p:spPr>
          <a:xfrm>
            <a:off x="7871400" y="4399200"/>
            <a:ext cx="3643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299" name=""/>
          <p:cNvSpPr txBox="1"/>
          <p:nvPr/>
        </p:nvSpPr>
        <p:spPr>
          <a:xfrm>
            <a:off x="823680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0" name=""/>
          <p:cNvSpPr txBox="1"/>
          <p:nvPr/>
        </p:nvSpPr>
        <p:spPr>
          <a:xfrm>
            <a:off x="8408160" y="4399200"/>
            <a:ext cx="8222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01" name=""/>
          <p:cNvSpPr txBox="1"/>
          <p:nvPr/>
        </p:nvSpPr>
        <p:spPr>
          <a:xfrm>
            <a:off x="923328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2" name=""/>
          <p:cNvSpPr txBox="1"/>
          <p:nvPr/>
        </p:nvSpPr>
        <p:spPr>
          <a:xfrm>
            <a:off x="9405000" y="4399200"/>
            <a:ext cx="34884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03" name=""/>
          <p:cNvSpPr txBox="1"/>
          <p:nvPr/>
        </p:nvSpPr>
        <p:spPr>
          <a:xfrm>
            <a:off x="9754560" y="440748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304" name=""/>
          <p:cNvSpPr txBox="1"/>
          <p:nvPr/>
        </p:nvSpPr>
        <p:spPr>
          <a:xfrm>
            <a:off x="10973520" y="4266000"/>
            <a:ext cx="33300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1305" name=""/>
          <p:cNvSpPr txBox="1"/>
          <p:nvPr/>
        </p:nvSpPr>
        <p:spPr>
          <a:xfrm>
            <a:off x="10973520" y="4523040"/>
            <a:ext cx="3610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06" name=""/>
          <p:cNvSpPr txBox="1"/>
          <p:nvPr/>
        </p:nvSpPr>
        <p:spPr>
          <a:xfrm>
            <a:off x="5253840" y="5037480"/>
            <a:ext cx="2822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307" name=""/>
          <p:cNvSpPr txBox="1"/>
          <p:nvPr/>
        </p:nvSpPr>
        <p:spPr>
          <a:xfrm>
            <a:off x="6058080" y="4903920"/>
            <a:ext cx="7030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1308" name=""/>
          <p:cNvSpPr txBox="1"/>
          <p:nvPr/>
        </p:nvSpPr>
        <p:spPr>
          <a:xfrm>
            <a:off x="6058080" y="5161320"/>
            <a:ext cx="1904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1309" name=""/>
          <p:cNvSpPr txBox="1"/>
          <p:nvPr/>
        </p:nvSpPr>
        <p:spPr>
          <a:xfrm>
            <a:off x="6248880" y="5169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0" name=""/>
          <p:cNvSpPr txBox="1"/>
          <p:nvPr/>
        </p:nvSpPr>
        <p:spPr>
          <a:xfrm>
            <a:off x="7261920" y="50374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311" name=""/>
          <p:cNvSpPr txBox="1"/>
          <p:nvPr/>
        </p:nvSpPr>
        <p:spPr>
          <a:xfrm>
            <a:off x="735696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312" name=""/>
          <p:cNvSpPr txBox="1"/>
          <p:nvPr/>
        </p:nvSpPr>
        <p:spPr>
          <a:xfrm>
            <a:off x="7871400" y="50374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313" name=""/>
          <p:cNvSpPr txBox="1"/>
          <p:nvPr/>
        </p:nvSpPr>
        <p:spPr>
          <a:xfrm>
            <a:off x="82299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4" name=""/>
          <p:cNvSpPr txBox="1"/>
          <p:nvPr/>
        </p:nvSpPr>
        <p:spPr>
          <a:xfrm>
            <a:off x="8401680" y="5037480"/>
            <a:ext cx="7812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1315" name=""/>
          <p:cNvSpPr txBox="1"/>
          <p:nvPr/>
        </p:nvSpPr>
        <p:spPr>
          <a:xfrm>
            <a:off x="9185760" y="504540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316" name=""/>
          <p:cNvSpPr txBox="1"/>
          <p:nvPr/>
        </p:nvSpPr>
        <p:spPr>
          <a:xfrm>
            <a:off x="9357120" y="50374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317" name=""/>
          <p:cNvSpPr txBox="1"/>
          <p:nvPr/>
        </p:nvSpPr>
        <p:spPr>
          <a:xfrm>
            <a:off x="9699840" y="504540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1318" name=""/>
          <p:cNvSpPr txBox="1"/>
          <p:nvPr/>
        </p:nvSpPr>
        <p:spPr>
          <a:xfrm>
            <a:off x="10973520" y="4903920"/>
            <a:ext cx="333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1319" name=""/>
          <p:cNvSpPr txBox="1"/>
          <p:nvPr/>
        </p:nvSpPr>
        <p:spPr>
          <a:xfrm>
            <a:off x="10973520" y="5161320"/>
            <a:ext cx="342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1320" name=""/>
          <p:cNvSpPr txBox="1"/>
          <p:nvPr/>
        </p:nvSpPr>
        <p:spPr>
          <a:xfrm>
            <a:off x="5120640" y="563796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1321" name=""/>
          <p:cNvSpPr txBox="1"/>
          <p:nvPr/>
        </p:nvSpPr>
        <p:spPr>
          <a:xfrm>
            <a:off x="8168760" y="5628960"/>
            <a:ext cx="1136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1322" name=""/>
          <p:cNvSpPr txBox="1"/>
          <p:nvPr/>
        </p:nvSpPr>
        <p:spPr>
          <a:xfrm>
            <a:off x="9304920" y="5637960"/>
            <a:ext cx="191160" cy="2120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Arial"/>
                <a:ea typeface="Arial"/>
              </a:rPr>
              <a:t>→</a:t>
            </a:r>
            <a:endParaRPr lang="en-US" sz="1500" b="0" u="none" strike="noStrike">
              <a:solidFill>
                <a:srgbClr val="000000"/>
              </a:solidFill>
              <a:effectLst/>
              <a:uFillTx/>
              <a:latin typeface="游明朝体"/>
            </a:endParaRPr>
          </a:p>
        </p:txBody>
      </p:sp>
      <p:sp>
        <p:nvSpPr>
          <p:cNvPr id="1323" name=""/>
          <p:cNvSpPr txBox="1"/>
          <p:nvPr/>
        </p:nvSpPr>
        <p:spPr>
          <a:xfrm>
            <a:off x="9495360" y="5628960"/>
            <a:ext cx="8056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1324" name=""/>
          <p:cNvSpPr txBox="1"/>
          <p:nvPr/>
        </p:nvSpPr>
        <p:spPr>
          <a:xfrm>
            <a:off x="10300320" y="56379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3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29"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0" name=""/>
          <p:cNvSpPr/>
          <p:nvPr/>
        </p:nvSpPr>
        <p:spPr>
          <a:xfrm>
            <a:off x="552240" y="6153120"/>
            <a:ext cx="11106360" cy="704880"/>
          </a:xfrm>
          <a:custGeom>
            <a:avLst/>
            <a:gdLst/>
            <a:ahLst/>
            <a:rect l="0" t="0" r="r" b="b"/>
            <a:pathLst>
              <a:path w="30851" h="1958">
                <a:moveTo>
                  <a:pt x="0" y="195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1"/>
                  <a:pt x="30851" y="105"/>
                </a:cubicBezTo>
                <a:lnTo>
                  <a:pt x="30851" y="1932"/>
                </a:lnTo>
                <a:cubicBezTo>
                  <a:pt x="30851" y="1941"/>
                  <a:pt x="30850" y="1950"/>
                  <a:pt x="30848" y="1958"/>
                </a:cubicBezTo>
                <a:lnTo>
                  <a:pt x="0" y="195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1" name=""/>
          <p:cNvSpPr/>
          <p:nvPr/>
        </p:nvSpPr>
        <p:spPr>
          <a:xfrm>
            <a:off x="533160" y="6153120"/>
            <a:ext cx="38520" cy="704880"/>
          </a:xfrm>
          <a:custGeom>
            <a:avLst/>
            <a:gdLst/>
            <a:ahLst/>
            <a:rect l="0" t="0" r="r" b="b"/>
            <a:pathLst>
              <a:path w="107" h="1958">
                <a:moveTo>
                  <a:pt x="107" y="1958"/>
                </a:moveTo>
                <a:lnTo>
                  <a:pt x="0" y="1958"/>
                </a:lnTo>
                <a:lnTo>
                  <a:pt x="0" y="0"/>
                </a:lnTo>
                <a:lnTo>
                  <a:pt x="107" y="0"/>
                </a:lnTo>
                <a:lnTo>
                  <a:pt x="107" y="1958"/>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txBox="1"/>
          <p:nvPr/>
        </p:nvSpPr>
        <p:spPr>
          <a:xfrm>
            <a:off x="533520" y="493560"/>
            <a:ext cx="2286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現⾏モデル（</a:t>
            </a:r>
            <a:endParaRPr lang="en-US" sz="3000" b="0" u="none" strike="noStrike">
              <a:solidFill>
                <a:srgbClr val="000000"/>
              </a:solidFill>
              <a:effectLst/>
              <a:uFillTx/>
              <a:latin typeface="游明朝体"/>
            </a:endParaRPr>
          </a:p>
        </p:txBody>
      </p:sp>
      <p:sp>
        <p:nvSpPr>
          <p:cNvPr id="1333" name=""/>
          <p:cNvSpPr txBox="1"/>
          <p:nvPr/>
        </p:nvSpPr>
        <p:spPr>
          <a:xfrm>
            <a:off x="2800440" y="475560"/>
            <a:ext cx="151236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v3 / v3b </a:t>
            </a:r>
            <a:endParaRPr lang="en-US" sz="3000" b="0" u="none" strike="noStrike">
              <a:solidFill>
                <a:srgbClr val="000000"/>
              </a:solidFill>
              <a:effectLst/>
              <a:uFillTx/>
              <a:latin typeface="游明朝体"/>
            </a:endParaRPr>
          </a:p>
        </p:txBody>
      </p:sp>
      <p:sp>
        <p:nvSpPr>
          <p:cNvPr id="1334" name=""/>
          <p:cNvSpPr/>
          <p:nvPr/>
        </p:nvSpPr>
        <p:spPr>
          <a:xfrm>
            <a:off x="552240" y="1409400"/>
            <a:ext cx="6515640" cy="467280"/>
          </a:xfrm>
          <a:custGeom>
            <a:avLst/>
            <a:gdLst/>
            <a:ahLst/>
            <a:rect l="0" t="0" r="r" b="b"/>
            <a:pathLst>
              <a:path w="18099" h="1298">
                <a:moveTo>
                  <a:pt x="0" y="1298"/>
                </a:moveTo>
                <a:lnTo>
                  <a:pt x="0" y="0"/>
                </a:lnTo>
                <a:lnTo>
                  <a:pt x="17993" y="0"/>
                </a:lnTo>
                <a:cubicBezTo>
                  <a:pt x="18007" y="0"/>
                  <a:pt x="18020" y="3"/>
                  <a:pt x="18033" y="8"/>
                </a:cubicBezTo>
                <a:cubicBezTo>
                  <a:pt x="18046" y="14"/>
                  <a:pt x="18058" y="21"/>
                  <a:pt x="18068" y="31"/>
                </a:cubicBezTo>
                <a:cubicBezTo>
                  <a:pt x="18078" y="41"/>
                  <a:pt x="18085" y="53"/>
                  <a:pt x="18091" y="66"/>
                </a:cubicBezTo>
                <a:cubicBezTo>
                  <a:pt x="18096" y="79"/>
                  <a:pt x="18099" y="92"/>
                  <a:pt x="18099" y="106"/>
                </a:cubicBezTo>
                <a:lnTo>
                  <a:pt x="18099" y="1192"/>
                </a:lnTo>
                <a:cubicBezTo>
                  <a:pt x="18099" y="1206"/>
                  <a:pt x="18096" y="1219"/>
                  <a:pt x="18091" y="1232"/>
                </a:cubicBezTo>
                <a:cubicBezTo>
                  <a:pt x="18085" y="1245"/>
                  <a:pt x="18078" y="1257"/>
                  <a:pt x="18068" y="1267"/>
                </a:cubicBezTo>
                <a:cubicBezTo>
                  <a:pt x="18058" y="1277"/>
                  <a:pt x="18046" y="1284"/>
                  <a:pt x="18033" y="1290"/>
                </a:cubicBezTo>
                <a:cubicBezTo>
                  <a:pt x="18020" y="1295"/>
                  <a:pt x="18007" y="1298"/>
                  <a:pt x="17993" y="1298"/>
                </a:cubicBezTo>
                <a:lnTo>
                  <a:pt x="0" y="129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5" name=""/>
          <p:cNvSpPr/>
          <p:nvPr/>
        </p:nvSpPr>
        <p:spPr>
          <a:xfrm>
            <a:off x="533160" y="1409400"/>
            <a:ext cx="38520" cy="467280"/>
          </a:xfrm>
          <a:custGeom>
            <a:avLst/>
            <a:gdLst/>
            <a:ahLst/>
            <a:rect l="0" t="0" r="r" b="b"/>
            <a:pathLst>
              <a:path w="107" h="1298">
                <a:moveTo>
                  <a:pt x="0" y="0"/>
                </a:moveTo>
                <a:lnTo>
                  <a:pt x="107" y="0"/>
                </a:lnTo>
                <a:lnTo>
                  <a:pt x="107" y="1298"/>
                </a:lnTo>
                <a:lnTo>
                  <a:pt x="0" y="129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7"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8"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39" name=""/>
          <p:cNvSpPr/>
          <p:nvPr/>
        </p:nvSpPr>
        <p:spPr>
          <a:xfrm>
            <a:off x="542880" y="2019240"/>
            <a:ext cx="943200" cy="381240"/>
          </a:xfrm>
          <a:custGeom>
            <a:avLst/>
            <a:gdLst/>
            <a:ahLst/>
            <a:rect l="0" t="0" r="r" b="b"/>
            <a:pathLst>
              <a:path w="2620" h="1059">
                <a:moveTo>
                  <a:pt x="20" y="46"/>
                </a:moveTo>
                <a:cubicBezTo>
                  <a:pt x="35" y="31"/>
                  <a:pt x="52" y="20"/>
                  <a:pt x="71" y="12"/>
                </a:cubicBezTo>
                <a:cubicBezTo>
                  <a:pt x="91" y="4"/>
                  <a:pt x="111" y="0"/>
                  <a:pt x="132" y="0"/>
                </a:cubicBezTo>
                <a:lnTo>
                  <a:pt x="2620" y="0"/>
                </a:lnTo>
                <a:lnTo>
                  <a:pt x="2620" y="1059"/>
                </a:lnTo>
                <a:lnTo>
                  <a:pt x="0" y="1059"/>
                </a:lnTo>
                <a:lnTo>
                  <a:pt x="0" y="71"/>
                </a:lnTo>
                <a:cubicBezTo>
                  <a:pt x="5" y="62"/>
                  <a:pt x="12" y="54"/>
                  <a:pt x="20" y="46"/>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485720" y="201924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4495680" y="201924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3"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4"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5" name=""/>
          <p:cNvSpPr/>
          <p:nvPr/>
        </p:nvSpPr>
        <p:spPr>
          <a:xfrm>
            <a:off x="542880" y="240012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6" name=""/>
          <p:cNvSpPr/>
          <p:nvPr/>
        </p:nvSpPr>
        <p:spPr>
          <a:xfrm>
            <a:off x="1485720" y="240012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7" name=""/>
          <p:cNvSpPr/>
          <p:nvPr/>
        </p:nvSpPr>
        <p:spPr>
          <a:xfrm>
            <a:off x="4495680" y="240012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8"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49"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0"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1" name=""/>
          <p:cNvSpPr/>
          <p:nvPr/>
        </p:nvSpPr>
        <p:spPr>
          <a:xfrm>
            <a:off x="542880" y="2781000"/>
            <a:ext cx="943200" cy="381600"/>
          </a:xfrm>
          <a:custGeom>
            <a:avLst/>
            <a:gdLst/>
            <a:ahLst/>
            <a:rect l="0" t="0" r="r" b="b"/>
            <a:pathLst>
              <a:path w="2620" h="1060">
                <a:moveTo>
                  <a:pt x="0" y="0"/>
                </a:moveTo>
                <a:lnTo>
                  <a:pt x="2620" y="0"/>
                </a:lnTo>
                <a:lnTo>
                  <a:pt x="2620"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2" name=""/>
          <p:cNvSpPr/>
          <p:nvPr/>
        </p:nvSpPr>
        <p:spPr>
          <a:xfrm>
            <a:off x="1485720" y="278100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3" name=""/>
          <p:cNvSpPr/>
          <p:nvPr/>
        </p:nvSpPr>
        <p:spPr>
          <a:xfrm>
            <a:off x="4495680" y="278100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4"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5"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6"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7" name=""/>
          <p:cNvSpPr/>
          <p:nvPr/>
        </p:nvSpPr>
        <p:spPr>
          <a:xfrm>
            <a:off x="542880" y="3162240"/>
            <a:ext cx="943200" cy="390600"/>
          </a:xfrm>
          <a:custGeom>
            <a:avLst/>
            <a:gdLst/>
            <a:ahLst/>
            <a:rect l="0" t="0" r="r" b="b"/>
            <a:pathLst>
              <a:path w="2620" h="1085">
                <a:moveTo>
                  <a:pt x="20" y="1065"/>
                </a:moveTo>
                <a:cubicBezTo>
                  <a:pt x="12" y="1058"/>
                  <a:pt x="5" y="1050"/>
                  <a:pt x="0" y="1041"/>
                </a:cubicBezTo>
                <a:lnTo>
                  <a:pt x="0" y="0"/>
                </a:lnTo>
                <a:lnTo>
                  <a:pt x="2620" y="0"/>
                </a:lnTo>
                <a:lnTo>
                  <a:pt x="2620" y="1085"/>
                </a:lnTo>
                <a:lnTo>
                  <a:pt x="44" y="1085"/>
                </a:lnTo>
                <a:cubicBezTo>
                  <a:pt x="35" y="1080"/>
                  <a:pt x="27" y="1073"/>
                  <a:pt x="20" y="1065"/>
                </a:cubicBez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8" name=""/>
          <p:cNvSpPr/>
          <p:nvPr/>
        </p:nvSpPr>
        <p:spPr>
          <a:xfrm>
            <a:off x="1485720" y="3162240"/>
            <a:ext cx="3010320" cy="390600"/>
          </a:xfrm>
          <a:custGeom>
            <a:avLst/>
            <a:gdLst/>
            <a:ahLst/>
            <a:rect l="0" t="0" r="r" b="b"/>
            <a:pathLst>
              <a:path w="8362" h="1085">
                <a:moveTo>
                  <a:pt x="0" y="0"/>
                </a:moveTo>
                <a:lnTo>
                  <a:pt x="8362" y="0"/>
                </a:lnTo>
                <a:lnTo>
                  <a:pt x="8362"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59" name=""/>
          <p:cNvSpPr/>
          <p:nvPr/>
        </p:nvSpPr>
        <p:spPr>
          <a:xfrm>
            <a:off x="4495680" y="3162240"/>
            <a:ext cx="2495880" cy="390600"/>
          </a:xfrm>
          <a:custGeom>
            <a:avLst/>
            <a:gdLst/>
            <a:ahLst/>
            <a:rect l="0" t="0" r="r" b="b"/>
            <a:pathLst>
              <a:path w="6933" h="1085">
                <a:moveTo>
                  <a:pt x="0" y="0"/>
                </a:moveTo>
                <a:lnTo>
                  <a:pt x="6933" y="0"/>
                </a:lnTo>
                <a:lnTo>
                  <a:pt x="6933" y="1085"/>
                </a:lnTo>
                <a:lnTo>
                  <a:pt x="0" y="1085"/>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0" name=""/>
          <p:cNvSpPr/>
          <p:nvPr/>
        </p:nvSpPr>
        <p:spPr>
          <a:xfrm>
            <a:off x="533160" y="2044800"/>
            <a:ext cx="10080" cy="365040"/>
          </a:xfrm>
          <a:custGeom>
            <a:avLst/>
            <a:gdLst/>
            <a:ahLst/>
            <a:rect l="0" t="0" r="r" b="b"/>
            <a:pathLst>
              <a:path w="28" h="1014">
                <a:moveTo>
                  <a:pt x="12" y="27"/>
                </a:moveTo>
                <a:cubicBezTo>
                  <a:pt x="17" y="17"/>
                  <a:pt x="22" y="8"/>
                  <a:pt x="28" y="0"/>
                </a:cubicBezTo>
                <a:lnTo>
                  <a:pt x="28" y="1014"/>
                </a:lnTo>
                <a:lnTo>
                  <a:pt x="0" y="1014"/>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1" name=""/>
          <p:cNvSpPr/>
          <p:nvPr/>
        </p:nvSpPr>
        <p:spPr>
          <a:xfrm>
            <a:off x="558720" y="201924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2" name=""/>
          <p:cNvSpPr/>
          <p:nvPr/>
        </p:nvSpPr>
        <p:spPr>
          <a:xfrm>
            <a:off x="147636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3" name=""/>
          <p:cNvSpPr/>
          <p:nvPr/>
        </p:nvSpPr>
        <p:spPr>
          <a:xfrm>
            <a:off x="1485720" y="2019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4" name=""/>
          <p:cNvSpPr/>
          <p:nvPr/>
        </p:nvSpPr>
        <p:spPr>
          <a:xfrm>
            <a:off x="4485960" y="201924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5" name=""/>
          <p:cNvSpPr/>
          <p:nvPr/>
        </p:nvSpPr>
        <p:spPr>
          <a:xfrm>
            <a:off x="4495680" y="2019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6" name=""/>
          <p:cNvSpPr/>
          <p:nvPr/>
        </p:nvSpPr>
        <p:spPr>
          <a:xfrm>
            <a:off x="6991200" y="2019240"/>
            <a:ext cx="9720" cy="390600"/>
          </a:xfrm>
          <a:custGeom>
            <a:avLst/>
            <a:gdLst/>
            <a:ahLst/>
            <a:rect l="0" t="0" r="r" b="b"/>
            <a:pathLst>
              <a:path w="27" h="1085">
                <a:moveTo>
                  <a:pt x="0" y="0"/>
                </a:moveTo>
                <a:lnTo>
                  <a:pt x="27" y="0"/>
                </a:lnTo>
                <a:lnTo>
                  <a:pt x="27"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7" name=""/>
          <p:cNvSpPr/>
          <p:nvPr/>
        </p:nvSpPr>
        <p:spPr>
          <a:xfrm>
            <a:off x="533160" y="240012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8" name=""/>
          <p:cNvSpPr/>
          <p:nvPr/>
        </p:nvSpPr>
        <p:spPr>
          <a:xfrm>
            <a:off x="1485720" y="240012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69" name=""/>
          <p:cNvSpPr/>
          <p:nvPr/>
        </p:nvSpPr>
        <p:spPr>
          <a:xfrm>
            <a:off x="4495680" y="240012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0" name=""/>
          <p:cNvSpPr/>
          <p:nvPr/>
        </p:nvSpPr>
        <p:spPr>
          <a:xfrm>
            <a:off x="5331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1" name=""/>
          <p:cNvSpPr/>
          <p:nvPr/>
        </p:nvSpPr>
        <p:spPr>
          <a:xfrm>
            <a:off x="147636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2" name=""/>
          <p:cNvSpPr/>
          <p:nvPr/>
        </p:nvSpPr>
        <p:spPr>
          <a:xfrm>
            <a:off x="4485960" y="2409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3" name=""/>
          <p:cNvSpPr/>
          <p:nvPr/>
        </p:nvSpPr>
        <p:spPr>
          <a:xfrm>
            <a:off x="6991200" y="2409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4" name=""/>
          <p:cNvSpPr/>
          <p:nvPr/>
        </p:nvSpPr>
        <p:spPr>
          <a:xfrm>
            <a:off x="5331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5" name=""/>
          <p:cNvSpPr/>
          <p:nvPr/>
        </p:nvSpPr>
        <p:spPr>
          <a:xfrm>
            <a:off x="533160" y="2781000"/>
            <a:ext cx="952920" cy="10080"/>
          </a:xfrm>
          <a:custGeom>
            <a:avLst/>
            <a:gdLst/>
            <a:ahLst/>
            <a:rect l="0" t="0" r="r" b="b"/>
            <a:pathLst>
              <a:path w="2647" h="28">
                <a:moveTo>
                  <a:pt x="0" y="0"/>
                </a:moveTo>
                <a:lnTo>
                  <a:pt x="2647" y="0"/>
                </a:lnTo>
                <a:lnTo>
                  <a:pt x="2647"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6" name=""/>
          <p:cNvSpPr/>
          <p:nvPr/>
        </p:nvSpPr>
        <p:spPr>
          <a:xfrm>
            <a:off x="147636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7" name=""/>
          <p:cNvSpPr/>
          <p:nvPr/>
        </p:nvSpPr>
        <p:spPr>
          <a:xfrm>
            <a:off x="1485720" y="2781000"/>
            <a:ext cx="3010320" cy="10080"/>
          </a:xfrm>
          <a:custGeom>
            <a:avLst/>
            <a:gdLst/>
            <a:ahLst/>
            <a:rect l="0" t="0" r="r" b="b"/>
            <a:pathLst>
              <a:path w="8362" h="28">
                <a:moveTo>
                  <a:pt x="0" y="0"/>
                </a:moveTo>
                <a:lnTo>
                  <a:pt x="8362" y="0"/>
                </a:lnTo>
                <a:lnTo>
                  <a:pt x="8362"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8" name=""/>
          <p:cNvSpPr/>
          <p:nvPr/>
        </p:nvSpPr>
        <p:spPr>
          <a:xfrm>
            <a:off x="4485960" y="2790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79" name=""/>
          <p:cNvSpPr/>
          <p:nvPr/>
        </p:nvSpPr>
        <p:spPr>
          <a:xfrm>
            <a:off x="4495680" y="2781000"/>
            <a:ext cx="2505240" cy="10080"/>
          </a:xfrm>
          <a:custGeom>
            <a:avLst/>
            <a:gdLst/>
            <a:ahLst/>
            <a:rect l="0" t="0" r="r" b="b"/>
            <a:pathLst>
              <a:path w="6959" h="28">
                <a:moveTo>
                  <a:pt x="0" y="0"/>
                </a:moveTo>
                <a:lnTo>
                  <a:pt x="6959" y="0"/>
                </a:lnTo>
                <a:lnTo>
                  <a:pt x="695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0" name=""/>
          <p:cNvSpPr/>
          <p:nvPr/>
        </p:nvSpPr>
        <p:spPr>
          <a:xfrm>
            <a:off x="6991200" y="2790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1" name=""/>
          <p:cNvSpPr/>
          <p:nvPr/>
        </p:nvSpPr>
        <p:spPr>
          <a:xfrm>
            <a:off x="533160" y="3171600"/>
            <a:ext cx="10080" cy="365400"/>
          </a:xfrm>
          <a:custGeom>
            <a:avLst/>
            <a:gdLst/>
            <a:ahLst/>
            <a:rect l="0" t="0" r="r" b="b"/>
            <a:pathLst>
              <a:path w="28" h="1015">
                <a:moveTo>
                  <a:pt x="12" y="988"/>
                </a:moveTo>
                <a:cubicBezTo>
                  <a:pt x="4" y="968"/>
                  <a:pt x="0" y="948"/>
                  <a:pt x="0" y="927"/>
                </a:cubicBezTo>
                <a:lnTo>
                  <a:pt x="0" y="0"/>
                </a:lnTo>
                <a:lnTo>
                  <a:pt x="28" y="0"/>
                </a:lnTo>
                <a:lnTo>
                  <a:pt x="28" y="1015"/>
                </a:lnTo>
                <a:cubicBezTo>
                  <a:pt x="22" y="1007"/>
                  <a:pt x="17" y="997"/>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2" name=""/>
          <p:cNvSpPr/>
          <p:nvPr/>
        </p:nvSpPr>
        <p:spPr>
          <a:xfrm>
            <a:off x="533160" y="316224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3" name=""/>
          <p:cNvSpPr/>
          <p:nvPr/>
        </p:nvSpPr>
        <p:spPr>
          <a:xfrm>
            <a:off x="147636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4" name=""/>
          <p:cNvSpPr/>
          <p:nvPr/>
        </p:nvSpPr>
        <p:spPr>
          <a:xfrm>
            <a:off x="1485720" y="316224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5" name=""/>
          <p:cNvSpPr/>
          <p:nvPr/>
        </p:nvSpPr>
        <p:spPr>
          <a:xfrm>
            <a:off x="4485960" y="317160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6" name=""/>
          <p:cNvSpPr/>
          <p:nvPr/>
        </p:nvSpPr>
        <p:spPr>
          <a:xfrm>
            <a:off x="4495680" y="316224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7" name=""/>
          <p:cNvSpPr/>
          <p:nvPr/>
        </p:nvSpPr>
        <p:spPr>
          <a:xfrm>
            <a:off x="6991200" y="317160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8" name=""/>
          <p:cNvSpPr/>
          <p:nvPr/>
        </p:nvSpPr>
        <p:spPr>
          <a:xfrm>
            <a:off x="558720" y="3552480"/>
            <a:ext cx="927360" cy="10080"/>
          </a:xfrm>
          <a:custGeom>
            <a:avLst/>
            <a:gdLst/>
            <a:ahLst/>
            <a:rect l="0" t="0" r="r" b="b"/>
            <a:pathLst>
              <a:path w="2576" h="28">
                <a:moveTo>
                  <a:pt x="88" y="28"/>
                </a:moveTo>
                <a:cubicBezTo>
                  <a:pt x="67" y="28"/>
                  <a:pt x="47" y="23"/>
                  <a:pt x="27" y="15"/>
                </a:cubicBezTo>
                <a:cubicBezTo>
                  <a:pt x="18" y="11"/>
                  <a:pt x="9" y="6"/>
                  <a:pt x="0" y="0"/>
                </a:cubicBezTo>
                <a:lnTo>
                  <a:pt x="2576" y="0"/>
                </a:lnTo>
                <a:lnTo>
                  <a:pt x="2576"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89" name=""/>
          <p:cNvSpPr/>
          <p:nvPr/>
        </p:nvSpPr>
        <p:spPr>
          <a:xfrm>
            <a:off x="1485720" y="3552480"/>
            <a:ext cx="3010320" cy="10080"/>
          </a:xfrm>
          <a:custGeom>
            <a:avLst/>
            <a:gdLst/>
            <a:ahLst/>
            <a:rect l="0" t="0" r="r" b="b"/>
            <a:pathLst>
              <a:path w="8362" h="28">
                <a:moveTo>
                  <a:pt x="0" y="28"/>
                </a:moveTo>
                <a:lnTo>
                  <a:pt x="0" y="0"/>
                </a:lnTo>
                <a:lnTo>
                  <a:pt x="8362" y="0"/>
                </a:lnTo>
                <a:lnTo>
                  <a:pt x="8362"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0" name=""/>
          <p:cNvSpPr/>
          <p:nvPr/>
        </p:nvSpPr>
        <p:spPr>
          <a:xfrm>
            <a:off x="4495680" y="3552480"/>
            <a:ext cx="2505240" cy="10080"/>
          </a:xfrm>
          <a:custGeom>
            <a:avLst/>
            <a:gdLst/>
            <a:ahLst/>
            <a:rect l="0" t="0" r="r" b="b"/>
            <a:pathLst>
              <a:path w="6959" h="28">
                <a:moveTo>
                  <a:pt x="0" y="28"/>
                </a:moveTo>
                <a:lnTo>
                  <a:pt x="0" y="0"/>
                </a:lnTo>
                <a:lnTo>
                  <a:pt x="6959" y="0"/>
                </a:lnTo>
                <a:lnTo>
                  <a:pt x="6959"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1"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2"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3"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4" name=""/>
          <p:cNvSpPr/>
          <p:nvPr/>
        </p:nvSpPr>
        <p:spPr>
          <a:xfrm>
            <a:off x="542880" y="4724280"/>
            <a:ext cx="2181600" cy="381240"/>
          </a:xfrm>
          <a:custGeom>
            <a:avLst/>
            <a:gdLst/>
            <a:ahLst/>
            <a:rect l="0" t="0" r="r" b="b"/>
            <a:pathLst>
              <a:path w="6060" h="1059">
                <a:moveTo>
                  <a:pt x="20" y="20"/>
                </a:moveTo>
                <a:cubicBezTo>
                  <a:pt x="27" y="12"/>
                  <a:pt x="35" y="6"/>
                  <a:pt x="44" y="0"/>
                </a:cubicBezTo>
                <a:lnTo>
                  <a:pt x="6060" y="0"/>
                </a:lnTo>
                <a:lnTo>
                  <a:pt x="6060"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2724120" y="472428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4286160" y="472428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8"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399"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0" name=""/>
          <p:cNvSpPr/>
          <p:nvPr/>
        </p:nvSpPr>
        <p:spPr>
          <a:xfrm>
            <a:off x="542880" y="51051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1" name=""/>
          <p:cNvSpPr/>
          <p:nvPr/>
        </p:nvSpPr>
        <p:spPr>
          <a:xfrm>
            <a:off x="2724120" y="51051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2" name=""/>
          <p:cNvSpPr/>
          <p:nvPr/>
        </p:nvSpPr>
        <p:spPr>
          <a:xfrm>
            <a:off x="4286160" y="51051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DF6E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3"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4"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5"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6" name=""/>
          <p:cNvSpPr/>
          <p:nvPr/>
        </p:nvSpPr>
        <p:spPr>
          <a:xfrm>
            <a:off x="542880" y="5486040"/>
            <a:ext cx="2181600" cy="381600"/>
          </a:xfrm>
          <a:custGeom>
            <a:avLst/>
            <a:gdLst/>
            <a:ahLst/>
            <a:rect l="0" t="0" r="r" b="b"/>
            <a:pathLst>
              <a:path w="6060" h="1060">
                <a:moveTo>
                  <a:pt x="132" y="1060"/>
                </a:moveTo>
                <a:cubicBezTo>
                  <a:pt x="111" y="1060"/>
                  <a:pt x="91" y="1056"/>
                  <a:pt x="71" y="1048"/>
                </a:cubicBezTo>
                <a:cubicBezTo>
                  <a:pt x="52" y="1040"/>
                  <a:pt x="35" y="1028"/>
                  <a:pt x="20" y="1013"/>
                </a:cubicBezTo>
                <a:cubicBezTo>
                  <a:pt x="12" y="1006"/>
                  <a:pt x="5" y="998"/>
                  <a:pt x="0" y="989"/>
                </a:cubicBezTo>
                <a:lnTo>
                  <a:pt x="0" y="0"/>
                </a:lnTo>
                <a:lnTo>
                  <a:pt x="6060" y="0"/>
                </a:lnTo>
                <a:lnTo>
                  <a:pt x="6060" y="1060"/>
                </a:lnTo>
                <a:lnTo>
                  <a:pt x="132"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7" name=""/>
          <p:cNvSpPr/>
          <p:nvPr/>
        </p:nvSpPr>
        <p:spPr>
          <a:xfrm>
            <a:off x="2724120" y="5486040"/>
            <a:ext cx="1562400" cy="381600"/>
          </a:xfrm>
          <a:custGeom>
            <a:avLst/>
            <a:gdLst/>
            <a:ahLst/>
            <a:rect l="0" t="0" r="r" b="b"/>
            <a:pathLst>
              <a:path w="4340" h="1060">
                <a:moveTo>
                  <a:pt x="0" y="1060"/>
                </a:moveTo>
                <a:lnTo>
                  <a:pt x="0" y="0"/>
                </a:lnTo>
                <a:lnTo>
                  <a:pt x="4340" y="0"/>
                </a:lnTo>
                <a:lnTo>
                  <a:pt x="4340"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8" name=""/>
          <p:cNvSpPr/>
          <p:nvPr/>
        </p:nvSpPr>
        <p:spPr>
          <a:xfrm>
            <a:off x="4286160" y="5486040"/>
            <a:ext cx="1667160" cy="381600"/>
          </a:xfrm>
          <a:custGeom>
            <a:avLst/>
            <a:gdLst/>
            <a:ahLst/>
            <a:rect l="0" t="0" r="r" b="b"/>
            <a:pathLst>
              <a:path w="4631" h="1060">
                <a:moveTo>
                  <a:pt x="0" y="1060"/>
                </a:moveTo>
                <a:lnTo>
                  <a:pt x="0" y="0"/>
                </a:lnTo>
                <a:lnTo>
                  <a:pt x="4631" y="0"/>
                </a:lnTo>
                <a:lnTo>
                  <a:pt x="4631" y="1060"/>
                </a:lnTo>
                <a:lnTo>
                  <a:pt x="0" y="1060"/>
                </a:lnTo>
                <a:close/>
              </a:path>
            </a:pathLst>
          </a:custGeom>
          <a:solidFill>
            <a:srgbClr val="F3EC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09" name=""/>
          <p:cNvSpPr/>
          <p:nvPr/>
        </p:nvSpPr>
        <p:spPr>
          <a:xfrm>
            <a:off x="533160" y="474012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0" name=""/>
          <p:cNvSpPr/>
          <p:nvPr/>
        </p:nvSpPr>
        <p:spPr>
          <a:xfrm>
            <a:off x="558720" y="4714560"/>
            <a:ext cx="2175120" cy="10080"/>
          </a:xfrm>
          <a:custGeom>
            <a:avLst/>
            <a:gdLst/>
            <a:ahLst/>
            <a:rect l="0" t="0" r="r" b="b"/>
            <a:pathLst>
              <a:path w="6042" h="28">
                <a:moveTo>
                  <a:pt x="27" y="12"/>
                </a:moveTo>
                <a:cubicBezTo>
                  <a:pt x="47" y="4"/>
                  <a:pt x="67" y="0"/>
                  <a:pt x="88" y="0"/>
                </a:cubicBezTo>
                <a:lnTo>
                  <a:pt x="6042" y="0"/>
                </a:lnTo>
                <a:lnTo>
                  <a:pt x="6042" y="28"/>
                </a:lnTo>
                <a:lnTo>
                  <a:pt x="0" y="28"/>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1" name=""/>
          <p:cNvSpPr/>
          <p:nvPr/>
        </p:nvSpPr>
        <p:spPr>
          <a:xfrm>
            <a:off x="272412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2" name=""/>
          <p:cNvSpPr/>
          <p:nvPr/>
        </p:nvSpPr>
        <p:spPr>
          <a:xfrm>
            <a:off x="2733480" y="471456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3" name=""/>
          <p:cNvSpPr/>
          <p:nvPr/>
        </p:nvSpPr>
        <p:spPr>
          <a:xfrm>
            <a:off x="4286160" y="47145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4" name=""/>
          <p:cNvSpPr/>
          <p:nvPr/>
        </p:nvSpPr>
        <p:spPr>
          <a:xfrm>
            <a:off x="4295520" y="471456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5" name=""/>
          <p:cNvSpPr/>
          <p:nvPr/>
        </p:nvSpPr>
        <p:spPr>
          <a:xfrm>
            <a:off x="5943240" y="47145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6" name=""/>
          <p:cNvSpPr/>
          <p:nvPr/>
        </p:nvSpPr>
        <p:spPr>
          <a:xfrm>
            <a:off x="533160" y="509580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7" name=""/>
          <p:cNvSpPr/>
          <p:nvPr/>
        </p:nvSpPr>
        <p:spPr>
          <a:xfrm>
            <a:off x="2733480" y="509580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8" name=""/>
          <p:cNvSpPr/>
          <p:nvPr/>
        </p:nvSpPr>
        <p:spPr>
          <a:xfrm>
            <a:off x="4295520" y="509580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19" name=""/>
          <p:cNvSpPr/>
          <p:nvPr/>
        </p:nvSpPr>
        <p:spPr>
          <a:xfrm>
            <a:off x="53316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0" name=""/>
          <p:cNvSpPr/>
          <p:nvPr/>
        </p:nvSpPr>
        <p:spPr>
          <a:xfrm>
            <a:off x="272412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1" name=""/>
          <p:cNvSpPr/>
          <p:nvPr/>
        </p:nvSpPr>
        <p:spPr>
          <a:xfrm>
            <a:off x="4286160" y="5105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2" name=""/>
          <p:cNvSpPr/>
          <p:nvPr/>
        </p:nvSpPr>
        <p:spPr>
          <a:xfrm>
            <a:off x="5943240" y="5105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3" name=""/>
          <p:cNvSpPr/>
          <p:nvPr/>
        </p:nvSpPr>
        <p:spPr>
          <a:xfrm>
            <a:off x="533160" y="548604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4" name=""/>
          <p:cNvSpPr/>
          <p:nvPr/>
        </p:nvSpPr>
        <p:spPr>
          <a:xfrm>
            <a:off x="533160" y="5476680"/>
            <a:ext cx="2200680" cy="9720"/>
          </a:xfrm>
          <a:custGeom>
            <a:avLst/>
            <a:gdLst/>
            <a:ahLst/>
            <a:rect l="0" t="0" r="r" b="b"/>
            <a:pathLst>
              <a:path w="6113" h="27">
                <a:moveTo>
                  <a:pt x="0" y="0"/>
                </a:moveTo>
                <a:lnTo>
                  <a:pt x="6113" y="0"/>
                </a:lnTo>
                <a:lnTo>
                  <a:pt x="611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5" name=""/>
          <p:cNvSpPr/>
          <p:nvPr/>
        </p:nvSpPr>
        <p:spPr>
          <a:xfrm>
            <a:off x="272412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6" name=""/>
          <p:cNvSpPr/>
          <p:nvPr/>
        </p:nvSpPr>
        <p:spPr>
          <a:xfrm>
            <a:off x="2733480" y="547668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7" name=""/>
          <p:cNvSpPr/>
          <p:nvPr/>
        </p:nvSpPr>
        <p:spPr>
          <a:xfrm>
            <a:off x="4286160" y="548604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8" name=""/>
          <p:cNvSpPr/>
          <p:nvPr/>
        </p:nvSpPr>
        <p:spPr>
          <a:xfrm>
            <a:off x="4295520" y="547668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29" name=""/>
          <p:cNvSpPr/>
          <p:nvPr/>
        </p:nvSpPr>
        <p:spPr>
          <a:xfrm>
            <a:off x="5943240" y="548604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0" name=""/>
          <p:cNvSpPr/>
          <p:nvPr/>
        </p:nvSpPr>
        <p:spPr>
          <a:xfrm>
            <a:off x="558720" y="5857560"/>
            <a:ext cx="2175120" cy="10080"/>
          </a:xfrm>
          <a:custGeom>
            <a:avLst/>
            <a:gdLst/>
            <a:ahLst/>
            <a:rect l="0" t="0" r="r" b="b"/>
            <a:pathLst>
              <a:path w="6042" h="28">
                <a:moveTo>
                  <a:pt x="88" y="28"/>
                </a:moveTo>
                <a:cubicBezTo>
                  <a:pt x="67" y="28"/>
                  <a:pt x="47" y="24"/>
                  <a:pt x="27" y="15"/>
                </a:cubicBezTo>
                <a:cubicBezTo>
                  <a:pt x="18" y="11"/>
                  <a:pt x="9" y="6"/>
                  <a:pt x="0" y="0"/>
                </a:cubicBezTo>
                <a:lnTo>
                  <a:pt x="6042" y="0"/>
                </a:lnTo>
                <a:lnTo>
                  <a:pt x="604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1" name=""/>
          <p:cNvSpPr/>
          <p:nvPr/>
        </p:nvSpPr>
        <p:spPr>
          <a:xfrm>
            <a:off x="2733480" y="5857560"/>
            <a:ext cx="1562400" cy="10080"/>
          </a:xfrm>
          <a:custGeom>
            <a:avLst/>
            <a:gdLst/>
            <a:ahLst/>
            <a:rect l="0" t="0" r="r" b="b"/>
            <a:pathLst>
              <a:path w="4340" h="28">
                <a:moveTo>
                  <a:pt x="0" y="28"/>
                </a:moveTo>
                <a:lnTo>
                  <a:pt x="0" y="0"/>
                </a:lnTo>
                <a:lnTo>
                  <a:pt x="4340" y="0"/>
                </a:lnTo>
                <a:lnTo>
                  <a:pt x="4340"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2" name=""/>
          <p:cNvSpPr/>
          <p:nvPr/>
        </p:nvSpPr>
        <p:spPr>
          <a:xfrm>
            <a:off x="4295520" y="5857560"/>
            <a:ext cx="1657800" cy="10080"/>
          </a:xfrm>
          <a:custGeom>
            <a:avLst/>
            <a:gdLst/>
            <a:ahLst/>
            <a:rect l="0" t="0" r="r" b="b"/>
            <a:pathLst>
              <a:path w="4605" h="28">
                <a:moveTo>
                  <a:pt x="0" y="28"/>
                </a:moveTo>
                <a:lnTo>
                  <a:pt x="0" y="0"/>
                </a:lnTo>
                <a:lnTo>
                  <a:pt x="4605" y="0"/>
                </a:lnTo>
                <a:lnTo>
                  <a:pt x="4605"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33" name=""/>
          <p:cNvSpPr txBox="1"/>
          <p:nvPr/>
        </p:nvSpPr>
        <p:spPr>
          <a:xfrm>
            <a:off x="4312080" y="493560"/>
            <a:ext cx="1905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並⾏稼働）</a:t>
            </a:r>
            <a:endParaRPr lang="en-US" sz="3000" b="0" u="none" strike="noStrike">
              <a:solidFill>
                <a:srgbClr val="000000"/>
              </a:solidFill>
              <a:effectLst/>
              <a:uFillTx/>
              <a:latin typeface="游明朝体"/>
            </a:endParaRPr>
          </a:p>
        </p:txBody>
      </p:sp>
      <p:sp>
        <p:nvSpPr>
          <p:cNvPr id="1434" name=""/>
          <p:cNvSpPr txBox="1"/>
          <p:nvPr/>
        </p:nvSpPr>
        <p:spPr>
          <a:xfrm>
            <a:off x="72396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1435" name=""/>
          <p:cNvSpPr txBox="1"/>
          <p:nvPr/>
        </p:nvSpPr>
        <p:spPr>
          <a:xfrm>
            <a:off x="172656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36" name=""/>
          <p:cNvSpPr txBox="1"/>
          <p:nvPr/>
        </p:nvSpPr>
        <p:spPr>
          <a:xfrm>
            <a:off x="2088360" y="1532520"/>
            <a:ext cx="29664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1437" name=""/>
          <p:cNvSpPr txBox="1"/>
          <p:nvPr/>
        </p:nvSpPr>
        <p:spPr>
          <a:xfrm>
            <a:off x="2383920" y="1541160"/>
            <a:ext cx="54468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1438" name=""/>
          <p:cNvSpPr txBox="1"/>
          <p:nvPr/>
        </p:nvSpPr>
        <p:spPr>
          <a:xfrm>
            <a:off x="2926800" y="1532520"/>
            <a:ext cx="100548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1439" name=""/>
          <p:cNvSpPr txBox="1"/>
          <p:nvPr/>
        </p:nvSpPr>
        <p:spPr>
          <a:xfrm>
            <a:off x="3929400" y="1541160"/>
            <a:ext cx="3636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1440" name=""/>
          <p:cNvSpPr txBox="1"/>
          <p:nvPr/>
        </p:nvSpPr>
        <p:spPr>
          <a:xfrm>
            <a:off x="4291200" y="1532520"/>
            <a:ext cx="407520" cy="216720"/>
          </a:xfrm>
          <a:prstGeom prst="rect">
            <a:avLst/>
          </a:prstGeom>
          <a:noFill/>
          <a:ln w="0">
            <a:noFill/>
          </a:ln>
        </p:spPr>
        <p:txBody>
          <a:bodyPr wrap="none" lIns="0" tIns="0" rIns="0" bIns="0" anchor="t">
            <a:spAutoFit/>
          </a:bodyPr>
          <a:p>
            <a:pPr/>
            <a:r>
              <a:rPr lang="en-US" sz="1430" b="1" u="none" strike="noStrike">
                <a:solidFill>
                  <a:srgbClr val="E87BA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1441" name=""/>
          <p:cNvSpPr txBox="1"/>
          <p:nvPr/>
        </p:nvSpPr>
        <p:spPr>
          <a:xfrm>
            <a:off x="4697280" y="154116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1442" name=""/>
          <p:cNvSpPr txBox="1"/>
          <p:nvPr/>
        </p:nvSpPr>
        <p:spPr>
          <a:xfrm>
            <a:off x="666720" y="212148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1443" name=""/>
          <p:cNvSpPr txBox="1"/>
          <p:nvPr/>
        </p:nvSpPr>
        <p:spPr>
          <a:xfrm>
            <a:off x="1609560" y="21132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1444" name=""/>
          <p:cNvSpPr txBox="1"/>
          <p:nvPr/>
        </p:nvSpPr>
        <p:spPr>
          <a:xfrm>
            <a:off x="17942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5" name=""/>
          <p:cNvSpPr txBox="1"/>
          <p:nvPr/>
        </p:nvSpPr>
        <p:spPr>
          <a:xfrm>
            <a:off x="196560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46" name=""/>
          <p:cNvSpPr txBox="1"/>
          <p:nvPr/>
        </p:nvSpPr>
        <p:spPr>
          <a:xfrm>
            <a:off x="231516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1447" name=""/>
          <p:cNvSpPr txBox="1"/>
          <p:nvPr/>
        </p:nvSpPr>
        <p:spPr>
          <a:xfrm>
            <a:off x="4622760" y="21132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1448" name=""/>
          <p:cNvSpPr txBox="1"/>
          <p:nvPr/>
        </p:nvSpPr>
        <p:spPr>
          <a:xfrm>
            <a:off x="4911840" y="212148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49" name=""/>
          <p:cNvSpPr txBox="1"/>
          <p:nvPr/>
        </p:nvSpPr>
        <p:spPr>
          <a:xfrm>
            <a:off x="5083560" y="21132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0" name=""/>
          <p:cNvSpPr txBox="1"/>
          <p:nvPr/>
        </p:nvSpPr>
        <p:spPr>
          <a:xfrm>
            <a:off x="5433120" y="212148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1451" name=""/>
          <p:cNvSpPr txBox="1"/>
          <p:nvPr/>
        </p:nvSpPr>
        <p:spPr>
          <a:xfrm>
            <a:off x="66672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1452" name=""/>
          <p:cNvSpPr txBox="1"/>
          <p:nvPr/>
        </p:nvSpPr>
        <p:spPr>
          <a:xfrm>
            <a:off x="16095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3" name=""/>
          <p:cNvSpPr txBox="1"/>
          <p:nvPr/>
        </p:nvSpPr>
        <p:spPr>
          <a:xfrm>
            <a:off x="196848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4" name=""/>
          <p:cNvSpPr txBox="1"/>
          <p:nvPr/>
        </p:nvSpPr>
        <p:spPr>
          <a:xfrm>
            <a:off x="21398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55" name=""/>
          <p:cNvSpPr txBox="1"/>
          <p:nvPr/>
        </p:nvSpPr>
        <p:spPr>
          <a:xfrm>
            <a:off x="255564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56" name=""/>
          <p:cNvSpPr txBox="1"/>
          <p:nvPr/>
        </p:nvSpPr>
        <p:spPr>
          <a:xfrm>
            <a:off x="3241440" y="249408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57" name=""/>
          <p:cNvSpPr txBox="1"/>
          <p:nvPr/>
        </p:nvSpPr>
        <p:spPr>
          <a:xfrm>
            <a:off x="358416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58" name=""/>
          <p:cNvSpPr txBox="1"/>
          <p:nvPr/>
        </p:nvSpPr>
        <p:spPr>
          <a:xfrm>
            <a:off x="37558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1459" name=""/>
          <p:cNvSpPr txBox="1"/>
          <p:nvPr/>
        </p:nvSpPr>
        <p:spPr>
          <a:xfrm>
            <a:off x="385092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0" name=""/>
          <p:cNvSpPr txBox="1"/>
          <p:nvPr/>
        </p:nvSpPr>
        <p:spPr>
          <a:xfrm>
            <a:off x="4622760" y="2494080"/>
            <a:ext cx="3578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1" name=""/>
          <p:cNvSpPr txBox="1"/>
          <p:nvPr/>
        </p:nvSpPr>
        <p:spPr>
          <a:xfrm>
            <a:off x="4981320" y="250236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62" name=""/>
          <p:cNvSpPr txBox="1"/>
          <p:nvPr/>
        </p:nvSpPr>
        <p:spPr>
          <a:xfrm>
            <a:off x="5153040" y="2494080"/>
            <a:ext cx="414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1463" name=""/>
          <p:cNvSpPr txBox="1"/>
          <p:nvPr/>
        </p:nvSpPr>
        <p:spPr>
          <a:xfrm>
            <a:off x="5568480" y="250236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1464" name=""/>
          <p:cNvSpPr txBox="1"/>
          <p:nvPr/>
        </p:nvSpPr>
        <p:spPr>
          <a:xfrm>
            <a:off x="6254280" y="2494080"/>
            <a:ext cx="171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1465" name=""/>
          <p:cNvSpPr txBox="1"/>
          <p:nvPr/>
        </p:nvSpPr>
        <p:spPr>
          <a:xfrm>
            <a:off x="6349680" y="2502360"/>
            <a:ext cx="512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1466" name=""/>
          <p:cNvSpPr txBox="1"/>
          <p:nvPr/>
        </p:nvSpPr>
        <p:spPr>
          <a:xfrm>
            <a:off x="666720" y="2875320"/>
            <a:ext cx="63936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1467" name=""/>
          <p:cNvSpPr txBox="1"/>
          <p:nvPr/>
        </p:nvSpPr>
        <p:spPr>
          <a:xfrm>
            <a:off x="1609560" y="2875320"/>
            <a:ext cx="80388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1468" name=""/>
          <p:cNvSpPr txBox="1"/>
          <p:nvPr/>
        </p:nvSpPr>
        <p:spPr>
          <a:xfrm>
            <a:off x="2416680" y="2883240"/>
            <a:ext cx="171360" cy="171000"/>
          </a:xfrm>
          <a:prstGeom prst="rect">
            <a:avLst/>
          </a:prstGeom>
          <a:noFill/>
          <a:ln w="0">
            <a:noFill/>
          </a:ln>
        </p:spPr>
        <p:txBody>
          <a:bodyPr wrap="none" lIns="0" tIns="0" rIns="0" bIns="0" anchor="t">
            <a:spAutoFit/>
          </a:bodyPr>
          <a:p>
            <a:pPr/>
            <a:r>
              <a:rPr lang="ja-JP" sz="1350" b="1" u="none" strike="noStrike">
                <a:solidFill>
                  <a:srgbClr val="E87BA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1469" name=""/>
          <p:cNvSpPr txBox="1"/>
          <p:nvPr/>
        </p:nvSpPr>
        <p:spPr>
          <a:xfrm>
            <a:off x="4622760" y="2875320"/>
            <a:ext cx="77868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1470" name=""/>
          <p:cNvSpPr txBox="1"/>
          <p:nvPr/>
        </p:nvSpPr>
        <p:spPr>
          <a:xfrm>
            <a:off x="5404320" y="28832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71" name=""/>
          <p:cNvSpPr/>
          <p:nvPr/>
        </p:nvSpPr>
        <p:spPr>
          <a:xfrm>
            <a:off x="1609560" y="3286080"/>
            <a:ext cx="1581480" cy="190800"/>
          </a:xfrm>
          <a:custGeom>
            <a:avLst/>
            <a:gdLst/>
            <a:ahLst/>
            <a:rect l="0" t="0" r="r" b="b"/>
            <a:pathLst>
              <a:path w="4393" h="530">
                <a:moveTo>
                  <a:pt x="0" y="450"/>
                </a:moveTo>
                <a:lnTo>
                  <a:pt x="0" y="79"/>
                </a:lnTo>
                <a:cubicBezTo>
                  <a:pt x="0" y="68"/>
                  <a:pt x="2" y="58"/>
                  <a:pt x="6" y="49"/>
                </a:cubicBezTo>
                <a:cubicBezTo>
                  <a:pt x="10" y="39"/>
                  <a:pt x="16" y="30"/>
                  <a:pt x="23" y="23"/>
                </a:cubicBezTo>
                <a:cubicBezTo>
                  <a:pt x="31" y="15"/>
                  <a:pt x="39" y="10"/>
                  <a:pt x="49" y="6"/>
                </a:cubicBezTo>
                <a:cubicBezTo>
                  <a:pt x="59" y="2"/>
                  <a:pt x="69" y="0"/>
                  <a:pt x="79" y="0"/>
                </a:cubicBezTo>
                <a:lnTo>
                  <a:pt x="4314" y="0"/>
                </a:lnTo>
                <a:cubicBezTo>
                  <a:pt x="4324" y="0"/>
                  <a:pt x="4334" y="2"/>
                  <a:pt x="4344" y="6"/>
                </a:cubicBezTo>
                <a:cubicBezTo>
                  <a:pt x="4354" y="10"/>
                  <a:pt x="4362" y="15"/>
                  <a:pt x="4370" y="23"/>
                </a:cubicBezTo>
                <a:cubicBezTo>
                  <a:pt x="4377" y="30"/>
                  <a:pt x="4383" y="39"/>
                  <a:pt x="4387" y="49"/>
                </a:cubicBezTo>
                <a:cubicBezTo>
                  <a:pt x="4391" y="58"/>
                  <a:pt x="4393" y="68"/>
                  <a:pt x="4393" y="79"/>
                </a:cubicBezTo>
                <a:lnTo>
                  <a:pt x="4393" y="450"/>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2" name=""/>
          <p:cNvSpPr txBox="1"/>
          <p:nvPr/>
        </p:nvSpPr>
        <p:spPr>
          <a:xfrm>
            <a:off x="666720" y="326448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1473" name=""/>
          <p:cNvSpPr/>
          <p:nvPr/>
        </p:nvSpPr>
        <p:spPr>
          <a:xfrm>
            <a:off x="4619520" y="3286080"/>
            <a:ext cx="2200680" cy="190800"/>
          </a:xfrm>
          <a:custGeom>
            <a:avLst/>
            <a:gdLst/>
            <a:ahLst/>
            <a:rect l="0" t="0" r="r" b="b"/>
            <a:pathLst>
              <a:path w="6113" h="530">
                <a:moveTo>
                  <a:pt x="0" y="450"/>
                </a:moveTo>
                <a:lnTo>
                  <a:pt x="0" y="79"/>
                </a:lnTo>
                <a:cubicBezTo>
                  <a:pt x="0" y="68"/>
                  <a:pt x="2" y="58"/>
                  <a:pt x="6" y="49"/>
                </a:cubicBezTo>
                <a:cubicBezTo>
                  <a:pt x="10" y="39"/>
                  <a:pt x="16" y="30"/>
                  <a:pt x="23" y="23"/>
                </a:cubicBezTo>
                <a:cubicBezTo>
                  <a:pt x="30" y="15"/>
                  <a:pt x="39" y="10"/>
                  <a:pt x="49" y="6"/>
                </a:cubicBezTo>
                <a:cubicBezTo>
                  <a:pt x="59" y="2"/>
                  <a:pt x="69" y="0"/>
                  <a:pt x="79" y="0"/>
                </a:cubicBezTo>
                <a:lnTo>
                  <a:pt x="6033" y="0"/>
                </a:lnTo>
                <a:cubicBezTo>
                  <a:pt x="6044" y="0"/>
                  <a:pt x="6054" y="2"/>
                  <a:pt x="6064" y="6"/>
                </a:cubicBezTo>
                <a:cubicBezTo>
                  <a:pt x="6073" y="10"/>
                  <a:pt x="6082" y="15"/>
                  <a:pt x="6089" y="23"/>
                </a:cubicBezTo>
                <a:cubicBezTo>
                  <a:pt x="6097" y="30"/>
                  <a:pt x="6103" y="39"/>
                  <a:pt x="6107" y="49"/>
                </a:cubicBezTo>
                <a:cubicBezTo>
                  <a:pt x="6111" y="58"/>
                  <a:pt x="6113" y="68"/>
                  <a:pt x="6113" y="79"/>
                </a:cubicBezTo>
                <a:lnTo>
                  <a:pt x="6113" y="450"/>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0"/>
                </a:cubicBezTo>
                <a:close/>
              </a:path>
            </a:pathLst>
          </a:custGeom>
          <a:solidFill>
            <a:srgbClr val="F7F3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74" name=""/>
          <p:cNvSpPr txBox="1"/>
          <p:nvPr/>
        </p:nvSpPr>
        <p:spPr>
          <a:xfrm>
            <a:off x="1657440" y="3297960"/>
            <a:ext cx="147780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1475" name=""/>
          <p:cNvSpPr txBox="1"/>
          <p:nvPr/>
        </p:nvSpPr>
        <p:spPr>
          <a:xfrm>
            <a:off x="4670280" y="3297960"/>
            <a:ext cx="2085840" cy="164880"/>
          </a:xfrm>
          <a:prstGeom prst="rect">
            <a:avLst/>
          </a:prstGeom>
          <a:noFill/>
          <a:ln w="0">
            <a:noFill/>
          </a:ln>
        </p:spPr>
        <p:txBody>
          <a:bodyPr wrap="none" lIns="0" tIns="0" rIns="0" bIns="0" anchor="t">
            <a:spAutoFit/>
          </a:bodyPr>
          <a:p>
            <a:pPr/>
            <a:r>
              <a:rPr lang="en-US" sz="1150" b="0" u="none" strike="noStrike">
                <a:solidFill>
                  <a:srgbClr val="EB6834"/>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1476" name=""/>
          <p:cNvSpPr txBox="1"/>
          <p:nvPr/>
        </p:nvSpPr>
        <p:spPr>
          <a:xfrm>
            <a:off x="533520" y="3742200"/>
            <a:ext cx="133416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1477" name=""/>
          <p:cNvSpPr txBox="1"/>
          <p:nvPr/>
        </p:nvSpPr>
        <p:spPr>
          <a:xfrm>
            <a:off x="1866960" y="3733560"/>
            <a:ext cx="5407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1478" name=""/>
          <p:cNvSpPr txBox="1"/>
          <p:nvPr/>
        </p:nvSpPr>
        <p:spPr>
          <a:xfrm>
            <a:off x="2406600" y="374220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1479" name=""/>
          <p:cNvSpPr txBox="1"/>
          <p:nvPr/>
        </p:nvSpPr>
        <p:spPr>
          <a:xfrm>
            <a:off x="533520" y="4019040"/>
            <a:ext cx="13269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1480" name=""/>
          <p:cNvSpPr txBox="1"/>
          <p:nvPr/>
        </p:nvSpPr>
        <p:spPr>
          <a:xfrm>
            <a:off x="1859400" y="402804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1481" name=""/>
          <p:cNvSpPr txBox="1"/>
          <p:nvPr/>
        </p:nvSpPr>
        <p:spPr>
          <a:xfrm>
            <a:off x="3183480" y="4019040"/>
            <a:ext cx="254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1482" name=""/>
          <p:cNvSpPr txBox="1"/>
          <p:nvPr/>
        </p:nvSpPr>
        <p:spPr>
          <a:xfrm>
            <a:off x="3437640" y="402804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1483" name=""/>
          <p:cNvSpPr txBox="1"/>
          <p:nvPr/>
        </p:nvSpPr>
        <p:spPr>
          <a:xfrm>
            <a:off x="533520" y="431388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1484" name=""/>
          <p:cNvSpPr txBox="1"/>
          <p:nvPr/>
        </p:nvSpPr>
        <p:spPr>
          <a:xfrm>
            <a:off x="6667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1485" name=""/>
          <p:cNvSpPr txBox="1"/>
          <p:nvPr/>
        </p:nvSpPr>
        <p:spPr>
          <a:xfrm>
            <a:off x="2855880" y="480888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1486" name=""/>
          <p:cNvSpPr txBox="1"/>
          <p:nvPr/>
        </p:nvSpPr>
        <p:spPr>
          <a:xfrm>
            <a:off x="347220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7" name=""/>
          <p:cNvSpPr txBox="1"/>
          <p:nvPr/>
        </p:nvSpPr>
        <p:spPr>
          <a:xfrm>
            <a:off x="4415040" y="480888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1488" name=""/>
          <p:cNvSpPr txBox="1"/>
          <p:nvPr/>
        </p:nvSpPr>
        <p:spPr>
          <a:xfrm>
            <a:off x="5136120" y="48168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1489" name=""/>
          <p:cNvSpPr txBox="1"/>
          <p:nvPr/>
        </p:nvSpPr>
        <p:spPr>
          <a:xfrm>
            <a:off x="666720" y="519804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1490" name=""/>
          <p:cNvSpPr txBox="1"/>
          <p:nvPr/>
        </p:nvSpPr>
        <p:spPr>
          <a:xfrm>
            <a:off x="1352520" y="518976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1" name=""/>
          <p:cNvSpPr txBox="1"/>
          <p:nvPr/>
        </p:nvSpPr>
        <p:spPr>
          <a:xfrm>
            <a:off x="1695600" y="519804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2" name=""/>
          <p:cNvSpPr txBox="1"/>
          <p:nvPr/>
        </p:nvSpPr>
        <p:spPr>
          <a:xfrm>
            <a:off x="2038320" y="518976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1493" name=""/>
          <p:cNvSpPr txBox="1"/>
          <p:nvPr/>
        </p:nvSpPr>
        <p:spPr>
          <a:xfrm>
            <a:off x="2427120" y="519804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494" name=""/>
          <p:cNvSpPr txBox="1"/>
          <p:nvPr/>
        </p:nvSpPr>
        <p:spPr>
          <a:xfrm>
            <a:off x="2855880" y="51897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1495" name=""/>
          <p:cNvSpPr txBox="1"/>
          <p:nvPr/>
        </p:nvSpPr>
        <p:spPr>
          <a:xfrm>
            <a:off x="4415040" y="518976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1496" name=""/>
          <p:cNvSpPr txBox="1"/>
          <p:nvPr/>
        </p:nvSpPr>
        <p:spPr>
          <a:xfrm>
            <a:off x="666720" y="5578920"/>
            <a:ext cx="68364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1497" name=""/>
          <p:cNvSpPr txBox="1"/>
          <p:nvPr/>
        </p:nvSpPr>
        <p:spPr>
          <a:xfrm>
            <a:off x="1352520" y="5571000"/>
            <a:ext cx="3420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1498" name=""/>
          <p:cNvSpPr txBox="1"/>
          <p:nvPr/>
        </p:nvSpPr>
        <p:spPr>
          <a:xfrm>
            <a:off x="1695600" y="5578920"/>
            <a:ext cx="34200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1499" name=""/>
          <p:cNvSpPr txBox="1"/>
          <p:nvPr/>
        </p:nvSpPr>
        <p:spPr>
          <a:xfrm>
            <a:off x="2038320" y="5571000"/>
            <a:ext cx="38772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1500" name=""/>
          <p:cNvSpPr txBox="1"/>
          <p:nvPr/>
        </p:nvSpPr>
        <p:spPr>
          <a:xfrm>
            <a:off x="2427120" y="5578920"/>
            <a:ext cx="171360" cy="171000"/>
          </a:xfrm>
          <a:prstGeom prst="rect">
            <a:avLst/>
          </a:prstGeom>
          <a:noFill/>
          <a:ln w="0">
            <a:noFill/>
          </a:ln>
        </p:spPr>
        <p:txBody>
          <a:bodyPr wrap="none" lIns="0" tIns="0" rIns="0" bIns="0" anchor="t">
            <a:spAutoFit/>
          </a:bodyPr>
          <a:p>
            <a:pPr/>
            <a:r>
              <a:rPr lang="ja-JP" sz="1350" b="0" u="none" strike="noStrike">
                <a:solidFill>
                  <a:srgbClr val="24222B"/>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1501" name=""/>
          <p:cNvSpPr txBox="1"/>
          <p:nvPr/>
        </p:nvSpPr>
        <p:spPr>
          <a:xfrm>
            <a:off x="2855880" y="5571000"/>
            <a:ext cx="740520" cy="203040"/>
          </a:xfrm>
          <a:prstGeom prst="rect">
            <a:avLst/>
          </a:prstGeom>
          <a:noFill/>
          <a:ln w="0">
            <a:noFill/>
          </a:ln>
        </p:spPr>
        <p:txBody>
          <a:bodyPr wrap="none" lIns="0" tIns="0" rIns="0" bIns="0" anchor="t">
            <a:spAutoFit/>
          </a:bodyPr>
          <a:p>
            <a:pPr/>
            <a:r>
              <a:rPr lang="en-US" sz="1350" b="1" u="none" strike="noStrike">
                <a:solidFill>
                  <a:srgbClr val="E87BA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1502" name=""/>
          <p:cNvSpPr txBox="1"/>
          <p:nvPr/>
        </p:nvSpPr>
        <p:spPr>
          <a:xfrm>
            <a:off x="4415040" y="5571000"/>
            <a:ext cx="7218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1503" name=""/>
          <p:cNvSpPr txBox="1"/>
          <p:nvPr/>
        </p:nvSpPr>
        <p:spPr>
          <a:xfrm>
            <a:off x="8097480" y="133128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1504" name=""/>
          <p:cNvPicPr/>
          <p:nvPr/>
        </p:nvPicPr>
        <p:blipFill>
          <a:blip r:embed="rId1"/>
          <a:stretch/>
        </p:blipFill>
        <p:spPr>
          <a:xfrm>
            <a:off x="7296120" y="1704960"/>
            <a:ext cx="4362120" cy="1352160"/>
          </a:xfrm>
          <a:prstGeom prst="rect">
            <a:avLst/>
          </a:prstGeom>
          <a:noFill/>
          <a:ln w="0">
            <a:noFill/>
          </a:ln>
        </p:spPr>
      </p:pic>
      <p:sp>
        <p:nvSpPr>
          <p:cNvPr id="1505" name=""/>
          <p:cNvSpPr txBox="1"/>
          <p:nvPr/>
        </p:nvSpPr>
        <p:spPr>
          <a:xfrm>
            <a:off x="8422200" y="133848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1506" name=""/>
          <p:cNvSpPr txBox="1"/>
          <p:nvPr/>
        </p:nvSpPr>
        <p:spPr>
          <a:xfrm>
            <a:off x="8180640" y="335052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1507" name=""/>
          <p:cNvPicPr/>
          <p:nvPr/>
        </p:nvPicPr>
        <p:blipFill>
          <a:blip r:embed="rId2"/>
          <a:stretch/>
        </p:blipFill>
        <p:spPr>
          <a:xfrm>
            <a:off x="7296120" y="3724200"/>
            <a:ext cx="4362120" cy="1352160"/>
          </a:xfrm>
          <a:prstGeom prst="rect">
            <a:avLst/>
          </a:prstGeom>
          <a:noFill/>
          <a:ln w="0">
            <a:noFill/>
          </a:ln>
        </p:spPr>
      </p:pic>
      <p:sp>
        <p:nvSpPr>
          <p:cNvPr id="1508" name=""/>
          <p:cNvSpPr txBox="1"/>
          <p:nvPr/>
        </p:nvSpPr>
        <p:spPr>
          <a:xfrm>
            <a:off x="8491680" y="335772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1509" name=""/>
          <p:cNvSpPr txBox="1"/>
          <p:nvPr/>
        </p:nvSpPr>
        <p:spPr>
          <a:xfrm>
            <a:off x="723960" y="6284520"/>
            <a:ext cx="10882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1510" name=""/>
          <p:cNvSpPr txBox="1"/>
          <p:nvPr/>
        </p:nvSpPr>
        <p:spPr>
          <a:xfrm>
            <a:off x="723960" y="6551280"/>
            <a:ext cx="23583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151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5" name=""/>
          <p:cNvSpPr/>
          <p:nvPr/>
        </p:nvSpPr>
        <p:spPr>
          <a:xfrm>
            <a:off x="533160" y="3695400"/>
            <a:ext cx="11125440" cy="29160"/>
          </a:xfrm>
          <a:custGeom>
            <a:avLst/>
            <a:gdLst/>
            <a:ahLst/>
            <a:rect l="0" t="0" r="r" b="b"/>
            <a:pathLst>
              <a:path w="30904" h="81">
                <a:moveTo>
                  <a:pt x="0" y="0"/>
                </a:moveTo>
                <a:lnTo>
                  <a:pt x="30904" y="0"/>
                </a:lnTo>
                <a:lnTo>
                  <a:pt x="30904" y="81"/>
                </a:lnTo>
                <a:lnTo>
                  <a:pt x="0" y="81"/>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6" name=""/>
          <p:cNvSpPr txBox="1"/>
          <p:nvPr/>
        </p:nvSpPr>
        <p:spPr>
          <a:xfrm>
            <a:off x="533520" y="3179520"/>
            <a:ext cx="4191840" cy="381240"/>
          </a:xfrm>
          <a:prstGeom prst="rect">
            <a:avLst/>
          </a:prstGeom>
          <a:noFill/>
          <a:ln w="0">
            <a:noFill/>
          </a:ln>
        </p:spPr>
        <p:txBody>
          <a:bodyPr wrap="none" lIns="0" tIns="0" rIns="0" bIns="0" anchor="t">
            <a:spAutoFit/>
          </a:bodyPr>
          <a:p>
            <a:pPr/>
            <a:r>
              <a:rPr lang="ja-JP" sz="3000" b="1" u="none" strike="noStrike">
                <a:solidFill>
                  <a:srgbClr val="1E3A8A"/>
                </a:solidFill>
                <a:effectLst/>
                <a:uFillTx/>
                <a:latin typeface="HiraginoSans-W6"/>
                <a:ea typeface="HiraginoSans-W6"/>
              </a:rPr>
              <a:t>バイブコーディングとは</a:t>
            </a:r>
            <a:endParaRPr lang="en-US" sz="300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0" name=""/>
          <p:cNvSpPr/>
          <p:nvPr/>
        </p:nvSpPr>
        <p:spPr>
          <a:xfrm>
            <a:off x="533160" y="127620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1" name=""/>
          <p:cNvSpPr/>
          <p:nvPr/>
        </p:nvSpPr>
        <p:spPr>
          <a:xfrm>
            <a:off x="552240" y="2800080"/>
            <a:ext cx="11106360" cy="1229040"/>
          </a:xfrm>
          <a:custGeom>
            <a:avLst/>
            <a:gdLst/>
            <a:ahLst/>
            <a:rect l="0" t="0" r="r" b="b"/>
            <a:pathLst>
              <a:path w="30851" h="3414">
                <a:moveTo>
                  <a:pt x="0" y="3309"/>
                </a:moveTo>
                <a:lnTo>
                  <a:pt x="0" y="106"/>
                </a:lnTo>
                <a:cubicBezTo>
                  <a:pt x="0" y="92"/>
                  <a:pt x="1" y="79"/>
                  <a:pt x="4" y="66"/>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6"/>
                </a:cubicBezTo>
                <a:cubicBezTo>
                  <a:pt x="30849" y="79"/>
                  <a:pt x="30851" y="92"/>
                  <a:pt x="30851" y="106"/>
                </a:cubicBezTo>
                <a:lnTo>
                  <a:pt x="30851" y="3309"/>
                </a:lnTo>
                <a:cubicBezTo>
                  <a:pt x="30851" y="3323"/>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3"/>
                  <a:pt x="0" y="3309"/>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2" name=""/>
          <p:cNvSpPr/>
          <p:nvPr/>
        </p:nvSpPr>
        <p:spPr>
          <a:xfrm>
            <a:off x="533160" y="280008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552240" y="5124240"/>
            <a:ext cx="11106360" cy="1010160"/>
          </a:xfrm>
          <a:custGeom>
            <a:avLst/>
            <a:gdLst/>
            <a:ahLst/>
            <a:rect l="0" t="0" r="r" b="b"/>
            <a:pathLst>
              <a:path w="30851" h="2806">
                <a:moveTo>
                  <a:pt x="0" y="2806"/>
                </a:moveTo>
                <a:lnTo>
                  <a:pt x="0" y="0"/>
                </a:lnTo>
                <a:lnTo>
                  <a:pt x="30746" y="0"/>
                </a:lnTo>
                <a:cubicBezTo>
                  <a:pt x="30760" y="0"/>
                  <a:pt x="30773" y="3"/>
                  <a:pt x="30786" y="8"/>
                </a:cubicBezTo>
                <a:cubicBezTo>
                  <a:pt x="30799" y="14"/>
                  <a:pt x="30811" y="21"/>
                  <a:pt x="30820" y="31"/>
                </a:cubicBezTo>
                <a:cubicBezTo>
                  <a:pt x="30830" y="41"/>
                  <a:pt x="30838" y="52"/>
                  <a:pt x="30843" y="65"/>
                </a:cubicBezTo>
                <a:cubicBezTo>
                  <a:pt x="30849" y="78"/>
                  <a:pt x="30851" y="92"/>
                  <a:pt x="30851" y="106"/>
                </a:cubicBezTo>
                <a:lnTo>
                  <a:pt x="30851" y="2700"/>
                </a:lnTo>
                <a:cubicBezTo>
                  <a:pt x="30851" y="2714"/>
                  <a:pt x="30849" y="2727"/>
                  <a:pt x="30843" y="2740"/>
                </a:cubicBezTo>
                <a:cubicBezTo>
                  <a:pt x="30838" y="2753"/>
                  <a:pt x="30830" y="2765"/>
                  <a:pt x="30820" y="2775"/>
                </a:cubicBezTo>
                <a:cubicBezTo>
                  <a:pt x="30811" y="2785"/>
                  <a:pt x="30799" y="2792"/>
                  <a:pt x="30786" y="2798"/>
                </a:cubicBezTo>
                <a:cubicBezTo>
                  <a:pt x="30773" y="2803"/>
                  <a:pt x="30760" y="2806"/>
                  <a:pt x="30746" y="2806"/>
                </a:cubicBezTo>
                <a:lnTo>
                  <a:pt x="0" y="2806"/>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24" name=""/>
          <p:cNvSpPr/>
          <p:nvPr/>
        </p:nvSpPr>
        <p:spPr>
          <a:xfrm>
            <a:off x="533160" y="512424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txBox="1"/>
          <p:nvPr/>
        </p:nvSpPr>
        <p:spPr>
          <a:xfrm>
            <a:off x="533520" y="759960"/>
            <a:ext cx="381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a:t>
            </a:r>
            <a:endParaRPr lang="en-US" sz="3000" b="0" u="none" strike="noStrike">
              <a:solidFill>
                <a:srgbClr val="000000"/>
              </a:solidFill>
              <a:effectLst/>
              <a:uFillTx/>
              <a:latin typeface="游明朝体"/>
            </a:endParaRPr>
          </a:p>
        </p:txBody>
      </p:sp>
      <p:sp>
        <p:nvSpPr>
          <p:cNvPr id="1526" name=""/>
          <p:cNvSpPr txBox="1"/>
          <p:nvPr/>
        </p:nvSpPr>
        <p:spPr>
          <a:xfrm>
            <a:off x="914400" y="742320"/>
            <a:ext cx="209592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a:t>
            </a:r>
            <a:endParaRPr lang="en-US" sz="3000" b="0" u="none" strike="noStrike">
              <a:solidFill>
                <a:srgbClr val="000000"/>
              </a:solidFill>
              <a:effectLst/>
              <a:uFillTx/>
              <a:latin typeface="游明朝体"/>
            </a:endParaRPr>
          </a:p>
        </p:txBody>
      </p:sp>
      <p:sp>
        <p:nvSpPr>
          <p:cNvPr id="1527" name=""/>
          <p:cNvSpPr/>
          <p:nvPr/>
        </p:nvSpPr>
        <p:spPr>
          <a:xfrm>
            <a:off x="618840" y="168588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txBox="1"/>
          <p:nvPr/>
        </p:nvSpPr>
        <p:spPr>
          <a:xfrm>
            <a:off x="3009600" y="759960"/>
            <a:ext cx="342972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」という⾔葉の由来</a:t>
            </a:r>
            <a:endParaRPr lang="en-US" sz="3000" b="0" u="none" strike="noStrike">
              <a:solidFill>
                <a:srgbClr val="000000"/>
              </a:solidFill>
              <a:effectLst/>
              <a:uFillTx/>
              <a:latin typeface="游明朝体"/>
            </a:endParaRPr>
          </a:p>
        </p:txBody>
      </p:sp>
      <p:sp>
        <p:nvSpPr>
          <p:cNvPr id="1529" name=""/>
          <p:cNvSpPr txBox="1"/>
          <p:nvPr/>
        </p:nvSpPr>
        <p:spPr>
          <a:xfrm>
            <a:off x="799920" y="1590120"/>
            <a:ext cx="4244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1530" name=""/>
          <p:cNvSpPr txBox="1"/>
          <p:nvPr/>
        </p:nvSpPr>
        <p:spPr>
          <a:xfrm>
            <a:off x="1223640" y="159912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1531" name=""/>
          <p:cNvSpPr txBox="1"/>
          <p:nvPr/>
        </p:nvSpPr>
        <p:spPr>
          <a:xfrm>
            <a:off x="14144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1532" name=""/>
          <p:cNvSpPr txBox="1"/>
          <p:nvPr/>
        </p:nvSpPr>
        <p:spPr>
          <a:xfrm>
            <a:off x="1520280" y="159912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533" name=""/>
          <p:cNvSpPr txBox="1"/>
          <p:nvPr/>
        </p:nvSpPr>
        <p:spPr>
          <a:xfrm>
            <a:off x="190116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534" name=""/>
          <p:cNvSpPr txBox="1"/>
          <p:nvPr/>
        </p:nvSpPr>
        <p:spPr>
          <a:xfrm>
            <a:off x="2073960" y="1599120"/>
            <a:ext cx="3239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1535" name=""/>
          <p:cNvSpPr txBox="1"/>
          <p:nvPr/>
        </p:nvSpPr>
        <p:spPr>
          <a:xfrm>
            <a:off x="5306760" y="1590120"/>
            <a:ext cx="6778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1536" name=""/>
          <p:cNvSpPr txBox="1"/>
          <p:nvPr/>
        </p:nvSpPr>
        <p:spPr>
          <a:xfrm>
            <a:off x="5962680" y="159912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1537" name=""/>
          <p:cNvSpPr txBox="1"/>
          <p:nvPr/>
        </p:nvSpPr>
        <p:spPr>
          <a:xfrm>
            <a:off x="6724800" y="1590120"/>
            <a:ext cx="63936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1538" name=""/>
          <p:cNvSpPr txBox="1"/>
          <p:nvPr/>
        </p:nvSpPr>
        <p:spPr>
          <a:xfrm>
            <a:off x="7363440" y="1599120"/>
            <a:ext cx="1334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1539" name=""/>
          <p:cNvSpPr txBox="1"/>
          <p:nvPr/>
        </p:nvSpPr>
        <p:spPr>
          <a:xfrm>
            <a:off x="8697240" y="159012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1540" name=""/>
          <p:cNvSpPr/>
          <p:nvPr/>
        </p:nvSpPr>
        <p:spPr>
          <a:xfrm>
            <a:off x="618840" y="20761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3"/>
                </a:cubicBezTo>
                <a:cubicBezTo>
                  <a:pt x="101" y="157"/>
                  <a:pt x="90" y="160"/>
                  <a:pt x="80" y="160"/>
                </a:cubicBezTo>
                <a:cubicBezTo>
                  <a:pt x="69" y="160"/>
                  <a:pt x="59" y="157"/>
                  <a:pt x="49" y="153"/>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txBox="1"/>
          <p:nvPr/>
        </p:nvSpPr>
        <p:spPr>
          <a:xfrm>
            <a:off x="8813520" y="159912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1542" name=""/>
          <p:cNvSpPr txBox="1"/>
          <p:nvPr/>
        </p:nvSpPr>
        <p:spPr>
          <a:xfrm>
            <a:off x="79992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1543" name=""/>
          <p:cNvSpPr txBox="1"/>
          <p:nvPr/>
        </p:nvSpPr>
        <p:spPr>
          <a:xfrm>
            <a:off x="6015960" y="1980720"/>
            <a:ext cx="35352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1544" name=""/>
          <p:cNvSpPr txBox="1"/>
          <p:nvPr/>
        </p:nvSpPr>
        <p:spPr>
          <a:xfrm>
            <a:off x="6368760" y="1989720"/>
            <a:ext cx="5334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1545" name=""/>
          <p:cNvSpPr txBox="1"/>
          <p:nvPr/>
        </p:nvSpPr>
        <p:spPr>
          <a:xfrm>
            <a:off x="799920" y="2332800"/>
            <a:ext cx="1905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1546" name=""/>
          <p:cNvSpPr txBox="1"/>
          <p:nvPr/>
        </p:nvSpPr>
        <p:spPr>
          <a:xfrm>
            <a:off x="762120" y="2980080"/>
            <a:ext cx="10600920" cy="20304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"There's a new kind of coding I call </a:t>
            </a:r>
            <a:r>
              <a:rPr lang="en-US" sz="1350" b="1" u="none" strike="noStrike">
                <a:solidFill>
                  <a:srgbClr val="E87BA4"/>
                </a:solidFill>
                <a:effectLst/>
                <a:uFillTx/>
                <a:latin typeface="HelveticaNeue"/>
                <a:ea typeface="HelveticaNeue"/>
              </a:rPr>
              <a:t>'vibe coding'</a:t>
            </a:r>
            <a:r>
              <a:rPr lang="en-US" sz="1350" b="0" u="none" strike="noStrike">
                <a:solidFill>
                  <a:srgbClr val="24222B"/>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1547" name=""/>
          <p:cNvSpPr txBox="1"/>
          <p:nvPr/>
        </p:nvSpPr>
        <p:spPr>
          <a:xfrm>
            <a:off x="762120" y="3237120"/>
            <a:ext cx="463140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1548" name=""/>
          <p:cNvSpPr/>
          <p:nvPr/>
        </p:nvSpPr>
        <p:spPr>
          <a:xfrm>
            <a:off x="618840" y="43812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txBox="1"/>
          <p:nvPr/>
        </p:nvSpPr>
        <p:spPr>
          <a:xfrm>
            <a:off x="762120" y="3494520"/>
            <a:ext cx="2267640" cy="200160"/>
          </a:xfrm>
          <a:prstGeom prst="rect">
            <a:avLst/>
          </a:prstGeom>
          <a:noFill/>
          <a:ln w="0">
            <a:noFill/>
          </a:ln>
        </p:spPr>
        <p:txBody>
          <a:bodyPr wrap="none" lIns="0" tIns="0" rIns="0" bIns="0" anchor="t">
            <a:spAutoFit/>
          </a:bodyPr>
          <a:p>
            <a:pPr/>
            <a:r>
              <a:rPr lang="en-US" sz="1350" b="0" u="none" strike="noStrike">
                <a:solidFill>
                  <a:srgbClr val="24222B"/>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1550" name=""/>
          <p:cNvSpPr/>
          <p:nvPr/>
        </p:nvSpPr>
        <p:spPr>
          <a:xfrm>
            <a:off x="618840" y="478152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0"/>
                  <a:pt x="0" y="80"/>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txBox="1"/>
          <p:nvPr/>
        </p:nvSpPr>
        <p:spPr>
          <a:xfrm>
            <a:off x="799920" y="429480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提唱者本⼈が「</a:t>
            </a:r>
            <a:r>
              <a:rPr lang="ja-JP" sz="1500" b="1" u="none" strike="noStrike">
                <a:solidFill>
                  <a:srgbClr val="E87BA4"/>
                </a:solidFill>
                <a:effectLst/>
                <a:uFillTx/>
                <a:latin typeface="HiraginoSans-W5"/>
                <a:ea typeface="HiraginoSans-W5"/>
              </a:rPr>
              <a:t>使い捨ての週末プロジェクト向け</a:t>
            </a:r>
            <a:r>
              <a:rPr lang="ja-JP" sz="1500" b="0" u="none" strike="noStrike">
                <a:solidFill>
                  <a:srgbClr val="24222B"/>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1552" name=""/>
          <p:cNvSpPr txBox="1"/>
          <p:nvPr/>
        </p:nvSpPr>
        <p:spPr>
          <a:xfrm>
            <a:off x="799920" y="4694760"/>
            <a:ext cx="104785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コードを⼀⾏ずつ書くのではなく、</a:t>
            </a:r>
            <a:r>
              <a:rPr lang="ja-JP" sz="1500" b="1" u="none" strike="noStrike">
                <a:solidFill>
                  <a:srgbClr val="E87BA4"/>
                </a:solidFill>
                <a:effectLst/>
                <a:uFillTx/>
                <a:latin typeface="HiraginoSans-W5"/>
                <a:ea typeface="HiraginoSans-W5"/>
              </a:rPr>
              <a:t>⾒て・⾔って・動かして・貼り付ける</a:t>
            </a:r>
            <a:r>
              <a:rPr lang="ja-JP" sz="1500" b="0" u="none" strike="noStrike">
                <a:solidFill>
                  <a:srgbClr val="24222B"/>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1553" name=""/>
          <p:cNvSpPr txBox="1"/>
          <p:nvPr/>
        </p:nvSpPr>
        <p:spPr>
          <a:xfrm>
            <a:off x="723960" y="5256000"/>
            <a:ext cx="72612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1554" name=""/>
          <p:cNvSpPr txBox="1"/>
          <p:nvPr/>
        </p:nvSpPr>
        <p:spPr>
          <a:xfrm>
            <a:off x="1447920" y="524736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5" name=""/>
          <p:cNvSpPr txBox="1"/>
          <p:nvPr/>
        </p:nvSpPr>
        <p:spPr>
          <a:xfrm>
            <a:off x="1548360" y="5256000"/>
            <a:ext cx="72550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1556" name=""/>
          <p:cNvSpPr txBox="1"/>
          <p:nvPr/>
        </p:nvSpPr>
        <p:spPr>
          <a:xfrm>
            <a:off x="723960" y="5532120"/>
            <a:ext cx="1089000" cy="181800"/>
          </a:xfrm>
          <a:prstGeom prst="rect">
            <a:avLst/>
          </a:prstGeom>
          <a:noFill/>
          <a:ln w="0">
            <a:noFill/>
          </a:ln>
        </p:spPr>
        <p:txBody>
          <a:bodyPr wrap="none" lIns="0" tIns="0" rIns="0" bIns="0" anchor="t">
            <a:spAutoFit/>
          </a:bodyPr>
          <a:p>
            <a:pPr/>
            <a:r>
              <a:rPr lang="ja-JP" sz="1430" b="1" u="none" strike="noStrike">
                <a:solidFill>
                  <a:srgbClr val="E87BA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1557" name=""/>
          <p:cNvSpPr txBox="1"/>
          <p:nvPr/>
        </p:nvSpPr>
        <p:spPr>
          <a:xfrm>
            <a:off x="1809720" y="55238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558" name=""/>
          <p:cNvSpPr txBox="1"/>
          <p:nvPr/>
        </p:nvSpPr>
        <p:spPr>
          <a:xfrm>
            <a:off x="1910520" y="5532120"/>
            <a:ext cx="96127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1559" name=""/>
          <p:cNvSpPr txBox="1"/>
          <p:nvPr/>
        </p:nvSpPr>
        <p:spPr>
          <a:xfrm>
            <a:off x="723960" y="5798880"/>
            <a:ext cx="363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156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4" name=""/>
          <p:cNvSpPr/>
          <p:nvPr/>
        </p:nvSpPr>
        <p:spPr>
          <a:xfrm>
            <a:off x="533160" y="100944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5" name=""/>
          <p:cNvSpPr txBox="1"/>
          <p:nvPr/>
        </p:nvSpPr>
        <p:spPr>
          <a:xfrm>
            <a:off x="533520" y="475560"/>
            <a:ext cx="3930480" cy="454680"/>
          </a:xfrm>
          <a:prstGeom prst="rect">
            <a:avLst/>
          </a:prstGeom>
          <a:noFill/>
          <a:ln w="0">
            <a:noFill/>
          </a:ln>
        </p:spPr>
        <p:txBody>
          <a:bodyPr wrap="none" lIns="0" tIns="0" rIns="0" bIns="0" anchor="t">
            <a:spAutoFit/>
          </a:bodyPr>
          <a:p>
            <a:pPr/>
            <a:r>
              <a:rPr lang="en-US" sz="3000" b="1" u="none" strike="noStrike">
                <a:solidFill>
                  <a:srgbClr val="4A3AA7"/>
                </a:solidFill>
                <a:effectLst/>
                <a:uFillTx/>
                <a:latin typeface="HelveticaNeue"/>
                <a:ea typeface="HelveticaNeue"/>
              </a:rPr>
              <a:t>vibe coding X GitHub </a:t>
            </a:r>
            <a:endParaRPr lang="en-US" sz="3000" b="0" u="none" strike="noStrike">
              <a:solidFill>
                <a:srgbClr val="000000"/>
              </a:solidFill>
              <a:effectLst/>
              <a:uFillTx/>
              <a:latin typeface="游明朝体"/>
            </a:endParaRPr>
          </a:p>
        </p:txBody>
      </p:sp>
      <p:sp>
        <p:nvSpPr>
          <p:cNvPr id="1566" name=""/>
          <p:cNvSpPr/>
          <p:nvPr/>
        </p:nvSpPr>
        <p:spPr>
          <a:xfrm>
            <a:off x="1228680" y="1266480"/>
            <a:ext cx="5143680" cy="5553720"/>
          </a:xfrm>
          <a:custGeom>
            <a:avLst/>
            <a:gdLst/>
            <a:ahLst/>
            <a:rect l="0" t="0" r="r" b="b"/>
            <a:pathLst>
              <a:path w="14288" h="15427">
                <a:moveTo>
                  <a:pt x="0" y="0"/>
                </a:moveTo>
                <a:lnTo>
                  <a:pt x="14288" y="0"/>
                </a:lnTo>
                <a:lnTo>
                  <a:pt x="14288" y="15427"/>
                </a:lnTo>
                <a:lnTo>
                  <a:pt x="0" y="15427"/>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67" name=""/>
          <p:cNvSpPr/>
          <p:nvPr/>
        </p:nvSpPr>
        <p:spPr>
          <a:xfrm>
            <a:off x="4091400" y="2912400"/>
            <a:ext cx="974880" cy="975600"/>
          </a:xfrm>
          <a:custGeom>
            <a:avLst/>
            <a:gdLst/>
            <a:ahLst/>
            <a:rect l="0" t="0" r="r" b="b"/>
            <a:pathLst>
              <a:path w="2708" h="2710">
                <a:moveTo>
                  <a:pt x="25" y="1"/>
                </a:moveTo>
                <a:lnTo>
                  <a:pt x="43" y="7"/>
                </a:lnTo>
                <a:cubicBezTo>
                  <a:pt x="48" y="8"/>
                  <a:pt x="51" y="12"/>
                  <a:pt x="54" y="16"/>
                </a:cubicBezTo>
                <a:cubicBezTo>
                  <a:pt x="56" y="21"/>
                  <a:pt x="56" y="26"/>
                  <a:pt x="55" y="31"/>
                </a:cubicBezTo>
                <a:cubicBezTo>
                  <a:pt x="53" y="36"/>
                  <a:pt x="50" y="39"/>
                  <a:pt x="45" y="42"/>
                </a:cubicBezTo>
                <a:cubicBezTo>
                  <a:pt x="40" y="44"/>
                  <a:pt x="36" y="44"/>
                  <a:pt x="31" y="42"/>
                </a:cubicBezTo>
                <a:lnTo>
                  <a:pt x="12" y="36"/>
                </a:lnTo>
                <a:cubicBezTo>
                  <a:pt x="8" y="35"/>
                  <a:pt x="4" y="31"/>
                  <a:pt x="2" y="27"/>
                </a:cubicBezTo>
                <a:cubicBezTo>
                  <a:pt x="-1" y="22"/>
                  <a:pt x="-1" y="17"/>
                  <a:pt x="1" y="12"/>
                </a:cubicBezTo>
                <a:cubicBezTo>
                  <a:pt x="2" y="7"/>
                  <a:pt x="6" y="4"/>
                  <a:pt x="10" y="2"/>
                </a:cubicBezTo>
                <a:cubicBezTo>
                  <a:pt x="15" y="-1"/>
                  <a:pt x="20" y="-1"/>
                  <a:pt x="25" y="1"/>
                </a:cubicBezTo>
                <a:moveTo>
                  <a:pt x="169" y="52"/>
                </a:moveTo>
                <a:lnTo>
                  <a:pt x="187" y="59"/>
                </a:lnTo>
                <a:cubicBezTo>
                  <a:pt x="192" y="61"/>
                  <a:pt x="195" y="64"/>
                  <a:pt x="197" y="69"/>
                </a:cubicBezTo>
                <a:cubicBezTo>
                  <a:pt x="200" y="73"/>
                  <a:pt x="200" y="78"/>
                  <a:pt x="198" y="83"/>
                </a:cubicBezTo>
                <a:cubicBezTo>
                  <a:pt x="196" y="88"/>
                  <a:pt x="193" y="91"/>
                  <a:pt x="188" y="93"/>
                </a:cubicBezTo>
                <a:cubicBezTo>
                  <a:pt x="183" y="96"/>
                  <a:pt x="179" y="96"/>
                  <a:pt x="174" y="94"/>
                </a:cubicBezTo>
                <a:lnTo>
                  <a:pt x="156" y="87"/>
                </a:lnTo>
                <a:cubicBezTo>
                  <a:pt x="151" y="85"/>
                  <a:pt x="148" y="82"/>
                  <a:pt x="145" y="77"/>
                </a:cubicBezTo>
                <a:cubicBezTo>
                  <a:pt x="143" y="73"/>
                  <a:pt x="143" y="68"/>
                  <a:pt x="145" y="63"/>
                </a:cubicBezTo>
                <a:cubicBezTo>
                  <a:pt x="147" y="58"/>
                  <a:pt x="150" y="55"/>
                  <a:pt x="155" y="53"/>
                </a:cubicBezTo>
                <a:cubicBezTo>
                  <a:pt x="160" y="50"/>
                  <a:pt x="164" y="50"/>
                  <a:pt x="169" y="52"/>
                </a:cubicBezTo>
                <a:moveTo>
                  <a:pt x="310" y="107"/>
                </a:moveTo>
                <a:lnTo>
                  <a:pt x="328" y="114"/>
                </a:lnTo>
                <a:cubicBezTo>
                  <a:pt x="332" y="116"/>
                  <a:pt x="336" y="120"/>
                  <a:pt x="338" y="124"/>
                </a:cubicBezTo>
                <a:cubicBezTo>
                  <a:pt x="340" y="129"/>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2"/>
                  <a:pt x="286" y="117"/>
                </a:cubicBezTo>
                <a:cubicBezTo>
                  <a:pt x="288" y="113"/>
                  <a:pt x="291" y="109"/>
                  <a:pt x="296" y="107"/>
                </a:cubicBezTo>
                <a:cubicBezTo>
                  <a:pt x="301" y="105"/>
                  <a:pt x="305" y="105"/>
                  <a:pt x="310" y="107"/>
                </a:cubicBezTo>
                <a:moveTo>
                  <a:pt x="448" y="166"/>
                </a:moveTo>
                <a:lnTo>
                  <a:pt x="465" y="173"/>
                </a:lnTo>
                <a:cubicBezTo>
                  <a:pt x="469" y="175"/>
                  <a:pt x="473" y="179"/>
                  <a:pt x="474" y="184"/>
                </a:cubicBezTo>
                <a:cubicBezTo>
                  <a:pt x="476" y="189"/>
                  <a:pt x="476" y="193"/>
                  <a:pt x="474" y="198"/>
                </a:cubicBezTo>
                <a:cubicBezTo>
                  <a:pt x="472" y="203"/>
                  <a:pt x="468" y="206"/>
                  <a:pt x="464" y="208"/>
                </a:cubicBezTo>
                <a:cubicBezTo>
                  <a:pt x="459" y="210"/>
                  <a:pt x="454" y="210"/>
                  <a:pt x="449" y="208"/>
                </a:cubicBezTo>
                <a:lnTo>
                  <a:pt x="432" y="200"/>
                </a:lnTo>
                <a:cubicBezTo>
                  <a:pt x="428" y="198"/>
                  <a:pt x="424" y="194"/>
                  <a:pt x="422" y="190"/>
                </a:cubicBezTo>
                <a:cubicBezTo>
                  <a:pt x="421" y="185"/>
                  <a:pt x="421" y="180"/>
                  <a:pt x="423" y="175"/>
                </a:cubicBezTo>
                <a:cubicBezTo>
                  <a:pt x="425" y="170"/>
                  <a:pt x="428" y="167"/>
                  <a:pt x="433" y="165"/>
                </a:cubicBezTo>
                <a:cubicBezTo>
                  <a:pt x="438" y="163"/>
                  <a:pt x="443" y="164"/>
                  <a:pt x="448" y="166"/>
                </a:cubicBezTo>
                <a:moveTo>
                  <a:pt x="585" y="229"/>
                </a:moveTo>
                <a:lnTo>
                  <a:pt x="602" y="238"/>
                </a:lnTo>
                <a:cubicBezTo>
                  <a:pt x="607" y="240"/>
                  <a:pt x="610" y="244"/>
                  <a:pt x="611" y="248"/>
                </a:cubicBezTo>
                <a:cubicBezTo>
                  <a:pt x="613" y="253"/>
                  <a:pt x="613" y="258"/>
                  <a:pt x="611" y="263"/>
                </a:cubicBezTo>
                <a:cubicBezTo>
                  <a:pt x="608" y="267"/>
                  <a:pt x="605" y="271"/>
                  <a:pt x="600" y="272"/>
                </a:cubicBezTo>
                <a:cubicBezTo>
                  <a:pt x="595" y="274"/>
                  <a:pt x="590" y="274"/>
                  <a:pt x="585" y="272"/>
                </a:cubicBezTo>
                <a:lnTo>
                  <a:pt x="568" y="263"/>
                </a:lnTo>
                <a:cubicBezTo>
                  <a:pt x="564" y="261"/>
                  <a:pt x="561" y="257"/>
                  <a:pt x="559" y="252"/>
                </a:cubicBezTo>
                <a:cubicBezTo>
                  <a:pt x="557" y="248"/>
                  <a:pt x="557" y="243"/>
                  <a:pt x="560" y="238"/>
                </a:cubicBezTo>
                <a:cubicBezTo>
                  <a:pt x="562" y="233"/>
                  <a:pt x="566" y="230"/>
                  <a:pt x="570" y="228"/>
                </a:cubicBezTo>
                <a:cubicBezTo>
                  <a:pt x="575" y="227"/>
                  <a:pt x="580" y="227"/>
                  <a:pt x="585" y="229"/>
                </a:cubicBezTo>
                <a:moveTo>
                  <a:pt x="720" y="298"/>
                </a:moveTo>
                <a:lnTo>
                  <a:pt x="737" y="307"/>
                </a:lnTo>
                <a:cubicBezTo>
                  <a:pt x="742" y="309"/>
                  <a:pt x="745" y="313"/>
                  <a:pt x="746" y="318"/>
                </a:cubicBezTo>
                <a:cubicBezTo>
                  <a:pt x="748" y="323"/>
                  <a:pt x="747" y="328"/>
                  <a:pt x="745" y="332"/>
                </a:cubicBezTo>
                <a:cubicBezTo>
                  <a:pt x="743" y="337"/>
                  <a:pt x="739" y="340"/>
                  <a:pt x="734" y="341"/>
                </a:cubicBezTo>
                <a:cubicBezTo>
                  <a:pt x="729" y="343"/>
                  <a:pt x="724" y="342"/>
                  <a:pt x="720" y="340"/>
                </a:cubicBezTo>
                <a:lnTo>
                  <a:pt x="703" y="331"/>
                </a:lnTo>
                <a:cubicBezTo>
                  <a:pt x="698" y="329"/>
                  <a:pt x="695" y="325"/>
                  <a:pt x="694" y="320"/>
                </a:cubicBezTo>
                <a:cubicBezTo>
                  <a:pt x="692" y="315"/>
                  <a:pt x="693" y="310"/>
                  <a:pt x="695" y="306"/>
                </a:cubicBezTo>
                <a:cubicBezTo>
                  <a:pt x="698" y="301"/>
                  <a:pt x="701" y="298"/>
                  <a:pt x="706" y="297"/>
                </a:cubicBezTo>
                <a:cubicBezTo>
                  <a:pt x="711" y="295"/>
                  <a:pt x="716" y="295"/>
                  <a:pt x="720" y="298"/>
                </a:cubicBezTo>
                <a:moveTo>
                  <a:pt x="853" y="370"/>
                </a:moveTo>
                <a:lnTo>
                  <a:pt x="869" y="380"/>
                </a:lnTo>
                <a:cubicBezTo>
                  <a:pt x="874" y="382"/>
                  <a:pt x="877" y="386"/>
                  <a:pt x="878" y="391"/>
                </a:cubicBezTo>
                <a:cubicBezTo>
                  <a:pt x="880" y="396"/>
                  <a:pt x="879" y="401"/>
                  <a:pt x="876" y="405"/>
                </a:cubicBezTo>
                <a:cubicBezTo>
                  <a:pt x="874" y="410"/>
                  <a:pt x="870" y="413"/>
                  <a:pt x="865" y="414"/>
                </a:cubicBezTo>
                <a:cubicBezTo>
                  <a:pt x="860" y="415"/>
                  <a:pt x="855" y="415"/>
                  <a:pt x="851" y="412"/>
                </a:cubicBezTo>
                <a:lnTo>
                  <a:pt x="835" y="403"/>
                </a:lnTo>
                <a:cubicBezTo>
                  <a:pt x="830" y="400"/>
                  <a:pt x="827" y="396"/>
                  <a:pt x="826" y="391"/>
                </a:cubicBezTo>
                <a:cubicBezTo>
                  <a:pt x="824" y="386"/>
                  <a:pt x="825" y="382"/>
                  <a:pt x="828" y="377"/>
                </a:cubicBezTo>
                <a:cubicBezTo>
                  <a:pt x="830" y="373"/>
                  <a:pt x="834" y="370"/>
                  <a:pt x="839" y="368"/>
                </a:cubicBezTo>
                <a:cubicBezTo>
                  <a:pt x="844" y="367"/>
                  <a:pt x="849" y="368"/>
                  <a:pt x="853" y="370"/>
                </a:cubicBezTo>
                <a:moveTo>
                  <a:pt x="982" y="447"/>
                </a:moveTo>
                <a:lnTo>
                  <a:pt x="999" y="457"/>
                </a:lnTo>
                <a:cubicBezTo>
                  <a:pt x="1003" y="460"/>
                  <a:pt x="1006" y="464"/>
                  <a:pt x="1007" y="469"/>
                </a:cubicBezTo>
                <a:cubicBezTo>
                  <a:pt x="1008" y="474"/>
                  <a:pt x="1007" y="479"/>
                  <a:pt x="1005" y="483"/>
                </a:cubicBezTo>
                <a:cubicBezTo>
                  <a:pt x="1002" y="487"/>
                  <a:pt x="998" y="490"/>
                  <a:pt x="993" y="491"/>
                </a:cubicBezTo>
                <a:cubicBezTo>
                  <a:pt x="988" y="493"/>
                  <a:pt x="983" y="492"/>
                  <a:pt x="979" y="489"/>
                </a:cubicBezTo>
                <a:lnTo>
                  <a:pt x="963" y="479"/>
                </a:lnTo>
                <a:cubicBezTo>
                  <a:pt x="958" y="476"/>
                  <a:pt x="955" y="472"/>
                  <a:pt x="954" y="467"/>
                </a:cubicBezTo>
                <a:cubicBezTo>
                  <a:pt x="953" y="462"/>
                  <a:pt x="954" y="458"/>
                  <a:pt x="957" y="453"/>
                </a:cubicBezTo>
                <a:cubicBezTo>
                  <a:pt x="959" y="449"/>
                  <a:pt x="963" y="446"/>
                  <a:pt x="968" y="445"/>
                </a:cubicBezTo>
                <a:cubicBezTo>
                  <a:pt x="973" y="444"/>
                  <a:pt x="978" y="444"/>
                  <a:pt x="982" y="447"/>
                </a:cubicBezTo>
                <a:moveTo>
                  <a:pt x="1110" y="530"/>
                </a:moveTo>
                <a:lnTo>
                  <a:pt x="1126" y="540"/>
                </a:lnTo>
                <a:cubicBezTo>
                  <a:pt x="1130" y="543"/>
                  <a:pt x="1133" y="547"/>
                  <a:pt x="1134" y="552"/>
                </a:cubicBezTo>
                <a:cubicBezTo>
                  <a:pt x="1135" y="557"/>
                  <a:pt x="1134" y="562"/>
                  <a:pt x="1131" y="566"/>
                </a:cubicBezTo>
                <a:cubicBezTo>
                  <a:pt x="1128" y="571"/>
                  <a:pt x="1124" y="573"/>
                  <a:pt x="1119" y="574"/>
                </a:cubicBezTo>
                <a:cubicBezTo>
                  <a:pt x="1114" y="575"/>
                  <a:pt x="1109" y="574"/>
                  <a:pt x="1105" y="571"/>
                </a:cubicBezTo>
                <a:lnTo>
                  <a:pt x="1089" y="561"/>
                </a:lnTo>
                <a:cubicBezTo>
                  <a:pt x="1085" y="558"/>
                  <a:pt x="1082" y="554"/>
                  <a:pt x="1081" y="549"/>
                </a:cubicBezTo>
                <a:cubicBezTo>
                  <a:pt x="1080" y="544"/>
                  <a:pt x="1081" y="539"/>
                  <a:pt x="1084" y="535"/>
                </a:cubicBezTo>
                <a:cubicBezTo>
                  <a:pt x="1087" y="530"/>
                  <a:pt x="1091" y="528"/>
                  <a:pt x="1096" y="527"/>
                </a:cubicBezTo>
                <a:cubicBezTo>
                  <a:pt x="1101" y="526"/>
                  <a:pt x="1106" y="527"/>
                  <a:pt x="1110" y="530"/>
                </a:cubicBezTo>
                <a:moveTo>
                  <a:pt x="1234" y="616"/>
                </a:moveTo>
                <a:lnTo>
                  <a:pt x="1249" y="627"/>
                </a:lnTo>
                <a:cubicBezTo>
                  <a:pt x="1253" y="630"/>
                  <a:pt x="1256" y="634"/>
                  <a:pt x="1256" y="639"/>
                </a:cubicBezTo>
                <a:cubicBezTo>
                  <a:pt x="1257" y="645"/>
                  <a:pt x="1256" y="649"/>
                  <a:pt x="1253" y="653"/>
                </a:cubicBezTo>
                <a:cubicBezTo>
                  <a:pt x="1250" y="658"/>
                  <a:pt x="1246" y="660"/>
                  <a:pt x="1241" y="661"/>
                </a:cubicBezTo>
                <a:cubicBezTo>
                  <a:pt x="1236" y="662"/>
                  <a:pt x="1231" y="661"/>
                  <a:pt x="1227" y="658"/>
                </a:cubicBezTo>
                <a:lnTo>
                  <a:pt x="1212" y="646"/>
                </a:lnTo>
                <a:cubicBezTo>
                  <a:pt x="1207" y="643"/>
                  <a:pt x="1205" y="639"/>
                  <a:pt x="1204" y="634"/>
                </a:cubicBezTo>
                <a:cubicBezTo>
                  <a:pt x="1203" y="629"/>
                  <a:pt x="1204" y="624"/>
                  <a:pt x="1208" y="620"/>
                </a:cubicBezTo>
                <a:cubicBezTo>
                  <a:pt x="1211" y="616"/>
                  <a:pt x="1215" y="613"/>
                  <a:pt x="1220" y="613"/>
                </a:cubicBezTo>
                <a:cubicBezTo>
                  <a:pt x="1225" y="612"/>
                  <a:pt x="1230" y="613"/>
                  <a:pt x="1234" y="616"/>
                </a:cubicBezTo>
                <a:moveTo>
                  <a:pt x="1354" y="707"/>
                </a:moveTo>
                <a:lnTo>
                  <a:pt x="1368" y="719"/>
                </a:lnTo>
                <a:cubicBezTo>
                  <a:pt x="1372" y="722"/>
                  <a:pt x="1375" y="726"/>
                  <a:pt x="1375" y="731"/>
                </a:cubicBezTo>
                <a:cubicBezTo>
                  <a:pt x="1376" y="736"/>
                  <a:pt x="1375" y="741"/>
                  <a:pt x="1371" y="745"/>
                </a:cubicBezTo>
                <a:cubicBezTo>
                  <a:pt x="1368" y="749"/>
                  <a:pt x="1364" y="751"/>
                  <a:pt x="1359" y="752"/>
                </a:cubicBezTo>
                <a:cubicBezTo>
                  <a:pt x="1354" y="753"/>
                  <a:pt x="1349" y="751"/>
                  <a:pt x="1345" y="748"/>
                </a:cubicBezTo>
                <a:lnTo>
                  <a:pt x="1330" y="736"/>
                </a:lnTo>
                <a:cubicBezTo>
                  <a:pt x="1326" y="733"/>
                  <a:pt x="1324" y="729"/>
                  <a:pt x="1323" y="724"/>
                </a:cubicBezTo>
                <a:cubicBezTo>
                  <a:pt x="1323" y="719"/>
                  <a:pt x="1324" y="714"/>
                  <a:pt x="1327" y="710"/>
                </a:cubicBezTo>
                <a:cubicBezTo>
                  <a:pt x="1330" y="706"/>
                  <a:pt x="1335" y="704"/>
                  <a:pt x="1340" y="703"/>
                </a:cubicBezTo>
                <a:cubicBezTo>
                  <a:pt x="1345" y="702"/>
                  <a:pt x="1350" y="704"/>
                  <a:pt x="1354" y="707"/>
                </a:cubicBezTo>
                <a:moveTo>
                  <a:pt x="1471" y="803"/>
                </a:moveTo>
                <a:lnTo>
                  <a:pt x="1485" y="815"/>
                </a:lnTo>
                <a:cubicBezTo>
                  <a:pt x="1489" y="819"/>
                  <a:pt x="1491" y="823"/>
                  <a:pt x="1492" y="828"/>
                </a:cubicBezTo>
                <a:cubicBezTo>
                  <a:pt x="1492" y="833"/>
                  <a:pt x="1491" y="838"/>
                  <a:pt x="1487" y="842"/>
                </a:cubicBezTo>
                <a:cubicBezTo>
                  <a:pt x="1484" y="846"/>
                  <a:pt x="1480" y="848"/>
                  <a:pt x="1474" y="848"/>
                </a:cubicBezTo>
                <a:cubicBezTo>
                  <a:pt x="1469" y="849"/>
                  <a:pt x="1465" y="847"/>
                  <a:pt x="1461" y="844"/>
                </a:cubicBezTo>
                <a:lnTo>
                  <a:pt x="1446" y="832"/>
                </a:lnTo>
                <a:cubicBezTo>
                  <a:pt x="1442" y="828"/>
                  <a:pt x="1440" y="824"/>
                  <a:pt x="1440" y="819"/>
                </a:cubicBezTo>
                <a:cubicBezTo>
                  <a:pt x="1439" y="814"/>
                  <a:pt x="1441" y="809"/>
                  <a:pt x="1444" y="805"/>
                </a:cubicBezTo>
                <a:cubicBezTo>
                  <a:pt x="1448" y="801"/>
                  <a:pt x="1452" y="799"/>
                  <a:pt x="1457" y="799"/>
                </a:cubicBezTo>
                <a:cubicBezTo>
                  <a:pt x="1462" y="798"/>
                  <a:pt x="1467" y="800"/>
                  <a:pt x="1471" y="803"/>
                </a:cubicBezTo>
                <a:moveTo>
                  <a:pt x="1584" y="903"/>
                </a:moveTo>
                <a:lnTo>
                  <a:pt x="1598" y="916"/>
                </a:lnTo>
                <a:cubicBezTo>
                  <a:pt x="1602" y="920"/>
                  <a:pt x="1604" y="924"/>
                  <a:pt x="1604" y="929"/>
                </a:cubicBezTo>
                <a:cubicBezTo>
                  <a:pt x="1604" y="934"/>
                  <a:pt x="1602" y="939"/>
                  <a:pt x="1599" y="943"/>
                </a:cubicBezTo>
                <a:cubicBezTo>
                  <a:pt x="1595" y="946"/>
                  <a:pt x="1591" y="948"/>
                  <a:pt x="1586" y="949"/>
                </a:cubicBezTo>
                <a:cubicBezTo>
                  <a:pt x="1580" y="949"/>
                  <a:pt x="1576" y="947"/>
                  <a:pt x="1572" y="944"/>
                </a:cubicBezTo>
                <a:lnTo>
                  <a:pt x="1558" y="931"/>
                </a:lnTo>
                <a:cubicBezTo>
                  <a:pt x="1555" y="927"/>
                  <a:pt x="1553" y="923"/>
                  <a:pt x="1552" y="918"/>
                </a:cubicBezTo>
                <a:cubicBezTo>
                  <a:pt x="1552" y="913"/>
                  <a:pt x="1554" y="908"/>
                  <a:pt x="1557" y="904"/>
                </a:cubicBezTo>
                <a:cubicBezTo>
                  <a:pt x="1561" y="900"/>
                  <a:pt x="1565" y="898"/>
                  <a:pt x="1570" y="898"/>
                </a:cubicBezTo>
                <a:cubicBezTo>
                  <a:pt x="1576" y="898"/>
                  <a:pt x="1580" y="900"/>
                  <a:pt x="1584" y="903"/>
                </a:cubicBezTo>
                <a:moveTo>
                  <a:pt x="1693" y="1008"/>
                </a:moveTo>
                <a:lnTo>
                  <a:pt x="1706" y="1021"/>
                </a:lnTo>
                <a:cubicBezTo>
                  <a:pt x="1710" y="1025"/>
                  <a:pt x="1712" y="1029"/>
                  <a:pt x="1712" y="1034"/>
                </a:cubicBezTo>
                <a:cubicBezTo>
                  <a:pt x="1712" y="1040"/>
                  <a:pt x="1710" y="1044"/>
                  <a:pt x="1706" y="1048"/>
                </a:cubicBezTo>
                <a:cubicBezTo>
                  <a:pt x="1702" y="1051"/>
                  <a:pt x="1698" y="1053"/>
                  <a:pt x="1693" y="1053"/>
                </a:cubicBezTo>
                <a:cubicBezTo>
                  <a:pt x="1688" y="1053"/>
                  <a:pt x="1683" y="1051"/>
                  <a:pt x="1679" y="1048"/>
                </a:cubicBezTo>
                <a:lnTo>
                  <a:pt x="1666" y="1034"/>
                </a:lnTo>
                <a:cubicBezTo>
                  <a:pt x="1663" y="1031"/>
                  <a:pt x="1661" y="1026"/>
                  <a:pt x="1661" y="1021"/>
                </a:cubicBezTo>
                <a:cubicBezTo>
                  <a:pt x="1661" y="1016"/>
                  <a:pt x="1663" y="1011"/>
                  <a:pt x="1666" y="1008"/>
                </a:cubicBezTo>
                <a:cubicBezTo>
                  <a:pt x="1670" y="1004"/>
                  <a:pt x="1674" y="1002"/>
                  <a:pt x="1680" y="1002"/>
                </a:cubicBezTo>
                <a:cubicBezTo>
                  <a:pt x="1685" y="1002"/>
                  <a:pt x="1689" y="1004"/>
                  <a:pt x="1693" y="1008"/>
                </a:cubicBezTo>
                <a:moveTo>
                  <a:pt x="1798" y="1116"/>
                </a:moveTo>
                <a:lnTo>
                  <a:pt x="1810" y="1130"/>
                </a:lnTo>
                <a:cubicBezTo>
                  <a:pt x="1814" y="1134"/>
                  <a:pt x="1815" y="1139"/>
                  <a:pt x="1815" y="1144"/>
                </a:cubicBezTo>
                <a:cubicBezTo>
                  <a:pt x="1815" y="1149"/>
                  <a:pt x="1813" y="1153"/>
                  <a:pt x="1809" y="1157"/>
                </a:cubicBezTo>
                <a:cubicBezTo>
                  <a:pt x="1805" y="1160"/>
                  <a:pt x="1801" y="1162"/>
                  <a:pt x="1796" y="1162"/>
                </a:cubicBezTo>
                <a:cubicBezTo>
                  <a:pt x="1791" y="1162"/>
                  <a:pt x="1786" y="1160"/>
                  <a:pt x="1783" y="1156"/>
                </a:cubicBezTo>
                <a:lnTo>
                  <a:pt x="1770" y="1142"/>
                </a:lnTo>
                <a:cubicBezTo>
                  <a:pt x="1766" y="1138"/>
                  <a:pt x="1765" y="1134"/>
                  <a:pt x="1765" y="1128"/>
                </a:cubicBezTo>
                <a:cubicBezTo>
                  <a:pt x="1765" y="1123"/>
                  <a:pt x="1767" y="1119"/>
                  <a:pt x="1771" y="1115"/>
                </a:cubicBezTo>
                <a:cubicBezTo>
                  <a:pt x="1775" y="1112"/>
                  <a:pt x="1779" y="1110"/>
                  <a:pt x="1784" y="1110"/>
                </a:cubicBezTo>
                <a:cubicBezTo>
                  <a:pt x="1790" y="1111"/>
                  <a:pt x="1794" y="1113"/>
                  <a:pt x="1798" y="1116"/>
                </a:cubicBezTo>
                <a:moveTo>
                  <a:pt x="1898" y="1229"/>
                </a:moveTo>
                <a:lnTo>
                  <a:pt x="1910" y="1244"/>
                </a:lnTo>
                <a:cubicBezTo>
                  <a:pt x="1914" y="1248"/>
                  <a:pt x="1915" y="1252"/>
                  <a:pt x="1915" y="1257"/>
                </a:cubicBezTo>
                <a:cubicBezTo>
                  <a:pt x="1914" y="1263"/>
                  <a:pt x="1912" y="1267"/>
                  <a:pt x="1908" y="1270"/>
                </a:cubicBezTo>
                <a:cubicBezTo>
                  <a:pt x="1904" y="1274"/>
                  <a:pt x="1900" y="1275"/>
                  <a:pt x="1894" y="1275"/>
                </a:cubicBezTo>
                <a:cubicBezTo>
                  <a:pt x="1889" y="1274"/>
                  <a:pt x="1885" y="1272"/>
                  <a:pt x="1882" y="1268"/>
                </a:cubicBezTo>
                <a:lnTo>
                  <a:pt x="1869" y="1254"/>
                </a:lnTo>
                <a:cubicBezTo>
                  <a:pt x="1866" y="1250"/>
                  <a:pt x="1865" y="1245"/>
                  <a:pt x="1865" y="1240"/>
                </a:cubicBezTo>
                <a:cubicBezTo>
                  <a:pt x="1865" y="1235"/>
                  <a:pt x="1868" y="1231"/>
                  <a:pt x="1872" y="1227"/>
                </a:cubicBezTo>
                <a:cubicBezTo>
                  <a:pt x="1876" y="1224"/>
                  <a:pt x="1880" y="1222"/>
                  <a:pt x="1885" y="1223"/>
                </a:cubicBezTo>
                <a:cubicBezTo>
                  <a:pt x="1890" y="1223"/>
                  <a:pt x="1895" y="1225"/>
                  <a:pt x="1898" y="1229"/>
                </a:cubicBezTo>
                <a:moveTo>
                  <a:pt x="1994" y="1346"/>
                </a:moveTo>
                <a:lnTo>
                  <a:pt x="2006" y="1361"/>
                </a:lnTo>
                <a:cubicBezTo>
                  <a:pt x="2009" y="1365"/>
                  <a:pt x="2011" y="1370"/>
                  <a:pt x="2010" y="1375"/>
                </a:cubicBezTo>
                <a:cubicBezTo>
                  <a:pt x="2009" y="1380"/>
                  <a:pt x="2007" y="1384"/>
                  <a:pt x="2003" y="1389"/>
                </a:cubicBezTo>
                <a:cubicBezTo>
                  <a:pt x="1999" y="1392"/>
                  <a:pt x="1994" y="1393"/>
                  <a:pt x="1989" y="1393"/>
                </a:cubicBezTo>
                <a:cubicBezTo>
                  <a:pt x="1984" y="1392"/>
                  <a:pt x="1980" y="1390"/>
                  <a:pt x="1977" y="1384"/>
                </a:cubicBezTo>
                <a:lnTo>
                  <a:pt x="1965" y="1370"/>
                </a:lnTo>
                <a:cubicBezTo>
                  <a:pt x="1962" y="1366"/>
                  <a:pt x="1960" y="1361"/>
                  <a:pt x="1961" y="1356"/>
                </a:cubicBezTo>
                <a:cubicBezTo>
                  <a:pt x="1962" y="1351"/>
                  <a:pt x="1964" y="1346"/>
                  <a:pt x="1968" y="1343"/>
                </a:cubicBezTo>
                <a:cubicBezTo>
                  <a:pt x="1972" y="1340"/>
                  <a:pt x="1977" y="1339"/>
                  <a:pt x="1982" y="1339"/>
                </a:cubicBezTo>
                <a:cubicBezTo>
                  <a:pt x="1987" y="1340"/>
                  <a:pt x="1991" y="1342"/>
                  <a:pt x="1994" y="1346"/>
                </a:cubicBezTo>
                <a:moveTo>
                  <a:pt x="2085" y="1467"/>
                </a:moveTo>
                <a:lnTo>
                  <a:pt x="2097" y="1482"/>
                </a:lnTo>
                <a:cubicBezTo>
                  <a:pt x="2100" y="1486"/>
                  <a:pt x="2101" y="1491"/>
                  <a:pt x="2100" y="1496"/>
                </a:cubicBezTo>
                <a:cubicBezTo>
                  <a:pt x="2099" y="1501"/>
                  <a:pt x="2097" y="1505"/>
                  <a:pt x="2092" y="1508"/>
                </a:cubicBezTo>
                <a:cubicBezTo>
                  <a:pt x="2088" y="1512"/>
                  <a:pt x="2084" y="1513"/>
                  <a:pt x="2078" y="1512"/>
                </a:cubicBezTo>
                <a:cubicBezTo>
                  <a:pt x="2073" y="1511"/>
                  <a:pt x="2069" y="1509"/>
                  <a:pt x="2066" y="1504"/>
                </a:cubicBezTo>
                <a:lnTo>
                  <a:pt x="2055" y="1489"/>
                </a:lnTo>
                <a:cubicBezTo>
                  <a:pt x="2052" y="1485"/>
                  <a:pt x="2051" y="1480"/>
                  <a:pt x="2052" y="1475"/>
                </a:cubicBezTo>
                <a:cubicBezTo>
                  <a:pt x="2053" y="1470"/>
                  <a:pt x="2055" y="1466"/>
                  <a:pt x="2059" y="1463"/>
                </a:cubicBezTo>
                <a:cubicBezTo>
                  <a:pt x="2063" y="1460"/>
                  <a:pt x="2068" y="1459"/>
                  <a:pt x="2073" y="1460"/>
                </a:cubicBezTo>
                <a:cubicBezTo>
                  <a:pt x="2078" y="1460"/>
                  <a:pt x="2082" y="1463"/>
                  <a:pt x="2085" y="1467"/>
                </a:cubicBezTo>
                <a:moveTo>
                  <a:pt x="2172" y="1591"/>
                </a:moveTo>
                <a:lnTo>
                  <a:pt x="2183" y="1606"/>
                </a:lnTo>
                <a:cubicBezTo>
                  <a:pt x="2186" y="1610"/>
                  <a:pt x="2187" y="1615"/>
                  <a:pt x="2186" y="1620"/>
                </a:cubicBezTo>
                <a:cubicBezTo>
                  <a:pt x="2185" y="1625"/>
                  <a:pt x="2182" y="1629"/>
                  <a:pt x="2178" y="1632"/>
                </a:cubicBezTo>
                <a:cubicBezTo>
                  <a:pt x="2173" y="1635"/>
                  <a:pt x="2169" y="1636"/>
                  <a:pt x="2164" y="1635"/>
                </a:cubicBezTo>
                <a:cubicBezTo>
                  <a:pt x="2158" y="1634"/>
                  <a:pt x="2154" y="1631"/>
                  <a:pt x="2152" y="1627"/>
                </a:cubicBezTo>
                <a:lnTo>
                  <a:pt x="2141" y="1611"/>
                </a:lnTo>
                <a:cubicBezTo>
                  <a:pt x="2138" y="1607"/>
                  <a:pt x="2137" y="1602"/>
                  <a:pt x="2138" y="1597"/>
                </a:cubicBezTo>
                <a:cubicBezTo>
                  <a:pt x="2139" y="1592"/>
                  <a:pt x="2142" y="1588"/>
                  <a:pt x="2146" y="1585"/>
                </a:cubicBezTo>
                <a:cubicBezTo>
                  <a:pt x="2150" y="1582"/>
                  <a:pt x="2155" y="1582"/>
                  <a:pt x="2160" y="1583"/>
                </a:cubicBezTo>
                <a:cubicBezTo>
                  <a:pt x="2165" y="1584"/>
                  <a:pt x="2169" y="1586"/>
                  <a:pt x="2172" y="1591"/>
                </a:cubicBezTo>
                <a:moveTo>
                  <a:pt x="2255" y="1718"/>
                </a:moveTo>
                <a:lnTo>
                  <a:pt x="2265" y="1734"/>
                </a:lnTo>
                <a:cubicBezTo>
                  <a:pt x="2268" y="1739"/>
                  <a:pt x="2268" y="1743"/>
                  <a:pt x="2267" y="1748"/>
                </a:cubicBezTo>
                <a:cubicBezTo>
                  <a:pt x="2266" y="1753"/>
                  <a:pt x="2263" y="1757"/>
                  <a:pt x="2259" y="1760"/>
                </a:cubicBezTo>
                <a:cubicBezTo>
                  <a:pt x="2254" y="1763"/>
                  <a:pt x="2250" y="1764"/>
                  <a:pt x="2245" y="1762"/>
                </a:cubicBezTo>
                <a:cubicBezTo>
                  <a:pt x="2240" y="1761"/>
                  <a:pt x="2236" y="1758"/>
                  <a:pt x="2233" y="1754"/>
                </a:cubicBezTo>
                <a:lnTo>
                  <a:pt x="2223" y="1738"/>
                </a:lnTo>
                <a:cubicBezTo>
                  <a:pt x="2220" y="1733"/>
                  <a:pt x="2219" y="1729"/>
                  <a:pt x="2221" y="1724"/>
                </a:cubicBezTo>
                <a:cubicBezTo>
                  <a:pt x="2222" y="1719"/>
                  <a:pt x="2225" y="1715"/>
                  <a:pt x="2229" y="1712"/>
                </a:cubicBezTo>
                <a:cubicBezTo>
                  <a:pt x="2233" y="1709"/>
                  <a:pt x="2238" y="1708"/>
                  <a:pt x="2243" y="1710"/>
                </a:cubicBezTo>
                <a:cubicBezTo>
                  <a:pt x="2248" y="1711"/>
                  <a:pt x="2252" y="1714"/>
                  <a:pt x="2255" y="1718"/>
                </a:cubicBezTo>
                <a:moveTo>
                  <a:pt x="2332" y="1847"/>
                </a:moveTo>
                <a:lnTo>
                  <a:pt x="2341" y="1863"/>
                </a:lnTo>
                <a:cubicBezTo>
                  <a:pt x="2344" y="1868"/>
                  <a:pt x="2345" y="1873"/>
                  <a:pt x="2343" y="1878"/>
                </a:cubicBezTo>
                <a:cubicBezTo>
                  <a:pt x="2342" y="1883"/>
                  <a:pt x="2339" y="1886"/>
                  <a:pt x="2334" y="1889"/>
                </a:cubicBezTo>
                <a:cubicBezTo>
                  <a:pt x="2330" y="1892"/>
                  <a:pt x="2325" y="1892"/>
                  <a:pt x="2320" y="1891"/>
                </a:cubicBezTo>
                <a:cubicBezTo>
                  <a:pt x="2315" y="1889"/>
                  <a:pt x="2311" y="1887"/>
                  <a:pt x="2309" y="1882"/>
                </a:cubicBezTo>
                <a:lnTo>
                  <a:pt x="2300" y="1866"/>
                </a:lnTo>
                <a:cubicBezTo>
                  <a:pt x="2297" y="1861"/>
                  <a:pt x="2296" y="1857"/>
                  <a:pt x="2298" y="1852"/>
                </a:cubicBezTo>
                <a:cubicBezTo>
                  <a:pt x="2299" y="1847"/>
                  <a:pt x="2302" y="1843"/>
                  <a:pt x="2307" y="1840"/>
                </a:cubicBezTo>
                <a:cubicBezTo>
                  <a:pt x="2311" y="1838"/>
                  <a:pt x="2316" y="1837"/>
                  <a:pt x="2321" y="1838"/>
                </a:cubicBezTo>
                <a:cubicBezTo>
                  <a:pt x="2326" y="1840"/>
                  <a:pt x="2330" y="1843"/>
                  <a:pt x="2332" y="1847"/>
                </a:cubicBezTo>
                <a:moveTo>
                  <a:pt x="2405" y="1979"/>
                </a:moveTo>
                <a:lnTo>
                  <a:pt x="2414" y="1995"/>
                </a:lnTo>
                <a:cubicBezTo>
                  <a:pt x="2416" y="2000"/>
                  <a:pt x="2416" y="2005"/>
                  <a:pt x="2415" y="2010"/>
                </a:cubicBezTo>
                <a:cubicBezTo>
                  <a:pt x="2413" y="2015"/>
                  <a:pt x="2410" y="2018"/>
                  <a:pt x="2406" y="2021"/>
                </a:cubicBezTo>
                <a:cubicBezTo>
                  <a:pt x="2401" y="2023"/>
                  <a:pt x="2396" y="2024"/>
                  <a:pt x="2391" y="2022"/>
                </a:cubicBezTo>
                <a:cubicBezTo>
                  <a:pt x="2386" y="2021"/>
                  <a:pt x="2383" y="2018"/>
                  <a:pt x="2380" y="2013"/>
                </a:cubicBezTo>
                <a:lnTo>
                  <a:pt x="2372" y="1996"/>
                </a:lnTo>
                <a:cubicBezTo>
                  <a:pt x="2369" y="1992"/>
                  <a:pt x="2369" y="1987"/>
                  <a:pt x="2370" y="1982"/>
                </a:cubicBezTo>
                <a:cubicBezTo>
                  <a:pt x="2372" y="1977"/>
                  <a:pt x="2375" y="1973"/>
                  <a:pt x="2379" y="1971"/>
                </a:cubicBezTo>
                <a:cubicBezTo>
                  <a:pt x="2384" y="1969"/>
                  <a:pt x="2389" y="1968"/>
                  <a:pt x="2394" y="1970"/>
                </a:cubicBezTo>
                <a:cubicBezTo>
                  <a:pt x="2399" y="1971"/>
                  <a:pt x="2402" y="1974"/>
                  <a:pt x="2405" y="1979"/>
                </a:cubicBezTo>
                <a:moveTo>
                  <a:pt x="2474" y="2114"/>
                </a:moveTo>
                <a:lnTo>
                  <a:pt x="2482" y="2131"/>
                </a:lnTo>
                <a:cubicBezTo>
                  <a:pt x="2484" y="2136"/>
                  <a:pt x="2484" y="2141"/>
                  <a:pt x="2483" y="2146"/>
                </a:cubicBezTo>
                <a:cubicBezTo>
                  <a:pt x="2481" y="2151"/>
                  <a:pt x="2478" y="2154"/>
                  <a:pt x="2473" y="2157"/>
                </a:cubicBezTo>
                <a:cubicBezTo>
                  <a:pt x="2468" y="2159"/>
                  <a:pt x="2464" y="2159"/>
                  <a:pt x="2459" y="2157"/>
                </a:cubicBezTo>
                <a:cubicBezTo>
                  <a:pt x="2454" y="2156"/>
                  <a:pt x="2450" y="2152"/>
                  <a:pt x="2448" y="2148"/>
                </a:cubicBezTo>
                <a:lnTo>
                  <a:pt x="2440" y="2131"/>
                </a:lnTo>
                <a:cubicBezTo>
                  <a:pt x="2437" y="2126"/>
                  <a:pt x="2437" y="2121"/>
                  <a:pt x="2439" y="2116"/>
                </a:cubicBezTo>
                <a:cubicBezTo>
                  <a:pt x="2441" y="2111"/>
                  <a:pt x="2444" y="2108"/>
                  <a:pt x="2448" y="2106"/>
                </a:cubicBezTo>
                <a:cubicBezTo>
                  <a:pt x="2453" y="2103"/>
                  <a:pt x="2458" y="2103"/>
                  <a:pt x="2463" y="2105"/>
                </a:cubicBezTo>
                <a:cubicBezTo>
                  <a:pt x="2468" y="2106"/>
                  <a:pt x="2471" y="2110"/>
                  <a:pt x="2474" y="2114"/>
                </a:cubicBezTo>
                <a:moveTo>
                  <a:pt x="2538" y="2252"/>
                </a:moveTo>
                <a:lnTo>
                  <a:pt x="2545" y="2269"/>
                </a:lnTo>
                <a:cubicBezTo>
                  <a:pt x="2547" y="2273"/>
                  <a:pt x="2547" y="2278"/>
                  <a:pt x="2545" y="2283"/>
                </a:cubicBezTo>
                <a:cubicBezTo>
                  <a:pt x="2544" y="2288"/>
                  <a:pt x="2540" y="2291"/>
                  <a:pt x="2536" y="2293"/>
                </a:cubicBezTo>
                <a:cubicBezTo>
                  <a:pt x="2531" y="2295"/>
                  <a:pt x="2526" y="2296"/>
                  <a:pt x="2521" y="2294"/>
                </a:cubicBezTo>
                <a:cubicBezTo>
                  <a:pt x="2516" y="2292"/>
                  <a:pt x="2513" y="2289"/>
                  <a:pt x="2511" y="2284"/>
                </a:cubicBezTo>
                <a:lnTo>
                  <a:pt x="2503" y="2267"/>
                </a:lnTo>
                <a:cubicBezTo>
                  <a:pt x="2501" y="2262"/>
                  <a:pt x="2501" y="2257"/>
                  <a:pt x="2503" y="2253"/>
                </a:cubicBezTo>
                <a:cubicBezTo>
                  <a:pt x="2505" y="2248"/>
                  <a:pt x="2508" y="2244"/>
                  <a:pt x="2513" y="2242"/>
                </a:cubicBezTo>
                <a:cubicBezTo>
                  <a:pt x="2517" y="2240"/>
                  <a:pt x="2522" y="2240"/>
                  <a:pt x="2527" y="2242"/>
                </a:cubicBezTo>
                <a:cubicBezTo>
                  <a:pt x="2532" y="2244"/>
                  <a:pt x="2535" y="2247"/>
                  <a:pt x="2538" y="2252"/>
                </a:cubicBezTo>
                <a:moveTo>
                  <a:pt x="2596" y="2389"/>
                </a:moveTo>
                <a:lnTo>
                  <a:pt x="2603" y="2406"/>
                </a:lnTo>
                <a:cubicBezTo>
                  <a:pt x="2605" y="2411"/>
                  <a:pt x="2605" y="2416"/>
                  <a:pt x="2603" y="2421"/>
                </a:cubicBezTo>
                <a:cubicBezTo>
                  <a:pt x="2601" y="2426"/>
                  <a:pt x="2598" y="2429"/>
                  <a:pt x="2593" y="2431"/>
                </a:cubicBezTo>
                <a:cubicBezTo>
                  <a:pt x="2588" y="2433"/>
                  <a:pt x="2584" y="2433"/>
                  <a:pt x="2579" y="2431"/>
                </a:cubicBezTo>
                <a:cubicBezTo>
                  <a:pt x="2574" y="2429"/>
                  <a:pt x="2571" y="2425"/>
                  <a:pt x="2569" y="2421"/>
                </a:cubicBezTo>
                <a:lnTo>
                  <a:pt x="2562" y="2403"/>
                </a:lnTo>
                <a:cubicBezTo>
                  <a:pt x="2560" y="2398"/>
                  <a:pt x="2560" y="2394"/>
                  <a:pt x="2562" y="2389"/>
                </a:cubicBezTo>
                <a:cubicBezTo>
                  <a:pt x="2564" y="2384"/>
                  <a:pt x="2567" y="2381"/>
                  <a:pt x="2572" y="2379"/>
                </a:cubicBezTo>
                <a:cubicBezTo>
                  <a:pt x="2577" y="2377"/>
                  <a:pt x="2581" y="2377"/>
                  <a:pt x="2586" y="2379"/>
                </a:cubicBezTo>
                <a:cubicBezTo>
                  <a:pt x="2591" y="2381"/>
                  <a:pt x="2594" y="2384"/>
                  <a:pt x="2596" y="2389"/>
                </a:cubicBezTo>
                <a:moveTo>
                  <a:pt x="2652" y="2530"/>
                </a:moveTo>
                <a:lnTo>
                  <a:pt x="2658" y="2548"/>
                </a:lnTo>
                <a:cubicBezTo>
                  <a:pt x="2660" y="2553"/>
                  <a:pt x="2660" y="2557"/>
                  <a:pt x="2658" y="2562"/>
                </a:cubicBezTo>
                <a:cubicBezTo>
                  <a:pt x="2656" y="2567"/>
                  <a:pt x="2652" y="2570"/>
                  <a:pt x="2647" y="2572"/>
                </a:cubicBezTo>
                <a:cubicBezTo>
                  <a:pt x="2642" y="2574"/>
                  <a:pt x="2638" y="2574"/>
                  <a:pt x="2633" y="2571"/>
                </a:cubicBezTo>
                <a:cubicBezTo>
                  <a:pt x="2628" y="2569"/>
                  <a:pt x="2625" y="2566"/>
                  <a:pt x="2623" y="2561"/>
                </a:cubicBezTo>
                <a:lnTo>
                  <a:pt x="2616" y="2543"/>
                </a:lnTo>
                <a:cubicBezTo>
                  <a:pt x="2615" y="2538"/>
                  <a:pt x="2615" y="2533"/>
                  <a:pt x="2617" y="2529"/>
                </a:cubicBezTo>
                <a:cubicBezTo>
                  <a:pt x="2619" y="2524"/>
                  <a:pt x="2623" y="2521"/>
                  <a:pt x="2627" y="2519"/>
                </a:cubicBezTo>
                <a:cubicBezTo>
                  <a:pt x="2632" y="2517"/>
                  <a:pt x="2637" y="2517"/>
                  <a:pt x="2642" y="2519"/>
                </a:cubicBezTo>
                <a:cubicBezTo>
                  <a:pt x="2647" y="2521"/>
                  <a:pt x="2650" y="2525"/>
                  <a:pt x="2652" y="2530"/>
                </a:cubicBezTo>
                <a:moveTo>
                  <a:pt x="2703" y="2674"/>
                </a:moveTo>
                <a:lnTo>
                  <a:pt x="2707" y="2685"/>
                </a:lnTo>
                <a:cubicBezTo>
                  <a:pt x="2708" y="2689"/>
                  <a:pt x="2708" y="2694"/>
                  <a:pt x="2706" y="2699"/>
                </a:cubicBezTo>
                <a:cubicBezTo>
                  <a:pt x="2704" y="2704"/>
                  <a:pt x="2700" y="2707"/>
                  <a:pt x="2695" y="2708"/>
                </a:cubicBezTo>
                <a:cubicBezTo>
                  <a:pt x="2690" y="2710"/>
                  <a:pt x="2685" y="2710"/>
                  <a:pt x="2681" y="2707"/>
                </a:cubicBezTo>
                <a:cubicBezTo>
                  <a:pt x="2676" y="2705"/>
                  <a:pt x="2673" y="2702"/>
                  <a:pt x="2671" y="2697"/>
                </a:cubicBezTo>
                <a:lnTo>
                  <a:pt x="2668" y="2686"/>
                </a:lnTo>
                <a:cubicBezTo>
                  <a:pt x="2666" y="2681"/>
                  <a:pt x="2666" y="2677"/>
                  <a:pt x="2669" y="2672"/>
                </a:cubicBezTo>
                <a:cubicBezTo>
                  <a:pt x="2671" y="2667"/>
                  <a:pt x="2675" y="2664"/>
                  <a:pt x="2679" y="2663"/>
                </a:cubicBezTo>
                <a:cubicBezTo>
                  <a:pt x="2684" y="2661"/>
                  <a:pt x="2689" y="2661"/>
                  <a:pt x="2694" y="2663"/>
                </a:cubicBezTo>
                <a:cubicBezTo>
                  <a:pt x="2698" y="2666"/>
                  <a:pt x="2702" y="2669"/>
                  <a:pt x="2703" y="267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5001120" y="3809880"/>
            <a:ext cx="77040" cy="71280"/>
          </a:xfrm>
          <a:custGeom>
            <a:avLst/>
            <a:gdLst/>
            <a:ahLst/>
            <a:rect l="0" t="0" r="r" b="b"/>
            <a:pathLst>
              <a:path fill="none" w="214" h="198">
                <a:moveTo>
                  <a:pt x="214" y="0"/>
                </a:moveTo>
                <a:lnTo>
                  <a:pt x="162" y="198"/>
                </a:lnTo>
                <a:lnTo>
                  <a:pt x="0" y="73"/>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69" name=""/>
          <p:cNvSpPr/>
          <p:nvPr/>
        </p:nvSpPr>
        <p:spPr>
          <a:xfrm>
            <a:off x="4091400" y="4469760"/>
            <a:ext cx="974880" cy="975600"/>
          </a:xfrm>
          <a:custGeom>
            <a:avLst/>
            <a:gdLst/>
            <a:ahLst/>
            <a:rect l="0" t="0" r="r" b="b"/>
            <a:pathLst>
              <a:path w="2708" h="2710">
                <a:moveTo>
                  <a:pt x="2707" y="25"/>
                </a:moveTo>
                <a:lnTo>
                  <a:pt x="2701" y="43"/>
                </a:lnTo>
                <a:cubicBezTo>
                  <a:pt x="2699" y="48"/>
                  <a:pt x="2696" y="52"/>
                  <a:pt x="2691" y="54"/>
                </a:cubicBezTo>
                <a:cubicBezTo>
                  <a:pt x="2686" y="56"/>
                  <a:pt x="2682" y="57"/>
                  <a:pt x="2677" y="55"/>
                </a:cubicBezTo>
                <a:cubicBezTo>
                  <a:pt x="2672" y="53"/>
                  <a:pt x="2668" y="50"/>
                  <a:pt x="2666" y="45"/>
                </a:cubicBezTo>
                <a:cubicBezTo>
                  <a:pt x="2664" y="41"/>
                  <a:pt x="2663" y="36"/>
                  <a:pt x="2665" y="31"/>
                </a:cubicBezTo>
                <a:lnTo>
                  <a:pt x="2671" y="13"/>
                </a:lnTo>
                <a:cubicBezTo>
                  <a:pt x="2673" y="8"/>
                  <a:pt x="2676" y="4"/>
                  <a:pt x="2681" y="2"/>
                </a:cubicBezTo>
                <a:cubicBezTo>
                  <a:pt x="2685" y="0"/>
                  <a:pt x="2690" y="-1"/>
                  <a:pt x="2695" y="1"/>
                </a:cubicBezTo>
                <a:cubicBezTo>
                  <a:pt x="2700" y="3"/>
                  <a:pt x="2704" y="6"/>
                  <a:pt x="2706" y="11"/>
                </a:cubicBezTo>
                <a:cubicBezTo>
                  <a:pt x="2708" y="15"/>
                  <a:pt x="2708" y="20"/>
                  <a:pt x="2707" y="25"/>
                </a:cubicBezTo>
                <a:moveTo>
                  <a:pt x="2655" y="170"/>
                </a:moveTo>
                <a:lnTo>
                  <a:pt x="2649" y="187"/>
                </a:lnTo>
                <a:cubicBezTo>
                  <a:pt x="2647" y="192"/>
                  <a:pt x="2644" y="196"/>
                  <a:pt x="2639" y="198"/>
                </a:cubicBezTo>
                <a:cubicBezTo>
                  <a:pt x="2634" y="200"/>
                  <a:pt x="2629" y="200"/>
                  <a:pt x="2624" y="198"/>
                </a:cubicBezTo>
                <a:cubicBezTo>
                  <a:pt x="2620" y="197"/>
                  <a:pt x="2616" y="193"/>
                  <a:pt x="2614" y="189"/>
                </a:cubicBezTo>
                <a:cubicBezTo>
                  <a:pt x="2612" y="184"/>
                  <a:pt x="2612" y="179"/>
                  <a:pt x="2613" y="174"/>
                </a:cubicBezTo>
                <a:lnTo>
                  <a:pt x="2620" y="156"/>
                </a:lnTo>
                <a:cubicBezTo>
                  <a:pt x="2622" y="152"/>
                  <a:pt x="2625" y="148"/>
                  <a:pt x="2630" y="146"/>
                </a:cubicBezTo>
                <a:cubicBezTo>
                  <a:pt x="2635" y="144"/>
                  <a:pt x="2639" y="144"/>
                  <a:pt x="2644" y="145"/>
                </a:cubicBezTo>
                <a:cubicBezTo>
                  <a:pt x="2649" y="147"/>
                  <a:pt x="2653" y="151"/>
                  <a:pt x="2655" y="155"/>
                </a:cubicBezTo>
                <a:cubicBezTo>
                  <a:pt x="2657" y="160"/>
                  <a:pt x="2657" y="165"/>
                  <a:pt x="2655" y="170"/>
                </a:cubicBezTo>
                <a:moveTo>
                  <a:pt x="2600" y="311"/>
                </a:moveTo>
                <a:lnTo>
                  <a:pt x="2593" y="328"/>
                </a:lnTo>
                <a:cubicBezTo>
                  <a:pt x="2591" y="333"/>
                  <a:pt x="2588" y="336"/>
                  <a:pt x="2583" y="338"/>
                </a:cubicBezTo>
                <a:cubicBezTo>
                  <a:pt x="2578" y="340"/>
                  <a:pt x="2574" y="340"/>
                  <a:pt x="2569" y="338"/>
                </a:cubicBezTo>
                <a:cubicBezTo>
                  <a:pt x="2564" y="336"/>
                  <a:pt x="2561" y="333"/>
                  <a:pt x="2559" y="328"/>
                </a:cubicBezTo>
                <a:cubicBezTo>
                  <a:pt x="2557" y="323"/>
                  <a:pt x="2556" y="319"/>
                  <a:pt x="2558" y="314"/>
                </a:cubicBezTo>
                <a:lnTo>
                  <a:pt x="2566" y="297"/>
                </a:lnTo>
                <a:cubicBezTo>
                  <a:pt x="2568" y="292"/>
                  <a:pt x="2571" y="288"/>
                  <a:pt x="2576" y="286"/>
                </a:cubicBezTo>
                <a:cubicBezTo>
                  <a:pt x="2580" y="284"/>
                  <a:pt x="2585" y="284"/>
                  <a:pt x="2590" y="286"/>
                </a:cubicBezTo>
                <a:cubicBezTo>
                  <a:pt x="2595" y="288"/>
                  <a:pt x="2598" y="292"/>
                  <a:pt x="2600" y="296"/>
                </a:cubicBezTo>
                <a:cubicBezTo>
                  <a:pt x="2602" y="301"/>
                  <a:pt x="2602" y="306"/>
                  <a:pt x="2600" y="311"/>
                </a:cubicBezTo>
                <a:moveTo>
                  <a:pt x="2542" y="448"/>
                </a:moveTo>
                <a:lnTo>
                  <a:pt x="2534" y="465"/>
                </a:lnTo>
                <a:cubicBezTo>
                  <a:pt x="2532" y="470"/>
                  <a:pt x="2529" y="473"/>
                  <a:pt x="2524" y="475"/>
                </a:cubicBezTo>
                <a:cubicBezTo>
                  <a:pt x="2519" y="477"/>
                  <a:pt x="2514" y="477"/>
                  <a:pt x="2509" y="475"/>
                </a:cubicBezTo>
                <a:cubicBezTo>
                  <a:pt x="2505" y="473"/>
                  <a:pt x="2501" y="469"/>
                  <a:pt x="2500" y="464"/>
                </a:cubicBezTo>
                <a:cubicBezTo>
                  <a:pt x="2498" y="460"/>
                  <a:pt x="2498" y="455"/>
                  <a:pt x="2500" y="450"/>
                </a:cubicBezTo>
                <a:lnTo>
                  <a:pt x="2507" y="433"/>
                </a:lnTo>
                <a:cubicBezTo>
                  <a:pt x="2510" y="428"/>
                  <a:pt x="2513" y="425"/>
                  <a:pt x="2518" y="423"/>
                </a:cubicBezTo>
                <a:cubicBezTo>
                  <a:pt x="2523" y="421"/>
                  <a:pt x="2528" y="421"/>
                  <a:pt x="2532" y="424"/>
                </a:cubicBezTo>
                <a:cubicBezTo>
                  <a:pt x="2537" y="426"/>
                  <a:pt x="2540" y="429"/>
                  <a:pt x="2542" y="434"/>
                </a:cubicBezTo>
                <a:cubicBezTo>
                  <a:pt x="2544" y="439"/>
                  <a:pt x="2544" y="444"/>
                  <a:pt x="2542" y="448"/>
                </a:cubicBezTo>
                <a:moveTo>
                  <a:pt x="2478" y="586"/>
                </a:moveTo>
                <a:lnTo>
                  <a:pt x="2470" y="603"/>
                </a:lnTo>
                <a:cubicBezTo>
                  <a:pt x="2468" y="607"/>
                  <a:pt x="2464" y="611"/>
                  <a:pt x="2459" y="612"/>
                </a:cubicBezTo>
                <a:cubicBezTo>
                  <a:pt x="2454" y="614"/>
                  <a:pt x="2449" y="614"/>
                  <a:pt x="2445" y="611"/>
                </a:cubicBezTo>
                <a:cubicBezTo>
                  <a:pt x="2440" y="609"/>
                  <a:pt x="2437" y="606"/>
                  <a:pt x="2435" y="601"/>
                </a:cubicBezTo>
                <a:cubicBezTo>
                  <a:pt x="2434" y="596"/>
                  <a:pt x="2434" y="591"/>
                  <a:pt x="2436" y="586"/>
                </a:cubicBezTo>
                <a:lnTo>
                  <a:pt x="2444" y="569"/>
                </a:lnTo>
                <a:cubicBezTo>
                  <a:pt x="2447" y="565"/>
                  <a:pt x="2450" y="561"/>
                  <a:pt x="2455" y="560"/>
                </a:cubicBezTo>
                <a:cubicBezTo>
                  <a:pt x="2460" y="558"/>
                  <a:pt x="2465" y="558"/>
                  <a:pt x="2470" y="561"/>
                </a:cubicBezTo>
                <a:cubicBezTo>
                  <a:pt x="2474" y="563"/>
                  <a:pt x="2477" y="566"/>
                  <a:pt x="2479" y="571"/>
                </a:cubicBezTo>
                <a:cubicBezTo>
                  <a:pt x="2481" y="576"/>
                  <a:pt x="2480" y="581"/>
                  <a:pt x="2478" y="586"/>
                </a:cubicBezTo>
                <a:moveTo>
                  <a:pt x="2410" y="721"/>
                </a:moveTo>
                <a:lnTo>
                  <a:pt x="2401" y="738"/>
                </a:lnTo>
                <a:cubicBezTo>
                  <a:pt x="2398" y="743"/>
                  <a:pt x="2395" y="746"/>
                  <a:pt x="2390" y="747"/>
                </a:cubicBezTo>
                <a:cubicBezTo>
                  <a:pt x="2385" y="749"/>
                  <a:pt x="2380" y="748"/>
                  <a:pt x="2376" y="746"/>
                </a:cubicBezTo>
                <a:cubicBezTo>
                  <a:pt x="2371" y="743"/>
                  <a:pt x="2368" y="740"/>
                  <a:pt x="2366" y="735"/>
                </a:cubicBezTo>
                <a:cubicBezTo>
                  <a:pt x="2365" y="730"/>
                  <a:pt x="2365" y="725"/>
                  <a:pt x="2368" y="720"/>
                </a:cubicBezTo>
                <a:lnTo>
                  <a:pt x="2376" y="704"/>
                </a:lnTo>
                <a:cubicBezTo>
                  <a:pt x="2379" y="699"/>
                  <a:pt x="2383" y="696"/>
                  <a:pt x="2388" y="695"/>
                </a:cubicBezTo>
                <a:cubicBezTo>
                  <a:pt x="2393" y="693"/>
                  <a:pt x="2397" y="694"/>
                  <a:pt x="2402" y="696"/>
                </a:cubicBezTo>
                <a:cubicBezTo>
                  <a:pt x="2406" y="698"/>
                  <a:pt x="2410" y="702"/>
                  <a:pt x="2411" y="707"/>
                </a:cubicBezTo>
                <a:cubicBezTo>
                  <a:pt x="2413" y="712"/>
                  <a:pt x="2412" y="717"/>
                  <a:pt x="2410" y="721"/>
                </a:cubicBezTo>
                <a:moveTo>
                  <a:pt x="2337" y="853"/>
                </a:moveTo>
                <a:lnTo>
                  <a:pt x="2328" y="869"/>
                </a:lnTo>
                <a:cubicBezTo>
                  <a:pt x="2326" y="874"/>
                  <a:pt x="2322" y="877"/>
                  <a:pt x="2317" y="878"/>
                </a:cubicBezTo>
                <a:cubicBezTo>
                  <a:pt x="2312" y="880"/>
                  <a:pt x="2307" y="879"/>
                  <a:pt x="2302" y="876"/>
                </a:cubicBezTo>
                <a:cubicBezTo>
                  <a:pt x="2298" y="874"/>
                  <a:pt x="2295" y="870"/>
                  <a:pt x="2294" y="865"/>
                </a:cubicBezTo>
                <a:cubicBezTo>
                  <a:pt x="2292" y="860"/>
                  <a:pt x="2293" y="855"/>
                  <a:pt x="2296" y="851"/>
                </a:cubicBezTo>
                <a:lnTo>
                  <a:pt x="2305" y="835"/>
                </a:lnTo>
                <a:cubicBezTo>
                  <a:pt x="2307" y="830"/>
                  <a:pt x="2311" y="827"/>
                  <a:pt x="2316" y="826"/>
                </a:cubicBezTo>
                <a:cubicBezTo>
                  <a:pt x="2321" y="824"/>
                  <a:pt x="2326" y="825"/>
                  <a:pt x="2330" y="828"/>
                </a:cubicBezTo>
                <a:cubicBezTo>
                  <a:pt x="2335" y="830"/>
                  <a:pt x="2338" y="834"/>
                  <a:pt x="2339" y="839"/>
                </a:cubicBezTo>
                <a:cubicBezTo>
                  <a:pt x="2341" y="844"/>
                  <a:pt x="2340" y="849"/>
                  <a:pt x="2337" y="853"/>
                </a:cubicBezTo>
                <a:moveTo>
                  <a:pt x="2261" y="982"/>
                </a:moveTo>
                <a:lnTo>
                  <a:pt x="2251" y="999"/>
                </a:lnTo>
                <a:cubicBezTo>
                  <a:pt x="2248" y="1003"/>
                  <a:pt x="2244" y="1006"/>
                  <a:pt x="2239" y="1007"/>
                </a:cubicBezTo>
                <a:cubicBezTo>
                  <a:pt x="2234" y="1008"/>
                  <a:pt x="2229" y="1007"/>
                  <a:pt x="2225" y="1005"/>
                </a:cubicBezTo>
                <a:cubicBezTo>
                  <a:pt x="2220" y="1002"/>
                  <a:pt x="2217" y="998"/>
                  <a:pt x="2216" y="993"/>
                </a:cubicBezTo>
                <a:cubicBezTo>
                  <a:pt x="2215" y="988"/>
                  <a:pt x="2216" y="983"/>
                  <a:pt x="2219" y="979"/>
                </a:cubicBezTo>
                <a:lnTo>
                  <a:pt x="2229" y="963"/>
                </a:lnTo>
                <a:cubicBezTo>
                  <a:pt x="2231" y="958"/>
                  <a:pt x="2235" y="955"/>
                  <a:pt x="2240" y="954"/>
                </a:cubicBezTo>
                <a:cubicBezTo>
                  <a:pt x="2245" y="953"/>
                  <a:pt x="2250" y="954"/>
                  <a:pt x="2255" y="957"/>
                </a:cubicBezTo>
                <a:cubicBezTo>
                  <a:pt x="2259" y="959"/>
                  <a:pt x="2262" y="963"/>
                  <a:pt x="2263" y="968"/>
                </a:cubicBezTo>
                <a:cubicBezTo>
                  <a:pt x="2264" y="973"/>
                  <a:pt x="2263" y="978"/>
                  <a:pt x="2261" y="982"/>
                </a:cubicBezTo>
                <a:moveTo>
                  <a:pt x="2178" y="1110"/>
                </a:moveTo>
                <a:lnTo>
                  <a:pt x="2168" y="1126"/>
                </a:lnTo>
                <a:cubicBezTo>
                  <a:pt x="2165" y="1130"/>
                  <a:pt x="2161" y="1133"/>
                  <a:pt x="2156" y="1134"/>
                </a:cubicBezTo>
                <a:cubicBezTo>
                  <a:pt x="2151" y="1135"/>
                  <a:pt x="2146" y="1134"/>
                  <a:pt x="2142" y="1131"/>
                </a:cubicBezTo>
                <a:cubicBezTo>
                  <a:pt x="2137" y="1128"/>
                  <a:pt x="2135" y="1124"/>
                  <a:pt x="2134" y="1119"/>
                </a:cubicBezTo>
                <a:cubicBezTo>
                  <a:pt x="2133" y="1114"/>
                  <a:pt x="2134" y="1109"/>
                  <a:pt x="2136" y="1105"/>
                </a:cubicBezTo>
                <a:lnTo>
                  <a:pt x="2147" y="1089"/>
                </a:lnTo>
                <a:cubicBezTo>
                  <a:pt x="2150" y="1085"/>
                  <a:pt x="2154" y="1082"/>
                  <a:pt x="2159" y="1081"/>
                </a:cubicBezTo>
                <a:cubicBezTo>
                  <a:pt x="2164" y="1080"/>
                  <a:pt x="2169" y="1081"/>
                  <a:pt x="2173" y="1084"/>
                </a:cubicBezTo>
                <a:cubicBezTo>
                  <a:pt x="2177" y="1087"/>
                  <a:pt x="2180" y="1091"/>
                  <a:pt x="2181" y="1096"/>
                </a:cubicBezTo>
                <a:cubicBezTo>
                  <a:pt x="2182" y="1101"/>
                  <a:pt x="2181" y="1106"/>
                  <a:pt x="2178" y="1110"/>
                </a:cubicBezTo>
                <a:moveTo>
                  <a:pt x="2092" y="1234"/>
                </a:moveTo>
                <a:lnTo>
                  <a:pt x="2081" y="1249"/>
                </a:lnTo>
                <a:cubicBezTo>
                  <a:pt x="2078" y="1253"/>
                  <a:pt x="2073" y="1256"/>
                  <a:pt x="2068" y="1257"/>
                </a:cubicBezTo>
                <a:cubicBezTo>
                  <a:pt x="2063" y="1257"/>
                  <a:pt x="2059" y="1256"/>
                  <a:pt x="2054" y="1253"/>
                </a:cubicBezTo>
                <a:cubicBezTo>
                  <a:pt x="2050" y="1250"/>
                  <a:pt x="2048" y="1246"/>
                  <a:pt x="2047" y="1241"/>
                </a:cubicBezTo>
                <a:cubicBezTo>
                  <a:pt x="2046" y="1236"/>
                  <a:pt x="2047" y="1231"/>
                  <a:pt x="2050" y="1227"/>
                </a:cubicBezTo>
                <a:lnTo>
                  <a:pt x="2061" y="1212"/>
                </a:lnTo>
                <a:cubicBezTo>
                  <a:pt x="2064" y="1208"/>
                  <a:pt x="2069" y="1205"/>
                  <a:pt x="2074" y="1204"/>
                </a:cubicBezTo>
                <a:cubicBezTo>
                  <a:pt x="2079" y="1204"/>
                  <a:pt x="2083" y="1205"/>
                  <a:pt x="2088" y="1208"/>
                </a:cubicBezTo>
                <a:cubicBezTo>
                  <a:pt x="2092" y="1211"/>
                  <a:pt x="2094" y="1215"/>
                  <a:pt x="2095" y="1220"/>
                </a:cubicBezTo>
                <a:cubicBezTo>
                  <a:pt x="2096" y="1225"/>
                  <a:pt x="2095" y="1230"/>
                  <a:pt x="2092" y="1234"/>
                </a:cubicBezTo>
                <a:moveTo>
                  <a:pt x="2001" y="1354"/>
                </a:moveTo>
                <a:lnTo>
                  <a:pt x="1989" y="1369"/>
                </a:lnTo>
                <a:cubicBezTo>
                  <a:pt x="1986" y="1373"/>
                  <a:pt x="1982" y="1375"/>
                  <a:pt x="1977" y="1376"/>
                </a:cubicBezTo>
                <a:cubicBezTo>
                  <a:pt x="1972" y="1376"/>
                  <a:pt x="1967" y="1375"/>
                  <a:pt x="1963" y="1372"/>
                </a:cubicBezTo>
                <a:cubicBezTo>
                  <a:pt x="1959" y="1369"/>
                  <a:pt x="1956" y="1364"/>
                  <a:pt x="1956" y="1359"/>
                </a:cubicBezTo>
                <a:cubicBezTo>
                  <a:pt x="1955" y="1354"/>
                  <a:pt x="1957" y="1349"/>
                  <a:pt x="1960" y="1345"/>
                </a:cubicBezTo>
                <a:lnTo>
                  <a:pt x="1972" y="1331"/>
                </a:lnTo>
                <a:cubicBezTo>
                  <a:pt x="1975" y="1326"/>
                  <a:pt x="1979" y="1324"/>
                  <a:pt x="1984" y="1324"/>
                </a:cubicBezTo>
                <a:cubicBezTo>
                  <a:pt x="1989" y="1323"/>
                  <a:pt x="1994" y="1324"/>
                  <a:pt x="1998" y="1327"/>
                </a:cubicBezTo>
                <a:cubicBezTo>
                  <a:pt x="2002" y="1331"/>
                  <a:pt x="2004" y="1335"/>
                  <a:pt x="2005" y="1340"/>
                </a:cubicBezTo>
                <a:cubicBezTo>
                  <a:pt x="2006" y="1345"/>
                  <a:pt x="2004" y="1350"/>
                  <a:pt x="2001" y="1354"/>
                </a:cubicBezTo>
                <a:moveTo>
                  <a:pt x="1905" y="1471"/>
                </a:moveTo>
                <a:lnTo>
                  <a:pt x="1893" y="1486"/>
                </a:lnTo>
                <a:cubicBezTo>
                  <a:pt x="1889" y="1489"/>
                  <a:pt x="1885" y="1492"/>
                  <a:pt x="1880" y="1492"/>
                </a:cubicBezTo>
                <a:cubicBezTo>
                  <a:pt x="1875" y="1492"/>
                  <a:pt x="1870" y="1491"/>
                  <a:pt x="1866" y="1488"/>
                </a:cubicBezTo>
                <a:cubicBezTo>
                  <a:pt x="1862" y="1484"/>
                  <a:pt x="1860" y="1480"/>
                  <a:pt x="1860" y="1475"/>
                </a:cubicBezTo>
                <a:cubicBezTo>
                  <a:pt x="1859" y="1470"/>
                  <a:pt x="1861" y="1465"/>
                  <a:pt x="1864" y="1461"/>
                </a:cubicBezTo>
                <a:lnTo>
                  <a:pt x="1876" y="1447"/>
                </a:lnTo>
                <a:cubicBezTo>
                  <a:pt x="1880" y="1443"/>
                  <a:pt x="1884" y="1441"/>
                  <a:pt x="1889" y="1440"/>
                </a:cubicBezTo>
                <a:cubicBezTo>
                  <a:pt x="1894" y="1440"/>
                  <a:pt x="1899" y="1441"/>
                  <a:pt x="1903" y="1445"/>
                </a:cubicBezTo>
                <a:cubicBezTo>
                  <a:pt x="1907" y="1448"/>
                  <a:pt x="1909" y="1452"/>
                  <a:pt x="1909" y="1458"/>
                </a:cubicBezTo>
                <a:cubicBezTo>
                  <a:pt x="1910" y="1463"/>
                  <a:pt x="1908" y="1467"/>
                  <a:pt x="1905" y="1471"/>
                </a:cubicBezTo>
                <a:moveTo>
                  <a:pt x="1805" y="1584"/>
                </a:moveTo>
                <a:lnTo>
                  <a:pt x="1792" y="1598"/>
                </a:lnTo>
                <a:cubicBezTo>
                  <a:pt x="1788" y="1602"/>
                  <a:pt x="1784" y="1604"/>
                  <a:pt x="1779" y="1604"/>
                </a:cubicBezTo>
                <a:cubicBezTo>
                  <a:pt x="1774" y="1604"/>
                  <a:pt x="1769" y="1603"/>
                  <a:pt x="1765" y="1599"/>
                </a:cubicBezTo>
                <a:cubicBezTo>
                  <a:pt x="1762" y="1596"/>
                  <a:pt x="1760" y="1591"/>
                  <a:pt x="1759" y="1586"/>
                </a:cubicBezTo>
                <a:cubicBezTo>
                  <a:pt x="1759" y="1581"/>
                  <a:pt x="1761" y="1576"/>
                  <a:pt x="1764" y="1573"/>
                </a:cubicBezTo>
                <a:lnTo>
                  <a:pt x="1777" y="1559"/>
                </a:lnTo>
                <a:cubicBezTo>
                  <a:pt x="1781" y="1555"/>
                  <a:pt x="1785" y="1553"/>
                  <a:pt x="1790" y="1553"/>
                </a:cubicBezTo>
                <a:cubicBezTo>
                  <a:pt x="1795" y="1553"/>
                  <a:pt x="1800" y="1554"/>
                  <a:pt x="1804" y="1558"/>
                </a:cubicBezTo>
                <a:cubicBezTo>
                  <a:pt x="1807" y="1561"/>
                  <a:pt x="1810" y="1566"/>
                  <a:pt x="1810" y="1571"/>
                </a:cubicBezTo>
                <a:cubicBezTo>
                  <a:pt x="1810" y="1576"/>
                  <a:pt x="1808" y="1581"/>
                  <a:pt x="1805" y="1584"/>
                </a:cubicBezTo>
                <a:moveTo>
                  <a:pt x="1700" y="1693"/>
                </a:moveTo>
                <a:lnTo>
                  <a:pt x="1687" y="1707"/>
                </a:lnTo>
                <a:cubicBezTo>
                  <a:pt x="1683" y="1710"/>
                  <a:pt x="1679" y="1712"/>
                  <a:pt x="1674" y="1712"/>
                </a:cubicBezTo>
                <a:cubicBezTo>
                  <a:pt x="1669" y="1712"/>
                  <a:pt x="1664" y="1710"/>
                  <a:pt x="1660" y="1707"/>
                </a:cubicBezTo>
                <a:cubicBezTo>
                  <a:pt x="1657" y="1703"/>
                  <a:pt x="1655" y="1698"/>
                  <a:pt x="1655" y="1693"/>
                </a:cubicBezTo>
                <a:cubicBezTo>
                  <a:pt x="1655" y="1688"/>
                  <a:pt x="1657" y="1684"/>
                  <a:pt x="1660" y="1680"/>
                </a:cubicBezTo>
                <a:lnTo>
                  <a:pt x="1674" y="1667"/>
                </a:lnTo>
                <a:cubicBezTo>
                  <a:pt x="1677" y="1663"/>
                  <a:pt x="1682" y="1661"/>
                  <a:pt x="1687" y="1661"/>
                </a:cubicBezTo>
                <a:cubicBezTo>
                  <a:pt x="1692" y="1661"/>
                  <a:pt x="1697" y="1663"/>
                  <a:pt x="1700" y="1667"/>
                </a:cubicBezTo>
                <a:cubicBezTo>
                  <a:pt x="1704" y="1670"/>
                  <a:pt x="1706" y="1675"/>
                  <a:pt x="1706" y="1680"/>
                </a:cubicBezTo>
                <a:cubicBezTo>
                  <a:pt x="1706" y="1685"/>
                  <a:pt x="1704" y="1690"/>
                  <a:pt x="1700" y="1693"/>
                </a:cubicBezTo>
                <a:moveTo>
                  <a:pt x="1592" y="1798"/>
                </a:moveTo>
                <a:lnTo>
                  <a:pt x="1578" y="1811"/>
                </a:lnTo>
                <a:cubicBezTo>
                  <a:pt x="1574" y="1814"/>
                  <a:pt x="1570" y="1816"/>
                  <a:pt x="1564" y="1816"/>
                </a:cubicBezTo>
                <a:cubicBezTo>
                  <a:pt x="1559" y="1816"/>
                  <a:pt x="1555" y="1814"/>
                  <a:pt x="1551" y="1810"/>
                </a:cubicBezTo>
                <a:cubicBezTo>
                  <a:pt x="1548" y="1806"/>
                  <a:pt x="1546" y="1801"/>
                  <a:pt x="1546" y="1796"/>
                </a:cubicBezTo>
                <a:cubicBezTo>
                  <a:pt x="1547" y="1791"/>
                  <a:pt x="1549" y="1787"/>
                  <a:pt x="1552" y="1783"/>
                </a:cubicBezTo>
                <a:lnTo>
                  <a:pt x="1566" y="1770"/>
                </a:lnTo>
                <a:cubicBezTo>
                  <a:pt x="1570" y="1767"/>
                  <a:pt x="1574" y="1765"/>
                  <a:pt x="1580" y="1766"/>
                </a:cubicBezTo>
                <a:cubicBezTo>
                  <a:pt x="1585" y="1766"/>
                  <a:pt x="1589" y="1768"/>
                  <a:pt x="1593" y="1772"/>
                </a:cubicBezTo>
                <a:cubicBezTo>
                  <a:pt x="1596" y="1775"/>
                  <a:pt x="1598" y="1780"/>
                  <a:pt x="1598" y="1785"/>
                </a:cubicBezTo>
                <a:cubicBezTo>
                  <a:pt x="1597" y="1790"/>
                  <a:pt x="1595" y="1795"/>
                  <a:pt x="1592" y="1798"/>
                </a:cubicBezTo>
                <a:moveTo>
                  <a:pt x="1479" y="1899"/>
                </a:moveTo>
                <a:lnTo>
                  <a:pt x="1465" y="1911"/>
                </a:lnTo>
                <a:cubicBezTo>
                  <a:pt x="1461" y="1914"/>
                  <a:pt x="1456" y="1916"/>
                  <a:pt x="1451" y="1915"/>
                </a:cubicBezTo>
                <a:cubicBezTo>
                  <a:pt x="1446" y="1915"/>
                  <a:pt x="1441" y="1913"/>
                  <a:pt x="1438" y="1909"/>
                </a:cubicBezTo>
                <a:cubicBezTo>
                  <a:pt x="1435" y="1905"/>
                  <a:pt x="1433" y="1900"/>
                  <a:pt x="1434" y="1895"/>
                </a:cubicBezTo>
                <a:cubicBezTo>
                  <a:pt x="1434" y="1890"/>
                  <a:pt x="1436" y="1886"/>
                  <a:pt x="1440" y="1882"/>
                </a:cubicBezTo>
                <a:lnTo>
                  <a:pt x="1454" y="1870"/>
                </a:lnTo>
                <a:cubicBezTo>
                  <a:pt x="1458" y="1867"/>
                  <a:pt x="1463" y="1865"/>
                  <a:pt x="1468" y="1866"/>
                </a:cubicBezTo>
                <a:cubicBezTo>
                  <a:pt x="1473" y="1866"/>
                  <a:pt x="1478" y="1868"/>
                  <a:pt x="1481" y="1872"/>
                </a:cubicBezTo>
                <a:cubicBezTo>
                  <a:pt x="1484" y="1876"/>
                  <a:pt x="1486" y="1881"/>
                  <a:pt x="1485" y="1886"/>
                </a:cubicBezTo>
                <a:cubicBezTo>
                  <a:pt x="1485" y="1891"/>
                  <a:pt x="1483" y="1895"/>
                  <a:pt x="1479" y="1899"/>
                </a:cubicBezTo>
                <a:moveTo>
                  <a:pt x="1362" y="1995"/>
                </a:moveTo>
                <a:lnTo>
                  <a:pt x="1347" y="2007"/>
                </a:lnTo>
                <a:cubicBezTo>
                  <a:pt x="1343" y="2010"/>
                  <a:pt x="1338" y="2011"/>
                  <a:pt x="1333" y="2011"/>
                </a:cubicBezTo>
                <a:cubicBezTo>
                  <a:pt x="1328" y="2010"/>
                  <a:pt x="1324" y="2008"/>
                  <a:pt x="1321" y="2004"/>
                </a:cubicBezTo>
                <a:cubicBezTo>
                  <a:pt x="1317" y="2000"/>
                  <a:pt x="1316" y="1995"/>
                  <a:pt x="1317" y="1990"/>
                </a:cubicBezTo>
                <a:cubicBezTo>
                  <a:pt x="1317" y="1985"/>
                  <a:pt x="1320" y="1981"/>
                  <a:pt x="1324" y="1977"/>
                </a:cubicBezTo>
                <a:lnTo>
                  <a:pt x="1339" y="1966"/>
                </a:lnTo>
                <a:cubicBezTo>
                  <a:pt x="1343" y="1962"/>
                  <a:pt x="1347" y="1961"/>
                  <a:pt x="1353" y="1962"/>
                </a:cubicBezTo>
                <a:cubicBezTo>
                  <a:pt x="1358" y="1962"/>
                  <a:pt x="1362" y="1965"/>
                  <a:pt x="1365" y="1969"/>
                </a:cubicBezTo>
                <a:cubicBezTo>
                  <a:pt x="1368" y="1973"/>
                  <a:pt x="1370" y="1977"/>
                  <a:pt x="1369" y="1983"/>
                </a:cubicBezTo>
                <a:cubicBezTo>
                  <a:pt x="1368" y="1988"/>
                  <a:pt x="1366" y="1992"/>
                  <a:pt x="1362" y="1995"/>
                </a:cubicBezTo>
                <a:moveTo>
                  <a:pt x="1242" y="2086"/>
                </a:moveTo>
                <a:lnTo>
                  <a:pt x="1227" y="2097"/>
                </a:lnTo>
                <a:cubicBezTo>
                  <a:pt x="1223" y="2100"/>
                  <a:pt x="1218" y="2101"/>
                  <a:pt x="1213" y="2101"/>
                </a:cubicBezTo>
                <a:cubicBezTo>
                  <a:pt x="1208" y="2100"/>
                  <a:pt x="1204" y="2097"/>
                  <a:pt x="1201" y="2093"/>
                </a:cubicBezTo>
                <a:cubicBezTo>
                  <a:pt x="1198" y="2089"/>
                  <a:pt x="1197" y="2084"/>
                  <a:pt x="1198" y="2079"/>
                </a:cubicBezTo>
                <a:cubicBezTo>
                  <a:pt x="1198" y="2074"/>
                  <a:pt x="1201" y="2070"/>
                  <a:pt x="1205" y="2067"/>
                </a:cubicBezTo>
                <a:lnTo>
                  <a:pt x="1220" y="2056"/>
                </a:lnTo>
                <a:cubicBezTo>
                  <a:pt x="1224" y="2053"/>
                  <a:pt x="1229" y="2052"/>
                  <a:pt x="1234" y="2052"/>
                </a:cubicBezTo>
                <a:cubicBezTo>
                  <a:pt x="1239" y="2053"/>
                  <a:pt x="1243" y="2056"/>
                  <a:pt x="1246" y="2060"/>
                </a:cubicBezTo>
                <a:cubicBezTo>
                  <a:pt x="1249" y="2064"/>
                  <a:pt x="1251" y="2069"/>
                  <a:pt x="1250" y="2074"/>
                </a:cubicBezTo>
                <a:cubicBezTo>
                  <a:pt x="1249" y="2079"/>
                  <a:pt x="1246" y="2083"/>
                  <a:pt x="1242" y="2086"/>
                </a:cubicBezTo>
                <a:moveTo>
                  <a:pt x="1119" y="2173"/>
                </a:moveTo>
                <a:lnTo>
                  <a:pt x="1103" y="2184"/>
                </a:lnTo>
                <a:cubicBezTo>
                  <a:pt x="1099" y="2186"/>
                  <a:pt x="1094" y="2187"/>
                  <a:pt x="1089" y="2186"/>
                </a:cubicBezTo>
                <a:cubicBezTo>
                  <a:pt x="1084" y="2185"/>
                  <a:pt x="1080" y="2183"/>
                  <a:pt x="1077" y="2178"/>
                </a:cubicBezTo>
                <a:cubicBezTo>
                  <a:pt x="1074" y="2174"/>
                  <a:pt x="1073" y="2169"/>
                  <a:pt x="1074" y="2164"/>
                </a:cubicBezTo>
                <a:cubicBezTo>
                  <a:pt x="1075" y="2159"/>
                  <a:pt x="1078" y="2155"/>
                  <a:pt x="1082" y="2152"/>
                </a:cubicBezTo>
                <a:lnTo>
                  <a:pt x="1098" y="2142"/>
                </a:lnTo>
                <a:cubicBezTo>
                  <a:pt x="1102" y="2139"/>
                  <a:pt x="1107" y="2138"/>
                  <a:pt x="1112" y="2139"/>
                </a:cubicBezTo>
                <a:cubicBezTo>
                  <a:pt x="1117" y="2140"/>
                  <a:pt x="1121" y="2143"/>
                  <a:pt x="1124" y="2147"/>
                </a:cubicBezTo>
                <a:cubicBezTo>
                  <a:pt x="1127" y="2151"/>
                  <a:pt x="1128" y="2156"/>
                  <a:pt x="1127" y="2161"/>
                </a:cubicBezTo>
                <a:cubicBezTo>
                  <a:pt x="1126" y="2166"/>
                  <a:pt x="1123" y="2170"/>
                  <a:pt x="1119" y="2173"/>
                </a:cubicBezTo>
                <a:moveTo>
                  <a:pt x="991" y="2256"/>
                </a:moveTo>
                <a:lnTo>
                  <a:pt x="975" y="2266"/>
                </a:lnTo>
                <a:cubicBezTo>
                  <a:pt x="971" y="2269"/>
                  <a:pt x="966" y="2269"/>
                  <a:pt x="961" y="2268"/>
                </a:cubicBezTo>
                <a:cubicBezTo>
                  <a:pt x="956" y="2267"/>
                  <a:pt x="952" y="2264"/>
                  <a:pt x="949" y="2260"/>
                </a:cubicBezTo>
                <a:cubicBezTo>
                  <a:pt x="947" y="2255"/>
                  <a:pt x="946" y="2251"/>
                  <a:pt x="947" y="2246"/>
                </a:cubicBezTo>
                <a:cubicBezTo>
                  <a:pt x="948" y="2240"/>
                  <a:pt x="951" y="2237"/>
                  <a:pt x="956" y="2234"/>
                </a:cubicBezTo>
                <a:lnTo>
                  <a:pt x="972" y="2224"/>
                </a:lnTo>
                <a:cubicBezTo>
                  <a:pt x="976" y="2221"/>
                  <a:pt x="981" y="2220"/>
                  <a:pt x="986" y="2222"/>
                </a:cubicBezTo>
                <a:cubicBezTo>
                  <a:pt x="991" y="2223"/>
                  <a:pt x="995" y="2226"/>
                  <a:pt x="998" y="2230"/>
                </a:cubicBezTo>
                <a:cubicBezTo>
                  <a:pt x="1000" y="2234"/>
                  <a:pt x="1001" y="2239"/>
                  <a:pt x="1000" y="2244"/>
                </a:cubicBezTo>
                <a:cubicBezTo>
                  <a:pt x="999" y="2249"/>
                  <a:pt x="996" y="2253"/>
                  <a:pt x="991" y="2256"/>
                </a:cubicBezTo>
                <a:moveTo>
                  <a:pt x="862" y="2333"/>
                </a:moveTo>
                <a:lnTo>
                  <a:pt x="846" y="2342"/>
                </a:lnTo>
                <a:cubicBezTo>
                  <a:pt x="842" y="2345"/>
                  <a:pt x="837" y="2346"/>
                  <a:pt x="832" y="2344"/>
                </a:cubicBezTo>
                <a:cubicBezTo>
                  <a:pt x="827" y="2343"/>
                  <a:pt x="823" y="2340"/>
                  <a:pt x="821" y="2335"/>
                </a:cubicBezTo>
                <a:cubicBezTo>
                  <a:pt x="818" y="2331"/>
                  <a:pt x="816" y="2326"/>
                  <a:pt x="819" y="2321"/>
                </a:cubicBezTo>
                <a:cubicBezTo>
                  <a:pt x="820" y="2316"/>
                  <a:pt x="823" y="2312"/>
                  <a:pt x="828" y="2310"/>
                </a:cubicBezTo>
                <a:lnTo>
                  <a:pt x="844" y="2300"/>
                </a:lnTo>
                <a:cubicBezTo>
                  <a:pt x="848" y="2298"/>
                  <a:pt x="853" y="2297"/>
                  <a:pt x="858" y="2299"/>
                </a:cubicBezTo>
                <a:cubicBezTo>
                  <a:pt x="863" y="2300"/>
                  <a:pt x="867" y="2303"/>
                  <a:pt x="869" y="2307"/>
                </a:cubicBezTo>
                <a:cubicBezTo>
                  <a:pt x="872" y="2312"/>
                  <a:pt x="873" y="2317"/>
                  <a:pt x="871" y="2322"/>
                </a:cubicBezTo>
                <a:cubicBezTo>
                  <a:pt x="870" y="2327"/>
                  <a:pt x="867" y="2331"/>
                  <a:pt x="862" y="2333"/>
                </a:cubicBezTo>
                <a:moveTo>
                  <a:pt x="730" y="2406"/>
                </a:moveTo>
                <a:lnTo>
                  <a:pt x="713" y="2415"/>
                </a:lnTo>
                <a:cubicBezTo>
                  <a:pt x="709" y="2417"/>
                  <a:pt x="704" y="2417"/>
                  <a:pt x="699" y="2416"/>
                </a:cubicBezTo>
                <a:cubicBezTo>
                  <a:pt x="694" y="2414"/>
                  <a:pt x="690" y="2411"/>
                  <a:pt x="688" y="2407"/>
                </a:cubicBezTo>
                <a:cubicBezTo>
                  <a:pt x="685" y="2402"/>
                  <a:pt x="685" y="2397"/>
                  <a:pt x="686" y="2392"/>
                </a:cubicBezTo>
                <a:cubicBezTo>
                  <a:pt x="688" y="2387"/>
                  <a:pt x="691" y="2384"/>
                  <a:pt x="696" y="2381"/>
                </a:cubicBezTo>
                <a:lnTo>
                  <a:pt x="712" y="2372"/>
                </a:lnTo>
                <a:cubicBezTo>
                  <a:pt x="717" y="2370"/>
                  <a:pt x="722" y="2370"/>
                  <a:pt x="727" y="2371"/>
                </a:cubicBezTo>
                <a:cubicBezTo>
                  <a:pt x="732" y="2373"/>
                  <a:pt x="735" y="2376"/>
                  <a:pt x="738" y="2380"/>
                </a:cubicBezTo>
                <a:cubicBezTo>
                  <a:pt x="740" y="2385"/>
                  <a:pt x="741" y="2390"/>
                  <a:pt x="739" y="2395"/>
                </a:cubicBezTo>
                <a:cubicBezTo>
                  <a:pt x="737" y="2400"/>
                  <a:pt x="734" y="2403"/>
                  <a:pt x="730" y="2406"/>
                </a:cubicBezTo>
                <a:moveTo>
                  <a:pt x="594" y="2475"/>
                </a:moveTo>
                <a:lnTo>
                  <a:pt x="577" y="2484"/>
                </a:lnTo>
                <a:cubicBezTo>
                  <a:pt x="573" y="2486"/>
                  <a:pt x="568" y="2486"/>
                  <a:pt x="563" y="2485"/>
                </a:cubicBezTo>
                <a:cubicBezTo>
                  <a:pt x="558" y="2483"/>
                  <a:pt x="554" y="2480"/>
                  <a:pt x="552" y="2474"/>
                </a:cubicBezTo>
                <a:cubicBezTo>
                  <a:pt x="550" y="2469"/>
                  <a:pt x="550" y="2465"/>
                  <a:pt x="551" y="2460"/>
                </a:cubicBezTo>
                <a:cubicBezTo>
                  <a:pt x="553" y="2455"/>
                  <a:pt x="556" y="2451"/>
                  <a:pt x="561" y="2449"/>
                </a:cubicBezTo>
                <a:lnTo>
                  <a:pt x="578" y="2441"/>
                </a:lnTo>
                <a:cubicBezTo>
                  <a:pt x="583" y="2438"/>
                  <a:pt x="588" y="2438"/>
                  <a:pt x="592" y="2440"/>
                </a:cubicBezTo>
                <a:cubicBezTo>
                  <a:pt x="597" y="2442"/>
                  <a:pt x="601" y="2445"/>
                  <a:pt x="603" y="2449"/>
                </a:cubicBezTo>
                <a:cubicBezTo>
                  <a:pt x="605" y="2454"/>
                  <a:pt x="606" y="2459"/>
                  <a:pt x="604" y="2464"/>
                </a:cubicBezTo>
                <a:cubicBezTo>
                  <a:pt x="602" y="2469"/>
                  <a:pt x="599" y="2472"/>
                  <a:pt x="594" y="2475"/>
                </a:cubicBezTo>
                <a:moveTo>
                  <a:pt x="457" y="2540"/>
                </a:moveTo>
                <a:lnTo>
                  <a:pt x="440" y="2547"/>
                </a:lnTo>
                <a:cubicBezTo>
                  <a:pt x="436" y="2549"/>
                  <a:pt x="431" y="2549"/>
                  <a:pt x="426" y="2548"/>
                </a:cubicBezTo>
                <a:cubicBezTo>
                  <a:pt x="421" y="2546"/>
                  <a:pt x="418" y="2542"/>
                  <a:pt x="415" y="2538"/>
                </a:cubicBezTo>
                <a:cubicBezTo>
                  <a:pt x="413" y="2533"/>
                  <a:pt x="413" y="2528"/>
                  <a:pt x="415" y="2523"/>
                </a:cubicBezTo>
                <a:cubicBezTo>
                  <a:pt x="417" y="2518"/>
                  <a:pt x="420" y="2515"/>
                  <a:pt x="425" y="2513"/>
                </a:cubicBezTo>
                <a:lnTo>
                  <a:pt x="442" y="2505"/>
                </a:lnTo>
                <a:cubicBezTo>
                  <a:pt x="447" y="2503"/>
                  <a:pt x="451" y="2503"/>
                  <a:pt x="456" y="2505"/>
                </a:cubicBezTo>
                <a:cubicBezTo>
                  <a:pt x="461" y="2507"/>
                  <a:pt x="465" y="2510"/>
                  <a:pt x="467" y="2515"/>
                </a:cubicBezTo>
                <a:cubicBezTo>
                  <a:pt x="469" y="2520"/>
                  <a:pt x="469" y="2524"/>
                  <a:pt x="467" y="2529"/>
                </a:cubicBezTo>
                <a:cubicBezTo>
                  <a:pt x="465" y="2534"/>
                  <a:pt x="462" y="2538"/>
                  <a:pt x="457" y="2540"/>
                </a:cubicBezTo>
                <a:moveTo>
                  <a:pt x="320" y="2598"/>
                </a:moveTo>
                <a:lnTo>
                  <a:pt x="303" y="2606"/>
                </a:lnTo>
                <a:cubicBezTo>
                  <a:pt x="298" y="2607"/>
                  <a:pt x="293" y="2607"/>
                  <a:pt x="288" y="2605"/>
                </a:cubicBezTo>
                <a:cubicBezTo>
                  <a:pt x="283" y="2603"/>
                  <a:pt x="280" y="2600"/>
                  <a:pt x="278" y="2595"/>
                </a:cubicBezTo>
                <a:cubicBezTo>
                  <a:pt x="276" y="2590"/>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8"/>
                </a:cubicBezTo>
                <a:cubicBezTo>
                  <a:pt x="328" y="2593"/>
                  <a:pt x="325" y="2596"/>
                  <a:pt x="320" y="2598"/>
                </a:cubicBezTo>
                <a:moveTo>
                  <a:pt x="179" y="2654"/>
                </a:moveTo>
                <a:lnTo>
                  <a:pt x="161" y="2660"/>
                </a:lnTo>
                <a:cubicBezTo>
                  <a:pt x="157" y="2662"/>
                  <a:pt x="152" y="2662"/>
                  <a:pt x="147" y="2660"/>
                </a:cubicBezTo>
                <a:cubicBezTo>
                  <a:pt x="142" y="2658"/>
                  <a:pt x="139" y="2654"/>
                  <a:pt x="137" y="2649"/>
                </a:cubicBezTo>
                <a:cubicBezTo>
                  <a:pt x="135" y="2644"/>
                  <a:pt x="136" y="2640"/>
                  <a:pt x="138" y="2635"/>
                </a:cubicBezTo>
                <a:cubicBezTo>
                  <a:pt x="140" y="2630"/>
                  <a:pt x="143" y="2627"/>
                  <a:pt x="148" y="2625"/>
                </a:cubicBezTo>
                <a:lnTo>
                  <a:pt x="166" y="2618"/>
                </a:lnTo>
                <a:cubicBezTo>
                  <a:pt x="171" y="2617"/>
                  <a:pt x="176" y="2617"/>
                  <a:pt x="180" y="2619"/>
                </a:cubicBezTo>
                <a:cubicBezTo>
                  <a:pt x="185" y="2621"/>
                  <a:pt x="188" y="2625"/>
                  <a:pt x="190" y="2630"/>
                </a:cubicBezTo>
                <a:cubicBezTo>
                  <a:pt x="192" y="2634"/>
                  <a:pt x="192" y="2639"/>
                  <a:pt x="190" y="2644"/>
                </a:cubicBezTo>
                <a:cubicBezTo>
                  <a:pt x="188" y="2649"/>
                  <a:pt x="184" y="2652"/>
                  <a:pt x="179" y="2654"/>
                </a:cubicBezTo>
                <a:moveTo>
                  <a:pt x="35" y="2705"/>
                </a:moveTo>
                <a:lnTo>
                  <a:pt x="25" y="2709"/>
                </a:lnTo>
                <a:cubicBezTo>
                  <a:pt x="20" y="2711"/>
                  <a:pt x="15" y="2710"/>
                  <a:pt x="10" y="2708"/>
                </a:cubicBezTo>
                <a:cubicBezTo>
                  <a:pt x="6" y="2706"/>
                  <a:pt x="2" y="2702"/>
                  <a:pt x="1" y="2697"/>
                </a:cubicBezTo>
                <a:cubicBezTo>
                  <a:pt x="-1" y="2692"/>
                  <a:pt x="-1" y="2688"/>
                  <a:pt x="2" y="2683"/>
                </a:cubicBezTo>
                <a:cubicBezTo>
                  <a:pt x="4" y="2678"/>
                  <a:pt x="8" y="2675"/>
                  <a:pt x="12" y="2673"/>
                </a:cubicBezTo>
                <a:lnTo>
                  <a:pt x="23" y="2670"/>
                </a:lnTo>
                <a:cubicBezTo>
                  <a:pt x="28" y="2668"/>
                  <a:pt x="32" y="2668"/>
                  <a:pt x="37" y="2671"/>
                </a:cubicBezTo>
                <a:cubicBezTo>
                  <a:pt x="42" y="2673"/>
                  <a:pt x="45" y="2677"/>
                  <a:pt x="47" y="2682"/>
                </a:cubicBezTo>
                <a:cubicBezTo>
                  <a:pt x="48" y="2687"/>
                  <a:pt x="48" y="2691"/>
                  <a:pt x="46" y="2696"/>
                </a:cubicBezTo>
                <a:cubicBezTo>
                  <a:pt x="43" y="2701"/>
                  <a:pt x="40" y="2704"/>
                  <a:pt x="35" y="270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4098240" y="538020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1" name=""/>
          <p:cNvSpPr/>
          <p:nvPr/>
        </p:nvSpPr>
        <p:spPr>
          <a:xfrm>
            <a:off x="2534760" y="4469760"/>
            <a:ext cx="974880" cy="975600"/>
          </a:xfrm>
          <a:custGeom>
            <a:avLst/>
            <a:gdLst/>
            <a:ahLst/>
            <a:rect l="0" t="0" r="r" b="b"/>
            <a:pathLst>
              <a:path w="2708" h="2710">
                <a:moveTo>
                  <a:pt x="2683" y="2709"/>
                </a:moveTo>
                <a:lnTo>
                  <a:pt x="2665" y="2703"/>
                </a:lnTo>
                <a:cubicBezTo>
                  <a:pt x="2660" y="2701"/>
                  <a:pt x="2656" y="2698"/>
                  <a:pt x="2654" y="2693"/>
                </a:cubicBezTo>
                <a:cubicBezTo>
                  <a:pt x="2652" y="2689"/>
                  <a:pt x="2652" y="2684"/>
                  <a:pt x="2653" y="2679"/>
                </a:cubicBezTo>
                <a:cubicBezTo>
                  <a:pt x="2655" y="2674"/>
                  <a:pt x="2658" y="2670"/>
                  <a:pt x="2663" y="2668"/>
                </a:cubicBezTo>
                <a:cubicBezTo>
                  <a:pt x="2667" y="2666"/>
                  <a:pt x="2672" y="2665"/>
                  <a:pt x="2677" y="2667"/>
                </a:cubicBezTo>
                <a:lnTo>
                  <a:pt x="2695" y="2673"/>
                </a:lnTo>
                <a:cubicBezTo>
                  <a:pt x="2700" y="2675"/>
                  <a:pt x="2704" y="2678"/>
                  <a:pt x="2706" y="2683"/>
                </a:cubicBezTo>
                <a:cubicBezTo>
                  <a:pt x="2708" y="2688"/>
                  <a:pt x="2709" y="2692"/>
                  <a:pt x="2707" y="2697"/>
                </a:cubicBezTo>
                <a:cubicBezTo>
                  <a:pt x="2705" y="2702"/>
                  <a:pt x="2702" y="2706"/>
                  <a:pt x="2697" y="2708"/>
                </a:cubicBezTo>
                <a:cubicBezTo>
                  <a:pt x="2693" y="2710"/>
                  <a:pt x="2688" y="2711"/>
                  <a:pt x="2683" y="2709"/>
                </a:cubicBezTo>
                <a:moveTo>
                  <a:pt x="2539" y="2657"/>
                </a:moveTo>
                <a:lnTo>
                  <a:pt x="2521" y="2651"/>
                </a:lnTo>
                <a:cubicBezTo>
                  <a:pt x="2516" y="2649"/>
                  <a:pt x="2512" y="2646"/>
                  <a:pt x="2510" y="2641"/>
                </a:cubicBezTo>
                <a:cubicBezTo>
                  <a:pt x="2508" y="2636"/>
                  <a:pt x="2508" y="2631"/>
                  <a:pt x="2510" y="2627"/>
                </a:cubicBezTo>
                <a:cubicBezTo>
                  <a:pt x="2512" y="2622"/>
                  <a:pt x="2515" y="2618"/>
                  <a:pt x="2520" y="2616"/>
                </a:cubicBezTo>
                <a:cubicBezTo>
                  <a:pt x="2524" y="2614"/>
                  <a:pt x="2529" y="2614"/>
                  <a:pt x="2534" y="2616"/>
                </a:cubicBezTo>
                <a:lnTo>
                  <a:pt x="2552" y="2622"/>
                </a:lnTo>
                <a:cubicBezTo>
                  <a:pt x="2557" y="2624"/>
                  <a:pt x="2560" y="2627"/>
                  <a:pt x="2562" y="2632"/>
                </a:cubicBezTo>
                <a:cubicBezTo>
                  <a:pt x="2564" y="2637"/>
                  <a:pt x="2565" y="2642"/>
                  <a:pt x="2563" y="2646"/>
                </a:cubicBezTo>
                <a:cubicBezTo>
                  <a:pt x="2561" y="2651"/>
                  <a:pt x="2558" y="2655"/>
                  <a:pt x="2553" y="2657"/>
                </a:cubicBezTo>
                <a:cubicBezTo>
                  <a:pt x="2548" y="2659"/>
                  <a:pt x="2543" y="2659"/>
                  <a:pt x="2539" y="2657"/>
                </a:cubicBezTo>
                <a:moveTo>
                  <a:pt x="2397" y="2602"/>
                </a:moveTo>
                <a:lnTo>
                  <a:pt x="2379" y="2595"/>
                </a:lnTo>
                <a:cubicBezTo>
                  <a:pt x="2374" y="2593"/>
                  <a:pt x="2371" y="2590"/>
                  <a:pt x="2369" y="2585"/>
                </a:cubicBezTo>
                <a:cubicBezTo>
                  <a:pt x="2367" y="2580"/>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7"/>
                  <a:pt x="2421" y="2592"/>
                </a:cubicBezTo>
                <a:cubicBezTo>
                  <a:pt x="2419" y="2597"/>
                  <a:pt x="2416" y="2600"/>
                  <a:pt x="2411" y="2602"/>
                </a:cubicBezTo>
                <a:cubicBezTo>
                  <a:pt x="2406" y="2604"/>
                  <a:pt x="2401" y="2604"/>
                  <a:pt x="2397" y="2602"/>
                </a:cubicBezTo>
                <a:moveTo>
                  <a:pt x="2259" y="2544"/>
                </a:moveTo>
                <a:lnTo>
                  <a:pt x="2242" y="2536"/>
                </a:lnTo>
                <a:cubicBezTo>
                  <a:pt x="2237" y="2534"/>
                  <a:pt x="2234" y="2531"/>
                  <a:pt x="2232" y="2526"/>
                </a:cubicBezTo>
                <a:cubicBezTo>
                  <a:pt x="2230" y="2521"/>
                  <a:pt x="2231" y="2516"/>
                  <a:pt x="2233" y="2511"/>
                </a:cubicBezTo>
                <a:cubicBezTo>
                  <a:pt x="2235" y="2507"/>
                  <a:pt x="2238" y="2503"/>
                  <a:pt x="2243" y="2502"/>
                </a:cubicBezTo>
                <a:cubicBezTo>
                  <a:pt x="2248" y="2500"/>
                  <a:pt x="2253" y="2500"/>
                  <a:pt x="2257" y="2502"/>
                </a:cubicBezTo>
                <a:lnTo>
                  <a:pt x="2274" y="2510"/>
                </a:lnTo>
                <a:cubicBezTo>
                  <a:pt x="2279" y="2512"/>
                  <a:pt x="2282" y="2515"/>
                  <a:pt x="2284" y="2520"/>
                </a:cubicBezTo>
                <a:cubicBezTo>
                  <a:pt x="2286" y="2525"/>
                  <a:pt x="2286" y="2530"/>
                  <a:pt x="2284" y="2534"/>
                </a:cubicBezTo>
                <a:cubicBezTo>
                  <a:pt x="2282" y="2539"/>
                  <a:pt x="2278" y="2542"/>
                  <a:pt x="2273" y="2544"/>
                </a:cubicBezTo>
                <a:cubicBezTo>
                  <a:pt x="2269" y="2546"/>
                  <a:pt x="2264" y="2546"/>
                  <a:pt x="2259" y="2544"/>
                </a:cubicBezTo>
                <a:moveTo>
                  <a:pt x="2122" y="2480"/>
                </a:moveTo>
                <a:lnTo>
                  <a:pt x="2105" y="2471"/>
                </a:lnTo>
                <a:cubicBezTo>
                  <a:pt x="2100" y="2469"/>
                  <a:pt x="2097" y="2465"/>
                  <a:pt x="2095" y="2460"/>
                </a:cubicBezTo>
                <a:cubicBezTo>
                  <a:pt x="2094" y="2455"/>
                  <a:pt x="2094" y="2450"/>
                  <a:pt x="2096" y="2446"/>
                </a:cubicBezTo>
                <a:cubicBezTo>
                  <a:pt x="2098" y="2441"/>
                  <a:pt x="2102" y="2438"/>
                  <a:pt x="2107" y="2436"/>
                </a:cubicBezTo>
                <a:cubicBezTo>
                  <a:pt x="2112" y="2435"/>
                  <a:pt x="2117" y="2435"/>
                  <a:pt x="2121" y="2437"/>
                </a:cubicBezTo>
                <a:lnTo>
                  <a:pt x="2138" y="2445"/>
                </a:lnTo>
                <a:cubicBezTo>
                  <a:pt x="2143" y="2448"/>
                  <a:pt x="2146" y="2451"/>
                  <a:pt x="2148" y="2456"/>
                </a:cubicBezTo>
                <a:cubicBezTo>
                  <a:pt x="2150" y="2461"/>
                  <a:pt x="2149" y="2466"/>
                  <a:pt x="2147" y="2471"/>
                </a:cubicBezTo>
                <a:cubicBezTo>
                  <a:pt x="2145" y="2475"/>
                  <a:pt x="2141" y="2479"/>
                  <a:pt x="2136" y="2481"/>
                </a:cubicBezTo>
                <a:cubicBezTo>
                  <a:pt x="2131" y="2483"/>
                  <a:pt x="2127" y="2482"/>
                  <a:pt x="2122" y="2480"/>
                </a:cubicBezTo>
                <a:moveTo>
                  <a:pt x="1986" y="2411"/>
                </a:moveTo>
                <a:lnTo>
                  <a:pt x="1970" y="2402"/>
                </a:lnTo>
                <a:cubicBezTo>
                  <a:pt x="1965" y="2399"/>
                  <a:pt x="1962" y="2396"/>
                  <a:pt x="1960" y="2391"/>
                </a:cubicBezTo>
                <a:cubicBezTo>
                  <a:pt x="1959" y="2386"/>
                  <a:pt x="1959" y="2381"/>
                  <a:pt x="1962" y="2376"/>
                </a:cubicBezTo>
                <a:cubicBezTo>
                  <a:pt x="1964" y="2372"/>
                  <a:pt x="1968" y="2369"/>
                  <a:pt x="1973" y="2367"/>
                </a:cubicBezTo>
                <a:cubicBezTo>
                  <a:pt x="1978" y="2366"/>
                  <a:pt x="1983" y="2366"/>
                  <a:pt x="1987" y="2369"/>
                </a:cubicBezTo>
                <a:lnTo>
                  <a:pt x="2004" y="2377"/>
                </a:lnTo>
                <a:cubicBezTo>
                  <a:pt x="2008" y="2380"/>
                  <a:pt x="2011" y="2384"/>
                  <a:pt x="2013" y="2389"/>
                </a:cubicBezTo>
                <a:cubicBezTo>
                  <a:pt x="2015" y="2393"/>
                  <a:pt x="2014" y="2398"/>
                  <a:pt x="2012" y="2403"/>
                </a:cubicBezTo>
                <a:cubicBezTo>
                  <a:pt x="2009" y="2407"/>
                  <a:pt x="2006" y="2411"/>
                  <a:pt x="2001" y="2412"/>
                </a:cubicBezTo>
                <a:cubicBezTo>
                  <a:pt x="1996" y="2414"/>
                  <a:pt x="1991" y="2413"/>
                  <a:pt x="1986" y="2411"/>
                </a:cubicBezTo>
                <a:moveTo>
                  <a:pt x="1854" y="2338"/>
                </a:moveTo>
                <a:lnTo>
                  <a:pt x="1838" y="2329"/>
                </a:lnTo>
                <a:cubicBezTo>
                  <a:pt x="1834" y="2326"/>
                  <a:pt x="1831" y="2323"/>
                  <a:pt x="1830" y="2318"/>
                </a:cubicBezTo>
                <a:cubicBezTo>
                  <a:pt x="1828" y="2313"/>
                  <a:pt x="1829" y="2308"/>
                  <a:pt x="1831" y="2303"/>
                </a:cubicBezTo>
                <a:cubicBezTo>
                  <a:pt x="1834" y="2299"/>
                  <a:pt x="1838" y="2296"/>
                  <a:pt x="1843" y="2295"/>
                </a:cubicBezTo>
                <a:cubicBezTo>
                  <a:pt x="1848" y="2293"/>
                  <a:pt x="1853" y="2294"/>
                  <a:pt x="1857" y="2296"/>
                </a:cubicBezTo>
                <a:lnTo>
                  <a:pt x="1873" y="2306"/>
                </a:lnTo>
                <a:cubicBezTo>
                  <a:pt x="1878" y="2308"/>
                  <a:pt x="1881" y="2312"/>
                  <a:pt x="1882" y="2317"/>
                </a:cubicBezTo>
                <a:cubicBezTo>
                  <a:pt x="1883" y="2322"/>
                  <a:pt x="1883" y="2327"/>
                  <a:pt x="1880" y="2331"/>
                </a:cubicBezTo>
                <a:cubicBezTo>
                  <a:pt x="1878" y="2336"/>
                  <a:pt x="1874" y="2339"/>
                  <a:pt x="1869" y="2340"/>
                </a:cubicBezTo>
                <a:cubicBezTo>
                  <a:pt x="1864" y="2342"/>
                  <a:pt x="1859" y="2341"/>
                  <a:pt x="1854" y="2338"/>
                </a:cubicBezTo>
                <a:moveTo>
                  <a:pt x="1725" y="2261"/>
                </a:moveTo>
                <a:lnTo>
                  <a:pt x="1709" y="2251"/>
                </a:lnTo>
                <a:cubicBezTo>
                  <a:pt x="1705" y="2249"/>
                  <a:pt x="1702" y="2245"/>
                  <a:pt x="1701" y="2240"/>
                </a:cubicBezTo>
                <a:cubicBezTo>
                  <a:pt x="1700" y="2235"/>
                  <a:pt x="1700" y="2230"/>
                  <a:pt x="1703" y="2226"/>
                </a:cubicBezTo>
                <a:cubicBezTo>
                  <a:pt x="1706" y="2221"/>
                  <a:pt x="1710" y="2218"/>
                  <a:pt x="1715" y="2217"/>
                </a:cubicBezTo>
                <a:cubicBezTo>
                  <a:pt x="1720" y="2216"/>
                  <a:pt x="1725" y="2217"/>
                  <a:pt x="1729" y="2219"/>
                </a:cubicBezTo>
                <a:lnTo>
                  <a:pt x="1745" y="2230"/>
                </a:lnTo>
                <a:cubicBezTo>
                  <a:pt x="1750" y="2232"/>
                  <a:pt x="1752" y="2236"/>
                  <a:pt x="1754" y="2241"/>
                </a:cubicBezTo>
                <a:cubicBezTo>
                  <a:pt x="1755" y="2246"/>
                  <a:pt x="1754" y="2251"/>
                  <a:pt x="1751" y="2255"/>
                </a:cubicBezTo>
                <a:cubicBezTo>
                  <a:pt x="1748" y="2260"/>
                  <a:pt x="1745" y="2263"/>
                  <a:pt x="1740" y="2264"/>
                </a:cubicBezTo>
                <a:cubicBezTo>
                  <a:pt x="1734" y="2265"/>
                  <a:pt x="1730" y="2264"/>
                  <a:pt x="1725" y="2261"/>
                </a:cubicBezTo>
                <a:moveTo>
                  <a:pt x="1598" y="2179"/>
                </a:moveTo>
                <a:lnTo>
                  <a:pt x="1582" y="2168"/>
                </a:lnTo>
                <a:cubicBezTo>
                  <a:pt x="1578" y="2166"/>
                  <a:pt x="1575" y="2162"/>
                  <a:pt x="1574" y="2156"/>
                </a:cubicBezTo>
                <a:cubicBezTo>
                  <a:pt x="1573" y="2151"/>
                  <a:pt x="1574" y="2147"/>
                  <a:pt x="1577" y="2142"/>
                </a:cubicBezTo>
                <a:cubicBezTo>
                  <a:pt x="1580" y="2138"/>
                  <a:pt x="1584" y="2135"/>
                  <a:pt x="1589" y="2134"/>
                </a:cubicBezTo>
                <a:cubicBezTo>
                  <a:pt x="1594" y="2133"/>
                  <a:pt x="1599" y="2134"/>
                  <a:pt x="1603" y="2137"/>
                </a:cubicBezTo>
                <a:lnTo>
                  <a:pt x="1619" y="2148"/>
                </a:lnTo>
                <a:cubicBezTo>
                  <a:pt x="1623" y="2151"/>
                  <a:pt x="1626" y="2155"/>
                  <a:pt x="1627" y="2160"/>
                </a:cubicBezTo>
                <a:cubicBezTo>
                  <a:pt x="1628" y="2165"/>
                  <a:pt x="1627" y="2170"/>
                  <a:pt x="1624" y="2174"/>
                </a:cubicBezTo>
                <a:cubicBezTo>
                  <a:pt x="1621" y="2178"/>
                  <a:pt x="1617" y="2181"/>
                  <a:pt x="1612" y="2182"/>
                </a:cubicBezTo>
                <a:cubicBezTo>
                  <a:pt x="1607" y="2183"/>
                  <a:pt x="1602" y="2182"/>
                  <a:pt x="1598" y="2179"/>
                </a:cubicBezTo>
                <a:moveTo>
                  <a:pt x="1474" y="2092"/>
                </a:moveTo>
                <a:lnTo>
                  <a:pt x="1459" y="2081"/>
                </a:lnTo>
                <a:cubicBezTo>
                  <a:pt x="1455" y="2078"/>
                  <a:pt x="1452" y="2074"/>
                  <a:pt x="1451" y="2069"/>
                </a:cubicBezTo>
                <a:cubicBezTo>
                  <a:pt x="1451" y="2064"/>
                  <a:pt x="1452" y="2059"/>
                  <a:pt x="1455" y="2055"/>
                </a:cubicBezTo>
                <a:cubicBezTo>
                  <a:pt x="1458" y="2051"/>
                  <a:pt x="1462" y="2048"/>
                  <a:pt x="1467" y="2048"/>
                </a:cubicBezTo>
                <a:cubicBezTo>
                  <a:pt x="1472" y="2047"/>
                  <a:pt x="1477" y="2048"/>
                  <a:pt x="1481" y="2051"/>
                </a:cubicBezTo>
                <a:lnTo>
                  <a:pt x="1496" y="2062"/>
                </a:lnTo>
                <a:cubicBezTo>
                  <a:pt x="1500" y="2065"/>
                  <a:pt x="1503" y="2069"/>
                  <a:pt x="1504" y="2074"/>
                </a:cubicBezTo>
                <a:cubicBezTo>
                  <a:pt x="1504" y="2080"/>
                  <a:pt x="1503" y="2084"/>
                  <a:pt x="1500" y="2088"/>
                </a:cubicBezTo>
                <a:cubicBezTo>
                  <a:pt x="1497" y="2093"/>
                  <a:pt x="1493" y="2095"/>
                  <a:pt x="1488" y="2096"/>
                </a:cubicBezTo>
                <a:cubicBezTo>
                  <a:pt x="1483" y="2097"/>
                  <a:pt x="1478" y="2096"/>
                  <a:pt x="1474" y="2092"/>
                </a:cubicBezTo>
                <a:moveTo>
                  <a:pt x="1354" y="2002"/>
                </a:moveTo>
                <a:lnTo>
                  <a:pt x="1339" y="1990"/>
                </a:lnTo>
                <a:cubicBezTo>
                  <a:pt x="1335" y="1987"/>
                  <a:pt x="1333" y="1983"/>
                  <a:pt x="1332" y="1977"/>
                </a:cubicBezTo>
                <a:cubicBezTo>
                  <a:pt x="1332" y="1972"/>
                  <a:pt x="1333" y="1968"/>
                  <a:pt x="1336" y="1964"/>
                </a:cubicBezTo>
                <a:cubicBezTo>
                  <a:pt x="1339" y="1959"/>
                  <a:pt x="1344" y="1957"/>
                  <a:pt x="1349" y="1957"/>
                </a:cubicBezTo>
                <a:cubicBezTo>
                  <a:pt x="1354" y="1956"/>
                  <a:pt x="1359" y="1957"/>
                  <a:pt x="1363" y="1960"/>
                </a:cubicBezTo>
                <a:lnTo>
                  <a:pt x="1377" y="1972"/>
                </a:lnTo>
                <a:cubicBezTo>
                  <a:pt x="1382" y="1975"/>
                  <a:pt x="1384" y="1980"/>
                  <a:pt x="1385" y="1985"/>
                </a:cubicBezTo>
                <a:cubicBezTo>
                  <a:pt x="1385" y="1990"/>
                  <a:pt x="1384" y="1995"/>
                  <a:pt x="1381" y="1999"/>
                </a:cubicBezTo>
                <a:cubicBezTo>
                  <a:pt x="1377" y="2003"/>
                  <a:pt x="1373" y="2005"/>
                  <a:pt x="1368" y="2006"/>
                </a:cubicBezTo>
                <a:cubicBezTo>
                  <a:pt x="1363" y="2006"/>
                  <a:pt x="1358" y="2005"/>
                  <a:pt x="1354" y="2002"/>
                </a:cubicBezTo>
                <a:moveTo>
                  <a:pt x="1237" y="1906"/>
                </a:moveTo>
                <a:lnTo>
                  <a:pt x="1223" y="1893"/>
                </a:lnTo>
                <a:cubicBezTo>
                  <a:pt x="1219" y="1890"/>
                  <a:pt x="1216" y="1886"/>
                  <a:pt x="1216" y="1881"/>
                </a:cubicBezTo>
                <a:cubicBezTo>
                  <a:pt x="1216" y="1875"/>
                  <a:pt x="1217" y="1871"/>
                  <a:pt x="1221" y="1867"/>
                </a:cubicBezTo>
                <a:cubicBezTo>
                  <a:pt x="1224" y="1863"/>
                  <a:pt x="1228" y="1861"/>
                  <a:pt x="1233" y="1860"/>
                </a:cubicBezTo>
                <a:cubicBezTo>
                  <a:pt x="1239" y="1860"/>
                  <a:pt x="1243" y="1861"/>
                  <a:pt x="1247" y="1865"/>
                </a:cubicBezTo>
                <a:lnTo>
                  <a:pt x="1261" y="1877"/>
                </a:lnTo>
                <a:cubicBezTo>
                  <a:pt x="1265" y="1880"/>
                  <a:pt x="1267" y="1885"/>
                  <a:pt x="1268" y="1890"/>
                </a:cubicBezTo>
                <a:cubicBezTo>
                  <a:pt x="1268" y="1895"/>
                  <a:pt x="1267" y="1900"/>
                  <a:pt x="1263" y="1904"/>
                </a:cubicBezTo>
                <a:cubicBezTo>
                  <a:pt x="1260" y="1907"/>
                  <a:pt x="1256" y="1910"/>
                  <a:pt x="1251" y="1910"/>
                </a:cubicBezTo>
                <a:cubicBezTo>
                  <a:pt x="1245" y="1910"/>
                  <a:pt x="1241" y="1909"/>
                  <a:pt x="1237" y="1906"/>
                </a:cubicBezTo>
                <a:moveTo>
                  <a:pt x="1124" y="1805"/>
                </a:moveTo>
                <a:lnTo>
                  <a:pt x="1110" y="1793"/>
                </a:lnTo>
                <a:cubicBezTo>
                  <a:pt x="1106" y="1789"/>
                  <a:pt x="1104" y="1785"/>
                  <a:pt x="1104" y="1779"/>
                </a:cubicBezTo>
                <a:cubicBezTo>
                  <a:pt x="1104" y="1774"/>
                  <a:pt x="1106" y="1770"/>
                  <a:pt x="1109" y="1766"/>
                </a:cubicBezTo>
                <a:cubicBezTo>
                  <a:pt x="1113" y="1762"/>
                  <a:pt x="1117" y="1760"/>
                  <a:pt x="1122" y="1760"/>
                </a:cubicBezTo>
                <a:cubicBezTo>
                  <a:pt x="1127" y="1760"/>
                  <a:pt x="1132" y="1761"/>
                  <a:pt x="1136" y="1765"/>
                </a:cubicBezTo>
                <a:lnTo>
                  <a:pt x="1149" y="1778"/>
                </a:lnTo>
                <a:cubicBezTo>
                  <a:pt x="1153" y="1781"/>
                  <a:pt x="1155" y="1786"/>
                  <a:pt x="1155" y="1791"/>
                </a:cubicBezTo>
                <a:cubicBezTo>
                  <a:pt x="1156" y="1796"/>
                  <a:pt x="1154" y="1800"/>
                  <a:pt x="1150" y="1804"/>
                </a:cubicBezTo>
                <a:cubicBezTo>
                  <a:pt x="1147" y="1808"/>
                  <a:pt x="1143" y="1810"/>
                  <a:pt x="1137" y="1810"/>
                </a:cubicBezTo>
                <a:cubicBezTo>
                  <a:pt x="1132" y="1810"/>
                  <a:pt x="1128" y="1809"/>
                  <a:pt x="1124" y="1805"/>
                </a:cubicBezTo>
                <a:moveTo>
                  <a:pt x="1015" y="1701"/>
                </a:moveTo>
                <a:lnTo>
                  <a:pt x="1011" y="1697"/>
                </a:lnTo>
                <a:lnTo>
                  <a:pt x="1002" y="1688"/>
                </a:lnTo>
                <a:cubicBezTo>
                  <a:pt x="998" y="1684"/>
                  <a:pt x="996" y="1679"/>
                  <a:pt x="996" y="1674"/>
                </a:cubicBezTo>
                <a:cubicBezTo>
                  <a:pt x="996" y="1669"/>
                  <a:pt x="998" y="1665"/>
                  <a:pt x="1002" y="1661"/>
                </a:cubicBezTo>
                <a:cubicBezTo>
                  <a:pt x="1005" y="1657"/>
                  <a:pt x="1010" y="1655"/>
                  <a:pt x="1015" y="1655"/>
                </a:cubicBezTo>
                <a:cubicBezTo>
                  <a:pt x="1020" y="1655"/>
                  <a:pt x="1025" y="1657"/>
                  <a:pt x="1028" y="1661"/>
                </a:cubicBezTo>
                <a:lnTo>
                  <a:pt x="1038" y="1670"/>
                </a:lnTo>
                <a:lnTo>
                  <a:pt x="1042" y="1674"/>
                </a:lnTo>
                <a:cubicBezTo>
                  <a:pt x="1045" y="1678"/>
                  <a:pt x="1047" y="1682"/>
                  <a:pt x="1047" y="1688"/>
                </a:cubicBezTo>
                <a:cubicBezTo>
                  <a:pt x="1047" y="1693"/>
                  <a:pt x="1045" y="1697"/>
                  <a:pt x="1042" y="1701"/>
                </a:cubicBezTo>
                <a:cubicBezTo>
                  <a:pt x="1038" y="1704"/>
                  <a:pt x="1033" y="1706"/>
                  <a:pt x="1028" y="1706"/>
                </a:cubicBezTo>
                <a:cubicBezTo>
                  <a:pt x="1023" y="1706"/>
                  <a:pt x="1019" y="1704"/>
                  <a:pt x="1015" y="1701"/>
                </a:cubicBezTo>
                <a:moveTo>
                  <a:pt x="910" y="1592"/>
                </a:moveTo>
                <a:lnTo>
                  <a:pt x="897" y="1578"/>
                </a:lnTo>
                <a:cubicBezTo>
                  <a:pt x="894" y="1574"/>
                  <a:pt x="892" y="1570"/>
                  <a:pt x="893" y="1565"/>
                </a:cubicBezTo>
                <a:cubicBezTo>
                  <a:pt x="893" y="1560"/>
                  <a:pt x="895" y="1555"/>
                  <a:pt x="899" y="1552"/>
                </a:cubicBezTo>
                <a:cubicBezTo>
                  <a:pt x="902" y="1548"/>
                  <a:pt x="907" y="1547"/>
                  <a:pt x="912" y="1547"/>
                </a:cubicBezTo>
                <a:cubicBezTo>
                  <a:pt x="917" y="1547"/>
                  <a:pt x="922" y="1549"/>
                  <a:pt x="925" y="1553"/>
                </a:cubicBezTo>
                <a:lnTo>
                  <a:pt x="938" y="1567"/>
                </a:lnTo>
                <a:cubicBezTo>
                  <a:pt x="941" y="1570"/>
                  <a:pt x="943" y="1575"/>
                  <a:pt x="943" y="1580"/>
                </a:cubicBezTo>
                <a:cubicBezTo>
                  <a:pt x="943" y="1585"/>
                  <a:pt x="941" y="1590"/>
                  <a:pt x="937" y="1593"/>
                </a:cubicBezTo>
                <a:cubicBezTo>
                  <a:pt x="933" y="1597"/>
                  <a:pt x="928" y="1598"/>
                  <a:pt x="923" y="1598"/>
                </a:cubicBezTo>
                <a:cubicBezTo>
                  <a:pt x="918" y="1598"/>
                  <a:pt x="914" y="1596"/>
                  <a:pt x="910" y="1592"/>
                </a:cubicBezTo>
                <a:moveTo>
                  <a:pt x="810" y="1479"/>
                </a:moveTo>
                <a:lnTo>
                  <a:pt x="797" y="1465"/>
                </a:lnTo>
                <a:cubicBezTo>
                  <a:pt x="794" y="1461"/>
                  <a:pt x="793" y="1456"/>
                  <a:pt x="793" y="1451"/>
                </a:cubicBezTo>
                <a:cubicBezTo>
                  <a:pt x="793" y="1446"/>
                  <a:pt x="796" y="1442"/>
                  <a:pt x="800" y="1438"/>
                </a:cubicBezTo>
                <a:cubicBezTo>
                  <a:pt x="804" y="1435"/>
                  <a:pt x="808" y="1434"/>
                  <a:pt x="813" y="1434"/>
                </a:cubicBezTo>
                <a:cubicBezTo>
                  <a:pt x="818" y="1434"/>
                  <a:pt x="823" y="1437"/>
                  <a:pt x="826" y="1441"/>
                </a:cubicBezTo>
                <a:lnTo>
                  <a:pt x="838" y="1455"/>
                </a:lnTo>
                <a:cubicBezTo>
                  <a:pt x="842" y="1459"/>
                  <a:pt x="843" y="1463"/>
                  <a:pt x="843" y="1469"/>
                </a:cubicBezTo>
                <a:cubicBezTo>
                  <a:pt x="842" y="1474"/>
                  <a:pt x="840" y="1478"/>
                  <a:pt x="836" y="1481"/>
                </a:cubicBezTo>
                <a:cubicBezTo>
                  <a:pt x="832" y="1485"/>
                  <a:pt x="828" y="1486"/>
                  <a:pt x="822" y="1486"/>
                </a:cubicBezTo>
                <a:cubicBezTo>
                  <a:pt x="817" y="1485"/>
                  <a:pt x="813" y="1483"/>
                  <a:pt x="810" y="1479"/>
                </a:cubicBezTo>
                <a:moveTo>
                  <a:pt x="713" y="1362"/>
                </a:moveTo>
                <a:lnTo>
                  <a:pt x="702" y="1347"/>
                </a:lnTo>
                <a:cubicBezTo>
                  <a:pt x="698" y="1343"/>
                  <a:pt x="697" y="1339"/>
                  <a:pt x="698" y="1334"/>
                </a:cubicBezTo>
                <a:cubicBezTo>
                  <a:pt x="698" y="1328"/>
                  <a:pt x="701" y="1324"/>
                  <a:pt x="705" y="1321"/>
                </a:cubicBezTo>
                <a:cubicBezTo>
                  <a:pt x="709" y="1318"/>
                  <a:pt x="713" y="1316"/>
                  <a:pt x="719" y="1317"/>
                </a:cubicBezTo>
                <a:cubicBezTo>
                  <a:pt x="724" y="1318"/>
                  <a:pt x="728" y="1320"/>
                  <a:pt x="731" y="1324"/>
                </a:cubicBezTo>
                <a:lnTo>
                  <a:pt x="743" y="1339"/>
                </a:lnTo>
                <a:cubicBezTo>
                  <a:pt x="746" y="1343"/>
                  <a:pt x="747" y="1348"/>
                  <a:pt x="747" y="1353"/>
                </a:cubicBezTo>
                <a:cubicBezTo>
                  <a:pt x="746" y="1358"/>
                  <a:pt x="744" y="1362"/>
                  <a:pt x="740" y="1365"/>
                </a:cubicBezTo>
                <a:cubicBezTo>
                  <a:pt x="736" y="1369"/>
                  <a:pt x="731" y="1370"/>
                  <a:pt x="726" y="1369"/>
                </a:cubicBezTo>
                <a:cubicBezTo>
                  <a:pt x="721" y="1369"/>
                  <a:pt x="717" y="1366"/>
                  <a:pt x="713" y="1362"/>
                </a:cubicBezTo>
                <a:moveTo>
                  <a:pt x="622" y="1243"/>
                </a:moveTo>
                <a:lnTo>
                  <a:pt x="611" y="1227"/>
                </a:lnTo>
                <a:cubicBezTo>
                  <a:pt x="608" y="1223"/>
                  <a:pt x="607" y="1219"/>
                  <a:pt x="608" y="1213"/>
                </a:cubicBezTo>
                <a:cubicBezTo>
                  <a:pt x="609" y="1208"/>
                  <a:pt x="611" y="1204"/>
                  <a:pt x="615" y="1201"/>
                </a:cubicBezTo>
                <a:cubicBezTo>
                  <a:pt x="620" y="1198"/>
                  <a:pt x="624" y="1197"/>
                  <a:pt x="629" y="1198"/>
                </a:cubicBezTo>
                <a:cubicBezTo>
                  <a:pt x="634" y="1199"/>
                  <a:pt x="639" y="1201"/>
                  <a:pt x="642" y="1205"/>
                </a:cubicBezTo>
                <a:lnTo>
                  <a:pt x="653" y="1220"/>
                </a:lnTo>
                <a:cubicBezTo>
                  <a:pt x="656" y="1225"/>
                  <a:pt x="657" y="1229"/>
                  <a:pt x="656" y="1234"/>
                </a:cubicBezTo>
                <a:cubicBezTo>
                  <a:pt x="655" y="1239"/>
                  <a:pt x="653" y="1244"/>
                  <a:pt x="649" y="1247"/>
                </a:cubicBezTo>
                <a:cubicBezTo>
                  <a:pt x="644" y="1250"/>
                  <a:pt x="640" y="1251"/>
                  <a:pt x="635" y="1250"/>
                </a:cubicBezTo>
                <a:cubicBezTo>
                  <a:pt x="629" y="1249"/>
                  <a:pt x="625" y="1247"/>
                  <a:pt x="622" y="1243"/>
                </a:cubicBezTo>
                <a:moveTo>
                  <a:pt x="536" y="1119"/>
                </a:moveTo>
                <a:lnTo>
                  <a:pt x="525" y="1103"/>
                </a:lnTo>
                <a:cubicBezTo>
                  <a:pt x="522" y="1099"/>
                  <a:pt x="521" y="1094"/>
                  <a:pt x="522" y="1089"/>
                </a:cubicBezTo>
                <a:cubicBezTo>
                  <a:pt x="523" y="1084"/>
                  <a:pt x="526" y="1080"/>
                  <a:pt x="530" y="1077"/>
                </a:cubicBezTo>
                <a:cubicBezTo>
                  <a:pt x="534" y="1074"/>
                  <a:pt x="539" y="1073"/>
                  <a:pt x="544" y="1074"/>
                </a:cubicBezTo>
                <a:cubicBezTo>
                  <a:pt x="549" y="1075"/>
                  <a:pt x="553" y="1078"/>
                  <a:pt x="556" y="1082"/>
                </a:cubicBezTo>
                <a:lnTo>
                  <a:pt x="567" y="1098"/>
                </a:lnTo>
                <a:cubicBezTo>
                  <a:pt x="570" y="1102"/>
                  <a:pt x="571" y="1107"/>
                  <a:pt x="570" y="1112"/>
                </a:cubicBezTo>
                <a:cubicBezTo>
                  <a:pt x="569" y="1117"/>
                  <a:pt x="566" y="1121"/>
                  <a:pt x="562" y="1124"/>
                </a:cubicBezTo>
                <a:cubicBezTo>
                  <a:pt x="557" y="1127"/>
                  <a:pt x="553" y="1128"/>
                  <a:pt x="547" y="1127"/>
                </a:cubicBezTo>
                <a:cubicBezTo>
                  <a:pt x="542" y="1126"/>
                  <a:pt x="538" y="1123"/>
                  <a:pt x="536" y="1119"/>
                </a:cubicBezTo>
                <a:moveTo>
                  <a:pt x="453" y="992"/>
                </a:moveTo>
                <a:lnTo>
                  <a:pt x="443" y="975"/>
                </a:lnTo>
                <a:cubicBezTo>
                  <a:pt x="440" y="971"/>
                  <a:pt x="439" y="966"/>
                  <a:pt x="440" y="961"/>
                </a:cubicBezTo>
                <a:cubicBezTo>
                  <a:pt x="442" y="956"/>
                  <a:pt x="444" y="952"/>
                  <a:pt x="449" y="950"/>
                </a:cubicBezTo>
                <a:cubicBezTo>
                  <a:pt x="453" y="947"/>
                  <a:pt x="458" y="946"/>
                  <a:pt x="463" y="947"/>
                </a:cubicBezTo>
                <a:cubicBezTo>
                  <a:pt x="468" y="948"/>
                  <a:pt x="472" y="951"/>
                  <a:pt x="475" y="956"/>
                </a:cubicBezTo>
                <a:lnTo>
                  <a:pt x="485" y="972"/>
                </a:lnTo>
                <a:cubicBezTo>
                  <a:pt x="488" y="976"/>
                  <a:pt x="488" y="981"/>
                  <a:pt x="487" y="986"/>
                </a:cubicBezTo>
                <a:cubicBezTo>
                  <a:pt x="486" y="991"/>
                  <a:pt x="483" y="995"/>
                  <a:pt x="479" y="998"/>
                </a:cubicBezTo>
                <a:cubicBezTo>
                  <a:pt x="474" y="1000"/>
                  <a:pt x="470" y="1001"/>
                  <a:pt x="465" y="1000"/>
                </a:cubicBezTo>
                <a:cubicBezTo>
                  <a:pt x="459" y="999"/>
                  <a:pt x="456" y="996"/>
                  <a:pt x="453" y="992"/>
                </a:cubicBezTo>
                <a:moveTo>
                  <a:pt x="376" y="862"/>
                </a:moveTo>
                <a:lnTo>
                  <a:pt x="366" y="846"/>
                </a:lnTo>
                <a:cubicBezTo>
                  <a:pt x="364" y="842"/>
                  <a:pt x="363" y="837"/>
                  <a:pt x="364" y="832"/>
                </a:cubicBezTo>
                <a:cubicBezTo>
                  <a:pt x="366" y="827"/>
                  <a:pt x="369" y="823"/>
                  <a:pt x="373" y="821"/>
                </a:cubicBezTo>
                <a:cubicBezTo>
                  <a:pt x="378" y="818"/>
                  <a:pt x="383" y="817"/>
                  <a:pt x="388" y="819"/>
                </a:cubicBezTo>
                <a:cubicBezTo>
                  <a:pt x="393" y="820"/>
                  <a:pt x="396" y="823"/>
                  <a:pt x="399" y="828"/>
                </a:cubicBezTo>
                <a:lnTo>
                  <a:pt x="408" y="844"/>
                </a:lnTo>
                <a:cubicBezTo>
                  <a:pt x="411" y="848"/>
                  <a:pt x="411" y="853"/>
                  <a:pt x="410" y="858"/>
                </a:cubicBezTo>
                <a:cubicBezTo>
                  <a:pt x="409" y="863"/>
                  <a:pt x="406" y="867"/>
                  <a:pt x="401" y="869"/>
                </a:cubicBezTo>
                <a:cubicBezTo>
                  <a:pt x="397" y="872"/>
                  <a:pt x="392" y="873"/>
                  <a:pt x="387" y="871"/>
                </a:cubicBezTo>
                <a:cubicBezTo>
                  <a:pt x="382" y="870"/>
                  <a:pt x="378" y="867"/>
                  <a:pt x="376" y="862"/>
                </a:cubicBezTo>
                <a:moveTo>
                  <a:pt x="303" y="731"/>
                </a:moveTo>
                <a:lnTo>
                  <a:pt x="294" y="714"/>
                </a:lnTo>
                <a:cubicBezTo>
                  <a:pt x="292" y="709"/>
                  <a:pt x="291" y="705"/>
                  <a:pt x="293" y="700"/>
                </a:cubicBezTo>
                <a:cubicBezTo>
                  <a:pt x="294" y="695"/>
                  <a:pt x="297" y="691"/>
                  <a:pt x="302" y="689"/>
                </a:cubicBezTo>
                <a:cubicBezTo>
                  <a:pt x="307" y="686"/>
                  <a:pt x="311" y="686"/>
                  <a:pt x="316" y="687"/>
                </a:cubicBezTo>
                <a:cubicBezTo>
                  <a:pt x="321" y="689"/>
                  <a:pt x="325" y="692"/>
                  <a:pt x="327" y="697"/>
                </a:cubicBezTo>
                <a:lnTo>
                  <a:pt x="336" y="713"/>
                </a:lnTo>
                <a:cubicBezTo>
                  <a:pt x="339" y="718"/>
                  <a:pt x="339" y="723"/>
                  <a:pt x="338" y="728"/>
                </a:cubicBezTo>
                <a:cubicBezTo>
                  <a:pt x="336" y="733"/>
                  <a:pt x="333" y="736"/>
                  <a:pt x="328" y="739"/>
                </a:cubicBezTo>
                <a:cubicBezTo>
                  <a:pt x="324" y="741"/>
                  <a:pt x="319" y="741"/>
                  <a:pt x="314" y="740"/>
                </a:cubicBezTo>
                <a:cubicBezTo>
                  <a:pt x="309" y="738"/>
                  <a:pt x="305" y="735"/>
                  <a:pt x="303" y="731"/>
                </a:cubicBezTo>
                <a:moveTo>
                  <a:pt x="234" y="595"/>
                </a:moveTo>
                <a:lnTo>
                  <a:pt x="226" y="578"/>
                </a:lnTo>
                <a:cubicBezTo>
                  <a:pt x="224" y="573"/>
                  <a:pt x="223" y="569"/>
                  <a:pt x="225" y="564"/>
                </a:cubicBezTo>
                <a:cubicBezTo>
                  <a:pt x="227" y="559"/>
                  <a:pt x="230" y="555"/>
                  <a:pt x="235" y="553"/>
                </a:cubicBezTo>
                <a:cubicBezTo>
                  <a:pt x="239" y="551"/>
                  <a:pt x="244" y="550"/>
                  <a:pt x="249" y="552"/>
                </a:cubicBezTo>
                <a:cubicBezTo>
                  <a:pt x="254" y="554"/>
                  <a:pt x="258" y="557"/>
                  <a:pt x="260" y="562"/>
                </a:cubicBezTo>
                <a:lnTo>
                  <a:pt x="268" y="579"/>
                </a:lnTo>
                <a:cubicBezTo>
                  <a:pt x="270" y="584"/>
                  <a:pt x="271" y="588"/>
                  <a:pt x="269" y="593"/>
                </a:cubicBezTo>
                <a:cubicBezTo>
                  <a:pt x="267" y="598"/>
                  <a:pt x="264" y="602"/>
                  <a:pt x="259" y="604"/>
                </a:cubicBezTo>
                <a:cubicBezTo>
                  <a:pt x="255" y="606"/>
                  <a:pt x="250" y="607"/>
                  <a:pt x="245" y="605"/>
                </a:cubicBezTo>
                <a:cubicBezTo>
                  <a:pt x="240" y="603"/>
                  <a:pt x="236" y="600"/>
                  <a:pt x="234" y="595"/>
                </a:cubicBezTo>
                <a:moveTo>
                  <a:pt x="170" y="458"/>
                </a:moveTo>
                <a:lnTo>
                  <a:pt x="163" y="441"/>
                </a:lnTo>
                <a:cubicBezTo>
                  <a:pt x="161" y="436"/>
                  <a:pt x="160" y="431"/>
                  <a:pt x="162" y="427"/>
                </a:cubicBezTo>
                <a:cubicBezTo>
                  <a:pt x="164" y="422"/>
                  <a:pt x="167" y="418"/>
                  <a:pt x="172" y="416"/>
                </a:cubicBezTo>
                <a:cubicBezTo>
                  <a:pt x="177" y="414"/>
                  <a:pt x="182" y="414"/>
                  <a:pt x="187" y="416"/>
                </a:cubicBezTo>
                <a:cubicBezTo>
                  <a:pt x="191" y="418"/>
                  <a:pt x="195" y="421"/>
                  <a:pt x="197" y="426"/>
                </a:cubicBezTo>
                <a:lnTo>
                  <a:pt x="205" y="443"/>
                </a:lnTo>
                <a:cubicBezTo>
                  <a:pt x="207" y="447"/>
                  <a:pt x="207" y="452"/>
                  <a:pt x="205" y="457"/>
                </a:cubicBezTo>
                <a:cubicBezTo>
                  <a:pt x="203" y="462"/>
                  <a:pt x="200" y="465"/>
                  <a:pt x="195" y="467"/>
                </a:cubicBezTo>
                <a:cubicBezTo>
                  <a:pt x="190" y="470"/>
                  <a:pt x="185" y="470"/>
                  <a:pt x="181" y="468"/>
                </a:cubicBezTo>
                <a:cubicBezTo>
                  <a:pt x="176" y="466"/>
                  <a:pt x="172" y="463"/>
                  <a:pt x="170" y="458"/>
                </a:cubicBezTo>
                <a:moveTo>
                  <a:pt x="111" y="321"/>
                </a:moveTo>
                <a:lnTo>
                  <a:pt x="104" y="303"/>
                </a:lnTo>
                <a:cubicBezTo>
                  <a:pt x="102" y="298"/>
                  <a:pt x="102" y="294"/>
                  <a:pt x="104" y="289"/>
                </a:cubicBezTo>
                <a:cubicBezTo>
                  <a:pt x="106" y="284"/>
                  <a:pt x="110" y="281"/>
                  <a:pt x="115" y="279"/>
                </a:cubicBezTo>
                <a:cubicBezTo>
                  <a:pt x="119" y="277"/>
                  <a:pt x="124" y="277"/>
                  <a:pt x="129" y="279"/>
                </a:cubicBezTo>
                <a:cubicBezTo>
                  <a:pt x="134" y="281"/>
                  <a:pt x="137" y="284"/>
                  <a:pt x="139" y="289"/>
                </a:cubicBezTo>
                <a:lnTo>
                  <a:pt x="146" y="306"/>
                </a:lnTo>
                <a:cubicBezTo>
                  <a:pt x="148" y="311"/>
                  <a:pt x="148" y="316"/>
                  <a:pt x="146" y="321"/>
                </a:cubicBezTo>
                <a:cubicBezTo>
                  <a:pt x="144" y="326"/>
                  <a:pt x="141" y="329"/>
                  <a:pt x="136" y="331"/>
                </a:cubicBezTo>
                <a:cubicBezTo>
                  <a:pt x="131" y="333"/>
                  <a:pt x="126" y="333"/>
                  <a:pt x="122" y="331"/>
                </a:cubicBezTo>
                <a:cubicBezTo>
                  <a:pt x="117" y="329"/>
                  <a:pt x="113" y="325"/>
                  <a:pt x="111" y="321"/>
                </a:cubicBezTo>
                <a:moveTo>
                  <a:pt x="56" y="180"/>
                </a:moveTo>
                <a:lnTo>
                  <a:pt x="50" y="162"/>
                </a:lnTo>
                <a:cubicBezTo>
                  <a:pt x="48" y="157"/>
                  <a:pt x="48" y="152"/>
                  <a:pt x="50" y="148"/>
                </a:cubicBezTo>
                <a:cubicBezTo>
                  <a:pt x="52" y="143"/>
                  <a:pt x="56" y="140"/>
                  <a:pt x="61" y="138"/>
                </a:cubicBezTo>
                <a:cubicBezTo>
                  <a:pt x="65" y="136"/>
                  <a:pt x="70" y="136"/>
                  <a:pt x="75" y="138"/>
                </a:cubicBezTo>
                <a:cubicBezTo>
                  <a:pt x="80" y="140"/>
                  <a:pt x="83" y="144"/>
                  <a:pt x="85" y="149"/>
                </a:cubicBezTo>
                <a:lnTo>
                  <a:pt x="91" y="167"/>
                </a:lnTo>
                <a:cubicBezTo>
                  <a:pt x="93" y="171"/>
                  <a:pt x="93" y="176"/>
                  <a:pt x="91" y="181"/>
                </a:cubicBezTo>
                <a:cubicBezTo>
                  <a:pt x="89" y="186"/>
                  <a:pt x="85" y="189"/>
                  <a:pt x="80" y="191"/>
                </a:cubicBezTo>
                <a:cubicBezTo>
                  <a:pt x="75" y="193"/>
                  <a:pt x="71" y="192"/>
                  <a:pt x="66" y="190"/>
                </a:cubicBezTo>
                <a:cubicBezTo>
                  <a:pt x="61" y="188"/>
                  <a:pt x="58" y="185"/>
                  <a:pt x="56" y="180"/>
                </a:cubicBezTo>
                <a:moveTo>
                  <a:pt x="4" y="35"/>
                </a:moveTo>
                <a:lnTo>
                  <a:pt x="1" y="25"/>
                </a:lnTo>
                <a:cubicBezTo>
                  <a:pt x="-1" y="20"/>
                  <a:pt x="0" y="15"/>
                  <a:pt x="2" y="11"/>
                </a:cubicBezTo>
                <a:cubicBezTo>
                  <a:pt x="4" y="6"/>
                  <a:pt x="8" y="3"/>
                  <a:pt x="13" y="1"/>
                </a:cubicBezTo>
                <a:cubicBezTo>
                  <a:pt x="18" y="-1"/>
                  <a:pt x="22" y="0"/>
                  <a:pt x="27" y="2"/>
                </a:cubicBezTo>
                <a:cubicBezTo>
                  <a:pt x="32" y="4"/>
                  <a:pt x="35" y="8"/>
                  <a:pt x="37" y="13"/>
                </a:cubicBezTo>
                <a:lnTo>
                  <a:pt x="40" y="23"/>
                </a:lnTo>
                <a:cubicBezTo>
                  <a:pt x="42" y="28"/>
                  <a:pt x="41" y="33"/>
                  <a:pt x="39" y="38"/>
                </a:cubicBezTo>
                <a:cubicBezTo>
                  <a:pt x="37" y="42"/>
                  <a:pt x="33" y="45"/>
                  <a:pt x="28" y="47"/>
                </a:cubicBezTo>
                <a:cubicBezTo>
                  <a:pt x="23" y="49"/>
                  <a:pt x="19" y="48"/>
                  <a:pt x="14" y="46"/>
                </a:cubicBezTo>
                <a:cubicBezTo>
                  <a:pt x="9" y="44"/>
                  <a:pt x="6" y="40"/>
                  <a:pt x="4" y="3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2522520" y="4476600"/>
            <a:ext cx="77400" cy="71280"/>
          </a:xfrm>
          <a:custGeom>
            <a:avLst/>
            <a:gdLst/>
            <a:ahLst/>
            <a:rect l="0" t="0" r="r" b="b"/>
            <a:pathLst>
              <a:path fill="none" w="215" h="198">
                <a:moveTo>
                  <a:pt x="0" y="198"/>
                </a:moveTo>
                <a:lnTo>
                  <a:pt x="53" y="0"/>
                </a:lnTo>
                <a:lnTo>
                  <a:pt x="215" y="12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3" name=""/>
          <p:cNvSpPr/>
          <p:nvPr/>
        </p:nvSpPr>
        <p:spPr>
          <a:xfrm>
            <a:off x="2534760" y="2912400"/>
            <a:ext cx="974880" cy="975600"/>
          </a:xfrm>
          <a:custGeom>
            <a:avLst/>
            <a:gdLst/>
            <a:ahLst/>
            <a:rect l="0" t="0" r="r" b="b"/>
            <a:pathLst>
              <a:path w="2708" h="2710">
                <a:moveTo>
                  <a:pt x="1" y="2685"/>
                </a:moveTo>
                <a:lnTo>
                  <a:pt x="7" y="2666"/>
                </a:lnTo>
                <a:cubicBezTo>
                  <a:pt x="9" y="2661"/>
                  <a:pt x="12" y="2658"/>
                  <a:pt x="17" y="2655"/>
                </a:cubicBezTo>
                <a:cubicBezTo>
                  <a:pt x="21" y="2653"/>
                  <a:pt x="26" y="2653"/>
                  <a:pt x="31" y="2655"/>
                </a:cubicBezTo>
                <a:cubicBezTo>
                  <a:pt x="36" y="2656"/>
                  <a:pt x="40" y="2659"/>
                  <a:pt x="42" y="2664"/>
                </a:cubicBezTo>
                <a:cubicBezTo>
                  <a:pt x="44" y="2669"/>
                  <a:pt x="44" y="2674"/>
                  <a:pt x="43" y="2678"/>
                </a:cubicBezTo>
                <a:lnTo>
                  <a:pt x="37" y="2697"/>
                </a:lnTo>
                <a:cubicBezTo>
                  <a:pt x="35" y="2702"/>
                  <a:pt x="32" y="2705"/>
                  <a:pt x="27" y="2707"/>
                </a:cubicBezTo>
                <a:cubicBezTo>
                  <a:pt x="22" y="2710"/>
                  <a:pt x="18" y="2710"/>
                  <a:pt x="13" y="2708"/>
                </a:cubicBezTo>
                <a:cubicBezTo>
                  <a:pt x="8" y="2707"/>
                  <a:pt x="4" y="2704"/>
                  <a:pt x="2" y="2699"/>
                </a:cubicBezTo>
                <a:cubicBezTo>
                  <a:pt x="0" y="2694"/>
                  <a:pt x="-1" y="2689"/>
                  <a:pt x="1" y="2685"/>
                </a:cubicBezTo>
                <a:moveTo>
                  <a:pt x="52" y="2540"/>
                </a:moveTo>
                <a:lnTo>
                  <a:pt x="59" y="2522"/>
                </a:lnTo>
                <a:cubicBezTo>
                  <a:pt x="61" y="2517"/>
                  <a:pt x="64" y="2514"/>
                  <a:pt x="69" y="2512"/>
                </a:cubicBezTo>
                <a:cubicBezTo>
                  <a:pt x="74" y="2509"/>
                  <a:pt x="78" y="2509"/>
                  <a:pt x="83" y="2511"/>
                </a:cubicBezTo>
                <a:cubicBezTo>
                  <a:pt x="88" y="2513"/>
                  <a:pt x="92" y="2516"/>
                  <a:pt x="94" y="2521"/>
                </a:cubicBezTo>
                <a:cubicBezTo>
                  <a:pt x="96" y="2526"/>
                  <a:pt x="96" y="2530"/>
                  <a:pt x="94" y="2535"/>
                </a:cubicBezTo>
                <a:lnTo>
                  <a:pt x="88" y="2553"/>
                </a:lnTo>
                <a:cubicBezTo>
                  <a:pt x="86" y="2558"/>
                  <a:pt x="83" y="2561"/>
                  <a:pt x="78" y="2564"/>
                </a:cubicBezTo>
                <a:cubicBezTo>
                  <a:pt x="73" y="2566"/>
                  <a:pt x="68" y="2566"/>
                  <a:pt x="63" y="2564"/>
                </a:cubicBezTo>
                <a:cubicBezTo>
                  <a:pt x="59" y="2562"/>
                  <a:pt x="55" y="2559"/>
                  <a:pt x="53" y="2554"/>
                </a:cubicBezTo>
                <a:cubicBezTo>
                  <a:pt x="51" y="2550"/>
                  <a:pt x="51" y="2545"/>
                  <a:pt x="52" y="2540"/>
                </a:cubicBezTo>
                <a:moveTo>
                  <a:pt x="107" y="2399"/>
                </a:moveTo>
                <a:lnTo>
                  <a:pt x="115" y="2381"/>
                </a:lnTo>
                <a:cubicBezTo>
                  <a:pt x="116" y="2377"/>
                  <a:pt x="120" y="2373"/>
                  <a:pt x="125" y="2371"/>
                </a:cubicBezTo>
                <a:cubicBezTo>
                  <a:pt x="129" y="2369"/>
                  <a:pt x="134" y="2369"/>
                  <a:pt x="139" y="2371"/>
                </a:cubicBezTo>
                <a:cubicBezTo>
                  <a:pt x="144" y="2373"/>
                  <a:pt x="147" y="2377"/>
                  <a:pt x="149" y="2381"/>
                </a:cubicBezTo>
                <a:cubicBezTo>
                  <a:pt x="151" y="2386"/>
                  <a:pt x="151" y="2391"/>
                  <a:pt x="149" y="2396"/>
                </a:cubicBezTo>
                <a:lnTo>
                  <a:pt x="142" y="2413"/>
                </a:lnTo>
                <a:cubicBezTo>
                  <a:pt x="140" y="2418"/>
                  <a:pt x="137" y="2421"/>
                  <a:pt x="132" y="2423"/>
                </a:cubicBezTo>
                <a:cubicBezTo>
                  <a:pt x="127" y="2425"/>
                  <a:pt x="122" y="2425"/>
                  <a:pt x="118" y="2423"/>
                </a:cubicBezTo>
                <a:cubicBezTo>
                  <a:pt x="113" y="2421"/>
                  <a:pt x="109" y="2418"/>
                  <a:pt x="107" y="2413"/>
                </a:cubicBezTo>
                <a:cubicBezTo>
                  <a:pt x="105" y="2408"/>
                  <a:pt x="105" y="2404"/>
                  <a:pt x="107" y="2399"/>
                </a:cubicBezTo>
                <a:moveTo>
                  <a:pt x="166" y="2261"/>
                </a:moveTo>
                <a:lnTo>
                  <a:pt x="173" y="2244"/>
                </a:lnTo>
                <a:cubicBezTo>
                  <a:pt x="176" y="2240"/>
                  <a:pt x="179" y="2236"/>
                  <a:pt x="184" y="2234"/>
                </a:cubicBezTo>
                <a:cubicBezTo>
                  <a:pt x="189" y="2233"/>
                  <a:pt x="194" y="2233"/>
                  <a:pt x="198" y="2235"/>
                </a:cubicBezTo>
                <a:cubicBezTo>
                  <a:pt x="203" y="2237"/>
                  <a:pt x="206" y="2240"/>
                  <a:pt x="208" y="2245"/>
                </a:cubicBezTo>
                <a:cubicBezTo>
                  <a:pt x="210" y="2250"/>
                  <a:pt x="210" y="2255"/>
                  <a:pt x="208" y="2260"/>
                </a:cubicBezTo>
                <a:lnTo>
                  <a:pt x="200" y="2276"/>
                </a:lnTo>
                <a:cubicBezTo>
                  <a:pt x="198" y="2281"/>
                  <a:pt x="195" y="2285"/>
                  <a:pt x="190" y="2286"/>
                </a:cubicBezTo>
                <a:cubicBezTo>
                  <a:pt x="185" y="2288"/>
                  <a:pt x="180" y="2288"/>
                  <a:pt x="175" y="2286"/>
                </a:cubicBezTo>
                <a:cubicBezTo>
                  <a:pt x="171" y="2284"/>
                  <a:pt x="167" y="2280"/>
                  <a:pt x="166" y="2276"/>
                </a:cubicBezTo>
                <a:cubicBezTo>
                  <a:pt x="164" y="2271"/>
                  <a:pt x="164" y="2266"/>
                  <a:pt x="166" y="2261"/>
                </a:cubicBezTo>
                <a:moveTo>
                  <a:pt x="230" y="2124"/>
                </a:moveTo>
                <a:lnTo>
                  <a:pt x="238" y="2107"/>
                </a:lnTo>
                <a:cubicBezTo>
                  <a:pt x="240" y="2102"/>
                  <a:pt x="244" y="2099"/>
                  <a:pt x="249" y="2097"/>
                </a:cubicBezTo>
                <a:cubicBezTo>
                  <a:pt x="254" y="2096"/>
                  <a:pt x="258" y="2096"/>
                  <a:pt x="263" y="2098"/>
                </a:cubicBezTo>
                <a:cubicBezTo>
                  <a:pt x="268" y="2100"/>
                  <a:pt x="271" y="2104"/>
                  <a:pt x="273" y="2109"/>
                </a:cubicBezTo>
                <a:cubicBezTo>
                  <a:pt x="274" y="2114"/>
                  <a:pt x="274" y="2119"/>
                  <a:pt x="272" y="2123"/>
                </a:cubicBezTo>
                <a:lnTo>
                  <a:pt x="263" y="2140"/>
                </a:lnTo>
                <a:cubicBezTo>
                  <a:pt x="261" y="2145"/>
                  <a:pt x="258" y="2148"/>
                  <a:pt x="253" y="2150"/>
                </a:cubicBezTo>
                <a:cubicBezTo>
                  <a:pt x="248" y="2152"/>
                  <a:pt x="243" y="2151"/>
                  <a:pt x="238" y="2149"/>
                </a:cubicBezTo>
                <a:cubicBezTo>
                  <a:pt x="234" y="2147"/>
                  <a:pt x="230" y="2143"/>
                  <a:pt x="229" y="2138"/>
                </a:cubicBezTo>
                <a:cubicBezTo>
                  <a:pt x="227" y="2133"/>
                  <a:pt x="227" y="2129"/>
                  <a:pt x="230" y="2124"/>
                </a:cubicBezTo>
                <a:moveTo>
                  <a:pt x="298" y="1988"/>
                </a:moveTo>
                <a:lnTo>
                  <a:pt x="307" y="1972"/>
                </a:lnTo>
                <a:cubicBezTo>
                  <a:pt x="309" y="1967"/>
                  <a:pt x="313" y="1964"/>
                  <a:pt x="318" y="1962"/>
                </a:cubicBezTo>
                <a:cubicBezTo>
                  <a:pt x="323" y="1961"/>
                  <a:pt x="328" y="1961"/>
                  <a:pt x="332" y="1964"/>
                </a:cubicBezTo>
                <a:cubicBezTo>
                  <a:pt x="337" y="1966"/>
                  <a:pt x="340" y="1970"/>
                  <a:pt x="341" y="1975"/>
                </a:cubicBezTo>
                <a:cubicBezTo>
                  <a:pt x="343" y="1980"/>
                  <a:pt x="342" y="1985"/>
                  <a:pt x="340" y="1989"/>
                </a:cubicBezTo>
                <a:lnTo>
                  <a:pt x="331" y="2006"/>
                </a:lnTo>
                <a:cubicBezTo>
                  <a:pt x="329" y="2010"/>
                  <a:pt x="325" y="2013"/>
                  <a:pt x="320" y="2015"/>
                </a:cubicBezTo>
                <a:cubicBezTo>
                  <a:pt x="315" y="2016"/>
                  <a:pt x="310" y="2016"/>
                  <a:pt x="306" y="2014"/>
                </a:cubicBezTo>
                <a:cubicBezTo>
                  <a:pt x="301" y="2011"/>
                  <a:pt x="298" y="2007"/>
                  <a:pt x="297" y="2003"/>
                </a:cubicBezTo>
                <a:cubicBezTo>
                  <a:pt x="295" y="1998"/>
                  <a:pt x="296" y="1993"/>
                  <a:pt x="298" y="1988"/>
                </a:cubicBezTo>
                <a:moveTo>
                  <a:pt x="370" y="1856"/>
                </a:moveTo>
                <a:lnTo>
                  <a:pt x="380" y="1840"/>
                </a:lnTo>
                <a:cubicBezTo>
                  <a:pt x="382" y="1836"/>
                  <a:pt x="386" y="1833"/>
                  <a:pt x="391" y="1831"/>
                </a:cubicBezTo>
                <a:cubicBezTo>
                  <a:pt x="396" y="1830"/>
                  <a:pt x="401" y="1831"/>
                  <a:pt x="405" y="1833"/>
                </a:cubicBezTo>
                <a:cubicBezTo>
                  <a:pt x="410" y="1836"/>
                  <a:pt x="413" y="1840"/>
                  <a:pt x="414" y="1845"/>
                </a:cubicBezTo>
                <a:cubicBezTo>
                  <a:pt x="415" y="1850"/>
                  <a:pt x="415" y="1854"/>
                  <a:pt x="412" y="1859"/>
                </a:cubicBezTo>
                <a:lnTo>
                  <a:pt x="403" y="1875"/>
                </a:lnTo>
                <a:cubicBezTo>
                  <a:pt x="400" y="1880"/>
                  <a:pt x="397" y="1882"/>
                  <a:pt x="392" y="1884"/>
                </a:cubicBezTo>
                <a:cubicBezTo>
                  <a:pt x="387" y="1885"/>
                  <a:pt x="382" y="1885"/>
                  <a:pt x="377" y="1882"/>
                </a:cubicBezTo>
                <a:cubicBezTo>
                  <a:pt x="373" y="1879"/>
                  <a:pt x="370" y="1876"/>
                  <a:pt x="369" y="1871"/>
                </a:cubicBezTo>
                <a:cubicBezTo>
                  <a:pt x="367" y="1866"/>
                  <a:pt x="368" y="1861"/>
                  <a:pt x="370" y="1856"/>
                </a:cubicBezTo>
                <a:moveTo>
                  <a:pt x="447" y="1727"/>
                </a:moveTo>
                <a:lnTo>
                  <a:pt x="457" y="1711"/>
                </a:lnTo>
                <a:cubicBezTo>
                  <a:pt x="460" y="1707"/>
                  <a:pt x="464" y="1704"/>
                  <a:pt x="469" y="1703"/>
                </a:cubicBezTo>
                <a:cubicBezTo>
                  <a:pt x="474" y="1701"/>
                  <a:pt x="479" y="1702"/>
                  <a:pt x="483" y="1705"/>
                </a:cubicBezTo>
                <a:cubicBezTo>
                  <a:pt x="488" y="1708"/>
                  <a:pt x="490" y="1712"/>
                  <a:pt x="491" y="1717"/>
                </a:cubicBezTo>
                <a:cubicBezTo>
                  <a:pt x="493" y="1722"/>
                  <a:pt x="492" y="1726"/>
                  <a:pt x="489" y="1731"/>
                </a:cubicBezTo>
                <a:lnTo>
                  <a:pt x="479" y="1747"/>
                </a:lnTo>
                <a:cubicBezTo>
                  <a:pt x="476" y="1751"/>
                  <a:pt x="472" y="1754"/>
                  <a:pt x="467" y="1755"/>
                </a:cubicBezTo>
                <a:cubicBezTo>
                  <a:pt x="462" y="1757"/>
                  <a:pt x="458" y="1756"/>
                  <a:pt x="453" y="1753"/>
                </a:cubicBezTo>
                <a:cubicBezTo>
                  <a:pt x="449" y="1750"/>
                  <a:pt x="446" y="1746"/>
                  <a:pt x="445" y="1741"/>
                </a:cubicBezTo>
                <a:cubicBezTo>
                  <a:pt x="444" y="1736"/>
                  <a:pt x="444" y="1731"/>
                  <a:pt x="447" y="1727"/>
                </a:cubicBezTo>
                <a:moveTo>
                  <a:pt x="530" y="1599"/>
                </a:moveTo>
                <a:lnTo>
                  <a:pt x="540" y="1584"/>
                </a:lnTo>
                <a:cubicBezTo>
                  <a:pt x="543" y="1579"/>
                  <a:pt x="547" y="1577"/>
                  <a:pt x="552" y="1576"/>
                </a:cubicBezTo>
                <a:cubicBezTo>
                  <a:pt x="557" y="1575"/>
                  <a:pt x="562" y="1576"/>
                  <a:pt x="566" y="1579"/>
                </a:cubicBezTo>
                <a:cubicBezTo>
                  <a:pt x="571" y="1582"/>
                  <a:pt x="573" y="1586"/>
                  <a:pt x="574" y="1591"/>
                </a:cubicBezTo>
                <a:cubicBezTo>
                  <a:pt x="575" y="1596"/>
                  <a:pt x="574" y="1600"/>
                  <a:pt x="571" y="1605"/>
                </a:cubicBezTo>
                <a:lnTo>
                  <a:pt x="561" y="1620"/>
                </a:lnTo>
                <a:cubicBezTo>
                  <a:pt x="558" y="1625"/>
                  <a:pt x="554" y="1627"/>
                  <a:pt x="549" y="1628"/>
                </a:cubicBezTo>
                <a:cubicBezTo>
                  <a:pt x="544" y="1629"/>
                  <a:pt x="539" y="1628"/>
                  <a:pt x="535" y="1625"/>
                </a:cubicBezTo>
                <a:cubicBezTo>
                  <a:pt x="530" y="1623"/>
                  <a:pt x="528" y="1619"/>
                  <a:pt x="527" y="1613"/>
                </a:cubicBezTo>
                <a:cubicBezTo>
                  <a:pt x="526" y="1608"/>
                  <a:pt x="527" y="1604"/>
                  <a:pt x="530" y="1599"/>
                </a:cubicBezTo>
                <a:moveTo>
                  <a:pt x="616" y="1476"/>
                </a:moveTo>
                <a:lnTo>
                  <a:pt x="627" y="1460"/>
                </a:lnTo>
                <a:cubicBezTo>
                  <a:pt x="630" y="1456"/>
                  <a:pt x="634" y="1454"/>
                  <a:pt x="639" y="1453"/>
                </a:cubicBezTo>
                <a:cubicBezTo>
                  <a:pt x="645" y="1452"/>
                  <a:pt x="649" y="1453"/>
                  <a:pt x="653" y="1456"/>
                </a:cubicBezTo>
                <a:cubicBezTo>
                  <a:pt x="658" y="1459"/>
                  <a:pt x="660" y="1464"/>
                  <a:pt x="661" y="1469"/>
                </a:cubicBezTo>
                <a:cubicBezTo>
                  <a:pt x="662" y="1474"/>
                  <a:pt x="661" y="1478"/>
                  <a:pt x="657" y="1483"/>
                </a:cubicBezTo>
                <a:lnTo>
                  <a:pt x="646" y="1498"/>
                </a:lnTo>
                <a:cubicBezTo>
                  <a:pt x="643" y="1502"/>
                  <a:pt x="639" y="1504"/>
                  <a:pt x="634" y="1505"/>
                </a:cubicBezTo>
                <a:cubicBezTo>
                  <a:pt x="629" y="1506"/>
                  <a:pt x="624" y="1505"/>
                  <a:pt x="620" y="1502"/>
                </a:cubicBezTo>
                <a:cubicBezTo>
                  <a:pt x="616" y="1499"/>
                  <a:pt x="613" y="1495"/>
                  <a:pt x="613" y="1490"/>
                </a:cubicBezTo>
                <a:cubicBezTo>
                  <a:pt x="612" y="1484"/>
                  <a:pt x="613" y="1480"/>
                  <a:pt x="616" y="1476"/>
                </a:cubicBezTo>
                <a:moveTo>
                  <a:pt x="707" y="1355"/>
                </a:moveTo>
                <a:lnTo>
                  <a:pt x="718" y="1340"/>
                </a:lnTo>
                <a:cubicBezTo>
                  <a:pt x="722" y="1336"/>
                  <a:pt x="726" y="1333"/>
                  <a:pt x="731" y="1333"/>
                </a:cubicBezTo>
                <a:cubicBezTo>
                  <a:pt x="736" y="1332"/>
                  <a:pt x="741" y="1334"/>
                  <a:pt x="745" y="1337"/>
                </a:cubicBezTo>
                <a:cubicBezTo>
                  <a:pt x="749" y="1340"/>
                  <a:pt x="751" y="1344"/>
                  <a:pt x="752" y="1349"/>
                </a:cubicBezTo>
                <a:cubicBezTo>
                  <a:pt x="752" y="1355"/>
                  <a:pt x="751" y="1359"/>
                  <a:pt x="748" y="1363"/>
                </a:cubicBezTo>
                <a:lnTo>
                  <a:pt x="736" y="1378"/>
                </a:lnTo>
                <a:cubicBezTo>
                  <a:pt x="733" y="1382"/>
                  <a:pt x="729" y="1384"/>
                  <a:pt x="724" y="1385"/>
                </a:cubicBezTo>
                <a:cubicBezTo>
                  <a:pt x="719" y="1386"/>
                  <a:pt x="714" y="1384"/>
                  <a:pt x="710" y="1381"/>
                </a:cubicBezTo>
                <a:cubicBezTo>
                  <a:pt x="706" y="1378"/>
                  <a:pt x="703" y="1374"/>
                  <a:pt x="703" y="1369"/>
                </a:cubicBezTo>
                <a:cubicBezTo>
                  <a:pt x="702" y="1363"/>
                  <a:pt x="704" y="1359"/>
                  <a:pt x="707" y="1355"/>
                </a:cubicBezTo>
                <a:moveTo>
                  <a:pt x="803" y="1237"/>
                </a:moveTo>
                <a:lnTo>
                  <a:pt x="815" y="1223"/>
                </a:lnTo>
                <a:cubicBezTo>
                  <a:pt x="818" y="1219"/>
                  <a:pt x="823" y="1217"/>
                  <a:pt x="828" y="1217"/>
                </a:cubicBezTo>
                <a:cubicBezTo>
                  <a:pt x="833" y="1216"/>
                  <a:pt x="838" y="1218"/>
                  <a:pt x="842" y="1221"/>
                </a:cubicBezTo>
                <a:cubicBezTo>
                  <a:pt x="845" y="1224"/>
                  <a:pt x="848" y="1229"/>
                  <a:pt x="848" y="1234"/>
                </a:cubicBezTo>
                <a:cubicBezTo>
                  <a:pt x="848" y="1239"/>
                  <a:pt x="847" y="1244"/>
                  <a:pt x="844" y="1248"/>
                </a:cubicBezTo>
                <a:lnTo>
                  <a:pt x="831" y="1262"/>
                </a:lnTo>
                <a:cubicBezTo>
                  <a:pt x="828" y="1266"/>
                  <a:pt x="824" y="1268"/>
                  <a:pt x="819" y="1268"/>
                </a:cubicBezTo>
                <a:cubicBezTo>
                  <a:pt x="813" y="1269"/>
                  <a:pt x="809" y="1267"/>
                  <a:pt x="805" y="1264"/>
                </a:cubicBezTo>
                <a:cubicBezTo>
                  <a:pt x="801" y="1260"/>
                  <a:pt x="799" y="1256"/>
                  <a:pt x="798" y="1251"/>
                </a:cubicBezTo>
                <a:cubicBezTo>
                  <a:pt x="798" y="1246"/>
                  <a:pt x="799" y="1241"/>
                  <a:pt x="803" y="1237"/>
                </a:cubicBezTo>
                <a:moveTo>
                  <a:pt x="903" y="1124"/>
                </a:moveTo>
                <a:lnTo>
                  <a:pt x="916" y="1110"/>
                </a:lnTo>
                <a:cubicBezTo>
                  <a:pt x="919" y="1107"/>
                  <a:pt x="924" y="1105"/>
                  <a:pt x="929" y="1104"/>
                </a:cubicBezTo>
                <a:cubicBezTo>
                  <a:pt x="934" y="1104"/>
                  <a:pt x="939" y="1106"/>
                  <a:pt x="942" y="1109"/>
                </a:cubicBezTo>
                <a:cubicBezTo>
                  <a:pt x="946" y="1113"/>
                  <a:pt x="948" y="1117"/>
                  <a:pt x="948" y="1122"/>
                </a:cubicBezTo>
                <a:cubicBezTo>
                  <a:pt x="949" y="1128"/>
                  <a:pt x="947" y="1132"/>
                  <a:pt x="943" y="1136"/>
                </a:cubicBezTo>
                <a:lnTo>
                  <a:pt x="931" y="1150"/>
                </a:lnTo>
                <a:cubicBezTo>
                  <a:pt x="927" y="1154"/>
                  <a:pt x="923" y="1156"/>
                  <a:pt x="918" y="1156"/>
                </a:cubicBezTo>
                <a:cubicBezTo>
                  <a:pt x="912" y="1156"/>
                  <a:pt x="908" y="1154"/>
                  <a:pt x="904" y="1151"/>
                </a:cubicBezTo>
                <a:cubicBezTo>
                  <a:pt x="900" y="1147"/>
                  <a:pt x="898" y="1143"/>
                  <a:pt x="898" y="1138"/>
                </a:cubicBezTo>
                <a:cubicBezTo>
                  <a:pt x="898" y="1133"/>
                  <a:pt x="900" y="1128"/>
                  <a:pt x="903" y="1124"/>
                </a:cubicBezTo>
                <a:moveTo>
                  <a:pt x="1007" y="1015"/>
                </a:moveTo>
                <a:lnTo>
                  <a:pt x="1011" y="1011"/>
                </a:lnTo>
                <a:lnTo>
                  <a:pt x="1021" y="1002"/>
                </a:lnTo>
                <a:cubicBezTo>
                  <a:pt x="1024" y="998"/>
                  <a:pt x="1029" y="996"/>
                  <a:pt x="1034" y="996"/>
                </a:cubicBezTo>
                <a:cubicBezTo>
                  <a:pt x="1039" y="996"/>
                  <a:pt x="1044" y="998"/>
                  <a:pt x="1047" y="1002"/>
                </a:cubicBezTo>
                <a:cubicBezTo>
                  <a:pt x="1051" y="1006"/>
                  <a:pt x="1053" y="1010"/>
                  <a:pt x="1053" y="1015"/>
                </a:cubicBezTo>
                <a:cubicBezTo>
                  <a:pt x="1053" y="1021"/>
                  <a:pt x="1051" y="1025"/>
                  <a:pt x="1047" y="1029"/>
                </a:cubicBezTo>
                <a:lnTo>
                  <a:pt x="1038" y="1038"/>
                </a:lnTo>
                <a:lnTo>
                  <a:pt x="1034" y="1042"/>
                </a:lnTo>
                <a:cubicBezTo>
                  <a:pt x="1030" y="1046"/>
                  <a:pt x="1026" y="1047"/>
                  <a:pt x="1021" y="1047"/>
                </a:cubicBezTo>
                <a:cubicBezTo>
                  <a:pt x="1016" y="1047"/>
                  <a:pt x="1011" y="1046"/>
                  <a:pt x="1007" y="1042"/>
                </a:cubicBezTo>
                <a:cubicBezTo>
                  <a:pt x="1004" y="1038"/>
                  <a:pt x="1002" y="1034"/>
                  <a:pt x="1002" y="1029"/>
                </a:cubicBezTo>
                <a:cubicBezTo>
                  <a:pt x="1002" y="1023"/>
                  <a:pt x="1004" y="1019"/>
                  <a:pt x="1007" y="1015"/>
                </a:cubicBezTo>
                <a:moveTo>
                  <a:pt x="1116" y="910"/>
                </a:moveTo>
                <a:lnTo>
                  <a:pt x="1130" y="898"/>
                </a:lnTo>
                <a:cubicBezTo>
                  <a:pt x="1134" y="894"/>
                  <a:pt x="1138" y="893"/>
                  <a:pt x="1143" y="893"/>
                </a:cubicBezTo>
                <a:cubicBezTo>
                  <a:pt x="1149" y="893"/>
                  <a:pt x="1153" y="895"/>
                  <a:pt x="1156" y="899"/>
                </a:cubicBezTo>
                <a:cubicBezTo>
                  <a:pt x="1160" y="903"/>
                  <a:pt x="1162" y="907"/>
                  <a:pt x="1161" y="912"/>
                </a:cubicBezTo>
                <a:cubicBezTo>
                  <a:pt x="1161" y="917"/>
                  <a:pt x="1159" y="922"/>
                  <a:pt x="1155" y="925"/>
                </a:cubicBezTo>
                <a:lnTo>
                  <a:pt x="1142" y="938"/>
                </a:lnTo>
                <a:cubicBezTo>
                  <a:pt x="1138" y="942"/>
                  <a:pt x="1133" y="943"/>
                  <a:pt x="1128" y="943"/>
                </a:cubicBezTo>
                <a:cubicBezTo>
                  <a:pt x="1123" y="943"/>
                  <a:pt x="1119" y="941"/>
                  <a:pt x="1115" y="937"/>
                </a:cubicBezTo>
                <a:cubicBezTo>
                  <a:pt x="1111" y="933"/>
                  <a:pt x="1110" y="929"/>
                  <a:pt x="1110" y="924"/>
                </a:cubicBezTo>
                <a:cubicBezTo>
                  <a:pt x="1110" y="918"/>
                  <a:pt x="1112" y="914"/>
                  <a:pt x="1116" y="910"/>
                </a:cubicBezTo>
                <a:moveTo>
                  <a:pt x="1229" y="810"/>
                </a:moveTo>
                <a:lnTo>
                  <a:pt x="1243" y="798"/>
                </a:lnTo>
                <a:cubicBezTo>
                  <a:pt x="1247" y="794"/>
                  <a:pt x="1252" y="793"/>
                  <a:pt x="1257" y="793"/>
                </a:cubicBezTo>
                <a:cubicBezTo>
                  <a:pt x="1262" y="794"/>
                  <a:pt x="1266" y="796"/>
                  <a:pt x="1270" y="800"/>
                </a:cubicBezTo>
                <a:cubicBezTo>
                  <a:pt x="1273" y="804"/>
                  <a:pt x="1275" y="808"/>
                  <a:pt x="1274" y="813"/>
                </a:cubicBezTo>
                <a:cubicBezTo>
                  <a:pt x="1274" y="819"/>
                  <a:pt x="1272" y="823"/>
                  <a:pt x="1268" y="826"/>
                </a:cubicBezTo>
                <a:lnTo>
                  <a:pt x="1253" y="838"/>
                </a:lnTo>
                <a:cubicBezTo>
                  <a:pt x="1249" y="842"/>
                  <a:pt x="1245" y="843"/>
                  <a:pt x="1240" y="843"/>
                </a:cubicBezTo>
                <a:cubicBezTo>
                  <a:pt x="1234" y="842"/>
                  <a:pt x="1230" y="840"/>
                  <a:pt x="1227" y="836"/>
                </a:cubicBezTo>
                <a:cubicBezTo>
                  <a:pt x="1223" y="832"/>
                  <a:pt x="1222" y="828"/>
                  <a:pt x="1222" y="823"/>
                </a:cubicBezTo>
                <a:cubicBezTo>
                  <a:pt x="1223" y="817"/>
                  <a:pt x="1225" y="813"/>
                  <a:pt x="1229" y="810"/>
                </a:cubicBezTo>
                <a:moveTo>
                  <a:pt x="1346" y="713"/>
                </a:moveTo>
                <a:lnTo>
                  <a:pt x="1361" y="702"/>
                </a:lnTo>
                <a:cubicBezTo>
                  <a:pt x="1365" y="699"/>
                  <a:pt x="1369" y="697"/>
                  <a:pt x="1375" y="698"/>
                </a:cubicBezTo>
                <a:cubicBezTo>
                  <a:pt x="1380" y="698"/>
                  <a:pt x="1384" y="701"/>
                  <a:pt x="1387" y="705"/>
                </a:cubicBezTo>
                <a:cubicBezTo>
                  <a:pt x="1390" y="709"/>
                  <a:pt x="1392" y="714"/>
                  <a:pt x="1391" y="719"/>
                </a:cubicBezTo>
                <a:cubicBezTo>
                  <a:pt x="1390" y="724"/>
                  <a:pt x="1388" y="728"/>
                  <a:pt x="1384" y="731"/>
                </a:cubicBezTo>
                <a:lnTo>
                  <a:pt x="1369" y="743"/>
                </a:lnTo>
                <a:cubicBezTo>
                  <a:pt x="1365" y="746"/>
                  <a:pt x="1360" y="748"/>
                  <a:pt x="1355" y="747"/>
                </a:cubicBezTo>
                <a:cubicBezTo>
                  <a:pt x="1350" y="746"/>
                  <a:pt x="1346" y="744"/>
                  <a:pt x="1343" y="740"/>
                </a:cubicBezTo>
                <a:cubicBezTo>
                  <a:pt x="1339" y="736"/>
                  <a:pt x="1338" y="731"/>
                  <a:pt x="1339" y="726"/>
                </a:cubicBezTo>
                <a:cubicBezTo>
                  <a:pt x="1339" y="721"/>
                  <a:pt x="1342" y="717"/>
                  <a:pt x="1346" y="713"/>
                </a:cubicBezTo>
                <a:moveTo>
                  <a:pt x="1465" y="622"/>
                </a:moveTo>
                <a:lnTo>
                  <a:pt x="1481" y="611"/>
                </a:lnTo>
                <a:cubicBezTo>
                  <a:pt x="1485" y="608"/>
                  <a:pt x="1489" y="607"/>
                  <a:pt x="1495" y="608"/>
                </a:cubicBezTo>
                <a:cubicBezTo>
                  <a:pt x="1500" y="609"/>
                  <a:pt x="1504" y="611"/>
                  <a:pt x="1507" y="615"/>
                </a:cubicBezTo>
                <a:cubicBezTo>
                  <a:pt x="1510" y="620"/>
                  <a:pt x="1511" y="624"/>
                  <a:pt x="1510" y="629"/>
                </a:cubicBezTo>
                <a:cubicBezTo>
                  <a:pt x="1509" y="635"/>
                  <a:pt x="1507" y="639"/>
                  <a:pt x="1503" y="642"/>
                </a:cubicBezTo>
                <a:lnTo>
                  <a:pt x="1488" y="653"/>
                </a:lnTo>
                <a:cubicBezTo>
                  <a:pt x="1483" y="656"/>
                  <a:pt x="1479" y="657"/>
                  <a:pt x="1474" y="656"/>
                </a:cubicBezTo>
                <a:cubicBezTo>
                  <a:pt x="1468" y="655"/>
                  <a:pt x="1464" y="653"/>
                  <a:pt x="1461" y="649"/>
                </a:cubicBezTo>
                <a:cubicBezTo>
                  <a:pt x="1458" y="644"/>
                  <a:pt x="1457" y="640"/>
                  <a:pt x="1458" y="635"/>
                </a:cubicBezTo>
                <a:cubicBezTo>
                  <a:pt x="1459" y="629"/>
                  <a:pt x="1461" y="625"/>
                  <a:pt x="1465" y="622"/>
                </a:cubicBezTo>
                <a:moveTo>
                  <a:pt x="1589" y="535"/>
                </a:moveTo>
                <a:lnTo>
                  <a:pt x="1604" y="525"/>
                </a:lnTo>
                <a:cubicBezTo>
                  <a:pt x="1609" y="522"/>
                  <a:pt x="1613" y="521"/>
                  <a:pt x="1619" y="522"/>
                </a:cubicBezTo>
                <a:cubicBezTo>
                  <a:pt x="1624" y="523"/>
                  <a:pt x="1628" y="526"/>
                  <a:pt x="1631" y="530"/>
                </a:cubicBezTo>
                <a:cubicBezTo>
                  <a:pt x="1633" y="534"/>
                  <a:pt x="1634" y="539"/>
                  <a:pt x="1633" y="544"/>
                </a:cubicBezTo>
                <a:cubicBezTo>
                  <a:pt x="1632" y="549"/>
                  <a:pt x="1630" y="553"/>
                  <a:pt x="1625" y="556"/>
                </a:cubicBezTo>
                <a:lnTo>
                  <a:pt x="1610" y="567"/>
                </a:lnTo>
                <a:cubicBezTo>
                  <a:pt x="1606" y="570"/>
                  <a:pt x="1601" y="571"/>
                  <a:pt x="1596" y="570"/>
                </a:cubicBezTo>
                <a:cubicBezTo>
                  <a:pt x="1591" y="569"/>
                  <a:pt x="1587" y="566"/>
                  <a:pt x="1584" y="562"/>
                </a:cubicBezTo>
                <a:cubicBezTo>
                  <a:pt x="1581" y="557"/>
                  <a:pt x="1580" y="553"/>
                  <a:pt x="1581" y="547"/>
                </a:cubicBezTo>
                <a:cubicBezTo>
                  <a:pt x="1582" y="542"/>
                  <a:pt x="1585" y="538"/>
                  <a:pt x="1589" y="535"/>
                </a:cubicBezTo>
                <a:moveTo>
                  <a:pt x="1716" y="453"/>
                </a:moveTo>
                <a:lnTo>
                  <a:pt x="1732" y="443"/>
                </a:lnTo>
                <a:cubicBezTo>
                  <a:pt x="1737" y="440"/>
                  <a:pt x="1742" y="439"/>
                  <a:pt x="1747" y="440"/>
                </a:cubicBezTo>
                <a:cubicBezTo>
                  <a:pt x="1752" y="442"/>
                  <a:pt x="1756" y="444"/>
                  <a:pt x="1758" y="449"/>
                </a:cubicBezTo>
                <a:cubicBezTo>
                  <a:pt x="1761" y="453"/>
                  <a:pt x="1762" y="458"/>
                  <a:pt x="1761" y="463"/>
                </a:cubicBezTo>
                <a:cubicBezTo>
                  <a:pt x="1759" y="468"/>
                  <a:pt x="1757" y="472"/>
                  <a:pt x="1752" y="475"/>
                </a:cubicBezTo>
                <a:lnTo>
                  <a:pt x="1736" y="485"/>
                </a:lnTo>
                <a:cubicBezTo>
                  <a:pt x="1732" y="487"/>
                  <a:pt x="1727" y="488"/>
                  <a:pt x="1722" y="487"/>
                </a:cubicBezTo>
                <a:cubicBezTo>
                  <a:pt x="1717" y="486"/>
                  <a:pt x="1713" y="483"/>
                  <a:pt x="1710" y="479"/>
                </a:cubicBezTo>
                <a:cubicBezTo>
                  <a:pt x="1707" y="474"/>
                  <a:pt x="1707" y="470"/>
                  <a:pt x="1708" y="464"/>
                </a:cubicBezTo>
                <a:cubicBezTo>
                  <a:pt x="1709" y="459"/>
                  <a:pt x="1712" y="455"/>
                  <a:pt x="1716" y="453"/>
                </a:cubicBezTo>
                <a:moveTo>
                  <a:pt x="1845" y="375"/>
                </a:moveTo>
                <a:lnTo>
                  <a:pt x="1862" y="366"/>
                </a:lnTo>
                <a:cubicBezTo>
                  <a:pt x="1866" y="364"/>
                  <a:pt x="1871" y="363"/>
                  <a:pt x="1876" y="364"/>
                </a:cubicBezTo>
                <a:cubicBezTo>
                  <a:pt x="1881" y="366"/>
                  <a:pt x="1885" y="369"/>
                  <a:pt x="1887" y="373"/>
                </a:cubicBezTo>
                <a:cubicBezTo>
                  <a:pt x="1890" y="378"/>
                  <a:pt x="1890" y="382"/>
                  <a:pt x="1889" y="387"/>
                </a:cubicBezTo>
                <a:cubicBezTo>
                  <a:pt x="1888" y="392"/>
                  <a:pt x="1885" y="396"/>
                  <a:pt x="1880" y="399"/>
                </a:cubicBezTo>
                <a:lnTo>
                  <a:pt x="1864" y="408"/>
                </a:lnTo>
                <a:cubicBezTo>
                  <a:pt x="1860" y="411"/>
                  <a:pt x="1855" y="411"/>
                  <a:pt x="1850" y="410"/>
                </a:cubicBezTo>
                <a:cubicBezTo>
                  <a:pt x="1845" y="409"/>
                  <a:pt x="1841" y="406"/>
                  <a:pt x="1838" y="401"/>
                </a:cubicBezTo>
                <a:cubicBezTo>
                  <a:pt x="1836" y="397"/>
                  <a:pt x="1835" y="392"/>
                  <a:pt x="1837" y="387"/>
                </a:cubicBezTo>
                <a:cubicBezTo>
                  <a:pt x="1838" y="382"/>
                  <a:pt x="1841" y="378"/>
                  <a:pt x="1845" y="375"/>
                </a:cubicBezTo>
                <a:moveTo>
                  <a:pt x="1977" y="303"/>
                </a:moveTo>
                <a:lnTo>
                  <a:pt x="1994" y="294"/>
                </a:lnTo>
                <a:cubicBezTo>
                  <a:pt x="1998" y="292"/>
                  <a:pt x="2003" y="291"/>
                  <a:pt x="2008" y="293"/>
                </a:cubicBezTo>
                <a:cubicBezTo>
                  <a:pt x="2013" y="294"/>
                  <a:pt x="2017" y="297"/>
                  <a:pt x="2019" y="302"/>
                </a:cubicBezTo>
                <a:cubicBezTo>
                  <a:pt x="2021" y="307"/>
                  <a:pt x="2022" y="311"/>
                  <a:pt x="2020" y="316"/>
                </a:cubicBezTo>
                <a:cubicBezTo>
                  <a:pt x="2019" y="321"/>
                  <a:pt x="2016" y="325"/>
                  <a:pt x="2011" y="327"/>
                </a:cubicBezTo>
                <a:lnTo>
                  <a:pt x="1994" y="336"/>
                </a:lnTo>
                <a:cubicBezTo>
                  <a:pt x="1990" y="339"/>
                  <a:pt x="1985" y="339"/>
                  <a:pt x="1980" y="337"/>
                </a:cubicBezTo>
                <a:cubicBezTo>
                  <a:pt x="1975" y="336"/>
                  <a:pt x="1971" y="333"/>
                  <a:pt x="1969" y="328"/>
                </a:cubicBezTo>
                <a:cubicBezTo>
                  <a:pt x="1967" y="324"/>
                  <a:pt x="1966" y="319"/>
                  <a:pt x="1968" y="314"/>
                </a:cubicBezTo>
                <a:cubicBezTo>
                  <a:pt x="1969" y="309"/>
                  <a:pt x="1972" y="305"/>
                  <a:pt x="1977" y="303"/>
                </a:cubicBezTo>
                <a:moveTo>
                  <a:pt x="2112" y="234"/>
                </a:moveTo>
                <a:lnTo>
                  <a:pt x="2129" y="226"/>
                </a:lnTo>
                <a:cubicBezTo>
                  <a:pt x="2134" y="223"/>
                  <a:pt x="2139" y="223"/>
                  <a:pt x="2144" y="225"/>
                </a:cubicBezTo>
                <a:cubicBezTo>
                  <a:pt x="2149" y="227"/>
                  <a:pt x="2152" y="230"/>
                  <a:pt x="2155" y="234"/>
                </a:cubicBezTo>
                <a:cubicBezTo>
                  <a:pt x="2157" y="239"/>
                  <a:pt x="2157" y="244"/>
                  <a:pt x="2155" y="249"/>
                </a:cubicBezTo>
                <a:cubicBezTo>
                  <a:pt x="2154" y="254"/>
                  <a:pt x="2150" y="257"/>
                  <a:pt x="2146" y="260"/>
                </a:cubicBezTo>
                <a:lnTo>
                  <a:pt x="2129" y="268"/>
                </a:lnTo>
                <a:cubicBezTo>
                  <a:pt x="2124" y="270"/>
                  <a:pt x="2119" y="270"/>
                  <a:pt x="2114" y="269"/>
                </a:cubicBezTo>
                <a:cubicBezTo>
                  <a:pt x="2109" y="267"/>
                  <a:pt x="2106" y="264"/>
                  <a:pt x="2104" y="259"/>
                </a:cubicBezTo>
                <a:cubicBezTo>
                  <a:pt x="2101" y="254"/>
                  <a:pt x="2101" y="250"/>
                  <a:pt x="2103" y="245"/>
                </a:cubicBezTo>
                <a:cubicBezTo>
                  <a:pt x="2104" y="240"/>
                  <a:pt x="2108" y="236"/>
                  <a:pt x="2112" y="234"/>
                </a:cubicBezTo>
                <a:moveTo>
                  <a:pt x="2250" y="170"/>
                </a:moveTo>
                <a:lnTo>
                  <a:pt x="2266" y="162"/>
                </a:lnTo>
                <a:cubicBezTo>
                  <a:pt x="2271" y="160"/>
                  <a:pt x="2276" y="160"/>
                  <a:pt x="2281" y="162"/>
                </a:cubicBezTo>
                <a:cubicBezTo>
                  <a:pt x="2286" y="164"/>
                  <a:pt x="2289" y="167"/>
                  <a:pt x="2291" y="172"/>
                </a:cubicBezTo>
                <a:cubicBezTo>
                  <a:pt x="2293" y="177"/>
                  <a:pt x="2293" y="182"/>
                  <a:pt x="2292" y="186"/>
                </a:cubicBezTo>
                <a:cubicBezTo>
                  <a:pt x="2290" y="191"/>
                  <a:pt x="2286" y="195"/>
                  <a:pt x="2282" y="197"/>
                </a:cubicBezTo>
                <a:lnTo>
                  <a:pt x="2265" y="204"/>
                </a:lnTo>
                <a:cubicBezTo>
                  <a:pt x="2260" y="206"/>
                  <a:pt x="2255" y="207"/>
                  <a:pt x="2250" y="205"/>
                </a:cubicBezTo>
                <a:cubicBezTo>
                  <a:pt x="2246" y="203"/>
                  <a:pt x="2242" y="200"/>
                  <a:pt x="2240" y="195"/>
                </a:cubicBezTo>
                <a:cubicBezTo>
                  <a:pt x="2238" y="190"/>
                  <a:pt x="2238" y="185"/>
                  <a:pt x="2240" y="180"/>
                </a:cubicBezTo>
                <a:cubicBezTo>
                  <a:pt x="2241" y="176"/>
                  <a:pt x="2245" y="172"/>
                  <a:pt x="2250" y="170"/>
                </a:cubicBezTo>
                <a:moveTo>
                  <a:pt x="2387" y="111"/>
                </a:moveTo>
                <a:lnTo>
                  <a:pt x="2404" y="104"/>
                </a:lnTo>
                <a:cubicBezTo>
                  <a:pt x="2409" y="102"/>
                  <a:pt x="2414" y="102"/>
                  <a:pt x="2419" y="104"/>
                </a:cubicBezTo>
                <a:cubicBezTo>
                  <a:pt x="2423" y="106"/>
                  <a:pt x="2427" y="110"/>
                  <a:pt x="2429" y="114"/>
                </a:cubicBezTo>
                <a:cubicBezTo>
                  <a:pt x="2431" y="119"/>
                  <a:pt x="2431" y="124"/>
                  <a:pt x="2429" y="129"/>
                </a:cubicBezTo>
                <a:cubicBezTo>
                  <a:pt x="2427" y="134"/>
                  <a:pt x="2423" y="137"/>
                  <a:pt x="2418" y="139"/>
                </a:cubicBezTo>
                <a:lnTo>
                  <a:pt x="2401" y="146"/>
                </a:lnTo>
                <a:cubicBezTo>
                  <a:pt x="2396" y="148"/>
                  <a:pt x="2391" y="148"/>
                  <a:pt x="2387" y="146"/>
                </a:cubicBezTo>
                <a:cubicBezTo>
                  <a:pt x="2382" y="144"/>
                  <a:pt x="2378" y="140"/>
                  <a:pt x="2377" y="136"/>
                </a:cubicBezTo>
                <a:cubicBezTo>
                  <a:pt x="2375" y="131"/>
                  <a:pt x="2375" y="126"/>
                  <a:pt x="2377" y="121"/>
                </a:cubicBezTo>
                <a:cubicBezTo>
                  <a:pt x="2379" y="116"/>
                  <a:pt x="2382" y="113"/>
                  <a:pt x="2387" y="111"/>
                </a:cubicBezTo>
                <a:moveTo>
                  <a:pt x="2529" y="56"/>
                </a:moveTo>
                <a:lnTo>
                  <a:pt x="2546" y="49"/>
                </a:lnTo>
                <a:cubicBezTo>
                  <a:pt x="2551" y="47"/>
                  <a:pt x="2556" y="48"/>
                  <a:pt x="2561" y="50"/>
                </a:cubicBezTo>
                <a:cubicBezTo>
                  <a:pt x="2565" y="52"/>
                  <a:pt x="2569" y="55"/>
                  <a:pt x="2571" y="60"/>
                </a:cubicBezTo>
                <a:cubicBezTo>
                  <a:pt x="2572" y="65"/>
                  <a:pt x="2572" y="70"/>
                  <a:pt x="2570" y="75"/>
                </a:cubicBezTo>
                <a:cubicBezTo>
                  <a:pt x="2568" y="79"/>
                  <a:pt x="2564" y="83"/>
                  <a:pt x="2560" y="84"/>
                </a:cubicBezTo>
                <a:lnTo>
                  <a:pt x="2542" y="91"/>
                </a:lnTo>
                <a:cubicBezTo>
                  <a:pt x="2537" y="93"/>
                  <a:pt x="2532" y="93"/>
                  <a:pt x="2527" y="91"/>
                </a:cubicBezTo>
                <a:cubicBezTo>
                  <a:pt x="2523" y="88"/>
                  <a:pt x="2519" y="85"/>
                  <a:pt x="2518" y="80"/>
                </a:cubicBezTo>
                <a:cubicBezTo>
                  <a:pt x="2516" y="75"/>
                  <a:pt x="2516" y="70"/>
                  <a:pt x="2518" y="66"/>
                </a:cubicBezTo>
                <a:cubicBezTo>
                  <a:pt x="2520" y="61"/>
                  <a:pt x="2524" y="58"/>
                  <a:pt x="2529" y="56"/>
                </a:cubicBezTo>
                <a:moveTo>
                  <a:pt x="2673" y="4"/>
                </a:moveTo>
                <a:lnTo>
                  <a:pt x="2683" y="1"/>
                </a:lnTo>
                <a:cubicBezTo>
                  <a:pt x="2688" y="-1"/>
                  <a:pt x="2693" y="-1"/>
                  <a:pt x="2698" y="2"/>
                </a:cubicBezTo>
                <a:cubicBezTo>
                  <a:pt x="2702" y="4"/>
                  <a:pt x="2705" y="7"/>
                  <a:pt x="2707" y="12"/>
                </a:cubicBezTo>
                <a:cubicBezTo>
                  <a:pt x="2709" y="17"/>
                  <a:pt x="2708" y="22"/>
                  <a:pt x="2706" y="27"/>
                </a:cubicBezTo>
                <a:cubicBezTo>
                  <a:pt x="2704" y="31"/>
                  <a:pt x="2700" y="35"/>
                  <a:pt x="2695" y="36"/>
                </a:cubicBezTo>
                <a:lnTo>
                  <a:pt x="2685" y="40"/>
                </a:lnTo>
                <a:cubicBezTo>
                  <a:pt x="2680" y="41"/>
                  <a:pt x="2675" y="41"/>
                  <a:pt x="2671" y="39"/>
                </a:cubicBezTo>
                <a:cubicBezTo>
                  <a:pt x="2666" y="36"/>
                  <a:pt x="2663" y="33"/>
                  <a:pt x="2661" y="28"/>
                </a:cubicBezTo>
                <a:cubicBezTo>
                  <a:pt x="2659" y="23"/>
                  <a:pt x="2660" y="18"/>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3431880" y="2900160"/>
            <a:ext cx="70920" cy="77400"/>
          </a:xfrm>
          <a:custGeom>
            <a:avLst/>
            <a:gdLst/>
            <a:ahLst/>
            <a:rect l="0" t="0" r="r" b="b"/>
            <a:pathLst>
              <a:path fill="none" w="197" h="215">
                <a:moveTo>
                  <a:pt x="0" y="0"/>
                </a:moveTo>
                <a:lnTo>
                  <a:pt x="197" y="52"/>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5" name=""/>
          <p:cNvSpPr/>
          <p:nvPr/>
        </p:nvSpPr>
        <p:spPr>
          <a:xfrm>
            <a:off x="3792960" y="3067200"/>
            <a:ext cx="15120" cy="591120"/>
          </a:xfrm>
          <a:custGeom>
            <a:avLst/>
            <a:gdLst/>
            <a:ahLst/>
            <a:rect l="0" t="0" r="r" b="b"/>
            <a:pathLst>
              <a:path w="42" h="1642">
                <a:moveTo>
                  <a:pt x="0" y="1621"/>
                </a:moveTo>
                <a:lnTo>
                  <a:pt x="0" y="1602"/>
                </a:lnTo>
                <a:cubicBezTo>
                  <a:pt x="0" y="1596"/>
                  <a:pt x="2" y="1592"/>
                  <a:pt x="6" y="1588"/>
                </a:cubicBezTo>
                <a:cubicBezTo>
                  <a:pt x="10" y="1584"/>
                  <a:pt x="15" y="1582"/>
                  <a:pt x="20" y="1582"/>
                </a:cubicBezTo>
                <a:cubicBezTo>
                  <a:pt x="27" y="1582"/>
                  <a:pt x="32" y="1584"/>
                  <a:pt x="36" y="1588"/>
                </a:cubicBezTo>
                <a:cubicBezTo>
                  <a:pt x="40" y="1592"/>
                  <a:pt x="42" y="1596"/>
                  <a:pt x="42" y="1602"/>
                </a:cubicBezTo>
                <a:lnTo>
                  <a:pt x="42" y="1621"/>
                </a:lnTo>
                <a:cubicBezTo>
                  <a:pt x="42" y="1627"/>
                  <a:pt x="40" y="1632"/>
                  <a:pt x="36" y="1636"/>
                </a:cubicBezTo>
                <a:cubicBezTo>
                  <a:pt x="32" y="1640"/>
                  <a:pt x="27" y="1642"/>
                  <a:pt x="20" y="1642"/>
                </a:cubicBezTo>
                <a:cubicBezTo>
                  <a:pt x="15" y="1642"/>
                  <a:pt x="10" y="1640"/>
                  <a:pt x="6" y="1636"/>
                </a:cubicBezTo>
                <a:cubicBezTo>
                  <a:pt x="2" y="1632"/>
                  <a:pt x="0" y="1627"/>
                  <a:pt x="0" y="1621"/>
                </a:cubicBezTo>
                <a:moveTo>
                  <a:pt x="0" y="1489"/>
                </a:moveTo>
                <a:lnTo>
                  <a:pt x="0" y="1471"/>
                </a:lnTo>
                <a:cubicBezTo>
                  <a:pt x="0" y="1465"/>
                  <a:pt x="2" y="1460"/>
                  <a:pt x="6" y="1456"/>
                </a:cubicBezTo>
                <a:cubicBezTo>
                  <a:pt x="10" y="1452"/>
                  <a:pt x="15" y="1450"/>
                  <a:pt x="20" y="1450"/>
                </a:cubicBezTo>
                <a:cubicBezTo>
                  <a:pt x="27" y="1450"/>
                  <a:pt x="32" y="1452"/>
                  <a:pt x="36" y="1456"/>
                </a:cubicBezTo>
                <a:cubicBezTo>
                  <a:pt x="40" y="1460"/>
                  <a:pt x="42" y="1465"/>
                  <a:pt x="42" y="1471"/>
                </a:cubicBez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moveTo>
                  <a:pt x="0" y="1358"/>
                </a:move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moveTo>
                  <a:pt x="0" y="1226"/>
                </a:moveTo>
                <a:lnTo>
                  <a:pt x="0" y="1207"/>
                </a:lnTo>
                <a:cubicBezTo>
                  <a:pt x="0" y="1201"/>
                  <a:pt x="2" y="1197"/>
                  <a:pt x="6" y="1193"/>
                </a:cubicBezTo>
                <a:cubicBezTo>
                  <a:pt x="10" y="1188"/>
                  <a:pt x="15" y="1186"/>
                  <a:pt x="20" y="1186"/>
                </a:cubicBezTo>
                <a:cubicBezTo>
                  <a:pt x="27" y="1186"/>
                  <a:pt x="32" y="1188"/>
                  <a:pt x="36" y="1193"/>
                </a:cubicBezTo>
                <a:cubicBezTo>
                  <a:pt x="40" y="1197"/>
                  <a:pt x="42" y="1201"/>
                  <a:pt x="42" y="1207"/>
                </a:cubicBezTo>
                <a:lnTo>
                  <a:pt x="42" y="1226"/>
                </a:lnTo>
                <a:cubicBezTo>
                  <a:pt x="42" y="1232"/>
                  <a:pt x="40" y="1237"/>
                  <a:pt x="36" y="1241"/>
                </a:cubicBezTo>
                <a:cubicBezTo>
                  <a:pt x="32" y="1245"/>
                  <a:pt x="27" y="1247"/>
                  <a:pt x="20" y="1247"/>
                </a:cubicBezTo>
                <a:cubicBezTo>
                  <a:pt x="15" y="1247"/>
                  <a:pt x="10" y="1245"/>
                  <a:pt x="6" y="1241"/>
                </a:cubicBezTo>
                <a:cubicBezTo>
                  <a:pt x="2" y="1237"/>
                  <a:pt x="0" y="1232"/>
                  <a:pt x="0" y="1226"/>
                </a:cubicBezTo>
                <a:moveTo>
                  <a:pt x="0" y="1094"/>
                </a:move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moveTo>
                  <a:pt x="0" y="963"/>
                </a:moveTo>
                <a:lnTo>
                  <a:pt x="0" y="944"/>
                </a:lnTo>
                <a:cubicBezTo>
                  <a:pt x="0" y="938"/>
                  <a:pt x="2" y="933"/>
                  <a:pt x="6" y="929"/>
                </a:cubicBezTo>
                <a:cubicBezTo>
                  <a:pt x="10" y="925"/>
                  <a:pt x="15" y="923"/>
                  <a:pt x="20" y="923"/>
                </a:cubicBezTo>
                <a:cubicBezTo>
                  <a:pt x="27" y="923"/>
                  <a:pt x="32" y="925"/>
                  <a:pt x="36" y="929"/>
                </a:cubicBezTo>
                <a:cubicBezTo>
                  <a:pt x="40" y="933"/>
                  <a:pt x="42" y="938"/>
                  <a:pt x="42" y="944"/>
                </a:cubicBezTo>
                <a:lnTo>
                  <a:pt x="42" y="963"/>
                </a:lnTo>
                <a:cubicBezTo>
                  <a:pt x="42" y="968"/>
                  <a:pt x="40" y="973"/>
                  <a:pt x="36" y="977"/>
                </a:cubicBezTo>
                <a:cubicBezTo>
                  <a:pt x="32" y="981"/>
                  <a:pt x="27" y="983"/>
                  <a:pt x="20" y="983"/>
                </a:cubicBezTo>
                <a:cubicBezTo>
                  <a:pt x="15" y="983"/>
                  <a:pt x="10" y="981"/>
                  <a:pt x="6" y="977"/>
                </a:cubicBezTo>
                <a:cubicBezTo>
                  <a:pt x="2" y="973"/>
                  <a:pt x="0" y="968"/>
                  <a:pt x="0" y="963"/>
                </a:cubicBezTo>
                <a:moveTo>
                  <a:pt x="0" y="831"/>
                </a:moveTo>
                <a:lnTo>
                  <a:pt x="0" y="812"/>
                </a:lnTo>
                <a:cubicBezTo>
                  <a:pt x="0" y="806"/>
                  <a:pt x="2" y="802"/>
                  <a:pt x="6" y="797"/>
                </a:cubicBezTo>
                <a:cubicBezTo>
                  <a:pt x="10" y="793"/>
                  <a:pt x="15" y="791"/>
                  <a:pt x="20" y="791"/>
                </a:cubicBezTo>
                <a:cubicBezTo>
                  <a:pt x="27" y="791"/>
                  <a:pt x="32" y="793"/>
                  <a:pt x="36" y="797"/>
                </a:cubicBezTo>
                <a:cubicBezTo>
                  <a:pt x="40" y="802"/>
                  <a:pt x="42" y="806"/>
                  <a:pt x="42" y="812"/>
                </a:cubicBezTo>
                <a:lnTo>
                  <a:pt x="42" y="831"/>
                </a:lnTo>
                <a:cubicBezTo>
                  <a:pt x="42" y="837"/>
                  <a:pt x="40" y="842"/>
                  <a:pt x="36" y="846"/>
                </a:cubicBezTo>
                <a:cubicBezTo>
                  <a:pt x="32" y="850"/>
                  <a:pt x="27" y="852"/>
                  <a:pt x="20" y="852"/>
                </a:cubicBezTo>
                <a:cubicBezTo>
                  <a:pt x="15" y="852"/>
                  <a:pt x="10" y="850"/>
                  <a:pt x="6" y="846"/>
                </a:cubicBezTo>
                <a:cubicBezTo>
                  <a:pt x="2" y="842"/>
                  <a:pt x="0" y="837"/>
                  <a:pt x="0" y="831"/>
                </a:cubicBezTo>
                <a:moveTo>
                  <a:pt x="0" y="699"/>
                </a:moveTo>
                <a:lnTo>
                  <a:pt x="0" y="680"/>
                </a:lnTo>
                <a:cubicBezTo>
                  <a:pt x="0" y="675"/>
                  <a:pt x="2" y="670"/>
                  <a:pt x="6" y="666"/>
                </a:cubicBezTo>
                <a:cubicBezTo>
                  <a:pt x="10" y="662"/>
                  <a:pt x="15" y="660"/>
                  <a:pt x="20" y="660"/>
                </a:cubicBezTo>
                <a:cubicBezTo>
                  <a:pt x="27" y="660"/>
                  <a:pt x="32" y="662"/>
                  <a:pt x="36" y="666"/>
                </a:cubicBezTo>
                <a:cubicBezTo>
                  <a:pt x="40" y="670"/>
                  <a:pt x="42" y="675"/>
                  <a:pt x="42" y="680"/>
                </a:cubicBezTo>
                <a:lnTo>
                  <a:pt x="42" y="699"/>
                </a:lnTo>
                <a:cubicBezTo>
                  <a:pt x="42" y="705"/>
                  <a:pt x="40" y="710"/>
                  <a:pt x="36" y="714"/>
                </a:cubicBezTo>
                <a:cubicBezTo>
                  <a:pt x="32" y="718"/>
                  <a:pt x="27" y="720"/>
                  <a:pt x="20" y="720"/>
                </a:cubicBezTo>
                <a:cubicBezTo>
                  <a:pt x="15" y="720"/>
                  <a:pt x="10" y="718"/>
                  <a:pt x="6" y="714"/>
                </a:cubicBezTo>
                <a:cubicBezTo>
                  <a:pt x="2" y="710"/>
                  <a:pt x="0" y="705"/>
                  <a:pt x="0" y="699"/>
                </a:cubicBezTo>
                <a:moveTo>
                  <a:pt x="0" y="568"/>
                </a:moveTo>
                <a:lnTo>
                  <a:pt x="0" y="549"/>
                </a:lnTo>
                <a:cubicBezTo>
                  <a:pt x="0" y="543"/>
                  <a:pt x="2" y="538"/>
                  <a:pt x="6" y="534"/>
                </a:cubicBezTo>
                <a:cubicBezTo>
                  <a:pt x="10" y="530"/>
                  <a:pt x="15" y="528"/>
                  <a:pt x="20" y="528"/>
                </a:cubicBezTo>
                <a:cubicBezTo>
                  <a:pt x="27" y="528"/>
                  <a:pt x="32" y="530"/>
                  <a:pt x="36" y="534"/>
                </a:cubicBezTo>
                <a:cubicBezTo>
                  <a:pt x="40" y="538"/>
                  <a:pt x="42" y="543"/>
                  <a:pt x="42" y="549"/>
                </a:cubicBezTo>
                <a:lnTo>
                  <a:pt x="42" y="568"/>
                </a:lnTo>
                <a:cubicBezTo>
                  <a:pt x="42" y="573"/>
                  <a:pt x="40" y="578"/>
                  <a:pt x="36" y="582"/>
                </a:cubicBezTo>
                <a:cubicBezTo>
                  <a:pt x="32" y="586"/>
                  <a:pt x="27" y="588"/>
                  <a:pt x="20" y="588"/>
                </a:cubicBezTo>
                <a:cubicBezTo>
                  <a:pt x="15" y="588"/>
                  <a:pt x="10" y="586"/>
                  <a:pt x="6" y="582"/>
                </a:cubicBezTo>
                <a:cubicBezTo>
                  <a:pt x="2" y="578"/>
                  <a:pt x="0" y="573"/>
                  <a:pt x="0" y="568"/>
                </a:cubicBezTo>
                <a:moveTo>
                  <a:pt x="0" y="435"/>
                </a:moveTo>
                <a:lnTo>
                  <a:pt x="0" y="416"/>
                </a:lnTo>
                <a:cubicBezTo>
                  <a:pt x="0" y="410"/>
                  <a:pt x="2" y="406"/>
                  <a:pt x="6" y="401"/>
                </a:cubicBezTo>
                <a:cubicBezTo>
                  <a:pt x="10" y="397"/>
                  <a:pt x="15" y="395"/>
                  <a:pt x="20" y="395"/>
                </a:cubicBezTo>
                <a:cubicBezTo>
                  <a:pt x="27" y="395"/>
                  <a:pt x="32" y="397"/>
                  <a:pt x="36" y="401"/>
                </a:cubicBezTo>
                <a:cubicBezTo>
                  <a:pt x="40" y="406"/>
                  <a:pt x="42" y="410"/>
                  <a:pt x="42" y="416"/>
                </a:cubicBezTo>
                <a:lnTo>
                  <a:pt x="42" y="435"/>
                </a:lnTo>
                <a:cubicBezTo>
                  <a:pt x="42" y="441"/>
                  <a:pt x="40" y="445"/>
                  <a:pt x="36" y="450"/>
                </a:cubicBezTo>
                <a:cubicBezTo>
                  <a:pt x="32" y="454"/>
                  <a:pt x="27" y="456"/>
                  <a:pt x="20" y="456"/>
                </a:cubicBezTo>
                <a:cubicBezTo>
                  <a:pt x="15" y="456"/>
                  <a:pt x="10" y="454"/>
                  <a:pt x="6" y="450"/>
                </a:cubicBezTo>
                <a:cubicBezTo>
                  <a:pt x="2" y="445"/>
                  <a:pt x="0" y="441"/>
                  <a:pt x="0" y="435"/>
                </a:cubicBezTo>
                <a:moveTo>
                  <a:pt x="0" y="303"/>
                </a:moveTo>
                <a:lnTo>
                  <a:pt x="0" y="284"/>
                </a:lnTo>
                <a:cubicBezTo>
                  <a:pt x="0" y="279"/>
                  <a:pt x="2" y="274"/>
                  <a:pt x="6" y="270"/>
                </a:cubicBezTo>
                <a:cubicBezTo>
                  <a:pt x="10" y="266"/>
                  <a:pt x="15" y="264"/>
                  <a:pt x="20" y="264"/>
                </a:cubicBezTo>
                <a:cubicBezTo>
                  <a:pt x="27" y="264"/>
                  <a:pt x="32" y="266"/>
                  <a:pt x="36" y="270"/>
                </a:cubicBezTo>
                <a:cubicBezTo>
                  <a:pt x="40" y="274"/>
                  <a:pt x="42" y="279"/>
                  <a:pt x="42" y="284"/>
                </a:cubicBezTo>
                <a:lnTo>
                  <a:pt x="42" y="303"/>
                </a:lnTo>
                <a:cubicBezTo>
                  <a:pt x="42" y="309"/>
                  <a:pt x="40" y="314"/>
                  <a:pt x="36" y="318"/>
                </a:cubicBezTo>
                <a:cubicBezTo>
                  <a:pt x="32" y="322"/>
                  <a:pt x="27" y="324"/>
                  <a:pt x="20" y="324"/>
                </a:cubicBezTo>
                <a:cubicBezTo>
                  <a:pt x="15" y="324"/>
                  <a:pt x="10" y="322"/>
                  <a:pt x="6" y="318"/>
                </a:cubicBezTo>
                <a:cubicBezTo>
                  <a:pt x="2" y="314"/>
                  <a:pt x="0" y="309"/>
                  <a:pt x="0" y="303"/>
                </a:cubicBezTo>
                <a:moveTo>
                  <a:pt x="0" y="172"/>
                </a:moveTo>
                <a:lnTo>
                  <a:pt x="0" y="153"/>
                </a:lnTo>
                <a:cubicBezTo>
                  <a:pt x="0" y="147"/>
                  <a:pt x="2" y="142"/>
                  <a:pt x="6" y="138"/>
                </a:cubicBezTo>
                <a:cubicBezTo>
                  <a:pt x="10" y="134"/>
                  <a:pt x="15" y="132"/>
                  <a:pt x="20" y="132"/>
                </a:cubicBezTo>
                <a:cubicBezTo>
                  <a:pt x="27" y="132"/>
                  <a:pt x="32" y="134"/>
                  <a:pt x="36" y="138"/>
                </a:cubicBezTo>
                <a:cubicBezTo>
                  <a:pt x="40" y="142"/>
                  <a:pt x="42" y="147"/>
                  <a:pt x="42" y="153"/>
                </a:cubicBezTo>
                <a:lnTo>
                  <a:pt x="42" y="172"/>
                </a:lnTo>
                <a:cubicBezTo>
                  <a:pt x="42" y="177"/>
                  <a:pt x="40" y="182"/>
                  <a:pt x="36" y="186"/>
                </a:cubicBezTo>
                <a:cubicBezTo>
                  <a:pt x="32" y="190"/>
                  <a:pt x="27" y="192"/>
                  <a:pt x="20" y="192"/>
                </a:cubicBezTo>
                <a:cubicBezTo>
                  <a:pt x="15" y="192"/>
                  <a:pt x="10" y="190"/>
                  <a:pt x="6" y="186"/>
                </a:cubicBezTo>
                <a:cubicBezTo>
                  <a:pt x="2" y="182"/>
                  <a:pt x="0" y="177"/>
                  <a:pt x="0" y="172"/>
                </a:cubicBezTo>
                <a:moveTo>
                  <a:pt x="0" y="40"/>
                </a:moveTo>
                <a:lnTo>
                  <a:pt x="0" y="21"/>
                </a:lnTo>
                <a:cubicBezTo>
                  <a:pt x="0" y="15"/>
                  <a:pt x="2" y="10"/>
                  <a:pt x="6" y="6"/>
                </a:cubicBezTo>
                <a:cubicBezTo>
                  <a:pt x="10" y="2"/>
                  <a:pt x="15" y="0"/>
                  <a:pt x="20" y="0"/>
                </a:cubicBezTo>
                <a:cubicBezTo>
                  <a:pt x="27" y="0"/>
                  <a:pt x="32" y="2"/>
                  <a:pt x="36" y="6"/>
                </a:cubicBezTo>
                <a:cubicBezTo>
                  <a:pt x="40" y="10"/>
                  <a:pt x="42" y="15"/>
                  <a:pt x="42" y="21"/>
                </a:cubicBezTo>
                <a:lnTo>
                  <a:pt x="42" y="40"/>
                </a:lnTo>
                <a:cubicBezTo>
                  <a:pt x="42" y="46"/>
                  <a:pt x="40" y="50"/>
                  <a:pt x="36" y="54"/>
                </a:cubicBezTo>
                <a:cubicBezTo>
                  <a:pt x="32" y="59"/>
                  <a:pt x="27" y="61"/>
                  <a:pt x="20" y="61"/>
                </a:cubicBezTo>
                <a:cubicBezTo>
                  <a:pt x="15" y="61"/>
                  <a:pt x="10" y="59"/>
                  <a:pt x="6" y="54"/>
                </a:cubicBezTo>
                <a:cubicBezTo>
                  <a:pt x="2" y="50"/>
                  <a:pt x="0" y="46"/>
                  <a:pt x="0" y="4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3758760" y="358776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7" name=""/>
          <p:cNvSpPr/>
          <p:nvPr/>
        </p:nvSpPr>
        <p:spPr>
          <a:xfrm>
            <a:off x="3758760" y="304092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78" name=""/>
          <p:cNvSpPr/>
          <p:nvPr/>
        </p:nvSpPr>
        <p:spPr>
          <a:xfrm>
            <a:off x="4320720" y="4171320"/>
            <a:ext cx="590400" cy="15120"/>
          </a:xfrm>
          <a:custGeom>
            <a:avLst/>
            <a:gdLst/>
            <a:ahLst/>
            <a:rect l="0" t="0" r="r" b="b"/>
            <a:pathLst>
              <a:path w="1640" h="42">
                <a:moveTo>
                  <a:pt x="21" y="0"/>
                </a:moveTo>
                <a:lnTo>
                  <a:pt x="40" y="0"/>
                </a:lnTo>
                <a:cubicBezTo>
                  <a:pt x="45" y="0"/>
                  <a:pt x="50" y="2"/>
                  <a:pt x="54" y="6"/>
                </a:cubicBezTo>
                <a:cubicBezTo>
                  <a:pt x="58" y="10"/>
                  <a:pt x="60" y="15"/>
                  <a:pt x="60" y="20"/>
                </a:cubicBezTo>
                <a:cubicBezTo>
                  <a:pt x="60" y="26"/>
                  <a:pt x="58" y="31"/>
                  <a:pt x="54" y="35"/>
                </a:cubicBezTo>
                <a:cubicBezTo>
                  <a:pt x="50" y="40"/>
                  <a:pt x="45" y="42"/>
                  <a:pt x="40" y="42"/>
                </a:cubicBezTo>
                <a:lnTo>
                  <a:pt x="21" y="42"/>
                </a:lnTo>
                <a:cubicBezTo>
                  <a:pt x="15" y="42"/>
                  <a:pt x="10" y="40"/>
                  <a:pt x="6" y="35"/>
                </a:cubicBezTo>
                <a:cubicBezTo>
                  <a:pt x="2" y="31"/>
                  <a:pt x="0" y="26"/>
                  <a:pt x="0" y="20"/>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0"/>
                </a:cubicBezTo>
                <a:cubicBezTo>
                  <a:pt x="192" y="26"/>
                  <a:pt x="190" y="31"/>
                  <a:pt x="186" y="35"/>
                </a:cubicBezTo>
                <a:cubicBezTo>
                  <a:pt x="182" y="40"/>
                  <a:pt x="177" y="42"/>
                  <a:pt x="171" y="42"/>
                </a:cubicBezTo>
                <a:lnTo>
                  <a:pt x="152" y="42"/>
                </a:lnTo>
                <a:cubicBezTo>
                  <a:pt x="147" y="42"/>
                  <a:pt x="142" y="40"/>
                  <a:pt x="138" y="35"/>
                </a:cubicBezTo>
                <a:cubicBezTo>
                  <a:pt x="134" y="31"/>
                  <a:pt x="132" y="26"/>
                  <a:pt x="132" y="20"/>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0"/>
                </a:cubicBezTo>
                <a:cubicBezTo>
                  <a:pt x="324" y="26"/>
                  <a:pt x="322" y="31"/>
                  <a:pt x="318" y="35"/>
                </a:cubicBezTo>
                <a:cubicBezTo>
                  <a:pt x="314" y="40"/>
                  <a:pt x="309" y="42"/>
                  <a:pt x="304" y="42"/>
                </a:cubicBezTo>
                <a:lnTo>
                  <a:pt x="284" y="42"/>
                </a:lnTo>
                <a:cubicBezTo>
                  <a:pt x="278" y="42"/>
                  <a:pt x="273" y="40"/>
                  <a:pt x="269" y="35"/>
                </a:cubicBezTo>
                <a:cubicBezTo>
                  <a:pt x="265" y="31"/>
                  <a:pt x="263" y="26"/>
                  <a:pt x="263" y="20"/>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0"/>
                </a:cubicBezTo>
                <a:cubicBezTo>
                  <a:pt x="456" y="26"/>
                  <a:pt x="454" y="31"/>
                  <a:pt x="450" y="35"/>
                </a:cubicBezTo>
                <a:cubicBezTo>
                  <a:pt x="446" y="40"/>
                  <a:pt x="441" y="42"/>
                  <a:pt x="435" y="42"/>
                </a:cubicBezTo>
                <a:lnTo>
                  <a:pt x="416" y="42"/>
                </a:lnTo>
                <a:cubicBezTo>
                  <a:pt x="411" y="42"/>
                  <a:pt x="406" y="40"/>
                  <a:pt x="402" y="35"/>
                </a:cubicBezTo>
                <a:cubicBezTo>
                  <a:pt x="398" y="31"/>
                  <a:pt x="396" y="26"/>
                  <a:pt x="396" y="20"/>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0"/>
                </a:cubicBezTo>
                <a:cubicBezTo>
                  <a:pt x="588" y="26"/>
                  <a:pt x="586" y="31"/>
                  <a:pt x="582" y="35"/>
                </a:cubicBezTo>
                <a:cubicBezTo>
                  <a:pt x="577" y="40"/>
                  <a:pt x="573" y="42"/>
                  <a:pt x="567" y="42"/>
                </a:cubicBezTo>
                <a:lnTo>
                  <a:pt x="548" y="42"/>
                </a:lnTo>
                <a:cubicBezTo>
                  <a:pt x="542" y="42"/>
                  <a:pt x="537" y="40"/>
                  <a:pt x="533" y="35"/>
                </a:cubicBezTo>
                <a:cubicBezTo>
                  <a:pt x="529" y="31"/>
                  <a:pt x="527" y="26"/>
                  <a:pt x="527" y="20"/>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0"/>
                </a:cubicBezTo>
                <a:cubicBezTo>
                  <a:pt x="719" y="26"/>
                  <a:pt x="717" y="31"/>
                  <a:pt x="713" y="35"/>
                </a:cubicBezTo>
                <a:cubicBezTo>
                  <a:pt x="709" y="40"/>
                  <a:pt x="704" y="42"/>
                  <a:pt x="698" y="42"/>
                </a:cubicBezTo>
                <a:lnTo>
                  <a:pt x="680" y="42"/>
                </a:lnTo>
                <a:cubicBezTo>
                  <a:pt x="674" y="42"/>
                  <a:pt x="669" y="40"/>
                  <a:pt x="665" y="35"/>
                </a:cubicBezTo>
                <a:cubicBezTo>
                  <a:pt x="661" y="31"/>
                  <a:pt x="659" y="26"/>
                  <a:pt x="659" y="20"/>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0"/>
                </a:cubicBezTo>
                <a:cubicBezTo>
                  <a:pt x="851" y="26"/>
                  <a:pt x="849" y="31"/>
                  <a:pt x="845" y="35"/>
                </a:cubicBezTo>
                <a:cubicBezTo>
                  <a:pt x="841" y="40"/>
                  <a:pt x="836" y="42"/>
                  <a:pt x="830" y="42"/>
                </a:cubicBezTo>
                <a:lnTo>
                  <a:pt x="811" y="42"/>
                </a:lnTo>
                <a:cubicBezTo>
                  <a:pt x="806" y="42"/>
                  <a:pt x="801" y="40"/>
                  <a:pt x="797" y="35"/>
                </a:cubicBezTo>
                <a:cubicBezTo>
                  <a:pt x="793" y="31"/>
                  <a:pt x="791" y="26"/>
                  <a:pt x="791" y="20"/>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0"/>
                </a:cubicBezTo>
                <a:cubicBezTo>
                  <a:pt x="982" y="26"/>
                  <a:pt x="980" y="31"/>
                  <a:pt x="976" y="35"/>
                </a:cubicBezTo>
                <a:cubicBezTo>
                  <a:pt x="972" y="40"/>
                  <a:pt x="967" y="42"/>
                  <a:pt x="962" y="42"/>
                </a:cubicBezTo>
                <a:lnTo>
                  <a:pt x="943" y="42"/>
                </a:lnTo>
                <a:cubicBezTo>
                  <a:pt x="937" y="42"/>
                  <a:pt x="932" y="40"/>
                  <a:pt x="928" y="35"/>
                </a:cubicBezTo>
                <a:cubicBezTo>
                  <a:pt x="924" y="31"/>
                  <a:pt x="922" y="26"/>
                  <a:pt x="922" y="20"/>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0"/>
                </a:cubicBezTo>
                <a:cubicBezTo>
                  <a:pt x="1114" y="26"/>
                  <a:pt x="1112" y="31"/>
                  <a:pt x="1108" y="35"/>
                </a:cubicBezTo>
                <a:cubicBezTo>
                  <a:pt x="1104" y="40"/>
                  <a:pt x="1099" y="42"/>
                  <a:pt x="1093" y="42"/>
                </a:cubicBezTo>
                <a:lnTo>
                  <a:pt x="1074" y="42"/>
                </a:lnTo>
                <a:cubicBezTo>
                  <a:pt x="1069" y="42"/>
                  <a:pt x="1064" y="40"/>
                  <a:pt x="1060" y="35"/>
                </a:cubicBezTo>
                <a:cubicBezTo>
                  <a:pt x="1056" y="31"/>
                  <a:pt x="1054" y="26"/>
                  <a:pt x="1054" y="20"/>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0"/>
                </a:cubicBezTo>
                <a:cubicBezTo>
                  <a:pt x="1246" y="26"/>
                  <a:pt x="1244" y="31"/>
                  <a:pt x="1239" y="35"/>
                </a:cubicBezTo>
                <a:cubicBezTo>
                  <a:pt x="1235" y="40"/>
                  <a:pt x="1231" y="42"/>
                  <a:pt x="1225" y="42"/>
                </a:cubicBezTo>
                <a:lnTo>
                  <a:pt x="1206" y="42"/>
                </a:lnTo>
                <a:cubicBezTo>
                  <a:pt x="1200" y="42"/>
                  <a:pt x="1195" y="40"/>
                  <a:pt x="1191" y="35"/>
                </a:cubicBezTo>
                <a:cubicBezTo>
                  <a:pt x="1187" y="31"/>
                  <a:pt x="1185" y="26"/>
                  <a:pt x="1185" y="20"/>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0"/>
                </a:cubicBezTo>
                <a:cubicBezTo>
                  <a:pt x="1377" y="26"/>
                  <a:pt x="1375" y="31"/>
                  <a:pt x="1371" y="35"/>
                </a:cubicBezTo>
                <a:cubicBezTo>
                  <a:pt x="1367" y="40"/>
                  <a:pt x="1362" y="42"/>
                  <a:pt x="1356" y="42"/>
                </a:cubicBezTo>
                <a:lnTo>
                  <a:pt x="1338" y="42"/>
                </a:lnTo>
                <a:cubicBezTo>
                  <a:pt x="1332" y="42"/>
                  <a:pt x="1327" y="40"/>
                  <a:pt x="1323" y="35"/>
                </a:cubicBezTo>
                <a:cubicBezTo>
                  <a:pt x="1319" y="31"/>
                  <a:pt x="1317" y="26"/>
                  <a:pt x="1317" y="20"/>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0"/>
                </a:cubicBezTo>
                <a:cubicBezTo>
                  <a:pt x="1509" y="26"/>
                  <a:pt x="1507" y="31"/>
                  <a:pt x="1503" y="35"/>
                </a:cubicBezTo>
                <a:cubicBezTo>
                  <a:pt x="1499" y="40"/>
                  <a:pt x="1494" y="42"/>
                  <a:pt x="1488" y="42"/>
                </a:cubicBezTo>
                <a:lnTo>
                  <a:pt x="1469" y="42"/>
                </a:lnTo>
                <a:cubicBezTo>
                  <a:pt x="1464" y="42"/>
                  <a:pt x="1459" y="40"/>
                  <a:pt x="1455" y="35"/>
                </a:cubicBezTo>
                <a:cubicBezTo>
                  <a:pt x="1451" y="31"/>
                  <a:pt x="1449" y="26"/>
                  <a:pt x="1449" y="20"/>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0"/>
                </a:cubicBezTo>
                <a:cubicBezTo>
                  <a:pt x="1640" y="26"/>
                  <a:pt x="1638" y="31"/>
                  <a:pt x="1634" y="35"/>
                </a:cubicBezTo>
                <a:cubicBezTo>
                  <a:pt x="1630" y="40"/>
                  <a:pt x="1625" y="42"/>
                  <a:pt x="1620" y="42"/>
                </a:cubicBezTo>
                <a:lnTo>
                  <a:pt x="1601" y="42"/>
                </a:lnTo>
                <a:cubicBezTo>
                  <a:pt x="1595" y="42"/>
                  <a:pt x="1590" y="40"/>
                  <a:pt x="1586" y="35"/>
                </a:cubicBezTo>
                <a:cubicBezTo>
                  <a:pt x="1582" y="31"/>
                  <a:pt x="1580" y="26"/>
                  <a:pt x="1580" y="20"/>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4328280" y="4136760"/>
            <a:ext cx="62640" cy="83880"/>
          </a:xfrm>
          <a:custGeom>
            <a:avLst/>
            <a:gdLst/>
            <a:ahLst/>
            <a:rect l="0" t="0" r="r" b="b"/>
            <a:pathLst>
              <a:path fill="none" w="174" h="233">
                <a:moveTo>
                  <a:pt x="174" y="233"/>
                </a:moveTo>
                <a:lnTo>
                  <a:pt x="0" y="116"/>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0" name=""/>
          <p:cNvSpPr/>
          <p:nvPr/>
        </p:nvSpPr>
        <p:spPr>
          <a:xfrm>
            <a:off x="4874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1" name=""/>
          <p:cNvSpPr/>
          <p:nvPr/>
        </p:nvSpPr>
        <p:spPr>
          <a:xfrm>
            <a:off x="3792960" y="4699440"/>
            <a:ext cx="15120" cy="590760"/>
          </a:xfrm>
          <a:custGeom>
            <a:avLst/>
            <a:gdLst/>
            <a:ahLst/>
            <a:rect l="0" t="0" r="r" b="b"/>
            <a:pathLst>
              <a:path w="42" h="1641">
                <a:moveTo>
                  <a:pt x="42" y="21"/>
                </a:moveTo>
                <a:lnTo>
                  <a:pt x="42" y="39"/>
                </a:lnTo>
                <a:cubicBezTo>
                  <a:pt x="42" y="45"/>
                  <a:pt x="40" y="50"/>
                  <a:pt x="36" y="54"/>
                </a:cubicBezTo>
                <a:cubicBezTo>
                  <a:pt x="32" y="58"/>
                  <a:pt x="27" y="60"/>
                  <a:pt x="20" y="60"/>
                </a:cubicBezTo>
                <a:cubicBezTo>
                  <a:pt x="15" y="60"/>
                  <a:pt x="10" y="58"/>
                  <a:pt x="6" y="54"/>
                </a:cubicBezTo>
                <a:cubicBezTo>
                  <a:pt x="2" y="50"/>
                  <a:pt x="0" y="45"/>
                  <a:pt x="0" y="39"/>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2"/>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2"/>
                </a:lnTo>
                <a:cubicBezTo>
                  <a:pt x="0" y="147"/>
                  <a:pt x="2" y="142"/>
                  <a:pt x="6" y="138"/>
                </a:cubicBezTo>
                <a:cubicBezTo>
                  <a:pt x="10" y="134"/>
                  <a:pt x="15" y="132"/>
                  <a:pt x="20" y="132"/>
                </a:cubicBezTo>
                <a:cubicBezTo>
                  <a:pt x="27" y="132"/>
                  <a:pt x="32" y="134"/>
                  <a:pt x="36" y="138"/>
                </a:cubicBezTo>
                <a:cubicBezTo>
                  <a:pt x="40" y="142"/>
                  <a:pt x="42" y="147"/>
                  <a:pt x="42" y="152"/>
                </a:cubicBezTo>
                <a:moveTo>
                  <a:pt x="42" y="284"/>
                </a:moveTo>
                <a:lnTo>
                  <a:pt x="42" y="303"/>
                </a:lnTo>
                <a:cubicBezTo>
                  <a:pt x="42" y="308"/>
                  <a:pt x="40" y="313"/>
                  <a:pt x="36" y="317"/>
                </a:cubicBezTo>
                <a:cubicBezTo>
                  <a:pt x="32" y="321"/>
                  <a:pt x="27" y="323"/>
                  <a:pt x="20" y="323"/>
                </a:cubicBezTo>
                <a:cubicBezTo>
                  <a:pt x="15" y="323"/>
                  <a:pt x="10" y="321"/>
                  <a:pt x="6" y="317"/>
                </a:cubicBezTo>
                <a:cubicBezTo>
                  <a:pt x="2" y="313"/>
                  <a:pt x="0" y="308"/>
                  <a:pt x="0" y="303"/>
                </a:cubicBezTo>
                <a:lnTo>
                  <a:pt x="0" y="284"/>
                </a:lnTo>
                <a:cubicBezTo>
                  <a:pt x="0" y="278"/>
                  <a:pt x="2" y="273"/>
                  <a:pt x="6" y="269"/>
                </a:cubicBezTo>
                <a:cubicBezTo>
                  <a:pt x="10" y="265"/>
                  <a:pt x="15" y="263"/>
                  <a:pt x="20" y="263"/>
                </a:cubicBezTo>
                <a:cubicBezTo>
                  <a:pt x="27" y="263"/>
                  <a:pt x="32" y="265"/>
                  <a:pt x="36" y="269"/>
                </a:cubicBezTo>
                <a:cubicBezTo>
                  <a:pt x="40" y="273"/>
                  <a:pt x="42" y="278"/>
                  <a:pt x="42" y="284"/>
                </a:cubicBezTo>
                <a:moveTo>
                  <a:pt x="42" y="416"/>
                </a:moveTo>
                <a:lnTo>
                  <a:pt x="42" y="434"/>
                </a:lnTo>
                <a:cubicBezTo>
                  <a:pt x="42" y="440"/>
                  <a:pt x="40" y="445"/>
                  <a:pt x="36" y="449"/>
                </a:cubicBezTo>
                <a:cubicBezTo>
                  <a:pt x="32" y="453"/>
                  <a:pt x="27" y="455"/>
                  <a:pt x="20" y="455"/>
                </a:cubicBezTo>
                <a:cubicBezTo>
                  <a:pt x="15" y="455"/>
                  <a:pt x="10" y="453"/>
                  <a:pt x="6" y="449"/>
                </a:cubicBezTo>
                <a:cubicBezTo>
                  <a:pt x="2" y="445"/>
                  <a:pt x="0" y="440"/>
                  <a:pt x="0" y="434"/>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7"/>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7"/>
                </a:lnTo>
                <a:cubicBezTo>
                  <a:pt x="0" y="542"/>
                  <a:pt x="2" y="537"/>
                  <a:pt x="6" y="533"/>
                </a:cubicBezTo>
                <a:cubicBezTo>
                  <a:pt x="10" y="529"/>
                  <a:pt x="15" y="527"/>
                  <a:pt x="20" y="527"/>
                </a:cubicBezTo>
                <a:cubicBezTo>
                  <a:pt x="27" y="527"/>
                  <a:pt x="32" y="529"/>
                  <a:pt x="36" y="533"/>
                </a:cubicBezTo>
                <a:cubicBezTo>
                  <a:pt x="40" y="537"/>
                  <a:pt x="42" y="542"/>
                  <a:pt x="42" y="547"/>
                </a:cubicBezTo>
                <a:moveTo>
                  <a:pt x="42" y="679"/>
                </a:moveTo>
                <a:lnTo>
                  <a:pt x="42" y="698"/>
                </a:lnTo>
                <a:cubicBezTo>
                  <a:pt x="42" y="703"/>
                  <a:pt x="40" y="708"/>
                  <a:pt x="36" y="712"/>
                </a:cubicBezTo>
                <a:cubicBezTo>
                  <a:pt x="32" y="716"/>
                  <a:pt x="27" y="718"/>
                  <a:pt x="20" y="718"/>
                </a:cubicBezTo>
                <a:cubicBezTo>
                  <a:pt x="15" y="718"/>
                  <a:pt x="10" y="716"/>
                  <a:pt x="6" y="712"/>
                </a:cubicBezTo>
                <a:cubicBezTo>
                  <a:pt x="2" y="708"/>
                  <a:pt x="0" y="703"/>
                  <a:pt x="0" y="698"/>
                </a:cubicBezTo>
                <a:lnTo>
                  <a:pt x="0" y="679"/>
                </a:lnTo>
                <a:cubicBezTo>
                  <a:pt x="0" y="673"/>
                  <a:pt x="2" y="668"/>
                  <a:pt x="6" y="664"/>
                </a:cubicBezTo>
                <a:cubicBezTo>
                  <a:pt x="10" y="660"/>
                  <a:pt x="15" y="658"/>
                  <a:pt x="20" y="658"/>
                </a:cubicBezTo>
                <a:cubicBezTo>
                  <a:pt x="27" y="658"/>
                  <a:pt x="32" y="660"/>
                  <a:pt x="36" y="664"/>
                </a:cubicBezTo>
                <a:cubicBezTo>
                  <a:pt x="40" y="668"/>
                  <a:pt x="42" y="673"/>
                  <a:pt x="42" y="679"/>
                </a:cubicBezTo>
                <a:moveTo>
                  <a:pt x="42" y="811"/>
                </a:moveTo>
                <a:lnTo>
                  <a:pt x="42" y="829"/>
                </a:lnTo>
                <a:cubicBezTo>
                  <a:pt x="42" y="835"/>
                  <a:pt x="40" y="840"/>
                  <a:pt x="36" y="844"/>
                </a:cubicBezTo>
                <a:cubicBezTo>
                  <a:pt x="32" y="848"/>
                  <a:pt x="27" y="850"/>
                  <a:pt x="20" y="850"/>
                </a:cubicBezTo>
                <a:cubicBezTo>
                  <a:pt x="15" y="850"/>
                  <a:pt x="10" y="848"/>
                  <a:pt x="6" y="844"/>
                </a:cubicBezTo>
                <a:cubicBezTo>
                  <a:pt x="2" y="840"/>
                  <a:pt x="0" y="835"/>
                  <a:pt x="0" y="829"/>
                </a:cubicBezTo>
                <a:lnTo>
                  <a:pt x="0" y="811"/>
                </a:lnTo>
                <a:cubicBezTo>
                  <a:pt x="0" y="805"/>
                  <a:pt x="2" y="800"/>
                  <a:pt x="6" y="796"/>
                </a:cubicBezTo>
                <a:cubicBezTo>
                  <a:pt x="10" y="792"/>
                  <a:pt x="15" y="790"/>
                  <a:pt x="20" y="790"/>
                </a:cubicBezTo>
                <a:cubicBezTo>
                  <a:pt x="27" y="790"/>
                  <a:pt x="32" y="792"/>
                  <a:pt x="36" y="796"/>
                </a:cubicBezTo>
                <a:cubicBezTo>
                  <a:pt x="40" y="800"/>
                  <a:pt x="42" y="805"/>
                  <a:pt x="42" y="811"/>
                </a:cubicBezTo>
                <a:moveTo>
                  <a:pt x="42" y="943"/>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3"/>
                </a:lnTo>
                <a:cubicBezTo>
                  <a:pt x="0" y="938"/>
                  <a:pt x="2" y="933"/>
                  <a:pt x="6" y="929"/>
                </a:cubicBezTo>
                <a:cubicBezTo>
                  <a:pt x="10" y="925"/>
                  <a:pt x="15" y="923"/>
                  <a:pt x="20" y="923"/>
                </a:cubicBezTo>
                <a:cubicBezTo>
                  <a:pt x="27" y="923"/>
                  <a:pt x="32" y="925"/>
                  <a:pt x="36" y="929"/>
                </a:cubicBezTo>
                <a:cubicBezTo>
                  <a:pt x="40" y="933"/>
                  <a:pt x="42" y="938"/>
                  <a:pt x="42" y="943"/>
                </a:cubicBezTo>
                <a:moveTo>
                  <a:pt x="42" y="1075"/>
                </a:moveTo>
                <a:lnTo>
                  <a:pt x="42" y="1094"/>
                </a:lnTo>
                <a:cubicBezTo>
                  <a:pt x="42" y="1100"/>
                  <a:pt x="40" y="1104"/>
                  <a:pt x="36" y="1108"/>
                </a:cubicBezTo>
                <a:cubicBezTo>
                  <a:pt x="32" y="1112"/>
                  <a:pt x="27" y="1114"/>
                  <a:pt x="20" y="1114"/>
                </a:cubicBezTo>
                <a:cubicBezTo>
                  <a:pt x="15" y="1114"/>
                  <a:pt x="10" y="1112"/>
                  <a:pt x="6" y="1108"/>
                </a:cubicBezTo>
                <a:cubicBezTo>
                  <a:pt x="2" y="1104"/>
                  <a:pt x="0" y="1100"/>
                  <a:pt x="0" y="1094"/>
                </a:cubicBez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moveTo>
                  <a:pt x="42" y="1207"/>
                </a:move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8"/>
                </a:move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moveTo>
                  <a:pt x="42" y="1470"/>
                </a:moveTo>
                <a:lnTo>
                  <a:pt x="42" y="1489"/>
                </a:lnTo>
                <a:cubicBezTo>
                  <a:pt x="42" y="1495"/>
                  <a:pt x="40" y="1499"/>
                  <a:pt x="36" y="1503"/>
                </a:cubicBezTo>
                <a:cubicBezTo>
                  <a:pt x="32" y="1508"/>
                  <a:pt x="27" y="1510"/>
                  <a:pt x="20" y="1510"/>
                </a:cubicBezTo>
                <a:cubicBezTo>
                  <a:pt x="15" y="1510"/>
                  <a:pt x="10" y="1508"/>
                  <a:pt x="6" y="1503"/>
                </a:cubicBezTo>
                <a:cubicBezTo>
                  <a:pt x="2" y="1499"/>
                  <a:pt x="0" y="1495"/>
                  <a:pt x="0" y="1489"/>
                </a:cubicBez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moveTo>
                  <a:pt x="42" y="1602"/>
                </a:moveTo>
                <a:lnTo>
                  <a:pt x="42" y="1621"/>
                </a:lnTo>
                <a:cubicBezTo>
                  <a:pt x="42" y="1626"/>
                  <a:pt x="40" y="1631"/>
                  <a:pt x="36" y="1635"/>
                </a:cubicBezTo>
                <a:cubicBezTo>
                  <a:pt x="32" y="1639"/>
                  <a:pt x="27" y="1641"/>
                  <a:pt x="20" y="1641"/>
                </a:cubicBezTo>
                <a:cubicBezTo>
                  <a:pt x="15" y="1641"/>
                  <a:pt x="10" y="1639"/>
                  <a:pt x="6" y="1635"/>
                </a:cubicBezTo>
                <a:cubicBezTo>
                  <a:pt x="2" y="1631"/>
                  <a:pt x="0" y="1626"/>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3758760" y="4707000"/>
            <a:ext cx="83520" cy="62640"/>
          </a:xfrm>
          <a:custGeom>
            <a:avLst/>
            <a:gdLst/>
            <a:ahLst/>
            <a:rect l="0" t="0" r="r" b="b"/>
            <a:pathLst>
              <a:path fill="none" w="232" h="174">
                <a:moveTo>
                  <a:pt x="0" y="174"/>
                </a:moveTo>
                <a:lnTo>
                  <a:pt x="116" y="0"/>
                </a:lnTo>
                <a:lnTo>
                  <a:pt x="232" y="174"/>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3" name=""/>
          <p:cNvSpPr/>
          <p:nvPr/>
        </p:nvSpPr>
        <p:spPr>
          <a:xfrm>
            <a:off x="3758760" y="525384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4" name=""/>
          <p:cNvSpPr/>
          <p:nvPr/>
        </p:nvSpPr>
        <p:spPr>
          <a:xfrm>
            <a:off x="2689560" y="4171320"/>
            <a:ext cx="590760" cy="15120"/>
          </a:xfrm>
          <a:custGeom>
            <a:avLst/>
            <a:gdLst/>
            <a:ahLst/>
            <a:rect l="0" t="0" r="r" b="b"/>
            <a:pathLst>
              <a:path w="1641" h="42">
                <a:moveTo>
                  <a:pt x="1620" y="42"/>
                </a:moveTo>
                <a:lnTo>
                  <a:pt x="1601" y="42"/>
                </a:lnTo>
                <a:cubicBezTo>
                  <a:pt x="1596" y="42"/>
                  <a:pt x="1591" y="40"/>
                  <a:pt x="1587" y="35"/>
                </a:cubicBezTo>
                <a:cubicBezTo>
                  <a:pt x="1583" y="31"/>
                  <a:pt x="1581" y="26"/>
                  <a:pt x="1581" y="20"/>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0"/>
                </a:cubicBezTo>
                <a:cubicBezTo>
                  <a:pt x="1641" y="26"/>
                  <a:pt x="1639" y="31"/>
                  <a:pt x="1635" y="35"/>
                </a:cubicBezTo>
                <a:cubicBezTo>
                  <a:pt x="1631" y="40"/>
                  <a:pt x="1626" y="42"/>
                  <a:pt x="1620" y="42"/>
                </a:cubicBezTo>
                <a:moveTo>
                  <a:pt x="1487" y="42"/>
                </a:moveTo>
                <a:lnTo>
                  <a:pt x="1469" y="42"/>
                </a:lnTo>
                <a:cubicBezTo>
                  <a:pt x="1463" y="42"/>
                  <a:pt x="1458" y="40"/>
                  <a:pt x="1454" y="35"/>
                </a:cubicBezTo>
                <a:cubicBezTo>
                  <a:pt x="1450" y="31"/>
                  <a:pt x="1448" y="26"/>
                  <a:pt x="1448" y="20"/>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0"/>
                </a:cubicBezTo>
                <a:cubicBezTo>
                  <a:pt x="1508" y="26"/>
                  <a:pt x="1506" y="31"/>
                  <a:pt x="1502" y="35"/>
                </a:cubicBezTo>
                <a:cubicBezTo>
                  <a:pt x="1498" y="40"/>
                  <a:pt x="1493" y="42"/>
                  <a:pt x="1487" y="42"/>
                </a:cubicBezTo>
                <a:moveTo>
                  <a:pt x="1356" y="42"/>
                </a:moveTo>
                <a:lnTo>
                  <a:pt x="1337" y="42"/>
                </a:lnTo>
                <a:cubicBezTo>
                  <a:pt x="1331" y="42"/>
                  <a:pt x="1326" y="40"/>
                  <a:pt x="1322" y="35"/>
                </a:cubicBezTo>
                <a:cubicBezTo>
                  <a:pt x="1318" y="31"/>
                  <a:pt x="1316" y="26"/>
                  <a:pt x="1316" y="20"/>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0"/>
                </a:cubicBezTo>
                <a:cubicBezTo>
                  <a:pt x="1377" y="26"/>
                  <a:pt x="1375" y="31"/>
                  <a:pt x="1370" y="35"/>
                </a:cubicBezTo>
                <a:cubicBezTo>
                  <a:pt x="1366" y="40"/>
                  <a:pt x="1362" y="42"/>
                  <a:pt x="1356" y="42"/>
                </a:cubicBezTo>
                <a:moveTo>
                  <a:pt x="1224" y="42"/>
                </a:moveTo>
                <a:lnTo>
                  <a:pt x="1205" y="42"/>
                </a:lnTo>
                <a:cubicBezTo>
                  <a:pt x="1200" y="42"/>
                  <a:pt x="1195" y="40"/>
                  <a:pt x="1191" y="35"/>
                </a:cubicBezTo>
                <a:cubicBezTo>
                  <a:pt x="1187" y="31"/>
                  <a:pt x="1185" y="26"/>
                  <a:pt x="1185" y="20"/>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0"/>
                </a:cubicBezTo>
                <a:cubicBezTo>
                  <a:pt x="1245" y="26"/>
                  <a:pt x="1243" y="31"/>
                  <a:pt x="1239" y="35"/>
                </a:cubicBezTo>
                <a:cubicBezTo>
                  <a:pt x="1235" y="40"/>
                  <a:pt x="1230" y="42"/>
                  <a:pt x="1224" y="42"/>
                </a:cubicBezTo>
                <a:moveTo>
                  <a:pt x="1093" y="42"/>
                </a:moveTo>
                <a:lnTo>
                  <a:pt x="1074" y="42"/>
                </a:lnTo>
                <a:cubicBezTo>
                  <a:pt x="1068" y="42"/>
                  <a:pt x="1063" y="40"/>
                  <a:pt x="1059" y="35"/>
                </a:cubicBezTo>
                <a:cubicBezTo>
                  <a:pt x="1055" y="31"/>
                  <a:pt x="1053" y="26"/>
                  <a:pt x="1053" y="20"/>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0"/>
                </a:cubicBezTo>
                <a:cubicBezTo>
                  <a:pt x="1113" y="26"/>
                  <a:pt x="1111" y="31"/>
                  <a:pt x="1107" y="35"/>
                </a:cubicBezTo>
                <a:cubicBezTo>
                  <a:pt x="1103" y="40"/>
                  <a:pt x="1098" y="42"/>
                  <a:pt x="1093" y="42"/>
                </a:cubicBezTo>
                <a:moveTo>
                  <a:pt x="961" y="42"/>
                </a:moveTo>
                <a:lnTo>
                  <a:pt x="942" y="42"/>
                </a:lnTo>
                <a:cubicBezTo>
                  <a:pt x="937" y="42"/>
                  <a:pt x="932" y="40"/>
                  <a:pt x="928" y="35"/>
                </a:cubicBezTo>
                <a:cubicBezTo>
                  <a:pt x="924" y="31"/>
                  <a:pt x="922" y="26"/>
                  <a:pt x="922" y="20"/>
                </a:cubicBezTo>
                <a:cubicBezTo>
                  <a:pt x="922" y="15"/>
                  <a:pt x="924" y="10"/>
                  <a:pt x="928" y="6"/>
                </a:cubicBezTo>
                <a:cubicBezTo>
                  <a:pt x="932" y="2"/>
                  <a:pt x="937" y="0"/>
                  <a:pt x="942" y="0"/>
                </a:cubicBezTo>
                <a:lnTo>
                  <a:pt x="961" y="0"/>
                </a:lnTo>
                <a:cubicBezTo>
                  <a:pt x="967" y="0"/>
                  <a:pt x="972" y="2"/>
                  <a:pt x="976" y="6"/>
                </a:cubicBezTo>
                <a:cubicBezTo>
                  <a:pt x="980" y="10"/>
                  <a:pt x="982" y="15"/>
                  <a:pt x="982" y="20"/>
                </a:cubicBezTo>
                <a:cubicBezTo>
                  <a:pt x="982" y="26"/>
                  <a:pt x="980" y="31"/>
                  <a:pt x="976" y="35"/>
                </a:cubicBezTo>
                <a:cubicBezTo>
                  <a:pt x="972" y="40"/>
                  <a:pt x="967" y="42"/>
                  <a:pt x="961" y="42"/>
                </a:cubicBezTo>
                <a:moveTo>
                  <a:pt x="829" y="42"/>
                </a:moveTo>
                <a:lnTo>
                  <a:pt x="811" y="42"/>
                </a:lnTo>
                <a:cubicBezTo>
                  <a:pt x="805" y="42"/>
                  <a:pt x="800" y="40"/>
                  <a:pt x="796" y="35"/>
                </a:cubicBezTo>
                <a:cubicBezTo>
                  <a:pt x="792" y="31"/>
                  <a:pt x="790" y="26"/>
                  <a:pt x="790" y="20"/>
                </a:cubicBezTo>
                <a:cubicBezTo>
                  <a:pt x="790" y="15"/>
                  <a:pt x="792" y="10"/>
                  <a:pt x="796" y="6"/>
                </a:cubicBezTo>
                <a:cubicBezTo>
                  <a:pt x="800" y="2"/>
                  <a:pt x="805" y="0"/>
                  <a:pt x="811" y="0"/>
                </a:cubicBezTo>
                <a:lnTo>
                  <a:pt x="829" y="0"/>
                </a:lnTo>
                <a:cubicBezTo>
                  <a:pt x="835" y="0"/>
                  <a:pt x="840" y="2"/>
                  <a:pt x="844" y="6"/>
                </a:cubicBezTo>
                <a:cubicBezTo>
                  <a:pt x="848" y="10"/>
                  <a:pt x="850" y="15"/>
                  <a:pt x="850" y="20"/>
                </a:cubicBezTo>
                <a:cubicBezTo>
                  <a:pt x="850" y="26"/>
                  <a:pt x="848" y="31"/>
                  <a:pt x="844" y="35"/>
                </a:cubicBezTo>
                <a:cubicBezTo>
                  <a:pt x="840" y="40"/>
                  <a:pt x="835" y="42"/>
                  <a:pt x="829" y="42"/>
                </a:cubicBezTo>
                <a:moveTo>
                  <a:pt x="698" y="42"/>
                </a:moveTo>
                <a:lnTo>
                  <a:pt x="679" y="42"/>
                </a:lnTo>
                <a:cubicBezTo>
                  <a:pt x="673" y="42"/>
                  <a:pt x="669" y="40"/>
                  <a:pt x="664" y="35"/>
                </a:cubicBezTo>
                <a:cubicBezTo>
                  <a:pt x="660" y="31"/>
                  <a:pt x="658" y="26"/>
                  <a:pt x="658" y="20"/>
                </a:cubicBezTo>
                <a:cubicBezTo>
                  <a:pt x="658" y="15"/>
                  <a:pt x="660" y="10"/>
                  <a:pt x="664" y="6"/>
                </a:cubicBezTo>
                <a:cubicBezTo>
                  <a:pt x="669" y="2"/>
                  <a:pt x="673" y="0"/>
                  <a:pt x="679" y="0"/>
                </a:cubicBezTo>
                <a:lnTo>
                  <a:pt x="698" y="0"/>
                </a:lnTo>
                <a:cubicBezTo>
                  <a:pt x="704" y="0"/>
                  <a:pt x="708" y="2"/>
                  <a:pt x="713" y="6"/>
                </a:cubicBezTo>
                <a:cubicBezTo>
                  <a:pt x="717" y="10"/>
                  <a:pt x="719" y="15"/>
                  <a:pt x="719" y="20"/>
                </a:cubicBezTo>
                <a:cubicBezTo>
                  <a:pt x="719" y="26"/>
                  <a:pt x="717" y="31"/>
                  <a:pt x="713" y="35"/>
                </a:cubicBezTo>
                <a:cubicBezTo>
                  <a:pt x="708" y="40"/>
                  <a:pt x="704" y="42"/>
                  <a:pt x="698" y="42"/>
                </a:cubicBezTo>
                <a:moveTo>
                  <a:pt x="566" y="42"/>
                </a:moveTo>
                <a:lnTo>
                  <a:pt x="547" y="42"/>
                </a:lnTo>
                <a:cubicBezTo>
                  <a:pt x="542" y="42"/>
                  <a:pt x="537" y="40"/>
                  <a:pt x="533" y="35"/>
                </a:cubicBezTo>
                <a:cubicBezTo>
                  <a:pt x="529" y="31"/>
                  <a:pt x="527" y="26"/>
                  <a:pt x="527" y="20"/>
                </a:cubicBezTo>
                <a:cubicBezTo>
                  <a:pt x="527" y="15"/>
                  <a:pt x="529" y="10"/>
                  <a:pt x="533" y="6"/>
                </a:cubicBezTo>
                <a:cubicBezTo>
                  <a:pt x="537" y="2"/>
                  <a:pt x="542" y="0"/>
                  <a:pt x="547" y="0"/>
                </a:cubicBezTo>
                <a:lnTo>
                  <a:pt x="566" y="0"/>
                </a:lnTo>
                <a:cubicBezTo>
                  <a:pt x="572" y="0"/>
                  <a:pt x="577" y="2"/>
                  <a:pt x="581" y="6"/>
                </a:cubicBezTo>
                <a:cubicBezTo>
                  <a:pt x="585" y="10"/>
                  <a:pt x="587" y="15"/>
                  <a:pt x="587" y="20"/>
                </a:cubicBezTo>
                <a:cubicBezTo>
                  <a:pt x="587" y="26"/>
                  <a:pt x="585" y="31"/>
                  <a:pt x="581" y="35"/>
                </a:cubicBezTo>
                <a:cubicBezTo>
                  <a:pt x="577" y="40"/>
                  <a:pt x="572" y="42"/>
                  <a:pt x="566" y="42"/>
                </a:cubicBezTo>
                <a:moveTo>
                  <a:pt x="435" y="42"/>
                </a:moveTo>
                <a:lnTo>
                  <a:pt x="416" y="42"/>
                </a:lnTo>
                <a:cubicBezTo>
                  <a:pt x="410" y="42"/>
                  <a:pt x="405" y="40"/>
                  <a:pt x="401" y="35"/>
                </a:cubicBezTo>
                <a:cubicBezTo>
                  <a:pt x="397" y="31"/>
                  <a:pt x="395" y="26"/>
                  <a:pt x="395" y="20"/>
                </a:cubicBezTo>
                <a:cubicBezTo>
                  <a:pt x="395" y="15"/>
                  <a:pt x="397" y="10"/>
                  <a:pt x="401" y="6"/>
                </a:cubicBezTo>
                <a:cubicBezTo>
                  <a:pt x="405" y="2"/>
                  <a:pt x="410" y="0"/>
                  <a:pt x="416" y="0"/>
                </a:cubicBezTo>
                <a:lnTo>
                  <a:pt x="435" y="0"/>
                </a:lnTo>
                <a:cubicBezTo>
                  <a:pt x="440" y="0"/>
                  <a:pt x="445" y="2"/>
                  <a:pt x="449" y="6"/>
                </a:cubicBezTo>
                <a:cubicBezTo>
                  <a:pt x="453" y="10"/>
                  <a:pt x="455" y="15"/>
                  <a:pt x="455" y="20"/>
                </a:cubicBezTo>
                <a:cubicBezTo>
                  <a:pt x="455" y="26"/>
                  <a:pt x="453" y="31"/>
                  <a:pt x="449" y="35"/>
                </a:cubicBezTo>
                <a:cubicBezTo>
                  <a:pt x="445" y="40"/>
                  <a:pt x="440" y="42"/>
                  <a:pt x="435" y="42"/>
                </a:cubicBezTo>
                <a:moveTo>
                  <a:pt x="303" y="42"/>
                </a:moveTo>
                <a:lnTo>
                  <a:pt x="284" y="42"/>
                </a:lnTo>
                <a:cubicBezTo>
                  <a:pt x="279" y="42"/>
                  <a:pt x="274" y="40"/>
                  <a:pt x="270" y="35"/>
                </a:cubicBezTo>
                <a:cubicBezTo>
                  <a:pt x="266" y="31"/>
                  <a:pt x="264" y="26"/>
                  <a:pt x="264" y="20"/>
                </a:cubicBezTo>
                <a:cubicBezTo>
                  <a:pt x="264" y="15"/>
                  <a:pt x="266" y="10"/>
                  <a:pt x="270" y="6"/>
                </a:cubicBezTo>
                <a:cubicBezTo>
                  <a:pt x="274" y="2"/>
                  <a:pt x="279" y="0"/>
                  <a:pt x="284" y="0"/>
                </a:cubicBezTo>
                <a:lnTo>
                  <a:pt x="303" y="0"/>
                </a:lnTo>
                <a:cubicBezTo>
                  <a:pt x="309" y="0"/>
                  <a:pt x="314" y="2"/>
                  <a:pt x="318" y="6"/>
                </a:cubicBezTo>
                <a:cubicBezTo>
                  <a:pt x="322" y="10"/>
                  <a:pt x="324" y="15"/>
                  <a:pt x="324" y="20"/>
                </a:cubicBezTo>
                <a:cubicBezTo>
                  <a:pt x="324" y="26"/>
                  <a:pt x="322" y="31"/>
                  <a:pt x="318" y="35"/>
                </a:cubicBezTo>
                <a:cubicBezTo>
                  <a:pt x="314" y="40"/>
                  <a:pt x="309" y="42"/>
                  <a:pt x="303" y="42"/>
                </a:cubicBezTo>
                <a:moveTo>
                  <a:pt x="172" y="42"/>
                </a:moveTo>
                <a:lnTo>
                  <a:pt x="153" y="42"/>
                </a:lnTo>
                <a:cubicBezTo>
                  <a:pt x="147" y="42"/>
                  <a:pt x="142" y="40"/>
                  <a:pt x="138" y="35"/>
                </a:cubicBezTo>
                <a:cubicBezTo>
                  <a:pt x="134" y="31"/>
                  <a:pt x="132" y="26"/>
                  <a:pt x="132" y="20"/>
                </a:cubicBezTo>
                <a:cubicBezTo>
                  <a:pt x="132" y="15"/>
                  <a:pt x="134" y="10"/>
                  <a:pt x="138" y="6"/>
                </a:cubicBezTo>
                <a:cubicBezTo>
                  <a:pt x="142" y="2"/>
                  <a:pt x="147" y="0"/>
                  <a:pt x="153" y="0"/>
                </a:cubicBezTo>
                <a:lnTo>
                  <a:pt x="172" y="0"/>
                </a:lnTo>
                <a:cubicBezTo>
                  <a:pt x="177" y="0"/>
                  <a:pt x="182" y="2"/>
                  <a:pt x="186" y="6"/>
                </a:cubicBezTo>
                <a:cubicBezTo>
                  <a:pt x="190" y="10"/>
                  <a:pt x="192" y="15"/>
                  <a:pt x="192" y="20"/>
                </a:cubicBezTo>
                <a:cubicBezTo>
                  <a:pt x="192" y="26"/>
                  <a:pt x="190" y="31"/>
                  <a:pt x="186" y="35"/>
                </a:cubicBezTo>
                <a:cubicBezTo>
                  <a:pt x="182" y="40"/>
                  <a:pt x="177" y="42"/>
                  <a:pt x="172" y="42"/>
                </a:cubicBezTo>
                <a:moveTo>
                  <a:pt x="40" y="42"/>
                </a:moveTo>
                <a:lnTo>
                  <a:pt x="21" y="42"/>
                </a:lnTo>
                <a:cubicBezTo>
                  <a:pt x="15" y="42"/>
                  <a:pt x="11" y="40"/>
                  <a:pt x="6" y="35"/>
                </a:cubicBezTo>
                <a:cubicBezTo>
                  <a:pt x="2" y="31"/>
                  <a:pt x="0" y="26"/>
                  <a:pt x="0" y="20"/>
                </a:cubicBezTo>
                <a:cubicBezTo>
                  <a:pt x="0" y="15"/>
                  <a:pt x="2" y="10"/>
                  <a:pt x="6" y="6"/>
                </a:cubicBezTo>
                <a:cubicBezTo>
                  <a:pt x="11" y="2"/>
                  <a:pt x="15" y="0"/>
                  <a:pt x="21" y="0"/>
                </a:cubicBezTo>
                <a:lnTo>
                  <a:pt x="40" y="0"/>
                </a:lnTo>
                <a:cubicBezTo>
                  <a:pt x="46" y="0"/>
                  <a:pt x="50" y="2"/>
                  <a:pt x="55" y="6"/>
                </a:cubicBezTo>
                <a:cubicBezTo>
                  <a:pt x="59" y="10"/>
                  <a:pt x="61" y="15"/>
                  <a:pt x="61" y="20"/>
                </a:cubicBezTo>
                <a:cubicBezTo>
                  <a:pt x="61" y="26"/>
                  <a:pt x="59" y="31"/>
                  <a:pt x="55" y="35"/>
                </a:cubicBezTo>
                <a:cubicBezTo>
                  <a:pt x="50" y="40"/>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3209760" y="4136760"/>
            <a:ext cx="63000" cy="83880"/>
          </a:xfrm>
          <a:custGeom>
            <a:avLst/>
            <a:gdLst/>
            <a:ahLst/>
            <a:rect l="0" t="0" r="r" b="b"/>
            <a:pathLst>
              <a:path fill="none" w="175" h="233">
                <a:moveTo>
                  <a:pt x="0" y="0"/>
                </a:moveTo>
                <a:lnTo>
                  <a:pt x="175" y="116"/>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6" name=""/>
          <p:cNvSpPr/>
          <p:nvPr/>
        </p:nvSpPr>
        <p:spPr>
          <a:xfrm>
            <a:off x="2663280" y="4136760"/>
            <a:ext cx="63000" cy="83880"/>
          </a:xfrm>
          <a:custGeom>
            <a:avLst/>
            <a:gdLst/>
            <a:ahLst/>
            <a:rect l="0" t="0" r="r" b="b"/>
            <a:pathLst>
              <a:path fill="none" w="175" h="233">
                <a:moveTo>
                  <a:pt x="175" y="233"/>
                </a:moveTo>
                <a:lnTo>
                  <a:pt x="0" y="116"/>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1587"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88" name=""/>
          <p:cNvSpPr/>
          <p:nvPr/>
        </p:nvSpPr>
        <p:spPr>
          <a:xfrm>
            <a:off x="3272400" y="3650400"/>
            <a:ext cx="1056240" cy="1056960"/>
          </a:xfrm>
          <a:custGeom>
            <a:avLst/>
            <a:gdLst/>
            <a:ahLst/>
            <a:rect l="0" t="0" r="r" b="b"/>
            <a:pathLst>
              <a:path w="2934" h="2936">
                <a:moveTo>
                  <a:pt x="2934" y="1468"/>
                </a:moveTo>
                <a:cubicBezTo>
                  <a:pt x="2934" y="1516"/>
                  <a:pt x="2931" y="1564"/>
                  <a:pt x="2927" y="1612"/>
                </a:cubicBezTo>
                <a:cubicBezTo>
                  <a:pt x="2922" y="1660"/>
                  <a:pt x="2915" y="1707"/>
                  <a:pt x="2906" y="1755"/>
                </a:cubicBezTo>
                <a:cubicBezTo>
                  <a:pt x="2896" y="1802"/>
                  <a:pt x="2885" y="1848"/>
                  <a:pt x="2871" y="1894"/>
                </a:cubicBezTo>
                <a:cubicBezTo>
                  <a:pt x="2857" y="1940"/>
                  <a:pt x="2840" y="1985"/>
                  <a:pt x="2822" y="2030"/>
                </a:cubicBezTo>
                <a:cubicBezTo>
                  <a:pt x="2804" y="2074"/>
                  <a:pt x="2783" y="2118"/>
                  <a:pt x="2761" y="2160"/>
                </a:cubicBezTo>
                <a:cubicBezTo>
                  <a:pt x="2738" y="2202"/>
                  <a:pt x="2713" y="2244"/>
                  <a:pt x="2687" y="2283"/>
                </a:cubicBezTo>
                <a:cubicBezTo>
                  <a:pt x="2660" y="2323"/>
                  <a:pt x="2631" y="2362"/>
                  <a:pt x="2601" y="2399"/>
                </a:cubicBezTo>
                <a:cubicBezTo>
                  <a:pt x="2570" y="2436"/>
                  <a:pt x="2538" y="2472"/>
                  <a:pt x="2504" y="2506"/>
                </a:cubicBezTo>
                <a:cubicBezTo>
                  <a:pt x="2470" y="2540"/>
                  <a:pt x="2435" y="2572"/>
                  <a:pt x="2398" y="2603"/>
                </a:cubicBezTo>
                <a:cubicBezTo>
                  <a:pt x="2360" y="2633"/>
                  <a:pt x="2322" y="2662"/>
                  <a:pt x="2282" y="2688"/>
                </a:cubicBezTo>
                <a:cubicBezTo>
                  <a:pt x="2242" y="2715"/>
                  <a:pt x="2201" y="2740"/>
                  <a:pt x="2159" y="2762"/>
                </a:cubicBezTo>
                <a:cubicBezTo>
                  <a:pt x="2116" y="2785"/>
                  <a:pt x="2073" y="2805"/>
                  <a:pt x="2029" y="2824"/>
                </a:cubicBezTo>
                <a:cubicBezTo>
                  <a:pt x="1984" y="2842"/>
                  <a:pt x="1939" y="2858"/>
                  <a:pt x="1893" y="2872"/>
                </a:cubicBezTo>
                <a:cubicBezTo>
                  <a:pt x="1847" y="2886"/>
                  <a:pt x="1801" y="2898"/>
                  <a:pt x="1753" y="2907"/>
                </a:cubicBezTo>
                <a:cubicBezTo>
                  <a:pt x="1706" y="2917"/>
                  <a:pt x="1659" y="2924"/>
                  <a:pt x="1611" y="2928"/>
                </a:cubicBezTo>
                <a:cubicBezTo>
                  <a:pt x="1563" y="2933"/>
                  <a:pt x="1515" y="2936"/>
                  <a:pt x="1467" y="2936"/>
                </a:cubicBezTo>
                <a:cubicBezTo>
                  <a:pt x="1419" y="2936"/>
                  <a:pt x="1371" y="2933"/>
                  <a:pt x="1324" y="2928"/>
                </a:cubicBezTo>
                <a:cubicBezTo>
                  <a:pt x="1276" y="2924"/>
                  <a:pt x="1228" y="2917"/>
                  <a:pt x="1181" y="2907"/>
                </a:cubicBezTo>
                <a:cubicBezTo>
                  <a:pt x="1133" y="2898"/>
                  <a:pt x="1087" y="2886"/>
                  <a:pt x="1041" y="2872"/>
                </a:cubicBezTo>
                <a:cubicBezTo>
                  <a:pt x="995" y="2858"/>
                  <a:pt x="950" y="2842"/>
                  <a:pt x="905" y="2824"/>
                </a:cubicBezTo>
                <a:cubicBezTo>
                  <a:pt x="861" y="2805"/>
                  <a:pt x="818" y="2785"/>
                  <a:pt x="775" y="2762"/>
                </a:cubicBezTo>
                <a:cubicBezTo>
                  <a:pt x="733" y="2740"/>
                  <a:pt x="692" y="2715"/>
                  <a:pt x="652" y="2688"/>
                </a:cubicBezTo>
                <a:cubicBezTo>
                  <a:pt x="612" y="2662"/>
                  <a:pt x="573" y="2633"/>
                  <a:pt x="536" y="2603"/>
                </a:cubicBezTo>
                <a:cubicBezTo>
                  <a:pt x="499" y="2572"/>
                  <a:pt x="463" y="2540"/>
                  <a:pt x="430" y="2506"/>
                </a:cubicBezTo>
                <a:cubicBezTo>
                  <a:pt x="396" y="2472"/>
                  <a:pt x="363" y="2436"/>
                  <a:pt x="333" y="2399"/>
                </a:cubicBezTo>
                <a:cubicBezTo>
                  <a:pt x="302" y="2362"/>
                  <a:pt x="274" y="2323"/>
                  <a:pt x="247" y="2283"/>
                </a:cubicBezTo>
                <a:cubicBezTo>
                  <a:pt x="220" y="2244"/>
                  <a:pt x="196" y="2202"/>
                  <a:pt x="173" y="2160"/>
                </a:cubicBezTo>
                <a:cubicBezTo>
                  <a:pt x="151" y="2118"/>
                  <a:pt x="130" y="2074"/>
                  <a:pt x="112" y="2030"/>
                </a:cubicBezTo>
                <a:cubicBezTo>
                  <a:pt x="93" y="1985"/>
                  <a:pt x="77" y="1940"/>
                  <a:pt x="63" y="1894"/>
                </a:cubicBezTo>
                <a:cubicBezTo>
                  <a:pt x="49" y="1848"/>
                  <a:pt x="38" y="1802"/>
                  <a:pt x="28" y="1755"/>
                </a:cubicBezTo>
                <a:cubicBezTo>
                  <a:pt x="19" y="1707"/>
                  <a:pt x="12" y="1660"/>
                  <a:pt x="7" y="1612"/>
                </a:cubicBezTo>
                <a:cubicBezTo>
                  <a:pt x="2" y="1564"/>
                  <a:pt x="0" y="1516"/>
                  <a:pt x="0" y="1468"/>
                </a:cubicBezTo>
                <a:cubicBezTo>
                  <a:pt x="0" y="1420"/>
                  <a:pt x="2" y="1372"/>
                  <a:pt x="7" y="1324"/>
                </a:cubicBezTo>
                <a:cubicBezTo>
                  <a:pt x="12" y="1277"/>
                  <a:pt x="19" y="1229"/>
                  <a:pt x="28" y="1182"/>
                </a:cubicBezTo>
                <a:cubicBezTo>
                  <a:pt x="38" y="1135"/>
                  <a:pt x="49" y="1088"/>
                  <a:pt x="63" y="1042"/>
                </a:cubicBezTo>
                <a:cubicBezTo>
                  <a:pt x="77" y="996"/>
                  <a:pt x="93" y="951"/>
                  <a:pt x="112" y="907"/>
                </a:cubicBezTo>
                <a:cubicBezTo>
                  <a:pt x="130" y="862"/>
                  <a:pt x="151" y="819"/>
                  <a:pt x="173" y="777"/>
                </a:cubicBezTo>
                <a:cubicBezTo>
                  <a:pt x="196" y="734"/>
                  <a:pt x="220" y="693"/>
                  <a:pt x="247" y="653"/>
                </a:cubicBezTo>
                <a:cubicBezTo>
                  <a:pt x="274" y="613"/>
                  <a:pt x="302" y="575"/>
                  <a:pt x="333" y="537"/>
                </a:cubicBezTo>
                <a:cubicBezTo>
                  <a:pt x="363" y="500"/>
                  <a:pt x="396" y="465"/>
                  <a:pt x="430" y="431"/>
                </a:cubicBezTo>
                <a:cubicBezTo>
                  <a:pt x="463" y="397"/>
                  <a:pt x="499" y="365"/>
                  <a:pt x="536" y="334"/>
                </a:cubicBezTo>
                <a:cubicBezTo>
                  <a:pt x="573" y="304"/>
                  <a:pt x="612" y="275"/>
                  <a:pt x="652" y="248"/>
                </a:cubicBezTo>
                <a:cubicBezTo>
                  <a:pt x="692" y="222"/>
                  <a:pt x="733" y="197"/>
                  <a:pt x="775" y="174"/>
                </a:cubicBezTo>
                <a:cubicBezTo>
                  <a:pt x="818" y="152"/>
                  <a:pt x="861" y="131"/>
                  <a:pt x="905" y="112"/>
                </a:cubicBezTo>
                <a:cubicBezTo>
                  <a:pt x="950" y="93"/>
                  <a:pt x="995" y="77"/>
                  <a:pt x="1041" y="63"/>
                </a:cubicBezTo>
                <a:cubicBezTo>
                  <a:pt x="1087" y="49"/>
                  <a:pt x="1133" y="38"/>
                  <a:pt x="1181" y="28"/>
                </a:cubicBezTo>
                <a:cubicBezTo>
                  <a:pt x="1228" y="19"/>
                  <a:pt x="1276" y="12"/>
                  <a:pt x="1324" y="7"/>
                </a:cubicBezTo>
                <a:cubicBezTo>
                  <a:pt x="1371" y="2"/>
                  <a:pt x="1419" y="0"/>
                  <a:pt x="1467" y="0"/>
                </a:cubicBezTo>
                <a:cubicBezTo>
                  <a:pt x="1515" y="0"/>
                  <a:pt x="1563" y="2"/>
                  <a:pt x="1611" y="7"/>
                </a:cubicBezTo>
                <a:cubicBezTo>
                  <a:pt x="1659" y="12"/>
                  <a:pt x="1706" y="19"/>
                  <a:pt x="1753" y="28"/>
                </a:cubicBezTo>
                <a:cubicBezTo>
                  <a:pt x="1801" y="38"/>
                  <a:pt x="1847" y="49"/>
                  <a:pt x="1893" y="63"/>
                </a:cubicBezTo>
                <a:cubicBezTo>
                  <a:pt x="1939" y="77"/>
                  <a:pt x="1984" y="93"/>
                  <a:pt x="2029" y="112"/>
                </a:cubicBezTo>
                <a:cubicBezTo>
                  <a:pt x="2073" y="131"/>
                  <a:pt x="2116" y="152"/>
                  <a:pt x="2159" y="174"/>
                </a:cubicBezTo>
                <a:cubicBezTo>
                  <a:pt x="2201" y="197"/>
                  <a:pt x="2242" y="222"/>
                  <a:pt x="2282" y="248"/>
                </a:cubicBezTo>
                <a:cubicBezTo>
                  <a:pt x="2322" y="275"/>
                  <a:pt x="2360" y="304"/>
                  <a:pt x="2398" y="334"/>
                </a:cubicBezTo>
                <a:cubicBezTo>
                  <a:pt x="2435" y="365"/>
                  <a:pt x="2470" y="397"/>
                  <a:pt x="2504" y="431"/>
                </a:cubicBezTo>
                <a:cubicBezTo>
                  <a:pt x="2538" y="465"/>
                  <a:pt x="2570" y="500"/>
                  <a:pt x="2601" y="537"/>
                </a:cubicBezTo>
                <a:cubicBezTo>
                  <a:pt x="2631" y="575"/>
                  <a:pt x="2660" y="613"/>
                  <a:pt x="2687" y="653"/>
                </a:cubicBezTo>
                <a:cubicBezTo>
                  <a:pt x="2713" y="693"/>
                  <a:pt x="2738" y="734"/>
                  <a:pt x="2761" y="777"/>
                </a:cubicBezTo>
                <a:cubicBezTo>
                  <a:pt x="2783" y="819"/>
                  <a:pt x="2804" y="862"/>
                  <a:pt x="2822" y="907"/>
                </a:cubicBezTo>
                <a:cubicBezTo>
                  <a:pt x="2840" y="951"/>
                  <a:pt x="2857" y="996"/>
                  <a:pt x="2871" y="1042"/>
                </a:cubicBezTo>
                <a:cubicBezTo>
                  <a:pt x="2885" y="1088"/>
                  <a:pt x="2896" y="1135"/>
                  <a:pt x="2906" y="1182"/>
                </a:cubicBezTo>
                <a:cubicBezTo>
                  <a:pt x="2915" y="1229"/>
                  <a:pt x="2922" y="1277"/>
                  <a:pt x="2927" y="1324"/>
                </a:cubicBezTo>
                <a:cubicBezTo>
                  <a:pt x="2931" y="1372"/>
                  <a:pt x="2934" y="1420"/>
                  <a:pt x="2934" y="1468"/>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1589" name=""/>
          <p:cNvSpPr/>
          <p:nvPr/>
        </p:nvSpPr>
        <p:spPr>
          <a:xfrm>
            <a:off x="3566880" y="3829320"/>
            <a:ext cx="467280" cy="249480"/>
          </a:xfrm>
          <a:custGeom>
            <a:avLst/>
            <a:gdLst/>
            <a:ahLst/>
            <a:rect l="0" t="0" r="r" b="b"/>
            <a:pathLst>
              <a:path w="1298" h="693">
                <a:moveTo>
                  <a:pt x="86" y="0"/>
                </a:moveTo>
                <a:lnTo>
                  <a:pt x="1211" y="0"/>
                </a:lnTo>
                <a:cubicBezTo>
                  <a:pt x="1223" y="0"/>
                  <a:pt x="1234" y="2"/>
                  <a:pt x="1245" y="6"/>
                </a:cubicBezTo>
                <a:cubicBezTo>
                  <a:pt x="1255" y="11"/>
                  <a:pt x="1265" y="17"/>
                  <a:pt x="1273" y="25"/>
                </a:cubicBezTo>
                <a:cubicBezTo>
                  <a:pt x="1281" y="33"/>
                  <a:pt x="1287" y="42"/>
                  <a:pt x="1291" y="53"/>
                </a:cubicBezTo>
                <a:cubicBezTo>
                  <a:pt x="1296" y="64"/>
                  <a:pt x="1298" y="75"/>
                  <a:pt x="1298" y="86"/>
                </a:cubicBezTo>
                <a:lnTo>
                  <a:pt x="1298" y="606"/>
                </a:lnTo>
                <a:cubicBezTo>
                  <a:pt x="1298" y="618"/>
                  <a:pt x="1296" y="629"/>
                  <a:pt x="1291" y="639"/>
                </a:cubicBezTo>
                <a:cubicBezTo>
                  <a:pt x="1287" y="650"/>
                  <a:pt x="1281" y="659"/>
                  <a:pt x="1273" y="668"/>
                </a:cubicBezTo>
                <a:cubicBezTo>
                  <a:pt x="1265" y="676"/>
                  <a:pt x="1255" y="682"/>
                  <a:pt x="1245" y="686"/>
                </a:cubicBezTo>
                <a:cubicBezTo>
                  <a:pt x="1234" y="691"/>
                  <a:pt x="1223" y="693"/>
                  <a:pt x="1211" y="693"/>
                </a:cubicBezTo>
                <a:lnTo>
                  <a:pt x="86" y="693"/>
                </a:lnTo>
                <a:cubicBezTo>
                  <a:pt x="75" y="693"/>
                  <a:pt x="64" y="691"/>
                  <a:pt x="53" y="686"/>
                </a:cubicBezTo>
                <a:cubicBezTo>
                  <a:pt x="43" y="682"/>
                  <a:pt x="33" y="676"/>
                  <a:pt x="25" y="668"/>
                </a:cubicBezTo>
                <a:cubicBezTo>
                  <a:pt x="17" y="659"/>
                  <a:pt x="11" y="650"/>
                  <a:pt x="6" y="639"/>
                </a:cubicBezTo>
                <a:cubicBezTo>
                  <a:pt x="2" y="629"/>
                  <a:pt x="0" y="618"/>
                  <a:pt x="0" y="606"/>
                </a:cubicBezTo>
                <a:lnTo>
                  <a:pt x="0" y="86"/>
                </a:lnTo>
                <a:cubicBezTo>
                  <a:pt x="0" y="75"/>
                  <a:pt x="2" y="64"/>
                  <a:pt x="6" y="53"/>
                </a:cubicBezTo>
                <a:cubicBezTo>
                  <a:pt x="11" y="42"/>
                  <a:pt x="17" y="33"/>
                  <a:pt x="25" y="25"/>
                </a:cubicBezTo>
                <a:cubicBezTo>
                  <a:pt x="33" y="17"/>
                  <a:pt x="43" y="11"/>
                  <a:pt x="53" y="6"/>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3566880" y="3735720"/>
            <a:ext cx="257040" cy="78120"/>
          </a:xfrm>
          <a:custGeom>
            <a:avLst/>
            <a:gdLst/>
            <a:ahLst/>
            <a:rect l="0" t="0" r="r" b="b"/>
            <a:pathLst>
              <a:path w="714" h="217">
                <a:moveTo>
                  <a:pt x="0" y="43"/>
                </a:moveTo>
                <a:cubicBezTo>
                  <a:pt x="0" y="14"/>
                  <a:pt x="14" y="0"/>
                  <a:pt x="43" y="0"/>
                </a:cubicBezTo>
                <a:lnTo>
                  <a:pt x="520" y="0"/>
                </a:lnTo>
                <a:cubicBezTo>
                  <a:pt x="563" y="0"/>
                  <a:pt x="599" y="22"/>
                  <a:pt x="628" y="65"/>
                </a:cubicBezTo>
                <a:lnTo>
                  <a:pt x="714" y="217"/>
                </a:lnTo>
                <a:lnTo>
                  <a:pt x="0" y="217"/>
                </a:lnTo>
                <a:lnTo>
                  <a:pt x="0" y="43"/>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3613680" y="3875760"/>
            <a:ext cx="373680" cy="156240"/>
          </a:xfrm>
          <a:custGeom>
            <a:avLst/>
            <a:gdLst/>
            <a:ahLst/>
            <a:rect l="0" t="0" r="r" b="b"/>
            <a:pathLst>
              <a:path w="1038" h="434">
                <a:moveTo>
                  <a:pt x="43" y="0"/>
                </a:moveTo>
                <a:lnTo>
                  <a:pt x="995" y="0"/>
                </a:lnTo>
                <a:cubicBezTo>
                  <a:pt x="1001" y="0"/>
                  <a:pt x="1006" y="2"/>
                  <a:pt x="1012" y="4"/>
                </a:cubicBezTo>
                <a:cubicBezTo>
                  <a:pt x="1017" y="6"/>
                  <a:pt x="1022" y="9"/>
                  <a:pt x="1026" y="13"/>
                </a:cubicBezTo>
                <a:cubicBezTo>
                  <a:pt x="1030" y="17"/>
                  <a:pt x="1033" y="22"/>
                  <a:pt x="1035" y="27"/>
                </a:cubicBezTo>
                <a:cubicBezTo>
                  <a:pt x="1037" y="32"/>
                  <a:pt x="1038" y="38"/>
                  <a:pt x="1038" y="44"/>
                </a:cubicBezTo>
                <a:lnTo>
                  <a:pt x="1038" y="391"/>
                </a:lnTo>
                <a:cubicBezTo>
                  <a:pt x="1038" y="397"/>
                  <a:pt x="1037" y="402"/>
                  <a:pt x="1035" y="407"/>
                </a:cubicBezTo>
                <a:cubicBezTo>
                  <a:pt x="1033" y="413"/>
                  <a:pt x="1030" y="417"/>
                  <a:pt x="1026" y="421"/>
                </a:cubicBezTo>
                <a:cubicBezTo>
                  <a:pt x="1022" y="425"/>
                  <a:pt x="1017" y="429"/>
                  <a:pt x="1012" y="431"/>
                </a:cubicBezTo>
                <a:cubicBezTo>
                  <a:pt x="1006" y="433"/>
                  <a:pt x="1001" y="434"/>
                  <a:pt x="995" y="434"/>
                </a:cubicBezTo>
                <a:lnTo>
                  <a:pt x="43" y="434"/>
                </a:lnTo>
                <a:cubicBezTo>
                  <a:pt x="37" y="434"/>
                  <a:pt x="32" y="433"/>
                  <a:pt x="26" y="431"/>
                </a:cubicBezTo>
                <a:cubicBezTo>
                  <a:pt x="21" y="429"/>
                  <a:pt x="16" y="425"/>
                  <a:pt x="12" y="421"/>
                </a:cubicBezTo>
                <a:cubicBezTo>
                  <a:pt x="8" y="417"/>
                  <a:pt x="5" y="413"/>
                  <a:pt x="3" y="407"/>
                </a:cubicBezTo>
                <a:cubicBezTo>
                  <a:pt x="1" y="402"/>
                  <a:pt x="0" y="397"/>
                  <a:pt x="0" y="391"/>
                </a:cubicBezTo>
                <a:lnTo>
                  <a:pt x="0" y="44"/>
                </a:lnTo>
                <a:cubicBezTo>
                  <a:pt x="0" y="38"/>
                  <a:pt x="1" y="32"/>
                  <a:pt x="3" y="27"/>
                </a:cubicBezTo>
                <a:cubicBezTo>
                  <a:pt x="5" y="22"/>
                  <a:pt x="8" y="17"/>
                  <a:pt x="12" y="13"/>
                </a:cubicBezTo>
                <a:cubicBezTo>
                  <a:pt x="16" y="9"/>
                  <a:pt x="21" y="6"/>
                  <a:pt x="26" y="4"/>
                </a:cubicBezTo>
                <a:cubicBezTo>
                  <a:pt x="32" y="2"/>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2" name=""/>
          <p:cNvSpPr txBox="1"/>
          <p:nvPr/>
        </p:nvSpPr>
        <p:spPr>
          <a:xfrm>
            <a:off x="4462920" y="493560"/>
            <a:ext cx="304884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私の開発スタイル</a:t>
            </a:r>
            <a:endParaRPr lang="en-US" sz="3000" b="0" u="none" strike="noStrike">
              <a:solidFill>
                <a:srgbClr val="000000"/>
              </a:solidFill>
              <a:effectLst/>
              <a:uFillTx/>
              <a:latin typeface="游明朝体"/>
            </a:endParaRPr>
          </a:p>
        </p:txBody>
      </p:sp>
      <p:sp>
        <p:nvSpPr>
          <p:cNvPr id="1593" name=""/>
          <p:cNvSpPr txBox="1"/>
          <p:nvPr/>
        </p:nvSpPr>
        <p:spPr>
          <a:xfrm>
            <a:off x="3376080" y="40942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1594" name=""/>
          <p:cNvSpPr txBox="1"/>
          <p:nvPr/>
        </p:nvSpPr>
        <p:spPr>
          <a:xfrm>
            <a:off x="3349440" y="430452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1595" name=""/>
          <p:cNvSpPr txBox="1"/>
          <p:nvPr/>
        </p:nvSpPr>
        <p:spPr>
          <a:xfrm>
            <a:off x="3528000" y="442656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1596" name=""/>
          <p:cNvSpPr txBox="1"/>
          <p:nvPr/>
        </p:nvSpPr>
        <p:spPr>
          <a:xfrm>
            <a:off x="3022200" y="173700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1597"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598" name=""/>
          <p:cNvSpPr/>
          <p:nvPr/>
        </p:nvSpPr>
        <p:spPr>
          <a:xfrm>
            <a:off x="3380760" y="2201040"/>
            <a:ext cx="839520" cy="840240"/>
          </a:xfrm>
          <a:custGeom>
            <a:avLst/>
            <a:gdLst/>
            <a:ahLst/>
            <a:rect l="0" t="0" r="r" b="b"/>
            <a:pathLst>
              <a:path w="2332" h="2334">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5" y="1815"/>
                </a:cubicBezTo>
                <a:cubicBezTo>
                  <a:pt x="2114" y="1846"/>
                  <a:pt x="2092" y="1877"/>
                  <a:pt x="2067" y="1907"/>
                </a:cubicBezTo>
                <a:cubicBezTo>
                  <a:pt x="2043" y="1936"/>
                  <a:pt x="2018" y="1964"/>
                  <a:pt x="1991" y="1991"/>
                </a:cubicBezTo>
                <a:cubicBezTo>
                  <a:pt x="1964" y="2018"/>
                  <a:pt x="1935" y="2044"/>
                  <a:pt x="1906" y="2069"/>
                </a:cubicBezTo>
                <a:cubicBezTo>
                  <a:pt x="1876" y="2093"/>
                  <a:pt x="1846" y="2116"/>
                  <a:pt x="1814" y="2137"/>
                </a:cubicBezTo>
                <a:cubicBezTo>
                  <a:pt x="1782" y="2159"/>
                  <a:pt x="1749" y="2178"/>
                  <a:pt x="1716" y="2196"/>
                </a:cubicBezTo>
                <a:cubicBezTo>
                  <a:pt x="1682" y="2214"/>
                  <a:pt x="1648" y="2231"/>
                  <a:pt x="1612" y="2245"/>
                </a:cubicBezTo>
                <a:cubicBezTo>
                  <a:pt x="1577" y="2260"/>
                  <a:pt x="1541" y="2273"/>
                  <a:pt x="1505" y="2284"/>
                </a:cubicBezTo>
                <a:cubicBezTo>
                  <a:pt x="1468" y="2295"/>
                  <a:pt x="1431" y="2304"/>
                  <a:pt x="1394" y="2312"/>
                </a:cubicBezTo>
                <a:cubicBezTo>
                  <a:pt x="1356" y="2319"/>
                  <a:pt x="1319" y="2325"/>
                  <a:pt x="1281" y="2328"/>
                </a:cubicBezTo>
                <a:cubicBezTo>
                  <a:pt x="1243" y="2332"/>
                  <a:pt x="1205" y="2334"/>
                  <a:pt x="1166" y="2334"/>
                </a:cubicBezTo>
                <a:cubicBezTo>
                  <a:pt x="1128" y="2334"/>
                  <a:pt x="1089" y="2332"/>
                  <a:pt x="1051" y="2328"/>
                </a:cubicBezTo>
                <a:cubicBezTo>
                  <a:pt x="1013" y="2325"/>
                  <a:pt x="975" y="2319"/>
                  <a:pt x="938" y="2312"/>
                </a:cubicBezTo>
                <a:cubicBezTo>
                  <a:pt x="901" y="2304"/>
                  <a:pt x="864" y="2295"/>
                  <a:pt x="827" y="2284"/>
                </a:cubicBezTo>
                <a:cubicBezTo>
                  <a:pt x="791" y="2273"/>
                  <a:pt x="755" y="2260"/>
                  <a:pt x="719" y="2245"/>
                </a:cubicBezTo>
                <a:cubicBezTo>
                  <a:pt x="684" y="2231"/>
                  <a:pt x="650" y="2214"/>
                  <a:pt x="616" y="2196"/>
                </a:cubicBezTo>
                <a:cubicBezTo>
                  <a:pt x="582" y="2178"/>
                  <a:pt x="550" y="2159"/>
                  <a:pt x="518" y="2137"/>
                </a:cubicBezTo>
                <a:cubicBezTo>
                  <a:pt x="486" y="2116"/>
                  <a:pt x="455" y="2093"/>
                  <a:pt x="426" y="2069"/>
                </a:cubicBezTo>
                <a:cubicBezTo>
                  <a:pt x="396" y="2044"/>
                  <a:pt x="368" y="2018"/>
                  <a:pt x="341" y="1991"/>
                </a:cubicBezTo>
                <a:cubicBezTo>
                  <a:pt x="314" y="1964"/>
                  <a:pt x="289" y="1936"/>
                  <a:pt x="264" y="1907"/>
                </a:cubicBezTo>
                <a:cubicBezTo>
                  <a:pt x="240" y="1877"/>
                  <a:pt x="217" y="1846"/>
                  <a:pt x="196" y="1815"/>
                </a:cubicBezTo>
                <a:cubicBezTo>
                  <a:pt x="175" y="1783"/>
                  <a:pt x="155" y="1750"/>
                  <a:pt x="137" y="1716"/>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0"/>
                  <a:pt x="5" y="1052"/>
                </a:cubicBezTo>
                <a:cubicBezTo>
                  <a:pt x="9" y="1014"/>
                  <a:pt x="15" y="977"/>
                  <a:pt x="22" y="939"/>
                </a:cubicBezTo>
                <a:cubicBezTo>
                  <a:pt x="30" y="902"/>
                  <a:pt x="39" y="865"/>
                  <a:pt x="50" y="828"/>
                </a:cubicBezTo>
                <a:cubicBezTo>
                  <a:pt x="61" y="792"/>
                  <a:pt x="74" y="756"/>
                  <a:pt x="89" y="720"/>
                </a:cubicBezTo>
                <a:cubicBezTo>
                  <a:pt x="103" y="685"/>
                  <a:pt x="119" y="651"/>
                  <a:pt x="137" y="617"/>
                </a:cubicBezTo>
                <a:cubicBezTo>
                  <a:pt x="155" y="583"/>
                  <a:pt x="175" y="551"/>
                  <a:pt x="196" y="519"/>
                </a:cubicBezTo>
                <a:cubicBezTo>
                  <a:pt x="217" y="487"/>
                  <a:pt x="240" y="456"/>
                  <a:pt x="264" y="427"/>
                </a:cubicBezTo>
                <a:cubicBezTo>
                  <a:pt x="289" y="397"/>
                  <a:pt x="314" y="369"/>
                  <a:pt x="341" y="342"/>
                </a:cubicBezTo>
                <a:cubicBezTo>
                  <a:pt x="368" y="315"/>
                  <a:pt x="396" y="289"/>
                  <a:pt x="426" y="265"/>
                </a:cubicBezTo>
                <a:cubicBezTo>
                  <a:pt x="455" y="241"/>
                  <a:pt x="486" y="218"/>
                  <a:pt x="518" y="197"/>
                </a:cubicBezTo>
                <a:cubicBezTo>
                  <a:pt x="550" y="176"/>
                  <a:pt x="582" y="156"/>
                  <a:pt x="616" y="138"/>
                </a:cubicBezTo>
                <a:cubicBezTo>
                  <a:pt x="650" y="120"/>
                  <a:pt x="684" y="104"/>
                  <a:pt x="719" y="89"/>
                </a:cubicBezTo>
                <a:cubicBezTo>
                  <a:pt x="755" y="75"/>
                  <a:pt x="791" y="62"/>
                  <a:pt x="827" y="51"/>
                </a:cubicBezTo>
                <a:cubicBezTo>
                  <a:pt x="864" y="40"/>
                  <a:pt x="901" y="30"/>
                  <a:pt x="938" y="23"/>
                </a:cubicBezTo>
                <a:cubicBezTo>
                  <a:pt x="975" y="15"/>
                  <a:pt x="1013" y="10"/>
                  <a:pt x="1051" y="6"/>
                </a:cubicBezTo>
                <a:cubicBezTo>
                  <a:pt x="1089" y="2"/>
                  <a:pt x="1128" y="0"/>
                  <a:pt x="1166" y="0"/>
                </a:cubicBezTo>
                <a:cubicBezTo>
                  <a:pt x="1205" y="0"/>
                  <a:pt x="1243" y="2"/>
                  <a:pt x="1281" y="6"/>
                </a:cubicBezTo>
                <a:cubicBezTo>
                  <a:pt x="1319" y="10"/>
                  <a:pt x="1356" y="15"/>
                  <a:pt x="1394" y="23"/>
                </a:cubicBezTo>
                <a:cubicBezTo>
                  <a:pt x="1431" y="30"/>
                  <a:pt x="1468" y="40"/>
                  <a:pt x="1505" y="51"/>
                </a:cubicBezTo>
                <a:cubicBezTo>
                  <a:pt x="1541" y="62"/>
                  <a:pt x="1577" y="75"/>
                  <a:pt x="1612" y="89"/>
                </a:cubicBezTo>
                <a:cubicBezTo>
                  <a:pt x="1648" y="104"/>
                  <a:pt x="1682" y="120"/>
                  <a:pt x="1716" y="138"/>
                </a:cubicBezTo>
                <a:cubicBezTo>
                  <a:pt x="1749" y="156"/>
                  <a:pt x="1782" y="176"/>
                  <a:pt x="1814" y="197"/>
                </a:cubicBezTo>
                <a:cubicBezTo>
                  <a:pt x="1846" y="218"/>
                  <a:pt x="1876" y="241"/>
                  <a:pt x="1906" y="265"/>
                </a:cubicBezTo>
                <a:cubicBezTo>
                  <a:pt x="1935" y="289"/>
                  <a:pt x="1964" y="315"/>
                  <a:pt x="1991" y="342"/>
                </a:cubicBezTo>
                <a:cubicBezTo>
                  <a:pt x="2018" y="369"/>
                  <a:pt x="2043" y="397"/>
                  <a:pt x="2067" y="427"/>
                </a:cubicBezTo>
                <a:cubicBezTo>
                  <a:pt x="2092" y="456"/>
                  <a:pt x="2114" y="487"/>
                  <a:pt x="2135" y="519"/>
                </a:cubicBezTo>
                <a:cubicBezTo>
                  <a:pt x="2157" y="551"/>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6" y="1052"/>
                </a:cubicBezTo>
                <a:cubicBezTo>
                  <a:pt x="2330" y="1090"/>
                  <a:pt x="2332" y="1129"/>
                  <a:pt x="2332" y="1167"/>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599" name=""/>
          <p:cNvSpPr/>
          <p:nvPr/>
        </p:nvSpPr>
        <p:spPr>
          <a:xfrm>
            <a:off x="3617640" y="2512800"/>
            <a:ext cx="365760" cy="223560"/>
          </a:xfrm>
          <a:custGeom>
            <a:avLst/>
            <a:gdLst/>
            <a:ahLst/>
            <a:rect l="0" t="0" r="r" b="b"/>
            <a:pathLst>
              <a:path w="1016" h="621">
                <a:moveTo>
                  <a:pt x="56" y="0"/>
                </a:moveTo>
                <a:cubicBezTo>
                  <a:pt x="19" y="0"/>
                  <a:pt x="0" y="19"/>
                  <a:pt x="0" y="56"/>
                </a:cubicBezTo>
                <a:lnTo>
                  <a:pt x="0" y="358"/>
                </a:lnTo>
                <a:cubicBezTo>
                  <a:pt x="0" y="408"/>
                  <a:pt x="19" y="433"/>
                  <a:pt x="56" y="433"/>
                </a:cubicBezTo>
                <a:lnTo>
                  <a:pt x="301" y="433"/>
                </a:lnTo>
                <a:lnTo>
                  <a:pt x="432" y="621"/>
                </a:lnTo>
                <a:lnTo>
                  <a:pt x="507" y="433"/>
                </a:lnTo>
                <a:lnTo>
                  <a:pt x="960" y="433"/>
                </a:lnTo>
                <a:cubicBezTo>
                  <a:pt x="997" y="433"/>
                  <a:pt x="1016" y="408"/>
                  <a:pt x="1016" y="358"/>
                </a:cubicBezTo>
                <a:lnTo>
                  <a:pt x="1016" y="56"/>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3678480" y="2573640"/>
            <a:ext cx="34200" cy="68040"/>
          </a:xfrm>
          <a:custGeom>
            <a:avLst/>
            <a:gdLst/>
            <a:ahLst/>
            <a:rect l="0" t="0" r="r" b="b"/>
            <a:pathLst>
              <a:path fill="none" w="95" h="189">
                <a:moveTo>
                  <a:pt x="95" y="0"/>
                </a:moveTo>
                <a:lnTo>
                  <a:pt x="0" y="95"/>
                </a:lnTo>
                <a:lnTo>
                  <a:pt x="95"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1" name=""/>
          <p:cNvSpPr/>
          <p:nvPr/>
        </p:nvSpPr>
        <p:spPr>
          <a:xfrm flipH="1">
            <a:off x="3786840" y="255348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2" name=""/>
          <p:cNvSpPr/>
          <p:nvPr/>
        </p:nvSpPr>
        <p:spPr>
          <a:xfrm>
            <a:off x="3861360" y="2573640"/>
            <a:ext cx="34200" cy="68040"/>
          </a:xfrm>
          <a:custGeom>
            <a:avLst/>
            <a:gdLst/>
            <a:ahLst/>
            <a:rect l="0" t="0" r="r" b="b"/>
            <a:pathLst>
              <a:path fill="none" w="95" h="189">
                <a:moveTo>
                  <a:pt x="0" y="0"/>
                </a:moveTo>
                <a:lnTo>
                  <a:pt x="95" y="95"/>
                </a:lnTo>
                <a:lnTo>
                  <a:pt x="0" y="189"/>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1603" name=""/>
          <p:cNvSpPr/>
          <p:nvPr/>
        </p:nvSpPr>
        <p:spPr>
          <a:xfrm>
            <a:off x="3989880" y="2214720"/>
            <a:ext cx="216720" cy="217080"/>
          </a:xfrm>
          <a:custGeom>
            <a:avLst/>
            <a:gdLst/>
            <a:ahLst/>
            <a:rect l="0" t="0" r="r" b="b"/>
            <a:pathLst>
              <a:path w="602" h="603">
                <a:moveTo>
                  <a:pt x="602" y="302"/>
                </a:moveTo>
                <a:cubicBezTo>
                  <a:pt x="602" y="322"/>
                  <a:pt x="600" y="341"/>
                  <a:pt x="597" y="361"/>
                </a:cubicBezTo>
                <a:cubicBezTo>
                  <a:pt x="593" y="380"/>
                  <a:pt x="587" y="399"/>
                  <a:pt x="579" y="417"/>
                </a:cubicBezTo>
                <a:cubicBezTo>
                  <a:pt x="572" y="435"/>
                  <a:pt x="563" y="453"/>
                  <a:pt x="552" y="469"/>
                </a:cubicBezTo>
                <a:cubicBezTo>
                  <a:pt x="541" y="486"/>
                  <a:pt x="528" y="501"/>
                  <a:pt x="514" y="515"/>
                </a:cubicBezTo>
                <a:cubicBezTo>
                  <a:pt x="500" y="529"/>
                  <a:pt x="485" y="541"/>
                  <a:pt x="469" y="552"/>
                </a:cubicBezTo>
                <a:cubicBezTo>
                  <a:pt x="452" y="563"/>
                  <a:pt x="435" y="573"/>
                  <a:pt x="417" y="580"/>
                </a:cubicBezTo>
                <a:cubicBezTo>
                  <a:pt x="398" y="588"/>
                  <a:pt x="380" y="593"/>
                  <a:pt x="360" y="597"/>
                </a:cubicBezTo>
                <a:cubicBezTo>
                  <a:pt x="341" y="601"/>
                  <a:pt x="321" y="603"/>
                  <a:pt x="302" y="603"/>
                </a:cubicBezTo>
                <a:cubicBezTo>
                  <a:pt x="282" y="603"/>
                  <a:pt x="262" y="601"/>
                  <a:pt x="243" y="597"/>
                </a:cubicBezTo>
                <a:cubicBezTo>
                  <a:pt x="223" y="593"/>
                  <a:pt x="205" y="588"/>
                  <a:pt x="186" y="580"/>
                </a:cubicBezTo>
                <a:cubicBezTo>
                  <a:pt x="168" y="573"/>
                  <a:pt x="151" y="563"/>
                  <a:pt x="134" y="552"/>
                </a:cubicBezTo>
                <a:cubicBezTo>
                  <a:pt x="118" y="541"/>
                  <a:pt x="103" y="529"/>
                  <a:pt x="89" y="515"/>
                </a:cubicBezTo>
                <a:cubicBezTo>
                  <a:pt x="75" y="501"/>
                  <a:pt x="62" y="486"/>
                  <a:pt x="51" y="469"/>
                </a:cubicBezTo>
                <a:cubicBezTo>
                  <a:pt x="40" y="453"/>
                  <a:pt x="30" y="435"/>
                  <a:pt x="23" y="417"/>
                </a:cubicBezTo>
                <a:cubicBezTo>
                  <a:pt x="15" y="399"/>
                  <a:pt x="9" y="380"/>
                  <a:pt x="6" y="361"/>
                </a:cubicBezTo>
                <a:cubicBezTo>
                  <a:pt x="2" y="341"/>
                  <a:pt x="0" y="322"/>
                  <a:pt x="0" y="302"/>
                </a:cubicBezTo>
                <a:cubicBezTo>
                  <a:pt x="0" y="282"/>
                  <a:pt x="2" y="263"/>
                  <a:pt x="6" y="243"/>
                </a:cubicBezTo>
                <a:cubicBezTo>
                  <a:pt x="9" y="224"/>
                  <a:pt x="15" y="205"/>
                  <a:pt x="23" y="187"/>
                </a:cubicBezTo>
                <a:cubicBezTo>
                  <a:pt x="30" y="169"/>
                  <a:pt x="40" y="150"/>
                  <a:pt x="51" y="134"/>
                </a:cubicBezTo>
                <a:cubicBezTo>
                  <a:pt x="62" y="117"/>
                  <a:pt x="75" y="102"/>
                  <a:pt x="89" y="88"/>
                </a:cubicBezTo>
                <a:cubicBezTo>
                  <a:pt x="103" y="74"/>
                  <a:pt x="118" y="62"/>
                  <a:pt x="134" y="51"/>
                </a:cubicBezTo>
                <a:cubicBezTo>
                  <a:pt x="151" y="40"/>
                  <a:pt x="168" y="31"/>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1"/>
                  <a:pt x="452" y="40"/>
                  <a:pt x="469" y="51"/>
                </a:cubicBezTo>
                <a:cubicBezTo>
                  <a:pt x="485" y="62"/>
                  <a:pt x="500" y="74"/>
                  <a:pt x="514" y="88"/>
                </a:cubicBezTo>
                <a:cubicBezTo>
                  <a:pt x="528" y="102"/>
                  <a:pt x="541" y="117"/>
                  <a:pt x="552" y="134"/>
                </a:cubicBezTo>
                <a:cubicBezTo>
                  <a:pt x="563" y="150"/>
                  <a:pt x="572" y="169"/>
                  <a:pt x="579" y="187"/>
                </a:cubicBezTo>
                <a:cubicBezTo>
                  <a:pt x="587" y="205"/>
                  <a:pt x="593" y="224"/>
                  <a:pt x="597" y="243"/>
                </a:cubicBezTo>
                <a:cubicBezTo>
                  <a:pt x="600" y="263"/>
                  <a:pt x="602" y="282"/>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txBox="1"/>
          <p:nvPr/>
        </p:nvSpPr>
        <p:spPr>
          <a:xfrm>
            <a:off x="3283200" y="195660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1605"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6" name=""/>
          <p:cNvSpPr/>
          <p:nvPr/>
        </p:nvSpPr>
        <p:spPr>
          <a:xfrm>
            <a:off x="4937400" y="3758760"/>
            <a:ext cx="839520" cy="840240"/>
          </a:xfrm>
          <a:custGeom>
            <a:avLst/>
            <a:gdLst/>
            <a:ahLst/>
            <a:rect l="0" t="0" r="r" b="b"/>
            <a:pathLst>
              <a:path w="2332" h="2334">
                <a:moveTo>
                  <a:pt x="2332" y="1167"/>
                </a:moveTo>
                <a:cubicBezTo>
                  <a:pt x="2332" y="1205"/>
                  <a:pt x="2330" y="1244"/>
                  <a:pt x="2326" y="1282"/>
                </a:cubicBezTo>
                <a:cubicBezTo>
                  <a:pt x="2322" y="1320"/>
                  <a:pt x="2317" y="1357"/>
                  <a:pt x="2309" y="1395"/>
                </a:cubicBezTo>
                <a:cubicBezTo>
                  <a:pt x="2302" y="1432"/>
                  <a:pt x="2293" y="1469"/>
                  <a:pt x="2282" y="1506"/>
                </a:cubicBezTo>
                <a:cubicBezTo>
                  <a:pt x="2270" y="1542"/>
                  <a:pt x="2258" y="1578"/>
                  <a:pt x="2243" y="1614"/>
                </a:cubicBezTo>
                <a:cubicBezTo>
                  <a:pt x="2228" y="1649"/>
                  <a:pt x="2212" y="1683"/>
                  <a:pt x="2194" y="1717"/>
                </a:cubicBezTo>
                <a:cubicBezTo>
                  <a:pt x="2176" y="1751"/>
                  <a:pt x="2156" y="1783"/>
                  <a:pt x="2135" y="1815"/>
                </a:cubicBezTo>
                <a:cubicBezTo>
                  <a:pt x="2114" y="1847"/>
                  <a:pt x="2091" y="1878"/>
                  <a:pt x="2067" y="1907"/>
                </a:cubicBezTo>
                <a:cubicBezTo>
                  <a:pt x="2043" y="1937"/>
                  <a:pt x="2017" y="1965"/>
                  <a:pt x="1990" y="1992"/>
                </a:cubicBezTo>
                <a:cubicBezTo>
                  <a:pt x="1963" y="2019"/>
                  <a:pt x="1935" y="2045"/>
                  <a:pt x="1906" y="2069"/>
                </a:cubicBezTo>
                <a:cubicBezTo>
                  <a:pt x="1876" y="2093"/>
                  <a:pt x="1845" y="2116"/>
                  <a:pt x="1814" y="2137"/>
                </a:cubicBezTo>
                <a:cubicBezTo>
                  <a:pt x="1782" y="2158"/>
                  <a:pt x="1749" y="2178"/>
                  <a:pt x="1716" y="2196"/>
                </a:cubicBezTo>
                <a:cubicBezTo>
                  <a:pt x="1682" y="2214"/>
                  <a:pt x="1647" y="2230"/>
                  <a:pt x="1612" y="2245"/>
                </a:cubicBezTo>
                <a:cubicBezTo>
                  <a:pt x="1577" y="2259"/>
                  <a:pt x="1541" y="2272"/>
                  <a:pt x="1505" y="2283"/>
                </a:cubicBezTo>
                <a:cubicBezTo>
                  <a:pt x="1468" y="2294"/>
                  <a:pt x="1430" y="2304"/>
                  <a:pt x="1393" y="2311"/>
                </a:cubicBezTo>
                <a:cubicBezTo>
                  <a:pt x="1355" y="2319"/>
                  <a:pt x="1317" y="2324"/>
                  <a:pt x="1279" y="2328"/>
                </a:cubicBezTo>
                <a:cubicBezTo>
                  <a:pt x="1241" y="2332"/>
                  <a:pt x="1203" y="2334"/>
                  <a:pt x="1165" y="2334"/>
                </a:cubicBezTo>
                <a:cubicBezTo>
                  <a:pt x="1127" y="2334"/>
                  <a:pt x="1089" y="2332"/>
                  <a:pt x="1051" y="2328"/>
                </a:cubicBezTo>
                <a:cubicBezTo>
                  <a:pt x="1013" y="2324"/>
                  <a:pt x="975" y="2319"/>
                  <a:pt x="938" y="2311"/>
                </a:cubicBezTo>
                <a:cubicBezTo>
                  <a:pt x="900" y="2304"/>
                  <a:pt x="863" y="2294"/>
                  <a:pt x="827" y="2283"/>
                </a:cubicBezTo>
                <a:cubicBezTo>
                  <a:pt x="790" y="2272"/>
                  <a:pt x="754" y="2259"/>
                  <a:pt x="719" y="2245"/>
                </a:cubicBezTo>
                <a:cubicBezTo>
                  <a:pt x="684" y="2230"/>
                  <a:pt x="649" y="2214"/>
                  <a:pt x="616" y="2196"/>
                </a:cubicBezTo>
                <a:cubicBezTo>
                  <a:pt x="582" y="2178"/>
                  <a:pt x="549" y="2158"/>
                  <a:pt x="518" y="2137"/>
                </a:cubicBezTo>
                <a:cubicBezTo>
                  <a:pt x="486" y="2116"/>
                  <a:pt x="455" y="2093"/>
                  <a:pt x="426" y="2069"/>
                </a:cubicBezTo>
                <a:cubicBezTo>
                  <a:pt x="396" y="2045"/>
                  <a:pt x="368" y="2019"/>
                  <a:pt x="341" y="1992"/>
                </a:cubicBezTo>
                <a:cubicBezTo>
                  <a:pt x="314" y="1965"/>
                  <a:pt x="288" y="1937"/>
                  <a:pt x="264" y="1907"/>
                </a:cubicBezTo>
                <a:cubicBezTo>
                  <a:pt x="240" y="1878"/>
                  <a:pt x="217" y="1847"/>
                  <a:pt x="196" y="1815"/>
                </a:cubicBezTo>
                <a:cubicBezTo>
                  <a:pt x="175" y="1783"/>
                  <a:pt x="155" y="1751"/>
                  <a:pt x="137" y="1717"/>
                </a:cubicBezTo>
                <a:cubicBezTo>
                  <a:pt x="119" y="1683"/>
                  <a:pt x="103" y="1649"/>
                  <a:pt x="88" y="1614"/>
                </a:cubicBezTo>
                <a:cubicBezTo>
                  <a:pt x="74" y="1578"/>
                  <a:pt x="61" y="1542"/>
                  <a:pt x="50" y="1506"/>
                </a:cubicBezTo>
                <a:cubicBezTo>
                  <a:pt x="39" y="1469"/>
                  <a:pt x="29" y="1432"/>
                  <a:pt x="22" y="1395"/>
                </a:cubicBezTo>
                <a:cubicBezTo>
                  <a:pt x="15" y="1357"/>
                  <a:pt x="9" y="1320"/>
                  <a:pt x="5" y="1282"/>
                </a:cubicBezTo>
                <a:cubicBezTo>
                  <a:pt x="1" y="1244"/>
                  <a:pt x="0" y="1205"/>
                  <a:pt x="0" y="1167"/>
                </a:cubicBezTo>
                <a:cubicBezTo>
                  <a:pt x="0" y="1129"/>
                  <a:pt x="1" y="1091"/>
                  <a:pt x="5" y="1053"/>
                </a:cubicBezTo>
                <a:cubicBezTo>
                  <a:pt x="9" y="1015"/>
                  <a:pt x="15" y="977"/>
                  <a:pt x="22" y="940"/>
                </a:cubicBezTo>
                <a:cubicBezTo>
                  <a:pt x="29" y="902"/>
                  <a:pt x="39" y="865"/>
                  <a:pt x="50" y="829"/>
                </a:cubicBezTo>
                <a:cubicBezTo>
                  <a:pt x="61" y="792"/>
                  <a:pt x="74" y="756"/>
                  <a:pt x="88" y="721"/>
                </a:cubicBezTo>
                <a:cubicBezTo>
                  <a:pt x="103" y="686"/>
                  <a:pt x="119" y="651"/>
                  <a:pt x="137" y="617"/>
                </a:cubicBezTo>
                <a:cubicBezTo>
                  <a:pt x="155" y="584"/>
                  <a:pt x="175" y="551"/>
                  <a:pt x="196" y="519"/>
                </a:cubicBezTo>
                <a:cubicBezTo>
                  <a:pt x="217" y="488"/>
                  <a:pt x="240" y="457"/>
                  <a:pt x="264" y="427"/>
                </a:cubicBezTo>
                <a:cubicBezTo>
                  <a:pt x="288" y="398"/>
                  <a:pt x="314" y="370"/>
                  <a:pt x="341" y="343"/>
                </a:cubicBezTo>
                <a:cubicBezTo>
                  <a:pt x="368" y="316"/>
                  <a:pt x="396" y="290"/>
                  <a:pt x="426" y="266"/>
                </a:cubicBezTo>
                <a:cubicBezTo>
                  <a:pt x="455" y="241"/>
                  <a:pt x="486" y="219"/>
                  <a:pt x="518" y="198"/>
                </a:cubicBezTo>
                <a:cubicBezTo>
                  <a:pt x="549" y="176"/>
                  <a:pt x="582" y="157"/>
                  <a:pt x="616" y="139"/>
                </a:cubicBezTo>
                <a:cubicBezTo>
                  <a:pt x="649" y="121"/>
                  <a:pt x="684" y="104"/>
                  <a:pt x="719" y="90"/>
                </a:cubicBezTo>
                <a:cubicBezTo>
                  <a:pt x="754" y="75"/>
                  <a:pt x="790" y="62"/>
                  <a:pt x="827" y="50"/>
                </a:cubicBezTo>
                <a:cubicBezTo>
                  <a:pt x="863" y="39"/>
                  <a:pt x="900" y="30"/>
                  <a:pt x="938" y="22"/>
                </a:cubicBezTo>
                <a:cubicBezTo>
                  <a:pt x="975" y="15"/>
                  <a:pt x="1013" y="9"/>
                  <a:pt x="1051" y="6"/>
                </a:cubicBezTo>
                <a:cubicBezTo>
                  <a:pt x="1089" y="2"/>
                  <a:pt x="1127" y="0"/>
                  <a:pt x="1165" y="0"/>
                </a:cubicBezTo>
                <a:cubicBezTo>
                  <a:pt x="1203" y="0"/>
                  <a:pt x="1241" y="2"/>
                  <a:pt x="1279" y="6"/>
                </a:cubicBezTo>
                <a:cubicBezTo>
                  <a:pt x="1317" y="9"/>
                  <a:pt x="1355" y="15"/>
                  <a:pt x="1393" y="22"/>
                </a:cubicBezTo>
                <a:cubicBezTo>
                  <a:pt x="1430" y="30"/>
                  <a:pt x="1468" y="39"/>
                  <a:pt x="1505" y="50"/>
                </a:cubicBezTo>
                <a:cubicBezTo>
                  <a:pt x="1541" y="62"/>
                  <a:pt x="1577" y="75"/>
                  <a:pt x="1612" y="90"/>
                </a:cubicBezTo>
                <a:cubicBezTo>
                  <a:pt x="1647" y="104"/>
                  <a:pt x="1682" y="121"/>
                  <a:pt x="1716" y="139"/>
                </a:cubicBezTo>
                <a:cubicBezTo>
                  <a:pt x="1749" y="157"/>
                  <a:pt x="1782" y="176"/>
                  <a:pt x="1814" y="198"/>
                </a:cubicBezTo>
                <a:cubicBezTo>
                  <a:pt x="1845" y="219"/>
                  <a:pt x="1876" y="241"/>
                  <a:pt x="1906" y="266"/>
                </a:cubicBezTo>
                <a:cubicBezTo>
                  <a:pt x="1935" y="290"/>
                  <a:pt x="1963" y="316"/>
                  <a:pt x="1990" y="343"/>
                </a:cubicBezTo>
                <a:cubicBezTo>
                  <a:pt x="2017" y="370"/>
                  <a:pt x="2043" y="398"/>
                  <a:pt x="2067" y="427"/>
                </a:cubicBezTo>
                <a:cubicBezTo>
                  <a:pt x="2091" y="457"/>
                  <a:pt x="2114" y="488"/>
                  <a:pt x="2135" y="519"/>
                </a:cubicBezTo>
                <a:cubicBezTo>
                  <a:pt x="2156" y="551"/>
                  <a:pt x="2176" y="584"/>
                  <a:pt x="2194" y="617"/>
                </a:cubicBezTo>
                <a:cubicBezTo>
                  <a:pt x="2212" y="651"/>
                  <a:pt x="2228" y="686"/>
                  <a:pt x="2243" y="721"/>
                </a:cubicBezTo>
                <a:cubicBezTo>
                  <a:pt x="2258" y="756"/>
                  <a:pt x="2270" y="792"/>
                  <a:pt x="2282" y="829"/>
                </a:cubicBezTo>
                <a:cubicBezTo>
                  <a:pt x="2293" y="865"/>
                  <a:pt x="2302" y="902"/>
                  <a:pt x="2309" y="940"/>
                </a:cubicBezTo>
                <a:cubicBezTo>
                  <a:pt x="2317" y="977"/>
                  <a:pt x="2322" y="1015"/>
                  <a:pt x="2326" y="1053"/>
                </a:cubicBezTo>
                <a:cubicBezTo>
                  <a:pt x="2330" y="1091"/>
                  <a:pt x="2332" y="1129"/>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07" name=""/>
          <p:cNvSpPr/>
          <p:nvPr/>
        </p:nvSpPr>
        <p:spPr>
          <a:xfrm>
            <a:off x="5248440" y="4029480"/>
            <a:ext cx="217080" cy="285120"/>
          </a:xfrm>
          <a:custGeom>
            <a:avLst/>
            <a:gdLst/>
            <a:ahLst/>
            <a:rect l="0" t="0" r="r" b="b"/>
            <a:pathLst>
              <a:path w="603" h="792">
                <a:moveTo>
                  <a:pt x="57" y="0"/>
                </a:moveTo>
                <a:lnTo>
                  <a:pt x="547" y="0"/>
                </a:lnTo>
                <a:cubicBezTo>
                  <a:pt x="554" y="0"/>
                  <a:pt x="561" y="2"/>
                  <a:pt x="568" y="5"/>
                </a:cubicBezTo>
                <a:cubicBezTo>
                  <a:pt x="575" y="8"/>
                  <a:pt x="581" y="12"/>
                  <a:pt x="586" y="17"/>
                </a:cubicBezTo>
                <a:cubicBezTo>
                  <a:pt x="592" y="22"/>
                  <a:pt x="596" y="28"/>
                  <a:pt x="599" y="35"/>
                </a:cubicBezTo>
                <a:cubicBezTo>
                  <a:pt x="602" y="42"/>
                  <a:pt x="603" y="49"/>
                  <a:pt x="603" y="57"/>
                </a:cubicBezTo>
                <a:lnTo>
                  <a:pt x="603" y="735"/>
                </a:lnTo>
                <a:cubicBezTo>
                  <a:pt x="603" y="743"/>
                  <a:pt x="602" y="750"/>
                  <a:pt x="599" y="757"/>
                </a:cubicBezTo>
                <a:cubicBezTo>
                  <a:pt x="596" y="764"/>
                  <a:pt x="592" y="770"/>
                  <a:pt x="586" y="775"/>
                </a:cubicBezTo>
                <a:cubicBezTo>
                  <a:pt x="581" y="780"/>
                  <a:pt x="575" y="784"/>
                  <a:pt x="568" y="787"/>
                </a:cubicBezTo>
                <a:cubicBezTo>
                  <a:pt x="561" y="790"/>
                  <a:pt x="554" y="792"/>
                  <a:pt x="547" y="792"/>
                </a:cubicBezTo>
                <a:lnTo>
                  <a:pt x="57" y="792"/>
                </a:lnTo>
                <a:cubicBezTo>
                  <a:pt x="49" y="792"/>
                  <a:pt x="42" y="790"/>
                  <a:pt x="35" y="787"/>
                </a:cubicBezTo>
                <a:cubicBezTo>
                  <a:pt x="28" y="784"/>
                  <a:pt x="22" y="780"/>
                  <a:pt x="17" y="775"/>
                </a:cubicBezTo>
                <a:cubicBezTo>
                  <a:pt x="12" y="770"/>
                  <a:pt x="8" y="764"/>
                  <a:pt x="5" y="757"/>
                </a:cubicBezTo>
                <a:cubicBezTo>
                  <a:pt x="2" y="750"/>
                  <a:pt x="0" y="743"/>
                  <a:pt x="0" y="735"/>
                </a:cubicBezTo>
                <a:lnTo>
                  <a:pt x="0" y="57"/>
                </a:lnTo>
                <a:cubicBezTo>
                  <a:pt x="0" y="49"/>
                  <a:pt x="2" y="42"/>
                  <a:pt x="5" y="35"/>
                </a:cubicBezTo>
                <a:cubicBezTo>
                  <a:pt x="8" y="28"/>
                  <a:pt x="12" y="22"/>
                  <a:pt x="17" y="17"/>
                </a:cubicBezTo>
                <a:cubicBezTo>
                  <a:pt x="22" y="12"/>
                  <a:pt x="28" y="8"/>
                  <a:pt x="35" y="5"/>
                </a:cubicBezTo>
                <a:cubicBezTo>
                  <a:pt x="42" y="2"/>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5295960" y="41040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09" name=""/>
          <p:cNvSpPr/>
          <p:nvPr/>
        </p:nvSpPr>
        <p:spPr>
          <a:xfrm>
            <a:off x="5295960" y="415836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0" name=""/>
          <p:cNvSpPr/>
          <p:nvPr/>
        </p:nvSpPr>
        <p:spPr>
          <a:xfrm>
            <a:off x="5295960" y="42123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1611" name=""/>
          <p:cNvSpPr/>
          <p:nvPr/>
        </p:nvSpPr>
        <p:spPr>
          <a:xfrm flipV="1">
            <a:off x="5383800" y="419220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1612" name=""/>
          <p:cNvSpPr/>
          <p:nvPr/>
        </p:nvSpPr>
        <p:spPr>
          <a:xfrm>
            <a:off x="5465160" y="4131360"/>
            <a:ext cx="61200" cy="61200"/>
          </a:xfrm>
          <a:custGeom>
            <a:avLst/>
            <a:gdLst/>
            <a:ahLst/>
            <a:rect l="0" t="0" r="r" b="b"/>
            <a:pathLst>
              <a:path w="170" h="170">
                <a:moveTo>
                  <a:pt x="75" y="170"/>
                </a:moveTo>
                <a:lnTo>
                  <a:pt x="170" y="75"/>
                </a:lnTo>
                <a:lnTo>
                  <a:pt x="94" y="0"/>
                </a:lnTo>
                <a:lnTo>
                  <a:pt x="0" y="94"/>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5546520" y="3772440"/>
            <a:ext cx="216720" cy="217080"/>
          </a:xfrm>
          <a:custGeom>
            <a:avLst/>
            <a:gdLst/>
            <a:ahLst/>
            <a:rect l="0" t="0" r="r" b="b"/>
            <a:pathLst>
              <a:path w="602" h="603">
                <a:moveTo>
                  <a:pt x="602" y="302"/>
                </a:moveTo>
                <a:cubicBezTo>
                  <a:pt x="602" y="321"/>
                  <a:pt x="600" y="341"/>
                  <a:pt x="596" y="360"/>
                </a:cubicBezTo>
                <a:cubicBezTo>
                  <a:pt x="592" y="380"/>
                  <a:pt x="587" y="399"/>
                  <a:pt x="579" y="417"/>
                </a:cubicBezTo>
                <a:cubicBezTo>
                  <a:pt x="572" y="435"/>
                  <a:pt x="562" y="452"/>
                  <a:pt x="551" y="469"/>
                </a:cubicBezTo>
                <a:cubicBezTo>
                  <a:pt x="540" y="485"/>
                  <a:pt x="528" y="500"/>
                  <a:pt x="513" y="514"/>
                </a:cubicBezTo>
                <a:cubicBezTo>
                  <a:pt x="499" y="528"/>
                  <a:pt x="484" y="541"/>
                  <a:pt x="467" y="552"/>
                </a:cubicBezTo>
                <a:cubicBezTo>
                  <a:pt x="451" y="563"/>
                  <a:pt x="434" y="572"/>
                  <a:pt x="415" y="580"/>
                </a:cubicBezTo>
                <a:cubicBezTo>
                  <a:pt x="397" y="587"/>
                  <a:pt x="378" y="593"/>
                  <a:pt x="359" y="597"/>
                </a:cubicBezTo>
                <a:cubicBezTo>
                  <a:pt x="340" y="601"/>
                  <a:pt x="320" y="603"/>
                  <a:pt x="300" y="603"/>
                </a:cubicBezTo>
                <a:cubicBezTo>
                  <a:pt x="281" y="603"/>
                  <a:pt x="261" y="601"/>
                  <a:pt x="242" y="597"/>
                </a:cubicBezTo>
                <a:cubicBezTo>
                  <a:pt x="222" y="593"/>
                  <a:pt x="203" y="587"/>
                  <a:pt x="185" y="580"/>
                </a:cubicBezTo>
                <a:cubicBezTo>
                  <a:pt x="167" y="572"/>
                  <a:pt x="150" y="563"/>
                  <a:pt x="133" y="552"/>
                </a:cubicBezTo>
                <a:cubicBezTo>
                  <a:pt x="117" y="541"/>
                  <a:pt x="102" y="528"/>
                  <a:pt x="88" y="514"/>
                </a:cubicBezTo>
                <a:cubicBezTo>
                  <a:pt x="74" y="500"/>
                  <a:pt x="61" y="485"/>
                  <a:pt x="50" y="469"/>
                </a:cubicBezTo>
                <a:cubicBezTo>
                  <a:pt x="39" y="452"/>
                  <a:pt x="30" y="435"/>
                  <a:pt x="22" y="417"/>
                </a:cubicBezTo>
                <a:cubicBezTo>
                  <a:pt x="15" y="399"/>
                  <a:pt x="9" y="380"/>
                  <a:pt x="5" y="360"/>
                </a:cubicBezTo>
                <a:cubicBezTo>
                  <a:pt x="1" y="341"/>
                  <a:pt x="0" y="321"/>
                  <a:pt x="0" y="302"/>
                </a:cubicBezTo>
                <a:cubicBezTo>
                  <a:pt x="0" y="282"/>
                  <a:pt x="1" y="262"/>
                  <a:pt x="5" y="243"/>
                </a:cubicBezTo>
                <a:cubicBezTo>
                  <a:pt x="9" y="223"/>
                  <a:pt x="15" y="205"/>
                  <a:pt x="22" y="186"/>
                </a:cubicBezTo>
                <a:cubicBezTo>
                  <a:pt x="30" y="168"/>
                  <a:pt x="39" y="151"/>
                  <a:pt x="50" y="134"/>
                </a:cubicBezTo>
                <a:cubicBezTo>
                  <a:pt x="61" y="118"/>
                  <a:pt x="74" y="103"/>
                  <a:pt x="88" y="89"/>
                </a:cubicBezTo>
                <a:cubicBezTo>
                  <a:pt x="102" y="75"/>
                  <a:pt x="117" y="62"/>
                  <a:pt x="133" y="51"/>
                </a:cubicBezTo>
                <a:cubicBezTo>
                  <a:pt x="150" y="40"/>
                  <a:pt x="167" y="30"/>
                  <a:pt x="185" y="23"/>
                </a:cubicBezTo>
                <a:cubicBezTo>
                  <a:pt x="203" y="15"/>
                  <a:pt x="222" y="9"/>
                  <a:pt x="242" y="5"/>
                </a:cubicBezTo>
                <a:cubicBezTo>
                  <a:pt x="261" y="2"/>
                  <a:pt x="281" y="0"/>
                  <a:pt x="300" y="0"/>
                </a:cubicBezTo>
                <a:cubicBezTo>
                  <a:pt x="320" y="0"/>
                  <a:pt x="340" y="2"/>
                  <a:pt x="359" y="5"/>
                </a:cubicBezTo>
                <a:cubicBezTo>
                  <a:pt x="378" y="9"/>
                  <a:pt x="397" y="15"/>
                  <a:pt x="415" y="23"/>
                </a:cubicBezTo>
                <a:cubicBezTo>
                  <a:pt x="434" y="30"/>
                  <a:pt x="451" y="40"/>
                  <a:pt x="467" y="51"/>
                </a:cubicBezTo>
                <a:cubicBezTo>
                  <a:pt x="484" y="62"/>
                  <a:pt x="499" y="75"/>
                  <a:pt x="513" y="89"/>
                </a:cubicBezTo>
                <a:cubicBezTo>
                  <a:pt x="528" y="103"/>
                  <a:pt x="540" y="118"/>
                  <a:pt x="551" y="134"/>
                </a:cubicBezTo>
                <a:cubicBezTo>
                  <a:pt x="562" y="151"/>
                  <a:pt x="572" y="168"/>
                  <a:pt x="579" y="186"/>
                </a:cubicBezTo>
                <a:cubicBezTo>
                  <a:pt x="587" y="205"/>
                  <a:pt x="592" y="223"/>
                  <a:pt x="596" y="243"/>
                </a:cubicBezTo>
                <a:cubicBezTo>
                  <a:pt x="600" y="262"/>
                  <a:pt x="602" y="282"/>
                  <a:pt x="602" y="302"/>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txBox="1"/>
          <p:nvPr/>
        </p:nvSpPr>
        <p:spPr>
          <a:xfrm>
            <a:off x="4057200" y="22410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1615" name=""/>
          <p:cNvSpPr txBox="1"/>
          <p:nvPr/>
        </p:nvSpPr>
        <p:spPr>
          <a:xfrm>
            <a:off x="561384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1616" name=""/>
          <p:cNvSpPr txBox="1"/>
          <p:nvPr/>
        </p:nvSpPr>
        <p:spPr>
          <a:xfrm>
            <a:off x="4738320" y="46216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1617"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18" name=""/>
          <p:cNvSpPr/>
          <p:nvPr/>
        </p:nvSpPr>
        <p:spPr>
          <a:xfrm>
            <a:off x="3380760" y="5316480"/>
            <a:ext cx="839520" cy="839880"/>
          </a:xfrm>
          <a:custGeom>
            <a:avLst/>
            <a:gdLst/>
            <a:ahLst/>
            <a:rect l="0" t="0" r="r" b="b"/>
            <a:pathLst>
              <a:path w="2332" h="2333">
                <a:moveTo>
                  <a:pt x="2332" y="1167"/>
                </a:moveTo>
                <a:cubicBezTo>
                  <a:pt x="2332" y="1205"/>
                  <a:pt x="2330" y="1243"/>
                  <a:pt x="2326"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7"/>
                </a:cubicBezTo>
                <a:cubicBezTo>
                  <a:pt x="2176" y="1750"/>
                  <a:pt x="2157" y="1783"/>
                  <a:pt x="2135" y="1815"/>
                </a:cubicBezTo>
                <a:cubicBezTo>
                  <a:pt x="2114" y="1847"/>
                  <a:pt x="2092" y="1877"/>
                  <a:pt x="2067" y="1907"/>
                </a:cubicBezTo>
                <a:cubicBezTo>
                  <a:pt x="2043" y="1936"/>
                  <a:pt x="2018" y="1965"/>
                  <a:pt x="1991" y="1992"/>
                </a:cubicBezTo>
                <a:cubicBezTo>
                  <a:pt x="1964" y="2019"/>
                  <a:pt x="1935" y="2044"/>
                  <a:pt x="1906" y="2068"/>
                </a:cubicBezTo>
                <a:cubicBezTo>
                  <a:pt x="1876" y="2093"/>
                  <a:pt x="1846" y="2115"/>
                  <a:pt x="1814" y="2137"/>
                </a:cubicBezTo>
                <a:cubicBezTo>
                  <a:pt x="1782" y="2158"/>
                  <a:pt x="1749" y="2177"/>
                  <a:pt x="1716" y="2195"/>
                </a:cubicBezTo>
                <a:cubicBezTo>
                  <a:pt x="1682" y="2213"/>
                  <a:pt x="1648" y="2230"/>
                  <a:pt x="1612" y="2244"/>
                </a:cubicBezTo>
                <a:cubicBezTo>
                  <a:pt x="1577" y="2259"/>
                  <a:pt x="1541" y="2272"/>
                  <a:pt x="1505" y="2283"/>
                </a:cubicBezTo>
                <a:cubicBezTo>
                  <a:pt x="1468" y="2294"/>
                  <a:pt x="1431" y="2303"/>
                  <a:pt x="1394" y="2311"/>
                </a:cubicBezTo>
                <a:cubicBezTo>
                  <a:pt x="1356" y="2318"/>
                  <a:pt x="1319" y="2324"/>
                  <a:pt x="1281" y="2328"/>
                </a:cubicBezTo>
                <a:cubicBezTo>
                  <a:pt x="1243" y="2331"/>
                  <a:pt x="1205" y="2333"/>
                  <a:pt x="1166" y="2333"/>
                </a:cubicBezTo>
                <a:cubicBezTo>
                  <a:pt x="1128" y="2333"/>
                  <a:pt x="1089" y="2331"/>
                  <a:pt x="1051" y="2328"/>
                </a:cubicBezTo>
                <a:cubicBezTo>
                  <a:pt x="1013" y="2324"/>
                  <a:pt x="975" y="2318"/>
                  <a:pt x="938" y="2311"/>
                </a:cubicBezTo>
                <a:cubicBezTo>
                  <a:pt x="901" y="2303"/>
                  <a:pt x="864" y="2294"/>
                  <a:pt x="827" y="2283"/>
                </a:cubicBezTo>
                <a:cubicBezTo>
                  <a:pt x="791" y="2272"/>
                  <a:pt x="755" y="2259"/>
                  <a:pt x="719" y="2244"/>
                </a:cubicBezTo>
                <a:cubicBezTo>
                  <a:pt x="684" y="2230"/>
                  <a:pt x="650" y="2213"/>
                  <a:pt x="616" y="2195"/>
                </a:cubicBezTo>
                <a:cubicBezTo>
                  <a:pt x="582" y="2177"/>
                  <a:pt x="550" y="2158"/>
                  <a:pt x="518" y="2137"/>
                </a:cubicBezTo>
                <a:cubicBezTo>
                  <a:pt x="486" y="2115"/>
                  <a:pt x="455" y="2093"/>
                  <a:pt x="426" y="2068"/>
                </a:cubicBezTo>
                <a:cubicBezTo>
                  <a:pt x="396" y="2044"/>
                  <a:pt x="368" y="2019"/>
                  <a:pt x="341" y="1992"/>
                </a:cubicBezTo>
                <a:cubicBezTo>
                  <a:pt x="314" y="1965"/>
                  <a:pt x="289" y="1936"/>
                  <a:pt x="264" y="1907"/>
                </a:cubicBezTo>
                <a:cubicBezTo>
                  <a:pt x="240" y="1877"/>
                  <a:pt x="217" y="1847"/>
                  <a:pt x="196" y="1815"/>
                </a:cubicBezTo>
                <a:cubicBezTo>
                  <a:pt x="175" y="1783"/>
                  <a:pt x="155" y="1750"/>
                  <a:pt x="137" y="1717"/>
                </a:cubicBezTo>
                <a:cubicBezTo>
                  <a:pt x="119" y="1683"/>
                  <a:pt x="103" y="1648"/>
                  <a:pt x="89" y="1613"/>
                </a:cubicBezTo>
                <a:cubicBezTo>
                  <a:pt x="74" y="1578"/>
                  <a:pt x="61" y="1542"/>
                  <a:pt x="50" y="1505"/>
                </a:cubicBezTo>
                <a:cubicBezTo>
                  <a:pt x="39" y="1469"/>
                  <a:pt x="30" y="1432"/>
                  <a:pt x="22" y="1394"/>
                </a:cubicBezTo>
                <a:cubicBezTo>
                  <a:pt x="15" y="1357"/>
                  <a:pt x="9" y="1319"/>
                  <a:pt x="5" y="1281"/>
                </a:cubicBezTo>
                <a:cubicBezTo>
                  <a:pt x="2" y="1243"/>
                  <a:pt x="0" y="1205"/>
                  <a:pt x="0" y="1167"/>
                </a:cubicBezTo>
                <a:cubicBezTo>
                  <a:pt x="0" y="1129"/>
                  <a:pt x="2" y="1091"/>
                  <a:pt x="5" y="1053"/>
                </a:cubicBezTo>
                <a:cubicBezTo>
                  <a:pt x="9" y="1015"/>
                  <a:pt x="15" y="977"/>
                  <a:pt x="22" y="939"/>
                </a:cubicBezTo>
                <a:cubicBezTo>
                  <a:pt x="30" y="902"/>
                  <a:pt x="39" y="865"/>
                  <a:pt x="50" y="828"/>
                </a:cubicBezTo>
                <a:cubicBezTo>
                  <a:pt x="61" y="792"/>
                  <a:pt x="74" y="756"/>
                  <a:pt x="89" y="721"/>
                </a:cubicBezTo>
                <a:cubicBezTo>
                  <a:pt x="103" y="685"/>
                  <a:pt x="119" y="651"/>
                  <a:pt x="137" y="617"/>
                </a:cubicBezTo>
                <a:cubicBezTo>
                  <a:pt x="155" y="583"/>
                  <a:pt x="175" y="551"/>
                  <a:pt x="196" y="519"/>
                </a:cubicBezTo>
                <a:cubicBezTo>
                  <a:pt x="217" y="487"/>
                  <a:pt x="240" y="457"/>
                  <a:pt x="264" y="427"/>
                </a:cubicBezTo>
                <a:cubicBezTo>
                  <a:pt x="289" y="397"/>
                  <a:pt x="314" y="368"/>
                  <a:pt x="341" y="341"/>
                </a:cubicBezTo>
                <a:cubicBezTo>
                  <a:pt x="368" y="314"/>
                  <a:pt x="396" y="289"/>
                  <a:pt x="426" y="264"/>
                </a:cubicBezTo>
                <a:cubicBezTo>
                  <a:pt x="455" y="240"/>
                  <a:pt x="486" y="217"/>
                  <a:pt x="518" y="196"/>
                </a:cubicBezTo>
                <a:cubicBezTo>
                  <a:pt x="550" y="175"/>
                  <a:pt x="582" y="155"/>
                  <a:pt x="616" y="137"/>
                </a:cubicBezTo>
                <a:cubicBezTo>
                  <a:pt x="650" y="119"/>
                  <a:pt x="684" y="103"/>
                  <a:pt x="719" y="88"/>
                </a:cubicBezTo>
                <a:cubicBezTo>
                  <a:pt x="755" y="74"/>
                  <a:pt x="791" y="61"/>
                  <a:pt x="827" y="50"/>
                </a:cubicBezTo>
                <a:cubicBezTo>
                  <a:pt x="864" y="39"/>
                  <a:pt x="901" y="29"/>
                  <a:pt x="938" y="22"/>
                </a:cubicBezTo>
                <a:cubicBezTo>
                  <a:pt x="975" y="15"/>
                  <a:pt x="1013" y="9"/>
                  <a:pt x="1051" y="5"/>
                </a:cubicBezTo>
                <a:cubicBezTo>
                  <a:pt x="1089" y="1"/>
                  <a:pt x="1128" y="0"/>
                  <a:pt x="1166" y="0"/>
                </a:cubicBezTo>
                <a:cubicBezTo>
                  <a:pt x="1205" y="0"/>
                  <a:pt x="1243" y="1"/>
                  <a:pt x="1281" y="5"/>
                </a:cubicBezTo>
                <a:cubicBezTo>
                  <a:pt x="1319" y="9"/>
                  <a:pt x="1356" y="15"/>
                  <a:pt x="1394" y="22"/>
                </a:cubicBezTo>
                <a:cubicBezTo>
                  <a:pt x="1431" y="29"/>
                  <a:pt x="1468" y="39"/>
                  <a:pt x="1505" y="50"/>
                </a:cubicBezTo>
                <a:cubicBezTo>
                  <a:pt x="1541" y="61"/>
                  <a:pt x="1577" y="74"/>
                  <a:pt x="1612" y="88"/>
                </a:cubicBezTo>
                <a:cubicBezTo>
                  <a:pt x="1648" y="103"/>
                  <a:pt x="1682" y="119"/>
                  <a:pt x="1716" y="137"/>
                </a:cubicBezTo>
                <a:cubicBezTo>
                  <a:pt x="1749" y="155"/>
                  <a:pt x="1782" y="175"/>
                  <a:pt x="1814" y="196"/>
                </a:cubicBezTo>
                <a:cubicBezTo>
                  <a:pt x="1846" y="217"/>
                  <a:pt x="1876" y="240"/>
                  <a:pt x="1906" y="264"/>
                </a:cubicBezTo>
                <a:cubicBezTo>
                  <a:pt x="1935" y="289"/>
                  <a:pt x="1964" y="314"/>
                  <a:pt x="1991" y="341"/>
                </a:cubicBezTo>
                <a:cubicBezTo>
                  <a:pt x="2018" y="368"/>
                  <a:pt x="2043" y="397"/>
                  <a:pt x="2067" y="427"/>
                </a:cubicBezTo>
                <a:cubicBezTo>
                  <a:pt x="2092" y="457"/>
                  <a:pt x="2114" y="487"/>
                  <a:pt x="2135" y="519"/>
                </a:cubicBezTo>
                <a:cubicBezTo>
                  <a:pt x="2157" y="551"/>
                  <a:pt x="2176" y="583"/>
                  <a:pt x="2194" y="617"/>
                </a:cubicBezTo>
                <a:cubicBezTo>
                  <a:pt x="2212" y="651"/>
                  <a:pt x="2229" y="685"/>
                  <a:pt x="2243" y="721"/>
                </a:cubicBezTo>
                <a:cubicBezTo>
                  <a:pt x="2258" y="756"/>
                  <a:pt x="2271" y="792"/>
                  <a:pt x="2282" y="828"/>
                </a:cubicBezTo>
                <a:cubicBezTo>
                  <a:pt x="2293" y="865"/>
                  <a:pt x="2302" y="902"/>
                  <a:pt x="2310" y="939"/>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19" name=""/>
          <p:cNvSpPr/>
          <p:nvPr/>
        </p:nvSpPr>
        <p:spPr>
          <a:xfrm>
            <a:off x="3622320" y="5608440"/>
            <a:ext cx="396000" cy="202680"/>
          </a:xfrm>
          <a:custGeom>
            <a:avLst/>
            <a:gdLst/>
            <a:ahLst/>
            <a:rect l="0" t="0" r="r" b="b"/>
            <a:pathLst>
              <a:path w="1100" h="563">
                <a:moveTo>
                  <a:pt x="24" y="488"/>
                </a:moveTo>
                <a:cubicBezTo>
                  <a:pt x="-38" y="336"/>
                  <a:pt x="18" y="248"/>
                  <a:pt x="194" y="223"/>
                </a:cubicBezTo>
                <a:cubicBezTo>
                  <a:pt x="231" y="85"/>
                  <a:pt x="344" y="29"/>
                  <a:pt x="533" y="54"/>
                </a:cubicBezTo>
                <a:cubicBezTo>
                  <a:pt x="671" y="-34"/>
                  <a:pt x="790" y="-15"/>
                  <a:pt x="890" y="110"/>
                </a:cubicBezTo>
                <a:cubicBezTo>
                  <a:pt x="1028" y="110"/>
                  <a:pt x="1084" y="192"/>
                  <a:pt x="1059" y="355"/>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3766320" y="5709240"/>
            <a:ext cx="68040" cy="88200"/>
          </a:xfrm>
          <a:custGeom>
            <a:avLst/>
            <a:gdLst/>
            <a:ahLst/>
            <a:rect l="0" t="0" r="r" b="b"/>
            <a:pathLst>
              <a:path fill="none" w="189" h="245">
                <a:moveTo>
                  <a:pt x="94" y="0"/>
                </a:moveTo>
                <a:lnTo>
                  <a:pt x="94" y="245"/>
                </a:lnTo>
                <a:moveTo>
                  <a:pt x="0" y="112"/>
                </a:moveTo>
                <a:lnTo>
                  <a:pt x="94" y="0"/>
                </a:lnTo>
                <a:lnTo>
                  <a:pt x="189" y="112"/>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1621" name=""/>
          <p:cNvSpPr/>
          <p:nvPr/>
        </p:nvSpPr>
        <p:spPr>
          <a:xfrm>
            <a:off x="3989880" y="5925960"/>
            <a:ext cx="216720" cy="217080"/>
          </a:xfrm>
          <a:custGeom>
            <a:avLst/>
            <a:gdLst/>
            <a:ahLst/>
            <a:rect l="0" t="0" r="r" b="b"/>
            <a:pathLst>
              <a:path w="602" h="603">
                <a:moveTo>
                  <a:pt x="602" y="302"/>
                </a:moveTo>
                <a:cubicBezTo>
                  <a:pt x="602" y="321"/>
                  <a:pt x="600" y="341"/>
                  <a:pt x="597" y="360"/>
                </a:cubicBezTo>
                <a:cubicBezTo>
                  <a:pt x="593" y="380"/>
                  <a:pt x="587" y="398"/>
                  <a:pt x="579"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8" y="587"/>
                  <a:pt x="380" y="593"/>
                  <a:pt x="360" y="597"/>
                </a:cubicBezTo>
                <a:cubicBezTo>
                  <a:pt x="341" y="601"/>
                  <a:pt x="321" y="603"/>
                  <a:pt x="302" y="603"/>
                </a:cubicBezTo>
                <a:cubicBezTo>
                  <a:pt x="282" y="603"/>
                  <a:pt x="262" y="601"/>
                  <a:pt x="243" y="597"/>
                </a:cubicBezTo>
                <a:cubicBezTo>
                  <a:pt x="223" y="593"/>
                  <a:pt x="205" y="587"/>
                  <a:pt x="186" y="580"/>
                </a:cubicBezTo>
                <a:cubicBezTo>
                  <a:pt x="168" y="572"/>
                  <a:pt x="151" y="563"/>
                  <a:pt x="134" y="552"/>
                </a:cubicBezTo>
                <a:cubicBezTo>
                  <a:pt x="118" y="541"/>
                  <a:pt x="103" y="528"/>
                  <a:pt x="89" y="514"/>
                </a:cubicBezTo>
                <a:cubicBezTo>
                  <a:pt x="75" y="500"/>
                  <a:pt x="62" y="485"/>
                  <a:pt x="51" y="469"/>
                </a:cubicBezTo>
                <a:cubicBezTo>
                  <a:pt x="40" y="452"/>
                  <a:pt x="30" y="435"/>
                  <a:pt x="23" y="417"/>
                </a:cubicBezTo>
                <a:cubicBezTo>
                  <a:pt x="15" y="398"/>
                  <a:pt x="9" y="380"/>
                  <a:pt x="6" y="360"/>
                </a:cubicBezTo>
                <a:cubicBezTo>
                  <a:pt x="2" y="341"/>
                  <a:pt x="0" y="321"/>
                  <a:pt x="0" y="302"/>
                </a:cubicBezTo>
                <a:cubicBezTo>
                  <a:pt x="0" y="282"/>
                  <a:pt x="2" y="262"/>
                  <a:pt x="6" y="243"/>
                </a:cubicBezTo>
                <a:cubicBezTo>
                  <a:pt x="9" y="223"/>
                  <a:pt x="15" y="205"/>
                  <a:pt x="23" y="186"/>
                </a:cubicBezTo>
                <a:cubicBezTo>
                  <a:pt x="30" y="168"/>
                  <a:pt x="40" y="151"/>
                  <a:pt x="51" y="134"/>
                </a:cubicBezTo>
                <a:cubicBezTo>
                  <a:pt x="62" y="118"/>
                  <a:pt x="75" y="103"/>
                  <a:pt x="89" y="89"/>
                </a:cubicBezTo>
                <a:cubicBezTo>
                  <a:pt x="103" y="75"/>
                  <a:pt x="118" y="61"/>
                  <a:pt x="134" y="50"/>
                </a:cubicBezTo>
                <a:cubicBezTo>
                  <a:pt x="151" y="39"/>
                  <a:pt x="168" y="30"/>
                  <a:pt x="186" y="22"/>
                </a:cubicBezTo>
                <a:cubicBezTo>
                  <a:pt x="205" y="15"/>
                  <a:pt x="223" y="9"/>
                  <a:pt x="243" y="5"/>
                </a:cubicBezTo>
                <a:cubicBezTo>
                  <a:pt x="262" y="2"/>
                  <a:pt x="282" y="0"/>
                  <a:pt x="302" y="0"/>
                </a:cubicBezTo>
                <a:cubicBezTo>
                  <a:pt x="321" y="0"/>
                  <a:pt x="341" y="2"/>
                  <a:pt x="360" y="5"/>
                </a:cubicBezTo>
                <a:cubicBezTo>
                  <a:pt x="380" y="9"/>
                  <a:pt x="398" y="15"/>
                  <a:pt x="417" y="22"/>
                </a:cubicBezTo>
                <a:cubicBezTo>
                  <a:pt x="435" y="30"/>
                  <a:pt x="452" y="39"/>
                  <a:pt x="469" y="50"/>
                </a:cubicBezTo>
                <a:cubicBezTo>
                  <a:pt x="485" y="61"/>
                  <a:pt x="500" y="75"/>
                  <a:pt x="514" y="89"/>
                </a:cubicBezTo>
                <a:cubicBezTo>
                  <a:pt x="528" y="103"/>
                  <a:pt x="541" y="118"/>
                  <a:pt x="552" y="134"/>
                </a:cubicBezTo>
                <a:cubicBezTo>
                  <a:pt x="563" y="151"/>
                  <a:pt x="572" y="168"/>
                  <a:pt x="579" y="186"/>
                </a:cubicBezTo>
                <a:cubicBezTo>
                  <a:pt x="587" y="205"/>
                  <a:pt x="593" y="223"/>
                  <a:pt x="597" y="243"/>
                </a:cubicBezTo>
                <a:cubicBezTo>
                  <a:pt x="600" y="262"/>
                  <a:pt x="602" y="282"/>
                  <a:pt x="602" y="302"/>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txBox="1"/>
          <p:nvPr/>
        </p:nvSpPr>
        <p:spPr>
          <a:xfrm>
            <a:off x="4724640" y="484128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1623" name=""/>
          <p:cNvSpPr/>
          <p:nvPr/>
        </p:nvSpPr>
        <p:spPr>
          <a:xfrm>
            <a:off x="3373920" y="5905440"/>
            <a:ext cx="257400" cy="257760"/>
          </a:xfrm>
          <a:custGeom>
            <a:avLst/>
            <a:gdLst/>
            <a:ahLst/>
            <a:rect l="0" t="0" r="r" b="b"/>
            <a:pathLst>
              <a:path w="715" h="716">
                <a:moveTo>
                  <a:pt x="715" y="358"/>
                </a:moveTo>
                <a:cubicBezTo>
                  <a:pt x="715" y="382"/>
                  <a:pt x="713" y="405"/>
                  <a:pt x="709" y="428"/>
                </a:cubicBezTo>
                <a:cubicBezTo>
                  <a:pt x="704" y="451"/>
                  <a:pt x="697" y="474"/>
                  <a:pt x="688" y="495"/>
                </a:cubicBezTo>
                <a:cubicBezTo>
                  <a:pt x="679" y="517"/>
                  <a:pt x="668" y="538"/>
                  <a:pt x="655" y="557"/>
                </a:cubicBezTo>
                <a:cubicBezTo>
                  <a:pt x="642" y="577"/>
                  <a:pt x="627" y="595"/>
                  <a:pt x="611" y="611"/>
                </a:cubicBezTo>
                <a:cubicBezTo>
                  <a:pt x="594" y="628"/>
                  <a:pt x="576" y="643"/>
                  <a:pt x="557" y="656"/>
                </a:cubicBezTo>
                <a:cubicBezTo>
                  <a:pt x="537" y="669"/>
                  <a:pt x="517" y="680"/>
                  <a:pt x="495" y="689"/>
                </a:cubicBezTo>
                <a:cubicBezTo>
                  <a:pt x="473" y="698"/>
                  <a:pt x="451" y="705"/>
                  <a:pt x="428" y="709"/>
                </a:cubicBezTo>
                <a:cubicBezTo>
                  <a:pt x="405" y="714"/>
                  <a:pt x="382" y="716"/>
                  <a:pt x="358" y="716"/>
                </a:cubicBezTo>
                <a:cubicBezTo>
                  <a:pt x="335" y="716"/>
                  <a:pt x="312" y="714"/>
                  <a:pt x="289" y="709"/>
                </a:cubicBezTo>
                <a:cubicBezTo>
                  <a:pt x="265" y="705"/>
                  <a:pt x="242" y="698"/>
                  <a:pt x="221" y="689"/>
                </a:cubicBezTo>
                <a:cubicBezTo>
                  <a:pt x="199" y="680"/>
                  <a:pt x="178" y="669"/>
                  <a:pt x="159" y="656"/>
                </a:cubicBezTo>
                <a:cubicBezTo>
                  <a:pt x="139" y="643"/>
                  <a:pt x="121" y="628"/>
                  <a:pt x="105" y="611"/>
                </a:cubicBezTo>
                <a:cubicBezTo>
                  <a:pt x="88" y="595"/>
                  <a:pt x="73" y="577"/>
                  <a:pt x="60" y="557"/>
                </a:cubicBezTo>
                <a:cubicBezTo>
                  <a:pt x="47" y="538"/>
                  <a:pt x="36" y="517"/>
                  <a:pt x="27" y="495"/>
                </a:cubicBezTo>
                <a:cubicBezTo>
                  <a:pt x="18" y="474"/>
                  <a:pt x="11" y="451"/>
                  <a:pt x="7" y="428"/>
                </a:cubicBezTo>
                <a:cubicBezTo>
                  <a:pt x="2" y="405"/>
                  <a:pt x="0" y="382"/>
                  <a:pt x="0" y="358"/>
                </a:cubicBezTo>
                <a:cubicBezTo>
                  <a:pt x="0" y="334"/>
                  <a:pt x="2" y="311"/>
                  <a:pt x="7" y="288"/>
                </a:cubicBezTo>
                <a:cubicBezTo>
                  <a:pt x="11" y="265"/>
                  <a:pt x="18" y="242"/>
                  <a:pt x="27" y="221"/>
                </a:cubicBezTo>
                <a:cubicBezTo>
                  <a:pt x="36" y="199"/>
                  <a:pt x="47" y="179"/>
                  <a:pt x="60" y="159"/>
                </a:cubicBezTo>
                <a:cubicBezTo>
                  <a:pt x="73" y="139"/>
                  <a:pt x="88" y="121"/>
                  <a:pt x="105" y="105"/>
                </a:cubicBezTo>
                <a:cubicBezTo>
                  <a:pt x="121" y="88"/>
                  <a:pt x="139" y="73"/>
                  <a:pt x="159" y="60"/>
                </a:cubicBezTo>
                <a:cubicBezTo>
                  <a:pt x="178" y="47"/>
                  <a:pt x="199" y="36"/>
                  <a:pt x="221" y="27"/>
                </a:cubicBezTo>
                <a:cubicBezTo>
                  <a:pt x="242" y="18"/>
                  <a:pt x="265" y="12"/>
                  <a:pt x="289" y="7"/>
                </a:cubicBezTo>
                <a:cubicBezTo>
                  <a:pt x="312" y="2"/>
                  <a:pt x="335" y="0"/>
                  <a:pt x="358" y="0"/>
                </a:cubicBezTo>
                <a:cubicBezTo>
                  <a:pt x="382" y="0"/>
                  <a:pt x="405" y="2"/>
                  <a:pt x="428" y="7"/>
                </a:cubicBezTo>
                <a:cubicBezTo>
                  <a:pt x="451" y="12"/>
                  <a:pt x="473" y="18"/>
                  <a:pt x="495" y="27"/>
                </a:cubicBezTo>
                <a:cubicBezTo>
                  <a:pt x="517" y="36"/>
                  <a:pt x="537" y="47"/>
                  <a:pt x="557" y="60"/>
                </a:cubicBezTo>
                <a:cubicBezTo>
                  <a:pt x="576" y="73"/>
                  <a:pt x="594" y="88"/>
                  <a:pt x="611" y="105"/>
                </a:cubicBezTo>
                <a:cubicBezTo>
                  <a:pt x="627" y="121"/>
                  <a:pt x="642" y="139"/>
                  <a:pt x="655" y="159"/>
                </a:cubicBezTo>
                <a:cubicBezTo>
                  <a:pt x="668" y="179"/>
                  <a:pt x="679" y="199"/>
                  <a:pt x="688" y="221"/>
                </a:cubicBezTo>
                <a:cubicBezTo>
                  <a:pt x="697" y="242"/>
                  <a:pt x="704" y="265"/>
                  <a:pt x="709" y="288"/>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3453120" y="5943960"/>
            <a:ext cx="58680" cy="58680"/>
          </a:xfrm>
          <a:custGeom>
            <a:avLst/>
            <a:gdLst/>
            <a:ahLst/>
            <a:rect l="0" t="0" r="r" b="b"/>
            <a:pathLst>
              <a:path w="163" h="163">
                <a:moveTo>
                  <a:pt x="163" y="81"/>
                </a:moveTo>
                <a:cubicBezTo>
                  <a:pt x="163" y="92"/>
                  <a:pt x="161" y="102"/>
                  <a:pt x="156" y="112"/>
                </a:cubicBezTo>
                <a:cubicBezTo>
                  <a:pt x="152" y="122"/>
                  <a:pt x="146" y="131"/>
                  <a:pt x="138" y="138"/>
                </a:cubicBezTo>
                <a:cubicBezTo>
                  <a:pt x="130" y="146"/>
                  <a:pt x="122" y="152"/>
                  <a:pt x="112" y="157"/>
                </a:cubicBezTo>
                <a:cubicBezTo>
                  <a:pt x="102" y="161"/>
                  <a:pt x="92" y="163"/>
                  <a:pt x="81" y="163"/>
                </a:cubicBezTo>
                <a:cubicBezTo>
                  <a:pt x="70" y="163"/>
                  <a:pt x="60" y="161"/>
                  <a:pt x="50" y="157"/>
                </a:cubicBezTo>
                <a:cubicBezTo>
                  <a:pt x="40" y="152"/>
                  <a:pt x="31" y="146"/>
                  <a:pt x="24" y="138"/>
                </a:cubicBezTo>
                <a:cubicBezTo>
                  <a:pt x="16" y="131"/>
                  <a:pt x="10" y="122"/>
                  <a:pt x="6" y="112"/>
                </a:cubicBezTo>
                <a:cubicBezTo>
                  <a:pt x="2" y="102"/>
                  <a:pt x="0" y="92"/>
                  <a:pt x="0" y="81"/>
                </a:cubicBezTo>
                <a:cubicBezTo>
                  <a:pt x="0" y="71"/>
                  <a:pt x="2" y="60"/>
                  <a:pt x="6" y="50"/>
                </a:cubicBezTo>
                <a:cubicBezTo>
                  <a:pt x="10" y="40"/>
                  <a:pt x="16" y="32"/>
                  <a:pt x="24" y="24"/>
                </a:cubicBezTo>
                <a:cubicBezTo>
                  <a:pt x="31" y="16"/>
                  <a:pt x="40" y="11"/>
                  <a:pt x="50" y="7"/>
                </a:cubicBezTo>
                <a:cubicBezTo>
                  <a:pt x="60" y="2"/>
                  <a:pt x="70" y="0"/>
                  <a:pt x="81" y="0"/>
                </a:cubicBezTo>
                <a:cubicBezTo>
                  <a:pt x="92" y="0"/>
                  <a:pt x="102" y="2"/>
                  <a:pt x="112" y="7"/>
                </a:cubicBezTo>
                <a:cubicBezTo>
                  <a:pt x="122" y="11"/>
                  <a:pt x="130" y="16"/>
                  <a:pt x="138" y="24"/>
                </a:cubicBezTo>
                <a:cubicBezTo>
                  <a:pt x="146" y="32"/>
                  <a:pt x="152" y="40"/>
                  <a:pt x="156" y="50"/>
                </a:cubicBezTo>
                <a:cubicBezTo>
                  <a:pt x="161" y="60"/>
                  <a:pt x="163" y="71"/>
                  <a:pt x="163" y="8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5" name=""/>
          <p:cNvSpPr/>
          <p:nvPr/>
        </p:nvSpPr>
        <p:spPr>
          <a:xfrm>
            <a:off x="3434760" y="6013800"/>
            <a:ext cx="95040" cy="101880"/>
          </a:xfrm>
          <a:custGeom>
            <a:avLst/>
            <a:gdLst/>
            <a:ahLst/>
            <a:rect l="0" t="0" r="r" b="b"/>
            <a:pathLst>
              <a:path w="264" h="283">
                <a:moveTo>
                  <a:pt x="0" y="283"/>
                </a:moveTo>
                <a:cubicBezTo>
                  <a:pt x="0" y="95"/>
                  <a:pt x="44" y="0"/>
                  <a:pt x="133" y="0"/>
                </a:cubicBezTo>
                <a:cubicBezTo>
                  <a:pt x="221" y="0"/>
                  <a:pt x="264" y="95"/>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6" name=""/>
          <p:cNvSpPr/>
          <p:nvPr/>
        </p:nvSpPr>
        <p:spPr>
          <a:xfrm>
            <a:off x="3509280" y="5979960"/>
            <a:ext cx="44280" cy="74880"/>
          </a:xfrm>
          <a:custGeom>
            <a:avLst/>
            <a:gdLst/>
            <a:ahLst/>
            <a:rect l="0" t="0" r="r" b="b"/>
            <a:pathLst>
              <a:path w="123" h="208">
                <a:moveTo>
                  <a:pt x="24" y="0"/>
                </a:moveTo>
                <a:lnTo>
                  <a:pt x="99" y="0"/>
                </a:lnTo>
                <a:cubicBezTo>
                  <a:pt x="106" y="0"/>
                  <a:pt x="111" y="2"/>
                  <a:pt x="116" y="7"/>
                </a:cubicBezTo>
                <a:cubicBezTo>
                  <a:pt x="121" y="12"/>
                  <a:pt x="123" y="18"/>
                  <a:pt x="123" y="25"/>
                </a:cubicBezTo>
                <a:lnTo>
                  <a:pt x="123" y="184"/>
                </a:lnTo>
                <a:cubicBezTo>
                  <a:pt x="123" y="190"/>
                  <a:pt x="121" y="196"/>
                  <a:pt x="116" y="201"/>
                </a:cubicBezTo>
                <a:cubicBezTo>
                  <a:pt x="111" y="206"/>
                  <a:pt x="106" y="208"/>
                  <a:pt x="99" y="208"/>
                </a:cubicBezTo>
                <a:lnTo>
                  <a:pt x="24" y="208"/>
                </a:lnTo>
                <a:cubicBezTo>
                  <a:pt x="18" y="208"/>
                  <a:pt x="12" y="206"/>
                  <a:pt x="7" y="201"/>
                </a:cubicBezTo>
                <a:cubicBezTo>
                  <a:pt x="2" y="196"/>
                  <a:pt x="0" y="190"/>
                  <a:pt x="0" y="184"/>
                </a:cubicBezTo>
                <a:lnTo>
                  <a:pt x="0" y="25"/>
                </a:lnTo>
                <a:cubicBezTo>
                  <a:pt x="0" y="18"/>
                  <a:pt x="2" y="12"/>
                  <a:pt x="7" y="7"/>
                </a:cubicBezTo>
                <a:cubicBezTo>
                  <a:pt x="12" y="2"/>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3517920" y="5991480"/>
            <a:ext cx="27000" cy="47880"/>
          </a:xfrm>
          <a:custGeom>
            <a:avLst/>
            <a:gdLst/>
            <a:ahLst/>
            <a:rect l="0" t="0" r="r" b="b"/>
            <a:pathLst>
              <a:path w="75" h="133">
                <a:moveTo>
                  <a:pt x="12" y="0"/>
                </a:moveTo>
                <a:lnTo>
                  <a:pt x="63" y="0"/>
                </a:lnTo>
                <a:cubicBezTo>
                  <a:pt x="67" y="0"/>
                  <a:pt x="69" y="1"/>
                  <a:pt x="71" y="3"/>
                </a:cubicBezTo>
                <a:cubicBezTo>
                  <a:pt x="74" y="6"/>
                  <a:pt x="75" y="8"/>
                  <a:pt x="75" y="11"/>
                </a:cubicBezTo>
                <a:lnTo>
                  <a:pt x="75" y="121"/>
                </a:lnTo>
                <a:cubicBezTo>
                  <a:pt x="75" y="125"/>
                  <a:pt x="74" y="127"/>
                  <a:pt x="71" y="129"/>
                </a:cubicBezTo>
                <a:cubicBezTo>
                  <a:pt x="69" y="132"/>
                  <a:pt x="67" y="133"/>
                  <a:pt x="63" y="133"/>
                </a:cubicBezTo>
                <a:lnTo>
                  <a:pt x="12" y="133"/>
                </a:lnTo>
                <a:cubicBezTo>
                  <a:pt x="9" y="133"/>
                  <a:pt x="6" y="132"/>
                  <a:pt x="4" y="129"/>
                </a:cubicBezTo>
                <a:cubicBezTo>
                  <a:pt x="2" y="127"/>
                  <a:pt x="0" y="125"/>
                  <a:pt x="0" y="121"/>
                </a:cubicBezTo>
                <a:lnTo>
                  <a:pt x="0" y="11"/>
                </a:lnTo>
                <a:cubicBezTo>
                  <a:pt x="0" y="8"/>
                  <a:pt x="2" y="6"/>
                  <a:pt x="4" y="3"/>
                </a:cubicBezTo>
                <a:cubicBezTo>
                  <a:pt x="6" y="1"/>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8"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29" name=""/>
          <p:cNvSpPr/>
          <p:nvPr/>
        </p:nvSpPr>
        <p:spPr>
          <a:xfrm>
            <a:off x="3143880" y="589212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0"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1" name=""/>
          <p:cNvSpPr/>
          <p:nvPr/>
        </p:nvSpPr>
        <p:spPr>
          <a:xfrm>
            <a:off x="2365560" y="5567040"/>
            <a:ext cx="947880" cy="325440"/>
          </a:xfrm>
          <a:custGeom>
            <a:avLst/>
            <a:gdLst/>
            <a:ahLst/>
            <a:rect l="0" t="0" r="r" b="b"/>
            <a:pathLst>
              <a:path w="2633" h="904">
                <a:moveTo>
                  <a:pt x="264" y="0"/>
                </a:moveTo>
                <a:lnTo>
                  <a:pt x="2370" y="0"/>
                </a:lnTo>
                <a:cubicBezTo>
                  <a:pt x="2387" y="0"/>
                  <a:pt x="2404" y="1"/>
                  <a:pt x="2421" y="5"/>
                </a:cubicBezTo>
                <a:cubicBezTo>
                  <a:pt x="2438" y="8"/>
                  <a:pt x="2454" y="13"/>
                  <a:pt x="2470" y="20"/>
                </a:cubicBezTo>
                <a:cubicBezTo>
                  <a:pt x="2486" y="26"/>
                  <a:pt x="2501" y="34"/>
                  <a:pt x="2516" y="44"/>
                </a:cubicBezTo>
                <a:cubicBezTo>
                  <a:pt x="2530" y="54"/>
                  <a:pt x="2544" y="64"/>
                  <a:pt x="2556" y="77"/>
                </a:cubicBezTo>
                <a:cubicBezTo>
                  <a:pt x="2568" y="89"/>
                  <a:pt x="2579" y="102"/>
                  <a:pt x="2588" y="117"/>
                </a:cubicBezTo>
                <a:cubicBezTo>
                  <a:pt x="2598" y="131"/>
                  <a:pt x="2606" y="146"/>
                  <a:pt x="2613" y="162"/>
                </a:cubicBezTo>
                <a:cubicBezTo>
                  <a:pt x="2619" y="178"/>
                  <a:pt x="2624" y="195"/>
                  <a:pt x="2628" y="212"/>
                </a:cubicBezTo>
                <a:cubicBezTo>
                  <a:pt x="2631" y="229"/>
                  <a:pt x="2633" y="246"/>
                  <a:pt x="2633" y="263"/>
                </a:cubicBezTo>
                <a:lnTo>
                  <a:pt x="2633" y="640"/>
                </a:lnTo>
                <a:cubicBezTo>
                  <a:pt x="2633" y="657"/>
                  <a:pt x="2631" y="675"/>
                  <a:pt x="2628" y="692"/>
                </a:cubicBezTo>
                <a:cubicBezTo>
                  <a:pt x="2624" y="709"/>
                  <a:pt x="2619" y="725"/>
                  <a:pt x="2613" y="741"/>
                </a:cubicBezTo>
                <a:cubicBezTo>
                  <a:pt x="2606" y="757"/>
                  <a:pt x="2598" y="772"/>
                  <a:pt x="2588" y="786"/>
                </a:cubicBezTo>
                <a:cubicBezTo>
                  <a:pt x="2579" y="801"/>
                  <a:pt x="2568" y="814"/>
                  <a:pt x="2556" y="826"/>
                </a:cubicBezTo>
                <a:cubicBezTo>
                  <a:pt x="2544" y="839"/>
                  <a:pt x="2530" y="850"/>
                  <a:pt x="2516" y="859"/>
                </a:cubicBezTo>
                <a:cubicBezTo>
                  <a:pt x="2501" y="869"/>
                  <a:pt x="2486" y="877"/>
                  <a:pt x="2470" y="883"/>
                </a:cubicBezTo>
                <a:cubicBezTo>
                  <a:pt x="2454" y="890"/>
                  <a:pt x="2438" y="895"/>
                  <a:pt x="2421" y="898"/>
                </a:cubicBezTo>
                <a:cubicBezTo>
                  <a:pt x="2404" y="902"/>
                  <a:pt x="2387" y="904"/>
                  <a:pt x="2370" y="904"/>
                </a:cubicBezTo>
                <a:lnTo>
                  <a:pt x="264" y="904"/>
                </a:lnTo>
                <a:cubicBezTo>
                  <a:pt x="247" y="904"/>
                  <a:pt x="230" y="902"/>
                  <a:pt x="213" y="898"/>
                </a:cubicBezTo>
                <a:cubicBezTo>
                  <a:pt x="196" y="895"/>
                  <a:pt x="179" y="890"/>
                  <a:pt x="163" y="883"/>
                </a:cubicBezTo>
                <a:cubicBezTo>
                  <a:pt x="147" y="877"/>
                  <a:pt x="132" y="869"/>
                  <a:pt x="118" y="859"/>
                </a:cubicBezTo>
                <a:cubicBezTo>
                  <a:pt x="104" y="850"/>
                  <a:pt x="90" y="839"/>
                  <a:pt x="78" y="826"/>
                </a:cubicBezTo>
                <a:cubicBezTo>
                  <a:pt x="66" y="814"/>
                  <a:pt x="55" y="801"/>
                  <a:pt x="45" y="786"/>
                </a:cubicBezTo>
                <a:cubicBezTo>
                  <a:pt x="36" y="772"/>
                  <a:pt x="28" y="757"/>
                  <a:pt x="21" y="741"/>
                </a:cubicBezTo>
                <a:cubicBezTo>
                  <a:pt x="14" y="725"/>
                  <a:pt x="9" y="709"/>
                  <a:pt x="5" y="692"/>
                </a:cubicBezTo>
                <a:cubicBezTo>
                  <a:pt x="2" y="675"/>
                  <a:pt x="0" y="657"/>
                  <a:pt x="0" y="640"/>
                </a:cubicBezTo>
                <a:lnTo>
                  <a:pt x="0" y="263"/>
                </a:lnTo>
                <a:cubicBezTo>
                  <a:pt x="0" y="246"/>
                  <a:pt x="2" y="229"/>
                  <a:pt x="5" y="212"/>
                </a:cubicBezTo>
                <a:cubicBezTo>
                  <a:pt x="9" y="195"/>
                  <a:pt x="14" y="178"/>
                  <a:pt x="21" y="162"/>
                </a:cubicBezTo>
                <a:cubicBezTo>
                  <a:pt x="28" y="146"/>
                  <a:pt x="36" y="131"/>
                  <a:pt x="45" y="117"/>
                </a:cubicBezTo>
                <a:cubicBezTo>
                  <a:pt x="55" y="102"/>
                  <a:pt x="66" y="89"/>
                  <a:pt x="78" y="77"/>
                </a:cubicBezTo>
                <a:cubicBezTo>
                  <a:pt x="90" y="64"/>
                  <a:pt x="104" y="54"/>
                  <a:pt x="118" y="44"/>
                </a:cubicBezTo>
                <a:cubicBezTo>
                  <a:pt x="132" y="34"/>
                  <a:pt x="147" y="26"/>
                  <a:pt x="163" y="20"/>
                </a:cubicBezTo>
                <a:cubicBezTo>
                  <a:pt x="179" y="13"/>
                  <a:pt x="196" y="8"/>
                  <a:pt x="213" y="5"/>
                </a:cubicBezTo>
                <a:cubicBezTo>
                  <a:pt x="230" y="1"/>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1632" name=""/>
          <p:cNvSpPr txBox="1"/>
          <p:nvPr/>
        </p:nvSpPr>
        <p:spPr>
          <a:xfrm>
            <a:off x="4057200" y="59518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1633" name=""/>
          <p:cNvSpPr txBox="1"/>
          <p:nvPr/>
        </p:nvSpPr>
        <p:spPr>
          <a:xfrm>
            <a:off x="2511000" y="56145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1634" name=""/>
          <p:cNvSpPr txBox="1"/>
          <p:nvPr/>
        </p:nvSpPr>
        <p:spPr>
          <a:xfrm>
            <a:off x="2651400" y="573660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1635" name=""/>
          <p:cNvSpPr txBox="1"/>
          <p:nvPr/>
        </p:nvSpPr>
        <p:spPr>
          <a:xfrm>
            <a:off x="2797200" y="61657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1636" name=""/>
          <p:cNvSpPr txBox="1"/>
          <p:nvPr/>
        </p:nvSpPr>
        <p:spPr>
          <a:xfrm>
            <a:off x="3291840" y="638532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1637"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38" name=""/>
          <p:cNvSpPr/>
          <p:nvPr/>
        </p:nvSpPr>
        <p:spPr>
          <a:xfrm>
            <a:off x="1824120" y="3758760"/>
            <a:ext cx="839520" cy="840240"/>
          </a:xfrm>
          <a:custGeom>
            <a:avLst/>
            <a:gdLst/>
            <a:ahLst/>
            <a:rect l="0" t="0" r="r" b="b"/>
            <a:pathLst>
              <a:path w="2332" h="2334">
                <a:moveTo>
                  <a:pt x="2332" y="1167"/>
                </a:moveTo>
                <a:cubicBezTo>
                  <a:pt x="2332" y="1205"/>
                  <a:pt x="2330" y="1244"/>
                  <a:pt x="2327"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6" y="1815"/>
                </a:cubicBezTo>
                <a:cubicBezTo>
                  <a:pt x="2114" y="1847"/>
                  <a:pt x="2092" y="1878"/>
                  <a:pt x="2068" y="1907"/>
                </a:cubicBezTo>
                <a:cubicBezTo>
                  <a:pt x="2043" y="1937"/>
                  <a:pt x="2018" y="1965"/>
                  <a:pt x="1991" y="1992"/>
                </a:cubicBezTo>
                <a:cubicBezTo>
                  <a:pt x="1964" y="2019"/>
                  <a:pt x="1935" y="2045"/>
                  <a:pt x="1906" y="2069"/>
                </a:cubicBezTo>
                <a:cubicBezTo>
                  <a:pt x="1876" y="2093"/>
                  <a:pt x="1846" y="2116"/>
                  <a:pt x="1814" y="2137"/>
                </a:cubicBezTo>
                <a:cubicBezTo>
                  <a:pt x="1782" y="2158"/>
                  <a:pt x="1750" y="2178"/>
                  <a:pt x="1716" y="2196"/>
                </a:cubicBezTo>
                <a:cubicBezTo>
                  <a:pt x="1682" y="2214"/>
                  <a:pt x="1648" y="2230"/>
                  <a:pt x="1613" y="2245"/>
                </a:cubicBezTo>
                <a:cubicBezTo>
                  <a:pt x="1577" y="2259"/>
                  <a:pt x="1541" y="2272"/>
                  <a:pt x="1505" y="2283"/>
                </a:cubicBezTo>
                <a:cubicBezTo>
                  <a:pt x="1468" y="2294"/>
                  <a:pt x="1431" y="2304"/>
                  <a:pt x="1394" y="2311"/>
                </a:cubicBezTo>
                <a:cubicBezTo>
                  <a:pt x="1357" y="2319"/>
                  <a:pt x="1319" y="2324"/>
                  <a:pt x="1281" y="2328"/>
                </a:cubicBezTo>
                <a:cubicBezTo>
                  <a:pt x="1243" y="2332"/>
                  <a:pt x="1205" y="2334"/>
                  <a:pt x="1167" y="2334"/>
                </a:cubicBezTo>
                <a:cubicBezTo>
                  <a:pt x="1128" y="2334"/>
                  <a:pt x="1090" y="2332"/>
                  <a:pt x="1052" y="2328"/>
                </a:cubicBezTo>
                <a:cubicBezTo>
                  <a:pt x="1014" y="2324"/>
                  <a:pt x="977" y="2319"/>
                  <a:pt x="939" y="2311"/>
                </a:cubicBezTo>
                <a:cubicBezTo>
                  <a:pt x="902" y="2304"/>
                  <a:pt x="865" y="2294"/>
                  <a:pt x="828" y="2283"/>
                </a:cubicBezTo>
                <a:cubicBezTo>
                  <a:pt x="792" y="2272"/>
                  <a:pt x="755" y="2259"/>
                  <a:pt x="720" y="2245"/>
                </a:cubicBezTo>
                <a:cubicBezTo>
                  <a:pt x="684" y="2230"/>
                  <a:pt x="650" y="2214"/>
                  <a:pt x="616" y="2196"/>
                </a:cubicBezTo>
                <a:cubicBezTo>
                  <a:pt x="582" y="2178"/>
                  <a:pt x="550" y="2158"/>
                  <a:pt x="518" y="2137"/>
                </a:cubicBezTo>
                <a:cubicBezTo>
                  <a:pt x="486" y="2116"/>
                  <a:pt x="456" y="2093"/>
                  <a:pt x="426" y="2069"/>
                </a:cubicBezTo>
                <a:cubicBezTo>
                  <a:pt x="397" y="2045"/>
                  <a:pt x="368" y="2019"/>
                  <a:pt x="341" y="1992"/>
                </a:cubicBezTo>
                <a:cubicBezTo>
                  <a:pt x="314" y="1965"/>
                  <a:pt x="289" y="1937"/>
                  <a:pt x="265" y="1907"/>
                </a:cubicBezTo>
                <a:cubicBezTo>
                  <a:pt x="240" y="1878"/>
                  <a:pt x="218" y="1847"/>
                  <a:pt x="196" y="1815"/>
                </a:cubicBezTo>
                <a:cubicBezTo>
                  <a:pt x="175" y="1783"/>
                  <a:pt x="156" y="1751"/>
                  <a:pt x="138" y="1717"/>
                </a:cubicBezTo>
                <a:cubicBezTo>
                  <a:pt x="120" y="1683"/>
                  <a:pt x="103" y="1649"/>
                  <a:pt x="89" y="1614"/>
                </a:cubicBezTo>
                <a:cubicBezTo>
                  <a:pt x="74" y="1578"/>
                  <a:pt x="61" y="1542"/>
                  <a:pt x="50" y="1506"/>
                </a:cubicBezTo>
                <a:cubicBezTo>
                  <a:pt x="39" y="1469"/>
                  <a:pt x="30" y="1432"/>
                  <a:pt x="22" y="1395"/>
                </a:cubicBezTo>
                <a:cubicBezTo>
                  <a:pt x="15" y="1357"/>
                  <a:pt x="9" y="1320"/>
                  <a:pt x="6" y="1282"/>
                </a:cubicBezTo>
                <a:cubicBezTo>
                  <a:pt x="2" y="1244"/>
                  <a:pt x="0" y="1205"/>
                  <a:pt x="0" y="1167"/>
                </a:cubicBezTo>
                <a:cubicBezTo>
                  <a:pt x="0" y="1129"/>
                  <a:pt x="2" y="1091"/>
                  <a:pt x="6" y="1053"/>
                </a:cubicBezTo>
                <a:cubicBezTo>
                  <a:pt x="9" y="1015"/>
                  <a:pt x="15" y="977"/>
                  <a:pt x="22" y="940"/>
                </a:cubicBezTo>
                <a:cubicBezTo>
                  <a:pt x="30" y="902"/>
                  <a:pt x="39" y="865"/>
                  <a:pt x="50" y="829"/>
                </a:cubicBezTo>
                <a:cubicBezTo>
                  <a:pt x="61" y="792"/>
                  <a:pt x="74" y="756"/>
                  <a:pt x="89" y="721"/>
                </a:cubicBezTo>
                <a:cubicBezTo>
                  <a:pt x="103" y="686"/>
                  <a:pt x="120" y="651"/>
                  <a:pt x="138" y="617"/>
                </a:cubicBezTo>
                <a:cubicBezTo>
                  <a:pt x="156" y="584"/>
                  <a:pt x="175" y="551"/>
                  <a:pt x="196" y="519"/>
                </a:cubicBezTo>
                <a:cubicBezTo>
                  <a:pt x="218" y="488"/>
                  <a:pt x="240" y="457"/>
                  <a:pt x="265" y="427"/>
                </a:cubicBezTo>
                <a:cubicBezTo>
                  <a:pt x="289" y="398"/>
                  <a:pt x="314" y="370"/>
                  <a:pt x="341" y="343"/>
                </a:cubicBezTo>
                <a:cubicBezTo>
                  <a:pt x="368" y="316"/>
                  <a:pt x="397" y="290"/>
                  <a:pt x="426" y="266"/>
                </a:cubicBezTo>
                <a:cubicBezTo>
                  <a:pt x="456" y="241"/>
                  <a:pt x="486" y="219"/>
                  <a:pt x="518" y="198"/>
                </a:cubicBezTo>
                <a:cubicBezTo>
                  <a:pt x="550" y="176"/>
                  <a:pt x="582" y="157"/>
                  <a:pt x="616" y="139"/>
                </a:cubicBezTo>
                <a:cubicBezTo>
                  <a:pt x="650" y="121"/>
                  <a:pt x="684" y="104"/>
                  <a:pt x="720" y="90"/>
                </a:cubicBezTo>
                <a:cubicBezTo>
                  <a:pt x="755" y="75"/>
                  <a:pt x="792" y="62"/>
                  <a:pt x="828" y="50"/>
                </a:cubicBezTo>
                <a:cubicBezTo>
                  <a:pt x="865" y="39"/>
                  <a:pt x="902" y="30"/>
                  <a:pt x="939" y="22"/>
                </a:cubicBezTo>
                <a:cubicBezTo>
                  <a:pt x="977" y="15"/>
                  <a:pt x="1014" y="9"/>
                  <a:pt x="1052" y="6"/>
                </a:cubicBezTo>
                <a:cubicBezTo>
                  <a:pt x="1090" y="2"/>
                  <a:pt x="1128" y="0"/>
                  <a:pt x="1167" y="0"/>
                </a:cubicBezTo>
                <a:cubicBezTo>
                  <a:pt x="1205" y="0"/>
                  <a:pt x="1243" y="2"/>
                  <a:pt x="1281" y="6"/>
                </a:cubicBezTo>
                <a:cubicBezTo>
                  <a:pt x="1319" y="9"/>
                  <a:pt x="1357" y="15"/>
                  <a:pt x="1394" y="22"/>
                </a:cubicBezTo>
                <a:cubicBezTo>
                  <a:pt x="1431" y="30"/>
                  <a:pt x="1468" y="39"/>
                  <a:pt x="1505" y="50"/>
                </a:cubicBezTo>
                <a:cubicBezTo>
                  <a:pt x="1541" y="62"/>
                  <a:pt x="1577" y="75"/>
                  <a:pt x="1613" y="90"/>
                </a:cubicBezTo>
                <a:cubicBezTo>
                  <a:pt x="1648" y="104"/>
                  <a:pt x="1682" y="121"/>
                  <a:pt x="1716" y="139"/>
                </a:cubicBezTo>
                <a:cubicBezTo>
                  <a:pt x="1750" y="157"/>
                  <a:pt x="1782" y="176"/>
                  <a:pt x="1814" y="198"/>
                </a:cubicBezTo>
                <a:cubicBezTo>
                  <a:pt x="1846" y="219"/>
                  <a:pt x="1876" y="241"/>
                  <a:pt x="1906" y="266"/>
                </a:cubicBezTo>
                <a:cubicBezTo>
                  <a:pt x="1935" y="290"/>
                  <a:pt x="1964" y="316"/>
                  <a:pt x="1991" y="343"/>
                </a:cubicBezTo>
                <a:cubicBezTo>
                  <a:pt x="2018" y="370"/>
                  <a:pt x="2043" y="398"/>
                  <a:pt x="2068" y="427"/>
                </a:cubicBezTo>
                <a:cubicBezTo>
                  <a:pt x="2092" y="457"/>
                  <a:pt x="2114" y="488"/>
                  <a:pt x="2136"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7" y="1053"/>
                </a:cubicBezTo>
                <a:cubicBezTo>
                  <a:pt x="2330" y="1091"/>
                  <a:pt x="2332" y="1129"/>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1639" name=""/>
          <p:cNvSpPr/>
          <p:nvPr/>
        </p:nvSpPr>
        <p:spPr>
          <a:xfrm>
            <a:off x="2148840" y="4033080"/>
            <a:ext cx="217080" cy="57960"/>
          </a:xfrm>
          <a:custGeom>
            <a:avLst/>
            <a:gdLst/>
            <a:ahLst/>
            <a:rect l="0" t="0" r="r" b="b"/>
            <a:pathLst>
              <a:path fill="none" w="603" h="161">
                <a:moveTo>
                  <a:pt x="0" y="66"/>
                </a:moveTo>
                <a:cubicBezTo>
                  <a:pt x="176" y="-47"/>
                  <a:pt x="377" y="-16"/>
                  <a:pt x="603" y="161"/>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0" name=""/>
          <p:cNvSpPr/>
          <p:nvPr/>
        </p:nvSpPr>
        <p:spPr>
          <a:xfrm>
            <a:off x="2256480" y="3986640"/>
            <a:ext cx="109440" cy="104400"/>
          </a:xfrm>
          <a:custGeom>
            <a:avLst/>
            <a:gdLst/>
            <a:ahLst/>
            <a:rect l="0" t="0" r="r" b="b"/>
            <a:pathLst>
              <a:path fill="none" w="304" h="290">
                <a:moveTo>
                  <a:pt x="207" y="0"/>
                </a:moveTo>
                <a:lnTo>
                  <a:pt x="304" y="290"/>
                </a:lnTo>
                <a:lnTo>
                  <a:pt x="0" y="268"/>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1" name=""/>
          <p:cNvSpPr/>
          <p:nvPr/>
        </p:nvSpPr>
        <p:spPr>
          <a:xfrm>
            <a:off x="2162520" y="4205880"/>
            <a:ext cx="203400" cy="100080"/>
          </a:xfrm>
          <a:custGeom>
            <a:avLst/>
            <a:gdLst/>
            <a:ahLst/>
            <a:rect l="0" t="0" r="r" b="b"/>
            <a:pathLst>
              <a:path fill="none" w="565" h="278">
                <a:moveTo>
                  <a:pt x="565" y="0"/>
                </a:moveTo>
                <a:cubicBezTo>
                  <a:pt x="451" y="226"/>
                  <a:pt x="263" y="314"/>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1642" name=""/>
          <p:cNvSpPr/>
          <p:nvPr/>
        </p:nvSpPr>
        <p:spPr>
          <a:xfrm>
            <a:off x="2162520" y="425808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1643" name=""/>
          <p:cNvSpPr/>
          <p:nvPr/>
        </p:nvSpPr>
        <p:spPr>
          <a:xfrm>
            <a:off x="2433240" y="3772440"/>
            <a:ext cx="217080" cy="217080"/>
          </a:xfrm>
          <a:custGeom>
            <a:avLst/>
            <a:gdLst/>
            <a:ahLst/>
            <a:rect l="0" t="0" r="r" b="b"/>
            <a:pathLst>
              <a:path w="603" h="603">
                <a:moveTo>
                  <a:pt x="603" y="302"/>
                </a:moveTo>
                <a:cubicBezTo>
                  <a:pt x="603" y="321"/>
                  <a:pt x="601" y="341"/>
                  <a:pt x="597" y="360"/>
                </a:cubicBezTo>
                <a:cubicBezTo>
                  <a:pt x="593" y="380"/>
                  <a:pt x="587" y="399"/>
                  <a:pt x="580" y="417"/>
                </a:cubicBezTo>
                <a:cubicBezTo>
                  <a:pt x="572" y="435"/>
                  <a:pt x="563" y="452"/>
                  <a:pt x="552" y="469"/>
                </a:cubicBezTo>
                <a:cubicBezTo>
                  <a:pt x="541" y="485"/>
                  <a:pt x="528" y="500"/>
                  <a:pt x="514" y="514"/>
                </a:cubicBezTo>
                <a:cubicBezTo>
                  <a:pt x="500" y="528"/>
                  <a:pt x="485" y="541"/>
                  <a:pt x="469" y="552"/>
                </a:cubicBezTo>
                <a:cubicBezTo>
                  <a:pt x="452" y="563"/>
                  <a:pt x="435" y="572"/>
                  <a:pt x="417" y="580"/>
                </a:cubicBezTo>
                <a:cubicBezTo>
                  <a:pt x="399" y="587"/>
                  <a:pt x="380" y="593"/>
                  <a:pt x="360" y="597"/>
                </a:cubicBezTo>
                <a:cubicBezTo>
                  <a:pt x="341" y="601"/>
                  <a:pt x="321" y="603"/>
                  <a:pt x="302" y="603"/>
                </a:cubicBezTo>
                <a:cubicBezTo>
                  <a:pt x="282" y="603"/>
                  <a:pt x="262" y="601"/>
                  <a:pt x="243" y="597"/>
                </a:cubicBezTo>
                <a:cubicBezTo>
                  <a:pt x="224" y="593"/>
                  <a:pt x="205" y="587"/>
                  <a:pt x="187" y="580"/>
                </a:cubicBezTo>
                <a:cubicBezTo>
                  <a:pt x="168" y="572"/>
                  <a:pt x="150" y="563"/>
                  <a:pt x="134" y="552"/>
                </a:cubicBezTo>
                <a:cubicBezTo>
                  <a:pt x="117" y="541"/>
                  <a:pt x="102" y="528"/>
                  <a:pt x="88" y="514"/>
                </a:cubicBezTo>
                <a:cubicBezTo>
                  <a:pt x="74" y="500"/>
                  <a:pt x="62" y="485"/>
                  <a:pt x="51" y="469"/>
                </a:cubicBezTo>
                <a:cubicBezTo>
                  <a:pt x="40" y="452"/>
                  <a:pt x="30" y="435"/>
                  <a:pt x="23" y="417"/>
                </a:cubicBezTo>
                <a:cubicBezTo>
                  <a:pt x="15" y="399"/>
                  <a:pt x="10" y="380"/>
                  <a:pt x="6" y="360"/>
                </a:cubicBezTo>
                <a:cubicBezTo>
                  <a:pt x="2" y="341"/>
                  <a:pt x="0" y="321"/>
                  <a:pt x="0" y="302"/>
                </a:cubicBezTo>
                <a:cubicBezTo>
                  <a:pt x="0" y="282"/>
                  <a:pt x="2" y="262"/>
                  <a:pt x="6" y="243"/>
                </a:cubicBezTo>
                <a:cubicBezTo>
                  <a:pt x="10" y="223"/>
                  <a:pt x="15" y="205"/>
                  <a:pt x="23" y="186"/>
                </a:cubicBezTo>
                <a:cubicBezTo>
                  <a:pt x="30" y="168"/>
                  <a:pt x="40" y="151"/>
                  <a:pt x="51" y="134"/>
                </a:cubicBezTo>
                <a:cubicBezTo>
                  <a:pt x="62" y="118"/>
                  <a:pt x="74" y="103"/>
                  <a:pt x="88" y="89"/>
                </a:cubicBezTo>
                <a:cubicBezTo>
                  <a:pt x="102" y="75"/>
                  <a:pt x="117" y="62"/>
                  <a:pt x="134" y="51"/>
                </a:cubicBezTo>
                <a:cubicBezTo>
                  <a:pt x="150" y="40"/>
                  <a:pt x="168" y="30"/>
                  <a:pt x="187" y="23"/>
                </a:cubicBezTo>
                <a:cubicBezTo>
                  <a:pt x="205" y="15"/>
                  <a:pt x="224" y="9"/>
                  <a:pt x="243" y="5"/>
                </a:cubicBezTo>
                <a:cubicBezTo>
                  <a:pt x="262" y="2"/>
                  <a:pt x="282" y="0"/>
                  <a:pt x="302" y="0"/>
                </a:cubicBezTo>
                <a:cubicBezTo>
                  <a:pt x="321" y="0"/>
                  <a:pt x="341" y="2"/>
                  <a:pt x="360" y="5"/>
                </a:cubicBezTo>
                <a:cubicBezTo>
                  <a:pt x="380" y="9"/>
                  <a:pt x="399" y="15"/>
                  <a:pt x="417" y="23"/>
                </a:cubicBezTo>
                <a:cubicBezTo>
                  <a:pt x="435" y="30"/>
                  <a:pt x="452" y="40"/>
                  <a:pt x="469" y="51"/>
                </a:cubicBezTo>
                <a:cubicBezTo>
                  <a:pt x="485" y="62"/>
                  <a:pt x="500" y="75"/>
                  <a:pt x="514" y="89"/>
                </a:cubicBezTo>
                <a:cubicBezTo>
                  <a:pt x="528" y="103"/>
                  <a:pt x="541" y="118"/>
                  <a:pt x="552" y="134"/>
                </a:cubicBezTo>
                <a:cubicBezTo>
                  <a:pt x="563" y="151"/>
                  <a:pt x="572" y="168"/>
                  <a:pt x="580" y="186"/>
                </a:cubicBezTo>
                <a:cubicBezTo>
                  <a:pt x="587" y="205"/>
                  <a:pt x="593" y="223"/>
                  <a:pt x="597" y="243"/>
                </a:cubicBezTo>
                <a:cubicBezTo>
                  <a:pt x="601" y="262"/>
                  <a:pt x="603" y="282"/>
                  <a:pt x="603" y="302"/>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txBox="1"/>
          <p:nvPr/>
        </p:nvSpPr>
        <p:spPr>
          <a:xfrm>
            <a:off x="3455640" y="652068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1645" name=""/>
          <p:cNvSpPr txBox="1"/>
          <p:nvPr/>
        </p:nvSpPr>
        <p:spPr>
          <a:xfrm>
            <a:off x="2500560" y="379836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1646" name=""/>
          <p:cNvSpPr txBox="1"/>
          <p:nvPr/>
        </p:nvSpPr>
        <p:spPr>
          <a:xfrm>
            <a:off x="1776960" y="46216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1647" name=""/>
          <p:cNvSpPr txBox="1"/>
          <p:nvPr/>
        </p:nvSpPr>
        <p:spPr>
          <a:xfrm>
            <a:off x="1934640" y="48045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1648" name=""/>
          <p:cNvSpPr/>
          <p:nvPr/>
        </p:nvSpPr>
        <p:spPr>
          <a:xfrm>
            <a:off x="7314840" y="5038560"/>
            <a:ext cx="4343760" cy="1553040"/>
          </a:xfrm>
          <a:custGeom>
            <a:avLst/>
            <a:gdLst/>
            <a:ahLst/>
            <a:rect l="0" t="0" r="r" b="b"/>
            <a:pathLst>
              <a:path w="12066" h="4314">
                <a:moveTo>
                  <a:pt x="0" y="4314"/>
                </a:moveTo>
                <a:lnTo>
                  <a:pt x="0" y="0"/>
                </a:lnTo>
                <a:lnTo>
                  <a:pt x="11961" y="0"/>
                </a:lnTo>
                <a:cubicBezTo>
                  <a:pt x="11975" y="0"/>
                  <a:pt x="11988" y="3"/>
                  <a:pt x="12001" y="8"/>
                </a:cubicBezTo>
                <a:cubicBezTo>
                  <a:pt x="12014" y="13"/>
                  <a:pt x="12026" y="21"/>
                  <a:pt x="12035" y="31"/>
                </a:cubicBezTo>
                <a:cubicBezTo>
                  <a:pt x="12045" y="41"/>
                  <a:pt x="12053" y="52"/>
                  <a:pt x="12058" y="65"/>
                </a:cubicBezTo>
                <a:cubicBezTo>
                  <a:pt x="12064" y="78"/>
                  <a:pt x="12066" y="92"/>
                  <a:pt x="12066" y="106"/>
                </a:cubicBezTo>
                <a:lnTo>
                  <a:pt x="12066" y="4208"/>
                </a:lnTo>
                <a:cubicBezTo>
                  <a:pt x="12066" y="4222"/>
                  <a:pt x="12064" y="4235"/>
                  <a:pt x="12058" y="4248"/>
                </a:cubicBezTo>
                <a:cubicBezTo>
                  <a:pt x="12053" y="4261"/>
                  <a:pt x="12045" y="4273"/>
                  <a:pt x="12035" y="4283"/>
                </a:cubicBezTo>
                <a:cubicBezTo>
                  <a:pt x="12026" y="4293"/>
                  <a:pt x="12014" y="4300"/>
                  <a:pt x="12001" y="4306"/>
                </a:cubicBezTo>
                <a:cubicBezTo>
                  <a:pt x="11988" y="4311"/>
                  <a:pt x="11975" y="4314"/>
                  <a:pt x="11961" y="4314"/>
                </a:cubicBezTo>
                <a:lnTo>
                  <a:pt x="0" y="4314"/>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49" name=""/>
          <p:cNvSpPr/>
          <p:nvPr/>
        </p:nvSpPr>
        <p:spPr>
          <a:xfrm>
            <a:off x="7296120" y="503856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7381800" y="1419120"/>
            <a:ext cx="57240" cy="57600"/>
          </a:xfrm>
          <a:custGeom>
            <a:avLst/>
            <a:gdLst/>
            <a:ahLst/>
            <a:rect l="0" t="0" r="r" b="b"/>
            <a:pathLst>
              <a:path w="159" h="160">
                <a:moveTo>
                  <a:pt x="159" y="79"/>
                </a:moveTo>
                <a:cubicBezTo>
                  <a:pt x="159" y="91"/>
                  <a:pt x="157" y="101"/>
                  <a:pt x="153" y="111"/>
                </a:cubicBezTo>
                <a:cubicBezTo>
                  <a:pt x="149" y="120"/>
                  <a:pt x="144" y="129"/>
                  <a:pt x="136" y="136"/>
                </a:cubicBezTo>
                <a:cubicBezTo>
                  <a:pt x="129" y="144"/>
                  <a:pt x="120" y="149"/>
                  <a:pt x="109" y="153"/>
                </a:cubicBezTo>
                <a:cubicBezTo>
                  <a:pt x="100" y="158"/>
                  <a:pt x="90" y="160"/>
                  <a:pt x="79" y="160"/>
                </a:cubicBezTo>
                <a:cubicBezTo>
                  <a:pt x="69" y="160"/>
                  <a:pt x="58" y="158"/>
                  <a:pt x="49" y="153"/>
                </a:cubicBezTo>
                <a:cubicBezTo>
                  <a:pt x="39" y="149"/>
                  <a:pt x="30" y="144"/>
                  <a:pt x="23" y="136"/>
                </a:cubicBezTo>
                <a:cubicBezTo>
                  <a:pt x="16" y="129"/>
                  <a:pt x="10" y="120"/>
                  <a:pt x="6" y="111"/>
                </a:cubicBezTo>
                <a:cubicBezTo>
                  <a:pt x="2" y="101"/>
                  <a:pt x="0" y="91"/>
                  <a:pt x="0" y="79"/>
                </a:cubicBezTo>
                <a:cubicBezTo>
                  <a:pt x="0" y="69"/>
                  <a:pt x="2" y="59"/>
                  <a:pt x="6" y="49"/>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txBox="1"/>
          <p:nvPr/>
        </p:nvSpPr>
        <p:spPr>
          <a:xfrm>
            <a:off x="1617840" y="502416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1652" name=""/>
          <p:cNvSpPr txBox="1"/>
          <p:nvPr/>
        </p:nvSpPr>
        <p:spPr>
          <a:xfrm>
            <a:off x="7566480" y="133272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1653" name=""/>
          <p:cNvSpPr/>
          <p:nvPr/>
        </p:nvSpPr>
        <p:spPr>
          <a:xfrm>
            <a:off x="7381800" y="2152440"/>
            <a:ext cx="57240" cy="57600"/>
          </a:xfrm>
          <a:custGeom>
            <a:avLst/>
            <a:gdLst/>
            <a:ahLst/>
            <a:rect l="0" t="0" r="r" b="b"/>
            <a:pathLst>
              <a:path w="159" h="160">
                <a:moveTo>
                  <a:pt x="159" y="79"/>
                </a:moveTo>
                <a:cubicBezTo>
                  <a:pt x="159" y="90"/>
                  <a:pt x="157" y="100"/>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txBox="1"/>
          <p:nvPr/>
        </p:nvSpPr>
        <p:spPr>
          <a:xfrm>
            <a:off x="7566480" y="1675440"/>
            <a:ext cx="762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1655" name=""/>
          <p:cNvSpPr txBox="1"/>
          <p:nvPr/>
        </p:nvSpPr>
        <p:spPr>
          <a:xfrm>
            <a:off x="7566480" y="2057040"/>
            <a:ext cx="5616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56" name=""/>
          <p:cNvSpPr txBox="1"/>
          <p:nvPr/>
        </p:nvSpPr>
        <p:spPr>
          <a:xfrm>
            <a:off x="8127360" y="206604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1657" name=""/>
          <p:cNvSpPr txBox="1"/>
          <p:nvPr/>
        </p:nvSpPr>
        <p:spPr>
          <a:xfrm>
            <a:off x="7566480" y="2408760"/>
            <a:ext cx="191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1658" name=""/>
          <p:cNvSpPr txBox="1"/>
          <p:nvPr/>
        </p:nvSpPr>
        <p:spPr>
          <a:xfrm>
            <a:off x="7756920" y="2399760"/>
            <a:ext cx="6004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59" name=""/>
          <p:cNvSpPr/>
          <p:nvPr/>
        </p:nvSpPr>
        <p:spPr>
          <a:xfrm>
            <a:off x="7381800" y="2885760"/>
            <a:ext cx="57240" cy="57600"/>
          </a:xfrm>
          <a:custGeom>
            <a:avLst/>
            <a:gdLst/>
            <a:ahLst/>
            <a:rect l="0" t="0" r="r" b="b"/>
            <a:pathLst>
              <a:path w="159" h="160">
                <a:moveTo>
                  <a:pt x="159" y="80"/>
                </a:moveTo>
                <a:cubicBezTo>
                  <a:pt x="159" y="90"/>
                  <a:pt x="157" y="100"/>
                  <a:pt x="153" y="110"/>
                </a:cubicBezTo>
                <a:cubicBezTo>
                  <a:pt x="149" y="120"/>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0"/>
                  <a:pt x="6" y="110"/>
                </a:cubicBezTo>
                <a:cubicBezTo>
                  <a:pt x="2" y="100"/>
                  <a:pt x="0" y="90"/>
                  <a:pt x="0" y="80"/>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txBox="1"/>
          <p:nvPr/>
        </p:nvSpPr>
        <p:spPr>
          <a:xfrm>
            <a:off x="8357040" y="2408760"/>
            <a:ext cx="1715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1661" name=""/>
          <p:cNvSpPr txBox="1"/>
          <p:nvPr/>
        </p:nvSpPr>
        <p:spPr>
          <a:xfrm>
            <a:off x="7566480" y="2799360"/>
            <a:ext cx="381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1662" name=""/>
          <p:cNvSpPr txBox="1"/>
          <p:nvPr/>
        </p:nvSpPr>
        <p:spPr>
          <a:xfrm>
            <a:off x="7947720" y="279036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63" name=""/>
          <p:cNvSpPr txBox="1"/>
          <p:nvPr/>
        </p:nvSpPr>
        <p:spPr>
          <a:xfrm>
            <a:off x="8120520" y="2799360"/>
            <a:ext cx="3429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1664" name=""/>
          <p:cNvSpPr/>
          <p:nvPr/>
        </p:nvSpPr>
        <p:spPr>
          <a:xfrm>
            <a:off x="7381800" y="3619440"/>
            <a:ext cx="57240" cy="57240"/>
          </a:xfrm>
          <a:custGeom>
            <a:avLst/>
            <a:gdLst/>
            <a:ahLst/>
            <a:rect l="0" t="0" r="r" b="b"/>
            <a:pathLst>
              <a:path w="159" h="159">
                <a:moveTo>
                  <a:pt x="159" y="79"/>
                </a:moveTo>
                <a:cubicBezTo>
                  <a:pt x="159" y="90"/>
                  <a:pt x="157" y="100"/>
                  <a:pt x="153" y="109"/>
                </a:cubicBezTo>
                <a:cubicBezTo>
                  <a:pt x="149" y="119"/>
                  <a:pt x="144" y="128"/>
                  <a:pt x="136" y="135"/>
                </a:cubicBezTo>
                <a:cubicBezTo>
                  <a:pt x="129" y="144"/>
                  <a:pt x="120" y="149"/>
                  <a:pt x="109" y="153"/>
                </a:cubicBezTo>
                <a:cubicBezTo>
                  <a:pt x="100" y="157"/>
                  <a:pt x="90" y="159"/>
                  <a:pt x="79" y="159"/>
                </a:cubicBezTo>
                <a:cubicBezTo>
                  <a:pt x="69" y="159"/>
                  <a:pt x="58" y="157"/>
                  <a:pt x="49" y="153"/>
                </a:cubicBezTo>
                <a:cubicBezTo>
                  <a:pt x="39" y="149"/>
                  <a:pt x="30" y="144"/>
                  <a:pt x="23" y="135"/>
                </a:cubicBezTo>
                <a:cubicBezTo>
                  <a:pt x="16" y="128"/>
                  <a:pt x="10" y="119"/>
                  <a:pt x="6" y="109"/>
                </a:cubicBezTo>
                <a:cubicBezTo>
                  <a:pt x="2" y="100"/>
                  <a:pt x="0" y="90"/>
                  <a:pt x="0" y="79"/>
                </a:cubicBezTo>
                <a:cubicBezTo>
                  <a:pt x="0" y="69"/>
                  <a:pt x="2" y="58"/>
                  <a:pt x="6" y="49"/>
                </a:cubicBezTo>
                <a:cubicBezTo>
                  <a:pt x="10" y="39"/>
                  <a:pt x="16" y="30"/>
                  <a:pt x="23" y="23"/>
                </a:cubicBezTo>
                <a:cubicBezTo>
                  <a:pt x="30" y="15"/>
                  <a:pt x="39" y="10"/>
                  <a:pt x="49" y="6"/>
                </a:cubicBezTo>
                <a:cubicBezTo>
                  <a:pt x="58" y="2"/>
                  <a:pt x="69" y="0"/>
                  <a:pt x="79" y="0"/>
                </a:cubicBezTo>
                <a:cubicBezTo>
                  <a:pt x="90" y="0"/>
                  <a:pt x="100" y="2"/>
                  <a:pt x="109" y="6"/>
                </a:cubicBezTo>
                <a:cubicBezTo>
                  <a:pt x="120" y="10"/>
                  <a:pt x="129" y="15"/>
                  <a:pt x="136" y="23"/>
                </a:cubicBezTo>
                <a:cubicBezTo>
                  <a:pt x="144" y="30"/>
                  <a:pt x="149" y="39"/>
                  <a:pt x="153" y="49"/>
                </a:cubicBezTo>
                <a:cubicBezTo>
                  <a:pt x="157" y="58"/>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txBox="1"/>
          <p:nvPr/>
        </p:nvSpPr>
        <p:spPr>
          <a:xfrm>
            <a:off x="7566480" y="3142440"/>
            <a:ext cx="209628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1666" name=""/>
          <p:cNvSpPr txBox="1"/>
          <p:nvPr/>
        </p:nvSpPr>
        <p:spPr>
          <a:xfrm>
            <a:off x="7566480" y="3532680"/>
            <a:ext cx="4001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1667" name=""/>
          <p:cNvSpPr/>
          <p:nvPr/>
        </p:nvSpPr>
        <p:spPr>
          <a:xfrm>
            <a:off x="7381800" y="4352760"/>
            <a:ext cx="57240" cy="57600"/>
          </a:xfrm>
          <a:custGeom>
            <a:avLst/>
            <a:gdLst/>
            <a:ahLst/>
            <a:rect l="0" t="0" r="r" b="b"/>
            <a:pathLst>
              <a:path w="159" h="160">
                <a:moveTo>
                  <a:pt x="159" y="79"/>
                </a:moveTo>
                <a:cubicBezTo>
                  <a:pt x="159" y="90"/>
                  <a:pt x="157" y="100"/>
                  <a:pt x="153" y="110"/>
                </a:cubicBezTo>
                <a:cubicBezTo>
                  <a:pt x="149" y="119"/>
                  <a:pt x="144" y="128"/>
                  <a:pt x="136" y="135"/>
                </a:cubicBezTo>
                <a:cubicBezTo>
                  <a:pt x="129" y="143"/>
                  <a:pt x="120" y="149"/>
                  <a:pt x="109" y="153"/>
                </a:cubicBezTo>
                <a:cubicBezTo>
                  <a:pt x="100" y="158"/>
                  <a:pt x="90" y="160"/>
                  <a:pt x="79" y="160"/>
                </a:cubicBezTo>
                <a:cubicBezTo>
                  <a:pt x="69" y="160"/>
                  <a:pt x="58" y="158"/>
                  <a:pt x="49" y="153"/>
                </a:cubicBezTo>
                <a:cubicBezTo>
                  <a:pt x="39" y="149"/>
                  <a:pt x="30" y="143"/>
                  <a:pt x="23" y="135"/>
                </a:cubicBezTo>
                <a:cubicBezTo>
                  <a:pt x="16" y="128"/>
                  <a:pt x="10" y="119"/>
                  <a:pt x="6" y="110"/>
                </a:cubicBezTo>
                <a:cubicBezTo>
                  <a:pt x="2" y="100"/>
                  <a:pt x="0" y="90"/>
                  <a:pt x="0" y="79"/>
                </a:cubicBezTo>
                <a:cubicBezTo>
                  <a:pt x="0" y="69"/>
                  <a:pt x="2" y="59"/>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59"/>
                  <a:pt x="159" y="69"/>
                  <a:pt x="159" y="79"/>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txBox="1"/>
          <p:nvPr/>
        </p:nvSpPr>
        <p:spPr>
          <a:xfrm>
            <a:off x="7566480" y="38757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1669" name=""/>
          <p:cNvSpPr txBox="1"/>
          <p:nvPr/>
        </p:nvSpPr>
        <p:spPr>
          <a:xfrm>
            <a:off x="7566480" y="4257360"/>
            <a:ext cx="604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70" name=""/>
          <p:cNvSpPr txBox="1"/>
          <p:nvPr/>
        </p:nvSpPr>
        <p:spPr>
          <a:xfrm>
            <a:off x="8169840" y="426636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1671" name=""/>
          <p:cNvSpPr txBox="1"/>
          <p:nvPr/>
        </p:nvSpPr>
        <p:spPr>
          <a:xfrm>
            <a:off x="8741520" y="4257360"/>
            <a:ext cx="42084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1672" name=""/>
          <p:cNvSpPr txBox="1"/>
          <p:nvPr/>
        </p:nvSpPr>
        <p:spPr>
          <a:xfrm>
            <a:off x="9161280" y="4266360"/>
            <a:ext cx="2477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1673" name=""/>
          <p:cNvSpPr txBox="1"/>
          <p:nvPr/>
        </p:nvSpPr>
        <p:spPr>
          <a:xfrm>
            <a:off x="7566480" y="4609080"/>
            <a:ext cx="304884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1674" name=""/>
          <p:cNvSpPr txBox="1"/>
          <p:nvPr/>
        </p:nvSpPr>
        <p:spPr>
          <a:xfrm>
            <a:off x="7490520" y="517032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1675" name=""/>
          <p:cNvSpPr txBox="1"/>
          <p:nvPr/>
        </p:nvSpPr>
        <p:spPr>
          <a:xfrm>
            <a:off x="7490520" y="5446440"/>
            <a:ext cx="32652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1676" name=""/>
          <p:cNvSpPr txBox="1"/>
          <p:nvPr/>
        </p:nvSpPr>
        <p:spPr>
          <a:xfrm>
            <a:off x="7490520" y="5713200"/>
            <a:ext cx="39906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1677" name=""/>
          <p:cNvSpPr txBox="1"/>
          <p:nvPr/>
        </p:nvSpPr>
        <p:spPr>
          <a:xfrm>
            <a:off x="7490520" y="5989320"/>
            <a:ext cx="10890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1678" name=""/>
          <p:cNvSpPr txBox="1"/>
          <p:nvPr/>
        </p:nvSpPr>
        <p:spPr>
          <a:xfrm>
            <a:off x="8576280" y="598104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1679" name=""/>
          <p:cNvSpPr txBox="1"/>
          <p:nvPr/>
        </p:nvSpPr>
        <p:spPr>
          <a:xfrm>
            <a:off x="8740440" y="598932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1680" name=""/>
          <p:cNvSpPr txBox="1"/>
          <p:nvPr/>
        </p:nvSpPr>
        <p:spPr>
          <a:xfrm>
            <a:off x="7490520" y="6256080"/>
            <a:ext cx="1821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168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D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533160" y="2047680"/>
            <a:ext cx="11125440" cy="28800"/>
          </a:xfrm>
          <a:custGeom>
            <a:avLst/>
            <a:gdLst/>
            <a:ahLst/>
            <a:rect l="0" t="0" r="r" b="b"/>
            <a:pathLst>
              <a:path w="30904" h="80">
                <a:moveTo>
                  <a:pt x="0" y="0"/>
                </a:moveTo>
                <a:lnTo>
                  <a:pt x="30904" y="0"/>
                </a:lnTo>
                <a:lnTo>
                  <a:pt x="30904" y="80"/>
                </a:lnTo>
                <a:lnTo>
                  <a:pt x="0" y="80"/>
                </a:lnTo>
                <a:lnTo>
                  <a:pt x="0" y="0"/>
                </a:lnTo>
                <a:close/>
              </a:path>
            </a:pathLst>
          </a:custGeom>
          <a:solidFill>
            <a:srgbClr val="EDA10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552240" y="4638600"/>
            <a:ext cx="11106360" cy="733680"/>
          </a:xfrm>
          <a:custGeom>
            <a:avLst/>
            <a:gdLst/>
            <a:ahLst/>
            <a:rect l="0" t="0" r="r" b="b"/>
            <a:pathLst>
              <a:path w="30851" h="2038">
                <a:moveTo>
                  <a:pt x="0" y="2038"/>
                </a:moveTo>
                <a:lnTo>
                  <a:pt x="0" y="0"/>
                </a:ln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1932"/>
                </a:lnTo>
                <a:cubicBezTo>
                  <a:pt x="30851" y="1946"/>
                  <a:pt x="30849" y="1960"/>
                  <a:pt x="30843" y="1973"/>
                </a:cubicBezTo>
                <a:cubicBezTo>
                  <a:pt x="30838" y="1986"/>
                  <a:pt x="30830" y="1997"/>
                  <a:pt x="30820" y="2007"/>
                </a:cubicBezTo>
                <a:cubicBezTo>
                  <a:pt x="30811" y="2017"/>
                  <a:pt x="30799" y="2025"/>
                  <a:pt x="30786" y="2030"/>
                </a:cubicBezTo>
                <a:cubicBezTo>
                  <a:pt x="30773" y="2035"/>
                  <a:pt x="30760" y="2038"/>
                  <a:pt x="30746" y="2038"/>
                </a:cubicBezTo>
                <a:lnTo>
                  <a:pt x="0" y="2038"/>
                </a:lnTo>
                <a:close/>
              </a:path>
            </a:pathLst>
          </a:custGeom>
          <a:solidFill>
            <a:srgbClr val="EAF6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463860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618840" y="24667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1"/>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txBox="1"/>
          <p:nvPr/>
        </p:nvSpPr>
        <p:spPr>
          <a:xfrm>
            <a:off x="533520" y="1531440"/>
            <a:ext cx="4953600" cy="381240"/>
          </a:xfrm>
          <a:prstGeom prst="rect">
            <a:avLst/>
          </a:prstGeom>
          <a:noFill/>
          <a:ln w="0">
            <a:noFill/>
          </a:ln>
        </p:spPr>
        <p:txBody>
          <a:bodyPr wrap="none" lIns="0" tIns="0" rIns="0" bIns="0" anchor="t">
            <a:spAutoFit/>
          </a:bodyPr>
          <a:p>
            <a:pPr/>
            <a:r>
              <a:rPr lang="ja-JP" sz="3000" b="1" u="none" strike="noStrike">
                <a:solidFill>
                  <a:srgbClr val="4A3AA7"/>
                </a:solidFill>
                <a:effectLst/>
                <a:uFillTx/>
                <a:latin typeface="HiraginoSans-W6"/>
                <a:ea typeface="HiraginoSans-W6"/>
              </a:rPr>
              <a:t>この開発サイクルのポイント</a:t>
            </a:r>
            <a:endParaRPr lang="en-US" sz="3000" b="0" u="none" strike="noStrike">
              <a:solidFill>
                <a:srgbClr val="000000"/>
              </a:solidFill>
              <a:effectLst/>
              <a:uFillTx/>
              <a:latin typeface="游明朝体"/>
            </a:endParaRPr>
          </a:p>
        </p:txBody>
      </p:sp>
      <p:sp>
        <p:nvSpPr>
          <p:cNvPr id="1690" name=""/>
          <p:cNvSpPr txBox="1"/>
          <p:nvPr/>
        </p:nvSpPr>
        <p:spPr>
          <a:xfrm>
            <a:off x="799920" y="238032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なぜ毎回プロンプトを⼊⼒し直さなくていいのか</a:t>
            </a:r>
            <a:r>
              <a:rPr lang="ja-JP" sz="1500" b="0" u="none" strike="noStrike">
                <a:solidFill>
                  <a:srgbClr val="24222B"/>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1691" name=""/>
          <p:cNvSpPr txBox="1"/>
          <p:nvPr/>
        </p:nvSpPr>
        <p:spPr>
          <a:xfrm>
            <a:off x="799920" y="2723040"/>
            <a:ext cx="5724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1692" name=""/>
          <p:cNvSpPr txBox="1"/>
          <p:nvPr/>
        </p:nvSpPr>
        <p:spPr>
          <a:xfrm>
            <a:off x="1371600" y="2714400"/>
            <a:ext cx="19008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93" name=""/>
          <p:cNvSpPr/>
          <p:nvPr/>
        </p:nvSpPr>
        <p:spPr>
          <a:xfrm>
            <a:off x="618840" y="32097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7"/>
                  <a:pt x="40" y="10"/>
                  <a:pt x="49" y="6"/>
                </a:cubicBezTo>
                <a:cubicBezTo>
                  <a:pt x="59" y="2"/>
                  <a:pt x="69" y="0"/>
                  <a:pt x="80" y="0"/>
                </a:cubicBezTo>
                <a:cubicBezTo>
                  <a:pt x="90" y="0"/>
                  <a:pt x="101" y="2"/>
                  <a:pt x="111" y="6"/>
                </a:cubicBezTo>
                <a:cubicBezTo>
                  <a:pt x="121" y="10"/>
                  <a:pt x="129" y="17"/>
                  <a:pt x="137" y="24"/>
                </a:cubicBezTo>
                <a:cubicBezTo>
                  <a:pt x="144" y="32"/>
                  <a:pt x="150" y="40"/>
                  <a:pt x="154" y="50"/>
                </a:cubicBezTo>
                <a:cubicBezTo>
                  <a:pt x="158" y="60"/>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txBox="1"/>
          <p:nvPr/>
        </p:nvSpPr>
        <p:spPr>
          <a:xfrm>
            <a:off x="1544400" y="2723040"/>
            <a:ext cx="5715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1695" name=""/>
          <p:cNvSpPr txBox="1"/>
          <p:nvPr/>
        </p:nvSpPr>
        <p:spPr>
          <a:xfrm>
            <a:off x="799920" y="3114360"/>
            <a:ext cx="632160" cy="227520"/>
          </a:xfrm>
          <a:prstGeom prst="rect">
            <a:avLst/>
          </a:prstGeom>
          <a:noFill/>
          <a:ln w="0">
            <a:noFill/>
          </a:ln>
        </p:spPr>
        <p:txBody>
          <a:bodyPr wrap="none" lIns="0" tIns="0" rIns="0" bIns="0" anchor="t">
            <a:spAutoFit/>
          </a:bodyPr>
          <a:p>
            <a:pPr/>
            <a:r>
              <a:rPr lang="en-US" sz="1500" b="1" u="none" strike="noStrike">
                <a:solidFill>
                  <a:srgbClr val="E87BA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1696" name=""/>
          <p:cNvSpPr txBox="1"/>
          <p:nvPr/>
        </p:nvSpPr>
        <p:spPr>
          <a:xfrm>
            <a:off x="1431360" y="3123360"/>
            <a:ext cx="60966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で閲覧するもの</a:t>
            </a:r>
            <a:r>
              <a:rPr lang="ja-JP" sz="1500" b="0" u="none" strike="noStrike">
                <a:solidFill>
                  <a:srgbClr val="24222B"/>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1697" name=""/>
          <p:cNvSpPr txBox="1"/>
          <p:nvPr/>
        </p:nvSpPr>
        <p:spPr>
          <a:xfrm>
            <a:off x="7527600" y="3114360"/>
            <a:ext cx="392400" cy="222840"/>
          </a:xfrm>
          <a:prstGeom prst="rect">
            <a:avLst/>
          </a:prstGeom>
          <a:noFill/>
          <a:ln w="0">
            <a:noFill/>
          </a:ln>
        </p:spPr>
        <p:txBody>
          <a:bodyPr wrap="none" lIns="0" tIns="0" rIns="0" bIns="0" anchor="t">
            <a:spAutoFit/>
          </a:bodyPr>
          <a:p>
            <a:pPr/>
            <a:r>
              <a:rPr lang="en-US" sz="1500" b="0" u="none" strike="noStrike">
                <a:solidFill>
                  <a:srgbClr val="24222B"/>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698" name=""/>
          <p:cNvSpPr txBox="1"/>
          <p:nvPr/>
        </p:nvSpPr>
        <p:spPr>
          <a:xfrm>
            <a:off x="7908120" y="3123360"/>
            <a:ext cx="362016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1699"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1BA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txBox="1"/>
          <p:nvPr/>
        </p:nvSpPr>
        <p:spPr>
          <a:xfrm>
            <a:off x="799920" y="3466080"/>
            <a:ext cx="152460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1701" name=""/>
          <p:cNvSpPr txBox="1"/>
          <p:nvPr/>
        </p:nvSpPr>
        <p:spPr>
          <a:xfrm>
            <a:off x="799920" y="3866040"/>
            <a:ext cx="10859400" cy="191160"/>
          </a:xfrm>
          <a:prstGeom prst="rect">
            <a:avLst/>
          </a:prstGeom>
          <a:noFill/>
          <a:ln w="0">
            <a:noFill/>
          </a:ln>
        </p:spPr>
        <p:txBody>
          <a:bodyPr wrap="none" lIns="0" tIns="0" rIns="0" bIns="0" anchor="t">
            <a:spAutoFit/>
          </a:bodyPr>
          <a:p>
            <a:pPr/>
            <a:r>
              <a:rPr lang="ja-JP" sz="1500" b="1" u="none" strike="noStrike">
                <a:solidFill>
                  <a:srgbClr val="E87BA4"/>
                </a:solidFill>
                <a:effectLst/>
                <a:uFillTx/>
                <a:latin typeface="HiraginoSans-W5"/>
                <a:ea typeface="HiraginoSans-W5"/>
              </a:rPr>
              <a:t>バイブコーディングとしての強み</a:t>
            </a:r>
            <a:r>
              <a:rPr lang="ja-JP" sz="1500" b="0" u="none" strike="noStrike">
                <a:solidFill>
                  <a:srgbClr val="24222B"/>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1702" name=""/>
          <p:cNvSpPr txBox="1"/>
          <p:nvPr/>
        </p:nvSpPr>
        <p:spPr>
          <a:xfrm>
            <a:off x="799920" y="4209120"/>
            <a:ext cx="2286720" cy="191160"/>
          </a:xfrm>
          <a:prstGeom prst="rect">
            <a:avLst/>
          </a:prstGeom>
          <a:noFill/>
          <a:ln w="0">
            <a:noFill/>
          </a:ln>
        </p:spPr>
        <p:txBody>
          <a:bodyPr wrap="none" lIns="0" tIns="0" rIns="0" bIns="0" anchor="t">
            <a:spAutoFit/>
          </a:bodyPr>
          <a:p>
            <a:pPr/>
            <a:r>
              <a:rPr lang="ja-JP" sz="1500" b="0" u="none" strike="noStrike">
                <a:solidFill>
                  <a:srgbClr val="24222B"/>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1703" name=""/>
          <p:cNvSpPr txBox="1"/>
          <p:nvPr/>
        </p:nvSpPr>
        <p:spPr>
          <a:xfrm>
            <a:off x="723960" y="4770000"/>
            <a:ext cx="181440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1704" name=""/>
          <p:cNvSpPr txBox="1"/>
          <p:nvPr/>
        </p:nvSpPr>
        <p:spPr>
          <a:xfrm>
            <a:off x="2533680" y="47617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5" name=""/>
          <p:cNvSpPr txBox="1"/>
          <p:nvPr/>
        </p:nvSpPr>
        <p:spPr>
          <a:xfrm>
            <a:off x="2584080" y="47700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06" name=""/>
          <p:cNvSpPr txBox="1"/>
          <p:nvPr/>
        </p:nvSpPr>
        <p:spPr>
          <a:xfrm>
            <a:off x="2764800" y="47617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7" name=""/>
          <p:cNvSpPr txBox="1"/>
          <p:nvPr/>
        </p:nvSpPr>
        <p:spPr>
          <a:xfrm>
            <a:off x="2815200" y="4770000"/>
            <a:ext cx="145152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1708" name=""/>
          <p:cNvSpPr txBox="1"/>
          <p:nvPr/>
        </p:nvSpPr>
        <p:spPr>
          <a:xfrm>
            <a:off x="4239360" y="47617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09" name=""/>
          <p:cNvSpPr txBox="1"/>
          <p:nvPr/>
        </p:nvSpPr>
        <p:spPr>
          <a:xfrm>
            <a:off x="4289760" y="47700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0" name=""/>
          <p:cNvSpPr txBox="1"/>
          <p:nvPr/>
        </p:nvSpPr>
        <p:spPr>
          <a:xfrm>
            <a:off x="4470840" y="4761720"/>
            <a:ext cx="6253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1711" name=""/>
          <p:cNvSpPr txBox="1"/>
          <p:nvPr/>
        </p:nvSpPr>
        <p:spPr>
          <a:xfrm>
            <a:off x="5094360" y="4770000"/>
            <a:ext cx="54468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1712" name=""/>
          <p:cNvSpPr txBox="1"/>
          <p:nvPr/>
        </p:nvSpPr>
        <p:spPr>
          <a:xfrm>
            <a:off x="5637240" y="4761720"/>
            <a:ext cx="40068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1713" name=""/>
          <p:cNvSpPr txBox="1"/>
          <p:nvPr/>
        </p:nvSpPr>
        <p:spPr>
          <a:xfrm>
            <a:off x="6036120" y="4770000"/>
            <a:ext cx="90756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1714" name=""/>
          <p:cNvSpPr txBox="1"/>
          <p:nvPr/>
        </p:nvSpPr>
        <p:spPr>
          <a:xfrm>
            <a:off x="6941160" y="47617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5" name=""/>
          <p:cNvSpPr txBox="1"/>
          <p:nvPr/>
        </p:nvSpPr>
        <p:spPr>
          <a:xfrm>
            <a:off x="6991560" y="4770000"/>
            <a:ext cx="182160" cy="20304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Arial"/>
                <a:ea typeface="Arial"/>
              </a:rPr>
              <a:t>→</a:t>
            </a:r>
            <a:endParaRPr lang="en-US" sz="1430" b="0" u="none" strike="noStrike">
              <a:solidFill>
                <a:srgbClr val="000000"/>
              </a:solidFill>
              <a:effectLst/>
              <a:uFillTx/>
              <a:latin typeface="游明朝体"/>
            </a:endParaRPr>
          </a:p>
        </p:txBody>
      </p:sp>
      <p:sp>
        <p:nvSpPr>
          <p:cNvPr id="1716" name=""/>
          <p:cNvSpPr txBox="1"/>
          <p:nvPr/>
        </p:nvSpPr>
        <p:spPr>
          <a:xfrm>
            <a:off x="7172280" y="4761720"/>
            <a:ext cx="180720" cy="210600"/>
          </a:xfrm>
          <a:prstGeom prst="rect">
            <a:avLst/>
          </a:prstGeom>
          <a:noFill/>
          <a:ln w="0">
            <a:noFill/>
          </a:ln>
        </p:spPr>
        <p:txBody>
          <a:bodyPr wrap="none" lIns="0" tIns="0" rIns="0" bIns="0" anchor="t">
            <a:spAutoFit/>
          </a:bodyPr>
          <a:p>
            <a:pPr/>
            <a:r>
              <a:rPr lang="en-US" sz="1430" b="0" u="none" strike="noStrike">
                <a:solidFill>
                  <a:srgbClr val="24222B"/>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1717" name=""/>
          <p:cNvSpPr txBox="1"/>
          <p:nvPr/>
        </p:nvSpPr>
        <p:spPr>
          <a:xfrm>
            <a:off x="7222680" y="4770000"/>
            <a:ext cx="41720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1718" name=""/>
          <p:cNvSpPr txBox="1"/>
          <p:nvPr/>
        </p:nvSpPr>
        <p:spPr>
          <a:xfrm>
            <a:off x="723960" y="5036760"/>
            <a:ext cx="2721240" cy="181800"/>
          </a:xfrm>
          <a:prstGeom prst="rect">
            <a:avLst/>
          </a:prstGeom>
          <a:noFill/>
          <a:ln w="0">
            <a:noFill/>
          </a:ln>
        </p:spPr>
        <p:txBody>
          <a:bodyPr wrap="none" lIns="0" tIns="0" rIns="0" bIns="0" anchor="t">
            <a:spAutoFit/>
          </a:bodyPr>
          <a:p>
            <a:pPr/>
            <a:r>
              <a:rPr lang="ja-JP" sz="1430" b="0" u="none" strike="noStrike">
                <a:solidFill>
                  <a:srgbClr val="24222B"/>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171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726F7D"/>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g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