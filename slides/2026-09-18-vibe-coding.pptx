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エージェント）</a:t>
            </a:r>
            <a:endParaRPr lang="en-US" sz="3000" b="0" u="none" strike="noStrike">
              <a:solidFill>
                <a:srgbClr val="000000"/>
              </a:solidFill>
              <a:effectLst/>
              <a:uFillTx/>
              <a:latin typeface="游明朝体"/>
            </a:endParaRPr>
          </a:p>
        </p:txBody>
      </p:sp>
      <p:sp>
        <p:nvSpPr>
          <p:cNvPr id="3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7580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66840"/>
            <a:ext cx="3999960" cy="2437920"/>
          </a:xfrm>
          <a:prstGeom prst="rect">
            <a:avLst/>
          </a:prstGeom>
          <a:noFill/>
          <a:ln w="0">
            <a:noFill/>
          </a:ln>
        </p:spPr>
      </p:pic>
      <p:sp>
        <p:nvSpPr>
          <p:cNvPr id="4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76640"/>
            <a:ext cx="10953360" cy="3295440"/>
          </a:xfrm>
          <a:prstGeom prst="rect">
            <a:avLst/>
          </a:prstGeom>
          <a:noFill/>
          <a:ln w="0">
            <a:noFill/>
          </a:ln>
        </p:spPr>
      </p:pic>
      <p:sp>
        <p:nvSpPr>
          <p:cNvPr id="5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66840"/>
            <a:ext cx="2790360" cy="4571640"/>
          </a:xfrm>
          <a:prstGeom prst="rect">
            <a:avLst/>
          </a:prstGeom>
          <a:noFill/>
          <a:ln w="0">
            <a:noFill/>
          </a:ln>
        </p:spPr>
      </p:pic>
      <p:pic>
        <p:nvPicPr>
          <p:cNvPr id="596" name=""/>
          <p:cNvPicPr/>
          <p:nvPr/>
        </p:nvPicPr>
        <p:blipFill>
          <a:blip r:embed="rId2"/>
          <a:stretch/>
        </p:blipFill>
        <p:spPr>
          <a:xfrm>
            <a:off x="9001080" y="1266840"/>
            <a:ext cx="1999800" cy="4571640"/>
          </a:xfrm>
          <a:prstGeom prst="rect">
            <a:avLst/>
          </a:prstGeom>
          <a:noFill/>
          <a:ln w="0">
            <a:noFill/>
          </a:ln>
        </p:spPr>
      </p:pic>
      <p:sp>
        <p:nvSpPr>
          <p:cNvPr id="5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サーバー（</a:t>
            </a:r>
            <a:endParaRPr lang="en-US" sz="3000" b="0" u="none" strike="noStrike">
              <a:solidFill>
                <a:srgbClr val="000000"/>
              </a:solidFill>
              <a:effectLst/>
              <a:uFillTx/>
              <a:latin typeface="游明朝体"/>
            </a:endParaRPr>
          </a:p>
        </p:txBody>
      </p:sp>
      <p:sp>
        <p:nvSpPr>
          <p:cNvPr id="607" name=""/>
          <p:cNvSpPr txBox="1"/>
          <p:nvPr/>
        </p:nvSpPr>
        <p:spPr>
          <a:xfrm>
            <a:off x="644760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6904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6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66840"/>
            <a:ext cx="3400200" cy="3333240"/>
          </a:xfrm>
          <a:prstGeom prst="rect">
            <a:avLst/>
          </a:prstGeom>
          <a:noFill/>
          <a:ln w="0">
            <a:noFill/>
          </a:ln>
        </p:spPr>
      </p:pic>
      <p:pic>
        <p:nvPicPr>
          <p:cNvPr id="707" name=""/>
          <p:cNvPicPr/>
          <p:nvPr/>
        </p:nvPicPr>
        <p:blipFill>
          <a:blip r:embed="rId2"/>
          <a:stretch/>
        </p:blipFill>
        <p:spPr>
          <a:xfrm>
            <a:off x="8429760" y="1266840"/>
            <a:ext cx="3400200" cy="3333240"/>
          </a:xfrm>
          <a:prstGeom prst="rect">
            <a:avLst/>
          </a:prstGeom>
          <a:noFill/>
          <a:ln w="0">
            <a:noFill/>
          </a:ln>
        </p:spPr>
      </p:pic>
      <p:sp>
        <p:nvSpPr>
          <p:cNvPr id="7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で解決</a:t>
            </a:r>
            <a:endParaRPr lang="en-US" sz="3000" b="0" u="none" strike="noStrike">
              <a:solidFill>
                <a:srgbClr val="000000"/>
              </a:solidFill>
              <a:effectLst/>
              <a:uFillTx/>
              <a:latin typeface="游明朝体"/>
            </a:endParaRPr>
          </a:p>
        </p:txBody>
      </p:sp>
      <p:sp>
        <p:nvSpPr>
          <p:cNvPr id="7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695600"/>
            <a:ext cx="4952520" cy="281916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農業気象データによる太陽光発電量予測</a:t>
            </a:r>
            <a:endParaRPr lang="en-US" sz="3000" b="0" u="none" strike="noStrike">
              <a:solidFill>
                <a:srgbClr val="000000"/>
              </a:solidFill>
              <a:effectLst/>
              <a:uFillTx/>
              <a:latin typeface="游明朝体"/>
            </a:endParaRPr>
          </a:p>
        </p:txBody>
      </p:sp>
      <p:sp>
        <p:nvSpPr>
          <p:cNvPr id="8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8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61" name=""/>
          <p:cNvPicPr/>
          <p:nvPr/>
        </p:nvPicPr>
        <p:blipFill>
          <a:blip r:embed="rId1"/>
          <a:stretch/>
        </p:blipFill>
        <p:spPr>
          <a:xfrm>
            <a:off x="7496280" y="600120"/>
            <a:ext cx="2876040" cy="2856960"/>
          </a:xfrm>
          <a:prstGeom prst="rect">
            <a:avLst/>
          </a:prstGeom>
          <a:noFill/>
          <a:ln w="0">
            <a:noFill/>
          </a:ln>
        </p:spPr>
      </p:pic>
      <p:pic>
        <p:nvPicPr>
          <p:cNvPr id="862" name=""/>
          <p:cNvPicPr/>
          <p:nvPr/>
        </p:nvPicPr>
        <p:blipFill>
          <a:blip r:embed="rId2"/>
          <a:stretch/>
        </p:blipFill>
        <p:spPr>
          <a:xfrm>
            <a:off x="6486480" y="3533760"/>
            <a:ext cx="4895640" cy="2857320"/>
          </a:xfrm>
          <a:prstGeom prst="rect">
            <a:avLst/>
          </a:prstGeom>
          <a:noFill/>
          <a:ln w="0">
            <a:noFill/>
          </a:ln>
        </p:spPr>
      </p:pic>
      <p:sp>
        <p:nvSpPr>
          <p:cNvPr id="8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⾃宅太陽光発電量</a:t>
            </a:r>
            <a:endParaRPr lang="en-US" sz="3000" b="0" u="none" strike="noStrike">
              <a:solidFill>
                <a:srgbClr val="000000"/>
              </a:solidFill>
              <a:effectLst/>
              <a:uFillTx/>
              <a:latin typeface="游明朝体"/>
            </a:endParaRPr>
          </a:p>
        </p:txBody>
      </p:sp>
      <p:sp>
        <p:nvSpPr>
          <p:cNvPr id="8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機械学習予測</a:t>
            </a:r>
            <a:endParaRPr lang="en-US" sz="3000" b="0" u="none" strike="noStrike">
              <a:solidFill>
                <a:srgbClr val="000000"/>
              </a:solidFill>
              <a:effectLst/>
              <a:uFillTx/>
              <a:latin typeface="游明朝体"/>
            </a:endParaRPr>
          </a:p>
        </p:txBody>
      </p:sp>
      <p:sp>
        <p:nvSpPr>
          <p:cNvPr id="10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直近</a:t>
            </a:r>
            <a:endParaRPr lang="en-US" sz="1650" b="0" u="none" strike="noStrike">
              <a:solidFill>
                <a:srgbClr val="000000"/>
              </a:solidFill>
              <a:effectLst/>
              <a:uFillTx/>
              <a:latin typeface="游明朝体"/>
            </a:endParaRPr>
          </a:p>
        </p:txBody>
      </p:sp>
      <p:sp>
        <p:nvSpPr>
          <p:cNvPr id="10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⽇間の発電量予測（最終更新</a:t>
            </a:r>
            <a:endParaRPr lang="en-US" sz="1650" b="0" u="none" strike="noStrike">
              <a:solidFill>
                <a:srgbClr val="000000"/>
              </a:solidFill>
              <a:effectLst/>
              <a:uFillTx/>
              <a:latin typeface="游明朝体"/>
            </a:endParaRPr>
          </a:p>
        </p:txBody>
      </p:sp>
      <p:sp>
        <p:nvSpPr>
          <p:cNvPr id="10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a:t>
            </a:r>
            <a:endParaRPr lang="en-US" sz="1650" b="0" u="none" strike="noStrike">
              <a:solidFill>
                <a:srgbClr val="000000"/>
              </a:solidFill>
              <a:effectLst/>
              <a:uFillTx/>
              <a:latin typeface="游明朝体"/>
            </a:endParaRPr>
          </a:p>
        </p:txBody>
      </p:sp>
      <p:sp>
        <p:nvSpPr>
          <p:cNvPr id="10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1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1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1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1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1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1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1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1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1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1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1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1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34" name=""/>
          <p:cNvSpPr txBox="1"/>
          <p:nvPr/>
        </p:nvSpPr>
        <p:spPr>
          <a:xfrm>
            <a:off x="48474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39" name=""/>
          <p:cNvPicPr/>
          <p:nvPr/>
        </p:nvPicPr>
        <p:blipFill>
          <a:blip r:embed="rId1"/>
          <a:stretch/>
        </p:blipFill>
        <p:spPr>
          <a:xfrm>
            <a:off x="6210360" y="1704960"/>
            <a:ext cx="5447880" cy="3362040"/>
          </a:xfrm>
          <a:prstGeom prst="rect">
            <a:avLst/>
          </a:prstGeom>
          <a:noFill/>
          <a:ln w="0">
            <a:noFill/>
          </a:ln>
        </p:spPr>
      </p:pic>
      <p:sp>
        <p:nvSpPr>
          <p:cNvPr id="11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運⽤を通じた説明変数の⾒直し</a:t>
            </a:r>
            <a:endParaRPr lang="en-US" sz="3000" b="0" u="none" strike="noStrike">
              <a:solidFill>
                <a:srgbClr val="000000"/>
              </a:solidFill>
              <a:effectLst/>
              <a:uFillTx/>
              <a:latin typeface="游明朝体"/>
            </a:endParaRPr>
          </a:p>
        </p:txBody>
      </p:sp>
      <p:sp>
        <p:nvSpPr>
          <p:cNvPr id="11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50" name=""/>
          <p:cNvSpPr txBox="1"/>
          <p:nvPr/>
        </p:nvSpPr>
        <p:spPr>
          <a:xfrm>
            <a:off x="44024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51" name=""/>
          <p:cNvSpPr txBox="1"/>
          <p:nvPr/>
        </p:nvSpPr>
        <p:spPr>
          <a:xfrm>
            <a:off x="45752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モデル変遷</a:t>
            </a:r>
            <a:endParaRPr lang="en-US" sz="1650" b="0" u="none" strike="noStrike">
              <a:solidFill>
                <a:srgbClr val="000000"/>
              </a:solidFill>
              <a:effectLst/>
              <a:uFillTx/>
              <a:latin typeface="游明朝体"/>
            </a:endParaRPr>
          </a:p>
        </p:txBody>
      </p:sp>
      <p:sp>
        <p:nvSpPr>
          <p:cNvPr id="12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3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3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3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3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3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3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3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3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3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3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3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3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現⾏モデル（</a:t>
            </a:r>
            <a:endParaRPr lang="en-US" sz="3000" b="0" u="none" strike="noStrike">
              <a:solidFill>
                <a:srgbClr val="000000"/>
              </a:solidFill>
              <a:effectLst/>
              <a:uFillTx/>
              <a:latin typeface="游明朝体"/>
            </a:endParaRPr>
          </a:p>
        </p:txBody>
      </p:sp>
      <p:sp>
        <p:nvSpPr>
          <p:cNvPr id="13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並⾏稼働）</a:t>
            </a:r>
            <a:endParaRPr lang="en-US" sz="3000" b="0" u="none" strike="noStrike">
              <a:solidFill>
                <a:srgbClr val="000000"/>
              </a:solidFill>
              <a:effectLst/>
              <a:uFillTx/>
              <a:latin typeface="游明朝体"/>
            </a:endParaRPr>
          </a:p>
        </p:txBody>
      </p:sp>
      <p:sp>
        <p:nvSpPr>
          <p:cNvPr id="14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81" name=""/>
          <p:cNvSpPr txBox="1"/>
          <p:nvPr/>
        </p:nvSpPr>
        <p:spPr>
          <a:xfrm>
            <a:off x="31834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82" name=""/>
          <p:cNvSpPr txBox="1"/>
          <p:nvPr/>
        </p:nvSpPr>
        <p:spPr>
          <a:xfrm>
            <a:off x="34376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5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5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5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5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504" name=""/>
          <p:cNvPicPr/>
          <p:nvPr/>
        </p:nvPicPr>
        <p:blipFill>
          <a:blip r:embed="rId1"/>
          <a:stretch/>
        </p:blipFill>
        <p:spPr>
          <a:xfrm>
            <a:off x="7296120" y="1704960"/>
            <a:ext cx="4362120" cy="1352160"/>
          </a:xfrm>
          <a:prstGeom prst="rect">
            <a:avLst/>
          </a:prstGeom>
          <a:noFill/>
          <a:ln w="0">
            <a:noFill/>
          </a:ln>
        </p:spPr>
      </p:pic>
      <p:sp>
        <p:nvSpPr>
          <p:cNvPr id="15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5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507" name=""/>
          <p:cNvPicPr/>
          <p:nvPr/>
        </p:nvPicPr>
        <p:blipFill>
          <a:blip r:embed="rId2"/>
          <a:stretch/>
        </p:blipFill>
        <p:spPr>
          <a:xfrm>
            <a:off x="7296120" y="3724200"/>
            <a:ext cx="4362120" cy="1352160"/>
          </a:xfrm>
          <a:prstGeom prst="rect">
            <a:avLst/>
          </a:prstGeom>
          <a:noFill/>
          <a:ln w="0">
            <a:noFill/>
          </a:ln>
        </p:spPr>
      </p:pic>
      <p:sp>
        <p:nvSpPr>
          <p:cNvPr id="15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5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5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5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0" name=""/>
          <p:cNvSpPr/>
          <p:nvPr/>
        </p:nvSpPr>
        <p:spPr>
          <a:xfrm>
            <a:off x="533160" y="1276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1" name=""/>
          <p:cNvSpPr/>
          <p:nvPr/>
        </p:nvSpPr>
        <p:spPr>
          <a:xfrm>
            <a:off x="552240" y="280008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2" name=""/>
          <p:cNvSpPr/>
          <p:nvPr/>
        </p:nvSpPr>
        <p:spPr>
          <a:xfrm>
            <a:off x="533160" y="280008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552240" y="5124240"/>
            <a:ext cx="11106360" cy="1010160"/>
          </a:xfrm>
          <a:custGeom>
            <a:avLst/>
            <a:gdLst/>
            <a:ahLst/>
            <a:rect l="0" t="0" r="r" b="b"/>
            <a:pathLst>
              <a:path w="30851" h="2806">
                <a:moveTo>
                  <a:pt x="0" y="2806"/>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2700"/>
                </a:lnTo>
                <a:cubicBezTo>
                  <a:pt x="30851" y="2714"/>
                  <a:pt x="30849" y="2727"/>
                  <a:pt x="30843" y="2740"/>
                </a:cubicBezTo>
                <a:cubicBezTo>
                  <a:pt x="30838" y="2753"/>
                  <a:pt x="30830" y="2765"/>
                  <a:pt x="30820" y="2775"/>
                </a:cubicBezTo>
                <a:cubicBezTo>
                  <a:pt x="30811" y="2785"/>
                  <a:pt x="30799" y="2792"/>
                  <a:pt x="30786" y="2798"/>
                </a:cubicBezTo>
                <a:cubicBezTo>
                  <a:pt x="30773" y="2803"/>
                  <a:pt x="30760" y="2806"/>
                  <a:pt x="3074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4" name=""/>
          <p:cNvSpPr/>
          <p:nvPr/>
        </p:nvSpPr>
        <p:spPr>
          <a:xfrm>
            <a:off x="533160" y="512424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152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527" name=""/>
          <p:cNvSpPr/>
          <p:nvPr/>
        </p:nvSpPr>
        <p:spPr>
          <a:xfrm>
            <a:off x="618840" y="168588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」という⾔葉の由来</a:t>
            </a:r>
            <a:endParaRPr lang="en-US" sz="3000" b="0" u="none" strike="noStrike">
              <a:solidFill>
                <a:srgbClr val="000000"/>
              </a:solidFill>
              <a:effectLst/>
              <a:uFillTx/>
              <a:latin typeface="游明朝体"/>
            </a:endParaRPr>
          </a:p>
        </p:txBody>
      </p:sp>
      <p:sp>
        <p:nvSpPr>
          <p:cNvPr id="1529" name=""/>
          <p:cNvSpPr txBox="1"/>
          <p:nvPr/>
        </p:nvSpPr>
        <p:spPr>
          <a:xfrm>
            <a:off x="799920" y="15901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30" name=""/>
          <p:cNvSpPr txBox="1"/>
          <p:nvPr/>
        </p:nvSpPr>
        <p:spPr>
          <a:xfrm>
            <a:off x="1223640" y="1599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31" name=""/>
          <p:cNvSpPr txBox="1"/>
          <p:nvPr/>
        </p:nvSpPr>
        <p:spPr>
          <a:xfrm>
            <a:off x="14144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32" name=""/>
          <p:cNvSpPr txBox="1"/>
          <p:nvPr/>
        </p:nvSpPr>
        <p:spPr>
          <a:xfrm>
            <a:off x="1520280" y="1599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33" name=""/>
          <p:cNvSpPr txBox="1"/>
          <p:nvPr/>
        </p:nvSpPr>
        <p:spPr>
          <a:xfrm>
            <a:off x="190116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34" name=""/>
          <p:cNvSpPr txBox="1"/>
          <p:nvPr/>
        </p:nvSpPr>
        <p:spPr>
          <a:xfrm>
            <a:off x="2073960" y="15991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35" name=""/>
          <p:cNvSpPr txBox="1"/>
          <p:nvPr/>
        </p:nvSpPr>
        <p:spPr>
          <a:xfrm>
            <a:off x="5306760" y="15901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36" name=""/>
          <p:cNvSpPr txBox="1"/>
          <p:nvPr/>
        </p:nvSpPr>
        <p:spPr>
          <a:xfrm>
            <a:off x="5962680" y="15991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37" name=""/>
          <p:cNvSpPr txBox="1"/>
          <p:nvPr/>
        </p:nvSpPr>
        <p:spPr>
          <a:xfrm>
            <a:off x="6724800" y="15901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38" name=""/>
          <p:cNvSpPr txBox="1"/>
          <p:nvPr/>
        </p:nvSpPr>
        <p:spPr>
          <a:xfrm>
            <a:off x="7363440" y="15991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39" name=""/>
          <p:cNvSpPr txBox="1"/>
          <p:nvPr/>
        </p:nvSpPr>
        <p:spPr>
          <a:xfrm>
            <a:off x="86972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40" name=""/>
          <p:cNvSpPr/>
          <p:nvPr/>
        </p:nvSpPr>
        <p:spPr>
          <a:xfrm>
            <a:off x="618840" y="2076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7"/>
                  <a:pt x="90" y="160"/>
                  <a:pt x="80" y="160"/>
                </a:cubicBezTo>
                <a:cubicBezTo>
                  <a:pt x="69" y="160"/>
                  <a:pt x="59" y="157"/>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txBox="1"/>
          <p:nvPr/>
        </p:nvSpPr>
        <p:spPr>
          <a:xfrm>
            <a:off x="8813520" y="15991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42" name=""/>
          <p:cNvSpPr txBox="1"/>
          <p:nvPr/>
        </p:nvSpPr>
        <p:spPr>
          <a:xfrm>
            <a:off x="79992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43" name=""/>
          <p:cNvSpPr txBox="1"/>
          <p:nvPr/>
        </p:nvSpPr>
        <p:spPr>
          <a:xfrm>
            <a:off x="6015960" y="1980720"/>
            <a:ext cx="35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44" name=""/>
          <p:cNvSpPr txBox="1"/>
          <p:nvPr/>
        </p:nvSpPr>
        <p:spPr>
          <a:xfrm>
            <a:off x="636876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45" name=""/>
          <p:cNvSpPr txBox="1"/>
          <p:nvPr/>
        </p:nvSpPr>
        <p:spPr>
          <a:xfrm>
            <a:off x="799920" y="233280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46" name=""/>
          <p:cNvSpPr txBox="1"/>
          <p:nvPr/>
        </p:nvSpPr>
        <p:spPr>
          <a:xfrm>
            <a:off x="762120" y="29800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47" name=""/>
          <p:cNvSpPr txBox="1"/>
          <p:nvPr/>
        </p:nvSpPr>
        <p:spPr>
          <a:xfrm>
            <a:off x="762120" y="323712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48" name=""/>
          <p:cNvSpPr/>
          <p:nvPr/>
        </p:nvSpPr>
        <p:spPr>
          <a:xfrm>
            <a:off x="618840" y="43812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txBox="1"/>
          <p:nvPr/>
        </p:nvSpPr>
        <p:spPr>
          <a:xfrm>
            <a:off x="762120" y="34945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50" name=""/>
          <p:cNvSpPr/>
          <p:nvPr/>
        </p:nvSpPr>
        <p:spPr>
          <a:xfrm>
            <a:off x="618840" y="478152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txBox="1"/>
          <p:nvPr/>
        </p:nvSpPr>
        <p:spPr>
          <a:xfrm>
            <a:off x="799920" y="429480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提唱者本⼈が「</a:t>
            </a:r>
            <a:r>
              <a:rPr lang="ja-JP" sz="1500" b="1" u="none" strike="noStrike">
                <a:solidFill>
                  <a:srgbClr val="E87BA4"/>
                </a:solidFill>
                <a:effectLst/>
                <a:uFillTx/>
                <a:latin typeface="HiraginoSans-W5"/>
                <a:ea typeface="HiraginoSans-W5"/>
              </a:rPr>
              <a:t>使い捨ての週末プロジェクト向け</a:t>
            </a:r>
            <a:r>
              <a:rPr lang="ja-JP" sz="1500" b="0" u="none" strike="noStrike">
                <a:solidFill>
                  <a:srgbClr val="24222B"/>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52" name=""/>
          <p:cNvSpPr txBox="1"/>
          <p:nvPr/>
        </p:nvSpPr>
        <p:spPr>
          <a:xfrm>
            <a:off x="799920" y="469476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コードを⼀⾏ずつ書くのではなく、</a:t>
            </a:r>
            <a:r>
              <a:rPr lang="ja-JP" sz="1500" b="1" u="none" strike="noStrike">
                <a:solidFill>
                  <a:srgbClr val="E87BA4"/>
                </a:solidFill>
                <a:effectLst/>
                <a:uFillTx/>
                <a:latin typeface="HiraginoSans-W5"/>
                <a:ea typeface="HiraginoSans-W5"/>
              </a:rPr>
              <a:t>⾒て・⾔って・動かして・貼り付ける</a:t>
            </a:r>
            <a:r>
              <a:rPr lang="ja-JP" sz="1500" b="0" u="none" strike="noStrike">
                <a:solidFill>
                  <a:srgbClr val="24222B"/>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53" name=""/>
          <p:cNvSpPr txBox="1"/>
          <p:nvPr/>
        </p:nvSpPr>
        <p:spPr>
          <a:xfrm>
            <a:off x="723960" y="525600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54" name=""/>
          <p:cNvSpPr txBox="1"/>
          <p:nvPr/>
        </p:nvSpPr>
        <p:spPr>
          <a:xfrm>
            <a:off x="1447920" y="52473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5" name=""/>
          <p:cNvSpPr txBox="1"/>
          <p:nvPr/>
        </p:nvSpPr>
        <p:spPr>
          <a:xfrm>
            <a:off x="1548360" y="5256000"/>
            <a:ext cx="7255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5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5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59" name=""/>
          <p:cNvSpPr txBox="1"/>
          <p:nvPr/>
        </p:nvSpPr>
        <p:spPr>
          <a:xfrm>
            <a:off x="723960" y="579888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66" name=""/>
          <p:cNvSpPr/>
          <p:nvPr/>
        </p:nvSpPr>
        <p:spPr>
          <a:xfrm>
            <a:off x="1228680" y="1266480"/>
            <a:ext cx="5143680" cy="5553720"/>
          </a:xfrm>
          <a:custGeom>
            <a:avLst/>
            <a:gdLst/>
            <a:ahLst/>
            <a:rect l="0" t="0" r="r" b="b"/>
            <a:pathLst>
              <a:path w="14288" h="15427">
                <a:moveTo>
                  <a:pt x="0" y="0"/>
                </a:moveTo>
                <a:lnTo>
                  <a:pt x="14288" y="0"/>
                </a:lnTo>
                <a:lnTo>
                  <a:pt x="14288" y="15427"/>
                </a:lnTo>
                <a:lnTo>
                  <a:pt x="0" y="15427"/>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7" name=""/>
          <p:cNvSpPr/>
          <p:nvPr/>
        </p:nvSpPr>
        <p:spPr>
          <a:xfrm>
            <a:off x="4091400" y="2912400"/>
            <a:ext cx="974880" cy="975600"/>
          </a:xfrm>
          <a:custGeom>
            <a:avLst/>
            <a:gdLst/>
            <a:ahLst/>
            <a:rect l="0" t="0" r="r" b="b"/>
            <a:pathLst>
              <a:path w="2708" h="2710">
                <a:moveTo>
                  <a:pt x="25" y="1"/>
                </a:moveTo>
                <a:lnTo>
                  <a:pt x="43" y="7"/>
                </a:lnTo>
                <a:cubicBezTo>
                  <a:pt x="48" y="8"/>
                  <a:pt x="51" y="12"/>
                  <a:pt x="54" y="16"/>
                </a:cubicBezTo>
                <a:cubicBezTo>
                  <a:pt x="56" y="21"/>
                  <a:pt x="56" y="26"/>
                  <a:pt x="55" y="31"/>
                </a:cubicBezTo>
                <a:cubicBezTo>
                  <a:pt x="53" y="36"/>
                  <a:pt x="50" y="39"/>
                  <a:pt x="45" y="42"/>
                </a:cubicBezTo>
                <a:cubicBezTo>
                  <a:pt x="40" y="44"/>
                  <a:pt x="36" y="44"/>
                  <a:pt x="31" y="42"/>
                </a:cubicBezTo>
                <a:lnTo>
                  <a:pt x="12" y="36"/>
                </a:lnTo>
                <a:cubicBezTo>
                  <a:pt x="8" y="35"/>
                  <a:pt x="4" y="31"/>
                  <a:pt x="2" y="27"/>
                </a:cubicBezTo>
                <a:cubicBezTo>
                  <a:pt x="-1" y="22"/>
                  <a:pt x="-1" y="17"/>
                  <a:pt x="1" y="12"/>
                </a:cubicBezTo>
                <a:cubicBezTo>
                  <a:pt x="2" y="7"/>
                  <a:pt x="6" y="4"/>
                  <a:pt x="10" y="2"/>
                </a:cubicBezTo>
                <a:cubicBezTo>
                  <a:pt x="15" y="-1"/>
                  <a:pt x="20" y="-1"/>
                  <a:pt x="25" y="1"/>
                </a:cubicBezTo>
                <a:moveTo>
                  <a:pt x="169" y="52"/>
                </a:moveTo>
                <a:lnTo>
                  <a:pt x="187" y="59"/>
                </a:lnTo>
                <a:cubicBezTo>
                  <a:pt x="192" y="61"/>
                  <a:pt x="195" y="64"/>
                  <a:pt x="197" y="69"/>
                </a:cubicBezTo>
                <a:cubicBezTo>
                  <a:pt x="200" y="73"/>
                  <a:pt x="200" y="78"/>
                  <a:pt x="198" y="83"/>
                </a:cubicBezTo>
                <a:cubicBezTo>
                  <a:pt x="196" y="88"/>
                  <a:pt x="193" y="91"/>
                  <a:pt x="188" y="93"/>
                </a:cubicBezTo>
                <a:cubicBezTo>
                  <a:pt x="183" y="96"/>
                  <a:pt x="179" y="96"/>
                  <a:pt x="174" y="94"/>
                </a:cubicBezTo>
                <a:lnTo>
                  <a:pt x="156" y="87"/>
                </a:lnTo>
                <a:cubicBezTo>
                  <a:pt x="151" y="85"/>
                  <a:pt x="148" y="82"/>
                  <a:pt x="145" y="77"/>
                </a:cubicBezTo>
                <a:cubicBezTo>
                  <a:pt x="143" y="73"/>
                  <a:pt x="143" y="68"/>
                  <a:pt x="145" y="63"/>
                </a:cubicBezTo>
                <a:cubicBezTo>
                  <a:pt x="147" y="58"/>
                  <a:pt x="150" y="55"/>
                  <a:pt x="155" y="53"/>
                </a:cubicBezTo>
                <a:cubicBezTo>
                  <a:pt x="160" y="50"/>
                  <a:pt x="164" y="50"/>
                  <a:pt x="169" y="52"/>
                </a:cubicBezTo>
                <a:moveTo>
                  <a:pt x="310" y="107"/>
                </a:moveTo>
                <a:lnTo>
                  <a:pt x="328" y="114"/>
                </a:lnTo>
                <a:cubicBezTo>
                  <a:pt x="332" y="116"/>
                  <a:pt x="336" y="120"/>
                  <a:pt x="338" y="124"/>
                </a:cubicBezTo>
                <a:cubicBezTo>
                  <a:pt x="340" y="129"/>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2"/>
                  <a:pt x="286" y="117"/>
                </a:cubicBezTo>
                <a:cubicBezTo>
                  <a:pt x="288" y="113"/>
                  <a:pt x="291" y="109"/>
                  <a:pt x="296" y="107"/>
                </a:cubicBezTo>
                <a:cubicBezTo>
                  <a:pt x="301" y="105"/>
                  <a:pt x="305" y="105"/>
                  <a:pt x="310" y="107"/>
                </a:cubicBezTo>
                <a:moveTo>
                  <a:pt x="448" y="166"/>
                </a:moveTo>
                <a:lnTo>
                  <a:pt x="465" y="173"/>
                </a:lnTo>
                <a:cubicBezTo>
                  <a:pt x="469" y="175"/>
                  <a:pt x="473" y="179"/>
                  <a:pt x="474" y="184"/>
                </a:cubicBezTo>
                <a:cubicBezTo>
                  <a:pt x="476" y="189"/>
                  <a:pt x="476" y="193"/>
                  <a:pt x="474" y="198"/>
                </a:cubicBezTo>
                <a:cubicBezTo>
                  <a:pt x="472" y="203"/>
                  <a:pt x="468" y="206"/>
                  <a:pt x="464" y="208"/>
                </a:cubicBezTo>
                <a:cubicBezTo>
                  <a:pt x="459" y="210"/>
                  <a:pt x="454" y="210"/>
                  <a:pt x="449" y="208"/>
                </a:cubicBezTo>
                <a:lnTo>
                  <a:pt x="432" y="200"/>
                </a:lnTo>
                <a:cubicBezTo>
                  <a:pt x="428" y="198"/>
                  <a:pt x="424" y="194"/>
                  <a:pt x="422" y="190"/>
                </a:cubicBezTo>
                <a:cubicBezTo>
                  <a:pt x="421" y="185"/>
                  <a:pt x="421" y="180"/>
                  <a:pt x="423" y="175"/>
                </a:cubicBezTo>
                <a:cubicBezTo>
                  <a:pt x="425" y="170"/>
                  <a:pt x="428" y="167"/>
                  <a:pt x="433" y="165"/>
                </a:cubicBezTo>
                <a:cubicBezTo>
                  <a:pt x="438" y="163"/>
                  <a:pt x="443" y="164"/>
                  <a:pt x="448" y="166"/>
                </a:cubicBezTo>
                <a:moveTo>
                  <a:pt x="585" y="229"/>
                </a:moveTo>
                <a:lnTo>
                  <a:pt x="602" y="238"/>
                </a:lnTo>
                <a:cubicBezTo>
                  <a:pt x="607" y="240"/>
                  <a:pt x="610" y="244"/>
                  <a:pt x="611" y="248"/>
                </a:cubicBezTo>
                <a:cubicBezTo>
                  <a:pt x="613" y="253"/>
                  <a:pt x="613" y="258"/>
                  <a:pt x="611" y="263"/>
                </a:cubicBezTo>
                <a:cubicBezTo>
                  <a:pt x="608" y="267"/>
                  <a:pt x="605" y="271"/>
                  <a:pt x="600" y="272"/>
                </a:cubicBezTo>
                <a:cubicBezTo>
                  <a:pt x="595" y="274"/>
                  <a:pt x="590" y="274"/>
                  <a:pt x="585" y="272"/>
                </a:cubicBezTo>
                <a:lnTo>
                  <a:pt x="568" y="263"/>
                </a:lnTo>
                <a:cubicBezTo>
                  <a:pt x="564" y="261"/>
                  <a:pt x="561" y="257"/>
                  <a:pt x="559" y="252"/>
                </a:cubicBezTo>
                <a:cubicBezTo>
                  <a:pt x="557" y="248"/>
                  <a:pt x="557" y="243"/>
                  <a:pt x="560" y="238"/>
                </a:cubicBezTo>
                <a:cubicBezTo>
                  <a:pt x="562" y="233"/>
                  <a:pt x="566" y="230"/>
                  <a:pt x="570" y="228"/>
                </a:cubicBezTo>
                <a:cubicBezTo>
                  <a:pt x="575" y="227"/>
                  <a:pt x="580" y="227"/>
                  <a:pt x="585" y="229"/>
                </a:cubicBezTo>
                <a:moveTo>
                  <a:pt x="720" y="298"/>
                </a:moveTo>
                <a:lnTo>
                  <a:pt x="737" y="307"/>
                </a:lnTo>
                <a:cubicBezTo>
                  <a:pt x="742" y="309"/>
                  <a:pt x="745" y="313"/>
                  <a:pt x="746" y="318"/>
                </a:cubicBezTo>
                <a:cubicBezTo>
                  <a:pt x="748" y="323"/>
                  <a:pt x="747" y="328"/>
                  <a:pt x="745" y="332"/>
                </a:cubicBezTo>
                <a:cubicBezTo>
                  <a:pt x="743" y="337"/>
                  <a:pt x="739" y="340"/>
                  <a:pt x="734" y="341"/>
                </a:cubicBezTo>
                <a:cubicBezTo>
                  <a:pt x="729" y="343"/>
                  <a:pt x="724" y="342"/>
                  <a:pt x="720" y="340"/>
                </a:cubicBezTo>
                <a:lnTo>
                  <a:pt x="703" y="331"/>
                </a:lnTo>
                <a:cubicBezTo>
                  <a:pt x="698" y="329"/>
                  <a:pt x="695" y="325"/>
                  <a:pt x="694" y="320"/>
                </a:cubicBezTo>
                <a:cubicBezTo>
                  <a:pt x="692" y="315"/>
                  <a:pt x="693" y="310"/>
                  <a:pt x="695" y="306"/>
                </a:cubicBezTo>
                <a:cubicBezTo>
                  <a:pt x="698" y="301"/>
                  <a:pt x="701" y="298"/>
                  <a:pt x="706" y="297"/>
                </a:cubicBezTo>
                <a:cubicBezTo>
                  <a:pt x="711" y="295"/>
                  <a:pt x="716" y="295"/>
                  <a:pt x="720" y="298"/>
                </a:cubicBezTo>
                <a:moveTo>
                  <a:pt x="853" y="370"/>
                </a:moveTo>
                <a:lnTo>
                  <a:pt x="869" y="380"/>
                </a:lnTo>
                <a:cubicBezTo>
                  <a:pt x="874" y="382"/>
                  <a:pt x="877" y="386"/>
                  <a:pt x="878" y="391"/>
                </a:cubicBezTo>
                <a:cubicBezTo>
                  <a:pt x="880" y="396"/>
                  <a:pt x="879" y="401"/>
                  <a:pt x="876" y="405"/>
                </a:cubicBezTo>
                <a:cubicBezTo>
                  <a:pt x="874" y="410"/>
                  <a:pt x="870" y="413"/>
                  <a:pt x="865" y="414"/>
                </a:cubicBezTo>
                <a:cubicBezTo>
                  <a:pt x="860" y="415"/>
                  <a:pt x="855" y="415"/>
                  <a:pt x="851" y="412"/>
                </a:cubicBezTo>
                <a:lnTo>
                  <a:pt x="835" y="403"/>
                </a:lnTo>
                <a:cubicBezTo>
                  <a:pt x="830" y="400"/>
                  <a:pt x="827" y="396"/>
                  <a:pt x="826" y="391"/>
                </a:cubicBezTo>
                <a:cubicBezTo>
                  <a:pt x="824" y="386"/>
                  <a:pt x="825" y="382"/>
                  <a:pt x="828" y="377"/>
                </a:cubicBezTo>
                <a:cubicBezTo>
                  <a:pt x="830" y="373"/>
                  <a:pt x="834" y="370"/>
                  <a:pt x="839" y="368"/>
                </a:cubicBezTo>
                <a:cubicBezTo>
                  <a:pt x="844" y="367"/>
                  <a:pt x="849" y="368"/>
                  <a:pt x="853" y="370"/>
                </a:cubicBezTo>
                <a:moveTo>
                  <a:pt x="982" y="447"/>
                </a:moveTo>
                <a:lnTo>
                  <a:pt x="999" y="457"/>
                </a:lnTo>
                <a:cubicBezTo>
                  <a:pt x="1003" y="460"/>
                  <a:pt x="1006" y="464"/>
                  <a:pt x="1007" y="469"/>
                </a:cubicBezTo>
                <a:cubicBezTo>
                  <a:pt x="1008" y="474"/>
                  <a:pt x="1007" y="479"/>
                  <a:pt x="1005" y="483"/>
                </a:cubicBezTo>
                <a:cubicBezTo>
                  <a:pt x="1002" y="487"/>
                  <a:pt x="998" y="490"/>
                  <a:pt x="993" y="491"/>
                </a:cubicBezTo>
                <a:cubicBezTo>
                  <a:pt x="988" y="493"/>
                  <a:pt x="983" y="492"/>
                  <a:pt x="979" y="489"/>
                </a:cubicBezTo>
                <a:lnTo>
                  <a:pt x="963" y="479"/>
                </a:lnTo>
                <a:cubicBezTo>
                  <a:pt x="958" y="476"/>
                  <a:pt x="955" y="472"/>
                  <a:pt x="954" y="467"/>
                </a:cubicBezTo>
                <a:cubicBezTo>
                  <a:pt x="953" y="462"/>
                  <a:pt x="954" y="458"/>
                  <a:pt x="957" y="453"/>
                </a:cubicBezTo>
                <a:cubicBezTo>
                  <a:pt x="959" y="449"/>
                  <a:pt x="963" y="446"/>
                  <a:pt x="968" y="445"/>
                </a:cubicBezTo>
                <a:cubicBezTo>
                  <a:pt x="973" y="444"/>
                  <a:pt x="978" y="444"/>
                  <a:pt x="982" y="447"/>
                </a:cubicBezTo>
                <a:moveTo>
                  <a:pt x="1110" y="530"/>
                </a:moveTo>
                <a:lnTo>
                  <a:pt x="1126" y="540"/>
                </a:lnTo>
                <a:cubicBezTo>
                  <a:pt x="1130" y="543"/>
                  <a:pt x="1133" y="547"/>
                  <a:pt x="1134" y="552"/>
                </a:cubicBezTo>
                <a:cubicBezTo>
                  <a:pt x="1135" y="557"/>
                  <a:pt x="1134" y="562"/>
                  <a:pt x="1131" y="566"/>
                </a:cubicBezTo>
                <a:cubicBezTo>
                  <a:pt x="1128" y="571"/>
                  <a:pt x="1124" y="573"/>
                  <a:pt x="1119" y="574"/>
                </a:cubicBezTo>
                <a:cubicBezTo>
                  <a:pt x="1114" y="575"/>
                  <a:pt x="1109" y="574"/>
                  <a:pt x="1105" y="571"/>
                </a:cubicBezTo>
                <a:lnTo>
                  <a:pt x="1089" y="561"/>
                </a:lnTo>
                <a:cubicBezTo>
                  <a:pt x="1085" y="558"/>
                  <a:pt x="1082" y="554"/>
                  <a:pt x="1081" y="549"/>
                </a:cubicBezTo>
                <a:cubicBezTo>
                  <a:pt x="1080" y="544"/>
                  <a:pt x="1081" y="539"/>
                  <a:pt x="1084" y="535"/>
                </a:cubicBezTo>
                <a:cubicBezTo>
                  <a:pt x="1087" y="530"/>
                  <a:pt x="1091" y="528"/>
                  <a:pt x="1096" y="527"/>
                </a:cubicBezTo>
                <a:cubicBezTo>
                  <a:pt x="1101" y="526"/>
                  <a:pt x="1106" y="527"/>
                  <a:pt x="1110" y="530"/>
                </a:cubicBezTo>
                <a:moveTo>
                  <a:pt x="1234" y="616"/>
                </a:moveTo>
                <a:lnTo>
                  <a:pt x="1249" y="627"/>
                </a:lnTo>
                <a:cubicBezTo>
                  <a:pt x="1253" y="630"/>
                  <a:pt x="1256" y="634"/>
                  <a:pt x="1256" y="639"/>
                </a:cubicBezTo>
                <a:cubicBezTo>
                  <a:pt x="1257" y="645"/>
                  <a:pt x="1256" y="649"/>
                  <a:pt x="1253" y="653"/>
                </a:cubicBezTo>
                <a:cubicBezTo>
                  <a:pt x="1250" y="658"/>
                  <a:pt x="1246" y="660"/>
                  <a:pt x="1241" y="661"/>
                </a:cubicBezTo>
                <a:cubicBezTo>
                  <a:pt x="1236" y="662"/>
                  <a:pt x="1231" y="661"/>
                  <a:pt x="1227" y="658"/>
                </a:cubicBezTo>
                <a:lnTo>
                  <a:pt x="1212" y="646"/>
                </a:lnTo>
                <a:cubicBezTo>
                  <a:pt x="1207" y="643"/>
                  <a:pt x="1205" y="639"/>
                  <a:pt x="1204" y="634"/>
                </a:cubicBezTo>
                <a:cubicBezTo>
                  <a:pt x="1203" y="629"/>
                  <a:pt x="1204" y="624"/>
                  <a:pt x="1208" y="620"/>
                </a:cubicBezTo>
                <a:cubicBezTo>
                  <a:pt x="1211" y="616"/>
                  <a:pt x="1215" y="613"/>
                  <a:pt x="1220" y="613"/>
                </a:cubicBezTo>
                <a:cubicBezTo>
                  <a:pt x="1225" y="612"/>
                  <a:pt x="1230" y="613"/>
                  <a:pt x="1234" y="616"/>
                </a:cubicBezTo>
                <a:moveTo>
                  <a:pt x="1354" y="707"/>
                </a:moveTo>
                <a:lnTo>
                  <a:pt x="1368" y="719"/>
                </a:lnTo>
                <a:cubicBezTo>
                  <a:pt x="1372" y="722"/>
                  <a:pt x="1375" y="726"/>
                  <a:pt x="1375" y="731"/>
                </a:cubicBezTo>
                <a:cubicBezTo>
                  <a:pt x="1376" y="736"/>
                  <a:pt x="1375" y="741"/>
                  <a:pt x="1371" y="745"/>
                </a:cubicBezTo>
                <a:cubicBezTo>
                  <a:pt x="1368" y="749"/>
                  <a:pt x="1364" y="751"/>
                  <a:pt x="1359" y="752"/>
                </a:cubicBezTo>
                <a:cubicBezTo>
                  <a:pt x="1354" y="753"/>
                  <a:pt x="1349" y="751"/>
                  <a:pt x="1345" y="748"/>
                </a:cubicBezTo>
                <a:lnTo>
                  <a:pt x="1330" y="736"/>
                </a:lnTo>
                <a:cubicBezTo>
                  <a:pt x="1326" y="733"/>
                  <a:pt x="1324" y="729"/>
                  <a:pt x="1323" y="724"/>
                </a:cubicBezTo>
                <a:cubicBezTo>
                  <a:pt x="1323" y="719"/>
                  <a:pt x="1324" y="714"/>
                  <a:pt x="1327" y="710"/>
                </a:cubicBezTo>
                <a:cubicBezTo>
                  <a:pt x="1330" y="706"/>
                  <a:pt x="1335" y="704"/>
                  <a:pt x="1340" y="703"/>
                </a:cubicBezTo>
                <a:cubicBezTo>
                  <a:pt x="1345" y="702"/>
                  <a:pt x="1350" y="704"/>
                  <a:pt x="1354" y="707"/>
                </a:cubicBezTo>
                <a:moveTo>
                  <a:pt x="1471" y="803"/>
                </a:moveTo>
                <a:lnTo>
                  <a:pt x="1485" y="815"/>
                </a:lnTo>
                <a:cubicBezTo>
                  <a:pt x="1489" y="819"/>
                  <a:pt x="1491" y="823"/>
                  <a:pt x="1492" y="828"/>
                </a:cubicBezTo>
                <a:cubicBezTo>
                  <a:pt x="1492" y="833"/>
                  <a:pt x="1491" y="838"/>
                  <a:pt x="1487" y="842"/>
                </a:cubicBezTo>
                <a:cubicBezTo>
                  <a:pt x="1484" y="846"/>
                  <a:pt x="1480" y="848"/>
                  <a:pt x="1474" y="848"/>
                </a:cubicBezTo>
                <a:cubicBezTo>
                  <a:pt x="1469" y="849"/>
                  <a:pt x="1465" y="847"/>
                  <a:pt x="1461" y="844"/>
                </a:cubicBezTo>
                <a:lnTo>
                  <a:pt x="1446" y="832"/>
                </a:lnTo>
                <a:cubicBezTo>
                  <a:pt x="1442" y="828"/>
                  <a:pt x="1440" y="824"/>
                  <a:pt x="1440" y="819"/>
                </a:cubicBezTo>
                <a:cubicBezTo>
                  <a:pt x="1439" y="814"/>
                  <a:pt x="1441" y="809"/>
                  <a:pt x="1444" y="805"/>
                </a:cubicBezTo>
                <a:cubicBezTo>
                  <a:pt x="1448" y="801"/>
                  <a:pt x="1452" y="799"/>
                  <a:pt x="1457" y="799"/>
                </a:cubicBezTo>
                <a:cubicBezTo>
                  <a:pt x="1462" y="798"/>
                  <a:pt x="1467" y="800"/>
                  <a:pt x="1471" y="803"/>
                </a:cubicBezTo>
                <a:moveTo>
                  <a:pt x="1584" y="903"/>
                </a:moveTo>
                <a:lnTo>
                  <a:pt x="1598" y="916"/>
                </a:lnTo>
                <a:cubicBezTo>
                  <a:pt x="1602" y="920"/>
                  <a:pt x="1604" y="924"/>
                  <a:pt x="1604" y="929"/>
                </a:cubicBezTo>
                <a:cubicBezTo>
                  <a:pt x="1604" y="934"/>
                  <a:pt x="1602" y="939"/>
                  <a:pt x="1599" y="943"/>
                </a:cubicBezTo>
                <a:cubicBezTo>
                  <a:pt x="1595" y="946"/>
                  <a:pt x="1591" y="948"/>
                  <a:pt x="1586" y="949"/>
                </a:cubicBezTo>
                <a:cubicBezTo>
                  <a:pt x="1580" y="949"/>
                  <a:pt x="1576" y="947"/>
                  <a:pt x="1572" y="944"/>
                </a:cubicBezTo>
                <a:lnTo>
                  <a:pt x="1558" y="931"/>
                </a:lnTo>
                <a:cubicBezTo>
                  <a:pt x="1555" y="927"/>
                  <a:pt x="1553" y="923"/>
                  <a:pt x="1552" y="918"/>
                </a:cubicBezTo>
                <a:cubicBezTo>
                  <a:pt x="1552" y="913"/>
                  <a:pt x="1554" y="908"/>
                  <a:pt x="1557" y="904"/>
                </a:cubicBezTo>
                <a:cubicBezTo>
                  <a:pt x="1561" y="900"/>
                  <a:pt x="1565" y="898"/>
                  <a:pt x="1570" y="898"/>
                </a:cubicBezTo>
                <a:cubicBezTo>
                  <a:pt x="1576" y="898"/>
                  <a:pt x="1580" y="900"/>
                  <a:pt x="1584" y="903"/>
                </a:cubicBezTo>
                <a:moveTo>
                  <a:pt x="1693" y="1008"/>
                </a:moveTo>
                <a:lnTo>
                  <a:pt x="1706" y="1021"/>
                </a:lnTo>
                <a:cubicBezTo>
                  <a:pt x="1710" y="1025"/>
                  <a:pt x="1712" y="1029"/>
                  <a:pt x="1712" y="1034"/>
                </a:cubicBezTo>
                <a:cubicBezTo>
                  <a:pt x="1712" y="1040"/>
                  <a:pt x="1710" y="1044"/>
                  <a:pt x="1706" y="1048"/>
                </a:cubicBezTo>
                <a:cubicBezTo>
                  <a:pt x="1702" y="1051"/>
                  <a:pt x="1698" y="1053"/>
                  <a:pt x="1693" y="1053"/>
                </a:cubicBezTo>
                <a:cubicBezTo>
                  <a:pt x="1688" y="1053"/>
                  <a:pt x="1683" y="1051"/>
                  <a:pt x="1679" y="1048"/>
                </a:cubicBezTo>
                <a:lnTo>
                  <a:pt x="1666" y="1034"/>
                </a:lnTo>
                <a:cubicBezTo>
                  <a:pt x="1663" y="1031"/>
                  <a:pt x="1661" y="1026"/>
                  <a:pt x="1661" y="1021"/>
                </a:cubicBezTo>
                <a:cubicBezTo>
                  <a:pt x="1661" y="1016"/>
                  <a:pt x="1663" y="1011"/>
                  <a:pt x="1666" y="1008"/>
                </a:cubicBezTo>
                <a:cubicBezTo>
                  <a:pt x="1670" y="1004"/>
                  <a:pt x="1674" y="1002"/>
                  <a:pt x="1680" y="1002"/>
                </a:cubicBezTo>
                <a:cubicBezTo>
                  <a:pt x="1685" y="1002"/>
                  <a:pt x="1689" y="1004"/>
                  <a:pt x="1693" y="1008"/>
                </a:cubicBezTo>
                <a:moveTo>
                  <a:pt x="1798" y="1116"/>
                </a:moveTo>
                <a:lnTo>
                  <a:pt x="1810" y="1130"/>
                </a:lnTo>
                <a:cubicBezTo>
                  <a:pt x="1814" y="1134"/>
                  <a:pt x="1815" y="1139"/>
                  <a:pt x="1815" y="1144"/>
                </a:cubicBezTo>
                <a:cubicBezTo>
                  <a:pt x="1815" y="1149"/>
                  <a:pt x="1813" y="1153"/>
                  <a:pt x="1809" y="1157"/>
                </a:cubicBezTo>
                <a:cubicBezTo>
                  <a:pt x="1805" y="1160"/>
                  <a:pt x="1801" y="1162"/>
                  <a:pt x="1796" y="1162"/>
                </a:cubicBezTo>
                <a:cubicBezTo>
                  <a:pt x="1791" y="1162"/>
                  <a:pt x="1786" y="1160"/>
                  <a:pt x="1783" y="1156"/>
                </a:cubicBezTo>
                <a:lnTo>
                  <a:pt x="1770" y="1142"/>
                </a:lnTo>
                <a:cubicBezTo>
                  <a:pt x="1766" y="1138"/>
                  <a:pt x="1765" y="1134"/>
                  <a:pt x="1765" y="1128"/>
                </a:cubicBezTo>
                <a:cubicBezTo>
                  <a:pt x="1765" y="1123"/>
                  <a:pt x="1767" y="1119"/>
                  <a:pt x="1771" y="1115"/>
                </a:cubicBezTo>
                <a:cubicBezTo>
                  <a:pt x="1775" y="1112"/>
                  <a:pt x="1779" y="1110"/>
                  <a:pt x="1784" y="1110"/>
                </a:cubicBezTo>
                <a:cubicBezTo>
                  <a:pt x="1790" y="1111"/>
                  <a:pt x="1794" y="1113"/>
                  <a:pt x="1798" y="1116"/>
                </a:cubicBezTo>
                <a:moveTo>
                  <a:pt x="1898" y="1229"/>
                </a:moveTo>
                <a:lnTo>
                  <a:pt x="1910" y="1244"/>
                </a:lnTo>
                <a:cubicBezTo>
                  <a:pt x="1914" y="1248"/>
                  <a:pt x="1915" y="1252"/>
                  <a:pt x="1915" y="1257"/>
                </a:cubicBezTo>
                <a:cubicBezTo>
                  <a:pt x="1914" y="1263"/>
                  <a:pt x="1912" y="1267"/>
                  <a:pt x="1908" y="1270"/>
                </a:cubicBezTo>
                <a:cubicBezTo>
                  <a:pt x="1904" y="1274"/>
                  <a:pt x="1900" y="1275"/>
                  <a:pt x="1894" y="1275"/>
                </a:cubicBezTo>
                <a:cubicBezTo>
                  <a:pt x="1889" y="1274"/>
                  <a:pt x="1885" y="1272"/>
                  <a:pt x="1882" y="1268"/>
                </a:cubicBezTo>
                <a:lnTo>
                  <a:pt x="1869" y="1254"/>
                </a:lnTo>
                <a:cubicBezTo>
                  <a:pt x="1866" y="1250"/>
                  <a:pt x="1865" y="1245"/>
                  <a:pt x="1865" y="1240"/>
                </a:cubicBezTo>
                <a:cubicBezTo>
                  <a:pt x="1865" y="1235"/>
                  <a:pt x="1868" y="1231"/>
                  <a:pt x="1872" y="1227"/>
                </a:cubicBezTo>
                <a:cubicBezTo>
                  <a:pt x="1876" y="1224"/>
                  <a:pt x="1880" y="1222"/>
                  <a:pt x="1885" y="1223"/>
                </a:cubicBezTo>
                <a:cubicBezTo>
                  <a:pt x="1890" y="1223"/>
                  <a:pt x="1895" y="1225"/>
                  <a:pt x="1898" y="1229"/>
                </a:cubicBezTo>
                <a:moveTo>
                  <a:pt x="1994" y="1346"/>
                </a:moveTo>
                <a:lnTo>
                  <a:pt x="2006" y="1361"/>
                </a:lnTo>
                <a:cubicBezTo>
                  <a:pt x="2009" y="1365"/>
                  <a:pt x="2011" y="1370"/>
                  <a:pt x="2010" y="1375"/>
                </a:cubicBezTo>
                <a:cubicBezTo>
                  <a:pt x="2009" y="1380"/>
                  <a:pt x="2007" y="1384"/>
                  <a:pt x="2003" y="1389"/>
                </a:cubicBezTo>
                <a:cubicBezTo>
                  <a:pt x="1999" y="1392"/>
                  <a:pt x="1994" y="1393"/>
                  <a:pt x="1989" y="1393"/>
                </a:cubicBezTo>
                <a:cubicBezTo>
                  <a:pt x="1984" y="1392"/>
                  <a:pt x="1980" y="1390"/>
                  <a:pt x="1977" y="1384"/>
                </a:cubicBezTo>
                <a:lnTo>
                  <a:pt x="1965" y="1370"/>
                </a:lnTo>
                <a:cubicBezTo>
                  <a:pt x="1962" y="1366"/>
                  <a:pt x="1960" y="1361"/>
                  <a:pt x="1961" y="1356"/>
                </a:cubicBezTo>
                <a:cubicBezTo>
                  <a:pt x="1962" y="1351"/>
                  <a:pt x="1964" y="1346"/>
                  <a:pt x="1968" y="1343"/>
                </a:cubicBezTo>
                <a:cubicBezTo>
                  <a:pt x="1972" y="1340"/>
                  <a:pt x="1977" y="1339"/>
                  <a:pt x="1982" y="1339"/>
                </a:cubicBezTo>
                <a:cubicBezTo>
                  <a:pt x="1987" y="1340"/>
                  <a:pt x="1991" y="1342"/>
                  <a:pt x="1994" y="1346"/>
                </a:cubicBezTo>
                <a:moveTo>
                  <a:pt x="2085" y="1467"/>
                </a:moveTo>
                <a:lnTo>
                  <a:pt x="2097" y="1482"/>
                </a:lnTo>
                <a:cubicBezTo>
                  <a:pt x="2100" y="1486"/>
                  <a:pt x="2101" y="1491"/>
                  <a:pt x="2100" y="1496"/>
                </a:cubicBezTo>
                <a:cubicBezTo>
                  <a:pt x="2099" y="1501"/>
                  <a:pt x="2097" y="1505"/>
                  <a:pt x="2092" y="1508"/>
                </a:cubicBezTo>
                <a:cubicBezTo>
                  <a:pt x="2088" y="1512"/>
                  <a:pt x="2084" y="1513"/>
                  <a:pt x="2078" y="1512"/>
                </a:cubicBezTo>
                <a:cubicBezTo>
                  <a:pt x="2073" y="1511"/>
                  <a:pt x="2069" y="1509"/>
                  <a:pt x="2066" y="1504"/>
                </a:cubicBezTo>
                <a:lnTo>
                  <a:pt x="2055" y="1489"/>
                </a:lnTo>
                <a:cubicBezTo>
                  <a:pt x="2052" y="1485"/>
                  <a:pt x="2051" y="1480"/>
                  <a:pt x="2052" y="1475"/>
                </a:cubicBezTo>
                <a:cubicBezTo>
                  <a:pt x="2053" y="1470"/>
                  <a:pt x="2055" y="1466"/>
                  <a:pt x="2059" y="1463"/>
                </a:cubicBezTo>
                <a:cubicBezTo>
                  <a:pt x="2063" y="1460"/>
                  <a:pt x="2068" y="1459"/>
                  <a:pt x="2073" y="1460"/>
                </a:cubicBezTo>
                <a:cubicBezTo>
                  <a:pt x="2078" y="1460"/>
                  <a:pt x="2082" y="1463"/>
                  <a:pt x="2085" y="1467"/>
                </a:cubicBezTo>
                <a:moveTo>
                  <a:pt x="2172" y="1591"/>
                </a:moveTo>
                <a:lnTo>
                  <a:pt x="2183" y="1606"/>
                </a:lnTo>
                <a:cubicBezTo>
                  <a:pt x="2186" y="1610"/>
                  <a:pt x="2187" y="1615"/>
                  <a:pt x="2186" y="1620"/>
                </a:cubicBezTo>
                <a:cubicBezTo>
                  <a:pt x="2185" y="1625"/>
                  <a:pt x="2182" y="1629"/>
                  <a:pt x="2178" y="1632"/>
                </a:cubicBezTo>
                <a:cubicBezTo>
                  <a:pt x="2173" y="1635"/>
                  <a:pt x="2169" y="1636"/>
                  <a:pt x="2164" y="1635"/>
                </a:cubicBezTo>
                <a:cubicBezTo>
                  <a:pt x="2158" y="1634"/>
                  <a:pt x="2154" y="1631"/>
                  <a:pt x="2152" y="1627"/>
                </a:cubicBezTo>
                <a:lnTo>
                  <a:pt x="2141" y="1611"/>
                </a:lnTo>
                <a:cubicBezTo>
                  <a:pt x="2138" y="1607"/>
                  <a:pt x="2137" y="1602"/>
                  <a:pt x="2138" y="1597"/>
                </a:cubicBezTo>
                <a:cubicBezTo>
                  <a:pt x="2139" y="1592"/>
                  <a:pt x="2142" y="1588"/>
                  <a:pt x="2146" y="1585"/>
                </a:cubicBezTo>
                <a:cubicBezTo>
                  <a:pt x="2150" y="1582"/>
                  <a:pt x="2155" y="1582"/>
                  <a:pt x="2160" y="1583"/>
                </a:cubicBezTo>
                <a:cubicBezTo>
                  <a:pt x="2165" y="1584"/>
                  <a:pt x="2169" y="1586"/>
                  <a:pt x="2172" y="1591"/>
                </a:cubicBezTo>
                <a:moveTo>
                  <a:pt x="2255" y="1718"/>
                </a:moveTo>
                <a:lnTo>
                  <a:pt x="2265" y="1734"/>
                </a:lnTo>
                <a:cubicBezTo>
                  <a:pt x="2268" y="1739"/>
                  <a:pt x="2268" y="1743"/>
                  <a:pt x="2267" y="1748"/>
                </a:cubicBezTo>
                <a:cubicBezTo>
                  <a:pt x="2266" y="1753"/>
                  <a:pt x="2263" y="1757"/>
                  <a:pt x="2259" y="1760"/>
                </a:cubicBezTo>
                <a:cubicBezTo>
                  <a:pt x="2254" y="1763"/>
                  <a:pt x="2250" y="1764"/>
                  <a:pt x="2245" y="1762"/>
                </a:cubicBezTo>
                <a:cubicBezTo>
                  <a:pt x="2240" y="1761"/>
                  <a:pt x="2236" y="1758"/>
                  <a:pt x="2233" y="1754"/>
                </a:cubicBezTo>
                <a:lnTo>
                  <a:pt x="2223" y="1738"/>
                </a:lnTo>
                <a:cubicBezTo>
                  <a:pt x="2220" y="1733"/>
                  <a:pt x="2219" y="1729"/>
                  <a:pt x="2221" y="1724"/>
                </a:cubicBezTo>
                <a:cubicBezTo>
                  <a:pt x="2222" y="1719"/>
                  <a:pt x="2225" y="1715"/>
                  <a:pt x="2229" y="1712"/>
                </a:cubicBezTo>
                <a:cubicBezTo>
                  <a:pt x="2233" y="1709"/>
                  <a:pt x="2238" y="1708"/>
                  <a:pt x="2243" y="1710"/>
                </a:cubicBezTo>
                <a:cubicBezTo>
                  <a:pt x="2248" y="1711"/>
                  <a:pt x="2252" y="1714"/>
                  <a:pt x="2255" y="1718"/>
                </a:cubicBezTo>
                <a:moveTo>
                  <a:pt x="2332" y="1847"/>
                </a:moveTo>
                <a:lnTo>
                  <a:pt x="2341" y="1863"/>
                </a:lnTo>
                <a:cubicBezTo>
                  <a:pt x="2344" y="1868"/>
                  <a:pt x="2345" y="1873"/>
                  <a:pt x="2343" y="1878"/>
                </a:cubicBezTo>
                <a:cubicBezTo>
                  <a:pt x="2342" y="1883"/>
                  <a:pt x="2339" y="1886"/>
                  <a:pt x="2334" y="1889"/>
                </a:cubicBezTo>
                <a:cubicBezTo>
                  <a:pt x="2330" y="1892"/>
                  <a:pt x="2325" y="1892"/>
                  <a:pt x="2320" y="1891"/>
                </a:cubicBezTo>
                <a:cubicBezTo>
                  <a:pt x="2315" y="1889"/>
                  <a:pt x="2311" y="1887"/>
                  <a:pt x="2309" y="1882"/>
                </a:cubicBezTo>
                <a:lnTo>
                  <a:pt x="2300" y="1866"/>
                </a:lnTo>
                <a:cubicBezTo>
                  <a:pt x="2297" y="1861"/>
                  <a:pt x="2296" y="1857"/>
                  <a:pt x="2298" y="1852"/>
                </a:cubicBezTo>
                <a:cubicBezTo>
                  <a:pt x="2299" y="1847"/>
                  <a:pt x="2302" y="1843"/>
                  <a:pt x="2307" y="1840"/>
                </a:cubicBezTo>
                <a:cubicBezTo>
                  <a:pt x="2311" y="1838"/>
                  <a:pt x="2316" y="1837"/>
                  <a:pt x="2321" y="1838"/>
                </a:cubicBezTo>
                <a:cubicBezTo>
                  <a:pt x="2326" y="1840"/>
                  <a:pt x="2330" y="1843"/>
                  <a:pt x="2332" y="1847"/>
                </a:cubicBezTo>
                <a:moveTo>
                  <a:pt x="2405" y="1979"/>
                </a:moveTo>
                <a:lnTo>
                  <a:pt x="2414" y="1995"/>
                </a:lnTo>
                <a:cubicBezTo>
                  <a:pt x="2416" y="2000"/>
                  <a:pt x="2416" y="2005"/>
                  <a:pt x="2415" y="2010"/>
                </a:cubicBezTo>
                <a:cubicBezTo>
                  <a:pt x="2413" y="2015"/>
                  <a:pt x="2410" y="2018"/>
                  <a:pt x="2406" y="2021"/>
                </a:cubicBezTo>
                <a:cubicBezTo>
                  <a:pt x="2401" y="2023"/>
                  <a:pt x="2396" y="2024"/>
                  <a:pt x="2391" y="2022"/>
                </a:cubicBezTo>
                <a:cubicBezTo>
                  <a:pt x="2386" y="2021"/>
                  <a:pt x="2383" y="2018"/>
                  <a:pt x="2380" y="2013"/>
                </a:cubicBezTo>
                <a:lnTo>
                  <a:pt x="2372" y="1996"/>
                </a:lnTo>
                <a:cubicBezTo>
                  <a:pt x="2369" y="1992"/>
                  <a:pt x="2369" y="1987"/>
                  <a:pt x="2370" y="1982"/>
                </a:cubicBezTo>
                <a:cubicBezTo>
                  <a:pt x="2372" y="1977"/>
                  <a:pt x="2375" y="1973"/>
                  <a:pt x="2379" y="1971"/>
                </a:cubicBezTo>
                <a:cubicBezTo>
                  <a:pt x="2384" y="1969"/>
                  <a:pt x="2389" y="1968"/>
                  <a:pt x="2394" y="1970"/>
                </a:cubicBezTo>
                <a:cubicBezTo>
                  <a:pt x="2399" y="1971"/>
                  <a:pt x="2402" y="1974"/>
                  <a:pt x="2405" y="1979"/>
                </a:cubicBezTo>
                <a:moveTo>
                  <a:pt x="2474" y="2114"/>
                </a:moveTo>
                <a:lnTo>
                  <a:pt x="2482" y="2131"/>
                </a:lnTo>
                <a:cubicBezTo>
                  <a:pt x="2484" y="2136"/>
                  <a:pt x="2484" y="2141"/>
                  <a:pt x="2483" y="2146"/>
                </a:cubicBezTo>
                <a:cubicBezTo>
                  <a:pt x="2481" y="2151"/>
                  <a:pt x="2478" y="2154"/>
                  <a:pt x="2473" y="2157"/>
                </a:cubicBezTo>
                <a:cubicBezTo>
                  <a:pt x="2468" y="2159"/>
                  <a:pt x="2464" y="2159"/>
                  <a:pt x="2459" y="2157"/>
                </a:cubicBezTo>
                <a:cubicBezTo>
                  <a:pt x="2454" y="2156"/>
                  <a:pt x="2450" y="2152"/>
                  <a:pt x="2448" y="2148"/>
                </a:cubicBezTo>
                <a:lnTo>
                  <a:pt x="2440" y="2131"/>
                </a:lnTo>
                <a:cubicBezTo>
                  <a:pt x="2437" y="2126"/>
                  <a:pt x="2437" y="2121"/>
                  <a:pt x="2439" y="2116"/>
                </a:cubicBezTo>
                <a:cubicBezTo>
                  <a:pt x="2441" y="2111"/>
                  <a:pt x="2444" y="2108"/>
                  <a:pt x="2448" y="2106"/>
                </a:cubicBezTo>
                <a:cubicBezTo>
                  <a:pt x="2453" y="2103"/>
                  <a:pt x="2458" y="2103"/>
                  <a:pt x="2463" y="2105"/>
                </a:cubicBezTo>
                <a:cubicBezTo>
                  <a:pt x="2468" y="2106"/>
                  <a:pt x="2471" y="2110"/>
                  <a:pt x="2474" y="2114"/>
                </a:cubicBezTo>
                <a:moveTo>
                  <a:pt x="2538" y="2252"/>
                </a:moveTo>
                <a:lnTo>
                  <a:pt x="2545" y="2269"/>
                </a:lnTo>
                <a:cubicBezTo>
                  <a:pt x="2547" y="2273"/>
                  <a:pt x="2547" y="2278"/>
                  <a:pt x="2545" y="2283"/>
                </a:cubicBezTo>
                <a:cubicBezTo>
                  <a:pt x="2544" y="2288"/>
                  <a:pt x="2540" y="2291"/>
                  <a:pt x="2536" y="2293"/>
                </a:cubicBezTo>
                <a:cubicBezTo>
                  <a:pt x="2531" y="2295"/>
                  <a:pt x="2526" y="2296"/>
                  <a:pt x="2521" y="2294"/>
                </a:cubicBezTo>
                <a:cubicBezTo>
                  <a:pt x="2516" y="2292"/>
                  <a:pt x="2513" y="2289"/>
                  <a:pt x="2511" y="2284"/>
                </a:cubicBezTo>
                <a:lnTo>
                  <a:pt x="2503" y="2267"/>
                </a:lnTo>
                <a:cubicBezTo>
                  <a:pt x="2501" y="2262"/>
                  <a:pt x="2501" y="2257"/>
                  <a:pt x="2503" y="2253"/>
                </a:cubicBezTo>
                <a:cubicBezTo>
                  <a:pt x="2505" y="2248"/>
                  <a:pt x="2508" y="2244"/>
                  <a:pt x="2513" y="2242"/>
                </a:cubicBezTo>
                <a:cubicBezTo>
                  <a:pt x="2517" y="2240"/>
                  <a:pt x="2522" y="2240"/>
                  <a:pt x="2527" y="2242"/>
                </a:cubicBezTo>
                <a:cubicBezTo>
                  <a:pt x="2532" y="2244"/>
                  <a:pt x="2535" y="2247"/>
                  <a:pt x="2538" y="2252"/>
                </a:cubicBezTo>
                <a:moveTo>
                  <a:pt x="2596" y="2389"/>
                </a:moveTo>
                <a:lnTo>
                  <a:pt x="2603" y="2406"/>
                </a:lnTo>
                <a:cubicBezTo>
                  <a:pt x="2605" y="2411"/>
                  <a:pt x="2605" y="2416"/>
                  <a:pt x="2603" y="2421"/>
                </a:cubicBezTo>
                <a:cubicBezTo>
                  <a:pt x="2601" y="2426"/>
                  <a:pt x="2598" y="2429"/>
                  <a:pt x="2593" y="2431"/>
                </a:cubicBezTo>
                <a:cubicBezTo>
                  <a:pt x="2588" y="2433"/>
                  <a:pt x="2584" y="2433"/>
                  <a:pt x="2579" y="2431"/>
                </a:cubicBezTo>
                <a:cubicBezTo>
                  <a:pt x="2574" y="2429"/>
                  <a:pt x="2571" y="2425"/>
                  <a:pt x="2569" y="2421"/>
                </a:cubicBezTo>
                <a:lnTo>
                  <a:pt x="2562" y="2403"/>
                </a:lnTo>
                <a:cubicBezTo>
                  <a:pt x="2560" y="2398"/>
                  <a:pt x="2560" y="2394"/>
                  <a:pt x="2562" y="2389"/>
                </a:cubicBezTo>
                <a:cubicBezTo>
                  <a:pt x="2564" y="2384"/>
                  <a:pt x="2567" y="2381"/>
                  <a:pt x="2572" y="2379"/>
                </a:cubicBezTo>
                <a:cubicBezTo>
                  <a:pt x="2577" y="2377"/>
                  <a:pt x="2581" y="2377"/>
                  <a:pt x="2586" y="2379"/>
                </a:cubicBezTo>
                <a:cubicBezTo>
                  <a:pt x="2591" y="2381"/>
                  <a:pt x="2594" y="2384"/>
                  <a:pt x="2596" y="2389"/>
                </a:cubicBezTo>
                <a:moveTo>
                  <a:pt x="2652" y="2530"/>
                </a:moveTo>
                <a:lnTo>
                  <a:pt x="2658" y="2548"/>
                </a:lnTo>
                <a:cubicBezTo>
                  <a:pt x="2660" y="2553"/>
                  <a:pt x="2660" y="2557"/>
                  <a:pt x="2658" y="2562"/>
                </a:cubicBezTo>
                <a:cubicBezTo>
                  <a:pt x="2656" y="2567"/>
                  <a:pt x="2652" y="2570"/>
                  <a:pt x="2647" y="2572"/>
                </a:cubicBezTo>
                <a:cubicBezTo>
                  <a:pt x="2642" y="2574"/>
                  <a:pt x="2638" y="2574"/>
                  <a:pt x="2633" y="2571"/>
                </a:cubicBezTo>
                <a:cubicBezTo>
                  <a:pt x="2628" y="2569"/>
                  <a:pt x="2625" y="2566"/>
                  <a:pt x="2623" y="2561"/>
                </a:cubicBezTo>
                <a:lnTo>
                  <a:pt x="2616" y="2543"/>
                </a:lnTo>
                <a:cubicBezTo>
                  <a:pt x="2615" y="2538"/>
                  <a:pt x="2615" y="2533"/>
                  <a:pt x="2617" y="2529"/>
                </a:cubicBezTo>
                <a:cubicBezTo>
                  <a:pt x="2619" y="2524"/>
                  <a:pt x="2623" y="2521"/>
                  <a:pt x="2627" y="2519"/>
                </a:cubicBezTo>
                <a:cubicBezTo>
                  <a:pt x="2632" y="2517"/>
                  <a:pt x="2637" y="2517"/>
                  <a:pt x="2642" y="2519"/>
                </a:cubicBezTo>
                <a:cubicBezTo>
                  <a:pt x="2647" y="2521"/>
                  <a:pt x="2650" y="2525"/>
                  <a:pt x="2652" y="2530"/>
                </a:cubicBezTo>
                <a:moveTo>
                  <a:pt x="2703" y="2674"/>
                </a:moveTo>
                <a:lnTo>
                  <a:pt x="2707" y="2685"/>
                </a:lnTo>
                <a:cubicBezTo>
                  <a:pt x="2708" y="2689"/>
                  <a:pt x="2708" y="2694"/>
                  <a:pt x="2706" y="2699"/>
                </a:cubicBezTo>
                <a:cubicBezTo>
                  <a:pt x="2704" y="2704"/>
                  <a:pt x="2700" y="2707"/>
                  <a:pt x="2695" y="2708"/>
                </a:cubicBezTo>
                <a:cubicBezTo>
                  <a:pt x="2690" y="2710"/>
                  <a:pt x="2685" y="2710"/>
                  <a:pt x="2681" y="2707"/>
                </a:cubicBezTo>
                <a:cubicBezTo>
                  <a:pt x="2676" y="2705"/>
                  <a:pt x="2673" y="2702"/>
                  <a:pt x="2671" y="2697"/>
                </a:cubicBezTo>
                <a:lnTo>
                  <a:pt x="2668" y="2686"/>
                </a:lnTo>
                <a:cubicBezTo>
                  <a:pt x="2666" y="2681"/>
                  <a:pt x="2666" y="2677"/>
                  <a:pt x="2669" y="2672"/>
                </a:cubicBezTo>
                <a:cubicBezTo>
                  <a:pt x="2671" y="2667"/>
                  <a:pt x="2675" y="2664"/>
                  <a:pt x="2679" y="2663"/>
                </a:cubicBezTo>
                <a:cubicBezTo>
                  <a:pt x="2684" y="2661"/>
                  <a:pt x="2689" y="2661"/>
                  <a:pt x="2694" y="2663"/>
                </a:cubicBezTo>
                <a:cubicBezTo>
                  <a:pt x="2698" y="2666"/>
                  <a:pt x="2702" y="2669"/>
                  <a:pt x="2703" y="267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5001120" y="3809880"/>
            <a:ext cx="77040" cy="71280"/>
          </a:xfrm>
          <a:custGeom>
            <a:avLst/>
            <a:gdLst/>
            <a:ahLst/>
            <a:rect l="0" t="0" r="r" b="b"/>
            <a:pathLst>
              <a:path fill="none" w="214" h="198">
                <a:moveTo>
                  <a:pt x="214" y="0"/>
                </a:moveTo>
                <a:lnTo>
                  <a:pt x="162" y="198"/>
                </a:lnTo>
                <a:lnTo>
                  <a:pt x="0" y="73"/>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69" name=""/>
          <p:cNvSpPr/>
          <p:nvPr/>
        </p:nvSpPr>
        <p:spPr>
          <a:xfrm>
            <a:off x="4091400" y="4469760"/>
            <a:ext cx="974880" cy="975600"/>
          </a:xfrm>
          <a:custGeom>
            <a:avLst/>
            <a:gdLst/>
            <a:ahLst/>
            <a:rect l="0" t="0" r="r" b="b"/>
            <a:pathLst>
              <a:path w="2708" h="2710">
                <a:moveTo>
                  <a:pt x="2707" y="25"/>
                </a:moveTo>
                <a:lnTo>
                  <a:pt x="2701" y="43"/>
                </a:lnTo>
                <a:cubicBezTo>
                  <a:pt x="2699" y="48"/>
                  <a:pt x="2696" y="52"/>
                  <a:pt x="2691" y="54"/>
                </a:cubicBezTo>
                <a:cubicBezTo>
                  <a:pt x="2686" y="56"/>
                  <a:pt x="2682" y="57"/>
                  <a:pt x="2677" y="55"/>
                </a:cubicBezTo>
                <a:cubicBezTo>
                  <a:pt x="2672" y="53"/>
                  <a:pt x="2668" y="50"/>
                  <a:pt x="2666" y="45"/>
                </a:cubicBezTo>
                <a:cubicBezTo>
                  <a:pt x="2664" y="41"/>
                  <a:pt x="2663" y="36"/>
                  <a:pt x="2665" y="31"/>
                </a:cubicBezTo>
                <a:lnTo>
                  <a:pt x="2671" y="13"/>
                </a:lnTo>
                <a:cubicBezTo>
                  <a:pt x="2673" y="8"/>
                  <a:pt x="2676" y="4"/>
                  <a:pt x="2681" y="2"/>
                </a:cubicBezTo>
                <a:cubicBezTo>
                  <a:pt x="2685" y="0"/>
                  <a:pt x="2690" y="-1"/>
                  <a:pt x="2695" y="1"/>
                </a:cubicBezTo>
                <a:cubicBezTo>
                  <a:pt x="2700" y="3"/>
                  <a:pt x="2704" y="6"/>
                  <a:pt x="2706" y="11"/>
                </a:cubicBezTo>
                <a:cubicBezTo>
                  <a:pt x="2708" y="15"/>
                  <a:pt x="2708" y="20"/>
                  <a:pt x="2707" y="25"/>
                </a:cubicBezTo>
                <a:moveTo>
                  <a:pt x="2655" y="170"/>
                </a:moveTo>
                <a:lnTo>
                  <a:pt x="2649" y="187"/>
                </a:lnTo>
                <a:cubicBezTo>
                  <a:pt x="2647" y="192"/>
                  <a:pt x="2644" y="196"/>
                  <a:pt x="2639" y="198"/>
                </a:cubicBezTo>
                <a:cubicBezTo>
                  <a:pt x="2634" y="200"/>
                  <a:pt x="2629" y="200"/>
                  <a:pt x="2624" y="198"/>
                </a:cubicBezTo>
                <a:cubicBezTo>
                  <a:pt x="2620" y="197"/>
                  <a:pt x="2616" y="193"/>
                  <a:pt x="2614" y="189"/>
                </a:cubicBezTo>
                <a:cubicBezTo>
                  <a:pt x="2612" y="184"/>
                  <a:pt x="2612" y="179"/>
                  <a:pt x="2613" y="174"/>
                </a:cubicBezTo>
                <a:lnTo>
                  <a:pt x="2620" y="156"/>
                </a:lnTo>
                <a:cubicBezTo>
                  <a:pt x="2622" y="152"/>
                  <a:pt x="2625" y="148"/>
                  <a:pt x="2630" y="146"/>
                </a:cubicBezTo>
                <a:cubicBezTo>
                  <a:pt x="2635" y="144"/>
                  <a:pt x="2639" y="144"/>
                  <a:pt x="2644" y="145"/>
                </a:cubicBezTo>
                <a:cubicBezTo>
                  <a:pt x="2649" y="147"/>
                  <a:pt x="2653" y="151"/>
                  <a:pt x="2655" y="155"/>
                </a:cubicBezTo>
                <a:cubicBezTo>
                  <a:pt x="2657" y="160"/>
                  <a:pt x="2657" y="165"/>
                  <a:pt x="2655" y="170"/>
                </a:cubicBezTo>
                <a:moveTo>
                  <a:pt x="2600" y="311"/>
                </a:moveTo>
                <a:lnTo>
                  <a:pt x="2593" y="328"/>
                </a:lnTo>
                <a:cubicBezTo>
                  <a:pt x="2591" y="333"/>
                  <a:pt x="2588" y="336"/>
                  <a:pt x="2583" y="338"/>
                </a:cubicBezTo>
                <a:cubicBezTo>
                  <a:pt x="2578" y="340"/>
                  <a:pt x="2574" y="340"/>
                  <a:pt x="2569" y="338"/>
                </a:cubicBezTo>
                <a:cubicBezTo>
                  <a:pt x="2564" y="336"/>
                  <a:pt x="2561" y="333"/>
                  <a:pt x="2559" y="328"/>
                </a:cubicBezTo>
                <a:cubicBezTo>
                  <a:pt x="2557" y="323"/>
                  <a:pt x="2556" y="319"/>
                  <a:pt x="2558" y="314"/>
                </a:cubicBezTo>
                <a:lnTo>
                  <a:pt x="2566" y="297"/>
                </a:lnTo>
                <a:cubicBezTo>
                  <a:pt x="2568" y="292"/>
                  <a:pt x="2571" y="288"/>
                  <a:pt x="2576" y="286"/>
                </a:cubicBezTo>
                <a:cubicBezTo>
                  <a:pt x="2580" y="284"/>
                  <a:pt x="2585" y="284"/>
                  <a:pt x="2590" y="286"/>
                </a:cubicBezTo>
                <a:cubicBezTo>
                  <a:pt x="2595" y="288"/>
                  <a:pt x="2598" y="292"/>
                  <a:pt x="2600" y="296"/>
                </a:cubicBezTo>
                <a:cubicBezTo>
                  <a:pt x="2602" y="301"/>
                  <a:pt x="2602" y="306"/>
                  <a:pt x="2600" y="311"/>
                </a:cubicBezTo>
                <a:moveTo>
                  <a:pt x="2542" y="448"/>
                </a:moveTo>
                <a:lnTo>
                  <a:pt x="2534" y="465"/>
                </a:lnTo>
                <a:cubicBezTo>
                  <a:pt x="2532" y="470"/>
                  <a:pt x="2529" y="473"/>
                  <a:pt x="2524" y="475"/>
                </a:cubicBezTo>
                <a:cubicBezTo>
                  <a:pt x="2519" y="477"/>
                  <a:pt x="2514" y="477"/>
                  <a:pt x="2509" y="475"/>
                </a:cubicBezTo>
                <a:cubicBezTo>
                  <a:pt x="2505" y="473"/>
                  <a:pt x="2501" y="469"/>
                  <a:pt x="2500" y="464"/>
                </a:cubicBezTo>
                <a:cubicBezTo>
                  <a:pt x="2498" y="460"/>
                  <a:pt x="2498" y="455"/>
                  <a:pt x="2500" y="450"/>
                </a:cubicBezTo>
                <a:lnTo>
                  <a:pt x="2507" y="433"/>
                </a:lnTo>
                <a:cubicBezTo>
                  <a:pt x="2510" y="428"/>
                  <a:pt x="2513" y="425"/>
                  <a:pt x="2518" y="423"/>
                </a:cubicBezTo>
                <a:cubicBezTo>
                  <a:pt x="2523" y="421"/>
                  <a:pt x="2528" y="421"/>
                  <a:pt x="2532" y="424"/>
                </a:cubicBezTo>
                <a:cubicBezTo>
                  <a:pt x="2537" y="426"/>
                  <a:pt x="2540" y="429"/>
                  <a:pt x="2542" y="434"/>
                </a:cubicBezTo>
                <a:cubicBezTo>
                  <a:pt x="2544" y="439"/>
                  <a:pt x="2544" y="444"/>
                  <a:pt x="2542" y="448"/>
                </a:cubicBezTo>
                <a:moveTo>
                  <a:pt x="2478" y="586"/>
                </a:moveTo>
                <a:lnTo>
                  <a:pt x="2470" y="603"/>
                </a:lnTo>
                <a:cubicBezTo>
                  <a:pt x="2468" y="607"/>
                  <a:pt x="2464" y="611"/>
                  <a:pt x="2459" y="612"/>
                </a:cubicBezTo>
                <a:cubicBezTo>
                  <a:pt x="2454" y="614"/>
                  <a:pt x="2449" y="614"/>
                  <a:pt x="2445" y="611"/>
                </a:cubicBezTo>
                <a:cubicBezTo>
                  <a:pt x="2440" y="609"/>
                  <a:pt x="2437" y="606"/>
                  <a:pt x="2435" y="601"/>
                </a:cubicBezTo>
                <a:cubicBezTo>
                  <a:pt x="2434" y="596"/>
                  <a:pt x="2434" y="591"/>
                  <a:pt x="2436" y="586"/>
                </a:cubicBezTo>
                <a:lnTo>
                  <a:pt x="2444" y="569"/>
                </a:lnTo>
                <a:cubicBezTo>
                  <a:pt x="2447" y="565"/>
                  <a:pt x="2450" y="561"/>
                  <a:pt x="2455" y="560"/>
                </a:cubicBezTo>
                <a:cubicBezTo>
                  <a:pt x="2460" y="558"/>
                  <a:pt x="2465" y="558"/>
                  <a:pt x="2470" y="561"/>
                </a:cubicBezTo>
                <a:cubicBezTo>
                  <a:pt x="2474" y="563"/>
                  <a:pt x="2477" y="566"/>
                  <a:pt x="2479" y="571"/>
                </a:cubicBezTo>
                <a:cubicBezTo>
                  <a:pt x="2481" y="576"/>
                  <a:pt x="2480" y="581"/>
                  <a:pt x="2478" y="586"/>
                </a:cubicBezTo>
                <a:moveTo>
                  <a:pt x="2410" y="721"/>
                </a:moveTo>
                <a:lnTo>
                  <a:pt x="2401" y="738"/>
                </a:lnTo>
                <a:cubicBezTo>
                  <a:pt x="2398" y="743"/>
                  <a:pt x="2395" y="746"/>
                  <a:pt x="2390" y="747"/>
                </a:cubicBezTo>
                <a:cubicBezTo>
                  <a:pt x="2385" y="749"/>
                  <a:pt x="2380" y="748"/>
                  <a:pt x="2376" y="746"/>
                </a:cubicBezTo>
                <a:cubicBezTo>
                  <a:pt x="2371" y="743"/>
                  <a:pt x="2368" y="740"/>
                  <a:pt x="2366" y="735"/>
                </a:cubicBezTo>
                <a:cubicBezTo>
                  <a:pt x="2365" y="730"/>
                  <a:pt x="2365" y="725"/>
                  <a:pt x="2368" y="720"/>
                </a:cubicBezTo>
                <a:lnTo>
                  <a:pt x="2376" y="704"/>
                </a:lnTo>
                <a:cubicBezTo>
                  <a:pt x="2379" y="699"/>
                  <a:pt x="2383" y="696"/>
                  <a:pt x="2388" y="695"/>
                </a:cubicBezTo>
                <a:cubicBezTo>
                  <a:pt x="2393" y="693"/>
                  <a:pt x="2397" y="694"/>
                  <a:pt x="2402" y="696"/>
                </a:cubicBezTo>
                <a:cubicBezTo>
                  <a:pt x="2406" y="698"/>
                  <a:pt x="2410" y="702"/>
                  <a:pt x="2411" y="707"/>
                </a:cubicBezTo>
                <a:cubicBezTo>
                  <a:pt x="2413" y="712"/>
                  <a:pt x="2412" y="717"/>
                  <a:pt x="2410" y="721"/>
                </a:cubicBezTo>
                <a:moveTo>
                  <a:pt x="2337" y="853"/>
                </a:moveTo>
                <a:lnTo>
                  <a:pt x="2328" y="869"/>
                </a:lnTo>
                <a:cubicBezTo>
                  <a:pt x="2326" y="874"/>
                  <a:pt x="2322" y="877"/>
                  <a:pt x="2317" y="878"/>
                </a:cubicBezTo>
                <a:cubicBezTo>
                  <a:pt x="2312" y="880"/>
                  <a:pt x="2307" y="879"/>
                  <a:pt x="2302" y="876"/>
                </a:cubicBezTo>
                <a:cubicBezTo>
                  <a:pt x="2298" y="874"/>
                  <a:pt x="2295" y="870"/>
                  <a:pt x="2294" y="865"/>
                </a:cubicBezTo>
                <a:cubicBezTo>
                  <a:pt x="2292" y="860"/>
                  <a:pt x="2293" y="855"/>
                  <a:pt x="2296" y="851"/>
                </a:cubicBezTo>
                <a:lnTo>
                  <a:pt x="2305" y="835"/>
                </a:lnTo>
                <a:cubicBezTo>
                  <a:pt x="2307" y="830"/>
                  <a:pt x="2311" y="827"/>
                  <a:pt x="2316" y="826"/>
                </a:cubicBezTo>
                <a:cubicBezTo>
                  <a:pt x="2321" y="824"/>
                  <a:pt x="2326" y="825"/>
                  <a:pt x="2330" y="828"/>
                </a:cubicBezTo>
                <a:cubicBezTo>
                  <a:pt x="2335" y="830"/>
                  <a:pt x="2338" y="834"/>
                  <a:pt x="2339" y="839"/>
                </a:cubicBezTo>
                <a:cubicBezTo>
                  <a:pt x="2341" y="844"/>
                  <a:pt x="2340" y="849"/>
                  <a:pt x="2337" y="853"/>
                </a:cubicBezTo>
                <a:moveTo>
                  <a:pt x="2261" y="982"/>
                </a:moveTo>
                <a:lnTo>
                  <a:pt x="2251" y="999"/>
                </a:lnTo>
                <a:cubicBezTo>
                  <a:pt x="2248" y="1003"/>
                  <a:pt x="2244" y="1006"/>
                  <a:pt x="2239" y="1007"/>
                </a:cubicBezTo>
                <a:cubicBezTo>
                  <a:pt x="2234" y="1008"/>
                  <a:pt x="2229" y="1007"/>
                  <a:pt x="2225" y="1005"/>
                </a:cubicBezTo>
                <a:cubicBezTo>
                  <a:pt x="2220" y="1002"/>
                  <a:pt x="2217" y="998"/>
                  <a:pt x="2216" y="993"/>
                </a:cubicBezTo>
                <a:cubicBezTo>
                  <a:pt x="2215" y="988"/>
                  <a:pt x="2216" y="983"/>
                  <a:pt x="2219" y="979"/>
                </a:cubicBezTo>
                <a:lnTo>
                  <a:pt x="2229" y="963"/>
                </a:lnTo>
                <a:cubicBezTo>
                  <a:pt x="2231" y="958"/>
                  <a:pt x="2235" y="955"/>
                  <a:pt x="2240" y="954"/>
                </a:cubicBezTo>
                <a:cubicBezTo>
                  <a:pt x="2245" y="953"/>
                  <a:pt x="2250" y="954"/>
                  <a:pt x="2255" y="957"/>
                </a:cubicBezTo>
                <a:cubicBezTo>
                  <a:pt x="2259" y="959"/>
                  <a:pt x="2262" y="963"/>
                  <a:pt x="2263" y="968"/>
                </a:cubicBezTo>
                <a:cubicBezTo>
                  <a:pt x="2264" y="973"/>
                  <a:pt x="2263" y="978"/>
                  <a:pt x="2261" y="982"/>
                </a:cubicBezTo>
                <a:moveTo>
                  <a:pt x="2178" y="1110"/>
                </a:moveTo>
                <a:lnTo>
                  <a:pt x="2168" y="1126"/>
                </a:lnTo>
                <a:cubicBezTo>
                  <a:pt x="2165" y="1130"/>
                  <a:pt x="2161" y="1133"/>
                  <a:pt x="2156" y="1134"/>
                </a:cubicBezTo>
                <a:cubicBezTo>
                  <a:pt x="2151" y="1135"/>
                  <a:pt x="2146" y="1134"/>
                  <a:pt x="2142" y="1131"/>
                </a:cubicBezTo>
                <a:cubicBezTo>
                  <a:pt x="2137" y="1128"/>
                  <a:pt x="2135" y="1124"/>
                  <a:pt x="2134" y="1119"/>
                </a:cubicBezTo>
                <a:cubicBezTo>
                  <a:pt x="2133" y="1114"/>
                  <a:pt x="2134" y="1109"/>
                  <a:pt x="2136" y="1105"/>
                </a:cubicBezTo>
                <a:lnTo>
                  <a:pt x="2147" y="1089"/>
                </a:lnTo>
                <a:cubicBezTo>
                  <a:pt x="2150" y="1085"/>
                  <a:pt x="2154" y="1082"/>
                  <a:pt x="2159" y="1081"/>
                </a:cubicBezTo>
                <a:cubicBezTo>
                  <a:pt x="2164" y="1080"/>
                  <a:pt x="2169" y="1081"/>
                  <a:pt x="2173" y="1084"/>
                </a:cubicBezTo>
                <a:cubicBezTo>
                  <a:pt x="2177" y="1087"/>
                  <a:pt x="2180" y="1091"/>
                  <a:pt x="2181" y="1096"/>
                </a:cubicBezTo>
                <a:cubicBezTo>
                  <a:pt x="2182" y="1101"/>
                  <a:pt x="2181" y="1106"/>
                  <a:pt x="2178" y="1110"/>
                </a:cubicBezTo>
                <a:moveTo>
                  <a:pt x="2092" y="1234"/>
                </a:moveTo>
                <a:lnTo>
                  <a:pt x="2081" y="1249"/>
                </a:lnTo>
                <a:cubicBezTo>
                  <a:pt x="2078" y="1253"/>
                  <a:pt x="2073" y="1256"/>
                  <a:pt x="2068" y="1257"/>
                </a:cubicBezTo>
                <a:cubicBezTo>
                  <a:pt x="2063" y="1257"/>
                  <a:pt x="2059" y="1256"/>
                  <a:pt x="2054" y="1253"/>
                </a:cubicBezTo>
                <a:cubicBezTo>
                  <a:pt x="2050" y="1250"/>
                  <a:pt x="2048" y="1246"/>
                  <a:pt x="2047" y="1241"/>
                </a:cubicBezTo>
                <a:cubicBezTo>
                  <a:pt x="2046" y="1236"/>
                  <a:pt x="2047" y="1231"/>
                  <a:pt x="2050" y="1227"/>
                </a:cubicBezTo>
                <a:lnTo>
                  <a:pt x="2061" y="1212"/>
                </a:lnTo>
                <a:cubicBezTo>
                  <a:pt x="2064" y="1208"/>
                  <a:pt x="2069" y="1205"/>
                  <a:pt x="2074" y="1204"/>
                </a:cubicBezTo>
                <a:cubicBezTo>
                  <a:pt x="2079" y="1204"/>
                  <a:pt x="2083" y="1205"/>
                  <a:pt x="2088" y="1208"/>
                </a:cubicBezTo>
                <a:cubicBezTo>
                  <a:pt x="2092" y="1211"/>
                  <a:pt x="2094" y="1215"/>
                  <a:pt x="2095" y="1220"/>
                </a:cubicBezTo>
                <a:cubicBezTo>
                  <a:pt x="2096" y="1225"/>
                  <a:pt x="2095" y="1230"/>
                  <a:pt x="2092" y="1234"/>
                </a:cubicBezTo>
                <a:moveTo>
                  <a:pt x="2001" y="1354"/>
                </a:moveTo>
                <a:lnTo>
                  <a:pt x="1989" y="1369"/>
                </a:lnTo>
                <a:cubicBezTo>
                  <a:pt x="1986" y="1373"/>
                  <a:pt x="1982" y="1375"/>
                  <a:pt x="1977" y="1376"/>
                </a:cubicBezTo>
                <a:cubicBezTo>
                  <a:pt x="1972" y="1376"/>
                  <a:pt x="1967" y="1375"/>
                  <a:pt x="1963" y="1372"/>
                </a:cubicBezTo>
                <a:cubicBezTo>
                  <a:pt x="1959" y="1369"/>
                  <a:pt x="1956" y="1364"/>
                  <a:pt x="1956" y="1359"/>
                </a:cubicBezTo>
                <a:cubicBezTo>
                  <a:pt x="1955" y="1354"/>
                  <a:pt x="1957" y="1349"/>
                  <a:pt x="1960" y="1345"/>
                </a:cubicBezTo>
                <a:lnTo>
                  <a:pt x="1972" y="1331"/>
                </a:lnTo>
                <a:cubicBezTo>
                  <a:pt x="1975" y="1326"/>
                  <a:pt x="1979" y="1324"/>
                  <a:pt x="1984" y="1324"/>
                </a:cubicBezTo>
                <a:cubicBezTo>
                  <a:pt x="1989" y="1323"/>
                  <a:pt x="1994" y="1324"/>
                  <a:pt x="1998" y="1327"/>
                </a:cubicBezTo>
                <a:cubicBezTo>
                  <a:pt x="2002" y="1331"/>
                  <a:pt x="2004" y="1335"/>
                  <a:pt x="2005" y="1340"/>
                </a:cubicBezTo>
                <a:cubicBezTo>
                  <a:pt x="2006" y="1345"/>
                  <a:pt x="2004" y="1350"/>
                  <a:pt x="2001" y="1354"/>
                </a:cubicBezTo>
                <a:moveTo>
                  <a:pt x="1905" y="1471"/>
                </a:moveTo>
                <a:lnTo>
                  <a:pt x="1893" y="1486"/>
                </a:lnTo>
                <a:cubicBezTo>
                  <a:pt x="1889" y="1489"/>
                  <a:pt x="1885" y="1492"/>
                  <a:pt x="1880" y="1492"/>
                </a:cubicBezTo>
                <a:cubicBezTo>
                  <a:pt x="1875" y="1492"/>
                  <a:pt x="1870" y="1491"/>
                  <a:pt x="1866" y="1488"/>
                </a:cubicBezTo>
                <a:cubicBezTo>
                  <a:pt x="1862" y="1484"/>
                  <a:pt x="1860" y="1480"/>
                  <a:pt x="1860" y="1475"/>
                </a:cubicBezTo>
                <a:cubicBezTo>
                  <a:pt x="1859" y="1470"/>
                  <a:pt x="1861" y="1465"/>
                  <a:pt x="1864" y="1461"/>
                </a:cubicBezTo>
                <a:lnTo>
                  <a:pt x="1876" y="1447"/>
                </a:lnTo>
                <a:cubicBezTo>
                  <a:pt x="1880" y="1443"/>
                  <a:pt x="1884" y="1441"/>
                  <a:pt x="1889" y="1440"/>
                </a:cubicBezTo>
                <a:cubicBezTo>
                  <a:pt x="1894" y="1440"/>
                  <a:pt x="1899" y="1441"/>
                  <a:pt x="1903" y="1445"/>
                </a:cubicBezTo>
                <a:cubicBezTo>
                  <a:pt x="1907" y="1448"/>
                  <a:pt x="1909" y="1452"/>
                  <a:pt x="1909" y="1458"/>
                </a:cubicBezTo>
                <a:cubicBezTo>
                  <a:pt x="1910" y="1463"/>
                  <a:pt x="1908" y="1467"/>
                  <a:pt x="1905" y="1471"/>
                </a:cubicBezTo>
                <a:moveTo>
                  <a:pt x="1805" y="1584"/>
                </a:moveTo>
                <a:lnTo>
                  <a:pt x="1792" y="1598"/>
                </a:lnTo>
                <a:cubicBezTo>
                  <a:pt x="1788" y="1602"/>
                  <a:pt x="1784" y="1604"/>
                  <a:pt x="1779" y="1604"/>
                </a:cubicBezTo>
                <a:cubicBezTo>
                  <a:pt x="1774" y="1604"/>
                  <a:pt x="1769" y="1603"/>
                  <a:pt x="1765" y="1599"/>
                </a:cubicBezTo>
                <a:cubicBezTo>
                  <a:pt x="1762" y="1596"/>
                  <a:pt x="1760" y="1591"/>
                  <a:pt x="1759" y="1586"/>
                </a:cubicBezTo>
                <a:cubicBezTo>
                  <a:pt x="1759" y="1581"/>
                  <a:pt x="1761" y="1576"/>
                  <a:pt x="1764" y="1573"/>
                </a:cubicBezTo>
                <a:lnTo>
                  <a:pt x="1777" y="1559"/>
                </a:lnTo>
                <a:cubicBezTo>
                  <a:pt x="1781" y="1555"/>
                  <a:pt x="1785" y="1553"/>
                  <a:pt x="1790" y="1553"/>
                </a:cubicBezTo>
                <a:cubicBezTo>
                  <a:pt x="1795" y="1553"/>
                  <a:pt x="1800" y="1554"/>
                  <a:pt x="1804" y="1558"/>
                </a:cubicBezTo>
                <a:cubicBezTo>
                  <a:pt x="1807" y="1561"/>
                  <a:pt x="1810" y="1566"/>
                  <a:pt x="1810" y="1571"/>
                </a:cubicBezTo>
                <a:cubicBezTo>
                  <a:pt x="1810" y="1576"/>
                  <a:pt x="1808" y="1581"/>
                  <a:pt x="1805" y="1584"/>
                </a:cubicBezTo>
                <a:moveTo>
                  <a:pt x="1700" y="1693"/>
                </a:moveTo>
                <a:lnTo>
                  <a:pt x="1687" y="1707"/>
                </a:lnTo>
                <a:cubicBezTo>
                  <a:pt x="1683" y="1710"/>
                  <a:pt x="1679" y="1712"/>
                  <a:pt x="1674" y="1712"/>
                </a:cubicBezTo>
                <a:cubicBezTo>
                  <a:pt x="1669" y="1712"/>
                  <a:pt x="1664" y="1710"/>
                  <a:pt x="1660" y="1707"/>
                </a:cubicBezTo>
                <a:cubicBezTo>
                  <a:pt x="1657" y="1703"/>
                  <a:pt x="1655" y="1698"/>
                  <a:pt x="1655" y="1693"/>
                </a:cubicBezTo>
                <a:cubicBezTo>
                  <a:pt x="1655" y="1688"/>
                  <a:pt x="1657" y="1684"/>
                  <a:pt x="1660" y="1680"/>
                </a:cubicBezTo>
                <a:lnTo>
                  <a:pt x="1674" y="1667"/>
                </a:lnTo>
                <a:cubicBezTo>
                  <a:pt x="1677" y="1663"/>
                  <a:pt x="1682" y="1661"/>
                  <a:pt x="1687" y="1661"/>
                </a:cubicBezTo>
                <a:cubicBezTo>
                  <a:pt x="1692" y="1661"/>
                  <a:pt x="1697" y="1663"/>
                  <a:pt x="1700" y="1667"/>
                </a:cubicBezTo>
                <a:cubicBezTo>
                  <a:pt x="1704" y="1670"/>
                  <a:pt x="1706" y="1675"/>
                  <a:pt x="1706" y="1680"/>
                </a:cubicBezTo>
                <a:cubicBezTo>
                  <a:pt x="1706" y="1685"/>
                  <a:pt x="1704" y="1690"/>
                  <a:pt x="1700" y="1693"/>
                </a:cubicBezTo>
                <a:moveTo>
                  <a:pt x="1592" y="1798"/>
                </a:moveTo>
                <a:lnTo>
                  <a:pt x="1578" y="1811"/>
                </a:lnTo>
                <a:cubicBezTo>
                  <a:pt x="1574" y="1814"/>
                  <a:pt x="1570" y="1816"/>
                  <a:pt x="1564" y="1816"/>
                </a:cubicBezTo>
                <a:cubicBezTo>
                  <a:pt x="1559" y="1816"/>
                  <a:pt x="1555" y="1814"/>
                  <a:pt x="1551" y="1810"/>
                </a:cubicBezTo>
                <a:cubicBezTo>
                  <a:pt x="1548" y="1806"/>
                  <a:pt x="1546" y="1801"/>
                  <a:pt x="1546" y="1796"/>
                </a:cubicBezTo>
                <a:cubicBezTo>
                  <a:pt x="1547" y="1791"/>
                  <a:pt x="1549" y="1787"/>
                  <a:pt x="1552" y="1783"/>
                </a:cubicBezTo>
                <a:lnTo>
                  <a:pt x="1566" y="1770"/>
                </a:lnTo>
                <a:cubicBezTo>
                  <a:pt x="1570" y="1767"/>
                  <a:pt x="1574" y="1765"/>
                  <a:pt x="1580" y="1766"/>
                </a:cubicBezTo>
                <a:cubicBezTo>
                  <a:pt x="1585" y="1766"/>
                  <a:pt x="1589" y="1768"/>
                  <a:pt x="1593" y="1772"/>
                </a:cubicBezTo>
                <a:cubicBezTo>
                  <a:pt x="1596" y="1775"/>
                  <a:pt x="1598" y="1780"/>
                  <a:pt x="1598" y="1785"/>
                </a:cubicBezTo>
                <a:cubicBezTo>
                  <a:pt x="1597" y="1790"/>
                  <a:pt x="1595" y="1795"/>
                  <a:pt x="1592" y="1798"/>
                </a:cubicBezTo>
                <a:moveTo>
                  <a:pt x="1479" y="1899"/>
                </a:moveTo>
                <a:lnTo>
                  <a:pt x="1465" y="1911"/>
                </a:lnTo>
                <a:cubicBezTo>
                  <a:pt x="1461" y="1914"/>
                  <a:pt x="1456" y="1916"/>
                  <a:pt x="1451" y="1915"/>
                </a:cubicBezTo>
                <a:cubicBezTo>
                  <a:pt x="1446" y="1915"/>
                  <a:pt x="1441" y="1913"/>
                  <a:pt x="1438" y="1909"/>
                </a:cubicBezTo>
                <a:cubicBezTo>
                  <a:pt x="1435" y="1905"/>
                  <a:pt x="1433" y="1900"/>
                  <a:pt x="1434" y="1895"/>
                </a:cubicBezTo>
                <a:cubicBezTo>
                  <a:pt x="1434" y="1890"/>
                  <a:pt x="1436" y="1886"/>
                  <a:pt x="1440" y="1882"/>
                </a:cubicBezTo>
                <a:lnTo>
                  <a:pt x="1454" y="1870"/>
                </a:lnTo>
                <a:cubicBezTo>
                  <a:pt x="1458" y="1867"/>
                  <a:pt x="1463" y="1865"/>
                  <a:pt x="1468" y="1866"/>
                </a:cubicBezTo>
                <a:cubicBezTo>
                  <a:pt x="1473" y="1866"/>
                  <a:pt x="1478" y="1868"/>
                  <a:pt x="1481" y="1872"/>
                </a:cubicBezTo>
                <a:cubicBezTo>
                  <a:pt x="1484" y="1876"/>
                  <a:pt x="1486" y="1881"/>
                  <a:pt x="1485" y="1886"/>
                </a:cubicBezTo>
                <a:cubicBezTo>
                  <a:pt x="1485" y="1891"/>
                  <a:pt x="1483" y="1895"/>
                  <a:pt x="1479" y="1899"/>
                </a:cubicBezTo>
                <a:moveTo>
                  <a:pt x="1362" y="1995"/>
                </a:moveTo>
                <a:lnTo>
                  <a:pt x="1347" y="2007"/>
                </a:lnTo>
                <a:cubicBezTo>
                  <a:pt x="1343" y="2010"/>
                  <a:pt x="1338" y="2011"/>
                  <a:pt x="1333" y="2011"/>
                </a:cubicBezTo>
                <a:cubicBezTo>
                  <a:pt x="1328" y="2010"/>
                  <a:pt x="1324" y="2008"/>
                  <a:pt x="1321" y="2004"/>
                </a:cubicBezTo>
                <a:cubicBezTo>
                  <a:pt x="1317" y="2000"/>
                  <a:pt x="1316" y="1995"/>
                  <a:pt x="1317" y="1990"/>
                </a:cubicBezTo>
                <a:cubicBezTo>
                  <a:pt x="1317" y="1985"/>
                  <a:pt x="1320" y="1981"/>
                  <a:pt x="1324" y="1977"/>
                </a:cubicBezTo>
                <a:lnTo>
                  <a:pt x="1339" y="1966"/>
                </a:lnTo>
                <a:cubicBezTo>
                  <a:pt x="1343" y="1962"/>
                  <a:pt x="1347" y="1961"/>
                  <a:pt x="1353" y="1962"/>
                </a:cubicBezTo>
                <a:cubicBezTo>
                  <a:pt x="1358" y="1962"/>
                  <a:pt x="1362" y="1965"/>
                  <a:pt x="1365" y="1969"/>
                </a:cubicBezTo>
                <a:cubicBezTo>
                  <a:pt x="1368" y="1973"/>
                  <a:pt x="1370" y="1977"/>
                  <a:pt x="1369" y="1983"/>
                </a:cubicBezTo>
                <a:cubicBezTo>
                  <a:pt x="1368" y="1988"/>
                  <a:pt x="1366" y="1992"/>
                  <a:pt x="1362" y="1995"/>
                </a:cubicBezTo>
                <a:moveTo>
                  <a:pt x="1242" y="2086"/>
                </a:moveTo>
                <a:lnTo>
                  <a:pt x="1227" y="2097"/>
                </a:lnTo>
                <a:cubicBezTo>
                  <a:pt x="1223" y="2100"/>
                  <a:pt x="1218" y="2101"/>
                  <a:pt x="1213" y="2101"/>
                </a:cubicBezTo>
                <a:cubicBezTo>
                  <a:pt x="1208" y="2100"/>
                  <a:pt x="1204" y="2097"/>
                  <a:pt x="1201" y="2093"/>
                </a:cubicBezTo>
                <a:cubicBezTo>
                  <a:pt x="1198" y="2089"/>
                  <a:pt x="1197" y="2084"/>
                  <a:pt x="1198" y="2079"/>
                </a:cubicBezTo>
                <a:cubicBezTo>
                  <a:pt x="1198" y="2074"/>
                  <a:pt x="1201" y="2070"/>
                  <a:pt x="1205" y="2067"/>
                </a:cubicBezTo>
                <a:lnTo>
                  <a:pt x="1220" y="2056"/>
                </a:lnTo>
                <a:cubicBezTo>
                  <a:pt x="1224" y="2053"/>
                  <a:pt x="1229" y="2052"/>
                  <a:pt x="1234" y="2052"/>
                </a:cubicBezTo>
                <a:cubicBezTo>
                  <a:pt x="1239" y="2053"/>
                  <a:pt x="1243" y="2056"/>
                  <a:pt x="1246" y="2060"/>
                </a:cubicBezTo>
                <a:cubicBezTo>
                  <a:pt x="1249" y="2064"/>
                  <a:pt x="1251" y="2069"/>
                  <a:pt x="1250" y="2074"/>
                </a:cubicBezTo>
                <a:cubicBezTo>
                  <a:pt x="1249" y="2079"/>
                  <a:pt x="1246" y="2083"/>
                  <a:pt x="1242" y="2086"/>
                </a:cubicBezTo>
                <a:moveTo>
                  <a:pt x="1119" y="2173"/>
                </a:moveTo>
                <a:lnTo>
                  <a:pt x="1103" y="2184"/>
                </a:lnTo>
                <a:cubicBezTo>
                  <a:pt x="1099" y="2186"/>
                  <a:pt x="1094" y="2187"/>
                  <a:pt x="1089" y="2186"/>
                </a:cubicBezTo>
                <a:cubicBezTo>
                  <a:pt x="1084" y="2185"/>
                  <a:pt x="1080" y="2183"/>
                  <a:pt x="1077" y="2178"/>
                </a:cubicBezTo>
                <a:cubicBezTo>
                  <a:pt x="1074" y="2174"/>
                  <a:pt x="1073" y="2169"/>
                  <a:pt x="1074" y="2164"/>
                </a:cubicBezTo>
                <a:cubicBezTo>
                  <a:pt x="1075" y="2159"/>
                  <a:pt x="1078" y="2155"/>
                  <a:pt x="1082" y="2152"/>
                </a:cubicBezTo>
                <a:lnTo>
                  <a:pt x="1098" y="2142"/>
                </a:lnTo>
                <a:cubicBezTo>
                  <a:pt x="1102" y="2139"/>
                  <a:pt x="1107" y="2138"/>
                  <a:pt x="1112" y="2139"/>
                </a:cubicBezTo>
                <a:cubicBezTo>
                  <a:pt x="1117" y="2140"/>
                  <a:pt x="1121" y="2143"/>
                  <a:pt x="1124" y="2147"/>
                </a:cubicBezTo>
                <a:cubicBezTo>
                  <a:pt x="1127" y="2151"/>
                  <a:pt x="1128" y="2156"/>
                  <a:pt x="1127" y="2161"/>
                </a:cubicBezTo>
                <a:cubicBezTo>
                  <a:pt x="1126" y="2166"/>
                  <a:pt x="1123" y="2170"/>
                  <a:pt x="1119" y="2173"/>
                </a:cubicBezTo>
                <a:moveTo>
                  <a:pt x="991" y="2256"/>
                </a:moveTo>
                <a:lnTo>
                  <a:pt x="975" y="2266"/>
                </a:lnTo>
                <a:cubicBezTo>
                  <a:pt x="971" y="2269"/>
                  <a:pt x="966" y="2269"/>
                  <a:pt x="961" y="2268"/>
                </a:cubicBezTo>
                <a:cubicBezTo>
                  <a:pt x="956" y="2267"/>
                  <a:pt x="952" y="2264"/>
                  <a:pt x="949" y="2260"/>
                </a:cubicBezTo>
                <a:cubicBezTo>
                  <a:pt x="947" y="2255"/>
                  <a:pt x="946" y="2251"/>
                  <a:pt x="947" y="2246"/>
                </a:cubicBezTo>
                <a:cubicBezTo>
                  <a:pt x="948" y="2240"/>
                  <a:pt x="951" y="2237"/>
                  <a:pt x="956" y="2234"/>
                </a:cubicBezTo>
                <a:lnTo>
                  <a:pt x="972" y="2224"/>
                </a:lnTo>
                <a:cubicBezTo>
                  <a:pt x="976" y="2221"/>
                  <a:pt x="981" y="2220"/>
                  <a:pt x="986" y="2222"/>
                </a:cubicBezTo>
                <a:cubicBezTo>
                  <a:pt x="991" y="2223"/>
                  <a:pt x="995" y="2226"/>
                  <a:pt x="998" y="2230"/>
                </a:cubicBezTo>
                <a:cubicBezTo>
                  <a:pt x="1000" y="2234"/>
                  <a:pt x="1001" y="2239"/>
                  <a:pt x="1000" y="2244"/>
                </a:cubicBezTo>
                <a:cubicBezTo>
                  <a:pt x="999" y="2249"/>
                  <a:pt x="996" y="2253"/>
                  <a:pt x="991" y="2256"/>
                </a:cubicBezTo>
                <a:moveTo>
                  <a:pt x="862" y="2333"/>
                </a:moveTo>
                <a:lnTo>
                  <a:pt x="846" y="2342"/>
                </a:lnTo>
                <a:cubicBezTo>
                  <a:pt x="842" y="2345"/>
                  <a:pt x="837" y="2346"/>
                  <a:pt x="832" y="2344"/>
                </a:cubicBezTo>
                <a:cubicBezTo>
                  <a:pt x="827" y="2343"/>
                  <a:pt x="823" y="2340"/>
                  <a:pt x="821" y="2335"/>
                </a:cubicBezTo>
                <a:cubicBezTo>
                  <a:pt x="818" y="2331"/>
                  <a:pt x="816" y="2326"/>
                  <a:pt x="819" y="2321"/>
                </a:cubicBezTo>
                <a:cubicBezTo>
                  <a:pt x="820" y="2316"/>
                  <a:pt x="823" y="2312"/>
                  <a:pt x="828" y="2310"/>
                </a:cubicBezTo>
                <a:lnTo>
                  <a:pt x="844" y="2300"/>
                </a:lnTo>
                <a:cubicBezTo>
                  <a:pt x="848" y="2298"/>
                  <a:pt x="853" y="2297"/>
                  <a:pt x="858" y="2299"/>
                </a:cubicBezTo>
                <a:cubicBezTo>
                  <a:pt x="863" y="2300"/>
                  <a:pt x="867" y="2303"/>
                  <a:pt x="869" y="2307"/>
                </a:cubicBezTo>
                <a:cubicBezTo>
                  <a:pt x="872" y="2312"/>
                  <a:pt x="873" y="2317"/>
                  <a:pt x="871" y="2322"/>
                </a:cubicBezTo>
                <a:cubicBezTo>
                  <a:pt x="870" y="2327"/>
                  <a:pt x="867" y="2331"/>
                  <a:pt x="862" y="2333"/>
                </a:cubicBezTo>
                <a:moveTo>
                  <a:pt x="730" y="2406"/>
                </a:moveTo>
                <a:lnTo>
                  <a:pt x="713" y="2415"/>
                </a:lnTo>
                <a:cubicBezTo>
                  <a:pt x="709" y="2417"/>
                  <a:pt x="704" y="2417"/>
                  <a:pt x="699" y="2416"/>
                </a:cubicBezTo>
                <a:cubicBezTo>
                  <a:pt x="694" y="2414"/>
                  <a:pt x="690" y="2411"/>
                  <a:pt x="688" y="2407"/>
                </a:cubicBezTo>
                <a:cubicBezTo>
                  <a:pt x="685" y="2402"/>
                  <a:pt x="685" y="2397"/>
                  <a:pt x="686" y="2392"/>
                </a:cubicBezTo>
                <a:cubicBezTo>
                  <a:pt x="688" y="2387"/>
                  <a:pt x="691" y="2384"/>
                  <a:pt x="696" y="2381"/>
                </a:cubicBezTo>
                <a:lnTo>
                  <a:pt x="712" y="2372"/>
                </a:lnTo>
                <a:cubicBezTo>
                  <a:pt x="717" y="2370"/>
                  <a:pt x="722" y="2370"/>
                  <a:pt x="727" y="2371"/>
                </a:cubicBezTo>
                <a:cubicBezTo>
                  <a:pt x="732" y="2373"/>
                  <a:pt x="735" y="2376"/>
                  <a:pt x="738" y="2380"/>
                </a:cubicBezTo>
                <a:cubicBezTo>
                  <a:pt x="740" y="2385"/>
                  <a:pt x="741" y="2390"/>
                  <a:pt x="739" y="2395"/>
                </a:cubicBezTo>
                <a:cubicBezTo>
                  <a:pt x="737" y="2400"/>
                  <a:pt x="734" y="2403"/>
                  <a:pt x="730" y="2406"/>
                </a:cubicBezTo>
                <a:moveTo>
                  <a:pt x="594" y="2475"/>
                </a:moveTo>
                <a:lnTo>
                  <a:pt x="577" y="2484"/>
                </a:lnTo>
                <a:cubicBezTo>
                  <a:pt x="573" y="2486"/>
                  <a:pt x="568" y="2486"/>
                  <a:pt x="563" y="2485"/>
                </a:cubicBezTo>
                <a:cubicBezTo>
                  <a:pt x="558" y="2483"/>
                  <a:pt x="554" y="2480"/>
                  <a:pt x="552" y="2474"/>
                </a:cubicBezTo>
                <a:cubicBezTo>
                  <a:pt x="550" y="2469"/>
                  <a:pt x="550" y="2465"/>
                  <a:pt x="551" y="2460"/>
                </a:cubicBezTo>
                <a:cubicBezTo>
                  <a:pt x="553" y="2455"/>
                  <a:pt x="556" y="2451"/>
                  <a:pt x="561" y="2449"/>
                </a:cubicBezTo>
                <a:lnTo>
                  <a:pt x="578" y="2441"/>
                </a:lnTo>
                <a:cubicBezTo>
                  <a:pt x="583" y="2438"/>
                  <a:pt x="588" y="2438"/>
                  <a:pt x="592" y="2440"/>
                </a:cubicBezTo>
                <a:cubicBezTo>
                  <a:pt x="597" y="2442"/>
                  <a:pt x="601" y="2445"/>
                  <a:pt x="603" y="2449"/>
                </a:cubicBezTo>
                <a:cubicBezTo>
                  <a:pt x="605" y="2454"/>
                  <a:pt x="606" y="2459"/>
                  <a:pt x="604" y="2464"/>
                </a:cubicBezTo>
                <a:cubicBezTo>
                  <a:pt x="602" y="2469"/>
                  <a:pt x="599" y="2472"/>
                  <a:pt x="594" y="2475"/>
                </a:cubicBezTo>
                <a:moveTo>
                  <a:pt x="457" y="2540"/>
                </a:moveTo>
                <a:lnTo>
                  <a:pt x="440" y="2547"/>
                </a:lnTo>
                <a:cubicBezTo>
                  <a:pt x="436" y="2549"/>
                  <a:pt x="431" y="2549"/>
                  <a:pt x="426" y="2548"/>
                </a:cubicBezTo>
                <a:cubicBezTo>
                  <a:pt x="421" y="2546"/>
                  <a:pt x="418" y="2542"/>
                  <a:pt x="415" y="2538"/>
                </a:cubicBezTo>
                <a:cubicBezTo>
                  <a:pt x="413" y="2533"/>
                  <a:pt x="413" y="2528"/>
                  <a:pt x="415" y="2523"/>
                </a:cubicBezTo>
                <a:cubicBezTo>
                  <a:pt x="417" y="2518"/>
                  <a:pt x="420" y="2515"/>
                  <a:pt x="425" y="2513"/>
                </a:cubicBezTo>
                <a:lnTo>
                  <a:pt x="442" y="2505"/>
                </a:lnTo>
                <a:cubicBezTo>
                  <a:pt x="447" y="2503"/>
                  <a:pt x="451" y="2503"/>
                  <a:pt x="456" y="2505"/>
                </a:cubicBezTo>
                <a:cubicBezTo>
                  <a:pt x="461" y="2507"/>
                  <a:pt x="465" y="2510"/>
                  <a:pt x="467" y="2515"/>
                </a:cubicBezTo>
                <a:cubicBezTo>
                  <a:pt x="469" y="2520"/>
                  <a:pt x="469" y="2524"/>
                  <a:pt x="467" y="2529"/>
                </a:cubicBezTo>
                <a:cubicBezTo>
                  <a:pt x="465" y="2534"/>
                  <a:pt x="462" y="2538"/>
                  <a:pt x="457" y="2540"/>
                </a:cubicBezTo>
                <a:moveTo>
                  <a:pt x="320" y="2598"/>
                </a:moveTo>
                <a:lnTo>
                  <a:pt x="303" y="2606"/>
                </a:lnTo>
                <a:cubicBezTo>
                  <a:pt x="298" y="2607"/>
                  <a:pt x="293" y="2607"/>
                  <a:pt x="288" y="2605"/>
                </a:cubicBezTo>
                <a:cubicBezTo>
                  <a:pt x="283" y="2603"/>
                  <a:pt x="280" y="2600"/>
                  <a:pt x="278" y="2595"/>
                </a:cubicBezTo>
                <a:cubicBezTo>
                  <a:pt x="276" y="2590"/>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8"/>
                </a:cubicBezTo>
                <a:cubicBezTo>
                  <a:pt x="328" y="2593"/>
                  <a:pt x="325" y="2596"/>
                  <a:pt x="320" y="2598"/>
                </a:cubicBezTo>
                <a:moveTo>
                  <a:pt x="179" y="2654"/>
                </a:moveTo>
                <a:lnTo>
                  <a:pt x="161" y="2660"/>
                </a:lnTo>
                <a:cubicBezTo>
                  <a:pt x="157" y="2662"/>
                  <a:pt x="152" y="2662"/>
                  <a:pt x="147" y="2660"/>
                </a:cubicBezTo>
                <a:cubicBezTo>
                  <a:pt x="142" y="2658"/>
                  <a:pt x="139" y="2654"/>
                  <a:pt x="137" y="2649"/>
                </a:cubicBezTo>
                <a:cubicBezTo>
                  <a:pt x="135" y="2644"/>
                  <a:pt x="136" y="2640"/>
                  <a:pt x="138" y="2635"/>
                </a:cubicBezTo>
                <a:cubicBezTo>
                  <a:pt x="140" y="2630"/>
                  <a:pt x="143" y="2627"/>
                  <a:pt x="148" y="2625"/>
                </a:cubicBezTo>
                <a:lnTo>
                  <a:pt x="166" y="2618"/>
                </a:lnTo>
                <a:cubicBezTo>
                  <a:pt x="171" y="2617"/>
                  <a:pt x="176" y="2617"/>
                  <a:pt x="180" y="2619"/>
                </a:cubicBezTo>
                <a:cubicBezTo>
                  <a:pt x="185" y="2621"/>
                  <a:pt x="188" y="2625"/>
                  <a:pt x="190" y="2630"/>
                </a:cubicBezTo>
                <a:cubicBezTo>
                  <a:pt x="192" y="2634"/>
                  <a:pt x="192" y="2639"/>
                  <a:pt x="190" y="2644"/>
                </a:cubicBezTo>
                <a:cubicBezTo>
                  <a:pt x="188" y="2649"/>
                  <a:pt x="184" y="2652"/>
                  <a:pt x="179" y="2654"/>
                </a:cubicBezTo>
                <a:moveTo>
                  <a:pt x="35" y="2705"/>
                </a:moveTo>
                <a:lnTo>
                  <a:pt x="25" y="2709"/>
                </a:lnTo>
                <a:cubicBezTo>
                  <a:pt x="20" y="2711"/>
                  <a:pt x="15" y="2710"/>
                  <a:pt x="10" y="2708"/>
                </a:cubicBezTo>
                <a:cubicBezTo>
                  <a:pt x="6" y="2706"/>
                  <a:pt x="2" y="2702"/>
                  <a:pt x="1" y="2697"/>
                </a:cubicBezTo>
                <a:cubicBezTo>
                  <a:pt x="-1" y="2692"/>
                  <a:pt x="-1" y="2688"/>
                  <a:pt x="2" y="2683"/>
                </a:cubicBezTo>
                <a:cubicBezTo>
                  <a:pt x="4" y="2678"/>
                  <a:pt x="8" y="2675"/>
                  <a:pt x="12" y="2673"/>
                </a:cubicBezTo>
                <a:lnTo>
                  <a:pt x="23" y="2670"/>
                </a:lnTo>
                <a:cubicBezTo>
                  <a:pt x="28" y="2668"/>
                  <a:pt x="32" y="2668"/>
                  <a:pt x="37" y="2671"/>
                </a:cubicBezTo>
                <a:cubicBezTo>
                  <a:pt x="42" y="2673"/>
                  <a:pt x="45" y="2677"/>
                  <a:pt x="47" y="2682"/>
                </a:cubicBezTo>
                <a:cubicBezTo>
                  <a:pt x="48" y="2687"/>
                  <a:pt x="48" y="2691"/>
                  <a:pt x="46" y="2696"/>
                </a:cubicBezTo>
                <a:cubicBezTo>
                  <a:pt x="43" y="2701"/>
                  <a:pt x="40" y="2704"/>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4098240" y="538020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1" name=""/>
          <p:cNvSpPr/>
          <p:nvPr/>
        </p:nvSpPr>
        <p:spPr>
          <a:xfrm>
            <a:off x="2534760" y="4469760"/>
            <a:ext cx="974880" cy="975600"/>
          </a:xfrm>
          <a:custGeom>
            <a:avLst/>
            <a:gdLst/>
            <a:ahLst/>
            <a:rect l="0" t="0" r="r" b="b"/>
            <a:pathLst>
              <a:path w="2708" h="2710">
                <a:moveTo>
                  <a:pt x="2683" y="2709"/>
                </a:moveTo>
                <a:lnTo>
                  <a:pt x="2665" y="2703"/>
                </a:lnTo>
                <a:cubicBezTo>
                  <a:pt x="2660" y="2701"/>
                  <a:pt x="2656" y="2698"/>
                  <a:pt x="2654" y="2693"/>
                </a:cubicBezTo>
                <a:cubicBezTo>
                  <a:pt x="2652" y="2689"/>
                  <a:pt x="2652" y="2684"/>
                  <a:pt x="2653" y="2679"/>
                </a:cubicBezTo>
                <a:cubicBezTo>
                  <a:pt x="2655" y="2674"/>
                  <a:pt x="2658" y="2670"/>
                  <a:pt x="2663" y="2668"/>
                </a:cubicBezTo>
                <a:cubicBezTo>
                  <a:pt x="2667" y="2666"/>
                  <a:pt x="2672" y="2665"/>
                  <a:pt x="2677" y="2667"/>
                </a:cubicBezTo>
                <a:lnTo>
                  <a:pt x="2695" y="2673"/>
                </a:lnTo>
                <a:cubicBezTo>
                  <a:pt x="2700" y="2675"/>
                  <a:pt x="2704" y="2678"/>
                  <a:pt x="2706" y="2683"/>
                </a:cubicBezTo>
                <a:cubicBezTo>
                  <a:pt x="2708" y="2688"/>
                  <a:pt x="2709" y="2692"/>
                  <a:pt x="2707" y="2697"/>
                </a:cubicBezTo>
                <a:cubicBezTo>
                  <a:pt x="2705" y="2702"/>
                  <a:pt x="2702" y="2706"/>
                  <a:pt x="2697" y="2708"/>
                </a:cubicBezTo>
                <a:cubicBezTo>
                  <a:pt x="2693" y="2710"/>
                  <a:pt x="2688" y="2711"/>
                  <a:pt x="2683" y="2709"/>
                </a:cubicBezTo>
                <a:moveTo>
                  <a:pt x="2539" y="2657"/>
                </a:moveTo>
                <a:lnTo>
                  <a:pt x="2521" y="2651"/>
                </a:lnTo>
                <a:cubicBezTo>
                  <a:pt x="2516" y="2649"/>
                  <a:pt x="2512" y="2646"/>
                  <a:pt x="2510" y="2641"/>
                </a:cubicBezTo>
                <a:cubicBezTo>
                  <a:pt x="2508" y="2636"/>
                  <a:pt x="2508" y="2631"/>
                  <a:pt x="2510" y="2627"/>
                </a:cubicBezTo>
                <a:cubicBezTo>
                  <a:pt x="2512" y="2622"/>
                  <a:pt x="2515" y="2618"/>
                  <a:pt x="2520" y="2616"/>
                </a:cubicBezTo>
                <a:cubicBezTo>
                  <a:pt x="2524" y="2614"/>
                  <a:pt x="2529" y="2614"/>
                  <a:pt x="2534" y="2616"/>
                </a:cubicBezTo>
                <a:lnTo>
                  <a:pt x="2552" y="2622"/>
                </a:lnTo>
                <a:cubicBezTo>
                  <a:pt x="2557" y="2624"/>
                  <a:pt x="2560" y="2627"/>
                  <a:pt x="2562" y="2632"/>
                </a:cubicBezTo>
                <a:cubicBezTo>
                  <a:pt x="2564" y="2637"/>
                  <a:pt x="2565" y="2642"/>
                  <a:pt x="2563" y="2646"/>
                </a:cubicBezTo>
                <a:cubicBezTo>
                  <a:pt x="2561" y="2651"/>
                  <a:pt x="2558" y="2655"/>
                  <a:pt x="2553" y="2657"/>
                </a:cubicBezTo>
                <a:cubicBezTo>
                  <a:pt x="2548" y="2659"/>
                  <a:pt x="2543" y="2659"/>
                  <a:pt x="2539" y="2657"/>
                </a:cubicBezTo>
                <a:moveTo>
                  <a:pt x="2397" y="2602"/>
                </a:moveTo>
                <a:lnTo>
                  <a:pt x="2379" y="2595"/>
                </a:lnTo>
                <a:cubicBezTo>
                  <a:pt x="2374" y="2593"/>
                  <a:pt x="2371" y="2590"/>
                  <a:pt x="2369" y="2585"/>
                </a:cubicBezTo>
                <a:cubicBezTo>
                  <a:pt x="2367" y="2580"/>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7"/>
                  <a:pt x="2421" y="2592"/>
                </a:cubicBezTo>
                <a:cubicBezTo>
                  <a:pt x="2419" y="2597"/>
                  <a:pt x="2416" y="2600"/>
                  <a:pt x="2411" y="2602"/>
                </a:cubicBezTo>
                <a:cubicBezTo>
                  <a:pt x="2406" y="2604"/>
                  <a:pt x="2401" y="2604"/>
                  <a:pt x="2397" y="2602"/>
                </a:cubicBezTo>
                <a:moveTo>
                  <a:pt x="2259" y="2544"/>
                </a:moveTo>
                <a:lnTo>
                  <a:pt x="2242" y="2536"/>
                </a:lnTo>
                <a:cubicBezTo>
                  <a:pt x="2237" y="2534"/>
                  <a:pt x="2234" y="2531"/>
                  <a:pt x="2232" y="2526"/>
                </a:cubicBezTo>
                <a:cubicBezTo>
                  <a:pt x="2230" y="2521"/>
                  <a:pt x="2231" y="2516"/>
                  <a:pt x="2233" y="2511"/>
                </a:cubicBezTo>
                <a:cubicBezTo>
                  <a:pt x="2235" y="2507"/>
                  <a:pt x="2238" y="2503"/>
                  <a:pt x="2243" y="2502"/>
                </a:cubicBezTo>
                <a:cubicBezTo>
                  <a:pt x="2248" y="2500"/>
                  <a:pt x="2253" y="2500"/>
                  <a:pt x="2257" y="2502"/>
                </a:cubicBezTo>
                <a:lnTo>
                  <a:pt x="2274" y="2510"/>
                </a:lnTo>
                <a:cubicBezTo>
                  <a:pt x="2279" y="2512"/>
                  <a:pt x="2282" y="2515"/>
                  <a:pt x="2284" y="2520"/>
                </a:cubicBezTo>
                <a:cubicBezTo>
                  <a:pt x="2286" y="2525"/>
                  <a:pt x="2286" y="2530"/>
                  <a:pt x="2284" y="2534"/>
                </a:cubicBezTo>
                <a:cubicBezTo>
                  <a:pt x="2282" y="2539"/>
                  <a:pt x="2278" y="2542"/>
                  <a:pt x="2273" y="2544"/>
                </a:cubicBezTo>
                <a:cubicBezTo>
                  <a:pt x="2269" y="2546"/>
                  <a:pt x="2264" y="2546"/>
                  <a:pt x="2259" y="2544"/>
                </a:cubicBezTo>
                <a:moveTo>
                  <a:pt x="2122" y="2480"/>
                </a:moveTo>
                <a:lnTo>
                  <a:pt x="2105" y="2471"/>
                </a:lnTo>
                <a:cubicBezTo>
                  <a:pt x="2100" y="2469"/>
                  <a:pt x="2097" y="2465"/>
                  <a:pt x="2095" y="2460"/>
                </a:cubicBezTo>
                <a:cubicBezTo>
                  <a:pt x="2094" y="2455"/>
                  <a:pt x="2094" y="2450"/>
                  <a:pt x="2096" y="2446"/>
                </a:cubicBezTo>
                <a:cubicBezTo>
                  <a:pt x="2098" y="2441"/>
                  <a:pt x="2102" y="2438"/>
                  <a:pt x="2107" y="2436"/>
                </a:cubicBezTo>
                <a:cubicBezTo>
                  <a:pt x="2112" y="2435"/>
                  <a:pt x="2117" y="2435"/>
                  <a:pt x="2121" y="2437"/>
                </a:cubicBezTo>
                <a:lnTo>
                  <a:pt x="2138" y="2445"/>
                </a:lnTo>
                <a:cubicBezTo>
                  <a:pt x="2143" y="2448"/>
                  <a:pt x="2146" y="2451"/>
                  <a:pt x="2148" y="2456"/>
                </a:cubicBezTo>
                <a:cubicBezTo>
                  <a:pt x="2150" y="2461"/>
                  <a:pt x="2149" y="2466"/>
                  <a:pt x="2147" y="2471"/>
                </a:cubicBezTo>
                <a:cubicBezTo>
                  <a:pt x="2145" y="2475"/>
                  <a:pt x="2141" y="2479"/>
                  <a:pt x="2136" y="2481"/>
                </a:cubicBezTo>
                <a:cubicBezTo>
                  <a:pt x="2131" y="2483"/>
                  <a:pt x="2127" y="2482"/>
                  <a:pt x="2122" y="2480"/>
                </a:cubicBezTo>
                <a:moveTo>
                  <a:pt x="1986" y="2411"/>
                </a:moveTo>
                <a:lnTo>
                  <a:pt x="1970" y="2402"/>
                </a:lnTo>
                <a:cubicBezTo>
                  <a:pt x="1965" y="2399"/>
                  <a:pt x="1962" y="2396"/>
                  <a:pt x="1960" y="2391"/>
                </a:cubicBezTo>
                <a:cubicBezTo>
                  <a:pt x="1959" y="2386"/>
                  <a:pt x="1959" y="2381"/>
                  <a:pt x="1962" y="2376"/>
                </a:cubicBezTo>
                <a:cubicBezTo>
                  <a:pt x="1964" y="2372"/>
                  <a:pt x="1968" y="2369"/>
                  <a:pt x="1973" y="2367"/>
                </a:cubicBezTo>
                <a:cubicBezTo>
                  <a:pt x="1978" y="2366"/>
                  <a:pt x="1983" y="2366"/>
                  <a:pt x="1987" y="2369"/>
                </a:cubicBezTo>
                <a:lnTo>
                  <a:pt x="2004" y="2377"/>
                </a:lnTo>
                <a:cubicBezTo>
                  <a:pt x="2008" y="2380"/>
                  <a:pt x="2011" y="2384"/>
                  <a:pt x="2013" y="2389"/>
                </a:cubicBezTo>
                <a:cubicBezTo>
                  <a:pt x="2015" y="2393"/>
                  <a:pt x="2014" y="2398"/>
                  <a:pt x="2012" y="2403"/>
                </a:cubicBezTo>
                <a:cubicBezTo>
                  <a:pt x="2009" y="2407"/>
                  <a:pt x="2006" y="2411"/>
                  <a:pt x="2001" y="2412"/>
                </a:cubicBezTo>
                <a:cubicBezTo>
                  <a:pt x="1996" y="2414"/>
                  <a:pt x="1991" y="2413"/>
                  <a:pt x="1986" y="2411"/>
                </a:cubicBezTo>
                <a:moveTo>
                  <a:pt x="1854" y="2338"/>
                </a:moveTo>
                <a:lnTo>
                  <a:pt x="1838" y="2329"/>
                </a:lnTo>
                <a:cubicBezTo>
                  <a:pt x="1834" y="2326"/>
                  <a:pt x="1831" y="2323"/>
                  <a:pt x="1830" y="2318"/>
                </a:cubicBezTo>
                <a:cubicBezTo>
                  <a:pt x="1828" y="2313"/>
                  <a:pt x="1829" y="2308"/>
                  <a:pt x="1831" y="2303"/>
                </a:cubicBezTo>
                <a:cubicBezTo>
                  <a:pt x="1834" y="2299"/>
                  <a:pt x="1838" y="2296"/>
                  <a:pt x="1843" y="2295"/>
                </a:cubicBezTo>
                <a:cubicBezTo>
                  <a:pt x="1848" y="2293"/>
                  <a:pt x="1853" y="2294"/>
                  <a:pt x="1857" y="2296"/>
                </a:cubicBezTo>
                <a:lnTo>
                  <a:pt x="1873" y="2306"/>
                </a:lnTo>
                <a:cubicBezTo>
                  <a:pt x="1878" y="2308"/>
                  <a:pt x="1881" y="2312"/>
                  <a:pt x="1882" y="2317"/>
                </a:cubicBezTo>
                <a:cubicBezTo>
                  <a:pt x="1883" y="2322"/>
                  <a:pt x="1883" y="2327"/>
                  <a:pt x="1880" y="2331"/>
                </a:cubicBezTo>
                <a:cubicBezTo>
                  <a:pt x="1878" y="2336"/>
                  <a:pt x="1874" y="2339"/>
                  <a:pt x="1869" y="2340"/>
                </a:cubicBezTo>
                <a:cubicBezTo>
                  <a:pt x="1864" y="2342"/>
                  <a:pt x="1859" y="2341"/>
                  <a:pt x="1854" y="2338"/>
                </a:cubicBezTo>
                <a:moveTo>
                  <a:pt x="1725" y="2261"/>
                </a:moveTo>
                <a:lnTo>
                  <a:pt x="1709" y="2251"/>
                </a:lnTo>
                <a:cubicBezTo>
                  <a:pt x="1705" y="2249"/>
                  <a:pt x="1702" y="2245"/>
                  <a:pt x="1701" y="2240"/>
                </a:cubicBezTo>
                <a:cubicBezTo>
                  <a:pt x="1700" y="2235"/>
                  <a:pt x="1700" y="2230"/>
                  <a:pt x="1703" y="2226"/>
                </a:cubicBezTo>
                <a:cubicBezTo>
                  <a:pt x="1706" y="2221"/>
                  <a:pt x="1710" y="2218"/>
                  <a:pt x="1715" y="2217"/>
                </a:cubicBezTo>
                <a:cubicBezTo>
                  <a:pt x="1720" y="2216"/>
                  <a:pt x="1725" y="2217"/>
                  <a:pt x="1729" y="2219"/>
                </a:cubicBezTo>
                <a:lnTo>
                  <a:pt x="1745" y="2230"/>
                </a:lnTo>
                <a:cubicBezTo>
                  <a:pt x="1750" y="2232"/>
                  <a:pt x="1752" y="2236"/>
                  <a:pt x="1754" y="2241"/>
                </a:cubicBezTo>
                <a:cubicBezTo>
                  <a:pt x="1755" y="2246"/>
                  <a:pt x="1754" y="2251"/>
                  <a:pt x="1751" y="2255"/>
                </a:cubicBezTo>
                <a:cubicBezTo>
                  <a:pt x="1748" y="2260"/>
                  <a:pt x="1745" y="2263"/>
                  <a:pt x="1740" y="2264"/>
                </a:cubicBezTo>
                <a:cubicBezTo>
                  <a:pt x="1734" y="2265"/>
                  <a:pt x="1730" y="2264"/>
                  <a:pt x="1725" y="2261"/>
                </a:cubicBezTo>
                <a:moveTo>
                  <a:pt x="1598" y="2179"/>
                </a:moveTo>
                <a:lnTo>
                  <a:pt x="1582" y="2168"/>
                </a:lnTo>
                <a:cubicBezTo>
                  <a:pt x="1578" y="2166"/>
                  <a:pt x="1575" y="2162"/>
                  <a:pt x="1574" y="2156"/>
                </a:cubicBezTo>
                <a:cubicBezTo>
                  <a:pt x="1573" y="2151"/>
                  <a:pt x="1574" y="2147"/>
                  <a:pt x="1577" y="2142"/>
                </a:cubicBezTo>
                <a:cubicBezTo>
                  <a:pt x="1580" y="2138"/>
                  <a:pt x="1584" y="2135"/>
                  <a:pt x="1589" y="2134"/>
                </a:cubicBezTo>
                <a:cubicBezTo>
                  <a:pt x="1594" y="2133"/>
                  <a:pt x="1599" y="2134"/>
                  <a:pt x="1603" y="2137"/>
                </a:cubicBezTo>
                <a:lnTo>
                  <a:pt x="1619" y="2148"/>
                </a:lnTo>
                <a:cubicBezTo>
                  <a:pt x="1623" y="2151"/>
                  <a:pt x="1626" y="2155"/>
                  <a:pt x="1627" y="2160"/>
                </a:cubicBezTo>
                <a:cubicBezTo>
                  <a:pt x="1628" y="2165"/>
                  <a:pt x="1627" y="2170"/>
                  <a:pt x="1624" y="2174"/>
                </a:cubicBezTo>
                <a:cubicBezTo>
                  <a:pt x="1621" y="2178"/>
                  <a:pt x="1617" y="2181"/>
                  <a:pt x="1612" y="2182"/>
                </a:cubicBezTo>
                <a:cubicBezTo>
                  <a:pt x="1607" y="2183"/>
                  <a:pt x="1602" y="2182"/>
                  <a:pt x="1598" y="2179"/>
                </a:cubicBezTo>
                <a:moveTo>
                  <a:pt x="1474" y="2092"/>
                </a:moveTo>
                <a:lnTo>
                  <a:pt x="1459" y="2081"/>
                </a:lnTo>
                <a:cubicBezTo>
                  <a:pt x="1455" y="2078"/>
                  <a:pt x="1452" y="2074"/>
                  <a:pt x="1451" y="2069"/>
                </a:cubicBezTo>
                <a:cubicBezTo>
                  <a:pt x="1451" y="2064"/>
                  <a:pt x="1452" y="2059"/>
                  <a:pt x="1455" y="2055"/>
                </a:cubicBezTo>
                <a:cubicBezTo>
                  <a:pt x="1458" y="2051"/>
                  <a:pt x="1462" y="2048"/>
                  <a:pt x="1467" y="2048"/>
                </a:cubicBezTo>
                <a:cubicBezTo>
                  <a:pt x="1472" y="2047"/>
                  <a:pt x="1477" y="2048"/>
                  <a:pt x="1481" y="2051"/>
                </a:cubicBezTo>
                <a:lnTo>
                  <a:pt x="1496" y="2062"/>
                </a:lnTo>
                <a:cubicBezTo>
                  <a:pt x="1500" y="2065"/>
                  <a:pt x="1503" y="2069"/>
                  <a:pt x="1504" y="2074"/>
                </a:cubicBezTo>
                <a:cubicBezTo>
                  <a:pt x="1504" y="2080"/>
                  <a:pt x="1503" y="2084"/>
                  <a:pt x="1500" y="2088"/>
                </a:cubicBezTo>
                <a:cubicBezTo>
                  <a:pt x="1497" y="2093"/>
                  <a:pt x="1493" y="2095"/>
                  <a:pt x="1488" y="2096"/>
                </a:cubicBezTo>
                <a:cubicBezTo>
                  <a:pt x="1483" y="2097"/>
                  <a:pt x="1478" y="2096"/>
                  <a:pt x="1474" y="2092"/>
                </a:cubicBezTo>
                <a:moveTo>
                  <a:pt x="1354" y="2002"/>
                </a:moveTo>
                <a:lnTo>
                  <a:pt x="1339" y="1990"/>
                </a:lnTo>
                <a:cubicBezTo>
                  <a:pt x="1335" y="1987"/>
                  <a:pt x="1333" y="1983"/>
                  <a:pt x="1332" y="1977"/>
                </a:cubicBezTo>
                <a:cubicBezTo>
                  <a:pt x="1332" y="1972"/>
                  <a:pt x="1333" y="1968"/>
                  <a:pt x="1336" y="1964"/>
                </a:cubicBezTo>
                <a:cubicBezTo>
                  <a:pt x="1339" y="1959"/>
                  <a:pt x="1344" y="1957"/>
                  <a:pt x="1349" y="1957"/>
                </a:cubicBezTo>
                <a:cubicBezTo>
                  <a:pt x="1354" y="1956"/>
                  <a:pt x="1359" y="1957"/>
                  <a:pt x="1363" y="1960"/>
                </a:cubicBezTo>
                <a:lnTo>
                  <a:pt x="1377" y="1972"/>
                </a:lnTo>
                <a:cubicBezTo>
                  <a:pt x="1382" y="1975"/>
                  <a:pt x="1384" y="1980"/>
                  <a:pt x="1385" y="1985"/>
                </a:cubicBezTo>
                <a:cubicBezTo>
                  <a:pt x="1385" y="1990"/>
                  <a:pt x="1384" y="1995"/>
                  <a:pt x="1381" y="1999"/>
                </a:cubicBezTo>
                <a:cubicBezTo>
                  <a:pt x="1377" y="2003"/>
                  <a:pt x="1373" y="2005"/>
                  <a:pt x="1368" y="2006"/>
                </a:cubicBezTo>
                <a:cubicBezTo>
                  <a:pt x="1363" y="2006"/>
                  <a:pt x="1358" y="2005"/>
                  <a:pt x="1354" y="2002"/>
                </a:cubicBezTo>
                <a:moveTo>
                  <a:pt x="1237" y="1906"/>
                </a:moveTo>
                <a:lnTo>
                  <a:pt x="1223" y="1893"/>
                </a:lnTo>
                <a:cubicBezTo>
                  <a:pt x="1219" y="1890"/>
                  <a:pt x="1216" y="1886"/>
                  <a:pt x="1216" y="1881"/>
                </a:cubicBezTo>
                <a:cubicBezTo>
                  <a:pt x="1216" y="1875"/>
                  <a:pt x="1217" y="1871"/>
                  <a:pt x="1221" y="1867"/>
                </a:cubicBezTo>
                <a:cubicBezTo>
                  <a:pt x="1224" y="1863"/>
                  <a:pt x="1228" y="1861"/>
                  <a:pt x="1233" y="1860"/>
                </a:cubicBezTo>
                <a:cubicBezTo>
                  <a:pt x="1239" y="1860"/>
                  <a:pt x="1243" y="1861"/>
                  <a:pt x="1247" y="1865"/>
                </a:cubicBezTo>
                <a:lnTo>
                  <a:pt x="1261" y="1877"/>
                </a:lnTo>
                <a:cubicBezTo>
                  <a:pt x="1265" y="1880"/>
                  <a:pt x="1267" y="1885"/>
                  <a:pt x="1268" y="1890"/>
                </a:cubicBezTo>
                <a:cubicBezTo>
                  <a:pt x="1268" y="1895"/>
                  <a:pt x="1267" y="1900"/>
                  <a:pt x="1263" y="1904"/>
                </a:cubicBezTo>
                <a:cubicBezTo>
                  <a:pt x="1260" y="1907"/>
                  <a:pt x="1256" y="1910"/>
                  <a:pt x="1251" y="1910"/>
                </a:cubicBezTo>
                <a:cubicBezTo>
                  <a:pt x="1245" y="1910"/>
                  <a:pt x="1241" y="1909"/>
                  <a:pt x="1237" y="1906"/>
                </a:cubicBezTo>
                <a:moveTo>
                  <a:pt x="1124" y="1805"/>
                </a:moveTo>
                <a:lnTo>
                  <a:pt x="1110" y="1793"/>
                </a:lnTo>
                <a:cubicBezTo>
                  <a:pt x="1106" y="1789"/>
                  <a:pt x="1104" y="1785"/>
                  <a:pt x="1104" y="1779"/>
                </a:cubicBezTo>
                <a:cubicBezTo>
                  <a:pt x="1104" y="1774"/>
                  <a:pt x="1106" y="1770"/>
                  <a:pt x="1109" y="1766"/>
                </a:cubicBezTo>
                <a:cubicBezTo>
                  <a:pt x="1113" y="1762"/>
                  <a:pt x="1117" y="1760"/>
                  <a:pt x="1122" y="1760"/>
                </a:cubicBezTo>
                <a:cubicBezTo>
                  <a:pt x="1127" y="1760"/>
                  <a:pt x="1132" y="1761"/>
                  <a:pt x="1136" y="1765"/>
                </a:cubicBezTo>
                <a:lnTo>
                  <a:pt x="1149" y="1778"/>
                </a:lnTo>
                <a:cubicBezTo>
                  <a:pt x="1153" y="1781"/>
                  <a:pt x="1155" y="1786"/>
                  <a:pt x="1155" y="1791"/>
                </a:cubicBezTo>
                <a:cubicBezTo>
                  <a:pt x="1156" y="1796"/>
                  <a:pt x="1154" y="1800"/>
                  <a:pt x="1150" y="1804"/>
                </a:cubicBezTo>
                <a:cubicBezTo>
                  <a:pt x="1147" y="1808"/>
                  <a:pt x="1143" y="1810"/>
                  <a:pt x="1137" y="1810"/>
                </a:cubicBezTo>
                <a:cubicBezTo>
                  <a:pt x="1132" y="1810"/>
                  <a:pt x="1128" y="1809"/>
                  <a:pt x="1124" y="1805"/>
                </a:cubicBezTo>
                <a:moveTo>
                  <a:pt x="1015" y="1701"/>
                </a:moveTo>
                <a:lnTo>
                  <a:pt x="1011" y="1697"/>
                </a:lnTo>
                <a:lnTo>
                  <a:pt x="1002" y="1688"/>
                </a:lnTo>
                <a:cubicBezTo>
                  <a:pt x="998" y="1684"/>
                  <a:pt x="996" y="1679"/>
                  <a:pt x="996" y="1674"/>
                </a:cubicBezTo>
                <a:cubicBezTo>
                  <a:pt x="996" y="1669"/>
                  <a:pt x="998" y="1665"/>
                  <a:pt x="1002" y="1661"/>
                </a:cubicBezTo>
                <a:cubicBezTo>
                  <a:pt x="1005" y="1657"/>
                  <a:pt x="1010" y="1655"/>
                  <a:pt x="1015" y="1655"/>
                </a:cubicBezTo>
                <a:cubicBezTo>
                  <a:pt x="1020" y="1655"/>
                  <a:pt x="1025" y="1657"/>
                  <a:pt x="1028" y="1661"/>
                </a:cubicBezTo>
                <a:lnTo>
                  <a:pt x="1038" y="1670"/>
                </a:lnTo>
                <a:lnTo>
                  <a:pt x="1042" y="1674"/>
                </a:lnTo>
                <a:cubicBezTo>
                  <a:pt x="1045" y="1678"/>
                  <a:pt x="1047" y="1682"/>
                  <a:pt x="1047" y="1688"/>
                </a:cubicBezTo>
                <a:cubicBezTo>
                  <a:pt x="1047" y="1693"/>
                  <a:pt x="1045" y="1697"/>
                  <a:pt x="1042" y="1701"/>
                </a:cubicBezTo>
                <a:cubicBezTo>
                  <a:pt x="1038" y="1704"/>
                  <a:pt x="1033" y="1706"/>
                  <a:pt x="1028" y="1706"/>
                </a:cubicBezTo>
                <a:cubicBezTo>
                  <a:pt x="1023" y="1706"/>
                  <a:pt x="1019" y="1704"/>
                  <a:pt x="1015" y="1701"/>
                </a:cubicBezTo>
                <a:moveTo>
                  <a:pt x="910" y="1592"/>
                </a:moveTo>
                <a:lnTo>
                  <a:pt x="897" y="1578"/>
                </a:lnTo>
                <a:cubicBezTo>
                  <a:pt x="894" y="1574"/>
                  <a:pt x="892" y="1570"/>
                  <a:pt x="893" y="1565"/>
                </a:cubicBezTo>
                <a:cubicBezTo>
                  <a:pt x="893" y="1560"/>
                  <a:pt x="895" y="1555"/>
                  <a:pt x="899" y="1552"/>
                </a:cubicBezTo>
                <a:cubicBezTo>
                  <a:pt x="902" y="1548"/>
                  <a:pt x="907" y="1547"/>
                  <a:pt x="912" y="1547"/>
                </a:cubicBezTo>
                <a:cubicBezTo>
                  <a:pt x="917" y="1547"/>
                  <a:pt x="922" y="1549"/>
                  <a:pt x="925" y="1553"/>
                </a:cubicBezTo>
                <a:lnTo>
                  <a:pt x="938" y="1567"/>
                </a:lnTo>
                <a:cubicBezTo>
                  <a:pt x="941" y="1570"/>
                  <a:pt x="943" y="1575"/>
                  <a:pt x="943" y="1580"/>
                </a:cubicBezTo>
                <a:cubicBezTo>
                  <a:pt x="943" y="1585"/>
                  <a:pt x="941" y="1590"/>
                  <a:pt x="937" y="1593"/>
                </a:cubicBezTo>
                <a:cubicBezTo>
                  <a:pt x="933" y="1597"/>
                  <a:pt x="928" y="1598"/>
                  <a:pt x="923" y="1598"/>
                </a:cubicBezTo>
                <a:cubicBezTo>
                  <a:pt x="918" y="1598"/>
                  <a:pt x="914" y="1596"/>
                  <a:pt x="910" y="1592"/>
                </a:cubicBezTo>
                <a:moveTo>
                  <a:pt x="810" y="1479"/>
                </a:moveTo>
                <a:lnTo>
                  <a:pt x="797" y="1465"/>
                </a:lnTo>
                <a:cubicBezTo>
                  <a:pt x="794" y="1461"/>
                  <a:pt x="793" y="1456"/>
                  <a:pt x="793" y="1451"/>
                </a:cubicBezTo>
                <a:cubicBezTo>
                  <a:pt x="793" y="1446"/>
                  <a:pt x="796" y="1442"/>
                  <a:pt x="800" y="1438"/>
                </a:cubicBezTo>
                <a:cubicBezTo>
                  <a:pt x="804" y="1435"/>
                  <a:pt x="808" y="1434"/>
                  <a:pt x="813" y="1434"/>
                </a:cubicBezTo>
                <a:cubicBezTo>
                  <a:pt x="818" y="1434"/>
                  <a:pt x="823" y="1437"/>
                  <a:pt x="826" y="1441"/>
                </a:cubicBezTo>
                <a:lnTo>
                  <a:pt x="838" y="1455"/>
                </a:lnTo>
                <a:cubicBezTo>
                  <a:pt x="842" y="1459"/>
                  <a:pt x="843" y="1463"/>
                  <a:pt x="843" y="1469"/>
                </a:cubicBezTo>
                <a:cubicBezTo>
                  <a:pt x="842" y="1474"/>
                  <a:pt x="840" y="1478"/>
                  <a:pt x="836" y="1481"/>
                </a:cubicBezTo>
                <a:cubicBezTo>
                  <a:pt x="832" y="1485"/>
                  <a:pt x="828" y="1486"/>
                  <a:pt x="822" y="1486"/>
                </a:cubicBezTo>
                <a:cubicBezTo>
                  <a:pt x="817" y="1485"/>
                  <a:pt x="813" y="1483"/>
                  <a:pt x="810" y="1479"/>
                </a:cubicBezTo>
                <a:moveTo>
                  <a:pt x="713" y="1362"/>
                </a:moveTo>
                <a:lnTo>
                  <a:pt x="702" y="1347"/>
                </a:lnTo>
                <a:cubicBezTo>
                  <a:pt x="698" y="1343"/>
                  <a:pt x="697" y="1339"/>
                  <a:pt x="698" y="1334"/>
                </a:cubicBezTo>
                <a:cubicBezTo>
                  <a:pt x="698" y="1328"/>
                  <a:pt x="701" y="1324"/>
                  <a:pt x="705" y="1321"/>
                </a:cubicBezTo>
                <a:cubicBezTo>
                  <a:pt x="709" y="1318"/>
                  <a:pt x="713" y="1316"/>
                  <a:pt x="719" y="1317"/>
                </a:cubicBezTo>
                <a:cubicBezTo>
                  <a:pt x="724" y="1318"/>
                  <a:pt x="728" y="1320"/>
                  <a:pt x="731" y="1324"/>
                </a:cubicBezTo>
                <a:lnTo>
                  <a:pt x="743" y="1339"/>
                </a:lnTo>
                <a:cubicBezTo>
                  <a:pt x="746" y="1343"/>
                  <a:pt x="747" y="1348"/>
                  <a:pt x="747" y="1353"/>
                </a:cubicBezTo>
                <a:cubicBezTo>
                  <a:pt x="746" y="1358"/>
                  <a:pt x="744" y="1362"/>
                  <a:pt x="740" y="1365"/>
                </a:cubicBezTo>
                <a:cubicBezTo>
                  <a:pt x="736" y="1369"/>
                  <a:pt x="731" y="1370"/>
                  <a:pt x="726" y="1369"/>
                </a:cubicBezTo>
                <a:cubicBezTo>
                  <a:pt x="721" y="1369"/>
                  <a:pt x="717" y="1366"/>
                  <a:pt x="713" y="1362"/>
                </a:cubicBezTo>
                <a:moveTo>
                  <a:pt x="622" y="1243"/>
                </a:moveTo>
                <a:lnTo>
                  <a:pt x="611" y="1227"/>
                </a:lnTo>
                <a:cubicBezTo>
                  <a:pt x="608" y="1223"/>
                  <a:pt x="607" y="1219"/>
                  <a:pt x="608" y="1213"/>
                </a:cubicBezTo>
                <a:cubicBezTo>
                  <a:pt x="609" y="1208"/>
                  <a:pt x="611" y="1204"/>
                  <a:pt x="615" y="1201"/>
                </a:cubicBezTo>
                <a:cubicBezTo>
                  <a:pt x="620" y="1198"/>
                  <a:pt x="624" y="1197"/>
                  <a:pt x="629" y="1198"/>
                </a:cubicBezTo>
                <a:cubicBezTo>
                  <a:pt x="634" y="1199"/>
                  <a:pt x="639" y="1201"/>
                  <a:pt x="642" y="1205"/>
                </a:cubicBezTo>
                <a:lnTo>
                  <a:pt x="653" y="1220"/>
                </a:lnTo>
                <a:cubicBezTo>
                  <a:pt x="656" y="1225"/>
                  <a:pt x="657" y="1229"/>
                  <a:pt x="656" y="1234"/>
                </a:cubicBezTo>
                <a:cubicBezTo>
                  <a:pt x="655" y="1239"/>
                  <a:pt x="653" y="1244"/>
                  <a:pt x="649" y="1247"/>
                </a:cubicBezTo>
                <a:cubicBezTo>
                  <a:pt x="644" y="1250"/>
                  <a:pt x="640" y="1251"/>
                  <a:pt x="635" y="1250"/>
                </a:cubicBezTo>
                <a:cubicBezTo>
                  <a:pt x="629" y="1249"/>
                  <a:pt x="625" y="1247"/>
                  <a:pt x="622" y="1243"/>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8"/>
                  <a:pt x="547" y="1127"/>
                </a:cubicBezTo>
                <a:cubicBezTo>
                  <a:pt x="542" y="1126"/>
                  <a:pt x="538" y="1123"/>
                  <a:pt x="536" y="1119"/>
                </a:cubicBezTo>
                <a:moveTo>
                  <a:pt x="453" y="992"/>
                </a:moveTo>
                <a:lnTo>
                  <a:pt x="443" y="975"/>
                </a:lnTo>
                <a:cubicBezTo>
                  <a:pt x="440" y="971"/>
                  <a:pt x="439" y="966"/>
                  <a:pt x="440" y="961"/>
                </a:cubicBezTo>
                <a:cubicBezTo>
                  <a:pt x="442" y="956"/>
                  <a:pt x="444" y="952"/>
                  <a:pt x="449" y="950"/>
                </a:cubicBezTo>
                <a:cubicBezTo>
                  <a:pt x="453" y="947"/>
                  <a:pt x="458" y="946"/>
                  <a:pt x="463" y="947"/>
                </a:cubicBezTo>
                <a:cubicBezTo>
                  <a:pt x="468" y="948"/>
                  <a:pt x="472" y="951"/>
                  <a:pt x="475" y="956"/>
                </a:cubicBezTo>
                <a:lnTo>
                  <a:pt x="485" y="972"/>
                </a:lnTo>
                <a:cubicBezTo>
                  <a:pt x="488" y="976"/>
                  <a:pt x="488" y="981"/>
                  <a:pt x="487" y="986"/>
                </a:cubicBezTo>
                <a:cubicBezTo>
                  <a:pt x="486" y="991"/>
                  <a:pt x="483" y="995"/>
                  <a:pt x="479" y="998"/>
                </a:cubicBezTo>
                <a:cubicBezTo>
                  <a:pt x="474" y="1000"/>
                  <a:pt x="470" y="1001"/>
                  <a:pt x="465" y="1000"/>
                </a:cubicBezTo>
                <a:cubicBezTo>
                  <a:pt x="459" y="999"/>
                  <a:pt x="456" y="996"/>
                  <a:pt x="453" y="992"/>
                </a:cubicBezTo>
                <a:moveTo>
                  <a:pt x="376" y="862"/>
                </a:moveTo>
                <a:lnTo>
                  <a:pt x="366" y="846"/>
                </a:lnTo>
                <a:cubicBezTo>
                  <a:pt x="364" y="842"/>
                  <a:pt x="363" y="837"/>
                  <a:pt x="364" y="832"/>
                </a:cubicBezTo>
                <a:cubicBezTo>
                  <a:pt x="366" y="827"/>
                  <a:pt x="369" y="823"/>
                  <a:pt x="373" y="821"/>
                </a:cubicBezTo>
                <a:cubicBezTo>
                  <a:pt x="378" y="818"/>
                  <a:pt x="383" y="817"/>
                  <a:pt x="388" y="819"/>
                </a:cubicBezTo>
                <a:cubicBezTo>
                  <a:pt x="393" y="820"/>
                  <a:pt x="396" y="823"/>
                  <a:pt x="399" y="828"/>
                </a:cubicBezTo>
                <a:lnTo>
                  <a:pt x="408" y="844"/>
                </a:lnTo>
                <a:cubicBezTo>
                  <a:pt x="411" y="848"/>
                  <a:pt x="411" y="853"/>
                  <a:pt x="410" y="858"/>
                </a:cubicBezTo>
                <a:cubicBezTo>
                  <a:pt x="409" y="863"/>
                  <a:pt x="406" y="867"/>
                  <a:pt x="401" y="869"/>
                </a:cubicBezTo>
                <a:cubicBezTo>
                  <a:pt x="397" y="872"/>
                  <a:pt x="392" y="873"/>
                  <a:pt x="387" y="871"/>
                </a:cubicBezTo>
                <a:cubicBezTo>
                  <a:pt x="382" y="870"/>
                  <a:pt x="378" y="867"/>
                  <a:pt x="376" y="862"/>
                </a:cubicBezTo>
                <a:moveTo>
                  <a:pt x="303" y="731"/>
                </a:moveTo>
                <a:lnTo>
                  <a:pt x="294" y="714"/>
                </a:lnTo>
                <a:cubicBezTo>
                  <a:pt x="292" y="709"/>
                  <a:pt x="291" y="705"/>
                  <a:pt x="293" y="700"/>
                </a:cubicBezTo>
                <a:cubicBezTo>
                  <a:pt x="294" y="695"/>
                  <a:pt x="297" y="691"/>
                  <a:pt x="302" y="689"/>
                </a:cubicBezTo>
                <a:cubicBezTo>
                  <a:pt x="307" y="686"/>
                  <a:pt x="311" y="686"/>
                  <a:pt x="316" y="687"/>
                </a:cubicBezTo>
                <a:cubicBezTo>
                  <a:pt x="321" y="689"/>
                  <a:pt x="325" y="692"/>
                  <a:pt x="327" y="697"/>
                </a:cubicBezTo>
                <a:lnTo>
                  <a:pt x="336" y="713"/>
                </a:lnTo>
                <a:cubicBezTo>
                  <a:pt x="339" y="718"/>
                  <a:pt x="339" y="723"/>
                  <a:pt x="338" y="728"/>
                </a:cubicBezTo>
                <a:cubicBezTo>
                  <a:pt x="336" y="733"/>
                  <a:pt x="333" y="736"/>
                  <a:pt x="328" y="739"/>
                </a:cubicBezTo>
                <a:cubicBezTo>
                  <a:pt x="324" y="741"/>
                  <a:pt x="319" y="741"/>
                  <a:pt x="314" y="740"/>
                </a:cubicBezTo>
                <a:cubicBezTo>
                  <a:pt x="309" y="738"/>
                  <a:pt x="305" y="735"/>
                  <a:pt x="303" y="731"/>
                </a:cubicBezTo>
                <a:moveTo>
                  <a:pt x="234" y="595"/>
                </a:moveTo>
                <a:lnTo>
                  <a:pt x="226" y="578"/>
                </a:lnTo>
                <a:cubicBezTo>
                  <a:pt x="224" y="573"/>
                  <a:pt x="223" y="569"/>
                  <a:pt x="225" y="564"/>
                </a:cubicBezTo>
                <a:cubicBezTo>
                  <a:pt x="227" y="559"/>
                  <a:pt x="230" y="555"/>
                  <a:pt x="235" y="553"/>
                </a:cubicBezTo>
                <a:cubicBezTo>
                  <a:pt x="239" y="551"/>
                  <a:pt x="244" y="550"/>
                  <a:pt x="249" y="552"/>
                </a:cubicBezTo>
                <a:cubicBezTo>
                  <a:pt x="254" y="554"/>
                  <a:pt x="258" y="557"/>
                  <a:pt x="260" y="562"/>
                </a:cubicBezTo>
                <a:lnTo>
                  <a:pt x="268" y="579"/>
                </a:lnTo>
                <a:cubicBezTo>
                  <a:pt x="270" y="584"/>
                  <a:pt x="271" y="588"/>
                  <a:pt x="269" y="593"/>
                </a:cubicBezTo>
                <a:cubicBezTo>
                  <a:pt x="267" y="598"/>
                  <a:pt x="264" y="602"/>
                  <a:pt x="259" y="604"/>
                </a:cubicBezTo>
                <a:cubicBezTo>
                  <a:pt x="255" y="606"/>
                  <a:pt x="250" y="607"/>
                  <a:pt x="245" y="605"/>
                </a:cubicBezTo>
                <a:cubicBezTo>
                  <a:pt x="240" y="603"/>
                  <a:pt x="236" y="600"/>
                  <a:pt x="234" y="595"/>
                </a:cubicBezTo>
                <a:moveTo>
                  <a:pt x="170" y="458"/>
                </a:moveTo>
                <a:lnTo>
                  <a:pt x="163" y="441"/>
                </a:lnTo>
                <a:cubicBezTo>
                  <a:pt x="161" y="436"/>
                  <a:pt x="160" y="431"/>
                  <a:pt x="162" y="427"/>
                </a:cubicBezTo>
                <a:cubicBezTo>
                  <a:pt x="164" y="422"/>
                  <a:pt x="167" y="418"/>
                  <a:pt x="172" y="416"/>
                </a:cubicBezTo>
                <a:cubicBezTo>
                  <a:pt x="177" y="414"/>
                  <a:pt x="182" y="414"/>
                  <a:pt x="187" y="416"/>
                </a:cubicBezTo>
                <a:cubicBezTo>
                  <a:pt x="191" y="418"/>
                  <a:pt x="195" y="421"/>
                  <a:pt x="197" y="426"/>
                </a:cubicBezTo>
                <a:lnTo>
                  <a:pt x="205" y="443"/>
                </a:lnTo>
                <a:cubicBezTo>
                  <a:pt x="207" y="447"/>
                  <a:pt x="207" y="452"/>
                  <a:pt x="205" y="457"/>
                </a:cubicBezTo>
                <a:cubicBezTo>
                  <a:pt x="203" y="462"/>
                  <a:pt x="200" y="465"/>
                  <a:pt x="195" y="467"/>
                </a:cubicBezTo>
                <a:cubicBezTo>
                  <a:pt x="190" y="470"/>
                  <a:pt x="185" y="470"/>
                  <a:pt x="181" y="468"/>
                </a:cubicBezTo>
                <a:cubicBezTo>
                  <a:pt x="176" y="466"/>
                  <a:pt x="172" y="463"/>
                  <a:pt x="170" y="458"/>
                </a:cubicBezTo>
                <a:moveTo>
                  <a:pt x="111" y="321"/>
                </a:moveTo>
                <a:lnTo>
                  <a:pt x="104" y="303"/>
                </a:lnTo>
                <a:cubicBezTo>
                  <a:pt x="102" y="298"/>
                  <a:pt x="102" y="294"/>
                  <a:pt x="104" y="289"/>
                </a:cubicBezTo>
                <a:cubicBezTo>
                  <a:pt x="106" y="284"/>
                  <a:pt x="110" y="281"/>
                  <a:pt x="115" y="279"/>
                </a:cubicBezTo>
                <a:cubicBezTo>
                  <a:pt x="119" y="277"/>
                  <a:pt x="124" y="277"/>
                  <a:pt x="129" y="279"/>
                </a:cubicBezTo>
                <a:cubicBezTo>
                  <a:pt x="134" y="281"/>
                  <a:pt x="137" y="284"/>
                  <a:pt x="139" y="289"/>
                </a:cubicBezTo>
                <a:lnTo>
                  <a:pt x="146" y="306"/>
                </a:lnTo>
                <a:cubicBezTo>
                  <a:pt x="148" y="311"/>
                  <a:pt x="148" y="316"/>
                  <a:pt x="146" y="321"/>
                </a:cubicBezTo>
                <a:cubicBezTo>
                  <a:pt x="144" y="326"/>
                  <a:pt x="141" y="329"/>
                  <a:pt x="136" y="331"/>
                </a:cubicBezTo>
                <a:cubicBezTo>
                  <a:pt x="131" y="333"/>
                  <a:pt x="126" y="333"/>
                  <a:pt x="122" y="331"/>
                </a:cubicBezTo>
                <a:cubicBezTo>
                  <a:pt x="117" y="329"/>
                  <a:pt x="113" y="325"/>
                  <a:pt x="111" y="321"/>
                </a:cubicBezTo>
                <a:moveTo>
                  <a:pt x="56" y="180"/>
                </a:moveTo>
                <a:lnTo>
                  <a:pt x="50" y="162"/>
                </a:lnTo>
                <a:cubicBezTo>
                  <a:pt x="48" y="157"/>
                  <a:pt x="48" y="152"/>
                  <a:pt x="50" y="148"/>
                </a:cubicBezTo>
                <a:cubicBezTo>
                  <a:pt x="52" y="143"/>
                  <a:pt x="56" y="140"/>
                  <a:pt x="61" y="138"/>
                </a:cubicBezTo>
                <a:cubicBezTo>
                  <a:pt x="65" y="136"/>
                  <a:pt x="70" y="136"/>
                  <a:pt x="75" y="138"/>
                </a:cubicBezTo>
                <a:cubicBezTo>
                  <a:pt x="80" y="140"/>
                  <a:pt x="83" y="144"/>
                  <a:pt x="85" y="149"/>
                </a:cubicBezTo>
                <a:lnTo>
                  <a:pt x="91" y="167"/>
                </a:lnTo>
                <a:cubicBezTo>
                  <a:pt x="93" y="171"/>
                  <a:pt x="93" y="176"/>
                  <a:pt x="91" y="181"/>
                </a:cubicBezTo>
                <a:cubicBezTo>
                  <a:pt x="89" y="186"/>
                  <a:pt x="85" y="189"/>
                  <a:pt x="80" y="191"/>
                </a:cubicBezTo>
                <a:cubicBezTo>
                  <a:pt x="75" y="193"/>
                  <a:pt x="71" y="192"/>
                  <a:pt x="66" y="190"/>
                </a:cubicBezTo>
                <a:cubicBezTo>
                  <a:pt x="61" y="188"/>
                  <a:pt x="58" y="185"/>
                  <a:pt x="56" y="180"/>
                </a:cubicBezTo>
                <a:moveTo>
                  <a:pt x="4" y="35"/>
                </a:moveTo>
                <a:lnTo>
                  <a:pt x="1" y="25"/>
                </a:lnTo>
                <a:cubicBezTo>
                  <a:pt x="-1" y="20"/>
                  <a:pt x="0" y="15"/>
                  <a:pt x="2" y="11"/>
                </a:cubicBezTo>
                <a:cubicBezTo>
                  <a:pt x="4" y="6"/>
                  <a:pt x="8" y="3"/>
                  <a:pt x="13" y="1"/>
                </a:cubicBezTo>
                <a:cubicBezTo>
                  <a:pt x="18" y="-1"/>
                  <a:pt x="22" y="0"/>
                  <a:pt x="27" y="2"/>
                </a:cubicBezTo>
                <a:cubicBezTo>
                  <a:pt x="32" y="4"/>
                  <a:pt x="35" y="8"/>
                  <a:pt x="37" y="13"/>
                </a:cubicBezTo>
                <a:lnTo>
                  <a:pt x="40" y="23"/>
                </a:lnTo>
                <a:cubicBezTo>
                  <a:pt x="42" y="28"/>
                  <a:pt x="41" y="33"/>
                  <a:pt x="39" y="38"/>
                </a:cubicBezTo>
                <a:cubicBezTo>
                  <a:pt x="37" y="42"/>
                  <a:pt x="33" y="45"/>
                  <a:pt x="28" y="47"/>
                </a:cubicBezTo>
                <a:cubicBezTo>
                  <a:pt x="23" y="49"/>
                  <a:pt x="19" y="48"/>
                  <a:pt x="14" y="46"/>
                </a:cubicBezTo>
                <a:cubicBezTo>
                  <a:pt x="9" y="44"/>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2522520" y="4476600"/>
            <a:ext cx="77400" cy="71280"/>
          </a:xfrm>
          <a:custGeom>
            <a:avLst/>
            <a:gdLst/>
            <a:ahLst/>
            <a:rect l="0" t="0" r="r" b="b"/>
            <a:pathLst>
              <a:path fill="none" w="215" h="198">
                <a:moveTo>
                  <a:pt x="0" y="198"/>
                </a:moveTo>
                <a:lnTo>
                  <a:pt x="53" y="0"/>
                </a:lnTo>
                <a:lnTo>
                  <a:pt x="215" y="12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3" name=""/>
          <p:cNvSpPr/>
          <p:nvPr/>
        </p:nvSpPr>
        <p:spPr>
          <a:xfrm>
            <a:off x="2534760" y="2912400"/>
            <a:ext cx="974880" cy="975600"/>
          </a:xfrm>
          <a:custGeom>
            <a:avLst/>
            <a:gdLst/>
            <a:ahLst/>
            <a:rect l="0" t="0" r="r" b="b"/>
            <a:pathLst>
              <a:path w="2708" h="2710">
                <a:moveTo>
                  <a:pt x="1" y="2685"/>
                </a:moveTo>
                <a:lnTo>
                  <a:pt x="7" y="2666"/>
                </a:lnTo>
                <a:cubicBezTo>
                  <a:pt x="9" y="2661"/>
                  <a:pt x="12" y="2658"/>
                  <a:pt x="17" y="2655"/>
                </a:cubicBezTo>
                <a:cubicBezTo>
                  <a:pt x="21" y="2653"/>
                  <a:pt x="26" y="2653"/>
                  <a:pt x="31" y="2655"/>
                </a:cubicBezTo>
                <a:cubicBezTo>
                  <a:pt x="36" y="2656"/>
                  <a:pt x="40" y="2659"/>
                  <a:pt x="42" y="2664"/>
                </a:cubicBezTo>
                <a:cubicBezTo>
                  <a:pt x="44" y="2669"/>
                  <a:pt x="44" y="2674"/>
                  <a:pt x="43" y="2678"/>
                </a:cubicBezTo>
                <a:lnTo>
                  <a:pt x="37" y="2697"/>
                </a:lnTo>
                <a:cubicBezTo>
                  <a:pt x="35" y="2702"/>
                  <a:pt x="32" y="2705"/>
                  <a:pt x="27" y="2707"/>
                </a:cubicBezTo>
                <a:cubicBezTo>
                  <a:pt x="22" y="2710"/>
                  <a:pt x="18" y="2710"/>
                  <a:pt x="13" y="2708"/>
                </a:cubicBezTo>
                <a:cubicBezTo>
                  <a:pt x="8" y="2707"/>
                  <a:pt x="4" y="2704"/>
                  <a:pt x="2" y="2699"/>
                </a:cubicBezTo>
                <a:cubicBezTo>
                  <a:pt x="0" y="2694"/>
                  <a:pt x="-1" y="2689"/>
                  <a:pt x="1" y="2685"/>
                </a:cubicBezTo>
                <a:moveTo>
                  <a:pt x="52" y="2540"/>
                </a:moveTo>
                <a:lnTo>
                  <a:pt x="59" y="2522"/>
                </a:lnTo>
                <a:cubicBezTo>
                  <a:pt x="61" y="2517"/>
                  <a:pt x="64" y="2514"/>
                  <a:pt x="69" y="2512"/>
                </a:cubicBezTo>
                <a:cubicBezTo>
                  <a:pt x="74" y="2509"/>
                  <a:pt x="78" y="2509"/>
                  <a:pt x="83" y="2511"/>
                </a:cubicBezTo>
                <a:cubicBezTo>
                  <a:pt x="88" y="2513"/>
                  <a:pt x="92" y="2516"/>
                  <a:pt x="94" y="2521"/>
                </a:cubicBezTo>
                <a:cubicBezTo>
                  <a:pt x="96" y="2526"/>
                  <a:pt x="96" y="2530"/>
                  <a:pt x="94" y="2535"/>
                </a:cubicBezTo>
                <a:lnTo>
                  <a:pt x="88" y="2553"/>
                </a:lnTo>
                <a:cubicBezTo>
                  <a:pt x="86" y="2558"/>
                  <a:pt x="83" y="2561"/>
                  <a:pt x="78" y="2564"/>
                </a:cubicBezTo>
                <a:cubicBezTo>
                  <a:pt x="73" y="2566"/>
                  <a:pt x="68" y="2566"/>
                  <a:pt x="63" y="2564"/>
                </a:cubicBezTo>
                <a:cubicBezTo>
                  <a:pt x="59" y="2562"/>
                  <a:pt x="55" y="2559"/>
                  <a:pt x="53" y="2554"/>
                </a:cubicBezTo>
                <a:cubicBezTo>
                  <a:pt x="51" y="2550"/>
                  <a:pt x="51" y="2545"/>
                  <a:pt x="52" y="2540"/>
                </a:cubicBezTo>
                <a:moveTo>
                  <a:pt x="107" y="2399"/>
                </a:moveTo>
                <a:lnTo>
                  <a:pt x="115" y="2381"/>
                </a:lnTo>
                <a:cubicBezTo>
                  <a:pt x="116" y="2377"/>
                  <a:pt x="120" y="2373"/>
                  <a:pt x="125" y="2371"/>
                </a:cubicBezTo>
                <a:cubicBezTo>
                  <a:pt x="129" y="2369"/>
                  <a:pt x="134" y="2369"/>
                  <a:pt x="139" y="2371"/>
                </a:cubicBezTo>
                <a:cubicBezTo>
                  <a:pt x="144" y="2373"/>
                  <a:pt x="147" y="2377"/>
                  <a:pt x="149" y="2381"/>
                </a:cubicBezTo>
                <a:cubicBezTo>
                  <a:pt x="151" y="2386"/>
                  <a:pt x="151" y="2391"/>
                  <a:pt x="149" y="2396"/>
                </a:cubicBezTo>
                <a:lnTo>
                  <a:pt x="142" y="2413"/>
                </a:lnTo>
                <a:cubicBezTo>
                  <a:pt x="140" y="2418"/>
                  <a:pt x="137" y="2421"/>
                  <a:pt x="132" y="2423"/>
                </a:cubicBezTo>
                <a:cubicBezTo>
                  <a:pt x="127" y="2425"/>
                  <a:pt x="122" y="2425"/>
                  <a:pt x="118" y="2423"/>
                </a:cubicBezTo>
                <a:cubicBezTo>
                  <a:pt x="113" y="2421"/>
                  <a:pt x="109" y="2418"/>
                  <a:pt x="107" y="2413"/>
                </a:cubicBezTo>
                <a:cubicBezTo>
                  <a:pt x="105" y="2408"/>
                  <a:pt x="105" y="2404"/>
                  <a:pt x="107" y="2399"/>
                </a:cubicBezTo>
                <a:moveTo>
                  <a:pt x="166" y="2261"/>
                </a:moveTo>
                <a:lnTo>
                  <a:pt x="173" y="2244"/>
                </a:lnTo>
                <a:cubicBezTo>
                  <a:pt x="176" y="2240"/>
                  <a:pt x="179" y="2236"/>
                  <a:pt x="184" y="2234"/>
                </a:cubicBezTo>
                <a:cubicBezTo>
                  <a:pt x="189" y="2233"/>
                  <a:pt x="194" y="2233"/>
                  <a:pt x="198" y="2235"/>
                </a:cubicBezTo>
                <a:cubicBezTo>
                  <a:pt x="203" y="2237"/>
                  <a:pt x="206" y="2240"/>
                  <a:pt x="208" y="2245"/>
                </a:cubicBezTo>
                <a:cubicBezTo>
                  <a:pt x="210" y="2250"/>
                  <a:pt x="210" y="2255"/>
                  <a:pt x="208" y="2260"/>
                </a:cubicBezTo>
                <a:lnTo>
                  <a:pt x="200" y="2276"/>
                </a:lnTo>
                <a:cubicBezTo>
                  <a:pt x="198" y="2281"/>
                  <a:pt x="195" y="2285"/>
                  <a:pt x="190" y="2286"/>
                </a:cubicBezTo>
                <a:cubicBezTo>
                  <a:pt x="185" y="2288"/>
                  <a:pt x="180" y="2288"/>
                  <a:pt x="175" y="2286"/>
                </a:cubicBezTo>
                <a:cubicBezTo>
                  <a:pt x="171" y="2284"/>
                  <a:pt x="167" y="2280"/>
                  <a:pt x="166" y="2276"/>
                </a:cubicBezTo>
                <a:cubicBezTo>
                  <a:pt x="164" y="2271"/>
                  <a:pt x="164" y="2266"/>
                  <a:pt x="166" y="2261"/>
                </a:cubicBezTo>
                <a:moveTo>
                  <a:pt x="230" y="2124"/>
                </a:moveTo>
                <a:lnTo>
                  <a:pt x="238" y="2107"/>
                </a:lnTo>
                <a:cubicBezTo>
                  <a:pt x="240" y="2102"/>
                  <a:pt x="244" y="2099"/>
                  <a:pt x="249" y="2097"/>
                </a:cubicBezTo>
                <a:cubicBezTo>
                  <a:pt x="254" y="2096"/>
                  <a:pt x="258" y="2096"/>
                  <a:pt x="263" y="2098"/>
                </a:cubicBezTo>
                <a:cubicBezTo>
                  <a:pt x="268" y="2100"/>
                  <a:pt x="271" y="2104"/>
                  <a:pt x="273" y="2109"/>
                </a:cubicBezTo>
                <a:cubicBezTo>
                  <a:pt x="274" y="2114"/>
                  <a:pt x="274" y="2119"/>
                  <a:pt x="272" y="2123"/>
                </a:cubicBezTo>
                <a:lnTo>
                  <a:pt x="263" y="2140"/>
                </a:lnTo>
                <a:cubicBezTo>
                  <a:pt x="261" y="2145"/>
                  <a:pt x="258" y="2148"/>
                  <a:pt x="253" y="2150"/>
                </a:cubicBezTo>
                <a:cubicBezTo>
                  <a:pt x="248" y="2152"/>
                  <a:pt x="243" y="2151"/>
                  <a:pt x="238" y="2149"/>
                </a:cubicBezTo>
                <a:cubicBezTo>
                  <a:pt x="234" y="2147"/>
                  <a:pt x="230" y="2143"/>
                  <a:pt x="229" y="2138"/>
                </a:cubicBezTo>
                <a:cubicBezTo>
                  <a:pt x="227" y="2133"/>
                  <a:pt x="227" y="2129"/>
                  <a:pt x="230" y="2124"/>
                </a:cubicBezTo>
                <a:moveTo>
                  <a:pt x="298" y="1988"/>
                </a:moveTo>
                <a:lnTo>
                  <a:pt x="307" y="1972"/>
                </a:lnTo>
                <a:cubicBezTo>
                  <a:pt x="309" y="1967"/>
                  <a:pt x="313" y="1964"/>
                  <a:pt x="318" y="1962"/>
                </a:cubicBezTo>
                <a:cubicBezTo>
                  <a:pt x="323" y="1961"/>
                  <a:pt x="328" y="1961"/>
                  <a:pt x="332" y="1964"/>
                </a:cubicBezTo>
                <a:cubicBezTo>
                  <a:pt x="337" y="1966"/>
                  <a:pt x="340" y="1970"/>
                  <a:pt x="341" y="1975"/>
                </a:cubicBezTo>
                <a:cubicBezTo>
                  <a:pt x="343" y="1980"/>
                  <a:pt x="342" y="1985"/>
                  <a:pt x="340" y="1989"/>
                </a:cubicBezTo>
                <a:lnTo>
                  <a:pt x="331" y="2006"/>
                </a:lnTo>
                <a:cubicBezTo>
                  <a:pt x="329" y="2010"/>
                  <a:pt x="325" y="2013"/>
                  <a:pt x="320" y="2015"/>
                </a:cubicBezTo>
                <a:cubicBezTo>
                  <a:pt x="315" y="2016"/>
                  <a:pt x="310" y="2016"/>
                  <a:pt x="306" y="2014"/>
                </a:cubicBezTo>
                <a:cubicBezTo>
                  <a:pt x="301" y="2011"/>
                  <a:pt x="298" y="2007"/>
                  <a:pt x="297" y="2003"/>
                </a:cubicBezTo>
                <a:cubicBezTo>
                  <a:pt x="295" y="1998"/>
                  <a:pt x="296" y="1993"/>
                  <a:pt x="298" y="1988"/>
                </a:cubicBezTo>
                <a:moveTo>
                  <a:pt x="370" y="1856"/>
                </a:moveTo>
                <a:lnTo>
                  <a:pt x="380" y="1840"/>
                </a:lnTo>
                <a:cubicBezTo>
                  <a:pt x="382" y="1836"/>
                  <a:pt x="386" y="1833"/>
                  <a:pt x="391" y="1831"/>
                </a:cubicBezTo>
                <a:cubicBezTo>
                  <a:pt x="396" y="1830"/>
                  <a:pt x="401" y="1831"/>
                  <a:pt x="405" y="1833"/>
                </a:cubicBezTo>
                <a:cubicBezTo>
                  <a:pt x="410" y="1836"/>
                  <a:pt x="413" y="1840"/>
                  <a:pt x="414" y="1845"/>
                </a:cubicBezTo>
                <a:cubicBezTo>
                  <a:pt x="415" y="1850"/>
                  <a:pt x="415" y="1854"/>
                  <a:pt x="412" y="1859"/>
                </a:cubicBezTo>
                <a:lnTo>
                  <a:pt x="403" y="1875"/>
                </a:lnTo>
                <a:cubicBezTo>
                  <a:pt x="400" y="1880"/>
                  <a:pt x="397" y="1882"/>
                  <a:pt x="392" y="1884"/>
                </a:cubicBezTo>
                <a:cubicBezTo>
                  <a:pt x="387" y="1885"/>
                  <a:pt x="382" y="1885"/>
                  <a:pt x="377" y="1882"/>
                </a:cubicBezTo>
                <a:cubicBezTo>
                  <a:pt x="373" y="1879"/>
                  <a:pt x="370" y="1876"/>
                  <a:pt x="369" y="1871"/>
                </a:cubicBezTo>
                <a:cubicBezTo>
                  <a:pt x="367" y="1866"/>
                  <a:pt x="368" y="1861"/>
                  <a:pt x="370" y="1856"/>
                </a:cubicBezTo>
                <a:moveTo>
                  <a:pt x="447" y="1727"/>
                </a:moveTo>
                <a:lnTo>
                  <a:pt x="457" y="1711"/>
                </a:lnTo>
                <a:cubicBezTo>
                  <a:pt x="460" y="1707"/>
                  <a:pt x="464" y="1704"/>
                  <a:pt x="469" y="1703"/>
                </a:cubicBezTo>
                <a:cubicBezTo>
                  <a:pt x="474" y="1701"/>
                  <a:pt x="479" y="1702"/>
                  <a:pt x="483" y="1705"/>
                </a:cubicBezTo>
                <a:cubicBezTo>
                  <a:pt x="488" y="1708"/>
                  <a:pt x="490" y="1712"/>
                  <a:pt x="491" y="1717"/>
                </a:cubicBezTo>
                <a:cubicBezTo>
                  <a:pt x="493" y="1722"/>
                  <a:pt x="492" y="1726"/>
                  <a:pt x="489" y="1731"/>
                </a:cubicBezTo>
                <a:lnTo>
                  <a:pt x="479" y="1747"/>
                </a:lnTo>
                <a:cubicBezTo>
                  <a:pt x="476" y="1751"/>
                  <a:pt x="472" y="1754"/>
                  <a:pt x="467" y="1755"/>
                </a:cubicBezTo>
                <a:cubicBezTo>
                  <a:pt x="462" y="1757"/>
                  <a:pt x="458" y="1756"/>
                  <a:pt x="453" y="1753"/>
                </a:cubicBezTo>
                <a:cubicBezTo>
                  <a:pt x="449" y="1750"/>
                  <a:pt x="446" y="1746"/>
                  <a:pt x="445" y="1741"/>
                </a:cubicBezTo>
                <a:cubicBezTo>
                  <a:pt x="444" y="1736"/>
                  <a:pt x="444" y="1731"/>
                  <a:pt x="447" y="1727"/>
                </a:cubicBezTo>
                <a:moveTo>
                  <a:pt x="530" y="1599"/>
                </a:moveTo>
                <a:lnTo>
                  <a:pt x="540" y="1584"/>
                </a:lnTo>
                <a:cubicBezTo>
                  <a:pt x="543" y="1579"/>
                  <a:pt x="547" y="1577"/>
                  <a:pt x="552" y="1576"/>
                </a:cubicBezTo>
                <a:cubicBezTo>
                  <a:pt x="557" y="1575"/>
                  <a:pt x="562" y="1576"/>
                  <a:pt x="566" y="1579"/>
                </a:cubicBezTo>
                <a:cubicBezTo>
                  <a:pt x="571" y="1582"/>
                  <a:pt x="573" y="1586"/>
                  <a:pt x="574" y="1591"/>
                </a:cubicBezTo>
                <a:cubicBezTo>
                  <a:pt x="575" y="1596"/>
                  <a:pt x="574" y="1600"/>
                  <a:pt x="571" y="1605"/>
                </a:cubicBezTo>
                <a:lnTo>
                  <a:pt x="561" y="1620"/>
                </a:lnTo>
                <a:cubicBezTo>
                  <a:pt x="558" y="1625"/>
                  <a:pt x="554" y="1627"/>
                  <a:pt x="549" y="1628"/>
                </a:cubicBezTo>
                <a:cubicBezTo>
                  <a:pt x="544" y="1629"/>
                  <a:pt x="539" y="1628"/>
                  <a:pt x="535" y="1625"/>
                </a:cubicBezTo>
                <a:cubicBezTo>
                  <a:pt x="530" y="1623"/>
                  <a:pt x="528" y="1619"/>
                  <a:pt x="527" y="1613"/>
                </a:cubicBezTo>
                <a:cubicBezTo>
                  <a:pt x="526" y="1608"/>
                  <a:pt x="527" y="1604"/>
                  <a:pt x="530" y="1599"/>
                </a:cubicBezTo>
                <a:moveTo>
                  <a:pt x="616" y="1476"/>
                </a:moveTo>
                <a:lnTo>
                  <a:pt x="627" y="1460"/>
                </a:lnTo>
                <a:cubicBezTo>
                  <a:pt x="630" y="1456"/>
                  <a:pt x="634" y="1454"/>
                  <a:pt x="639" y="1453"/>
                </a:cubicBezTo>
                <a:cubicBezTo>
                  <a:pt x="645" y="1452"/>
                  <a:pt x="649" y="1453"/>
                  <a:pt x="653" y="1456"/>
                </a:cubicBezTo>
                <a:cubicBezTo>
                  <a:pt x="658" y="1459"/>
                  <a:pt x="660" y="1464"/>
                  <a:pt x="661" y="1469"/>
                </a:cubicBezTo>
                <a:cubicBezTo>
                  <a:pt x="662" y="1474"/>
                  <a:pt x="661" y="1478"/>
                  <a:pt x="657" y="1483"/>
                </a:cubicBezTo>
                <a:lnTo>
                  <a:pt x="646" y="1498"/>
                </a:lnTo>
                <a:cubicBezTo>
                  <a:pt x="643" y="1502"/>
                  <a:pt x="639" y="1504"/>
                  <a:pt x="634" y="1505"/>
                </a:cubicBezTo>
                <a:cubicBezTo>
                  <a:pt x="629" y="1506"/>
                  <a:pt x="624" y="1505"/>
                  <a:pt x="620" y="1502"/>
                </a:cubicBezTo>
                <a:cubicBezTo>
                  <a:pt x="616" y="1499"/>
                  <a:pt x="613" y="1495"/>
                  <a:pt x="613" y="1490"/>
                </a:cubicBezTo>
                <a:cubicBezTo>
                  <a:pt x="612" y="1484"/>
                  <a:pt x="613" y="1480"/>
                  <a:pt x="616" y="1476"/>
                </a:cubicBezTo>
                <a:moveTo>
                  <a:pt x="707" y="1355"/>
                </a:moveTo>
                <a:lnTo>
                  <a:pt x="718" y="1340"/>
                </a:lnTo>
                <a:cubicBezTo>
                  <a:pt x="722" y="1336"/>
                  <a:pt x="726" y="1333"/>
                  <a:pt x="731" y="1333"/>
                </a:cubicBezTo>
                <a:cubicBezTo>
                  <a:pt x="736" y="1332"/>
                  <a:pt x="741" y="1334"/>
                  <a:pt x="745" y="1337"/>
                </a:cubicBezTo>
                <a:cubicBezTo>
                  <a:pt x="749" y="1340"/>
                  <a:pt x="751" y="1344"/>
                  <a:pt x="752" y="1349"/>
                </a:cubicBezTo>
                <a:cubicBezTo>
                  <a:pt x="752" y="1355"/>
                  <a:pt x="751" y="1359"/>
                  <a:pt x="748" y="1363"/>
                </a:cubicBezTo>
                <a:lnTo>
                  <a:pt x="736" y="1378"/>
                </a:lnTo>
                <a:cubicBezTo>
                  <a:pt x="733" y="1382"/>
                  <a:pt x="729" y="1384"/>
                  <a:pt x="724" y="1385"/>
                </a:cubicBezTo>
                <a:cubicBezTo>
                  <a:pt x="719" y="1386"/>
                  <a:pt x="714" y="1384"/>
                  <a:pt x="710" y="1381"/>
                </a:cubicBezTo>
                <a:cubicBezTo>
                  <a:pt x="706" y="1378"/>
                  <a:pt x="703" y="1374"/>
                  <a:pt x="703" y="1369"/>
                </a:cubicBezTo>
                <a:cubicBezTo>
                  <a:pt x="702" y="1363"/>
                  <a:pt x="704" y="1359"/>
                  <a:pt x="707" y="1355"/>
                </a:cubicBezTo>
                <a:moveTo>
                  <a:pt x="803" y="1237"/>
                </a:moveTo>
                <a:lnTo>
                  <a:pt x="815" y="1223"/>
                </a:lnTo>
                <a:cubicBezTo>
                  <a:pt x="818" y="1219"/>
                  <a:pt x="823" y="1217"/>
                  <a:pt x="828" y="1217"/>
                </a:cubicBezTo>
                <a:cubicBezTo>
                  <a:pt x="833" y="1216"/>
                  <a:pt x="838" y="1218"/>
                  <a:pt x="842" y="1221"/>
                </a:cubicBezTo>
                <a:cubicBezTo>
                  <a:pt x="845" y="1224"/>
                  <a:pt x="848" y="1229"/>
                  <a:pt x="848" y="1234"/>
                </a:cubicBezTo>
                <a:cubicBezTo>
                  <a:pt x="848" y="1239"/>
                  <a:pt x="847" y="1244"/>
                  <a:pt x="844" y="1248"/>
                </a:cubicBezTo>
                <a:lnTo>
                  <a:pt x="831" y="1262"/>
                </a:lnTo>
                <a:cubicBezTo>
                  <a:pt x="828" y="1266"/>
                  <a:pt x="824" y="1268"/>
                  <a:pt x="819" y="1268"/>
                </a:cubicBezTo>
                <a:cubicBezTo>
                  <a:pt x="813" y="1269"/>
                  <a:pt x="809" y="1267"/>
                  <a:pt x="805" y="1264"/>
                </a:cubicBezTo>
                <a:cubicBezTo>
                  <a:pt x="801" y="1260"/>
                  <a:pt x="799" y="1256"/>
                  <a:pt x="798" y="1251"/>
                </a:cubicBezTo>
                <a:cubicBezTo>
                  <a:pt x="798" y="1246"/>
                  <a:pt x="799" y="1241"/>
                  <a:pt x="803" y="1237"/>
                </a:cubicBezTo>
                <a:moveTo>
                  <a:pt x="903" y="1124"/>
                </a:moveTo>
                <a:lnTo>
                  <a:pt x="916" y="1110"/>
                </a:lnTo>
                <a:cubicBezTo>
                  <a:pt x="919" y="1107"/>
                  <a:pt x="924" y="1105"/>
                  <a:pt x="929" y="1104"/>
                </a:cubicBezTo>
                <a:cubicBezTo>
                  <a:pt x="934" y="1104"/>
                  <a:pt x="939" y="1106"/>
                  <a:pt x="942" y="1109"/>
                </a:cubicBezTo>
                <a:cubicBezTo>
                  <a:pt x="946" y="1113"/>
                  <a:pt x="948" y="1117"/>
                  <a:pt x="948" y="1122"/>
                </a:cubicBezTo>
                <a:cubicBezTo>
                  <a:pt x="949" y="1128"/>
                  <a:pt x="947" y="1132"/>
                  <a:pt x="943" y="1136"/>
                </a:cubicBezTo>
                <a:lnTo>
                  <a:pt x="931" y="1150"/>
                </a:lnTo>
                <a:cubicBezTo>
                  <a:pt x="927" y="1154"/>
                  <a:pt x="923" y="1156"/>
                  <a:pt x="918" y="1156"/>
                </a:cubicBezTo>
                <a:cubicBezTo>
                  <a:pt x="912" y="1156"/>
                  <a:pt x="908" y="1154"/>
                  <a:pt x="904" y="1151"/>
                </a:cubicBezTo>
                <a:cubicBezTo>
                  <a:pt x="900" y="1147"/>
                  <a:pt x="898" y="1143"/>
                  <a:pt x="898" y="1138"/>
                </a:cubicBezTo>
                <a:cubicBezTo>
                  <a:pt x="898" y="1133"/>
                  <a:pt x="900" y="1128"/>
                  <a:pt x="903" y="1124"/>
                </a:cubicBezTo>
                <a:moveTo>
                  <a:pt x="1007" y="1015"/>
                </a:moveTo>
                <a:lnTo>
                  <a:pt x="1011" y="1011"/>
                </a:lnTo>
                <a:lnTo>
                  <a:pt x="1021" y="1002"/>
                </a:lnTo>
                <a:cubicBezTo>
                  <a:pt x="1024" y="998"/>
                  <a:pt x="1029" y="996"/>
                  <a:pt x="1034" y="996"/>
                </a:cubicBezTo>
                <a:cubicBezTo>
                  <a:pt x="1039" y="996"/>
                  <a:pt x="1044" y="998"/>
                  <a:pt x="1047" y="1002"/>
                </a:cubicBezTo>
                <a:cubicBezTo>
                  <a:pt x="1051" y="1006"/>
                  <a:pt x="1053" y="1010"/>
                  <a:pt x="1053" y="1015"/>
                </a:cubicBezTo>
                <a:cubicBezTo>
                  <a:pt x="1053" y="1021"/>
                  <a:pt x="1051" y="1025"/>
                  <a:pt x="1047" y="1029"/>
                </a:cubicBezTo>
                <a:lnTo>
                  <a:pt x="1038" y="1038"/>
                </a:lnTo>
                <a:lnTo>
                  <a:pt x="1034" y="1042"/>
                </a:lnTo>
                <a:cubicBezTo>
                  <a:pt x="1030" y="1046"/>
                  <a:pt x="1026" y="1047"/>
                  <a:pt x="1021" y="1047"/>
                </a:cubicBezTo>
                <a:cubicBezTo>
                  <a:pt x="1016" y="1047"/>
                  <a:pt x="1011" y="1046"/>
                  <a:pt x="1007" y="1042"/>
                </a:cubicBezTo>
                <a:cubicBezTo>
                  <a:pt x="1004" y="1038"/>
                  <a:pt x="1002" y="1034"/>
                  <a:pt x="1002" y="1029"/>
                </a:cubicBezTo>
                <a:cubicBezTo>
                  <a:pt x="1002" y="1023"/>
                  <a:pt x="1004" y="1019"/>
                  <a:pt x="1007" y="1015"/>
                </a:cubicBezTo>
                <a:moveTo>
                  <a:pt x="1116" y="910"/>
                </a:moveTo>
                <a:lnTo>
                  <a:pt x="1130" y="898"/>
                </a:lnTo>
                <a:cubicBezTo>
                  <a:pt x="1134" y="894"/>
                  <a:pt x="1138" y="893"/>
                  <a:pt x="1143" y="893"/>
                </a:cubicBezTo>
                <a:cubicBezTo>
                  <a:pt x="1149" y="893"/>
                  <a:pt x="1153" y="895"/>
                  <a:pt x="1156" y="899"/>
                </a:cubicBezTo>
                <a:cubicBezTo>
                  <a:pt x="1160" y="903"/>
                  <a:pt x="1162" y="907"/>
                  <a:pt x="1161" y="912"/>
                </a:cubicBezTo>
                <a:cubicBezTo>
                  <a:pt x="1161" y="917"/>
                  <a:pt x="1159" y="922"/>
                  <a:pt x="1155" y="925"/>
                </a:cubicBezTo>
                <a:lnTo>
                  <a:pt x="1142" y="938"/>
                </a:lnTo>
                <a:cubicBezTo>
                  <a:pt x="1138" y="942"/>
                  <a:pt x="1133" y="943"/>
                  <a:pt x="1128" y="943"/>
                </a:cubicBezTo>
                <a:cubicBezTo>
                  <a:pt x="1123" y="943"/>
                  <a:pt x="1119" y="941"/>
                  <a:pt x="1115" y="937"/>
                </a:cubicBezTo>
                <a:cubicBezTo>
                  <a:pt x="1111" y="933"/>
                  <a:pt x="1110" y="929"/>
                  <a:pt x="1110" y="924"/>
                </a:cubicBezTo>
                <a:cubicBezTo>
                  <a:pt x="1110" y="918"/>
                  <a:pt x="1112" y="914"/>
                  <a:pt x="1116" y="910"/>
                </a:cubicBezTo>
                <a:moveTo>
                  <a:pt x="1229" y="810"/>
                </a:moveTo>
                <a:lnTo>
                  <a:pt x="1243" y="798"/>
                </a:lnTo>
                <a:cubicBezTo>
                  <a:pt x="1247" y="794"/>
                  <a:pt x="1252" y="793"/>
                  <a:pt x="1257" y="793"/>
                </a:cubicBezTo>
                <a:cubicBezTo>
                  <a:pt x="1262" y="794"/>
                  <a:pt x="1266" y="796"/>
                  <a:pt x="1270" y="800"/>
                </a:cubicBezTo>
                <a:cubicBezTo>
                  <a:pt x="1273" y="804"/>
                  <a:pt x="1275" y="808"/>
                  <a:pt x="1274" y="813"/>
                </a:cubicBezTo>
                <a:cubicBezTo>
                  <a:pt x="1274" y="819"/>
                  <a:pt x="1272" y="823"/>
                  <a:pt x="1268" y="826"/>
                </a:cubicBezTo>
                <a:lnTo>
                  <a:pt x="1253" y="838"/>
                </a:lnTo>
                <a:cubicBezTo>
                  <a:pt x="1249" y="842"/>
                  <a:pt x="1245" y="843"/>
                  <a:pt x="1240" y="843"/>
                </a:cubicBezTo>
                <a:cubicBezTo>
                  <a:pt x="1234" y="842"/>
                  <a:pt x="1230" y="840"/>
                  <a:pt x="1227" y="836"/>
                </a:cubicBezTo>
                <a:cubicBezTo>
                  <a:pt x="1223" y="832"/>
                  <a:pt x="1222" y="828"/>
                  <a:pt x="1222" y="823"/>
                </a:cubicBezTo>
                <a:cubicBezTo>
                  <a:pt x="1223" y="817"/>
                  <a:pt x="1225" y="813"/>
                  <a:pt x="1229" y="810"/>
                </a:cubicBezTo>
                <a:moveTo>
                  <a:pt x="1346" y="713"/>
                </a:moveTo>
                <a:lnTo>
                  <a:pt x="1361" y="702"/>
                </a:lnTo>
                <a:cubicBezTo>
                  <a:pt x="1365" y="699"/>
                  <a:pt x="1369" y="697"/>
                  <a:pt x="1375" y="698"/>
                </a:cubicBezTo>
                <a:cubicBezTo>
                  <a:pt x="1380" y="698"/>
                  <a:pt x="1384" y="701"/>
                  <a:pt x="1387" y="705"/>
                </a:cubicBezTo>
                <a:cubicBezTo>
                  <a:pt x="1390" y="709"/>
                  <a:pt x="1392" y="714"/>
                  <a:pt x="1391" y="719"/>
                </a:cubicBezTo>
                <a:cubicBezTo>
                  <a:pt x="1390" y="724"/>
                  <a:pt x="1388" y="728"/>
                  <a:pt x="1384" y="731"/>
                </a:cubicBezTo>
                <a:lnTo>
                  <a:pt x="1369" y="743"/>
                </a:lnTo>
                <a:cubicBezTo>
                  <a:pt x="1365" y="746"/>
                  <a:pt x="1360" y="748"/>
                  <a:pt x="1355" y="747"/>
                </a:cubicBezTo>
                <a:cubicBezTo>
                  <a:pt x="1350" y="746"/>
                  <a:pt x="1346" y="744"/>
                  <a:pt x="1343" y="740"/>
                </a:cubicBezTo>
                <a:cubicBezTo>
                  <a:pt x="1339" y="736"/>
                  <a:pt x="1338" y="731"/>
                  <a:pt x="1339" y="726"/>
                </a:cubicBezTo>
                <a:cubicBezTo>
                  <a:pt x="1339" y="721"/>
                  <a:pt x="1342" y="717"/>
                  <a:pt x="1346" y="713"/>
                </a:cubicBezTo>
                <a:moveTo>
                  <a:pt x="1465" y="622"/>
                </a:moveTo>
                <a:lnTo>
                  <a:pt x="1481" y="611"/>
                </a:lnTo>
                <a:cubicBezTo>
                  <a:pt x="1485" y="608"/>
                  <a:pt x="1489" y="607"/>
                  <a:pt x="1495" y="608"/>
                </a:cubicBezTo>
                <a:cubicBezTo>
                  <a:pt x="1500" y="609"/>
                  <a:pt x="1504" y="611"/>
                  <a:pt x="1507" y="615"/>
                </a:cubicBezTo>
                <a:cubicBezTo>
                  <a:pt x="1510" y="620"/>
                  <a:pt x="1511" y="624"/>
                  <a:pt x="1510" y="629"/>
                </a:cubicBezTo>
                <a:cubicBezTo>
                  <a:pt x="1509" y="635"/>
                  <a:pt x="1507" y="639"/>
                  <a:pt x="1503" y="642"/>
                </a:cubicBezTo>
                <a:lnTo>
                  <a:pt x="1488" y="653"/>
                </a:lnTo>
                <a:cubicBezTo>
                  <a:pt x="1483" y="656"/>
                  <a:pt x="1479" y="657"/>
                  <a:pt x="1474" y="656"/>
                </a:cubicBezTo>
                <a:cubicBezTo>
                  <a:pt x="1468" y="655"/>
                  <a:pt x="1464" y="653"/>
                  <a:pt x="1461" y="649"/>
                </a:cubicBezTo>
                <a:cubicBezTo>
                  <a:pt x="1458" y="644"/>
                  <a:pt x="1457" y="640"/>
                  <a:pt x="1458" y="635"/>
                </a:cubicBezTo>
                <a:cubicBezTo>
                  <a:pt x="1459" y="629"/>
                  <a:pt x="1461" y="625"/>
                  <a:pt x="1465" y="622"/>
                </a:cubicBezTo>
                <a:moveTo>
                  <a:pt x="1589" y="535"/>
                </a:moveTo>
                <a:lnTo>
                  <a:pt x="1604" y="525"/>
                </a:lnTo>
                <a:cubicBezTo>
                  <a:pt x="1609" y="522"/>
                  <a:pt x="1613" y="521"/>
                  <a:pt x="1619" y="522"/>
                </a:cubicBezTo>
                <a:cubicBezTo>
                  <a:pt x="1624" y="523"/>
                  <a:pt x="1628" y="526"/>
                  <a:pt x="1631" y="530"/>
                </a:cubicBezTo>
                <a:cubicBezTo>
                  <a:pt x="1633" y="534"/>
                  <a:pt x="1634" y="539"/>
                  <a:pt x="1633" y="544"/>
                </a:cubicBezTo>
                <a:cubicBezTo>
                  <a:pt x="1632" y="549"/>
                  <a:pt x="1630" y="553"/>
                  <a:pt x="1625" y="556"/>
                </a:cubicBezTo>
                <a:lnTo>
                  <a:pt x="1610" y="567"/>
                </a:lnTo>
                <a:cubicBezTo>
                  <a:pt x="1606" y="570"/>
                  <a:pt x="1601" y="571"/>
                  <a:pt x="1596" y="570"/>
                </a:cubicBezTo>
                <a:cubicBezTo>
                  <a:pt x="1591" y="569"/>
                  <a:pt x="1587" y="566"/>
                  <a:pt x="1584" y="562"/>
                </a:cubicBezTo>
                <a:cubicBezTo>
                  <a:pt x="1581" y="557"/>
                  <a:pt x="1580" y="553"/>
                  <a:pt x="1581" y="547"/>
                </a:cubicBezTo>
                <a:cubicBezTo>
                  <a:pt x="1582" y="542"/>
                  <a:pt x="1585" y="538"/>
                  <a:pt x="1589" y="535"/>
                </a:cubicBezTo>
                <a:moveTo>
                  <a:pt x="1716" y="453"/>
                </a:moveTo>
                <a:lnTo>
                  <a:pt x="1732" y="443"/>
                </a:lnTo>
                <a:cubicBezTo>
                  <a:pt x="1737" y="440"/>
                  <a:pt x="1742" y="439"/>
                  <a:pt x="1747" y="440"/>
                </a:cubicBezTo>
                <a:cubicBezTo>
                  <a:pt x="1752" y="442"/>
                  <a:pt x="1756" y="444"/>
                  <a:pt x="1758" y="449"/>
                </a:cubicBezTo>
                <a:cubicBezTo>
                  <a:pt x="1761" y="453"/>
                  <a:pt x="1762" y="458"/>
                  <a:pt x="1761" y="463"/>
                </a:cubicBezTo>
                <a:cubicBezTo>
                  <a:pt x="1759" y="468"/>
                  <a:pt x="1757" y="472"/>
                  <a:pt x="1752" y="475"/>
                </a:cubicBezTo>
                <a:lnTo>
                  <a:pt x="1736" y="485"/>
                </a:lnTo>
                <a:cubicBezTo>
                  <a:pt x="1732" y="487"/>
                  <a:pt x="1727" y="488"/>
                  <a:pt x="1722" y="487"/>
                </a:cubicBezTo>
                <a:cubicBezTo>
                  <a:pt x="1717" y="486"/>
                  <a:pt x="1713" y="483"/>
                  <a:pt x="1710" y="479"/>
                </a:cubicBezTo>
                <a:cubicBezTo>
                  <a:pt x="1707" y="474"/>
                  <a:pt x="1707" y="470"/>
                  <a:pt x="1708" y="464"/>
                </a:cubicBezTo>
                <a:cubicBezTo>
                  <a:pt x="1709" y="459"/>
                  <a:pt x="1712" y="455"/>
                  <a:pt x="1716" y="453"/>
                </a:cubicBezTo>
                <a:moveTo>
                  <a:pt x="1845" y="375"/>
                </a:moveTo>
                <a:lnTo>
                  <a:pt x="1862" y="366"/>
                </a:lnTo>
                <a:cubicBezTo>
                  <a:pt x="1866" y="364"/>
                  <a:pt x="1871" y="363"/>
                  <a:pt x="1876" y="364"/>
                </a:cubicBezTo>
                <a:cubicBezTo>
                  <a:pt x="1881" y="366"/>
                  <a:pt x="1885" y="369"/>
                  <a:pt x="1887" y="373"/>
                </a:cubicBezTo>
                <a:cubicBezTo>
                  <a:pt x="1890" y="378"/>
                  <a:pt x="1890" y="382"/>
                  <a:pt x="1889" y="387"/>
                </a:cubicBezTo>
                <a:cubicBezTo>
                  <a:pt x="1888" y="392"/>
                  <a:pt x="1885" y="396"/>
                  <a:pt x="1880" y="399"/>
                </a:cubicBezTo>
                <a:lnTo>
                  <a:pt x="1864" y="408"/>
                </a:lnTo>
                <a:cubicBezTo>
                  <a:pt x="1860" y="411"/>
                  <a:pt x="1855" y="411"/>
                  <a:pt x="1850" y="410"/>
                </a:cubicBezTo>
                <a:cubicBezTo>
                  <a:pt x="1845" y="409"/>
                  <a:pt x="1841" y="406"/>
                  <a:pt x="1838" y="401"/>
                </a:cubicBezTo>
                <a:cubicBezTo>
                  <a:pt x="1836" y="397"/>
                  <a:pt x="1835" y="392"/>
                  <a:pt x="1837" y="387"/>
                </a:cubicBezTo>
                <a:cubicBezTo>
                  <a:pt x="1838" y="382"/>
                  <a:pt x="1841" y="378"/>
                  <a:pt x="1845" y="375"/>
                </a:cubicBezTo>
                <a:moveTo>
                  <a:pt x="1977" y="303"/>
                </a:moveTo>
                <a:lnTo>
                  <a:pt x="1994" y="294"/>
                </a:lnTo>
                <a:cubicBezTo>
                  <a:pt x="1998" y="292"/>
                  <a:pt x="2003" y="291"/>
                  <a:pt x="2008" y="293"/>
                </a:cubicBezTo>
                <a:cubicBezTo>
                  <a:pt x="2013" y="294"/>
                  <a:pt x="2017" y="297"/>
                  <a:pt x="2019" y="302"/>
                </a:cubicBezTo>
                <a:cubicBezTo>
                  <a:pt x="2021" y="307"/>
                  <a:pt x="2022" y="311"/>
                  <a:pt x="2020" y="316"/>
                </a:cubicBezTo>
                <a:cubicBezTo>
                  <a:pt x="2019" y="321"/>
                  <a:pt x="2016" y="325"/>
                  <a:pt x="2011" y="327"/>
                </a:cubicBezTo>
                <a:lnTo>
                  <a:pt x="1994" y="336"/>
                </a:lnTo>
                <a:cubicBezTo>
                  <a:pt x="1990" y="339"/>
                  <a:pt x="1985" y="339"/>
                  <a:pt x="1980" y="337"/>
                </a:cubicBezTo>
                <a:cubicBezTo>
                  <a:pt x="1975" y="336"/>
                  <a:pt x="1971" y="333"/>
                  <a:pt x="1969" y="328"/>
                </a:cubicBezTo>
                <a:cubicBezTo>
                  <a:pt x="1967" y="324"/>
                  <a:pt x="1966" y="319"/>
                  <a:pt x="1968" y="314"/>
                </a:cubicBezTo>
                <a:cubicBezTo>
                  <a:pt x="1969" y="309"/>
                  <a:pt x="1972" y="305"/>
                  <a:pt x="1977" y="303"/>
                </a:cubicBezTo>
                <a:moveTo>
                  <a:pt x="2112" y="234"/>
                </a:moveTo>
                <a:lnTo>
                  <a:pt x="2129" y="226"/>
                </a:lnTo>
                <a:cubicBezTo>
                  <a:pt x="2134" y="223"/>
                  <a:pt x="2139" y="223"/>
                  <a:pt x="2144" y="225"/>
                </a:cubicBezTo>
                <a:cubicBezTo>
                  <a:pt x="2149" y="227"/>
                  <a:pt x="2152" y="230"/>
                  <a:pt x="2155" y="234"/>
                </a:cubicBezTo>
                <a:cubicBezTo>
                  <a:pt x="2157" y="239"/>
                  <a:pt x="2157" y="244"/>
                  <a:pt x="2155" y="249"/>
                </a:cubicBezTo>
                <a:cubicBezTo>
                  <a:pt x="2154" y="254"/>
                  <a:pt x="2150" y="257"/>
                  <a:pt x="2146" y="260"/>
                </a:cubicBezTo>
                <a:lnTo>
                  <a:pt x="2129" y="268"/>
                </a:lnTo>
                <a:cubicBezTo>
                  <a:pt x="2124" y="270"/>
                  <a:pt x="2119" y="270"/>
                  <a:pt x="2114" y="269"/>
                </a:cubicBezTo>
                <a:cubicBezTo>
                  <a:pt x="2109" y="267"/>
                  <a:pt x="2106" y="264"/>
                  <a:pt x="2104" y="259"/>
                </a:cubicBezTo>
                <a:cubicBezTo>
                  <a:pt x="2101" y="254"/>
                  <a:pt x="2101" y="250"/>
                  <a:pt x="2103" y="245"/>
                </a:cubicBezTo>
                <a:cubicBezTo>
                  <a:pt x="2104" y="240"/>
                  <a:pt x="2108" y="236"/>
                  <a:pt x="2112" y="234"/>
                </a:cubicBezTo>
                <a:moveTo>
                  <a:pt x="2250" y="170"/>
                </a:moveTo>
                <a:lnTo>
                  <a:pt x="2266" y="162"/>
                </a:lnTo>
                <a:cubicBezTo>
                  <a:pt x="2271" y="160"/>
                  <a:pt x="2276" y="160"/>
                  <a:pt x="2281" y="162"/>
                </a:cubicBezTo>
                <a:cubicBezTo>
                  <a:pt x="2286" y="164"/>
                  <a:pt x="2289" y="167"/>
                  <a:pt x="2291" y="172"/>
                </a:cubicBezTo>
                <a:cubicBezTo>
                  <a:pt x="2293" y="177"/>
                  <a:pt x="2293" y="182"/>
                  <a:pt x="2292" y="186"/>
                </a:cubicBezTo>
                <a:cubicBezTo>
                  <a:pt x="2290" y="191"/>
                  <a:pt x="2286" y="195"/>
                  <a:pt x="2282" y="197"/>
                </a:cubicBezTo>
                <a:lnTo>
                  <a:pt x="2265" y="204"/>
                </a:lnTo>
                <a:cubicBezTo>
                  <a:pt x="2260" y="206"/>
                  <a:pt x="2255" y="207"/>
                  <a:pt x="2250" y="205"/>
                </a:cubicBezTo>
                <a:cubicBezTo>
                  <a:pt x="2246" y="203"/>
                  <a:pt x="2242" y="200"/>
                  <a:pt x="2240" y="195"/>
                </a:cubicBezTo>
                <a:cubicBezTo>
                  <a:pt x="2238" y="190"/>
                  <a:pt x="2238" y="185"/>
                  <a:pt x="2240" y="180"/>
                </a:cubicBezTo>
                <a:cubicBezTo>
                  <a:pt x="2241" y="176"/>
                  <a:pt x="2245" y="172"/>
                  <a:pt x="2250" y="170"/>
                </a:cubicBezTo>
                <a:moveTo>
                  <a:pt x="2387" y="111"/>
                </a:moveTo>
                <a:lnTo>
                  <a:pt x="2404" y="104"/>
                </a:lnTo>
                <a:cubicBezTo>
                  <a:pt x="2409" y="102"/>
                  <a:pt x="2414" y="102"/>
                  <a:pt x="2419" y="104"/>
                </a:cubicBezTo>
                <a:cubicBezTo>
                  <a:pt x="2423" y="106"/>
                  <a:pt x="2427" y="110"/>
                  <a:pt x="2429" y="114"/>
                </a:cubicBezTo>
                <a:cubicBezTo>
                  <a:pt x="2431" y="119"/>
                  <a:pt x="2431" y="124"/>
                  <a:pt x="2429" y="129"/>
                </a:cubicBezTo>
                <a:cubicBezTo>
                  <a:pt x="2427" y="134"/>
                  <a:pt x="2423" y="137"/>
                  <a:pt x="2418" y="139"/>
                </a:cubicBezTo>
                <a:lnTo>
                  <a:pt x="2401" y="146"/>
                </a:lnTo>
                <a:cubicBezTo>
                  <a:pt x="2396" y="148"/>
                  <a:pt x="2391" y="148"/>
                  <a:pt x="2387" y="146"/>
                </a:cubicBezTo>
                <a:cubicBezTo>
                  <a:pt x="2382" y="144"/>
                  <a:pt x="2378" y="140"/>
                  <a:pt x="2377" y="136"/>
                </a:cubicBezTo>
                <a:cubicBezTo>
                  <a:pt x="2375" y="131"/>
                  <a:pt x="2375" y="126"/>
                  <a:pt x="2377" y="121"/>
                </a:cubicBezTo>
                <a:cubicBezTo>
                  <a:pt x="2379" y="116"/>
                  <a:pt x="2382" y="113"/>
                  <a:pt x="2387" y="111"/>
                </a:cubicBezTo>
                <a:moveTo>
                  <a:pt x="2529" y="56"/>
                </a:moveTo>
                <a:lnTo>
                  <a:pt x="2546" y="49"/>
                </a:lnTo>
                <a:cubicBezTo>
                  <a:pt x="2551" y="47"/>
                  <a:pt x="2556" y="48"/>
                  <a:pt x="2561" y="50"/>
                </a:cubicBezTo>
                <a:cubicBezTo>
                  <a:pt x="2565" y="52"/>
                  <a:pt x="2569" y="55"/>
                  <a:pt x="2571" y="60"/>
                </a:cubicBezTo>
                <a:cubicBezTo>
                  <a:pt x="2572" y="65"/>
                  <a:pt x="2572" y="70"/>
                  <a:pt x="2570" y="75"/>
                </a:cubicBezTo>
                <a:cubicBezTo>
                  <a:pt x="2568" y="79"/>
                  <a:pt x="2564" y="83"/>
                  <a:pt x="2560" y="84"/>
                </a:cubicBezTo>
                <a:lnTo>
                  <a:pt x="2542" y="91"/>
                </a:lnTo>
                <a:cubicBezTo>
                  <a:pt x="2537" y="93"/>
                  <a:pt x="2532" y="93"/>
                  <a:pt x="2527" y="91"/>
                </a:cubicBezTo>
                <a:cubicBezTo>
                  <a:pt x="2523" y="88"/>
                  <a:pt x="2519" y="85"/>
                  <a:pt x="2518" y="80"/>
                </a:cubicBezTo>
                <a:cubicBezTo>
                  <a:pt x="2516" y="75"/>
                  <a:pt x="2516" y="70"/>
                  <a:pt x="2518" y="66"/>
                </a:cubicBezTo>
                <a:cubicBezTo>
                  <a:pt x="2520" y="61"/>
                  <a:pt x="2524" y="58"/>
                  <a:pt x="2529" y="56"/>
                </a:cubicBezTo>
                <a:moveTo>
                  <a:pt x="2673" y="4"/>
                </a:moveTo>
                <a:lnTo>
                  <a:pt x="2683" y="1"/>
                </a:lnTo>
                <a:cubicBezTo>
                  <a:pt x="2688" y="-1"/>
                  <a:pt x="2693" y="-1"/>
                  <a:pt x="2698" y="2"/>
                </a:cubicBezTo>
                <a:cubicBezTo>
                  <a:pt x="2702" y="4"/>
                  <a:pt x="2705" y="7"/>
                  <a:pt x="2707" y="12"/>
                </a:cubicBezTo>
                <a:cubicBezTo>
                  <a:pt x="2709" y="17"/>
                  <a:pt x="2708" y="22"/>
                  <a:pt x="2706" y="27"/>
                </a:cubicBezTo>
                <a:cubicBezTo>
                  <a:pt x="2704" y="31"/>
                  <a:pt x="2700" y="35"/>
                  <a:pt x="2695" y="36"/>
                </a:cubicBezTo>
                <a:lnTo>
                  <a:pt x="2685" y="40"/>
                </a:lnTo>
                <a:cubicBezTo>
                  <a:pt x="2680" y="41"/>
                  <a:pt x="2675" y="41"/>
                  <a:pt x="2671" y="39"/>
                </a:cubicBezTo>
                <a:cubicBezTo>
                  <a:pt x="2666" y="36"/>
                  <a:pt x="2663" y="33"/>
                  <a:pt x="2661" y="28"/>
                </a:cubicBezTo>
                <a:cubicBezTo>
                  <a:pt x="2659" y="23"/>
                  <a:pt x="2660" y="18"/>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3431880" y="2900160"/>
            <a:ext cx="70920" cy="77400"/>
          </a:xfrm>
          <a:custGeom>
            <a:avLst/>
            <a:gdLst/>
            <a:ahLst/>
            <a:rect l="0" t="0" r="r" b="b"/>
            <a:pathLst>
              <a:path fill="none" w="197" h="215">
                <a:moveTo>
                  <a:pt x="0" y="0"/>
                </a:moveTo>
                <a:lnTo>
                  <a:pt x="197" y="52"/>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5" name=""/>
          <p:cNvSpPr/>
          <p:nvPr/>
        </p:nvSpPr>
        <p:spPr>
          <a:xfrm>
            <a:off x="3792960" y="3067200"/>
            <a:ext cx="15120" cy="591120"/>
          </a:xfrm>
          <a:custGeom>
            <a:avLst/>
            <a:gdLst/>
            <a:ahLst/>
            <a:rect l="0" t="0" r="r" b="b"/>
            <a:pathLst>
              <a:path w="42" h="1642">
                <a:moveTo>
                  <a:pt x="0" y="1621"/>
                </a:moveTo>
                <a:lnTo>
                  <a:pt x="0" y="1602"/>
                </a:lnTo>
                <a:cubicBezTo>
                  <a:pt x="0" y="1596"/>
                  <a:pt x="2" y="1592"/>
                  <a:pt x="6" y="1588"/>
                </a:cubicBezTo>
                <a:cubicBezTo>
                  <a:pt x="10" y="1584"/>
                  <a:pt x="15" y="1582"/>
                  <a:pt x="20" y="1582"/>
                </a:cubicBezTo>
                <a:cubicBezTo>
                  <a:pt x="27" y="1582"/>
                  <a:pt x="32" y="1584"/>
                  <a:pt x="36" y="1588"/>
                </a:cubicBezTo>
                <a:cubicBezTo>
                  <a:pt x="40" y="1592"/>
                  <a:pt x="42" y="1596"/>
                  <a:pt x="42" y="1602"/>
                </a:cubicBez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moveTo>
                  <a:pt x="0" y="1489"/>
                </a:moveTo>
                <a:lnTo>
                  <a:pt x="0" y="1471"/>
                </a:lnTo>
                <a:cubicBezTo>
                  <a:pt x="0" y="1465"/>
                  <a:pt x="2" y="1460"/>
                  <a:pt x="6" y="1456"/>
                </a:cubicBezTo>
                <a:cubicBezTo>
                  <a:pt x="10" y="1452"/>
                  <a:pt x="15" y="1450"/>
                  <a:pt x="20" y="1450"/>
                </a:cubicBezTo>
                <a:cubicBezTo>
                  <a:pt x="27" y="1450"/>
                  <a:pt x="32" y="1452"/>
                  <a:pt x="36" y="1456"/>
                </a:cubicBezTo>
                <a:cubicBezTo>
                  <a:pt x="40" y="1460"/>
                  <a:pt x="42" y="1465"/>
                  <a:pt x="42" y="1471"/>
                </a:cubicBez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moveTo>
                  <a:pt x="0" y="1358"/>
                </a:move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moveTo>
                  <a:pt x="0" y="1226"/>
                </a:moveTo>
                <a:lnTo>
                  <a:pt x="0" y="1207"/>
                </a:lnTo>
                <a:cubicBezTo>
                  <a:pt x="0" y="1201"/>
                  <a:pt x="2" y="1197"/>
                  <a:pt x="6" y="1193"/>
                </a:cubicBezTo>
                <a:cubicBezTo>
                  <a:pt x="10" y="1188"/>
                  <a:pt x="15" y="1186"/>
                  <a:pt x="20" y="1186"/>
                </a:cubicBezTo>
                <a:cubicBezTo>
                  <a:pt x="27" y="1186"/>
                  <a:pt x="32" y="1188"/>
                  <a:pt x="36" y="1193"/>
                </a:cubicBezTo>
                <a:cubicBezTo>
                  <a:pt x="40" y="1197"/>
                  <a:pt x="42" y="1201"/>
                  <a:pt x="42" y="1207"/>
                </a:cubicBez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moveTo>
                  <a:pt x="0" y="1094"/>
                </a:move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moveTo>
                  <a:pt x="0" y="963"/>
                </a:moveTo>
                <a:lnTo>
                  <a:pt x="0" y="944"/>
                </a:lnTo>
                <a:cubicBezTo>
                  <a:pt x="0" y="938"/>
                  <a:pt x="2" y="933"/>
                  <a:pt x="6" y="929"/>
                </a:cubicBezTo>
                <a:cubicBezTo>
                  <a:pt x="10" y="925"/>
                  <a:pt x="15" y="923"/>
                  <a:pt x="20" y="923"/>
                </a:cubicBezTo>
                <a:cubicBezTo>
                  <a:pt x="27" y="923"/>
                  <a:pt x="32" y="925"/>
                  <a:pt x="36" y="929"/>
                </a:cubicBezTo>
                <a:cubicBezTo>
                  <a:pt x="40" y="933"/>
                  <a:pt x="42" y="938"/>
                  <a:pt x="42" y="944"/>
                </a:cubicBezTo>
                <a:lnTo>
                  <a:pt x="42" y="963"/>
                </a:lnTo>
                <a:cubicBezTo>
                  <a:pt x="42" y="968"/>
                  <a:pt x="40" y="973"/>
                  <a:pt x="36" y="977"/>
                </a:cubicBezTo>
                <a:cubicBezTo>
                  <a:pt x="32" y="981"/>
                  <a:pt x="27" y="983"/>
                  <a:pt x="20" y="983"/>
                </a:cubicBezTo>
                <a:cubicBezTo>
                  <a:pt x="15" y="983"/>
                  <a:pt x="10" y="981"/>
                  <a:pt x="6" y="977"/>
                </a:cubicBezTo>
                <a:cubicBezTo>
                  <a:pt x="2" y="973"/>
                  <a:pt x="0" y="968"/>
                  <a:pt x="0" y="963"/>
                </a:cubicBezTo>
                <a:moveTo>
                  <a:pt x="0" y="831"/>
                </a:moveTo>
                <a:lnTo>
                  <a:pt x="0" y="812"/>
                </a:lnTo>
                <a:cubicBezTo>
                  <a:pt x="0" y="806"/>
                  <a:pt x="2" y="802"/>
                  <a:pt x="6" y="797"/>
                </a:cubicBezTo>
                <a:cubicBezTo>
                  <a:pt x="10" y="793"/>
                  <a:pt x="15" y="791"/>
                  <a:pt x="20" y="791"/>
                </a:cubicBezTo>
                <a:cubicBezTo>
                  <a:pt x="27" y="791"/>
                  <a:pt x="32" y="793"/>
                  <a:pt x="36" y="797"/>
                </a:cubicBezTo>
                <a:cubicBezTo>
                  <a:pt x="40" y="802"/>
                  <a:pt x="42" y="806"/>
                  <a:pt x="42" y="812"/>
                </a:cubicBezTo>
                <a:lnTo>
                  <a:pt x="42" y="831"/>
                </a:lnTo>
                <a:cubicBezTo>
                  <a:pt x="42" y="837"/>
                  <a:pt x="40" y="842"/>
                  <a:pt x="36" y="846"/>
                </a:cubicBezTo>
                <a:cubicBezTo>
                  <a:pt x="32" y="850"/>
                  <a:pt x="27" y="852"/>
                  <a:pt x="20" y="852"/>
                </a:cubicBezTo>
                <a:cubicBezTo>
                  <a:pt x="15" y="852"/>
                  <a:pt x="10" y="850"/>
                  <a:pt x="6" y="846"/>
                </a:cubicBezTo>
                <a:cubicBezTo>
                  <a:pt x="2" y="842"/>
                  <a:pt x="0" y="837"/>
                  <a:pt x="0" y="831"/>
                </a:cubicBezTo>
                <a:moveTo>
                  <a:pt x="0" y="699"/>
                </a:moveTo>
                <a:lnTo>
                  <a:pt x="0" y="680"/>
                </a:lnTo>
                <a:cubicBezTo>
                  <a:pt x="0" y="675"/>
                  <a:pt x="2" y="670"/>
                  <a:pt x="6" y="666"/>
                </a:cubicBezTo>
                <a:cubicBezTo>
                  <a:pt x="10" y="662"/>
                  <a:pt x="15" y="660"/>
                  <a:pt x="20" y="660"/>
                </a:cubicBezTo>
                <a:cubicBezTo>
                  <a:pt x="27" y="660"/>
                  <a:pt x="32" y="662"/>
                  <a:pt x="36" y="666"/>
                </a:cubicBezTo>
                <a:cubicBezTo>
                  <a:pt x="40" y="670"/>
                  <a:pt x="42" y="675"/>
                  <a:pt x="42" y="680"/>
                </a:cubicBezTo>
                <a:lnTo>
                  <a:pt x="42" y="699"/>
                </a:lnTo>
                <a:cubicBezTo>
                  <a:pt x="42" y="705"/>
                  <a:pt x="40" y="710"/>
                  <a:pt x="36" y="714"/>
                </a:cubicBezTo>
                <a:cubicBezTo>
                  <a:pt x="32" y="718"/>
                  <a:pt x="27" y="720"/>
                  <a:pt x="20" y="720"/>
                </a:cubicBezTo>
                <a:cubicBezTo>
                  <a:pt x="15" y="720"/>
                  <a:pt x="10" y="718"/>
                  <a:pt x="6" y="714"/>
                </a:cubicBezTo>
                <a:cubicBezTo>
                  <a:pt x="2" y="710"/>
                  <a:pt x="0" y="705"/>
                  <a:pt x="0" y="699"/>
                </a:cubicBezTo>
                <a:moveTo>
                  <a:pt x="0" y="568"/>
                </a:moveTo>
                <a:lnTo>
                  <a:pt x="0" y="549"/>
                </a:lnTo>
                <a:cubicBezTo>
                  <a:pt x="0" y="543"/>
                  <a:pt x="2" y="538"/>
                  <a:pt x="6" y="534"/>
                </a:cubicBezTo>
                <a:cubicBezTo>
                  <a:pt x="10" y="530"/>
                  <a:pt x="15" y="528"/>
                  <a:pt x="20" y="528"/>
                </a:cubicBezTo>
                <a:cubicBezTo>
                  <a:pt x="27" y="528"/>
                  <a:pt x="32" y="530"/>
                  <a:pt x="36" y="534"/>
                </a:cubicBezTo>
                <a:cubicBezTo>
                  <a:pt x="40" y="538"/>
                  <a:pt x="42" y="543"/>
                  <a:pt x="42" y="549"/>
                </a:cubicBezTo>
                <a:lnTo>
                  <a:pt x="42" y="568"/>
                </a:lnTo>
                <a:cubicBezTo>
                  <a:pt x="42" y="573"/>
                  <a:pt x="40" y="578"/>
                  <a:pt x="36" y="582"/>
                </a:cubicBezTo>
                <a:cubicBezTo>
                  <a:pt x="32" y="586"/>
                  <a:pt x="27" y="588"/>
                  <a:pt x="20" y="588"/>
                </a:cubicBezTo>
                <a:cubicBezTo>
                  <a:pt x="15" y="588"/>
                  <a:pt x="10" y="586"/>
                  <a:pt x="6" y="582"/>
                </a:cubicBezTo>
                <a:cubicBezTo>
                  <a:pt x="2" y="578"/>
                  <a:pt x="0" y="573"/>
                  <a:pt x="0" y="568"/>
                </a:cubicBezTo>
                <a:moveTo>
                  <a:pt x="0" y="435"/>
                </a:moveTo>
                <a:lnTo>
                  <a:pt x="0" y="416"/>
                </a:lnTo>
                <a:cubicBezTo>
                  <a:pt x="0" y="410"/>
                  <a:pt x="2" y="406"/>
                  <a:pt x="6" y="401"/>
                </a:cubicBezTo>
                <a:cubicBezTo>
                  <a:pt x="10" y="397"/>
                  <a:pt x="15" y="395"/>
                  <a:pt x="20" y="395"/>
                </a:cubicBezTo>
                <a:cubicBezTo>
                  <a:pt x="27" y="395"/>
                  <a:pt x="32" y="397"/>
                  <a:pt x="36" y="401"/>
                </a:cubicBezTo>
                <a:cubicBezTo>
                  <a:pt x="40" y="406"/>
                  <a:pt x="42" y="410"/>
                  <a:pt x="42" y="416"/>
                </a:cubicBezTo>
                <a:lnTo>
                  <a:pt x="42" y="435"/>
                </a:lnTo>
                <a:cubicBezTo>
                  <a:pt x="42" y="441"/>
                  <a:pt x="40" y="445"/>
                  <a:pt x="36" y="450"/>
                </a:cubicBezTo>
                <a:cubicBezTo>
                  <a:pt x="32" y="454"/>
                  <a:pt x="27" y="456"/>
                  <a:pt x="20" y="456"/>
                </a:cubicBezTo>
                <a:cubicBezTo>
                  <a:pt x="15" y="456"/>
                  <a:pt x="10" y="454"/>
                  <a:pt x="6" y="450"/>
                </a:cubicBezTo>
                <a:cubicBezTo>
                  <a:pt x="2" y="445"/>
                  <a:pt x="0" y="441"/>
                  <a:pt x="0" y="435"/>
                </a:cubicBezTo>
                <a:moveTo>
                  <a:pt x="0" y="303"/>
                </a:moveTo>
                <a:lnTo>
                  <a:pt x="0" y="284"/>
                </a:lnTo>
                <a:cubicBezTo>
                  <a:pt x="0" y="279"/>
                  <a:pt x="2" y="274"/>
                  <a:pt x="6" y="270"/>
                </a:cubicBezTo>
                <a:cubicBezTo>
                  <a:pt x="10" y="266"/>
                  <a:pt x="15" y="264"/>
                  <a:pt x="20" y="264"/>
                </a:cubicBezTo>
                <a:cubicBezTo>
                  <a:pt x="27" y="264"/>
                  <a:pt x="32" y="266"/>
                  <a:pt x="36" y="270"/>
                </a:cubicBezTo>
                <a:cubicBezTo>
                  <a:pt x="40" y="274"/>
                  <a:pt x="42" y="279"/>
                  <a:pt x="42" y="284"/>
                </a:cubicBezTo>
                <a:lnTo>
                  <a:pt x="42" y="303"/>
                </a:lnTo>
                <a:cubicBezTo>
                  <a:pt x="42" y="309"/>
                  <a:pt x="40" y="314"/>
                  <a:pt x="36" y="318"/>
                </a:cubicBezTo>
                <a:cubicBezTo>
                  <a:pt x="32" y="322"/>
                  <a:pt x="27" y="324"/>
                  <a:pt x="20" y="324"/>
                </a:cubicBezTo>
                <a:cubicBezTo>
                  <a:pt x="15" y="324"/>
                  <a:pt x="10" y="322"/>
                  <a:pt x="6" y="318"/>
                </a:cubicBezTo>
                <a:cubicBezTo>
                  <a:pt x="2" y="314"/>
                  <a:pt x="0" y="309"/>
                  <a:pt x="0" y="303"/>
                </a:cubicBezTo>
                <a:moveTo>
                  <a:pt x="0" y="172"/>
                </a:moveTo>
                <a:lnTo>
                  <a:pt x="0" y="153"/>
                </a:lnTo>
                <a:cubicBezTo>
                  <a:pt x="0" y="147"/>
                  <a:pt x="2" y="142"/>
                  <a:pt x="6" y="138"/>
                </a:cubicBezTo>
                <a:cubicBezTo>
                  <a:pt x="10" y="134"/>
                  <a:pt x="15" y="132"/>
                  <a:pt x="20" y="132"/>
                </a:cubicBezTo>
                <a:cubicBezTo>
                  <a:pt x="27" y="132"/>
                  <a:pt x="32" y="134"/>
                  <a:pt x="36" y="138"/>
                </a:cubicBezTo>
                <a:cubicBezTo>
                  <a:pt x="40" y="142"/>
                  <a:pt x="42" y="147"/>
                  <a:pt x="42" y="153"/>
                </a:cubicBezTo>
                <a:lnTo>
                  <a:pt x="42" y="172"/>
                </a:lnTo>
                <a:cubicBezTo>
                  <a:pt x="42" y="177"/>
                  <a:pt x="40" y="182"/>
                  <a:pt x="36" y="186"/>
                </a:cubicBezTo>
                <a:cubicBezTo>
                  <a:pt x="32" y="190"/>
                  <a:pt x="27" y="192"/>
                  <a:pt x="20" y="192"/>
                </a:cubicBezTo>
                <a:cubicBezTo>
                  <a:pt x="15" y="192"/>
                  <a:pt x="10" y="190"/>
                  <a:pt x="6" y="186"/>
                </a:cubicBezTo>
                <a:cubicBezTo>
                  <a:pt x="2" y="182"/>
                  <a:pt x="0" y="177"/>
                  <a:pt x="0" y="172"/>
                </a:cubicBezTo>
                <a:moveTo>
                  <a:pt x="0" y="40"/>
                </a:moveTo>
                <a:lnTo>
                  <a:pt x="0" y="21"/>
                </a:lnTo>
                <a:cubicBezTo>
                  <a:pt x="0" y="15"/>
                  <a:pt x="2" y="10"/>
                  <a:pt x="6" y="6"/>
                </a:cubicBezTo>
                <a:cubicBezTo>
                  <a:pt x="10" y="2"/>
                  <a:pt x="15" y="0"/>
                  <a:pt x="20" y="0"/>
                </a:cubicBezTo>
                <a:cubicBezTo>
                  <a:pt x="27" y="0"/>
                  <a:pt x="32" y="2"/>
                  <a:pt x="36" y="6"/>
                </a:cubicBezTo>
                <a:cubicBezTo>
                  <a:pt x="40" y="10"/>
                  <a:pt x="42" y="15"/>
                  <a:pt x="42" y="21"/>
                </a:cubicBezTo>
                <a:lnTo>
                  <a:pt x="42" y="40"/>
                </a:lnTo>
                <a:cubicBezTo>
                  <a:pt x="42" y="46"/>
                  <a:pt x="40" y="50"/>
                  <a:pt x="36" y="54"/>
                </a:cubicBezTo>
                <a:cubicBezTo>
                  <a:pt x="32" y="59"/>
                  <a:pt x="27" y="61"/>
                  <a:pt x="20" y="61"/>
                </a:cubicBezTo>
                <a:cubicBezTo>
                  <a:pt x="15" y="61"/>
                  <a:pt x="10" y="59"/>
                  <a:pt x="6" y="54"/>
                </a:cubicBezTo>
                <a:cubicBezTo>
                  <a:pt x="2" y="50"/>
                  <a:pt x="0" y="46"/>
                  <a:pt x="0" y="4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3758760" y="358776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7" name=""/>
          <p:cNvSpPr/>
          <p:nvPr/>
        </p:nvSpPr>
        <p:spPr>
          <a:xfrm>
            <a:off x="3758760" y="304092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8" name=""/>
          <p:cNvSpPr/>
          <p:nvPr/>
        </p:nvSpPr>
        <p:spPr>
          <a:xfrm>
            <a:off x="4320720" y="4171320"/>
            <a:ext cx="590400" cy="15120"/>
          </a:xfrm>
          <a:custGeom>
            <a:avLst/>
            <a:gdLst/>
            <a:ahLst/>
            <a:rect l="0" t="0" r="r" b="b"/>
            <a:pathLst>
              <a:path w="1640" h="42">
                <a:moveTo>
                  <a:pt x="21" y="0"/>
                </a:moveTo>
                <a:lnTo>
                  <a:pt x="40" y="0"/>
                </a:lnTo>
                <a:cubicBezTo>
                  <a:pt x="45" y="0"/>
                  <a:pt x="50" y="2"/>
                  <a:pt x="54" y="6"/>
                </a:cubicBezTo>
                <a:cubicBezTo>
                  <a:pt x="58" y="10"/>
                  <a:pt x="60" y="15"/>
                  <a:pt x="60" y="20"/>
                </a:cubicBezTo>
                <a:cubicBezTo>
                  <a:pt x="60" y="26"/>
                  <a:pt x="58" y="31"/>
                  <a:pt x="54" y="35"/>
                </a:cubicBezTo>
                <a:cubicBezTo>
                  <a:pt x="50" y="40"/>
                  <a:pt x="45" y="42"/>
                  <a:pt x="40" y="42"/>
                </a:cubicBezTo>
                <a:lnTo>
                  <a:pt x="21" y="42"/>
                </a:lnTo>
                <a:cubicBezTo>
                  <a:pt x="15" y="42"/>
                  <a:pt x="10" y="40"/>
                  <a:pt x="6" y="35"/>
                </a:cubicBezTo>
                <a:cubicBezTo>
                  <a:pt x="2" y="31"/>
                  <a:pt x="0" y="26"/>
                  <a:pt x="0" y="20"/>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0"/>
                </a:cubicBezTo>
                <a:cubicBezTo>
                  <a:pt x="192" y="26"/>
                  <a:pt x="190" y="31"/>
                  <a:pt x="186" y="35"/>
                </a:cubicBezTo>
                <a:cubicBezTo>
                  <a:pt x="182" y="40"/>
                  <a:pt x="177" y="42"/>
                  <a:pt x="171" y="42"/>
                </a:cubicBezTo>
                <a:lnTo>
                  <a:pt x="152" y="42"/>
                </a:lnTo>
                <a:cubicBezTo>
                  <a:pt x="147" y="42"/>
                  <a:pt x="142" y="40"/>
                  <a:pt x="138" y="35"/>
                </a:cubicBezTo>
                <a:cubicBezTo>
                  <a:pt x="134" y="31"/>
                  <a:pt x="132" y="26"/>
                  <a:pt x="132" y="20"/>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0"/>
                </a:cubicBezTo>
                <a:cubicBezTo>
                  <a:pt x="324" y="26"/>
                  <a:pt x="322" y="31"/>
                  <a:pt x="318" y="35"/>
                </a:cubicBezTo>
                <a:cubicBezTo>
                  <a:pt x="314" y="40"/>
                  <a:pt x="309" y="42"/>
                  <a:pt x="304" y="42"/>
                </a:cubicBezTo>
                <a:lnTo>
                  <a:pt x="284" y="42"/>
                </a:lnTo>
                <a:cubicBezTo>
                  <a:pt x="278" y="42"/>
                  <a:pt x="273" y="40"/>
                  <a:pt x="269" y="35"/>
                </a:cubicBezTo>
                <a:cubicBezTo>
                  <a:pt x="265" y="31"/>
                  <a:pt x="263" y="26"/>
                  <a:pt x="263" y="20"/>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0"/>
                </a:cubicBezTo>
                <a:cubicBezTo>
                  <a:pt x="456" y="26"/>
                  <a:pt x="454" y="31"/>
                  <a:pt x="450" y="35"/>
                </a:cubicBezTo>
                <a:cubicBezTo>
                  <a:pt x="446" y="40"/>
                  <a:pt x="441" y="42"/>
                  <a:pt x="435" y="42"/>
                </a:cubicBezTo>
                <a:lnTo>
                  <a:pt x="416" y="42"/>
                </a:lnTo>
                <a:cubicBezTo>
                  <a:pt x="411" y="42"/>
                  <a:pt x="406" y="40"/>
                  <a:pt x="402" y="35"/>
                </a:cubicBezTo>
                <a:cubicBezTo>
                  <a:pt x="398" y="31"/>
                  <a:pt x="396" y="26"/>
                  <a:pt x="396" y="20"/>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0"/>
                </a:cubicBezTo>
                <a:cubicBezTo>
                  <a:pt x="588" y="26"/>
                  <a:pt x="586" y="31"/>
                  <a:pt x="582" y="35"/>
                </a:cubicBezTo>
                <a:cubicBezTo>
                  <a:pt x="577" y="40"/>
                  <a:pt x="573" y="42"/>
                  <a:pt x="567" y="42"/>
                </a:cubicBezTo>
                <a:lnTo>
                  <a:pt x="548" y="42"/>
                </a:lnTo>
                <a:cubicBezTo>
                  <a:pt x="542" y="42"/>
                  <a:pt x="537" y="40"/>
                  <a:pt x="533" y="35"/>
                </a:cubicBezTo>
                <a:cubicBezTo>
                  <a:pt x="529" y="31"/>
                  <a:pt x="527" y="26"/>
                  <a:pt x="527" y="20"/>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0"/>
                </a:cubicBezTo>
                <a:cubicBezTo>
                  <a:pt x="719" y="26"/>
                  <a:pt x="717" y="31"/>
                  <a:pt x="713" y="35"/>
                </a:cubicBezTo>
                <a:cubicBezTo>
                  <a:pt x="709" y="40"/>
                  <a:pt x="704" y="42"/>
                  <a:pt x="698" y="42"/>
                </a:cubicBezTo>
                <a:lnTo>
                  <a:pt x="680" y="42"/>
                </a:lnTo>
                <a:cubicBezTo>
                  <a:pt x="674" y="42"/>
                  <a:pt x="669" y="40"/>
                  <a:pt x="665" y="35"/>
                </a:cubicBezTo>
                <a:cubicBezTo>
                  <a:pt x="661" y="31"/>
                  <a:pt x="659" y="26"/>
                  <a:pt x="659" y="20"/>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0"/>
                </a:cubicBezTo>
                <a:cubicBezTo>
                  <a:pt x="851" y="26"/>
                  <a:pt x="849" y="31"/>
                  <a:pt x="845" y="35"/>
                </a:cubicBezTo>
                <a:cubicBezTo>
                  <a:pt x="841" y="40"/>
                  <a:pt x="836" y="42"/>
                  <a:pt x="830" y="42"/>
                </a:cubicBezTo>
                <a:lnTo>
                  <a:pt x="811" y="42"/>
                </a:lnTo>
                <a:cubicBezTo>
                  <a:pt x="806" y="42"/>
                  <a:pt x="801" y="40"/>
                  <a:pt x="797" y="35"/>
                </a:cubicBezTo>
                <a:cubicBezTo>
                  <a:pt x="793" y="31"/>
                  <a:pt x="791" y="26"/>
                  <a:pt x="791" y="20"/>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0"/>
                </a:cubicBezTo>
                <a:cubicBezTo>
                  <a:pt x="982" y="26"/>
                  <a:pt x="980" y="31"/>
                  <a:pt x="976" y="35"/>
                </a:cubicBezTo>
                <a:cubicBezTo>
                  <a:pt x="972" y="40"/>
                  <a:pt x="967" y="42"/>
                  <a:pt x="962" y="42"/>
                </a:cubicBezTo>
                <a:lnTo>
                  <a:pt x="943" y="42"/>
                </a:lnTo>
                <a:cubicBezTo>
                  <a:pt x="937" y="42"/>
                  <a:pt x="932" y="40"/>
                  <a:pt x="928" y="35"/>
                </a:cubicBezTo>
                <a:cubicBezTo>
                  <a:pt x="924" y="31"/>
                  <a:pt x="922" y="26"/>
                  <a:pt x="922" y="20"/>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0"/>
                </a:cubicBezTo>
                <a:cubicBezTo>
                  <a:pt x="1114" y="26"/>
                  <a:pt x="1112" y="31"/>
                  <a:pt x="1108" y="35"/>
                </a:cubicBezTo>
                <a:cubicBezTo>
                  <a:pt x="1104" y="40"/>
                  <a:pt x="1099" y="42"/>
                  <a:pt x="1093" y="42"/>
                </a:cubicBezTo>
                <a:lnTo>
                  <a:pt x="1074" y="42"/>
                </a:lnTo>
                <a:cubicBezTo>
                  <a:pt x="1069" y="42"/>
                  <a:pt x="1064" y="40"/>
                  <a:pt x="1060" y="35"/>
                </a:cubicBezTo>
                <a:cubicBezTo>
                  <a:pt x="1056" y="31"/>
                  <a:pt x="1054" y="26"/>
                  <a:pt x="1054" y="20"/>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0"/>
                </a:cubicBezTo>
                <a:cubicBezTo>
                  <a:pt x="1246" y="26"/>
                  <a:pt x="1244" y="31"/>
                  <a:pt x="1239" y="35"/>
                </a:cubicBezTo>
                <a:cubicBezTo>
                  <a:pt x="1235" y="40"/>
                  <a:pt x="1231" y="42"/>
                  <a:pt x="1225" y="42"/>
                </a:cubicBezTo>
                <a:lnTo>
                  <a:pt x="1206" y="42"/>
                </a:lnTo>
                <a:cubicBezTo>
                  <a:pt x="1200" y="42"/>
                  <a:pt x="1195" y="40"/>
                  <a:pt x="1191" y="35"/>
                </a:cubicBezTo>
                <a:cubicBezTo>
                  <a:pt x="1187" y="31"/>
                  <a:pt x="1185" y="26"/>
                  <a:pt x="1185" y="20"/>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0"/>
                </a:cubicBezTo>
                <a:cubicBezTo>
                  <a:pt x="1377" y="26"/>
                  <a:pt x="1375" y="31"/>
                  <a:pt x="1371" y="35"/>
                </a:cubicBezTo>
                <a:cubicBezTo>
                  <a:pt x="1367" y="40"/>
                  <a:pt x="1362" y="42"/>
                  <a:pt x="1356" y="42"/>
                </a:cubicBezTo>
                <a:lnTo>
                  <a:pt x="1338" y="42"/>
                </a:lnTo>
                <a:cubicBezTo>
                  <a:pt x="1332" y="42"/>
                  <a:pt x="1327" y="40"/>
                  <a:pt x="1323" y="35"/>
                </a:cubicBezTo>
                <a:cubicBezTo>
                  <a:pt x="1319" y="31"/>
                  <a:pt x="1317" y="26"/>
                  <a:pt x="1317" y="20"/>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0"/>
                </a:cubicBezTo>
                <a:cubicBezTo>
                  <a:pt x="1509" y="26"/>
                  <a:pt x="1507" y="31"/>
                  <a:pt x="1503" y="35"/>
                </a:cubicBezTo>
                <a:cubicBezTo>
                  <a:pt x="1499" y="40"/>
                  <a:pt x="1494" y="42"/>
                  <a:pt x="1488" y="42"/>
                </a:cubicBezTo>
                <a:lnTo>
                  <a:pt x="1469" y="42"/>
                </a:lnTo>
                <a:cubicBezTo>
                  <a:pt x="1464" y="42"/>
                  <a:pt x="1459" y="40"/>
                  <a:pt x="1455" y="35"/>
                </a:cubicBezTo>
                <a:cubicBezTo>
                  <a:pt x="1451" y="31"/>
                  <a:pt x="1449" y="26"/>
                  <a:pt x="1449" y="20"/>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0"/>
                </a:cubicBezTo>
                <a:cubicBezTo>
                  <a:pt x="1640" y="26"/>
                  <a:pt x="1638" y="31"/>
                  <a:pt x="1634" y="35"/>
                </a:cubicBezTo>
                <a:cubicBezTo>
                  <a:pt x="1630" y="40"/>
                  <a:pt x="1625" y="42"/>
                  <a:pt x="1620" y="42"/>
                </a:cubicBezTo>
                <a:lnTo>
                  <a:pt x="1601" y="42"/>
                </a:lnTo>
                <a:cubicBezTo>
                  <a:pt x="1595" y="42"/>
                  <a:pt x="1590" y="40"/>
                  <a:pt x="1586" y="35"/>
                </a:cubicBezTo>
                <a:cubicBezTo>
                  <a:pt x="1582" y="31"/>
                  <a:pt x="1580" y="26"/>
                  <a:pt x="1580" y="20"/>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4328280" y="413676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0" name=""/>
          <p:cNvSpPr/>
          <p:nvPr/>
        </p:nvSpPr>
        <p:spPr>
          <a:xfrm>
            <a:off x="4874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1" name=""/>
          <p:cNvSpPr/>
          <p:nvPr/>
        </p:nvSpPr>
        <p:spPr>
          <a:xfrm>
            <a:off x="3792960" y="4699440"/>
            <a:ext cx="15120" cy="590760"/>
          </a:xfrm>
          <a:custGeom>
            <a:avLst/>
            <a:gdLst/>
            <a:ahLst/>
            <a:rect l="0" t="0" r="r" b="b"/>
            <a:pathLst>
              <a:path w="42" h="1641">
                <a:moveTo>
                  <a:pt x="42" y="21"/>
                </a:moveTo>
                <a:lnTo>
                  <a:pt x="42" y="39"/>
                </a:lnTo>
                <a:cubicBezTo>
                  <a:pt x="42" y="45"/>
                  <a:pt x="40" y="50"/>
                  <a:pt x="36" y="54"/>
                </a:cubicBezTo>
                <a:cubicBezTo>
                  <a:pt x="32" y="58"/>
                  <a:pt x="27" y="60"/>
                  <a:pt x="20" y="60"/>
                </a:cubicBezTo>
                <a:cubicBezTo>
                  <a:pt x="15" y="60"/>
                  <a:pt x="10" y="58"/>
                  <a:pt x="6" y="54"/>
                </a:cubicBezTo>
                <a:cubicBezTo>
                  <a:pt x="2" y="50"/>
                  <a:pt x="0" y="45"/>
                  <a:pt x="0" y="39"/>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2"/>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2"/>
                </a:lnTo>
                <a:cubicBezTo>
                  <a:pt x="0" y="147"/>
                  <a:pt x="2" y="142"/>
                  <a:pt x="6" y="138"/>
                </a:cubicBezTo>
                <a:cubicBezTo>
                  <a:pt x="10" y="134"/>
                  <a:pt x="15" y="132"/>
                  <a:pt x="20" y="132"/>
                </a:cubicBezTo>
                <a:cubicBezTo>
                  <a:pt x="27" y="132"/>
                  <a:pt x="32" y="134"/>
                  <a:pt x="36" y="138"/>
                </a:cubicBezTo>
                <a:cubicBezTo>
                  <a:pt x="40" y="142"/>
                  <a:pt x="42" y="147"/>
                  <a:pt x="42" y="152"/>
                </a:cubicBezTo>
                <a:moveTo>
                  <a:pt x="42" y="284"/>
                </a:moveTo>
                <a:lnTo>
                  <a:pt x="42" y="303"/>
                </a:lnTo>
                <a:cubicBezTo>
                  <a:pt x="42" y="308"/>
                  <a:pt x="40" y="313"/>
                  <a:pt x="36" y="317"/>
                </a:cubicBezTo>
                <a:cubicBezTo>
                  <a:pt x="32" y="321"/>
                  <a:pt x="27" y="323"/>
                  <a:pt x="20" y="323"/>
                </a:cubicBezTo>
                <a:cubicBezTo>
                  <a:pt x="15" y="323"/>
                  <a:pt x="10" y="321"/>
                  <a:pt x="6" y="317"/>
                </a:cubicBezTo>
                <a:cubicBezTo>
                  <a:pt x="2" y="313"/>
                  <a:pt x="0" y="308"/>
                  <a:pt x="0" y="303"/>
                </a:cubicBezTo>
                <a:lnTo>
                  <a:pt x="0" y="284"/>
                </a:lnTo>
                <a:cubicBezTo>
                  <a:pt x="0" y="278"/>
                  <a:pt x="2" y="273"/>
                  <a:pt x="6" y="269"/>
                </a:cubicBezTo>
                <a:cubicBezTo>
                  <a:pt x="10" y="265"/>
                  <a:pt x="15" y="263"/>
                  <a:pt x="20" y="263"/>
                </a:cubicBezTo>
                <a:cubicBezTo>
                  <a:pt x="27" y="263"/>
                  <a:pt x="32" y="265"/>
                  <a:pt x="36" y="269"/>
                </a:cubicBezTo>
                <a:cubicBezTo>
                  <a:pt x="40" y="273"/>
                  <a:pt x="42" y="278"/>
                  <a:pt x="42" y="284"/>
                </a:cubicBezTo>
                <a:moveTo>
                  <a:pt x="42" y="416"/>
                </a:moveTo>
                <a:lnTo>
                  <a:pt x="42" y="434"/>
                </a:lnTo>
                <a:cubicBezTo>
                  <a:pt x="42" y="440"/>
                  <a:pt x="40" y="445"/>
                  <a:pt x="36" y="449"/>
                </a:cubicBezTo>
                <a:cubicBezTo>
                  <a:pt x="32" y="453"/>
                  <a:pt x="27" y="455"/>
                  <a:pt x="20" y="455"/>
                </a:cubicBezTo>
                <a:cubicBezTo>
                  <a:pt x="15" y="455"/>
                  <a:pt x="10" y="453"/>
                  <a:pt x="6" y="449"/>
                </a:cubicBezTo>
                <a:cubicBezTo>
                  <a:pt x="2" y="445"/>
                  <a:pt x="0" y="440"/>
                  <a:pt x="0" y="434"/>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7"/>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7"/>
                </a:lnTo>
                <a:cubicBezTo>
                  <a:pt x="0" y="542"/>
                  <a:pt x="2" y="537"/>
                  <a:pt x="6" y="533"/>
                </a:cubicBezTo>
                <a:cubicBezTo>
                  <a:pt x="10" y="529"/>
                  <a:pt x="15" y="527"/>
                  <a:pt x="20" y="527"/>
                </a:cubicBezTo>
                <a:cubicBezTo>
                  <a:pt x="27" y="527"/>
                  <a:pt x="32" y="529"/>
                  <a:pt x="36" y="533"/>
                </a:cubicBezTo>
                <a:cubicBezTo>
                  <a:pt x="40" y="537"/>
                  <a:pt x="42" y="542"/>
                  <a:pt x="42" y="547"/>
                </a:cubicBezTo>
                <a:moveTo>
                  <a:pt x="42" y="679"/>
                </a:moveTo>
                <a:lnTo>
                  <a:pt x="42" y="698"/>
                </a:lnTo>
                <a:cubicBezTo>
                  <a:pt x="42" y="703"/>
                  <a:pt x="40" y="708"/>
                  <a:pt x="36" y="712"/>
                </a:cubicBezTo>
                <a:cubicBezTo>
                  <a:pt x="32" y="716"/>
                  <a:pt x="27" y="718"/>
                  <a:pt x="20" y="718"/>
                </a:cubicBezTo>
                <a:cubicBezTo>
                  <a:pt x="15" y="718"/>
                  <a:pt x="10" y="716"/>
                  <a:pt x="6" y="712"/>
                </a:cubicBezTo>
                <a:cubicBezTo>
                  <a:pt x="2" y="708"/>
                  <a:pt x="0" y="703"/>
                  <a:pt x="0" y="698"/>
                </a:cubicBezTo>
                <a:lnTo>
                  <a:pt x="0" y="679"/>
                </a:lnTo>
                <a:cubicBezTo>
                  <a:pt x="0" y="673"/>
                  <a:pt x="2" y="668"/>
                  <a:pt x="6" y="664"/>
                </a:cubicBezTo>
                <a:cubicBezTo>
                  <a:pt x="10" y="660"/>
                  <a:pt x="15" y="658"/>
                  <a:pt x="20" y="658"/>
                </a:cubicBezTo>
                <a:cubicBezTo>
                  <a:pt x="27" y="658"/>
                  <a:pt x="32" y="660"/>
                  <a:pt x="36" y="664"/>
                </a:cubicBezTo>
                <a:cubicBezTo>
                  <a:pt x="40" y="668"/>
                  <a:pt x="42" y="673"/>
                  <a:pt x="42" y="679"/>
                </a:cubicBezTo>
                <a:moveTo>
                  <a:pt x="42" y="811"/>
                </a:moveTo>
                <a:lnTo>
                  <a:pt x="42" y="829"/>
                </a:lnTo>
                <a:cubicBezTo>
                  <a:pt x="42" y="835"/>
                  <a:pt x="40" y="840"/>
                  <a:pt x="36" y="844"/>
                </a:cubicBezTo>
                <a:cubicBezTo>
                  <a:pt x="32" y="848"/>
                  <a:pt x="27" y="850"/>
                  <a:pt x="20" y="850"/>
                </a:cubicBezTo>
                <a:cubicBezTo>
                  <a:pt x="15" y="850"/>
                  <a:pt x="10" y="848"/>
                  <a:pt x="6" y="844"/>
                </a:cubicBezTo>
                <a:cubicBezTo>
                  <a:pt x="2" y="840"/>
                  <a:pt x="0" y="835"/>
                  <a:pt x="0" y="829"/>
                </a:cubicBezTo>
                <a:lnTo>
                  <a:pt x="0" y="811"/>
                </a:lnTo>
                <a:cubicBezTo>
                  <a:pt x="0" y="805"/>
                  <a:pt x="2" y="800"/>
                  <a:pt x="6" y="796"/>
                </a:cubicBezTo>
                <a:cubicBezTo>
                  <a:pt x="10" y="792"/>
                  <a:pt x="15" y="790"/>
                  <a:pt x="20" y="790"/>
                </a:cubicBezTo>
                <a:cubicBezTo>
                  <a:pt x="27" y="790"/>
                  <a:pt x="32" y="792"/>
                  <a:pt x="36" y="796"/>
                </a:cubicBezTo>
                <a:cubicBezTo>
                  <a:pt x="40" y="800"/>
                  <a:pt x="42" y="805"/>
                  <a:pt x="42" y="811"/>
                </a:cubicBezTo>
                <a:moveTo>
                  <a:pt x="42" y="943"/>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3"/>
                </a:lnTo>
                <a:cubicBezTo>
                  <a:pt x="0" y="938"/>
                  <a:pt x="2" y="933"/>
                  <a:pt x="6" y="929"/>
                </a:cubicBezTo>
                <a:cubicBezTo>
                  <a:pt x="10" y="925"/>
                  <a:pt x="15" y="923"/>
                  <a:pt x="20" y="923"/>
                </a:cubicBezTo>
                <a:cubicBezTo>
                  <a:pt x="27" y="923"/>
                  <a:pt x="32" y="925"/>
                  <a:pt x="36" y="929"/>
                </a:cubicBezTo>
                <a:cubicBezTo>
                  <a:pt x="40" y="933"/>
                  <a:pt x="42" y="938"/>
                  <a:pt x="42" y="943"/>
                </a:cubicBezTo>
                <a:moveTo>
                  <a:pt x="42" y="1075"/>
                </a:moveTo>
                <a:lnTo>
                  <a:pt x="42" y="1094"/>
                </a:lnTo>
                <a:cubicBezTo>
                  <a:pt x="42" y="1100"/>
                  <a:pt x="40" y="1104"/>
                  <a:pt x="36" y="1108"/>
                </a:cubicBezTo>
                <a:cubicBezTo>
                  <a:pt x="32" y="1112"/>
                  <a:pt x="27" y="1114"/>
                  <a:pt x="20" y="1114"/>
                </a:cubicBezTo>
                <a:cubicBezTo>
                  <a:pt x="15" y="1114"/>
                  <a:pt x="10" y="1112"/>
                  <a:pt x="6" y="1108"/>
                </a:cubicBezTo>
                <a:cubicBezTo>
                  <a:pt x="2" y="1104"/>
                  <a:pt x="0" y="1100"/>
                  <a:pt x="0" y="1094"/>
                </a:cubicBez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moveTo>
                  <a:pt x="42" y="1207"/>
                </a:move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8"/>
                </a:move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moveTo>
                  <a:pt x="42" y="1470"/>
                </a:moveTo>
                <a:lnTo>
                  <a:pt x="42" y="1489"/>
                </a:lnTo>
                <a:cubicBezTo>
                  <a:pt x="42" y="1495"/>
                  <a:pt x="40" y="1499"/>
                  <a:pt x="36" y="1503"/>
                </a:cubicBezTo>
                <a:cubicBezTo>
                  <a:pt x="32" y="1508"/>
                  <a:pt x="27" y="1510"/>
                  <a:pt x="20" y="1510"/>
                </a:cubicBezTo>
                <a:cubicBezTo>
                  <a:pt x="15" y="1510"/>
                  <a:pt x="10" y="1508"/>
                  <a:pt x="6" y="1503"/>
                </a:cubicBezTo>
                <a:cubicBezTo>
                  <a:pt x="2" y="1499"/>
                  <a:pt x="0" y="1495"/>
                  <a:pt x="0" y="1489"/>
                </a:cubicBez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moveTo>
                  <a:pt x="42" y="1602"/>
                </a:moveTo>
                <a:lnTo>
                  <a:pt x="42" y="1621"/>
                </a:lnTo>
                <a:cubicBezTo>
                  <a:pt x="42" y="1626"/>
                  <a:pt x="40" y="1631"/>
                  <a:pt x="36" y="1635"/>
                </a:cubicBezTo>
                <a:cubicBezTo>
                  <a:pt x="32" y="1639"/>
                  <a:pt x="27" y="1641"/>
                  <a:pt x="20" y="1641"/>
                </a:cubicBezTo>
                <a:cubicBezTo>
                  <a:pt x="15" y="1641"/>
                  <a:pt x="10" y="1639"/>
                  <a:pt x="6" y="1635"/>
                </a:cubicBezTo>
                <a:cubicBezTo>
                  <a:pt x="2" y="1631"/>
                  <a:pt x="0" y="1626"/>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3758760" y="4707000"/>
            <a:ext cx="83520" cy="62640"/>
          </a:xfrm>
          <a:custGeom>
            <a:avLst/>
            <a:gdLst/>
            <a:ahLst/>
            <a:rect l="0" t="0" r="r" b="b"/>
            <a:pathLst>
              <a:path fill="none" w="232" h="174">
                <a:moveTo>
                  <a:pt x="0" y="174"/>
                </a:moveTo>
                <a:lnTo>
                  <a:pt x="116" y="0"/>
                </a:lnTo>
                <a:lnTo>
                  <a:pt x="232" y="174"/>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3" name=""/>
          <p:cNvSpPr/>
          <p:nvPr/>
        </p:nvSpPr>
        <p:spPr>
          <a:xfrm>
            <a:off x="3758760" y="525384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4" name=""/>
          <p:cNvSpPr/>
          <p:nvPr/>
        </p:nvSpPr>
        <p:spPr>
          <a:xfrm>
            <a:off x="2689560" y="4171320"/>
            <a:ext cx="590760" cy="15120"/>
          </a:xfrm>
          <a:custGeom>
            <a:avLst/>
            <a:gdLst/>
            <a:ahLst/>
            <a:rect l="0" t="0" r="r" b="b"/>
            <a:pathLst>
              <a:path w="1641" h="42">
                <a:moveTo>
                  <a:pt x="1620" y="42"/>
                </a:moveTo>
                <a:lnTo>
                  <a:pt x="1601" y="42"/>
                </a:lnTo>
                <a:cubicBezTo>
                  <a:pt x="1596" y="42"/>
                  <a:pt x="1591" y="40"/>
                  <a:pt x="1587" y="35"/>
                </a:cubicBezTo>
                <a:cubicBezTo>
                  <a:pt x="1583" y="31"/>
                  <a:pt x="1581" y="26"/>
                  <a:pt x="1581" y="20"/>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0"/>
                </a:cubicBezTo>
                <a:cubicBezTo>
                  <a:pt x="1641" y="26"/>
                  <a:pt x="1639" y="31"/>
                  <a:pt x="1635" y="35"/>
                </a:cubicBezTo>
                <a:cubicBezTo>
                  <a:pt x="1631" y="40"/>
                  <a:pt x="1626" y="42"/>
                  <a:pt x="1620" y="42"/>
                </a:cubicBezTo>
                <a:moveTo>
                  <a:pt x="1487" y="42"/>
                </a:moveTo>
                <a:lnTo>
                  <a:pt x="1469" y="42"/>
                </a:lnTo>
                <a:cubicBezTo>
                  <a:pt x="1463" y="42"/>
                  <a:pt x="1458" y="40"/>
                  <a:pt x="1454" y="35"/>
                </a:cubicBezTo>
                <a:cubicBezTo>
                  <a:pt x="1450" y="31"/>
                  <a:pt x="1448" y="26"/>
                  <a:pt x="1448" y="20"/>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0"/>
                </a:cubicBezTo>
                <a:cubicBezTo>
                  <a:pt x="1508" y="26"/>
                  <a:pt x="1506" y="31"/>
                  <a:pt x="1502" y="35"/>
                </a:cubicBezTo>
                <a:cubicBezTo>
                  <a:pt x="1498" y="40"/>
                  <a:pt x="1493" y="42"/>
                  <a:pt x="1487" y="42"/>
                </a:cubicBezTo>
                <a:moveTo>
                  <a:pt x="1356" y="42"/>
                </a:moveTo>
                <a:lnTo>
                  <a:pt x="1337" y="42"/>
                </a:lnTo>
                <a:cubicBezTo>
                  <a:pt x="1331" y="42"/>
                  <a:pt x="1326" y="40"/>
                  <a:pt x="1322" y="35"/>
                </a:cubicBezTo>
                <a:cubicBezTo>
                  <a:pt x="1318" y="31"/>
                  <a:pt x="1316" y="26"/>
                  <a:pt x="1316" y="20"/>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0"/>
                </a:cubicBezTo>
                <a:cubicBezTo>
                  <a:pt x="1377" y="26"/>
                  <a:pt x="1375" y="31"/>
                  <a:pt x="1370" y="35"/>
                </a:cubicBezTo>
                <a:cubicBezTo>
                  <a:pt x="1366" y="40"/>
                  <a:pt x="1362" y="42"/>
                  <a:pt x="1356" y="42"/>
                </a:cubicBezTo>
                <a:moveTo>
                  <a:pt x="1224" y="42"/>
                </a:moveTo>
                <a:lnTo>
                  <a:pt x="1205" y="42"/>
                </a:lnTo>
                <a:cubicBezTo>
                  <a:pt x="1200" y="42"/>
                  <a:pt x="1195" y="40"/>
                  <a:pt x="1191" y="35"/>
                </a:cubicBezTo>
                <a:cubicBezTo>
                  <a:pt x="1187" y="31"/>
                  <a:pt x="1185" y="26"/>
                  <a:pt x="1185" y="20"/>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0"/>
                </a:cubicBezTo>
                <a:cubicBezTo>
                  <a:pt x="1245" y="26"/>
                  <a:pt x="1243" y="31"/>
                  <a:pt x="1239" y="35"/>
                </a:cubicBezTo>
                <a:cubicBezTo>
                  <a:pt x="1235" y="40"/>
                  <a:pt x="1230" y="42"/>
                  <a:pt x="1224" y="42"/>
                </a:cubicBezTo>
                <a:moveTo>
                  <a:pt x="1093" y="42"/>
                </a:moveTo>
                <a:lnTo>
                  <a:pt x="1074" y="42"/>
                </a:lnTo>
                <a:cubicBezTo>
                  <a:pt x="1068" y="42"/>
                  <a:pt x="1063" y="40"/>
                  <a:pt x="1059" y="35"/>
                </a:cubicBezTo>
                <a:cubicBezTo>
                  <a:pt x="1055" y="31"/>
                  <a:pt x="1053" y="26"/>
                  <a:pt x="1053" y="20"/>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0"/>
                </a:cubicBezTo>
                <a:cubicBezTo>
                  <a:pt x="1113" y="26"/>
                  <a:pt x="1111" y="31"/>
                  <a:pt x="1107" y="35"/>
                </a:cubicBezTo>
                <a:cubicBezTo>
                  <a:pt x="1103" y="40"/>
                  <a:pt x="1098" y="42"/>
                  <a:pt x="1093" y="42"/>
                </a:cubicBezTo>
                <a:moveTo>
                  <a:pt x="961" y="42"/>
                </a:moveTo>
                <a:lnTo>
                  <a:pt x="942" y="42"/>
                </a:lnTo>
                <a:cubicBezTo>
                  <a:pt x="937" y="42"/>
                  <a:pt x="932" y="40"/>
                  <a:pt x="928" y="35"/>
                </a:cubicBezTo>
                <a:cubicBezTo>
                  <a:pt x="924" y="31"/>
                  <a:pt x="922" y="26"/>
                  <a:pt x="922" y="20"/>
                </a:cubicBezTo>
                <a:cubicBezTo>
                  <a:pt x="922" y="15"/>
                  <a:pt x="924" y="10"/>
                  <a:pt x="928" y="6"/>
                </a:cubicBezTo>
                <a:cubicBezTo>
                  <a:pt x="932" y="2"/>
                  <a:pt x="937" y="0"/>
                  <a:pt x="942" y="0"/>
                </a:cubicBezTo>
                <a:lnTo>
                  <a:pt x="961" y="0"/>
                </a:lnTo>
                <a:cubicBezTo>
                  <a:pt x="967" y="0"/>
                  <a:pt x="972" y="2"/>
                  <a:pt x="976" y="6"/>
                </a:cubicBezTo>
                <a:cubicBezTo>
                  <a:pt x="980" y="10"/>
                  <a:pt x="982" y="15"/>
                  <a:pt x="982" y="20"/>
                </a:cubicBezTo>
                <a:cubicBezTo>
                  <a:pt x="982" y="26"/>
                  <a:pt x="980" y="31"/>
                  <a:pt x="976" y="35"/>
                </a:cubicBezTo>
                <a:cubicBezTo>
                  <a:pt x="972" y="40"/>
                  <a:pt x="967" y="42"/>
                  <a:pt x="961" y="42"/>
                </a:cubicBezTo>
                <a:moveTo>
                  <a:pt x="829" y="42"/>
                </a:moveTo>
                <a:lnTo>
                  <a:pt x="811" y="42"/>
                </a:lnTo>
                <a:cubicBezTo>
                  <a:pt x="805" y="42"/>
                  <a:pt x="800" y="40"/>
                  <a:pt x="796" y="35"/>
                </a:cubicBezTo>
                <a:cubicBezTo>
                  <a:pt x="792" y="31"/>
                  <a:pt x="790" y="26"/>
                  <a:pt x="790" y="20"/>
                </a:cubicBezTo>
                <a:cubicBezTo>
                  <a:pt x="790" y="15"/>
                  <a:pt x="792" y="10"/>
                  <a:pt x="796" y="6"/>
                </a:cubicBezTo>
                <a:cubicBezTo>
                  <a:pt x="800" y="2"/>
                  <a:pt x="805" y="0"/>
                  <a:pt x="811" y="0"/>
                </a:cubicBezTo>
                <a:lnTo>
                  <a:pt x="829" y="0"/>
                </a:lnTo>
                <a:cubicBezTo>
                  <a:pt x="835" y="0"/>
                  <a:pt x="840" y="2"/>
                  <a:pt x="844" y="6"/>
                </a:cubicBezTo>
                <a:cubicBezTo>
                  <a:pt x="848" y="10"/>
                  <a:pt x="850" y="15"/>
                  <a:pt x="850" y="20"/>
                </a:cubicBezTo>
                <a:cubicBezTo>
                  <a:pt x="850" y="26"/>
                  <a:pt x="848" y="31"/>
                  <a:pt x="844" y="35"/>
                </a:cubicBezTo>
                <a:cubicBezTo>
                  <a:pt x="840" y="40"/>
                  <a:pt x="835" y="42"/>
                  <a:pt x="829" y="42"/>
                </a:cubicBezTo>
                <a:moveTo>
                  <a:pt x="698" y="42"/>
                </a:moveTo>
                <a:lnTo>
                  <a:pt x="679" y="42"/>
                </a:lnTo>
                <a:cubicBezTo>
                  <a:pt x="673" y="42"/>
                  <a:pt x="669" y="40"/>
                  <a:pt x="664" y="35"/>
                </a:cubicBezTo>
                <a:cubicBezTo>
                  <a:pt x="660" y="31"/>
                  <a:pt x="658" y="26"/>
                  <a:pt x="658" y="20"/>
                </a:cubicBezTo>
                <a:cubicBezTo>
                  <a:pt x="658" y="15"/>
                  <a:pt x="660" y="10"/>
                  <a:pt x="664" y="6"/>
                </a:cubicBezTo>
                <a:cubicBezTo>
                  <a:pt x="669" y="2"/>
                  <a:pt x="673" y="0"/>
                  <a:pt x="679" y="0"/>
                </a:cubicBezTo>
                <a:lnTo>
                  <a:pt x="698" y="0"/>
                </a:lnTo>
                <a:cubicBezTo>
                  <a:pt x="704" y="0"/>
                  <a:pt x="708" y="2"/>
                  <a:pt x="713" y="6"/>
                </a:cubicBezTo>
                <a:cubicBezTo>
                  <a:pt x="717" y="10"/>
                  <a:pt x="719" y="15"/>
                  <a:pt x="719" y="20"/>
                </a:cubicBezTo>
                <a:cubicBezTo>
                  <a:pt x="719" y="26"/>
                  <a:pt x="717" y="31"/>
                  <a:pt x="713" y="35"/>
                </a:cubicBezTo>
                <a:cubicBezTo>
                  <a:pt x="708" y="40"/>
                  <a:pt x="704" y="42"/>
                  <a:pt x="698" y="42"/>
                </a:cubicBezTo>
                <a:moveTo>
                  <a:pt x="566" y="42"/>
                </a:moveTo>
                <a:lnTo>
                  <a:pt x="547" y="42"/>
                </a:lnTo>
                <a:cubicBezTo>
                  <a:pt x="542" y="42"/>
                  <a:pt x="537" y="40"/>
                  <a:pt x="533" y="35"/>
                </a:cubicBezTo>
                <a:cubicBezTo>
                  <a:pt x="529" y="31"/>
                  <a:pt x="527" y="26"/>
                  <a:pt x="527" y="20"/>
                </a:cubicBezTo>
                <a:cubicBezTo>
                  <a:pt x="527" y="15"/>
                  <a:pt x="529" y="10"/>
                  <a:pt x="533" y="6"/>
                </a:cubicBezTo>
                <a:cubicBezTo>
                  <a:pt x="537" y="2"/>
                  <a:pt x="542" y="0"/>
                  <a:pt x="547" y="0"/>
                </a:cubicBezTo>
                <a:lnTo>
                  <a:pt x="566" y="0"/>
                </a:lnTo>
                <a:cubicBezTo>
                  <a:pt x="572" y="0"/>
                  <a:pt x="577" y="2"/>
                  <a:pt x="581" y="6"/>
                </a:cubicBezTo>
                <a:cubicBezTo>
                  <a:pt x="585" y="10"/>
                  <a:pt x="587" y="15"/>
                  <a:pt x="587" y="20"/>
                </a:cubicBezTo>
                <a:cubicBezTo>
                  <a:pt x="587" y="26"/>
                  <a:pt x="585" y="31"/>
                  <a:pt x="581" y="35"/>
                </a:cubicBezTo>
                <a:cubicBezTo>
                  <a:pt x="577" y="40"/>
                  <a:pt x="572" y="42"/>
                  <a:pt x="566" y="42"/>
                </a:cubicBezTo>
                <a:moveTo>
                  <a:pt x="435" y="42"/>
                </a:moveTo>
                <a:lnTo>
                  <a:pt x="416" y="42"/>
                </a:lnTo>
                <a:cubicBezTo>
                  <a:pt x="410" y="42"/>
                  <a:pt x="405" y="40"/>
                  <a:pt x="401" y="35"/>
                </a:cubicBezTo>
                <a:cubicBezTo>
                  <a:pt x="397" y="31"/>
                  <a:pt x="395" y="26"/>
                  <a:pt x="395" y="20"/>
                </a:cubicBezTo>
                <a:cubicBezTo>
                  <a:pt x="395" y="15"/>
                  <a:pt x="397" y="10"/>
                  <a:pt x="401" y="6"/>
                </a:cubicBezTo>
                <a:cubicBezTo>
                  <a:pt x="405" y="2"/>
                  <a:pt x="410" y="0"/>
                  <a:pt x="416" y="0"/>
                </a:cubicBezTo>
                <a:lnTo>
                  <a:pt x="435" y="0"/>
                </a:lnTo>
                <a:cubicBezTo>
                  <a:pt x="440" y="0"/>
                  <a:pt x="445" y="2"/>
                  <a:pt x="449" y="6"/>
                </a:cubicBezTo>
                <a:cubicBezTo>
                  <a:pt x="453" y="10"/>
                  <a:pt x="455" y="15"/>
                  <a:pt x="455" y="20"/>
                </a:cubicBezTo>
                <a:cubicBezTo>
                  <a:pt x="455" y="26"/>
                  <a:pt x="453" y="31"/>
                  <a:pt x="449" y="35"/>
                </a:cubicBezTo>
                <a:cubicBezTo>
                  <a:pt x="445" y="40"/>
                  <a:pt x="440" y="42"/>
                  <a:pt x="435" y="42"/>
                </a:cubicBezTo>
                <a:moveTo>
                  <a:pt x="303" y="42"/>
                </a:moveTo>
                <a:lnTo>
                  <a:pt x="284" y="42"/>
                </a:lnTo>
                <a:cubicBezTo>
                  <a:pt x="279" y="42"/>
                  <a:pt x="274" y="40"/>
                  <a:pt x="270" y="35"/>
                </a:cubicBezTo>
                <a:cubicBezTo>
                  <a:pt x="266" y="31"/>
                  <a:pt x="264" y="26"/>
                  <a:pt x="264" y="20"/>
                </a:cubicBezTo>
                <a:cubicBezTo>
                  <a:pt x="264" y="15"/>
                  <a:pt x="266" y="10"/>
                  <a:pt x="270" y="6"/>
                </a:cubicBezTo>
                <a:cubicBezTo>
                  <a:pt x="274" y="2"/>
                  <a:pt x="279" y="0"/>
                  <a:pt x="284" y="0"/>
                </a:cubicBezTo>
                <a:lnTo>
                  <a:pt x="303" y="0"/>
                </a:lnTo>
                <a:cubicBezTo>
                  <a:pt x="309" y="0"/>
                  <a:pt x="314" y="2"/>
                  <a:pt x="318" y="6"/>
                </a:cubicBezTo>
                <a:cubicBezTo>
                  <a:pt x="322" y="10"/>
                  <a:pt x="324" y="15"/>
                  <a:pt x="324" y="20"/>
                </a:cubicBezTo>
                <a:cubicBezTo>
                  <a:pt x="324" y="26"/>
                  <a:pt x="322" y="31"/>
                  <a:pt x="318" y="35"/>
                </a:cubicBezTo>
                <a:cubicBezTo>
                  <a:pt x="314" y="40"/>
                  <a:pt x="309" y="42"/>
                  <a:pt x="303" y="42"/>
                </a:cubicBezTo>
                <a:moveTo>
                  <a:pt x="172" y="42"/>
                </a:moveTo>
                <a:lnTo>
                  <a:pt x="153" y="42"/>
                </a:lnTo>
                <a:cubicBezTo>
                  <a:pt x="147" y="42"/>
                  <a:pt x="142" y="40"/>
                  <a:pt x="138" y="35"/>
                </a:cubicBezTo>
                <a:cubicBezTo>
                  <a:pt x="134" y="31"/>
                  <a:pt x="132" y="26"/>
                  <a:pt x="132" y="20"/>
                </a:cubicBezTo>
                <a:cubicBezTo>
                  <a:pt x="132" y="15"/>
                  <a:pt x="134" y="10"/>
                  <a:pt x="138" y="6"/>
                </a:cubicBezTo>
                <a:cubicBezTo>
                  <a:pt x="142" y="2"/>
                  <a:pt x="147" y="0"/>
                  <a:pt x="153" y="0"/>
                </a:cubicBezTo>
                <a:lnTo>
                  <a:pt x="172" y="0"/>
                </a:lnTo>
                <a:cubicBezTo>
                  <a:pt x="177" y="0"/>
                  <a:pt x="182" y="2"/>
                  <a:pt x="186" y="6"/>
                </a:cubicBezTo>
                <a:cubicBezTo>
                  <a:pt x="190" y="10"/>
                  <a:pt x="192" y="15"/>
                  <a:pt x="192" y="20"/>
                </a:cubicBezTo>
                <a:cubicBezTo>
                  <a:pt x="192" y="26"/>
                  <a:pt x="190" y="31"/>
                  <a:pt x="186" y="35"/>
                </a:cubicBezTo>
                <a:cubicBezTo>
                  <a:pt x="182" y="40"/>
                  <a:pt x="177" y="42"/>
                  <a:pt x="172" y="42"/>
                </a:cubicBezTo>
                <a:moveTo>
                  <a:pt x="40" y="42"/>
                </a:moveTo>
                <a:lnTo>
                  <a:pt x="21" y="42"/>
                </a:lnTo>
                <a:cubicBezTo>
                  <a:pt x="15" y="42"/>
                  <a:pt x="11" y="40"/>
                  <a:pt x="6" y="35"/>
                </a:cubicBezTo>
                <a:cubicBezTo>
                  <a:pt x="2" y="31"/>
                  <a:pt x="0" y="26"/>
                  <a:pt x="0" y="20"/>
                </a:cubicBezTo>
                <a:cubicBezTo>
                  <a:pt x="0" y="15"/>
                  <a:pt x="2" y="10"/>
                  <a:pt x="6" y="6"/>
                </a:cubicBezTo>
                <a:cubicBezTo>
                  <a:pt x="11" y="2"/>
                  <a:pt x="15" y="0"/>
                  <a:pt x="21" y="0"/>
                </a:cubicBezTo>
                <a:lnTo>
                  <a:pt x="40" y="0"/>
                </a:lnTo>
                <a:cubicBezTo>
                  <a:pt x="46" y="0"/>
                  <a:pt x="50" y="2"/>
                  <a:pt x="55" y="6"/>
                </a:cubicBezTo>
                <a:cubicBezTo>
                  <a:pt x="59" y="10"/>
                  <a:pt x="61" y="15"/>
                  <a:pt x="61" y="20"/>
                </a:cubicBezTo>
                <a:cubicBezTo>
                  <a:pt x="61" y="26"/>
                  <a:pt x="59" y="31"/>
                  <a:pt x="55" y="35"/>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3209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6" name=""/>
          <p:cNvSpPr/>
          <p:nvPr/>
        </p:nvSpPr>
        <p:spPr>
          <a:xfrm>
            <a:off x="2663280" y="413676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7"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89" name=""/>
          <p:cNvSpPr/>
          <p:nvPr/>
        </p:nvSpPr>
        <p:spPr>
          <a:xfrm>
            <a:off x="3566880" y="3829320"/>
            <a:ext cx="467280" cy="249480"/>
          </a:xfrm>
          <a:custGeom>
            <a:avLst/>
            <a:gdLst/>
            <a:ahLst/>
            <a:rect l="0" t="0" r="r" b="b"/>
            <a:pathLst>
              <a:path w="1298" h="693">
                <a:moveTo>
                  <a:pt x="86" y="0"/>
                </a:moveTo>
                <a:lnTo>
                  <a:pt x="1211" y="0"/>
                </a:lnTo>
                <a:cubicBezTo>
                  <a:pt x="1223" y="0"/>
                  <a:pt x="1234" y="2"/>
                  <a:pt x="1245" y="6"/>
                </a:cubicBezTo>
                <a:cubicBezTo>
                  <a:pt x="1255" y="11"/>
                  <a:pt x="1265" y="17"/>
                  <a:pt x="1273" y="25"/>
                </a:cubicBezTo>
                <a:cubicBezTo>
                  <a:pt x="1281" y="33"/>
                  <a:pt x="1287" y="42"/>
                  <a:pt x="1291" y="53"/>
                </a:cubicBezTo>
                <a:cubicBezTo>
                  <a:pt x="1296" y="64"/>
                  <a:pt x="1298" y="75"/>
                  <a:pt x="1298" y="86"/>
                </a:cubicBezTo>
                <a:lnTo>
                  <a:pt x="1298" y="606"/>
                </a:lnTo>
                <a:cubicBezTo>
                  <a:pt x="1298" y="618"/>
                  <a:pt x="1296" y="629"/>
                  <a:pt x="1291" y="639"/>
                </a:cubicBezTo>
                <a:cubicBezTo>
                  <a:pt x="1287" y="650"/>
                  <a:pt x="1281" y="659"/>
                  <a:pt x="1273" y="668"/>
                </a:cubicBezTo>
                <a:cubicBezTo>
                  <a:pt x="1265" y="676"/>
                  <a:pt x="1255" y="682"/>
                  <a:pt x="1245" y="686"/>
                </a:cubicBezTo>
                <a:cubicBezTo>
                  <a:pt x="1234" y="691"/>
                  <a:pt x="1223" y="693"/>
                  <a:pt x="1211" y="693"/>
                </a:cubicBezTo>
                <a:lnTo>
                  <a:pt x="86" y="693"/>
                </a:lnTo>
                <a:cubicBezTo>
                  <a:pt x="75" y="693"/>
                  <a:pt x="64" y="691"/>
                  <a:pt x="53" y="686"/>
                </a:cubicBezTo>
                <a:cubicBezTo>
                  <a:pt x="43" y="682"/>
                  <a:pt x="33" y="676"/>
                  <a:pt x="25" y="668"/>
                </a:cubicBezTo>
                <a:cubicBezTo>
                  <a:pt x="17" y="659"/>
                  <a:pt x="11" y="650"/>
                  <a:pt x="6" y="639"/>
                </a:cubicBezTo>
                <a:cubicBezTo>
                  <a:pt x="2" y="629"/>
                  <a:pt x="0" y="618"/>
                  <a:pt x="0" y="606"/>
                </a:cubicBezTo>
                <a:lnTo>
                  <a:pt x="0" y="86"/>
                </a:lnTo>
                <a:cubicBezTo>
                  <a:pt x="0" y="75"/>
                  <a:pt x="2" y="64"/>
                  <a:pt x="6" y="53"/>
                </a:cubicBezTo>
                <a:cubicBezTo>
                  <a:pt x="11" y="42"/>
                  <a:pt x="17" y="33"/>
                  <a:pt x="25" y="25"/>
                </a:cubicBezTo>
                <a:cubicBezTo>
                  <a:pt x="33" y="17"/>
                  <a:pt x="43" y="11"/>
                  <a:pt x="53" y="6"/>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566880" y="3735720"/>
            <a:ext cx="257040" cy="78120"/>
          </a:xfrm>
          <a:custGeom>
            <a:avLst/>
            <a:gdLst/>
            <a:ahLst/>
            <a:rect l="0" t="0" r="r" b="b"/>
            <a:pathLst>
              <a:path w="714" h="217">
                <a:moveTo>
                  <a:pt x="0" y="43"/>
                </a:moveTo>
                <a:cubicBezTo>
                  <a:pt x="0" y="14"/>
                  <a:pt x="14" y="0"/>
                  <a:pt x="43" y="0"/>
                </a:cubicBezTo>
                <a:lnTo>
                  <a:pt x="520" y="0"/>
                </a:lnTo>
                <a:cubicBezTo>
                  <a:pt x="563" y="0"/>
                  <a:pt x="599" y="22"/>
                  <a:pt x="628" y="65"/>
                </a:cubicBezTo>
                <a:lnTo>
                  <a:pt x="714" y="217"/>
                </a:lnTo>
                <a:lnTo>
                  <a:pt x="0" y="217"/>
                </a:lnTo>
                <a:lnTo>
                  <a:pt x="0" y="43"/>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3613680" y="3875760"/>
            <a:ext cx="373680" cy="156240"/>
          </a:xfrm>
          <a:custGeom>
            <a:avLst/>
            <a:gdLst/>
            <a:ahLst/>
            <a:rect l="0" t="0" r="r" b="b"/>
            <a:pathLst>
              <a:path w="1038" h="434">
                <a:moveTo>
                  <a:pt x="43" y="0"/>
                </a:moveTo>
                <a:lnTo>
                  <a:pt x="995" y="0"/>
                </a:lnTo>
                <a:cubicBezTo>
                  <a:pt x="1001" y="0"/>
                  <a:pt x="1006" y="2"/>
                  <a:pt x="1012" y="4"/>
                </a:cubicBezTo>
                <a:cubicBezTo>
                  <a:pt x="1017" y="6"/>
                  <a:pt x="1022" y="9"/>
                  <a:pt x="1026" y="13"/>
                </a:cubicBezTo>
                <a:cubicBezTo>
                  <a:pt x="1030" y="17"/>
                  <a:pt x="1033" y="22"/>
                  <a:pt x="1035" y="27"/>
                </a:cubicBezTo>
                <a:cubicBezTo>
                  <a:pt x="1037" y="32"/>
                  <a:pt x="1038" y="38"/>
                  <a:pt x="1038" y="44"/>
                </a:cubicBezTo>
                <a:lnTo>
                  <a:pt x="1038" y="391"/>
                </a:lnTo>
                <a:cubicBezTo>
                  <a:pt x="1038" y="397"/>
                  <a:pt x="1037" y="402"/>
                  <a:pt x="1035" y="407"/>
                </a:cubicBezTo>
                <a:cubicBezTo>
                  <a:pt x="1033" y="413"/>
                  <a:pt x="1030" y="417"/>
                  <a:pt x="1026" y="421"/>
                </a:cubicBezTo>
                <a:cubicBezTo>
                  <a:pt x="1022" y="425"/>
                  <a:pt x="1017" y="429"/>
                  <a:pt x="1012" y="431"/>
                </a:cubicBezTo>
                <a:cubicBezTo>
                  <a:pt x="1006" y="433"/>
                  <a:pt x="1001" y="434"/>
                  <a:pt x="995" y="434"/>
                </a:cubicBezTo>
                <a:lnTo>
                  <a:pt x="43" y="434"/>
                </a:lnTo>
                <a:cubicBezTo>
                  <a:pt x="37" y="434"/>
                  <a:pt x="32" y="433"/>
                  <a:pt x="26" y="431"/>
                </a:cubicBezTo>
                <a:cubicBezTo>
                  <a:pt x="21" y="429"/>
                  <a:pt x="16" y="425"/>
                  <a:pt x="12" y="421"/>
                </a:cubicBezTo>
                <a:cubicBezTo>
                  <a:pt x="8" y="417"/>
                  <a:pt x="5" y="413"/>
                  <a:pt x="3" y="407"/>
                </a:cubicBezTo>
                <a:cubicBezTo>
                  <a:pt x="1" y="402"/>
                  <a:pt x="0" y="397"/>
                  <a:pt x="0" y="391"/>
                </a:cubicBezTo>
                <a:lnTo>
                  <a:pt x="0" y="44"/>
                </a:lnTo>
                <a:cubicBezTo>
                  <a:pt x="0" y="38"/>
                  <a:pt x="1" y="32"/>
                  <a:pt x="3" y="27"/>
                </a:cubicBezTo>
                <a:cubicBezTo>
                  <a:pt x="5" y="22"/>
                  <a:pt x="8" y="17"/>
                  <a:pt x="12" y="13"/>
                </a:cubicBezTo>
                <a:cubicBezTo>
                  <a:pt x="16" y="9"/>
                  <a:pt x="21" y="6"/>
                  <a:pt x="26" y="4"/>
                </a:cubicBezTo>
                <a:cubicBezTo>
                  <a:pt x="32" y="2"/>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私の開発スタイル</a:t>
            </a:r>
            <a:endParaRPr lang="en-US" sz="3000" b="0" u="none" strike="noStrike">
              <a:solidFill>
                <a:srgbClr val="000000"/>
              </a:solidFill>
              <a:effectLst/>
              <a:uFillTx/>
              <a:latin typeface="游明朝体"/>
            </a:endParaRPr>
          </a:p>
        </p:txBody>
      </p:sp>
      <p:sp>
        <p:nvSpPr>
          <p:cNvPr id="1593" name=""/>
          <p:cNvSpPr txBox="1"/>
          <p:nvPr/>
        </p:nvSpPr>
        <p:spPr>
          <a:xfrm>
            <a:off x="3376080" y="40942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94" name=""/>
          <p:cNvSpPr txBox="1"/>
          <p:nvPr/>
        </p:nvSpPr>
        <p:spPr>
          <a:xfrm>
            <a:off x="3349440" y="430452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95" name=""/>
          <p:cNvSpPr txBox="1"/>
          <p:nvPr/>
        </p:nvSpPr>
        <p:spPr>
          <a:xfrm>
            <a:off x="3528000" y="442656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96" name=""/>
          <p:cNvSpPr txBox="1"/>
          <p:nvPr/>
        </p:nvSpPr>
        <p:spPr>
          <a:xfrm>
            <a:off x="3022200" y="173700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97"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9" name=""/>
          <p:cNvSpPr/>
          <p:nvPr/>
        </p:nvSpPr>
        <p:spPr>
          <a:xfrm>
            <a:off x="3617640" y="2512800"/>
            <a:ext cx="365760" cy="223560"/>
          </a:xfrm>
          <a:custGeom>
            <a:avLst/>
            <a:gdLst/>
            <a:ahLst/>
            <a:rect l="0" t="0" r="r" b="b"/>
            <a:pathLst>
              <a:path w="1016" h="621">
                <a:moveTo>
                  <a:pt x="56" y="0"/>
                </a:moveTo>
                <a:cubicBezTo>
                  <a:pt x="19" y="0"/>
                  <a:pt x="0" y="19"/>
                  <a:pt x="0" y="56"/>
                </a:cubicBezTo>
                <a:lnTo>
                  <a:pt x="0" y="358"/>
                </a:lnTo>
                <a:cubicBezTo>
                  <a:pt x="0" y="408"/>
                  <a:pt x="19" y="433"/>
                  <a:pt x="56" y="433"/>
                </a:cubicBezTo>
                <a:lnTo>
                  <a:pt x="301" y="433"/>
                </a:lnTo>
                <a:lnTo>
                  <a:pt x="432" y="621"/>
                </a:lnTo>
                <a:lnTo>
                  <a:pt x="507" y="433"/>
                </a:lnTo>
                <a:lnTo>
                  <a:pt x="960" y="433"/>
                </a:lnTo>
                <a:cubicBezTo>
                  <a:pt x="997" y="433"/>
                  <a:pt x="1016" y="408"/>
                  <a:pt x="1016" y="358"/>
                </a:cubicBezTo>
                <a:lnTo>
                  <a:pt x="1016" y="56"/>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3678480" y="2573640"/>
            <a:ext cx="34200" cy="68040"/>
          </a:xfrm>
          <a:custGeom>
            <a:avLst/>
            <a:gdLst/>
            <a:ahLst/>
            <a:rect l="0" t="0" r="r" b="b"/>
            <a:pathLst>
              <a:path fill="none" w="95" h="189">
                <a:moveTo>
                  <a:pt x="95" y="0"/>
                </a:moveTo>
                <a:lnTo>
                  <a:pt x="0" y="95"/>
                </a:lnTo>
                <a:lnTo>
                  <a:pt x="95"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1" name=""/>
          <p:cNvSpPr/>
          <p:nvPr/>
        </p:nvSpPr>
        <p:spPr>
          <a:xfrm flipH="1">
            <a:off x="3786840" y="255348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2" name=""/>
          <p:cNvSpPr/>
          <p:nvPr/>
        </p:nvSpPr>
        <p:spPr>
          <a:xfrm>
            <a:off x="3861360" y="2573640"/>
            <a:ext cx="34200" cy="68040"/>
          </a:xfrm>
          <a:custGeom>
            <a:avLst/>
            <a:gdLst/>
            <a:ahLst/>
            <a:rect l="0" t="0" r="r" b="b"/>
            <a:pathLst>
              <a:path fill="none" w="95" h="189">
                <a:moveTo>
                  <a:pt x="0" y="0"/>
                </a:moveTo>
                <a:lnTo>
                  <a:pt x="95" y="95"/>
                </a:lnTo>
                <a:lnTo>
                  <a:pt x="0"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3" name=""/>
          <p:cNvSpPr/>
          <p:nvPr/>
        </p:nvSpPr>
        <p:spPr>
          <a:xfrm>
            <a:off x="3989880" y="22147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0"/>
                  <a:pt x="51" y="134"/>
                </a:cubicBezTo>
                <a:cubicBezTo>
                  <a:pt x="62" y="117"/>
                  <a:pt x="75" y="102"/>
                  <a:pt x="89" y="88"/>
                </a:cubicBezTo>
                <a:cubicBezTo>
                  <a:pt x="103" y="74"/>
                  <a:pt x="118" y="62"/>
                  <a:pt x="134" y="51"/>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1"/>
                </a:cubicBezTo>
                <a:cubicBezTo>
                  <a:pt x="485" y="62"/>
                  <a:pt x="500" y="74"/>
                  <a:pt x="514" y="88"/>
                </a:cubicBezTo>
                <a:cubicBezTo>
                  <a:pt x="528" y="102"/>
                  <a:pt x="541" y="117"/>
                  <a:pt x="552" y="134"/>
                </a:cubicBezTo>
                <a:cubicBezTo>
                  <a:pt x="563" y="150"/>
                  <a:pt x="572" y="169"/>
                  <a:pt x="579" y="187"/>
                </a:cubicBezTo>
                <a:cubicBezTo>
                  <a:pt x="587" y="205"/>
                  <a:pt x="593" y="224"/>
                  <a:pt x="597" y="243"/>
                </a:cubicBezTo>
                <a:cubicBezTo>
                  <a:pt x="600" y="263"/>
                  <a:pt x="602" y="282"/>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txBox="1"/>
          <p:nvPr/>
        </p:nvSpPr>
        <p:spPr>
          <a:xfrm>
            <a:off x="3283200" y="1956600"/>
            <a:ext cx="1029600" cy="11628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605"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6"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7" name=""/>
          <p:cNvSpPr/>
          <p:nvPr/>
        </p:nvSpPr>
        <p:spPr>
          <a:xfrm>
            <a:off x="5248440" y="4029480"/>
            <a:ext cx="217080" cy="285120"/>
          </a:xfrm>
          <a:custGeom>
            <a:avLst/>
            <a:gdLst/>
            <a:ahLst/>
            <a:rect l="0" t="0" r="r" b="b"/>
            <a:pathLst>
              <a:path w="603" h="792">
                <a:moveTo>
                  <a:pt x="57" y="0"/>
                </a:moveTo>
                <a:lnTo>
                  <a:pt x="547" y="0"/>
                </a:lnTo>
                <a:cubicBezTo>
                  <a:pt x="554" y="0"/>
                  <a:pt x="561" y="2"/>
                  <a:pt x="568" y="5"/>
                </a:cubicBezTo>
                <a:cubicBezTo>
                  <a:pt x="575" y="8"/>
                  <a:pt x="581" y="12"/>
                  <a:pt x="586" y="17"/>
                </a:cubicBezTo>
                <a:cubicBezTo>
                  <a:pt x="592" y="22"/>
                  <a:pt x="596" y="28"/>
                  <a:pt x="599" y="35"/>
                </a:cubicBezTo>
                <a:cubicBezTo>
                  <a:pt x="602" y="42"/>
                  <a:pt x="603" y="49"/>
                  <a:pt x="603" y="57"/>
                </a:cubicBezTo>
                <a:lnTo>
                  <a:pt x="603" y="735"/>
                </a:lnTo>
                <a:cubicBezTo>
                  <a:pt x="603" y="743"/>
                  <a:pt x="602" y="750"/>
                  <a:pt x="599" y="757"/>
                </a:cubicBezTo>
                <a:cubicBezTo>
                  <a:pt x="596" y="764"/>
                  <a:pt x="592" y="770"/>
                  <a:pt x="586" y="775"/>
                </a:cubicBezTo>
                <a:cubicBezTo>
                  <a:pt x="581" y="780"/>
                  <a:pt x="575" y="784"/>
                  <a:pt x="568" y="787"/>
                </a:cubicBezTo>
                <a:cubicBezTo>
                  <a:pt x="561" y="790"/>
                  <a:pt x="554" y="792"/>
                  <a:pt x="547" y="792"/>
                </a:cubicBezTo>
                <a:lnTo>
                  <a:pt x="57" y="792"/>
                </a:lnTo>
                <a:cubicBezTo>
                  <a:pt x="49" y="792"/>
                  <a:pt x="42" y="790"/>
                  <a:pt x="35" y="787"/>
                </a:cubicBezTo>
                <a:cubicBezTo>
                  <a:pt x="28" y="784"/>
                  <a:pt x="22" y="780"/>
                  <a:pt x="17" y="775"/>
                </a:cubicBezTo>
                <a:cubicBezTo>
                  <a:pt x="12" y="770"/>
                  <a:pt x="8" y="764"/>
                  <a:pt x="5" y="757"/>
                </a:cubicBezTo>
                <a:cubicBezTo>
                  <a:pt x="2" y="750"/>
                  <a:pt x="0" y="743"/>
                  <a:pt x="0" y="735"/>
                </a:cubicBezTo>
                <a:lnTo>
                  <a:pt x="0" y="57"/>
                </a:lnTo>
                <a:cubicBezTo>
                  <a:pt x="0" y="49"/>
                  <a:pt x="2" y="42"/>
                  <a:pt x="5" y="35"/>
                </a:cubicBezTo>
                <a:cubicBezTo>
                  <a:pt x="8" y="28"/>
                  <a:pt x="12" y="22"/>
                  <a:pt x="17" y="17"/>
                </a:cubicBezTo>
                <a:cubicBezTo>
                  <a:pt x="22" y="12"/>
                  <a:pt x="28" y="8"/>
                  <a:pt x="35" y="5"/>
                </a:cubicBezTo>
                <a:cubicBezTo>
                  <a:pt x="42" y="2"/>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5295960" y="41040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9" name=""/>
          <p:cNvSpPr/>
          <p:nvPr/>
        </p:nvSpPr>
        <p:spPr>
          <a:xfrm>
            <a:off x="5295960" y="415836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0" name=""/>
          <p:cNvSpPr/>
          <p:nvPr/>
        </p:nvSpPr>
        <p:spPr>
          <a:xfrm>
            <a:off x="5295960" y="42123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1" name=""/>
          <p:cNvSpPr/>
          <p:nvPr/>
        </p:nvSpPr>
        <p:spPr>
          <a:xfrm flipV="1">
            <a:off x="5383800" y="419220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612" name=""/>
          <p:cNvSpPr/>
          <p:nvPr/>
        </p:nvSpPr>
        <p:spPr>
          <a:xfrm>
            <a:off x="5465160" y="4131360"/>
            <a:ext cx="61200" cy="61200"/>
          </a:xfrm>
          <a:custGeom>
            <a:avLst/>
            <a:gdLst/>
            <a:ahLst/>
            <a:rect l="0" t="0" r="r" b="b"/>
            <a:pathLst>
              <a:path w="170" h="170">
                <a:moveTo>
                  <a:pt x="75" y="170"/>
                </a:moveTo>
                <a:lnTo>
                  <a:pt x="170" y="75"/>
                </a:lnTo>
                <a:lnTo>
                  <a:pt x="94" y="0"/>
                </a:lnTo>
                <a:lnTo>
                  <a:pt x="0" y="94"/>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5546520" y="3772440"/>
            <a:ext cx="216720" cy="217080"/>
          </a:xfrm>
          <a:custGeom>
            <a:avLst/>
            <a:gdLst/>
            <a:ahLst/>
            <a:rect l="0" t="0" r="r" b="b"/>
            <a:pathLst>
              <a:path w="602" h="603">
                <a:moveTo>
                  <a:pt x="602" y="302"/>
                </a:moveTo>
                <a:cubicBezTo>
                  <a:pt x="602" y="321"/>
                  <a:pt x="600" y="341"/>
                  <a:pt x="596" y="360"/>
                </a:cubicBezTo>
                <a:cubicBezTo>
                  <a:pt x="592" y="380"/>
                  <a:pt x="587" y="399"/>
                  <a:pt x="579" y="417"/>
                </a:cubicBezTo>
                <a:cubicBezTo>
                  <a:pt x="572" y="435"/>
                  <a:pt x="562" y="452"/>
                  <a:pt x="551" y="469"/>
                </a:cubicBezTo>
                <a:cubicBezTo>
                  <a:pt x="540" y="485"/>
                  <a:pt x="528" y="500"/>
                  <a:pt x="513" y="514"/>
                </a:cubicBezTo>
                <a:cubicBezTo>
                  <a:pt x="499" y="528"/>
                  <a:pt x="484" y="541"/>
                  <a:pt x="467" y="552"/>
                </a:cubicBezTo>
                <a:cubicBezTo>
                  <a:pt x="451" y="563"/>
                  <a:pt x="434" y="572"/>
                  <a:pt x="415" y="580"/>
                </a:cubicBezTo>
                <a:cubicBezTo>
                  <a:pt x="397" y="587"/>
                  <a:pt x="378" y="593"/>
                  <a:pt x="359" y="597"/>
                </a:cubicBezTo>
                <a:cubicBezTo>
                  <a:pt x="340" y="601"/>
                  <a:pt x="320" y="603"/>
                  <a:pt x="300" y="603"/>
                </a:cubicBezTo>
                <a:cubicBezTo>
                  <a:pt x="281" y="603"/>
                  <a:pt x="261" y="601"/>
                  <a:pt x="242" y="597"/>
                </a:cubicBezTo>
                <a:cubicBezTo>
                  <a:pt x="222" y="593"/>
                  <a:pt x="203" y="587"/>
                  <a:pt x="185" y="580"/>
                </a:cubicBezTo>
                <a:cubicBezTo>
                  <a:pt x="167" y="572"/>
                  <a:pt x="150" y="563"/>
                  <a:pt x="133" y="552"/>
                </a:cubicBezTo>
                <a:cubicBezTo>
                  <a:pt x="117" y="541"/>
                  <a:pt x="102" y="528"/>
                  <a:pt x="88" y="514"/>
                </a:cubicBezTo>
                <a:cubicBezTo>
                  <a:pt x="74" y="500"/>
                  <a:pt x="61" y="485"/>
                  <a:pt x="50" y="469"/>
                </a:cubicBezTo>
                <a:cubicBezTo>
                  <a:pt x="39" y="452"/>
                  <a:pt x="30" y="435"/>
                  <a:pt x="22" y="417"/>
                </a:cubicBezTo>
                <a:cubicBezTo>
                  <a:pt x="15" y="399"/>
                  <a:pt x="9" y="380"/>
                  <a:pt x="5" y="360"/>
                </a:cubicBezTo>
                <a:cubicBezTo>
                  <a:pt x="1" y="341"/>
                  <a:pt x="0" y="321"/>
                  <a:pt x="0" y="302"/>
                </a:cubicBezTo>
                <a:cubicBezTo>
                  <a:pt x="0" y="282"/>
                  <a:pt x="1" y="262"/>
                  <a:pt x="5" y="243"/>
                </a:cubicBezTo>
                <a:cubicBezTo>
                  <a:pt x="9" y="223"/>
                  <a:pt x="15" y="205"/>
                  <a:pt x="22" y="186"/>
                </a:cubicBezTo>
                <a:cubicBezTo>
                  <a:pt x="30" y="168"/>
                  <a:pt x="39" y="151"/>
                  <a:pt x="50" y="134"/>
                </a:cubicBezTo>
                <a:cubicBezTo>
                  <a:pt x="61" y="118"/>
                  <a:pt x="74" y="103"/>
                  <a:pt x="88" y="89"/>
                </a:cubicBezTo>
                <a:cubicBezTo>
                  <a:pt x="102" y="75"/>
                  <a:pt x="117" y="62"/>
                  <a:pt x="133" y="51"/>
                </a:cubicBezTo>
                <a:cubicBezTo>
                  <a:pt x="150" y="40"/>
                  <a:pt x="167" y="30"/>
                  <a:pt x="185" y="23"/>
                </a:cubicBezTo>
                <a:cubicBezTo>
                  <a:pt x="203" y="15"/>
                  <a:pt x="222" y="9"/>
                  <a:pt x="242" y="5"/>
                </a:cubicBezTo>
                <a:cubicBezTo>
                  <a:pt x="261" y="2"/>
                  <a:pt x="281" y="0"/>
                  <a:pt x="300" y="0"/>
                </a:cubicBezTo>
                <a:cubicBezTo>
                  <a:pt x="320" y="0"/>
                  <a:pt x="340" y="2"/>
                  <a:pt x="359" y="5"/>
                </a:cubicBezTo>
                <a:cubicBezTo>
                  <a:pt x="378" y="9"/>
                  <a:pt x="397" y="15"/>
                  <a:pt x="415" y="23"/>
                </a:cubicBezTo>
                <a:cubicBezTo>
                  <a:pt x="434" y="30"/>
                  <a:pt x="451" y="40"/>
                  <a:pt x="467" y="51"/>
                </a:cubicBezTo>
                <a:cubicBezTo>
                  <a:pt x="484" y="62"/>
                  <a:pt x="499" y="75"/>
                  <a:pt x="513" y="89"/>
                </a:cubicBezTo>
                <a:cubicBezTo>
                  <a:pt x="528" y="103"/>
                  <a:pt x="540" y="118"/>
                  <a:pt x="551" y="134"/>
                </a:cubicBezTo>
                <a:cubicBezTo>
                  <a:pt x="562" y="151"/>
                  <a:pt x="572" y="168"/>
                  <a:pt x="579" y="186"/>
                </a:cubicBezTo>
                <a:cubicBezTo>
                  <a:pt x="587" y="205"/>
                  <a:pt x="592" y="223"/>
                  <a:pt x="596" y="243"/>
                </a:cubicBezTo>
                <a:cubicBezTo>
                  <a:pt x="600" y="262"/>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4057200" y="22410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615" name=""/>
          <p:cNvSpPr txBox="1"/>
          <p:nvPr/>
        </p:nvSpPr>
        <p:spPr>
          <a:xfrm>
            <a:off x="561384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616" name=""/>
          <p:cNvSpPr txBox="1"/>
          <p:nvPr/>
        </p:nvSpPr>
        <p:spPr>
          <a:xfrm>
            <a:off x="4738320" y="46216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617"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19" name=""/>
          <p:cNvSpPr/>
          <p:nvPr/>
        </p:nvSpPr>
        <p:spPr>
          <a:xfrm>
            <a:off x="3622320" y="5608440"/>
            <a:ext cx="396000" cy="202680"/>
          </a:xfrm>
          <a:custGeom>
            <a:avLst/>
            <a:gdLst/>
            <a:ahLst/>
            <a:rect l="0" t="0" r="r" b="b"/>
            <a:pathLst>
              <a:path w="1100" h="563">
                <a:moveTo>
                  <a:pt x="24" y="488"/>
                </a:moveTo>
                <a:cubicBezTo>
                  <a:pt x="-38" y="336"/>
                  <a:pt x="18" y="248"/>
                  <a:pt x="194" y="223"/>
                </a:cubicBezTo>
                <a:cubicBezTo>
                  <a:pt x="231" y="85"/>
                  <a:pt x="344" y="29"/>
                  <a:pt x="533" y="54"/>
                </a:cubicBezTo>
                <a:cubicBezTo>
                  <a:pt x="671" y="-34"/>
                  <a:pt x="790" y="-15"/>
                  <a:pt x="890" y="110"/>
                </a:cubicBezTo>
                <a:cubicBezTo>
                  <a:pt x="1028" y="110"/>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3766320" y="5709240"/>
            <a:ext cx="68040" cy="88200"/>
          </a:xfrm>
          <a:custGeom>
            <a:avLst/>
            <a:gdLst/>
            <a:ahLst/>
            <a:rect l="0" t="0" r="r" b="b"/>
            <a:pathLst>
              <a:path fill="none" w="189" h="245">
                <a:moveTo>
                  <a:pt x="94" y="0"/>
                </a:moveTo>
                <a:lnTo>
                  <a:pt x="94" y="245"/>
                </a:lnTo>
                <a:moveTo>
                  <a:pt x="0" y="112"/>
                </a:moveTo>
                <a:lnTo>
                  <a:pt x="94" y="0"/>
                </a:lnTo>
                <a:lnTo>
                  <a:pt x="189" y="112"/>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621" name=""/>
          <p:cNvSpPr/>
          <p:nvPr/>
        </p:nvSpPr>
        <p:spPr>
          <a:xfrm>
            <a:off x="3989880" y="5925960"/>
            <a:ext cx="216720" cy="217080"/>
          </a:xfrm>
          <a:custGeom>
            <a:avLst/>
            <a:gdLst/>
            <a:ahLst/>
            <a:rect l="0" t="0" r="r" b="b"/>
            <a:pathLst>
              <a:path w="602" h="603">
                <a:moveTo>
                  <a:pt x="602" y="302"/>
                </a:moveTo>
                <a:cubicBezTo>
                  <a:pt x="602" y="321"/>
                  <a:pt x="600" y="341"/>
                  <a:pt x="597" y="360"/>
                </a:cubicBezTo>
                <a:cubicBezTo>
                  <a:pt x="593" y="380"/>
                  <a:pt x="587" y="398"/>
                  <a:pt x="579"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8" y="587"/>
                  <a:pt x="380" y="593"/>
                  <a:pt x="360" y="597"/>
                </a:cubicBezTo>
                <a:cubicBezTo>
                  <a:pt x="341" y="601"/>
                  <a:pt x="321" y="603"/>
                  <a:pt x="302" y="603"/>
                </a:cubicBezTo>
                <a:cubicBezTo>
                  <a:pt x="282" y="603"/>
                  <a:pt x="262" y="601"/>
                  <a:pt x="243" y="597"/>
                </a:cubicBezTo>
                <a:cubicBezTo>
                  <a:pt x="223" y="593"/>
                  <a:pt x="205" y="587"/>
                  <a:pt x="186" y="580"/>
                </a:cubicBezTo>
                <a:cubicBezTo>
                  <a:pt x="168" y="572"/>
                  <a:pt x="151" y="563"/>
                  <a:pt x="134" y="552"/>
                </a:cubicBezTo>
                <a:cubicBezTo>
                  <a:pt x="118" y="541"/>
                  <a:pt x="103" y="528"/>
                  <a:pt x="89" y="514"/>
                </a:cubicBezTo>
                <a:cubicBezTo>
                  <a:pt x="75" y="500"/>
                  <a:pt x="62" y="485"/>
                  <a:pt x="51" y="469"/>
                </a:cubicBezTo>
                <a:cubicBezTo>
                  <a:pt x="40" y="452"/>
                  <a:pt x="30" y="435"/>
                  <a:pt x="23" y="417"/>
                </a:cubicBezTo>
                <a:cubicBezTo>
                  <a:pt x="15" y="398"/>
                  <a:pt x="9" y="380"/>
                  <a:pt x="6" y="360"/>
                </a:cubicBezTo>
                <a:cubicBezTo>
                  <a:pt x="2" y="341"/>
                  <a:pt x="0" y="321"/>
                  <a:pt x="0" y="302"/>
                </a:cubicBezTo>
                <a:cubicBezTo>
                  <a:pt x="0" y="282"/>
                  <a:pt x="2" y="262"/>
                  <a:pt x="6" y="243"/>
                </a:cubicBezTo>
                <a:cubicBezTo>
                  <a:pt x="9" y="223"/>
                  <a:pt x="15" y="205"/>
                  <a:pt x="23" y="186"/>
                </a:cubicBezTo>
                <a:cubicBezTo>
                  <a:pt x="30" y="168"/>
                  <a:pt x="40" y="151"/>
                  <a:pt x="51" y="134"/>
                </a:cubicBezTo>
                <a:cubicBezTo>
                  <a:pt x="62" y="118"/>
                  <a:pt x="75" y="103"/>
                  <a:pt x="89" y="89"/>
                </a:cubicBezTo>
                <a:cubicBezTo>
                  <a:pt x="103" y="75"/>
                  <a:pt x="118" y="61"/>
                  <a:pt x="134" y="50"/>
                </a:cubicBezTo>
                <a:cubicBezTo>
                  <a:pt x="151" y="39"/>
                  <a:pt x="168" y="30"/>
                  <a:pt x="186" y="22"/>
                </a:cubicBezTo>
                <a:cubicBezTo>
                  <a:pt x="205" y="15"/>
                  <a:pt x="223" y="9"/>
                  <a:pt x="243" y="5"/>
                </a:cubicBezTo>
                <a:cubicBezTo>
                  <a:pt x="262" y="2"/>
                  <a:pt x="282" y="0"/>
                  <a:pt x="302" y="0"/>
                </a:cubicBezTo>
                <a:cubicBezTo>
                  <a:pt x="321" y="0"/>
                  <a:pt x="341" y="2"/>
                  <a:pt x="360" y="5"/>
                </a:cubicBezTo>
                <a:cubicBezTo>
                  <a:pt x="380" y="9"/>
                  <a:pt x="398" y="15"/>
                  <a:pt x="417" y="22"/>
                </a:cubicBezTo>
                <a:cubicBezTo>
                  <a:pt x="435" y="30"/>
                  <a:pt x="452" y="39"/>
                  <a:pt x="469" y="50"/>
                </a:cubicBezTo>
                <a:cubicBezTo>
                  <a:pt x="485" y="61"/>
                  <a:pt x="500" y="75"/>
                  <a:pt x="514" y="89"/>
                </a:cubicBezTo>
                <a:cubicBezTo>
                  <a:pt x="528" y="103"/>
                  <a:pt x="541" y="118"/>
                  <a:pt x="552" y="134"/>
                </a:cubicBezTo>
                <a:cubicBezTo>
                  <a:pt x="563" y="151"/>
                  <a:pt x="572" y="168"/>
                  <a:pt x="579" y="186"/>
                </a:cubicBezTo>
                <a:cubicBezTo>
                  <a:pt x="587" y="205"/>
                  <a:pt x="593" y="223"/>
                  <a:pt x="597" y="243"/>
                </a:cubicBezTo>
                <a:cubicBezTo>
                  <a:pt x="600" y="262"/>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txBox="1"/>
          <p:nvPr/>
        </p:nvSpPr>
        <p:spPr>
          <a:xfrm>
            <a:off x="4724640" y="484128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623" name=""/>
          <p:cNvSpPr/>
          <p:nvPr/>
        </p:nvSpPr>
        <p:spPr>
          <a:xfrm>
            <a:off x="3373920" y="5905440"/>
            <a:ext cx="257400" cy="257760"/>
          </a:xfrm>
          <a:custGeom>
            <a:avLst/>
            <a:gdLst/>
            <a:ahLst/>
            <a:rect l="0" t="0" r="r" b="b"/>
            <a:pathLst>
              <a:path w="715" h="716">
                <a:moveTo>
                  <a:pt x="715" y="358"/>
                </a:moveTo>
                <a:cubicBezTo>
                  <a:pt x="715" y="382"/>
                  <a:pt x="713" y="405"/>
                  <a:pt x="709" y="428"/>
                </a:cubicBezTo>
                <a:cubicBezTo>
                  <a:pt x="704" y="451"/>
                  <a:pt x="697" y="474"/>
                  <a:pt x="688" y="495"/>
                </a:cubicBezTo>
                <a:cubicBezTo>
                  <a:pt x="679" y="517"/>
                  <a:pt x="668" y="538"/>
                  <a:pt x="655" y="557"/>
                </a:cubicBezTo>
                <a:cubicBezTo>
                  <a:pt x="642" y="577"/>
                  <a:pt x="627" y="595"/>
                  <a:pt x="611" y="611"/>
                </a:cubicBezTo>
                <a:cubicBezTo>
                  <a:pt x="594" y="628"/>
                  <a:pt x="576" y="643"/>
                  <a:pt x="557" y="656"/>
                </a:cubicBezTo>
                <a:cubicBezTo>
                  <a:pt x="537" y="669"/>
                  <a:pt x="517" y="680"/>
                  <a:pt x="495" y="689"/>
                </a:cubicBezTo>
                <a:cubicBezTo>
                  <a:pt x="473" y="698"/>
                  <a:pt x="451" y="705"/>
                  <a:pt x="428" y="709"/>
                </a:cubicBezTo>
                <a:cubicBezTo>
                  <a:pt x="405" y="714"/>
                  <a:pt x="382" y="716"/>
                  <a:pt x="358" y="716"/>
                </a:cubicBezTo>
                <a:cubicBezTo>
                  <a:pt x="335" y="716"/>
                  <a:pt x="312" y="714"/>
                  <a:pt x="289" y="709"/>
                </a:cubicBezTo>
                <a:cubicBezTo>
                  <a:pt x="265" y="705"/>
                  <a:pt x="242" y="698"/>
                  <a:pt x="221" y="689"/>
                </a:cubicBezTo>
                <a:cubicBezTo>
                  <a:pt x="199" y="680"/>
                  <a:pt x="178" y="669"/>
                  <a:pt x="159" y="656"/>
                </a:cubicBezTo>
                <a:cubicBezTo>
                  <a:pt x="139" y="643"/>
                  <a:pt x="121" y="628"/>
                  <a:pt x="105" y="611"/>
                </a:cubicBezTo>
                <a:cubicBezTo>
                  <a:pt x="88" y="595"/>
                  <a:pt x="73" y="577"/>
                  <a:pt x="60" y="557"/>
                </a:cubicBezTo>
                <a:cubicBezTo>
                  <a:pt x="47" y="538"/>
                  <a:pt x="36" y="517"/>
                  <a:pt x="27" y="495"/>
                </a:cubicBezTo>
                <a:cubicBezTo>
                  <a:pt x="18" y="474"/>
                  <a:pt x="11" y="451"/>
                  <a:pt x="7" y="428"/>
                </a:cubicBezTo>
                <a:cubicBezTo>
                  <a:pt x="2" y="405"/>
                  <a:pt x="0" y="382"/>
                  <a:pt x="0" y="358"/>
                </a:cubicBezTo>
                <a:cubicBezTo>
                  <a:pt x="0" y="334"/>
                  <a:pt x="2" y="311"/>
                  <a:pt x="7" y="288"/>
                </a:cubicBezTo>
                <a:cubicBezTo>
                  <a:pt x="11" y="265"/>
                  <a:pt x="18" y="242"/>
                  <a:pt x="27" y="221"/>
                </a:cubicBezTo>
                <a:cubicBezTo>
                  <a:pt x="36" y="199"/>
                  <a:pt x="47" y="179"/>
                  <a:pt x="60" y="159"/>
                </a:cubicBezTo>
                <a:cubicBezTo>
                  <a:pt x="73" y="139"/>
                  <a:pt x="88" y="121"/>
                  <a:pt x="105" y="105"/>
                </a:cubicBezTo>
                <a:cubicBezTo>
                  <a:pt x="121" y="88"/>
                  <a:pt x="139" y="73"/>
                  <a:pt x="159" y="60"/>
                </a:cubicBezTo>
                <a:cubicBezTo>
                  <a:pt x="178" y="47"/>
                  <a:pt x="199" y="36"/>
                  <a:pt x="221" y="27"/>
                </a:cubicBezTo>
                <a:cubicBezTo>
                  <a:pt x="242" y="18"/>
                  <a:pt x="265" y="12"/>
                  <a:pt x="289" y="7"/>
                </a:cubicBezTo>
                <a:cubicBezTo>
                  <a:pt x="312" y="2"/>
                  <a:pt x="335" y="0"/>
                  <a:pt x="358" y="0"/>
                </a:cubicBezTo>
                <a:cubicBezTo>
                  <a:pt x="382" y="0"/>
                  <a:pt x="405" y="2"/>
                  <a:pt x="428" y="7"/>
                </a:cubicBezTo>
                <a:cubicBezTo>
                  <a:pt x="451" y="12"/>
                  <a:pt x="473" y="18"/>
                  <a:pt x="495" y="27"/>
                </a:cubicBezTo>
                <a:cubicBezTo>
                  <a:pt x="517" y="36"/>
                  <a:pt x="537" y="47"/>
                  <a:pt x="557" y="60"/>
                </a:cubicBezTo>
                <a:cubicBezTo>
                  <a:pt x="576" y="73"/>
                  <a:pt x="594" y="88"/>
                  <a:pt x="611" y="105"/>
                </a:cubicBezTo>
                <a:cubicBezTo>
                  <a:pt x="627" y="121"/>
                  <a:pt x="642" y="139"/>
                  <a:pt x="655" y="159"/>
                </a:cubicBezTo>
                <a:cubicBezTo>
                  <a:pt x="668" y="179"/>
                  <a:pt x="679" y="199"/>
                  <a:pt x="688" y="221"/>
                </a:cubicBezTo>
                <a:cubicBezTo>
                  <a:pt x="697" y="242"/>
                  <a:pt x="704" y="265"/>
                  <a:pt x="709" y="288"/>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3453120" y="5943960"/>
            <a:ext cx="58680" cy="58680"/>
          </a:xfrm>
          <a:custGeom>
            <a:avLst/>
            <a:gdLst/>
            <a:ahLst/>
            <a:rect l="0" t="0" r="r" b="b"/>
            <a:pathLst>
              <a:path w="163" h="163">
                <a:moveTo>
                  <a:pt x="163" y="81"/>
                </a:moveTo>
                <a:cubicBezTo>
                  <a:pt x="163" y="92"/>
                  <a:pt x="161" y="102"/>
                  <a:pt x="156" y="112"/>
                </a:cubicBezTo>
                <a:cubicBezTo>
                  <a:pt x="152" y="122"/>
                  <a:pt x="146" y="131"/>
                  <a:pt x="138" y="138"/>
                </a:cubicBezTo>
                <a:cubicBezTo>
                  <a:pt x="130" y="146"/>
                  <a:pt x="122" y="152"/>
                  <a:pt x="112" y="157"/>
                </a:cubicBezTo>
                <a:cubicBezTo>
                  <a:pt x="102" y="161"/>
                  <a:pt x="92" y="163"/>
                  <a:pt x="81" y="163"/>
                </a:cubicBezTo>
                <a:cubicBezTo>
                  <a:pt x="70" y="163"/>
                  <a:pt x="60" y="161"/>
                  <a:pt x="50" y="157"/>
                </a:cubicBezTo>
                <a:cubicBezTo>
                  <a:pt x="40" y="152"/>
                  <a:pt x="31" y="146"/>
                  <a:pt x="24" y="138"/>
                </a:cubicBezTo>
                <a:cubicBezTo>
                  <a:pt x="16" y="131"/>
                  <a:pt x="10" y="122"/>
                  <a:pt x="6" y="112"/>
                </a:cubicBezTo>
                <a:cubicBezTo>
                  <a:pt x="2" y="102"/>
                  <a:pt x="0" y="92"/>
                  <a:pt x="0" y="81"/>
                </a:cubicBezTo>
                <a:cubicBezTo>
                  <a:pt x="0" y="71"/>
                  <a:pt x="2" y="60"/>
                  <a:pt x="6" y="50"/>
                </a:cubicBezTo>
                <a:cubicBezTo>
                  <a:pt x="10" y="40"/>
                  <a:pt x="16" y="32"/>
                  <a:pt x="24" y="24"/>
                </a:cubicBezTo>
                <a:cubicBezTo>
                  <a:pt x="31" y="16"/>
                  <a:pt x="40" y="11"/>
                  <a:pt x="50" y="7"/>
                </a:cubicBezTo>
                <a:cubicBezTo>
                  <a:pt x="60" y="2"/>
                  <a:pt x="70" y="0"/>
                  <a:pt x="81" y="0"/>
                </a:cubicBezTo>
                <a:cubicBezTo>
                  <a:pt x="92" y="0"/>
                  <a:pt x="102" y="2"/>
                  <a:pt x="112" y="7"/>
                </a:cubicBezTo>
                <a:cubicBezTo>
                  <a:pt x="122" y="11"/>
                  <a:pt x="130" y="16"/>
                  <a:pt x="138" y="24"/>
                </a:cubicBezTo>
                <a:cubicBezTo>
                  <a:pt x="146" y="32"/>
                  <a:pt x="152" y="40"/>
                  <a:pt x="156" y="50"/>
                </a:cubicBezTo>
                <a:cubicBezTo>
                  <a:pt x="161" y="60"/>
                  <a:pt x="163" y="71"/>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5" name=""/>
          <p:cNvSpPr/>
          <p:nvPr/>
        </p:nvSpPr>
        <p:spPr>
          <a:xfrm>
            <a:off x="3434760" y="601380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6" name=""/>
          <p:cNvSpPr/>
          <p:nvPr/>
        </p:nvSpPr>
        <p:spPr>
          <a:xfrm>
            <a:off x="3509280" y="5979960"/>
            <a:ext cx="44280" cy="74880"/>
          </a:xfrm>
          <a:custGeom>
            <a:avLst/>
            <a:gdLst/>
            <a:ahLst/>
            <a:rect l="0" t="0" r="r" b="b"/>
            <a:pathLst>
              <a:path w="123" h="208">
                <a:moveTo>
                  <a:pt x="24" y="0"/>
                </a:moveTo>
                <a:lnTo>
                  <a:pt x="99" y="0"/>
                </a:lnTo>
                <a:cubicBezTo>
                  <a:pt x="106" y="0"/>
                  <a:pt x="111" y="2"/>
                  <a:pt x="116" y="7"/>
                </a:cubicBezTo>
                <a:cubicBezTo>
                  <a:pt x="121" y="12"/>
                  <a:pt x="123" y="18"/>
                  <a:pt x="123" y="25"/>
                </a:cubicBezTo>
                <a:lnTo>
                  <a:pt x="123" y="184"/>
                </a:lnTo>
                <a:cubicBezTo>
                  <a:pt x="123" y="190"/>
                  <a:pt x="121" y="196"/>
                  <a:pt x="116" y="201"/>
                </a:cubicBezTo>
                <a:cubicBezTo>
                  <a:pt x="111" y="206"/>
                  <a:pt x="106" y="208"/>
                  <a:pt x="99" y="208"/>
                </a:cubicBezTo>
                <a:lnTo>
                  <a:pt x="24" y="208"/>
                </a:lnTo>
                <a:cubicBezTo>
                  <a:pt x="18" y="208"/>
                  <a:pt x="12" y="206"/>
                  <a:pt x="7" y="201"/>
                </a:cubicBezTo>
                <a:cubicBezTo>
                  <a:pt x="2" y="196"/>
                  <a:pt x="0" y="190"/>
                  <a:pt x="0" y="184"/>
                </a:cubicBezTo>
                <a:lnTo>
                  <a:pt x="0" y="25"/>
                </a:lnTo>
                <a:cubicBezTo>
                  <a:pt x="0" y="18"/>
                  <a:pt x="2" y="12"/>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3517920" y="5991480"/>
            <a:ext cx="27000" cy="47880"/>
          </a:xfrm>
          <a:custGeom>
            <a:avLst/>
            <a:gdLst/>
            <a:ahLst/>
            <a:rect l="0" t="0" r="r" b="b"/>
            <a:pathLst>
              <a:path w="75" h="133">
                <a:moveTo>
                  <a:pt x="12" y="0"/>
                </a:moveTo>
                <a:lnTo>
                  <a:pt x="63" y="0"/>
                </a:lnTo>
                <a:cubicBezTo>
                  <a:pt x="67" y="0"/>
                  <a:pt x="69" y="1"/>
                  <a:pt x="71" y="3"/>
                </a:cubicBezTo>
                <a:cubicBezTo>
                  <a:pt x="74" y="6"/>
                  <a:pt x="75" y="8"/>
                  <a:pt x="75" y="11"/>
                </a:cubicBezTo>
                <a:lnTo>
                  <a:pt x="75" y="121"/>
                </a:lnTo>
                <a:cubicBezTo>
                  <a:pt x="75" y="125"/>
                  <a:pt x="74" y="127"/>
                  <a:pt x="71" y="129"/>
                </a:cubicBezTo>
                <a:cubicBezTo>
                  <a:pt x="69" y="132"/>
                  <a:pt x="67" y="133"/>
                  <a:pt x="63" y="133"/>
                </a:cubicBezTo>
                <a:lnTo>
                  <a:pt x="12" y="133"/>
                </a:lnTo>
                <a:cubicBezTo>
                  <a:pt x="9" y="133"/>
                  <a:pt x="6" y="132"/>
                  <a:pt x="4" y="129"/>
                </a:cubicBezTo>
                <a:cubicBezTo>
                  <a:pt x="2" y="127"/>
                  <a:pt x="0" y="125"/>
                  <a:pt x="0" y="121"/>
                </a:cubicBezTo>
                <a:lnTo>
                  <a:pt x="0" y="11"/>
                </a:lnTo>
                <a:cubicBezTo>
                  <a:pt x="0" y="8"/>
                  <a:pt x="2" y="6"/>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8"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9"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0"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1"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2" name=""/>
          <p:cNvSpPr txBox="1"/>
          <p:nvPr/>
        </p:nvSpPr>
        <p:spPr>
          <a:xfrm>
            <a:off x="4057200" y="59518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33" name=""/>
          <p:cNvSpPr txBox="1"/>
          <p:nvPr/>
        </p:nvSpPr>
        <p:spPr>
          <a:xfrm>
            <a:off x="2511000" y="56145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34" name=""/>
          <p:cNvSpPr txBox="1"/>
          <p:nvPr/>
        </p:nvSpPr>
        <p:spPr>
          <a:xfrm>
            <a:off x="2651400" y="573660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35" name=""/>
          <p:cNvSpPr txBox="1"/>
          <p:nvPr/>
        </p:nvSpPr>
        <p:spPr>
          <a:xfrm>
            <a:off x="2797200" y="61657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36" name=""/>
          <p:cNvSpPr txBox="1"/>
          <p:nvPr/>
        </p:nvSpPr>
        <p:spPr>
          <a:xfrm>
            <a:off x="3291840" y="638532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37"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8"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39" name=""/>
          <p:cNvSpPr/>
          <p:nvPr/>
        </p:nvSpPr>
        <p:spPr>
          <a:xfrm>
            <a:off x="2148840" y="4033080"/>
            <a:ext cx="217080" cy="57960"/>
          </a:xfrm>
          <a:custGeom>
            <a:avLst/>
            <a:gdLst/>
            <a:ahLst/>
            <a:rect l="0" t="0" r="r" b="b"/>
            <a:pathLst>
              <a:path fill="none" w="603" h="161">
                <a:moveTo>
                  <a:pt x="0" y="66"/>
                </a:moveTo>
                <a:cubicBezTo>
                  <a:pt x="176" y="-47"/>
                  <a:pt x="377" y="-16"/>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0" name=""/>
          <p:cNvSpPr/>
          <p:nvPr/>
        </p:nvSpPr>
        <p:spPr>
          <a:xfrm>
            <a:off x="2256480" y="3986640"/>
            <a:ext cx="109440" cy="104400"/>
          </a:xfrm>
          <a:custGeom>
            <a:avLst/>
            <a:gdLst/>
            <a:ahLst/>
            <a:rect l="0" t="0" r="r" b="b"/>
            <a:pathLst>
              <a:path fill="none" w="304" h="290">
                <a:moveTo>
                  <a:pt x="207" y="0"/>
                </a:moveTo>
                <a:lnTo>
                  <a:pt x="304" y="290"/>
                </a:lnTo>
                <a:lnTo>
                  <a:pt x="0" y="268"/>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1" name=""/>
          <p:cNvSpPr/>
          <p:nvPr/>
        </p:nvSpPr>
        <p:spPr>
          <a:xfrm>
            <a:off x="2162520" y="4205880"/>
            <a:ext cx="203400" cy="100080"/>
          </a:xfrm>
          <a:custGeom>
            <a:avLst/>
            <a:gdLst/>
            <a:ahLst/>
            <a:rect l="0" t="0" r="r" b="b"/>
            <a:pathLst>
              <a:path fill="none" w="565" h="278">
                <a:moveTo>
                  <a:pt x="565" y="0"/>
                </a:moveTo>
                <a:cubicBezTo>
                  <a:pt x="451" y="226"/>
                  <a:pt x="263" y="314"/>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2" name=""/>
          <p:cNvSpPr/>
          <p:nvPr/>
        </p:nvSpPr>
        <p:spPr>
          <a:xfrm>
            <a:off x="2162520" y="425808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3" name=""/>
          <p:cNvSpPr/>
          <p:nvPr/>
        </p:nvSpPr>
        <p:spPr>
          <a:xfrm>
            <a:off x="2433240" y="3772440"/>
            <a:ext cx="217080" cy="217080"/>
          </a:xfrm>
          <a:custGeom>
            <a:avLst/>
            <a:gdLst/>
            <a:ahLst/>
            <a:rect l="0" t="0" r="r" b="b"/>
            <a:pathLst>
              <a:path w="603" h="603">
                <a:moveTo>
                  <a:pt x="603" y="302"/>
                </a:moveTo>
                <a:cubicBezTo>
                  <a:pt x="603" y="321"/>
                  <a:pt x="601" y="341"/>
                  <a:pt x="597" y="360"/>
                </a:cubicBezTo>
                <a:cubicBezTo>
                  <a:pt x="593" y="380"/>
                  <a:pt x="587" y="399"/>
                  <a:pt x="580"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9" y="587"/>
                  <a:pt x="380" y="593"/>
                  <a:pt x="360" y="597"/>
                </a:cubicBezTo>
                <a:cubicBezTo>
                  <a:pt x="341" y="601"/>
                  <a:pt x="321" y="603"/>
                  <a:pt x="302" y="603"/>
                </a:cubicBezTo>
                <a:cubicBezTo>
                  <a:pt x="282" y="603"/>
                  <a:pt x="262" y="601"/>
                  <a:pt x="243" y="597"/>
                </a:cubicBezTo>
                <a:cubicBezTo>
                  <a:pt x="224" y="593"/>
                  <a:pt x="205" y="587"/>
                  <a:pt x="187" y="580"/>
                </a:cubicBezTo>
                <a:cubicBezTo>
                  <a:pt x="168" y="572"/>
                  <a:pt x="150" y="563"/>
                  <a:pt x="134" y="552"/>
                </a:cubicBezTo>
                <a:cubicBezTo>
                  <a:pt x="117" y="541"/>
                  <a:pt x="102" y="528"/>
                  <a:pt x="88" y="514"/>
                </a:cubicBezTo>
                <a:cubicBezTo>
                  <a:pt x="74" y="500"/>
                  <a:pt x="62" y="485"/>
                  <a:pt x="51" y="469"/>
                </a:cubicBezTo>
                <a:cubicBezTo>
                  <a:pt x="40" y="452"/>
                  <a:pt x="30" y="435"/>
                  <a:pt x="23" y="417"/>
                </a:cubicBezTo>
                <a:cubicBezTo>
                  <a:pt x="15" y="399"/>
                  <a:pt x="10" y="380"/>
                  <a:pt x="6" y="360"/>
                </a:cubicBezTo>
                <a:cubicBezTo>
                  <a:pt x="2" y="341"/>
                  <a:pt x="0" y="321"/>
                  <a:pt x="0" y="302"/>
                </a:cubicBezTo>
                <a:cubicBezTo>
                  <a:pt x="0" y="282"/>
                  <a:pt x="2" y="262"/>
                  <a:pt x="6" y="243"/>
                </a:cubicBezTo>
                <a:cubicBezTo>
                  <a:pt x="10" y="223"/>
                  <a:pt x="15" y="205"/>
                  <a:pt x="23" y="186"/>
                </a:cubicBezTo>
                <a:cubicBezTo>
                  <a:pt x="30" y="168"/>
                  <a:pt x="40" y="151"/>
                  <a:pt x="51" y="134"/>
                </a:cubicBezTo>
                <a:cubicBezTo>
                  <a:pt x="62" y="118"/>
                  <a:pt x="74" y="103"/>
                  <a:pt x="88" y="89"/>
                </a:cubicBezTo>
                <a:cubicBezTo>
                  <a:pt x="102" y="75"/>
                  <a:pt x="117" y="62"/>
                  <a:pt x="134" y="51"/>
                </a:cubicBezTo>
                <a:cubicBezTo>
                  <a:pt x="150" y="40"/>
                  <a:pt x="168" y="30"/>
                  <a:pt x="187" y="23"/>
                </a:cubicBezTo>
                <a:cubicBezTo>
                  <a:pt x="205" y="15"/>
                  <a:pt x="224" y="9"/>
                  <a:pt x="243" y="5"/>
                </a:cubicBezTo>
                <a:cubicBezTo>
                  <a:pt x="262" y="2"/>
                  <a:pt x="282" y="0"/>
                  <a:pt x="302" y="0"/>
                </a:cubicBezTo>
                <a:cubicBezTo>
                  <a:pt x="321" y="0"/>
                  <a:pt x="341" y="2"/>
                  <a:pt x="360" y="5"/>
                </a:cubicBezTo>
                <a:cubicBezTo>
                  <a:pt x="380" y="9"/>
                  <a:pt x="399" y="15"/>
                  <a:pt x="417" y="23"/>
                </a:cubicBezTo>
                <a:cubicBezTo>
                  <a:pt x="435" y="30"/>
                  <a:pt x="452" y="40"/>
                  <a:pt x="469" y="51"/>
                </a:cubicBezTo>
                <a:cubicBezTo>
                  <a:pt x="485" y="62"/>
                  <a:pt x="500" y="75"/>
                  <a:pt x="514" y="89"/>
                </a:cubicBezTo>
                <a:cubicBezTo>
                  <a:pt x="528" y="103"/>
                  <a:pt x="541" y="118"/>
                  <a:pt x="552" y="134"/>
                </a:cubicBezTo>
                <a:cubicBezTo>
                  <a:pt x="563" y="151"/>
                  <a:pt x="572" y="168"/>
                  <a:pt x="580" y="186"/>
                </a:cubicBezTo>
                <a:cubicBezTo>
                  <a:pt x="587" y="205"/>
                  <a:pt x="593" y="223"/>
                  <a:pt x="597" y="243"/>
                </a:cubicBezTo>
                <a:cubicBezTo>
                  <a:pt x="601" y="262"/>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txBox="1"/>
          <p:nvPr/>
        </p:nvSpPr>
        <p:spPr>
          <a:xfrm>
            <a:off x="3455640" y="6520680"/>
            <a:ext cx="686520" cy="11628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45" name=""/>
          <p:cNvSpPr txBox="1"/>
          <p:nvPr/>
        </p:nvSpPr>
        <p:spPr>
          <a:xfrm>
            <a:off x="250056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46" name=""/>
          <p:cNvSpPr txBox="1"/>
          <p:nvPr/>
        </p:nvSpPr>
        <p:spPr>
          <a:xfrm>
            <a:off x="1776960" y="46216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47" name=""/>
          <p:cNvSpPr txBox="1"/>
          <p:nvPr/>
        </p:nvSpPr>
        <p:spPr>
          <a:xfrm>
            <a:off x="1934640" y="48045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48" name=""/>
          <p:cNvSpPr/>
          <p:nvPr/>
        </p:nvSpPr>
        <p:spPr>
          <a:xfrm>
            <a:off x="7314840" y="5038560"/>
            <a:ext cx="4343760" cy="1553040"/>
          </a:xfrm>
          <a:custGeom>
            <a:avLst/>
            <a:gdLst/>
            <a:ahLst/>
            <a:rect l="0" t="0" r="r" b="b"/>
            <a:pathLst>
              <a:path w="12066" h="4314">
                <a:moveTo>
                  <a:pt x="0" y="4314"/>
                </a:moveTo>
                <a:lnTo>
                  <a:pt x="0" y="0"/>
                </a:lnTo>
                <a:lnTo>
                  <a:pt x="11961" y="0"/>
                </a:lnTo>
                <a:cubicBezTo>
                  <a:pt x="11975" y="0"/>
                  <a:pt x="11988" y="3"/>
                  <a:pt x="12001" y="8"/>
                </a:cubicBezTo>
                <a:cubicBezTo>
                  <a:pt x="12014" y="13"/>
                  <a:pt x="12026" y="21"/>
                  <a:pt x="12035" y="31"/>
                </a:cubicBezTo>
                <a:cubicBezTo>
                  <a:pt x="12045" y="41"/>
                  <a:pt x="12053" y="52"/>
                  <a:pt x="12058" y="65"/>
                </a:cubicBezTo>
                <a:cubicBezTo>
                  <a:pt x="12064" y="78"/>
                  <a:pt x="12066" y="92"/>
                  <a:pt x="12066" y="106"/>
                </a:cubicBezTo>
                <a:lnTo>
                  <a:pt x="12066" y="4208"/>
                </a:lnTo>
                <a:cubicBezTo>
                  <a:pt x="12066" y="4222"/>
                  <a:pt x="12064" y="4235"/>
                  <a:pt x="12058" y="4248"/>
                </a:cubicBezTo>
                <a:cubicBezTo>
                  <a:pt x="12053" y="4261"/>
                  <a:pt x="12045" y="4273"/>
                  <a:pt x="12035" y="4283"/>
                </a:cubicBezTo>
                <a:cubicBezTo>
                  <a:pt x="12026" y="4293"/>
                  <a:pt x="12014" y="4300"/>
                  <a:pt x="12001" y="4306"/>
                </a:cubicBezTo>
                <a:cubicBezTo>
                  <a:pt x="11988" y="4311"/>
                  <a:pt x="11975" y="4314"/>
                  <a:pt x="11961" y="4314"/>
                </a:cubicBezTo>
                <a:lnTo>
                  <a:pt x="0" y="4314"/>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9" name=""/>
          <p:cNvSpPr/>
          <p:nvPr/>
        </p:nvSpPr>
        <p:spPr>
          <a:xfrm>
            <a:off x="7296120" y="503856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txBox="1"/>
          <p:nvPr/>
        </p:nvSpPr>
        <p:spPr>
          <a:xfrm>
            <a:off x="1617840" y="5024160"/>
            <a:ext cx="1258200" cy="11628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52"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53"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55"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56"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57"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58"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59"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61"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62"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64"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66" name=""/>
          <p:cNvSpPr txBox="1"/>
          <p:nvPr/>
        </p:nvSpPr>
        <p:spPr>
          <a:xfrm>
            <a:off x="7566480" y="35326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67"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7566480" y="38757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69" name=""/>
          <p:cNvSpPr txBox="1"/>
          <p:nvPr/>
        </p:nvSpPr>
        <p:spPr>
          <a:xfrm>
            <a:off x="7566480" y="4257360"/>
            <a:ext cx="604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70" name=""/>
          <p:cNvSpPr txBox="1"/>
          <p:nvPr/>
        </p:nvSpPr>
        <p:spPr>
          <a:xfrm>
            <a:off x="8169840" y="42663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71" name=""/>
          <p:cNvSpPr txBox="1"/>
          <p:nvPr/>
        </p:nvSpPr>
        <p:spPr>
          <a:xfrm>
            <a:off x="8741520" y="4257360"/>
            <a:ext cx="420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72" name=""/>
          <p:cNvSpPr txBox="1"/>
          <p:nvPr/>
        </p:nvSpPr>
        <p:spPr>
          <a:xfrm>
            <a:off x="9161280" y="42663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73" name=""/>
          <p:cNvSpPr txBox="1"/>
          <p:nvPr/>
        </p:nvSpPr>
        <p:spPr>
          <a:xfrm>
            <a:off x="7566480" y="460908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74" name=""/>
          <p:cNvSpPr txBox="1"/>
          <p:nvPr/>
        </p:nvSpPr>
        <p:spPr>
          <a:xfrm>
            <a:off x="7490520" y="517032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75" name=""/>
          <p:cNvSpPr txBox="1"/>
          <p:nvPr/>
        </p:nvSpPr>
        <p:spPr>
          <a:xfrm>
            <a:off x="7490520" y="54464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76" name=""/>
          <p:cNvSpPr txBox="1"/>
          <p:nvPr/>
        </p:nvSpPr>
        <p:spPr>
          <a:xfrm>
            <a:off x="7490520" y="57132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77" name=""/>
          <p:cNvSpPr txBox="1"/>
          <p:nvPr/>
        </p:nvSpPr>
        <p:spPr>
          <a:xfrm>
            <a:off x="7490520" y="598932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78" name=""/>
          <p:cNvSpPr txBox="1"/>
          <p:nvPr/>
        </p:nvSpPr>
        <p:spPr>
          <a:xfrm>
            <a:off x="8576280" y="59810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79" name=""/>
          <p:cNvSpPr txBox="1"/>
          <p:nvPr/>
        </p:nvSpPr>
        <p:spPr>
          <a:xfrm>
            <a:off x="8740440" y="598932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80" name=""/>
          <p:cNvSpPr txBox="1"/>
          <p:nvPr/>
        </p:nvSpPr>
        <p:spPr>
          <a:xfrm>
            <a:off x="7490520" y="6256080"/>
            <a:ext cx="182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533160" y="1466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552240" y="405756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1"/>
                </a:lnTo>
                <a:cubicBezTo>
                  <a:pt x="30851" y="1945"/>
                  <a:pt x="30849" y="1959"/>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405756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618840" y="18856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49"/>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49"/>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txBox="1"/>
          <p:nvPr/>
        </p:nvSpPr>
        <p:spPr>
          <a:xfrm>
            <a:off x="533520" y="95076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この開発サイクルのポイント</a:t>
            </a:r>
            <a:endParaRPr lang="en-US" sz="3000" b="0" u="none" strike="noStrike">
              <a:solidFill>
                <a:srgbClr val="000000"/>
              </a:solidFill>
              <a:effectLst/>
              <a:uFillTx/>
              <a:latin typeface="游明朝体"/>
            </a:endParaRPr>
          </a:p>
        </p:txBody>
      </p:sp>
      <p:sp>
        <p:nvSpPr>
          <p:cNvPr id="1690" name=""/>
          <p:cNvSpPr txBox="1"/>
          <p:nvPr/>
        </p:nvSpPr>
        <p:spPr>
          <a:xfrm>
            <a:off x="799920" y="179928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なぜ毎回プロンプトを⼊⼒し直さなくていいのか</a:t>
            </a:r>
            <a:r>
              <a:rPr lang="ja-JP" sz="1500" b="0" u="none" strike="noStrike">
                <a:solidFill>
                  <a:srgbClr val="24222B"/>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91" name=""/>
          <p:cNvSpPr txBox="1"/>
          <p:nvPr/>
        </p:nvSpPr>
        <p:spPr>
          <a:xfrm>
            <a:off x="799920" y="21420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92" name=""/>
          <p:cNvSpPr txBox="1"/>
          <p:nvPr/>
        </p:nvSpPr>
        <p:spPr>
          <a:xfrm>
            <a:off x="1371600" y="2133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93" name=""/>
          <p:cNvSpPr/>
          <p:nvPr/>
        </p:nvSpPr>
        <p:spPr>
          <a:xfrm>
            <a:off x="618840" y="26287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txBox="1"/>
          <p:nvPr/>
        </p:nvSpPr>
        <p:spPr>
          <a:xfrm>
            <a:off x="1544400" y="2142000"/>
            <a:ext cx="5715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95" name=""/>
          <p:cNvSpPr txBox="1"/>
          <p:nvPr/>
        </p:nvSpPr>
        <p:spPr>
          <a:xfrm>
            <a:off x="799920" y="2533320"/>
            <a:ext cx="63216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96" name=""/>
          <p:cNvSpPr txBox="1"/>
          <p:nvPr/>
        </p:nvSpPr>
        <p:spPr>
          <a:xfrm>
            <a:off x="1431360" y="2542320"/>
            <a:ext cx="6096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で閲覧するもの</a:t>
            </a:r>
            <a:r>
              <a:rPr lang="ja-JP" sz="1500" b="0" u="none" strike="noStrike">
                <a:solidFill>
                  <a:srgbClr val="24222B"/>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97" name=""/>
          <p:cNvSpPr txBox="1"/>
          <p:nvPr/>
        </p:nvSpPr>
        <p:spPr>
          <a:xfrm>
            <a:off x="7527600" y="253332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98" name=""/>
          <p:cNvSpPr txBox="1"/>
          <p:nvPr/>
        </p:nvSpPr>
        <p:spPr>
          <a:xfrm>
            <a:off x="7908120" y="25423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99" name=""/>
          <p:cNvSpPr/>
          <p:nvPr/>
        </p:nvSpPr>
        <p:spPr>
          <a:xfrm>
            <a:off x="618840" y="33717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txBox="1"/>
          <p:nvPr/>
        </p:nvSpPr>
        <p:spPr>
          <a:xfrm>
            <a:off x="799920" y="288504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701" name=""/>
          <p:cNvSpPr txBox="1"/>
          <p:nvPr/>
        </p:nvSpPr>
        <p:spPr>
          <a:xfrm>
            <a:off x="799920" y="328500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バイブコーディングとしての強み</a:t>
            </a:r>
            <a:r>
              <a:rPr lang="ja-JP" sz="1500" b="0" u="none" strike="noStrike">
                <a:solidFill>
                  <a:srgbClr val="24222B"/>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702" name=""/>
          <p:cNvSpPr txBox="1"/>
          <p:nvPr/>
        </p:nvSpPr>
        <p:spPr>
          <a:xfrm>
            <a:off x="799920" y="36280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703" name=""/>
          <p:cNvSpPr txBox="1"/>
          <p:nvPr/>
        </p:nvSpPr>
        <p:spPr>
          <a:xfrm>
            <a:off x="723960" y="4189320"/>
            <a:ext cx="18144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704" name=""/>
          <p:cNvSpPr txBox="1"/>
          <p:nvPr/>
        </p:nvSpPr>
        <p:spPr>
          <a:xfrm>
            <a:off x="2533680" y="418068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5" name=""/>
          <p:cNvSpPr txBox="1"/>
          <p:nvPr/>
        </p:nvSpPr>
        <p:spPr>
          <a:xfrm>
            <a:off x="2584080" y="418932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06" name=""/>
          <p:cNvSpPr txBox="1"/>
          <p:nvPr/>
        </p:nvSpPr>
        <p:spPr>
          <a:xfrm>
            <a:off x="2764800" y="418068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7" name=""/>
          <p:cNvSpPr txBox="1"/>
          <p:nvPr/>
        </p:nvSpPr>
        <p:spPr>
          <a:xfrm>
            <a:off x="2815200" y="4189320"/>
            <a:ext cx="1451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708" name=""/>
          <p:cNvSpPr txBox="1"/>
          <p:nvPr/>
        </p:nvSpPr>
        <p:spPr>
          <a:xfrm>
            <a:off x="4239360" y="418068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9" name=""/>
          <p:cNvSpPr txBox="1"/>
          <p:nvPr/>
        </p:nvSpPr>
        <p:spPr>
          <a:xfrm>
            <a:off x="4289760" y="418932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0" name=""/>
          <p:cNvSpPr txBox="1"/>
          <p:nvPr/>
        </p:nvSpPr>
        <p:spPr>
          <a:xfrm>
            <a:off x="4470840" y="4180680"/>
            <a:ext cx="625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711" name=""/>
          <p:cNvSpPr txBox="1"/>
          <p:nvPr/>
        </p:nvSpPr>
        <p:spPr>
          <a:xfrm>
            <a:off x="5094360" y="41893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712" name=""/>
          <p:cNvSpPr txBox="1"/>
          <p:nvPr/>
        </p:nvSpPr>
        <p:spPr>
          <a:xfrm>
            <a:off x="5637240" y="4180680"/>
            <a:ext cx="4006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713" name=""/>
          <p:cNvSpPr txBox="1"/>
          <p:nvPr/>
        </p:nvSpPr>
        <p:spPr>
          <a:xfrm>
            <a:off x="6036120" y="418932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714" name=""/>
          <p:cNvSpPr txBox="1"/>
          <p:nvPr/>
        </p:nvSpPr>
        <p:spPr>
          <a:xfrm>
            <a:off x="6941160" y="418068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5" name=""/>
          <p:cNvSpPr txBox="1"/>
          <p:nvPr/>
        </p:nvSpPr>
        <p:spPr>
          <a:xfrm>
            <a:off x="6991560" y="418932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6" name=""/>
          <p:cNvSpPr txBox="1"/>
          <p:nvPr/>
        </p:nvSpPr>
        <p:spPr>
          <a:xfrm>
            <a:off x="7172280" y="418068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7" name=""/>
          <p:cNvSpPr txBox="1"/>
          <p:nvPr/>
        </p:nvSpPr>
        <p:spPr>
          <a:xfrm>
            <a:off x="7222680" y="41893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718" name=""/>
          <p:cNvSpPr txBox="1"/>
          <p:nvPr/>
        </p:nvSpPr>
        <p:spPr>
          <a:xfrm>
            <a:off x="723960" y="445572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719" name=""/>
          <p:cNvSpPr txBox="1"/>
          <p:nvPr/>
        </p:nvSpPr>
        <p:spPr>
          <a:xfrm>
            <a:off x="533520" y="4971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1720" name=""/>
          <p:cNvSpPr txBox="1"/>
          <p:nvPr/>
        </p:nvSpPr>
        <p:spPr>
          <a:xfrm>
            <a:off x="914400" y="4962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721" name=""/>
          <p:cNvSpPr txBox="1"/>
          <p:nvPr/>
        </p:nvSpPr>
        <p:spPr>
          <a:xfrm>
            <a:off x="1020240" y="49712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2" name=""/>
          <p:cNvSpPr txBox="1"/>
          <p:nvPr/>
        </p:nvSpPr>
        <p:spPr>
          <a:xfrm>
            <a:off x="1211040" y="496224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723" name=""/>
          <p:cNvSpPr txBox="1"/>
          <p:nvPr/>
        </p:nvSpPr>
        <p:spPr>
          <a:xfrm>
            <a:off x="2329200" y="497124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4" name=""/>
          <p:cNvSpPr txBox="1"/>
          <p:nvPr/>
        </p:nvSpPr>
        <p:spPr>
          <a:xfrm>
            <a:off x="5834520" y="4962240"/>
            <a:ext cx="1663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1725" name=""/>
          <p:cNvSpPr txBox="1"/>
          <p:nvPr/>
        </p:nvSpPr>
        <p:spPr>
          <a:xfrm>
            <a:off x="7497720" y="49712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726" name=""/>
          <p:cNvSpPr txBox="1"/>
          <p:nvPr/>
        </p:nvSpPr>
        <p:spPr>
          <a:xfrm>
            <a:off x="7688160" y="4962240"/>
            <a:ext cx="34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1727" name=""/>
          <p:cNvSpPr txBox="1"/>
          <p:nvPr/>
        </p:nvSpPr>
        <p:spPr>
          <a:xfrm>
            <a:off x="8037360" y="4971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728" name=""/>
          <p:cNvSpPr txBox="1"/>
          <p:nvPr/>
        </p:nvSpPr>
        <p:spPr>
          <a:xfrm>
            <a:off x="8418600" y="49622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729" name=""/>
          <p:cNvSpPr txBox="1"/>
          <p:nvPr/>
        </p:nvSpPr>
        <p:spPr>
          <a:xfrm>
            <a:off x="9536760" y="49712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1730" name=""/>
          <p:cNvSpPr txBox="1"/>
          <p:nvPr/>
        </p:nvSpPr>
        <p:spPr>
          <a:xfrm>
            <a:off x="533520" y="52567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1731" name=""/>
          <p:cNvSpPr txBox="1"/>
          <p:nvPr/>
        </p:nvSpPr>
        <p:spPr>
          <a:xfrm>
            <a:off x="533520" y="5686200"/>
            <a:ext cx="553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https://qiita.com/minorun365/items/114f53def8cb0db60f47</a:t>
            </a:r>
            <a:endParaRPr lang="en-US" sz="1500" b="0" u="none" strike="noStrike">
              <a:solidFill>
                <a:srgbClr val="000000"/>
              </a:solidFill>
              <a:effectLst/>
              <a:uFillTx/>
              <a:latin typeface="游明朝体"/>
            </a:endParaRPr>
          </a:p>
        </p:txBody>
      </p:sp>
      <p:sp>
        <p:nvSpPr>
          <p:cNvPr id="173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