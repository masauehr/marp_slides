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エージェント）</a:t>
            </a:r>
            <a:endParaRPr lang="en-US" sz="3000" b="0" u="none" strike="noStrike">
              <a:solidFill>
                <a:srgbClr val="000000"/>
              </a:solidFill>
              <a:effectLst/>
              <a:uFillTx/>
              <a:latin typeface="游明朝体"/>
            </a:endParaRPr>
          </a:p>
        </p:txBody>
      </p:sp>
      <p:sp>
        <p:nvSpPr>
          <p:cNvPr id="3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7580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66840"/>
            <a:ext cx="3999960" cy="2437920"/>
          </a:xfrm>
          <a:prstGeom prst="rect">
            <a:avLst/>
          </a:prstGeom>
          <a:noFill/>
          <a:ln w="0">
            <a:noFill/>
          </a:ln>
        </p:spPr>
      </p:pic>
      <p:sp>
        <p:nvSpPr>
          <p:cNvPr id="4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76640"/>
            <a:ext cx="10953360" cy="3295440"/>
          </a:xfrm>
          <a:prstGeom prst="rect">
            <a:avLst/>
          </a:prstGeom>
          <a:noFill/>
          <a:ln w="0">
            <a:noFill/>
          </a:ln>
        </p:spPr>
      </p:pic>
      <p:sp>
        <p:nvSpPr>
          <p:cNvPr id="5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66840"/>
            <a:ext cx="2790360" cy="4571640"/>
          </a:xfrm>
          <a:prstGeom prst="rect">
            <a:avLst/>
          </a:prstGeom>
          <a:noFill/>
          <a:ln w="0">
            <a:noFill/>
          </a:ln>
        </p:spPr>
      </p:pic>
      <p:pic>
        <p:nvPicPr>
          <p:cNvPr id="596" name=""/>
          <p:cNvPicPr/>
          <p:nvPr/>
        </p:nvPicPr>
        <p:blipFill>
          <a:blip r:embed="rId2"/>
          <a:stretch/>
        </p:blipFill>
        <p:spPr>
          <a:xfrm>
            <a:off x="9001080" y="1266840"/>
            <a:ext cx="1999800" cy="4571640"/>
          </a:xfrm>
          <a:prstGeom prst="rect">
            <a:avLst/>
          </a:prstGeom>
          <a:noFill/>
          <a:ln w="0">
            <a:noFill/>
          </a:ln>
        </p:spPr>
      </p:pic>
      <p:sp>
        <p:nvSpPr>
          <p:cNvPr id="5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サーバー（</a:t>
            </a:r>
            <a:endParaRPr lang="en-US" sz="3000" b="0" u="none" strike="noStrike">
              <a:solidFill>
                <a:srgbClr val="000000"/>
              </a:solidFill>
              <a:effectLst/>
              <a:uFillTx/>
              <a:latin typeface="游明朝体"/>
            </a:endParaRPr>
          </a:p>
        </p:txBody>
      </p:sp>
      <p:sp>
        <p:nvSpPr>
          <p:cNvPr id="607" name=""/>
          <p:cNvSpPr txBox="1"/>
          <p:nvPr/>
        </p:nvSpPr>
        <p:spPr>
          <a:xfrm>
            <a:off x="644760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6904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6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66840"/>
            <a:ext cx="3400200" cy="3333240"/>
          </a:xfrm>
          <a:prstGeom prst="rect">
            <a:avLst/>
          </a:prstGeom>
          <a:noFill/>
          <a:ln w="0">
            <a:noFill/>
          </a:ln>
        </p:spPr>
      </p:pic>
      <p:pic>
        <p:nvPicPr>
          <p:cNvPr id="707" name=""/>
          <p:cNvPicPr/>
          <p:nvPr/>
        </p:nvPicPr>
        <p:blipFill>
          <a:blip r:embed="rId2"/>
          <a:stretch/>
        </p:blipFill>
        <p:spPr>
          <a:xfrm>
            <a:off x="8429760" y="1266840"/>
            <a:ext cx="3400200" cy="3333240"/>
          </a:xfrm>
          <a:prstGeom prst="rect">
            <a:avLst/>
          </a:prstGeom>
          <a:noFill/>
          <a:ln w="0">
            <a:noFill/>
          </a:ln>
        </p:spPr>
      </p:pic>
      <p:sp>
        <p:nvSpPr>
          <p:cNvPr id="7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で解決</a:t>
            </a:r>
            <a:endParaRPr lang="en-US" sz="3000" b="0" u="none" strike="noStrike">
              <a:solidFill>
                <a:srgbClr val="000000"/>
              </a:solidFill>
              <a:effectLst/>
              <a:uFillTx/>
              <a:latin typeface="游明朝体"/>
            </a:endParaRPr>
          </a:p>
        </p:txBody>
      </p:sp>
      <p:sp>
        <p:nvSpPr>
          <p:cNvPr id="7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695600"/>
            <a:ext cx="4952520" cy="281916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農業気象データによる太陽光発電量予測</a:t>
            </a:r>
            <a:endParaRPr lang="en-US" sz="3000" b="0" u="none" strike="noStrike">
              <a:solidFill>
                <a:srgbClr val="000000"/>
              </a:solidFill>
              <a:effectLst/>
              <a:uFillTx/>
              <a:latin typeface="游明朝体"/>
            </a:endParaRPr>
          </a:p>
        </p:txBody>
      </p:sp>
      <p:sp>
        <p:nvSpPr>
          <p:cNvPr id="8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8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61" name=""/>
          <p:cNvPicPr/>
          <p:nvPr/>
        </p:nvPicPr>
        <p:blipFill>
          <a:blip r:embed="rId1"/>
          <a:stretch/>
        </p:blipFill>
        <p:spPr>
          <a:xfrm>
            <a:off x="7496280" y="600120"/>
            <a:ext cx="2876040" cy="2856960"/>
          </a:xfrm>
          <a:prstGeom prst="rect">
            <a:avLst/>
          </a:prstGeom>
          <a:noFill/>
          <a:ln w="0">
            <a:noFill/>
          </a:ln>
        </p:spPr>
      </p:pic>
      <p:pic>
        <p:nvPicPr>
          <p:cNvPr id="862" name=""/>
          <p:cNvPicPr/>
          <p:nvPr/>
        </p:nvPicPr>
        <p:blipFill>
          <a:blip r:embed="rId2"/>
          <a:stretch/>
        </p:blipFill>
        <p:spPr>
          <a:xfrm>
            <a:off x="6486480" y="3533760"/>
            <a:ext cx="4895640" cy="2857320"/>
          </a:xfrm>
          <a:prstGeom prst="rect">
            <a:avLst/>
          </a:prstGeom>
          <a:noFill/>
          <a:ln w="0">
            <a:noFill/>
          </a:ln>
        </p:spPr>
      </p:pic>
      <p:sp>
        <p:nvSpPr>
          <p:cNvPr id="8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⾃宅太陽光発電量</a:t>
            </a:r>
            <a:endParaRPr lang="en-US" sz="3000" b="0" u="none" strike="noStrike">
              <a:solidFill>
                <a:srgbClr val="000000"/>
              </a:solidFill>
              <a:effectLst/>
              <a:uFillTx/>
              <a:latin typeface="游明朝体"/>
            </a:endParaRPr>
          </a:p>
        </p:txBody>
      </p:sp>
      <p:sp>
        <p:nvSpPr>
          <p:cNvPr id="8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機械学習予測</a:t>
            </a:r>
            <a:endParaRPr lang="en-US" sz="3000" b="0" u="none" strike="noStrike">
              <a:solidFill>
                <a:srgbClr val="000000"/>
              </a:solidFill>
              <a:effectLst/>
              <a:uFillTx/>
              <a:latin typeface="游明朝体"/>
            </a:endParaRPr>
          </a:p>
        </p:txBody>
      </p:sp>
      <p:sp>
        <p:nvSpPr>
          <p:cNvPr id="10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直近</a:t>
            </a:r>
            <a:endParaRPr lang="en-US" sz="1650" b="0" u="none" strike="noStrike">
              <a:solidFill>
                <a:srgbClr val="000000"/>
              </a:solidFill>
              <a:effectLst/>
              <a:uFillTx/>
              <a:latin typeface="游明朝体"/>
            </a:endParaRPr>
          </a:p>
        </p:txBody>
      </p:sp>
      <p:sp>
        <p:nvSpPr>
          <p:cNvPr id="10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⽇間の発電量予測（最終更新</a:t>
            </a:r>
            <a:endParaRPr lang="en-US" sz="1650" b="0" u="none" strike="noStrike">
              <a:solidFill>
                <a:srgbClr val="000000"/>
              </a:solidFill>
              <a:effectLst/>
              <a:uFillTx/>
              <a:latin typeface="游明朝体"/>
            </a:endParaRPr>
          </a:p>
        </p:txBody>
      </p:sp>
      <p:sp>
        <p:nvSpPr>
          <p:cNvPr id="10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a:t>
            </a:r>
            <a:endParaRPr lang="en-US" sz="1650" b="0" u="none" strike="noStrike">
              <a:solidFill>
                <a:srgbClr val="000000"/>
              </a:solidFill>
              <a:effectLst/>
              <a:uFillTx/>
              <a:latin typeface="游明朝体"/>
            </a:endParaRPr>
          </a:p>
        </p:txBody>
      </p:sp>
      <p:sp>
        <p:nvSpPr>
          <p:cNvPr id="10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1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1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1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1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1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1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1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1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1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1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1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1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1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34" name=""/>
          <p:cNvSpPr txBox="1"/>
          <p:nvPr/>
        </p:nvSpPr>
        <p:spPr>
          <a:xfrm>
            <a:off x="48474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39" name=""/>
          <p:cNvPicPr/>
          <p:nvPr/>
        </p:nvPicPr>
        <p:blipFill>
          <a:blip r:embed="rId1"/>
          <a:stretch/>
        </p:blipFill>
        <p:spPr>
          <a:xfrm>
            <a:off x="6210360" y="1704960"/>
            <a:ext cx="5447880" cy="3362040"/>
          </a:xfrm>
          <a:prstGeom prst="rect">
            <a:avLst/>
          </a:prstGeom>
          <a:noFill/>
          <a:ln w="0">
            <a:noFill/>
          </a:ln>
        </p:spPr>
      </p:pic>
      <p:sp>
        <p:nvSpPr>
          <p:cNvPr id="11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運⽤を通じた説明変数の⾒直し</a:t>
            </a:r>
            <a:endParaRPr lang="en-US" sz="3000" b="0" u="none" strike="noStrike">
              <a:solidFill>
                <a:srgbClr val="000000"/>
              </a:solidFill>
              <a:effectLst/>
              <a:uFillTx/>
              <a:latin typeface="游明朝体"/>
            </a:endParaRPr>
          </a:p>
        </p:txBody>
      </p:sp>
      <p:sp>
        <p:nvSpPr>
          <p:cNvPr id="11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50" name=""/>
          <p:cNvSpPr txBox="1"/>
          <p:nvPr/>
        </p:nvSpPr>
        <p:spPr>
          <a:xfrm>
            <a:off x="44024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51" name=""/>
          <p:cNvSpPr txBox="1"/>
          <p:nvPr/>
        </p:nvSpPr>
        <p:spPr>
          <a:xfrm>
            <a:off x="45752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モデル変遷</a:t>
            </a:r>
            <a:endParaRPr lang="en-US" sz="1650" b="0" u="none" strike="noStrike">
              <a:solidFill>
                <a:srgbClr val="000000"/>
              </a:solidFill>
              <a:effectLst/>
              <a:uFillTx/>
              <a:latin typeface="游明朝体"/>
            </a:endParaRPr>
          </a:p>
        </p:txBody>
      </p:sp>
      <p:sp>
        <p:nvSpPr>
          <p:cNvPr id="12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3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3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3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3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3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3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3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3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3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3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3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3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現⾏モデル（</a:t>
            </a:r>
            <a:endParaRPr lang="en-US" sz="3000" b="0" u="none" strike="noStrike">
              <a:solidFill>
                <a:srgbClr val="000000"/>
              </a:solidFill>
              <a:effectLst/>
              <a:uFillTx/>
              <a:latin typeface="游明朝体"/>
            </a:endParaRPr>
          </a:p>
        </p:txBody>
      </p:sp>
      <p:sp>
        <p:nvSpPr>
          <p:cNvPr id="13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並⾏稼働）</a:t>
            </a:r>
            <a:endParaRPr lang="en-US" sz="3000" b="0" u="none" strike="noStrike">
              <a:solidFill>
                <a:srgbClr val="000000"/>
              </a:solidFill>
              <a:effectLst/>
              <a:uFillTx/>
              <a:latin typeface="游明朝体"/>
            </a:endParaRPr>
          </a:p>
        </p:txBody>
      </p:sp>
      <p:sp>
        <p:nvSpPr>
          <p:cNvPr id="14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81" name=""/>
          <p:cNvSpPr txBox="1"/>
          <p:nvPr/>
        </p:nvSpPr>
        <p:spPr>
          <a:xfrm>
            <a:off x="31834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82" name=""/>
          <p:cNvSpPr txBox="1"/>
          <p:nvPr/>
        </p:nvSpPr>
        <p:spPr>
          <a:xfrm>
            <a:off x="34376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5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5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5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5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504" name=""/>
          <p:cNvPicPr/>
          <p:nvPr/>
        </p:nvPicPr>
        <p:blipFill>
          <a:blip r:embed="rId1"/>
          <a:stretch/>
        </p:blipFill>
        <p:spPr>
          <a:xfrm>
            <a:off x="7296120" y="1704960"/>
            <a:ext cx="4362120" cy="1352160"/>
          </a:xfrm>
          <a:prstGeom prst="rect">
            <a:avLst/>
          </a:prstGeom>
          <a:noFill/>
          <a:ln w="0">
            <a:noFill/>
          </a:ln>
        </p:spPr>
      </p:pic>
      <p:sp>
        <p:nvSpPr>
          <p:cNvPr id="15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5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507" name=""/>
          <p:cNvPicPr/>
          <p:nvPr/>
        </p:nvPicPr>
        <p:blipFill>
          <a:blip r:embed="rId2"/>
          <a:stretch/>
        </p:blipFill>
        <p:spPr>
          <a:xfrm>
            <a:off x="7296120" y="3724200"/>
            <a:ext cx="4362120" cy="1352160"/>
          </a:xfrm>
          <a:prstGeom prst="rect">
            <a:avLst/>
          </a:prstGeom>
          <a:noFill/>
          <a:ln w="0">
            <a:noFill/>
          </a:ln>
        </p:spPr>
      </p:pic>
      <p:sp>
        <p:nvSpPr>
          <p:cNvPr id="15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5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5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5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0" name=""/>
          <p:cNvSpPr/>
          <p:nvPr/>
        </p:nvSpPr>
        <p:spPr>
          <a:xfrm>
            <a:off x="533160" y="1276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1" name=""/>
          <p:cNvSpPr/>
          <p:nvPr/>
        </p:nvSpPr>
        <p:spPr>
          <a:xfrm>
            <a:off x="552240" y="2800080"/>
            <a:ext cx="11106360" cy="1229040"/>
          </a:xfrm>
          <a:custGeom>
            <a:avLst/>
            <a:gdLst/>
            <a:ahLst/>
            <a:rect l="0" t="0" r="r" b="b"/>
            <a:pathLst>
              <a:path w="30851" h="3414">
                <a:moveTo>
                  <a:pt x="0" y="3309"/>
                </a:moveTo>
                <a:lnTo>
                  <a:pt x="0" y="106"/>
                </a:lnTo>
                <a:cubicBezTo>
                  <a:pt x="0" y="92"/>
                  <a:pt x="1" y="79"/>
                  <a:pt x="4" y="66"/>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3309"/>
                </a:lnTo>
                <a:cubicBezTo>
                  <a:pt x="30851" y="3323"/>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3"/>
                  <a:pt x="0" y="3309"/>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2" name=""/>
          <p:cNvSpPr/>
          <p:nvPr/>
        </p:nvSpPr>
        <p:spPr>
          <a:xfrm>
            <a:off x="533160" y="280008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552240" y="5124240"/>
            <a:ext cx="11106360" cy="1010160"/>
          </a:xfrm>
          <a:custGeom>
            <a:avLst/>
            <a:gdLst/>
            <a:ahLst/>
            <a:rect l="0" t="0" r="r" b="b"/>
            <a:pathLst>
              <a:path w="30851" h="2806">
                <a:moveTo>
                  <a:pt x="0" y="2806"/>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2700"/>
                </a:lnTo>
                <a:cubicBezTo>
                  <a:pt x="30851" y="2714"/>
                  <a:pt x="30849" y="2727"/>
                  <a:pt x="30843" y="2740"/>
                </a:cubicBezTo>
                <a:cubicBezTo>
                  <a:pt x="30838" y="2753"/>
                  <a:pt x="30830" y="2765"/>
                  <a:pt x="30820" y="2775"/>
                </a:cubicBezTo>
                <a:cubicBezTo>
                  <a:pt x="30811" y="2785"/>
                  <a:pt x="30799" y="2792"/>
                  <a:pt x="30786" y="2798"/>
                </a:cubicBezTo>
                <a:cubicBezTo>
                  <a:pt x="30773" y="2803"/>
                  <a:pt x="30760" y="2806"/>
                  <a:pt x="3074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4" name=""/>
          <p:cNvSpPr/>
          <p:nvPr/>
        </p:nvSpPr>
        <p:spPr>
          <a:xfrm>
            <a:off x="533160" y="512424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152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527" name=""/>
          <p:cNvSpPr/>
          <p:nvPr/>
        </p:nvSpPr>
        <p:spPr>
          <a:xfrm>
            <a:off x="618840" y="168588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」という⾔葉の由来</a:t>
            </a:r>
            <a:endParaRPr lang="en-US" sz="3000" b="0" u="none" strike="noStrike">
              <a:solidFill>
                <a:srgbClr val="000000"/>
              </a:solidFill>
              <a:effectLst/>
              <a:uFillTx/>
              <a:latin typeface="游明朝体"/>
            </a:endParaRPr>
          </a:p>
        </p:txBody>
      </p:sp>
      <p:sp>
        <p:nvSpPr>
          <p:cNvPr id="1529" name=""/>
          <p:cNvSpPr txBox="1"/>
          <p:nvPr/>
        </p:nvSpPr>
        <p:spPr>
          <a:xfrm>
            <a:off x="799920" y="159012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30" name=""/>
          <p:cNvSpPr txBox="1"/>
          <p:nvPr/>
        </p:nvSpPr>
        <p:spPr>
          <a:xfrm>
            <a:off x="1223640" y="1599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31" name=""/>
          <p:cNvSpPr txBox="1"/>
          <p:nvPr/>
        </p:nvSpPr>
        <p:spPr>
          <a:xfrm>
            <a:off x="14144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32" name=""/>
          <p:cNvSpPr txBox="1"/>
          <p:nvPr/>
        </p:nvSpPr>
        <p:spPr>
          <a:xfrm>
            <a:off x="1520280" y="1599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33" name=""/>
          <p:cNvSpPr txBox="1"/>
          <p:nvPr/>
        </p:nvSpPr>
        <p:spPr>
          <a:xfrm>
            <a:off x="190116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34" name=""/>
          <p:cNvSpPr txBox="1"/>
          <p:nvPr/>
        </p:nvSpPr>
        <p:spPr>
          <a:xfrm>
            <a:off x="2073960" y="159912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35" name=""/>
          <p:cNvSpPr txBox="1"/>
          <p:nvPr/>
        </p:nvSpPr>
        <p:spPr>
          <a:xfrm>
            <a:off x="5306760" y="159012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36" name=""/>
          <p:cNvSpPr txBox="1"/>
          <p:nvPr/>
        </p:nvSpPr>
        <p:spPr>
          <a:xfrm>
            <a:off x="5962680" y="15991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37" name=""/>
          <p:cNvSpPr txBox="1"/>
          <p:nvPr/>
        </p:nvSpPr>
        <p:spPr>
          <a:xfrm>
            <a:off x="6724800" y="159012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38" name=""/>
          <p:cNvSpPr txBox="1"/>
          <p:nvPr/>
        </p:nvSpPr>
        <p:spPr>
          <a:xfrm>
            <a:off x="7363440" y="15991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39" name=""/>
          <p:cNvSpPr txBox="1"/>
          <p:nvPr/>
        </p:nvSpPr>
        <p:spPr>
          <a:xfrm>
            <a:off x="86972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40" name=""/>
          <p:cNvSpPr/>
          <p:nvPr/>
        </p:nvSpPr>
        <p:spPr>
          <a:xfrm>
            <a:off x="618840" y="20761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7"/>
                  <a:pt x="90" y="160"/>
                  <a:pt x="80" y="160"/>
                </a:cubicBezTo>
                <a:cubicBezTo>
                  <a:pt x="69" y="160"/>
                  <a:pt x="59" y="157"/>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txBox="1"/>
          <p:nvPr/>
        </p:nvSpPr>
        <p:spPr>
          <a:xfrm>
            <a:off x="8813520" y="159912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42" name=""/>
          <p:cNvSpPr txBox="1"/>
          <p:nvPr/>
        </p:nvSpPr>
        <p:spPr>
          <a:xfrm>
            <a:off x="79992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43" name=""/>
          <p:cNvSpPr txBox="1"/>
          <p:nvPr/>
        </p:nvSpPr>
        <p:spPr>
          <a:xfrm>
            <a:off x="6015960" y="1980720"/>
            <a:ext cx="35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44" name=""/>
          <p:cNvSpPr txBox="1"/>
          <p:nvPr/>
        </p:nvSpPr>
        <p:spPr>
          <a:xfrm>
            <a:off x="636876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45" name=""/>
          <p:cNvSpPr txBox="1"/>
          <p:nvPr/>
        </p:nvSpPr>
        <p:spPr>
          <a:xfrm>
            <a:off x="799920" y="233280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46" name=""/>
          <p:cNvSpPr txBox="1"/>
          <p:nvPr/>
        </p:nvSpPr>
        <p:spPr>
          <a:xfrm>
            <a:off x="762120" y="29800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47" name=""/>
          <p:cNvSpPr txBox="1"/>
          <p:nvPr/>
        </p:nvSpPr>
        <p:spPr>
          <a:xfrm>
            <a:off x="762120" y="3237120"/>
            <a:ext cx="4631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48" name=""/>
          <p:cNvSpPr/>
          <p:nvPr/>
        </p:nvSpPr>
        <p:spPr>
          <a:xfrm>
            <a:off x="618840" y="43812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txBox="1"/>
          <p:nvPr/>
        </p:nvSpPr>
        <p:spPr>
          <a:xfrm>
            <a:off x="762120" y="34945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50" name=""/>
          <p:cNvSpPr/>
          <p:nvPr/>
        </p:nvSpPr>
        <p:spPr>
          <a:xfrm>
            <a:off x="618840" y="478152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txBox="1"/>
          <p:nvPr/>
        </p:nvSpPr>
        <p:spPr>
          <a:xfrm>
            <a:off x="799920" y="429480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提唱者本⼈が「</a:t>
            </a:r>
            <a:r>
              <a:rPr lang="ja-JP" sz="1500" b="1" u="none" strike="noStrike">
                <a:solidFill>
                  <a:srgbClr val="E87BA4"/>
                </a:solidFill>
                <a:effectLst/>
                <a:uFillTx/>
                <a:latin typeface="HiraginoSans-W5"/>
                <a:ea typeface="HiraginoSans-W5"/>
              </a:rPr>
              <a:t>使い捨ての週末プロジェクト向け</a:t>
            </a:r>
            <a:r>
              <a:rPr lang="ja-JP" sz="1500" b="0" u="none" strike="noStrike">
                <a:solidFill>
                  <a:srgbClr val="24222B"/>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52" name=""/>
          <p:cNvSpPr txBox="1"/>
          <p:nvPr/>
        </p:nvSpPr>
        <p:spPr>
          <a:xfrm>
            <a:off x="799920" y="469476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コードを⼀⾏ずつ書くのではなく、</a:t>
            </a:r>
            <a:r>
              <a:rPr lang="ja-JP" sz="1500" b="1" u="none" strike="noStrike">
                <a:solidFill>
                  <a:srgbClr val="E87BA4"/>
                </a:solidFill>
                <a:effectLst/>
                <a:uFillTx/>
                <a:latin typeface="HiraginoSans-W5"/>
                <a:ea typeface="HiraginoSans-W5"/>
              </a:rPr>
              <a:t>⾒て・⾔って・動かして・貼り付ける</a:t>
            </a:r>
            <a:r>
              <a:rPr lang="ja-JP" sz="1500" b="0" u="none" strike="noStrike">
                <a:solidFill>
                  <a:srgbClr val="24222B"/>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53" name=""/>
          <p:cNvSpPr txBox="1"/>
          <p:nvPr/>
        </p:nvSpPr>
        <p:spPr>
          <a:xfrm>
            <a:off x="723960" y="525600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54" name=""/>
          <p:cNvSpPr txBox="1"/>
          <p:nvPr/>
        </p:nvSpPr>
        <p:spPr>
          <a:xfrm>
            <a:off x="1447920" y="52473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5" name=""/>
          <p:cNvSpPr txBox="1"/>
          <p:nvPr/>
        </p:nvSpPr>
        <p:spPr>
          <a:xfrm>
            <a:off x="1548360" y="5256000"/>
            <a:ext cx="7255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5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5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59" name=""/>
          <p:cNvSpPr txBox="1"/>
          <p:nvPr/>
        </p:nvSpPr>
        <p:spPr>
          <a:xfrm>
            <a:off x="723960" y="579888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6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5" name=""/>
          <p:cNvSpPr/>
          <p:nvPr/>
        </p:nvSpPr>
        <p:spPr>
          <a:xfrm>
            <a:off x="552240" y="601020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2"/>
                </a:lnTo>
                <a:cubicBezTo>
                  <a:pt x="30851" y="1946"/>
                  <a:pt x="30849" y="1960"/>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6" name=""/>
          <p:cNvSpPr/>
          <p:nvPr/>
        </p:nvSpPr>
        <p:spPr>
          <a:xfrm>
            <a:off x="533160" y="601020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7"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68" name=""/>
          <p:cNvSpPr/>
          <p:nvPr/>
        </p:nvSpPr>
        <p:spPr>
          <a:xfrm>
            <a:off x="1514520" y="1266480"/>
            <a:ext cx="4572000" cy="4372560"/>
          </a:xfrm>
          <a:custGeom>
            <a:avLst/>
            <a:gdLst/>
            <a:ahLst/>
            <a:rect l="0" t="0" r="r" b="b"/>
            <a:pathLst>
              <a:path w="12700" h="12146">
                <a:moveTo>
                  <a:pt x="0" y="0"/>
                </a:moveTo>
                <a:lnTo>
                  <a:pt x="12700" y="0"/>
                </a:lnTo>
                <a:lnTo>
                  <a:pt x="12700" y="12146"/>
                </a:lnTo>
                <a:lnTo>
                  <a:pt x="0" y="1214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9" name=""/>
          <p:cNvSpPr/>
          <p:nvPr/>
        </p:nvSpPr>
        <p:spPr>
          <a:xfrm>
            <a:off x="4150080" y="2322720"/>
            <a:ext cx="780480" cy="646200"/>
          </a:xfrm>
          <a:custGeom>
            <a:avLst/>
            <a:gdLst/>
            <a:ahLst/>
            <a:rect l="0" t="0" r="r" b="b"/>
            <a:pathLst>
              <a:path w="2168" h="1795">
                <a:moveTo>
                  <a:pt x="20" y="0"/>
                </a:moveTo>
                <a:lnTo>
                  <a:pt x="40" y="2"/>
                </a:lnTo>
                <a:cubicBezTo>
                  <a:pt x="45" y="3"/>
                  <a:pt x="49" y="5"/>
                  <a:pt x="52" y="9"/>
                </a:cubicBezTo>
                <a:cubicBezTo>
                  <a:pt x="55" y="13"/>
                  <a:pt x="57" y="18"/>
                  <a:pt x="56" y="23"/>
                </a:cubicBezTo>
                <a:cubicBezTo>
                  <a:pt x="56" y="28"/>
                  <a:pt x="53" y="32"/>
                  <a:pt x="49" y="35"/>
                </a:cubicBezTo>
                <a:cubicBezTo>
                  <a:pt x="45" y="38"/>
                  <a:pt x="41" y="40"/>
                  <a:pt x="36" y="39"/>
                </a:cubicBezTo>
                <a:lnTo>
                  <a:pt x="16" y="37"/>
                </a:lnTo>
                <a:cubicBezTo>
                  <a:pt x="11" y="36"/>
                  <a:pt x="7" y="34"/>
                  <a:pt x="4" y="30"/>
                </a:cubicBezTo>
                <a:cubicBezTo>
                  <a:pt x="0" y="26"/>
                  <a:pt x="-1" y="22"/>
                  <a:pt x="0" y="16"/>
                </a:cubicBezTo>
                <a:cubicBezTo>
                  <a:pt x="0" y="11"/>
                  <a:pt x="3" y="7"/>
                  <a:pt x="7" y="4"/>
                </a:cubicBezTo>
                <a:cubicBezTo>
                  <a:pt x="11" y="1"/>
                  <a:pt x="15" y="-1"/>
                  <a:pt x="20" y="0"/>
                </a:cubicBezTo>
                <a:moveTo>
                  <a:pt x="174" y="19"/>
                </a:moveTo>
                <a:lnTo>
                  <a:pt x="193" y="22"/>
                </a:lnTo>
                <a:cubicBezTo>
                  <a:pt x="198" y="23"/>
                  <a:pt x="202" y="25"/>
                  <a:pt x="205" y="29"/>
                </a:cubicBezTo>
                <a:cubicBezTo>
                  <a:pt x="208" y="33"/>
                  <a:pt x="209" y="38"/>
                  <a:pt x="209" y="43"/>
                </a:cubicBezTo>
                <a:cubicBezTo>
                  <a:pt x="208" y="48"/>
                  <a:pt x="205" y="52"/>
                  <a:pt x="201" y="55"/>
                </a:cubicBezTo>
                <a:cubicBezTo>
                  <a:pt x="197" y="59"/>
                  <a:pt x="193" y="60"/>
                  <a:pt x="187" y="59"/>
                </a:cubicBezTo>
                <a:lnTo>
                  <a:pt x="169" y="56"/>
                </a:lnTo>
                <a:cubicBezTo>
                  <a:pt x="164" y="56"/>
                  <a:pt x="159" y="53"/>
                  <a:pt x="156" y="49"/>
                </a:cubicBezTo>
                <a:cubicBezTo>
                  <a:pt x="153" y="45"/>
                  <a:pt x="152" y="40"/>
                  <a:pt x="153" y="35"/>
                </a:cubicBezTo>
                <a:cubicBezTo>
                  <a:pt x="154" y="30"/>
                  <a:pt x="156" y="26"/>
                  <a:pt x="160" y="23"/>
                </a:cubicBezTo>
                <a:cubicBezTo>
                  <a:pt x="164" y="20"/>
                  <a:pt x="169" y="19"/>
                  <a:pt x="174" y="19"/>
                </a:cubicBezTo>
                <a:moveTo>
                  <a:pt x="322" y="43"/>
                </a:moveTo>
                <a:lnTo>
                  <a:pt x="340" y="47"/>
                </a:lnTo>
                <a:cubicBezTo>
                  <a:pt x="345" y="48"/>
                  <a:pt x="349" y="50"/>
                  <a:pt x="352" y="54"/>
                </a:cubicBezTo>
                <a:cubicBezTo>
                  <a:pt x="355" y="59"/>
                  <a:pt x="356" y="63"/>
                  <a:pt x="355" y="68"/>
                </a:cubicBezTo>
                <a:cubicBezTo>
                  <a:pt x="354" y="73"/>
                  <a:pt x="352" y="77"/>
                  <a:pt x="348" y="80"/>
                </a:cubicBezTo>
                <a:cubicBezTo>
                  <a:pt x="343" y="83"/>
                  <a:pt x="339" y="84"/>
                  <a:pt x="334" y="83"/>
                </a:cubicBezTo>
                <a:lnTo>
                  <a:pt x="316" y="80"/>
                </a:lnTo>
                <a:cubicBezTo>
                  <a:pt x="310" y="79"/>
                  <a:pt x="306" y="77"/>
                  <a:pt x="304" y="72"/>
                </a:cubicBezTo>
                <a:cubicBezTo>
                  <a:pt x="301" y="68"/>
                  <a:pt x="300" y="63"/>
                  <a:pt x="301" y="58"/>
                </a:cubicBezTo>
                <a:cubicBezTo>
                  <a:pt x="301" y="53"/>
                  <a:pt x="304" y="49"/>
                  <a:pt x="308" y="46"/>
                </a:cubicBezTo>
                <a:cubicBezTo>
                  <a:pt x="313" y="43"/>
                  <a:pt x="317" y="42"/>
                  <a:pt x="322" y="43"/>
                </a:cubicBezTo>
                <a:moveTo>
                  <a:pt x="466" y="72"/>
                </a:moveTo>
                <a:lnTo>
                  <a:pt x="485" y="76"/>
                </a:lnTo>
                <a:cubicBezTo>
                  <a:pt x="490" y="77"/>
                  <a:pt x="494" y="80"/>
                  <a:pt x="496" y="84"/>
                </a:cubicBezTo>
                <a:cubicBezTo>
                  <a:pt x="499" y="89"/>
                  <a:pt x="500" y="93"/>
                  <a:pt x="499" y="98"/>
                </a:cubicBezTo>
                <a:cubicBezTo>
                  <a:pt x="498" y="103"/>
                  <a:pt x="495" y="107"/>
                  <a:pt x="491" y="110"/>
                </a:cubicBezTo>
                <a:cubicBezTo>
                  <a:pt x="486" y="113"/>
                  <a:pt x="482" y="114"/>
                  <a:pt x="476" y="113"/>
                </a:cubicBezTo>
                <a:lnTo>
                  <a:pt x="458" y="108"/>
                </a:lnTo>
                <a:cubicBezTo>
                  <a:pt x="453" y="107"/>
                  <a:pt x="449" y="105"/>
                  <a:pt x="446" y="100"/>
                </a:cubicBezTo>
                <a:cubicBezTo>
                  <a:pt x="443" y="96"/>
                  <a:pt x="442" y="91"/>
                  <a:pt x="444" y="86"/>
                </a:cubicBezTo>
                <a:cubicBezTo>
                  <a:pt x="445" y="81"/>
                  <a:pt x="447" y="77"/>
                  <a:pt x="452" y="74"/>
                </a:cubicBezTo>
                <a:cubicBezTo>
                  <a:pt x="456" y="72"/>
                  <a:pt x="461" y="71"/>
                  <a:pt x="466" y="72"/>
                </a:cubicBezTo>
                <a:moveTo>
                  <a:pt x="616" y="109"/>
                </a:moveTo>
                <a:lnTo>
                  <a:pt x="634" y="114"/>
                </a:lnTo>
                <a:cubicBezTo>
                  <a:pt x="639" y="115"/>
                  <a:pt x="643" y="118"/>
                  <a:pt x="646" y="122"/>
                </a:cubicBezTo>
                <a:cubicBezTo>
                  <a:pt x="648" y="127"/>
                  <a:pt x="649" y="132"/>
                  <a:pt x="647" y="137"/>
                </a:cubicBezTo>
                <a:cubicBezTo>
                  <a:pt x="646" y="142"/>
                  <a:pt x="643" y="145"/>
                  <a:pt x="639" y="148"/>
                </a:cubicBezTo>
                <a:cubicBezTo>
                  <a:pt x="634" y="150"/>
                  <a:pt x="629" y="151"/>
                  <a:pt x="624" y="150"/>
                </a:cubicBezTo>
                <a:lnTo>
                  <a:pt x="606" y="145"/>
                </a:lnTo>
                <a:cubicBezTo>
                  <a:pt x="601" y="143"/>
                  <a:pt x="597" y="140"/>
                  <a:pt x="595" y="136"/>
                </a:cubicBezTo>
                <a:cubicBezTo>
                  <a:pt x="592" y="131"/>
                  <a:pt x="592" y="127"/>
                  <a:pt x="593" y="122"/>
                </a:cubicBezTo>
                <a:cubicBezTo>
                  <a:pt x="594" y="117"/>
                  <a:pt x="597" y="113"/>
                  <a:pt x="602" y="110"/>
                </a:cubicBezTo>
                <a:cubicBezTo>
                  <a:pt x="606" y="108"/>
                  <a:pt x="611" y="107"/>
                  <a:pt x="616" y="109"/>
                </a:cubicBezTo>
                <a:moveTo>
                  <a:pt x="760" y="151"/>
                </a:moveTo>
                <a:lnTo>
                  <a:pt x="777" y="157"/>
                </a:lnTo>
                <a:cubicBezTo>
                  <a:pt x="782" y="158"/>
                  <a:pt x="786" y="161"/>
                  <a:pt x="788" y="166"/>
                </a:cubicBezTo>
                <a:cubicBezTo>
                  <a:pt x="790" y="171"/>
                  <a:pt x="791" y="175"/>
                  <a:pt x="789" y="180"/>
                </a:cubicBezTo>
                <a:cubicBezTo>
                  <a:pt x="787" y="185"/>
                  <a:pt x="784" y="189"/>
                  <a:pt x="780" y="191"/>
                </a:cubicBezTo>
                <a:cubicBezTo>
                  <a:pt x="775" y="194"/>
                  <a:pt x="770" y="194"/>
                  <a:pt x="766" y="192"/>
                </a:cubicBezTo>
                <a:lnTo>
                  <a:pt x="748" y="187"/>
                </a:lnTo>
                <a:cubicBezTo>
                  <a:pt x="743" y="185"/>
                  <a:pt x="740" y="182"/>
                  <a:pt x="737" y="177"/>
                </a:cubicBezTo>
                <a:cubicBezTo>
                  <a:pt x="735" y="173"/>
                  <a:pt x="735" y="168"/>
                  <a:pt x="736" y="163"/>
                </a:cubicBezTo>
                <a:cubicBezTo>
                  <a:pt x="738" y="158"/>
                  <a:pt x="741" y="155"/>
                  <a:pt x="745" y="152"/>
                </a:cubicBezTo>
                <a:cubicBezTo>
                  <a:pt x="750" y="150"/>
                  <a:pt x="755" y="150"/>
                  <a:pt x="760" y="151"/>
                </a:cubicBezTo>
                <a:moveTo>
                  <a:pt x="899" y="200"/>
                </a:moveTo>
                <a:lnTo>
                  <a:pt x="917" y="207"/>
                </a:lnTo>
                <a:cubicBezTo>
                  <a:pt x="922" y="209"/>
                  <a:pt x="926" y="212"/>
                  <a:pt x="928" y="217"/>
                </a:cubicBezTo>
                <a:cubicBezTo>
                  <a:pt x="930" y="222"/>
                  <a:pt x="930" y="227"/>
                  <a:pt x="928" y="231"/>
                </a:cubicBezTo>
                <a:cubicBezTo>
                  <a:pt x="926" y="236"/>
                  <a:pt x="923" y="240"/>
                  <a:pt x="918" y="242"/>
                </a:cubicBezTo>
                <a:cubicBezTo>
                  <a:pt x="913" y="244"/>
                  <a:pt x="909" y="244"/>
                  <a:pt x="904" y="242"/>
                </a:cubicBezTo>
                <a:lnTo>
                  <a:pt x="886" y="235"/>
                </a:lnTo>
                <a:cubicBezTo>
                  <a:pt x="881" y="233"/>
                  <a:pt x="878" y="230"/>
                  <a:pt x="876" y="225"/>
                </a:cubicBezTo>
                <a:cubicBezTo>
                  <a:pt x="873" y="221"/>
                  <a:pt x="873" y="216"/>
                  <a:pt x="875" y="211"/>
                </a:cubicBezTo>
                <a:cubicBezTo>
                  <a:pt x="877" y="206"/>
                  <a:pt x="880" y="203"/>
                  <a:pt x="885" y="201"/>
                </a:cubicBezTo>
                <a:cubicBezTo>
                  <a:pt x="890" y="199"/>
                  <a:pt x="895" y="198"/>
                  <a:pt x="899" y="200"/>
                </a:cubicBezTo>
                <a:moveTo>
                  <a:pt x="1041" y="259"/>
                </a:moveTo>
                <a:lnTo>
                  <a:pt x="1058" y="267"/>
                </a:lnTo>
                <a:cubicBezTo>
                  <a:pt x="1062" y="269"/>
                  <a:pt x="1066" y="273"/>
                  <a:pt x="1067" y="277"/>
                </a:cubicBezTo>
                <a:cubicBezTo>
                  <a:pt x="1069" y="282"/>
                  <a:pt x="1069" y="287"/>
                  <a:pt x="1067" y="292"/>
                </a:cubicBezTo>
                <a:cubicBezTo>
                  <a:pt x="1065" y="296"/>
                  <a:pt x="1061" y="300"/>
                  <a:pt x="1056" y="301"/>
                </a:cubicBezTo>
                <a:cubicBezTo>
                  <a:pt x="1052" y="303"/>
                  <a:pt x="1047" y="303"/>
                  <a:pt x="1042" y="301"/>
                </a:cubicBezTo>
                <a:lnTo>
                  <a:pt x="1025" y="293"/>
                </a:lnTo>
                <a:cubicBezTo>
                  <a:pt x="1020" y="291"/>
                  <a:pt x="1017" y="287"/>
                  <a:pt x="1015" y="283"/>
                </a:cubicBezTo>
                <a:cubicBezTo>
                  <a:pt x="1014" y="278"/>
                  <a:pt x="1014" y="273"/>
                  <a:pt x="1016" y="268"/>
                </a:cubicBezTo>
                <a:cubicBezTo>
                  <a:pt x="1018" y="264"/>
                  <a:pt x="1022" y="260"/>
                  <a:pt x="1026" y="259"/>
                </a:cubicBezTo>
                <a:cubicBezTo>
                  <a:pt x="1031" y="257"/>
                  <a:pt x="1036" y="257"/>
                  <a:pt x="1041" y="259"/>
                </a:cubicBezTo>
                <a:moveTo>
                  <a:pt x="1174" y="325"/>
                </a:moveTo>
                <a:cubicBezTo>
                  <a:pt x="1179" y="328"/>
                  <a:pt x="1185" y="330"/>
                  <a:pt x="1190" y="333"/>
                </a:cubicBezTo>
                <a:cubicBezTo>
                  <a:pt x="1194" y="336"/>
                  <a:pt x="1197" y="340"/>
                  <a:pt x="1199" y="344"/>
                </a:cubicBezTo>
                <a:cubicBezTo>
                  <a:pt x="1200" y="349"/>
                  <a:pt x="1200" y="354"/>
                  <a:pt x="1197" y="359"/>
                </a:cubicBezTo>
                <a:cubicBezTo>
                  <a:pt x="1195" y="363"/>
                  <a:pt x="1191" y="366"/>
                  <a:pt x="1186" y="368"/>
                </a:cubicBezTo>
                <a:cubicBezTo>
                  <a:pt x="1181" y="369"/>
                  <a:pt x="1177" y="369"/>
                  <a:pt x="1172" y="366"/>
                </a:cubicBezTo>
                <a:cubicBezTo>
                  <a:pt x="1167" y="363"/>
                  <a:pt x="1162" y="361"/>
                  <a:pt x="1156" y="358"/>
                </a:cubicBezTo>
                <a:cubicBezTo>
                  <a:pt x="1152" y="355"/>
                  <a:pt x="1149" y="352"/>
                  <a:pt x="1147" y="347"/>
                </a:cubicBezTo>
                <a:cubicBezTo>
                  <a:pt x="1146" y="342"/>
                  <a:pt x="1146" y="337"/>
                  <a:pt x="1149" y="332"/>
                </a:cubicBezTo>
                <a:cubicBezTo>
                  <a:pt x="1151" y="328"/>
                  <a:pt x="1155" y="325"/>
                  <a:pt x="1160" y="323"/>
                </a:cubicBezTo>
                <a:cubicBezTo>
                  <a:pt x="1165" y="322"/>
                  <a:pt x="1169" y="322"/>
                  <a:pt x="1174" y="325"/>
                </a:cubicBezTo>
                <a:moveTo>
                  <a:pt x="1305" y="401"/>
                </a:moveTo>
                <a:cubicBezTo>
                  <a:pt x="1310" y="404"/>
                  <a:pt x="1316" y="407"/>
                  <a:pt x="1321" y="411"/>
                </a:cubicBezTo>
                <a:cubicBezTo>
                  <a:pt x="1325" y="414"/>
                  <a:pt x="1328" y="418"/>
                  <a:pt x="1329" y="423"/>
                </a:cubicBezTo>
                <a:cubicBezTo>
                  <a:pt x="1330" y="428"/>
                  <a:pt x="1329" y="432"/>
                  <a:pt x="1327" y="437"/>
                </a:cubicBezTo>
                <a:cubicBezTo>
                  <a:pt x="1324" y="441"/>
                  <a:pt x="1320" y="444"/>
                  <a:pt x="1315" y="445"/>
                </a:cubicBezTo>
                <a:cubicBezTo>
                  <a:pt x="1310" y="446"/>
                  <a:pt x="1305" y="445"/>
                  <a:pt x="1301" y="442"/>
                </a:cubicBezTo>
                <a:cubicBezTo>
                  <a:pt x="1296" y="439"/>
                  <a:pt x="1290" y="436"/>
                  <a:pt x="1285" y="432"/>
                </a:cubicBezTo>
                <a:cubicBezTo>
                  <a:pt x="1281" y="430"/>
                  <a:pt x="1278" y="426"/>
                  <a:pt x="1277" y="421"/>
                </a:cubicBezTo>
                <a:cubicBezTo>
                  <a:pt x="1276" y="416"/>
                  <a:pt x="1276" y="411"/>
                  <a:pt x="1279" y="407"/>
                </a:cubicBezTo>
                <a:cubicBezTo>
                  <a:pt x="1282" y="402"/>
                  <a:pt x="1286" y="399"/>
                  <a:pt x="1291" y="398"/>
                </a:cubicBezTo>
                <a:cubicBezTo>
                  <a:pt x="1296" y="397"/>
                  <a:pt x="1301" y="398"/>
                  <a:pt x="1305" y="401"/>
                </a:cubicBezTo>
                <a:moveTo>
                  <a:pt x="1429" y="486"/>
                </a:moveTo>
                <a:cubicBezTo>
                  <a:pt x="1434" y="489"/>
                  <a:pt x="1439" y="493"/>
                  <a:pt x="1444" y="497"/>
                </a:cubicBezTo>
                <a:cubicBezTo>
                  <a:pt x="1449" y="500"/>
                  <a:pt x="1451" y="504"/>
                  <a:pt x="1452" y="509"/>
                </a:cubicBezTo>
                <a:cubicBezTo>
                  <a:pt x="1452" y="514"/>
                  <a:pt x="1451" y="519"/>
                  <a:pt x="1448" y="523"/>
                </a:cubicBezTo>
                <a:cubicBezTo>
                  <a:pt x="1445" y="527"/>
                  <a:pt x="1441" y="530"/>
                  <a:pt x="1436" y="530"/>
                </a:cubicBezTo>
                <a:cubicBezTo>
                  <a:pt x="1431" y="531"/>
                  <a:pt x="1426" y="530"/>
                  <a:pt x="1422" y="527"/>
                </a:cubicBezTo>
                <a:cubicBezTo>
                  <a:pt x="1417" y="523"/>
                  <a:pt x="1412" y="519"/>
                  <a:pt x="1407" y="516"/>
                </a:cubicBezTo>
                <a:cubicBezTo>
                  <a:pt x="1403" y="513"/>
                  <a:pt x="1401" y="509"/>
                  <a:pt x="1400" y="503"/>
                </a:cubicBezTo>
                <a:cubicBezTo>
                  <a:pt x="1399" y="498"/>
                  <a:pt x="1400" y="494"/>
                  <a:pt x="1403" y="490"/>
                </a:cubicBezTo>
                <a:cubicBezTo>
                  <a:pt x="1406" y="485"/>
                  <a:pt x="1411" y="483"/>
                  <a:pt x="1416" y="482"/>
                </a:cubicBezTo>
                <a:cubicBezTo>
                  <a:pt x="1421" y="481"/>
                  <a:pt x="1425" y="483"/>
                  <a:pt x="1429" y="486"/>
                </a:cubicBezTo>
                <a:moveTo>
                  <a:pt x="1546" y="580"/>
                </a:moveTo>
                <a:cubicBezTo>
                  <a:pt x="1551" y="584"/>
                  <a:pt x="1556" y="588"/>
                  <a:pt x="1560" y="592"/>
                </a:cubicBezTo>
                <a:cubicBezTo>
                  <a:pt x="1564" y="596"/>
                  <a:pt x="1566" y="600"/>
                  <a:pt x="1567" y="605"/>
                </a:cubicBezTo>
                <a:cubicBezTo>
                  <a:pt x="1567" y="610"/>
                  <a:pt x="1565" y="615"/>
                  <a:pt x="1562" y="619"/>
                </a:cubicBezTo>
                <a:cubicBezTo>
                  <a:pt x="1559" y="622"/>
                  <a:pt x="1554" y="624"/>
                  <a:pt x="1549" y="625"/>
                </a:cubicBezTo>
                <a:cubicBezTo>
                  <a:pt x="1544" y="625"/>
                  <a:pt x="1539" y="624"/>
                  <a:pt x="1536" y="620"/>
                </a:cubicBezTo>
                <a:cubicBezTo>
                  <a:pt x="1531" y="616"/>
                  <a:pt x="1526" y="612"/>
                  <a:pt x="1522" y="608"/>
                </a:cubicBezTo>
                <a:cubicBezTo>
                  <a:pt x="1518" y="604"/>
                  <a:pt x="1516" y="600"/>
                  <a:pt x="1515" y="595"/>
                </a:cubicBezTo>
                <a:cubicBezTo>
                  <a:pt x="1515" y="590"/>
                  <a:pt x="1516" y="585"/>
                  <a:pt x="1520" y="581"/>
                </a:cubicBezTo>
                <a:cubicBezTo>
                  <a:pt x="1523" y="577"/>
                  <a:pt x="1528" y="575"/>
                  <a:pt x="1533" y="575"/>
                </a:cubicBezTo>
                <a:cubicBezTo>
                  <a:pt x="1538" y="575"/>
                  <a:pt x="1542" y="576"/>
                  <a:pt x="1546" y="580"/>
                </a:cubicBezTo>
                <a:moveTo>
                  <a:pt x="1656" y="684"/>
                </a:moveTo>
                <a:cubicBezTo>
                  <a:pt x="1660" y="688"/>
                  <a:pt x="1665" y="693"/>
                  <a:pt x="1669" y="698"/>
                </a:cubicBezTo>
                <a:cubicBezTo>
                  <a:pt x="1672" y="701"/>
                  <a:pt x="1674" y="706"/>
                  <a:pt x="1674" y="711"/>
                </a:cubicBezTo>
                <a:cubicBezTo>
                  <a:pt x="1674" y="716"/>
                  <a:pt x="1672" y="720"/>
                  <a:pt x="1668" y="724"/>
                </a:cubicBezTo>
                <a:cubicBezTo>
                  <a:pt x="1664" y="728"/>
                  <a:pt x="1660" y="729"/>
                  <a:pt x="1655" y="729"/>
                </a:cubicBezTo>
                <a:cubicBezTo>
                  <a:pt x="1650" y="729"/>
                  <a:pt x="1645" y="727"/>
                  <a:pt x="1642" y="723"/>
                </a:cubicBezTo>
                <a:cubicBezTo>
                  <a:pt x="1638" y="719"/>
                  <a:pt x="1633" y="714"/>
                  <a:pt x="1629" y="710"/>
                </a:cubicBezTo>
                <a:cubicBezTo>
                  <a:pt x="1625" y="706"/>
                  <a:pt x="1624" y="702"/>
                  <a:pt x="1624" y="697"/>
                </a:cubicBezTo>
                <a:cubicBezTo>
                  <a:pt x="1624" y="691"/>
                  <a:pt x="1626" y="687"/>
                  <a:pt x="1630" y="684"/>
                </a:cubicBezTo>
                <a:cubicBezTo>
                  <a:pt x="1633" y="680"/>
                  <a:pt x="1638" y="678"/>
                  <a:pt x="1643" y="678"/>
                </a:cubicBezTo>
                <a:cubicBezTo>
                  <a:pt x="1648" y="678"/>
                  <a:pt x="1652" y="680"/>
                  <a:pt x="1656" y="684"/>
                </a:cubicBezTo>
                <a:moveTo>
                  <a:pt x="1756" y="797"/>
                </a:moveTo>
                <a:cubicBezTo>
                  <a:pt x="1760" y="801"/>
                  <a:pt x="1764" y="806"/>
                  <a:pt x="1767" y="811"/>
                </a:cubicBezTo>
                <a:cubicBezTo>
                  <a:pt x="1771" y="815"/>
                  <a:pt x="1772" y="820"/>
                  <a:pt x="1771" y="825"/>
                </a:cubicBezTo>
                <a:cubicBezTo>
                  <a:pt x="1771" y="830"/>
                  <a:pt x="1768" y="834"/>
                  <a:pt x="1764" y="837"/>
                </a:cubicBezTo>
                <a:cubicBezTo>
                  <a:pt x="1760" y="841"/>
                  <a:pt x="1756" y="842"/>
                  <a:pt x="1751" y="841"/>
                </a:cubicBezTo>
                <a:cubicBezTo>
                  <a:pt x="1746" y="841"/>
                  <a:pt x="1741" y="839"/>
                  <a:pt x="1738" y="834"/>
                </a:cubicBezTo>
                <a:cubicBezTo>
                  <a:pt x="1734" y="830"/>
                  <a:pt x="1731" y="825"/>
                  <a:pt x="1727" y="820"/>
                </a:cubicBezTo>
                <a:cubicBezTo>
                  <a:pt x="1723" y="816"/>
                  <a:pt x="1722" y="812"/>
                  <a:pt x="1723" y="806"/>
                </a:cubicBezTo>
                <a:cubicBezTo>
                  <a:pt x="1723" y="801"/>
                  <a:pt x="1725" y="797"/>
                  <a:pt x="1729" y="794"/>
                </a:cubicBezTo>
                <a:cubicBezTo>
                  <a:pt x="1733" y="791"/>
                  <a:pt x="1738" y="789"/>
                  <a:pt x="1743" y="790"/>
                </a:cubicBezTo>
                <a:cubicBezTo>
                  <a:pt x="1748" y="790"/>
                  <a:pt x="1752" y="793"/>
                  <a:pt x="1756" y="797"/>
                </a:cubicBezTo>
                <a:moveTo>
                  <a:pt x="1845" y="917"/>
                </a:moveTo>
                <a:cubicBezTo>
                  <a:pt x="1849" y="923"/>
                  <a:pt x="1852" y="928"/>
                  <a:pt x="1856" y="933"/>
                </a:cubicBezTo>
                <a:cubicBezTo>
                  <a:pt x="1859" y="937"/>
                  <a:pt x="1860" y="942"/>
                  <a:pt x="1859" y="947"/>
                </a:cubicBezTo>
                <a:cubicBezTo>
                  <a:pt x="1858" y="952"/>
                  <a:pt x="1855" y="956"/>
                  <a:pt x="1851" y="959"/>
                </a:cubicBezTo>
                <a:cubicBezTo>
                  <a:pt x="1846" y="962"/>
                  <a:pt x="1842" y="963"/>
                  <a:pt x="1837" y="962"/>
                </a:cubicBezTo>
                <a:cubicBezTo>
                  <a:pt x="1832" y="961"/>
                  <a:pt x="1828" y="958"/>
                  <a:pt x="1825" y="954"/>
                </a:cubicBezTo>
                <a:cubicBezTo>
                  <a:pt x="1821" y="949"/>
                  <a:pt x="1818" y="944"/>
                  <a:pt x="1815" y="938"/>
                </a:cubicBezTo>
                <a:cubicBezTo>
                  <a:pt x="1812" y="934"/>
                  <a:pt x="1811" y="929"/>
                  <a:pt x="1812" y="924"/>
                </a:cubicBezTo>
                <a:cubicBezTo>
                  <a:pt x="1813" y="919"/>
                  <a:pt x="1815" y="915"/>
                  <a:pt x="1819" y="912"/>
                </a:cubicBezTo>
                <a:cubicBezTo>
                  <a:pt x="1824" y="910"/>
                  <a:pt x="1828" y="909"/>
                  <a:pt x="1833" y="910"/>
                </a:cubicBezTo>
                <a:cubicBezTo>
                  <a:pt x="1839" y="911"/>
                  <a:pt x="1843" y="913"/>
                  <a:pt x="1845" y="917"/>
                </a:cubicBezTo>
                <a:moveTo>
                  <a:pt x="1925" y="1046"/>
                </a:moveTo>
                <a:cubicBezTo>
                  <a:pt x="1928" y="1052"/>
                  <a:pt x="1931" y="1058"/>
                  <a:pt x="1934" y="1063"/>
                </a:cubicBezTo>
                <a:cubicBezTo>
                  <a:pt x="1937" y="1068"/>
                  <a:pt x="1937" y="1072"/>
                  <a:pt x="1936" y="1077"/>
                </a:cubicBezTo>
                <a:cubicBezTo>
                  <a:pt x="1934" y="1082"/>
                  <a:pt x="1932" y="1086"/>
                  <a:pt x="1927" y="1089"/>
                </a:cubicBezTo>
                <a:cubicBezTo>
                  <a:pt x="1922" y="1091"/>
                  <a:pt x="1918" y="1092"/>
                  <a:pt x="1913" y="1090"/>
                </a:cubicBezTo>
                <a:cubicBezTo>
                  <a:pt x="1908" y="1089"/>
                  <a:pt x="1904" y="1086"/>
                  <a:pt x="1902" y="1081"/>
                </a:cubicBezTo>
                <a:cubicBezTo>
                  <a:pt x="1899" y="1076"/>
                  <a:pt x="1896" y="1070"/>
                  <a:pt x="1893" y="1065"/>
                </a:cubicBezTo>
                <a:cubicBezTo>
                  <a:pt x="1890" y="1060"/>
                  <a:pt x="1889" y="1056"/>
                  <a:pt x="1891" y="1051"/>
                </a:cubicBezTo>
                <a:cubicBezTo>
                  <a:pt x="1892" y="1046"/>
                  <a:pt x="1895" y="1042"/>
                  <a:pt x="1900" y="1039"/>
                </a:cubicBezTo>
                <a:cubicBezTo>
                  <a:pt x="1904" y="1037"/>
                  <a:pt x="1909" y="1036"/>
                  <a:pt x="1914" y="1038"/>
                </a:cubicBezTo>
                <a:cubicBezTo>
                  <a:pt x="1919" y="1039"/>
                  <a:pt x="1923" y="1042"/>
                  <a:pt x="1925" y="1046"/>
                </a:cubicBezTo>
                <a:moveTo>
                  <a:pt x="1993" y="1180"/>
                </a:moveTo>
                <a:cubicBezTo>
                  <a:pt x="1996" y="1185"/>
                  <a:pt x="1998" y="1191"/>
                  <a:pt x="2001" y="1197"/>
                </a:cubicBezTo>
                <a:cubicBezTo>
                  <a:pt x="2003" y="1201"/>
                  <a:pt x="2003" y="1206"/>
                  <a:pt x="2001" y="1211"/>
                </a:cubicBezTo>
                <a:cubicBezTo>
                  <a:pt x="1999" y="1216"/>
                  <a:pt x="1996" y="1219"/>
                  <a:pt x="1991" y="1221"/>
                </a:cubicBezTo>
                <a:cubicBezTo>
                  <a:pt x="1987" y="1223"/>
                  <a:pt x="1982" y="1224"/>
                  <a:pt x="1977" y="1222"/>
                </a:cubicBezTo>
                <a:cubicBezTo>
                  <a:pt x="1972" y="1220"/>
                  <a:pt x="1969" y="1217"/>
                  <a:pt x="1967" y="1212"/>
                </a:cubicBezTo>
                <a:cubicBezTo>
                  <a:pt x="1964" y="1206"/>
                  <a:pt x="1962" y="1201"/>
                  <a:pt x="1959" y="1195"/>
                </a:cubicBezTo>
                <a:cubicBezTo>
                  <a:pt x="1957" y="1191"/>
                  <a:pt x="1957" y="1186"/>
                  <a:pt x="1958" y="1181"/>
                </a:cubicBezTo>
                <a:cubicBezTo>
                  <a:pt x="1960" y="1176"/>
                  <a:pt x="1963" y="1173"/>
                  <a:pt x="1968" y="1170"/>
                </a:cubicBezTo>
                <a:cubicBezTo>
                  <a:pt x="1973" y="1168"/>
                  <a:pt x="1978" y="1168"/>
                  <a:pt x="1982" y="1170"/>
                </a:cubicBezTo>
                <a:cubicBezTo>
                  <a:pt x="1987" y="1172"/>
                  <a:pt x="1991" y="1175"/>
                  <a:pt x="1993" y="1180"/>
                </a:cubicBezTo>
                <a:moveTo>
                  <a:pt x="2051" y="1319"/>
                </a:moveTo>
                <a:cubicBezTo>
                  <a:pt x="2053" y="1325"/>
                  <a:pt x="2055" y="1331"/>
                  <a:pt x="2057" y="1337"/>
                </a:cubicBezTo>
                <a:cubicBezTo>
                  <a:pt x="2059" y="1342"/>
                  <a:pt x="2059" y="1347"/>
                  <a:pt x="2057" y="1352"/>
                </a:cubicBezTo>
                <a:cubicBezTo>
                  <a:pt x="2055" y="1356"/>
                  <a:pt x="2051" y="1360"/>
                  <a:pt x="2046" y="1361"/>
                </a:cubicBezTo>
                <a:cubicBezTo>
                  <a:pt x="2041" y="1363"/>
                  <a:pt x="2037" y="1363"/>
                  <a:pt x="2032" y="1361"/>
                </a:cubicBezTo>
                <a:cubicBezTo>
                  <a:pt x="2027" y="1358"/>
                  <a:pt x="2024" y="1355"/>
                  <a:pt x="2022" y="1350"/>
                </a:cubicBezTo>
                <a:cubicBezTo>
                  <a:pt x="2020" y="1344"/>
                  <a:pt x="2018" y="1338"/>
                  <a:pt x="2016" y="1332"/>
                </a:cubicBezTo>
                <a:cubicBezTo>
                  <a:pt x="2014" y="1328"/>
                  <a:pt x="2014" y="1323"/>
                  <a:pt x="2016" y="1318"/>
                </a:cubicBezTo>
                <a:cubicBezTo>
                  <a:pt x="2019" y="1313"/>
                  <a:pt x="2022" y="1310"/>
                  <a:pt x="2027" y="1308"/>
                </a:cubicBezTo>
                <a:cubicBezTo>
                  <a:pt x="2032" y="1307"/>
                  <a:pt x="2036" y="1307"/>
                  <a:pt x="2041" y="1309"/>
                </a:cubicBezTo>
                <a:cubicBezTo>
                  <a:pt x="2046" y="1311"/>
                  <a:pt x="2049" y="1315"/>
                  <a:pt x="2051" y="1319"/>
                </a:cubicBezTo>
                <a:moveTo>
                  <a:pt x="2098" y="1463"/>
                </a:moveTo>
                <a:lnTo>
                  <a:pt x="2103" y="1480"/>
                </a:lnTo>
                <a:cubicBezTo>
                  <a:pt x="2105" y="1485"/>
                  <a:pt x="2104" y="1490"/>
                  <a:pt x="2102" y="1494"/>
                </a:cubicBezTo>
                <a:cubicBezTo>
                  <a:pt x="2099" y="1499"/>
                  <a:pt x="2095" y="1502"/>
                  <a:pt x="2091" y="1503"/>
                </a:cubicBezTo>
                <a:cubicBezTo>
                  <a:pt x="2086" y="1505"/>
                  <a:pt x="2081" y="1504"/>
                  <a:pt x="2076" y="1502"/>
                </a:cubicBezTo>
                <a:cubicBezTo>
                  <a:pt x="2072" y="1499"/>
                  <a:pt x="2069" y="1495"/>
                  <a:pt x="2067" y="1490"/>
                </a:cubicBezTo>
                <a:lnTo>
                  <a:pt x="2062" y="1473"/>
                </a:lnTo>
                <a:cubicBezTo>
                  <a:pt x="2061" y="1468"/>
                  <a:pt x="2061" y="1463"/>
                  <a:pt x="2064" y="1459"/>
                </a:cubicBezTo>
                <a:cubicBezTo>
                  <a:pt x="2066" y="1454"/>
                  <a:pt x="2070" y="1451"/>
                  <a:pt x="2075" y="1450"/>
                </a:cubicBezTo>
                <a:cubicBezTo>
                  <a:pt x="2080" y="1448"/>
                  <a:pt x="2085" y="1449"/>
                  <a:pt x="2089" y="1451"/>
                </a:cubicBezTo>
                <a:cubicBezTo>
                  <a:pt x="2094" y="1454"/>
                  <a:pt x="2097" y="1458"/>
                  <a:pt x="2098" y="1463"/>
                </a:cubicBezTo>
                <a:moveTo>
                  <a:pt x="2135" y="1607"/>
                </a:moveTo>
                <a:lnTo>
                  <a:pt x="2140" y="1626"/>
                </a:lnTo>
                <a:cubicBezTo>
                  <a:pt x="2141" y="1631"/>
                  <a:pt x="2140" y="1636"/>
                  <a:pt x="2137" y="1640"/>
                </a:cubicBezTo>
                <a:cubicBezTo>
                  <a:pt x="2134" y="1645"/>
                  <a:pt x="2130" y="1648"/>
                  <a:pt x="2125" y="1649"/>
                </a:cubicBezTo>
                <a:cubicBezTo>
                  <a:pt x="2120" y="1650"/>
                  <a:pt x="2116" y="1649"/>
                  <a:pt x="2111" y="1646"/>
                </a:cubicBezTo>
                <a:cubicBezTo>
                  <a:pt x="2107" y="1643"/>
                  <a:pt x="2104" y="1639"/>
                  <a:pt x="2103" y="1634"/>
                </a:cubicBezTo>
                <a:lnTo>
                  <a:pt x="2099" y="1615"/>
                </a:lnTo>
                <a:cubicBezTo>
                  <a:pt x="2098" y="1610"/>
                  <a:pt x="2099" y="1605"/>
                  <a:pt x="2101" y="1601"/>
                </a:cubicBezTo>
                <a:cubicBezTo>
                  <a:pt x="2104" y="1597"/>
                  <a:pt x="2108" y="1594"/>
                  <a:pt x="2113" y="1593"/>
                </a:cubicBezTo>
                <a:cubicBezTo>
                  <a:pt x="2118" y="1592"/>
                  <a:pt x="2123" y="1593"/>
                  <a:pt x="2127" y="1595"/>
                </a:cubicBezTo>
                <a:cubicBezTo>
                  <a:pt x="2132" y="1598"/>
                  <a:pt x="2134" y="1602"/>
                  <a:pt x="2135" y="1607"/>
                </a:cubicBezTo>
                <a:moveTo>
                  <a:pt x="2165" y="1759"/>
                </a:moveTo>
                <a:lnTo>
                  <a:pt x="2167" y="1773"/>
                </a:lnTo>
                <a:cubicBezTo>
                  <a:pt x="2168" y="1778"/>
                  <a:pt x="2166" y="1783"/>
                  <a:pt x="2163" y="1787"/>
                </a:cubicBezTo>
                <a:cubicBezTo>
                  <a:pt x="2160" y="1791"/>
                  <a:pt x="2156" y="1793"/>
                  <a:pt x="2151" y="1794"/>
                </a:cubicBezTo>
                <a:cubicBezTo>
                  <a:pt x="2146" y="1795"/>
                  <a:pt x="2141" y="1794"/>
                  <a:pt x="2137" y="1791"/>
                </a:cubicBezTo>
                <a:cubicBezTo>
                  <a:pt x="2133" y="1788"/>
                  <a:pt x="2131" y="1784"/>
                  <a:pt x="2130" y="1779"/>
                </a:cubicBezTo>
                <a:lnTo>
                  <a:pt x="2128" y="1765"/>
                </a:lnTo>
                <a:cubicBezTo>
                  <a:pt x="2127" y="1760"/>
                  <a:pt x="2128" y="1755"/>
                  <a:pt x="2131" y="1751"/>
                </a:cubicBezTo>
                <a:cubicBezTo>
                  <a:pt x="2134" y="1747"/>
                  <a:pt x="2138" y="1744"/>
                  <a:pt x="2143" y="1743"/>
                </a:cubicBezTo>
                <a:cubicBezTo>
                  <a:pt x="2148" y="1743"/>
                  <a:pt x="2153" y="1744"/>
                  <a:pt x="2157" y="1747"/>
                </a:cubicBezTo>
                <a:cubicBezTo>
                  <a:pt x="2161" y="1750"/>
                  <a:pt x="2164" y="1754"/>
                  <a:pt x="2165" y="1759"/>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4877280" y="2899800"/>
            <a:ext cx="74520" cy="62280"/>
          </a:xfrm>
          <a:custGeom>
            <a:avLst/>
            <a:gdLst/>
            <a:ahLst/>
            <a:rect l="0" t="0" r="r" b="b"/>
            <a:pathLst>
              <a:path fill="none" w="207" h="173">
                <a:moveTo>
                  <a:pt x="207" y="0"/>
                </a:moveTo>
                <a:lnTo>
                  <a:pt x="127" y="173"/>
                </a:lnTo>
                <a:lnTo>
                  <a:pt x="0" y="33"/>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71" name=""/>
          <p:cNvSpPr/>
          <p:nvPr/>
        </p:nvSpPr>
        <p:spPr>
          <a:xfrm>
            <a:off x="4150080" y="3533400"/>
            <a:ext cx="780480" cy="646200"/>
          </a:xfrm>
          <a:custGeom>
            <a:avLst/>
            <a:gdLst/>
            <a:ahLst/>
            <a:rect l="0" t="0" r="r" b="b"/>
            <a:pathLst>
              <a:path w="2168" h="1795">
                <a:moveTo>
                  <a:pt x="2167" y="21"/>
                </a:moveTo>
                <a:lnTo>
                  <a:pt x="2164" y="41"/>
                </a:lnTo>
                <a:cubicBezTo>
                  <a:pt x="2163" y="46"/>
                  <a:pt x="2160" y="51"/>
                  <a:pt x="2156" y="54"/>
                </a:cubicBezTo>
                <a:cubicBezTo>
                  <a:pt x="2152" y="57"/>
                  <a:pt x="2147" y="58"/>
                  <a:pt x="2142" y="57"/>
                </a:cubicBezTo>
                <a:cubicBezTo>
                  <a:pt x="2137" y="56"/>
                  <a:pt x="2133" y="54"/>
                  <a:pt x="2130" y="50"/>
                </a:cubicBezTo>
                <a:cubicBezTo>
                  <a:pt x="2127" y="44"/>
                  <a:pt x="2126" y="40"/>
                  <a:pt x="2127" y="35"/>
                </a:cubicBezTo>
                <a:lnTo>
                  <a:pt x="2130" y="16"/>
                </a:lnTo>
                <a:cubicBezTo>
                  <a:pt x="2131" y="10"/>
                  <a:pt x="2133" y="6"/>
                  <a:pt x="2137" y="3"/>
                </a:cubicBezTo>
                <a:cubicBezTo>
                  <a:pt x="2141" y="0"/>
                  <a:pt x="2146" y="-1"/>
                  <a:pt x="2151" y="0"/>
                </a:cubicBezTo>
                <a:cubicBezTo>
                  <a:pt x="2156" y="1"/>
                  <a:pt x="2160" y="3"/>
                  <a:pt x="2163" y="8"/>
                </a:cubicBezTo>
                <a:cubicBezTo>
                  <a:pt x="2166" y="12"/>
                  <a:pt x="2168" y="16"/>
                  <a:pt x="2167" y="21"/>
                </a:cubicBezTo>
                <a:moveTo>
                  <a:pt x="2138" y="174"/>
                </a:moveTo>
                <a:lnTo>
                  <a:pt x="2134" y="192"/>
                </a:lnTo>
                <a:cubicBezTo>
                  <a:pt x="2133" y="197"/>
                  <a:pt x="2130" y="201"/>
                  <a:pt x="2126" y="204"/>
                </a:cubicBezTo>
                <a:cubicBezTo>
                  <a:pt x="2122" y="207"/>
                  <a:pt x="2117" y="208"/>
                  <a:pt x="2112" y="207"/>
                </a:cubicBezTo>
                <a:cubicBezTo>
                  <a:pt x="2107" y="206"/>
                  <a:pt x="2103" y="203"/>
                  <a:pt x="2100" y="198"/>
                </a:cubicBezTo>
                <a:cubicBezTo>
                  <a:pt x="2098" y="194"/>
                  <a:pt x="2097" y="189"/>
                  <a:pt x="2098" y="184"/>
                </a:cubicBezTo>
                <a:lnTo>
                  <a:pt x="2102" y="166"/>
                </a:lnTo>
                <a:cubicBezTo>
                  <a:pt x="2103" y="161"/>
                  <a:pt x="2106" y="157"/>
                  <a:pt x="2110" y="154"/>
                </a:cubicBezTo>
                <a:cubicBezTo>
                  <a:pt x="2114" y="152"/>
                  <a:pt x="2119" y="151"/>
                  <a:pt x="2124" y="152"/>
                </a:cubicBezTo>
                <a:cubicBezTo>
                  <a:pt x="2129" y="153"/>
                  <a:pt x="2133" y="156"/>
                  <a:pt x="2136" y="160"/>
                </a:cubicBezTo>
                <a:cubicBezTo>
                  <a:pt x="2139" y="164"/>
                  <a:pt x="2139" y="169"/>
                  <a:pt x="2138" y="174"/>
                </a:cubicBezTo>
                <a:moveTo>
                  <a:pt x="2102" y="319"/>
                </a:moveTo>
                <a:lnTo>
                  <a:pt x="2097" y="337"/>
                </a:lnTo>
                <a:cubicBezTo>
                  <a:pt x="2095" y="342"/>
                  <a:pt x="2092" y="345"/>
                  <a:pt x="2088" y="348"/>
                </a:cubicBezTo>
                <a:cubicBezTo>
                  <a:pt x="2083" y="350"/>
                  <a:pt x="2079" y="351"/>
                  <a:pt x="2074" y="349"/>
                </a:cubicBezTo>
                <a:cubicBezTo>
                  <a:pt x="2069" y="348"/>
                  <a:pt x="2065" y="345"/>
                  <a:pt x="2062" y="340"/>
                </a:cubicBezTo>
                <a:cubicBezTo>
                  <a:pt x="2060" y="336"/>
                  <a:pt x="2059" y="331"/>
                  <a:pt x="2061" y="326"/>
                </a:cubicBezTo>
                <a:lnTo>
                  <a:pt x="2066" y="309"/>
                </a:lnTo>
                <a:cubicBezTo>
                  <a:pt x="2067" y="304"/>
                  <a:pt x="2070" y="300"/>
                  <a:pt x="2075" y="298"/>
                </a:cubicBezTo>
                <a:cubicBezTo>
                  <a:pt x="2079" y="295"/>
                  <a:pt x="2084" y="295"/>
                  <a:pt x="2089" y="296"/>
                </a:cubicBezTo>
                <a:cubicBezTo>
                  <a:pt x="2094" y="297"/>
                  <a:pt x="2098" y="300"/>
                  <a:pt x="2100" y="305"/>
                </a:cubicBezTo>
                <a:cubicBezTo>
                  <a:pt x="2103" y="309"/>
                  <a:pt x="2103" y="314"/>
                  <a:pt x="2102" y="319"/>
                </a:cubicBezTo>
                <a:moveTo>
                  <a:pt x="2056" y="462"/>
                </a:moveTo>
                <a:cubicBezTo>
                  <a:pt x="2053" y="468"/>
                  <a:pt x="2051" y="474"/>
                  <a:pt x="2049" y="480"/>
                </a:cubicBezTo>
                <a:cubicBezTo>
                  <a:pt x="2047" y="485"/>
                  <a:pt x="2044" y="488"/>
                  <a:pt x="2039" y="490"/>
                </a:cubicBezTo>
                <a:cubicBezTo>
                  <a:pt x="2035" y="493"/>
                  <a:pt x="2030" y="493"/>
                  <a:pt x="2025" y="491"/>
                </a:cubicBezTo>
                <a:cubicBezTo>
                  <a:pt x="2020" y="489"/>
                  <a:pt x="2017" y="486"/>
                  <a:pt x="2014" y="481"/>
                </a:cubicBezTo>
                <a:cubicBezTo>
                  <a:pt x="2012" y="476"/>
                  <a:pt x="2012" y="472"/>
                  <a:pt x="2014" y="467"/>
                </a:cubicBezTo>
                <a:cubicBezTo>
                  <a:pt x="2016" y="461"/>
                  <a:pt x="2018" y="455"/>
                  <a:pt x="2020" y="449"/>
                </a:cubicBezTo>
                <a:cubicBezTo>
                  <a:pt x="2022" y="444"/>
                  <a:pt x="2025" y="441"/>
                  <a:pt x="2030" y="439"/>
                </a:cubicBezTo>
                <a:cubicBezTo>
                  <a:pt x="2035" y="436"/>
                  <a:pt x="2040" y="436"/>
                  <a:pt x="2044" y="438"/>
                </a:cubicBezTo>
                <a:cubicBezTo>
                  <a:pt x="2049" y="440"/>
                  <a:pt x="2053" y="443"/>
                  <a:pt x="2055" y="448"/>
                </a:cubicBezTo>
                <a:cubicBezTo>
                  <a:pt x="2057" y="452"/>
                  <a:pt x="2057" y="457"/>
                  <a:pt x="2056" y="462"/>
                </a:cubicBezTo>
                <a:moveTo>
                  <a:pt x="1999" y="602"/>
                </a:moveTo>
                <a:cubicBezTo>
                  <a:pt x="1996" y="608"/>
                  <a:pt x="1993" y="614"/>
                  <a:pt x="1991" y="619"/>
                </a:cubicBezTo>
                <a:cubicBezTo>
                  <a:pt x="1989" y="624"/>
                  <a:pt x="1985" y="627"/>
                  <a:pt x="1980" y="629"/>
                </a:cubicBezTo>
                <a:cubicBezTo>
                  <a:pt x="1975" y="631"/>
                  <a:pt x="1971" y="631"/>
                  <a:pt x="1966" y="629"/>
                </a:cubicBezTo>
                <a:cubicBezTo>
                  <a:pt x="1961" y="626"/>
                  <a:pt x="1958" y="623"/>
                  <a:pt x="1956" y="618"/>
                </a:cubicBezTo>
                <a:cubicBezTo>
                  <a:pt x="1954" y="613"/>
                  <a:pt x="1955" y="608"/>
                  <a:pt x="1957" y="604"/>
                </a:cubicBezTo>
                <a:cubicBezTo>
                  <a:pt x="1959" y="598"/>
                  <a:pt x="1962" y="593"/>
                  <a:pt x="1965" y="587"/>
                </a:cubicBezTo>
                <a:cubicBezTo>
                  <a:pt x="1967" y="582"/>
                  <a:pt x="1970" y="579"/>
                  <a:pt x="1975" y="577"/>
                </a:cubicBezTo>
                <a:cubicBezTo>
                  <a:pt x="1980" y="575"/>
                  <a:pt x="1985" y="576"/>
                  <a:pt x="1989" y="578"/>
                </a:cubicBezTo>
                <a:cubicBezTo>
                  <a:pt x="1994" y="580"/>
                  <a:pt x="1997" y="583"/>
                  <a:pt x="1999" y="588"/>
                </a:cubicBezTo>
                <a:cubicBezTo>
                  <a:pt x="2001" y="593"/>
                  <a:pt x="2001" y="598"/>
                  <a:pt x="1999" y="602"/>
                </a:cubicBezTo>
                <a:moveTo>
                  <a:pt x="1932" y="736"/>
                </a:moveTo>
                <a:cubicBezTo>
                  <a:pt x="1929" y="741"/>
                  <a:pt x="1926" y="747"/>
                  <a:pt x="1923" y="753"/>
                </a:cubicBezTo>
                <a:cubicBezTo>
                  <a:pt x="1920" y="757"/>
                  <a:pt x="1916" y="760"/>
                  <a:pt x="1911" y="761"/>
                </a:cubicBezTo>
                <a:cubicBezTo>
                  <a:pt x="1906" y="763"/>
                  <a:pt x="1902" y="762"/>
                  <a:pt x="1897" y="760"/>
                </a:cubicBezTo>
                <a:cubicBezTo>
                  <a:pt x="1893" y="757"/>
                  <a:pt x="1890" y="753"/>
                  <a:pt x="1888" y="748"/>
                </a:cubicBezTo>
                <a:cubicBezTo>
                  <a:pt x="1887" y="743"/>
                  <a:pt x="1887" y="739"/>
                  <a:pt x="1890" y="734"/>
                </a:cubicBezTo>
                <a:cubicBezTo>
                  <a:pt x="1893" y="729"/>
                  <a:pt x="1896" y="723"/>
                  <a:pt x="1899" y="718"/>
                </a:cubicBezTo>
                <a:cubicBezTo>
                  <a:pt x="1902" y="713"/>
                  <a:pt x="1905" y="710"/>
                  <a:pt x="1910" y="709"/>
                </a:cubicBezTo>
                <a:cubicBezTo>
                  <a:pt x="1915" y="707"/>
                  <a:pt x="1920" y="708"/>
                  <a:pt x="1924" y="710"/>
                </a:cubicBezTo>
                <a:cubicBezTo>
                  <a:pt x="1929" y="713"/>
                  <a:pt x="1932" y="717"/>
                  <a:pt x="1933" y="722"/>
                </a:cubicBezTo>
                <a:cubicBezTo>
                  <a:pt x="1935" y="727"/>
                  <a:pt x="1934" y="731"/>
                  <a:pt x="1932" y="736"/>
                </a:cubicBezTo>
                <a:moveTo>
                  <a:pt x="1853" y="866"/>
                </a:moveTo>
                <a:cubicBezTo>
                  <a:pt x="1850" y="871"/>
                  <a:pt x="1846" y="876"/>
                  <a:pt x="1842" y="881"/>
                </a:cubicBezTo>
                <a:cubicBezTo>
                  <a:pt x="1840" y="886"/>
                  <a:pt x="1836" y="888"/>
                  <a:pt x="1830" y="889"/>
                </a:cubicBezTo>
                <a:cubicBezTo>
                  <a:pt x="1825" y="890"/>
                  <a:pt x="1821" y="889"/>
                  <a:pt x="1816" y="886"/>
                </a:cubicBezTo>
                <a:cubicBezTo>
                  <a:pt x="1812" y="883"/>
                  <a:pt x="1810" y="879"/>
                  <a:pt x="1809" y="874"/>
                </a:cubicBezTo>
                <a:cubicBezTo>
                  <a:pt x="1808" y="869"/>
                  <a:pt x="1809" y="864"/>
                  <a:pt x="1812" y="860"/>
                </a:cubicBezTo>
                <a:cubicBezTo>
                  <a:pt x="1815" y="855"/>
                  <a:pt x="1819" y="850"/>
                  <a:pt x="1822" y="845"/>
                </a:cubicBezTo>
                <a:cubicBezTo>
                  <a:pt x="1825" y="841"/>
                  <a:pt x="1829" y="838"/>
                  <a:pt x="1834" y="837"/>
                </a:cubicBezTo>
                <a:cubicBezTo>
                  <a:pt x="1839" y="836"/>
                  <a:pt x="1844" y="837"/>
                  <a:pt x="1848" y="840"/>
                </a:cubicBezTo>
                <a:cubicBezTo>
                  <a:pt x="1852" y="843"/>
                  <a:pt x="1855" y="847"/>
                  <a:pt x="1856" y="852"/>
                </a:cubicBezTo>
                <a:cubicBezTo>
                  <a:pt x="1857" y="857"/>
                  <a:pt x="1856" y="861"/>
                  <a:pt x="1853" y="866"/>
                </a:cubicBezTo>
                <a:moveTo>
                  <a:pt x="1764" y="987"/>
                </a:moveTo>
                <a:cubicBezTo>
                  <a:pt x="1760" y="992"/>
                  <a:pt x="1756" y="997"/>
                  <a:pt x="1752" y="1002"/>
                </a:cubicBezTo>
                <a:cubicBezTo>
                  <a:pt x="1749" y="1006"/>
                  <a:pt x="1745" y="1008"/>
                  <a:pt x="1740" y="1009"/>
                </a:cubicBezTo>
                <a:cubicBezTo>
                  <a:pt x="1735" y="1009"/>
                  <a:pt x="1730" y="1008"/>
                  <a:pt x="1726" y="1004"/>
                </a:cubicBezTo>
                <a:cubicBezTo>
                  <a:pt x="1722" y="1001"/>
                  <a:pt x="1720" y="997"/>
                  <a:pt x="1719" y="992"/>
                </a:cubicBezTo>
                <a:cubicBezTo>
                  <a:pt x="1719" y="987"/>
                  <a:pt x="1720" y="982"/>
                  <a:pt x="1723" y="978"/>
                </a:cubicBezTo>
                <a:cubicBezTo>
                  <a:pt x="1727" y="973"/>
                  <a:pt x="1731" y="969"/>
                  <a:pt x="1735" y="964"/>
                </a:cubicBezTo>
                <a:cubicBezTo>
                  <a:pt x="1738" y="960"/>
                  <a:pt x="1742" y="958"/>
                  <a:pt x="1747" y="957"/>
                </a:cubicBezTo>
                <a:cubicBezTo>
                  <a:pt x="1753" y="956"/>
                  <a:pt x="1757" y="958"/>
                  <a:pt x="1761" y="961"/>
                </a:cubicBezTo>
                <a:cubicBezTo>
                  <a:pt x="1765" y="964"/>
                  <a:pt x="1768" y="968"/>
                  <a:pt x="1768" y="973"/>
                </a:cubicBezTo>
                <a:cubicBezTo>
                  <a:pt x="1769" y="979"/>
                  <a:pt x="1767" y="983"/>
                  <a:pt x="1764" y="987"/>
                </a:cubicBezTo>
                <a:moveTo>
                  <a:pt x="1665" y="1101"/>
                </a:moveTo>
                <a:cubicBezTo>
                  <a:pt x="1661" y="1105"/>
                  <a:pt x="1657" y="1110"/>
                  <a:pt x="1652" y="1114"/>
                </a:cubicBezTo>
                <a:cubicBezTo>
                  <a:pt x="1649" y="1118"/>
                  <a:pt x="1644" y="1120"/>
                  <a:pt x="1639" y="1120"/>
                </a:cubicBezTo>
                <a:cubicBezTo>
                  <a:pt x="1634" y="1120"/>
                  <a:pt x="1630" y="1118"/>
                  <a:pt x="1626" y="1114"/>
                </a:cubicBezTo>
                <a:cubicBezTo>
                  <a:pt x="1622" y="1111"/>
                  <a:pt x="1620" y="1107"/>
                  <a:pt x="1620" y="1101"/>
                </a:cubicBezTo>
                <a:cubicBezTo>
                  <a:pt x="1620" y="1096"/>
                  <a:pt x="1622" y="1092"/>
                  <a:pt x="1625" y="1088"/>
                </a:cubicBezTo>
                <a:cubicBezTo>
                  <a:pt x="1630" y="1084"/>
                  <a:pt x="1634" y="1079"/>
                  <a:pt x="1638" y="1075"/>
                </a:cubicBezTo>
                <a:cubicBezTo>
                  <a:pt x="1642" y="1071"/>
                  <a:pt x="1646" y="1069"/>
                  <a:pt x="1651" y="1069"/>
                </a:cubicBezTo>
                <a:cubicBezTo>
                  <a:pt x="1656" y="1069"/>
                  <a:pt x="1661" y="1071"/>
                  <a:pt x="1665" y="1074"/>
                </a:cubicBezTo>
                <a:cubicBezTo>
                  <a:pt x="1668" y="1078"/>
                  <a:pt x="1670" y="1082"/>
                  <a:pt x="1670" y="1087"/>
                </a:cubicBezTo>
                <a:cubicBezTo>
                  <a:pt x="1671" y="1092"/>
                  <a:pt x="1669" y="1097"/>
                  <a:pt x="1665" y="1101"/>
                </a:cubicBezTo>
                <a:moveTo>
                  <a:pt x="1556" y="1206"/>
                </a:moveTo>
                <a:cubicBezTo>
                  <a:pt x="1552" y="1210"/>
                  <a:pt x="1547" y="1214"/>
                  <a:pt x="1542" y="1218"/>
                </a:cubicBezTo>
                <a:cubicBezTo>
                  <a:pt x="1538" y="1222"/>
                  <a:pt x="1534" y="1223"/>
                  <a:pt x="1529" y="1223"/>
                </a:cubicBezTo>
                <a:cubicBezTo>
                  <a:pt x="1523" y="1222"/>
                  <a:pt x="1519" y="1220"/>
                  <a:pt x="1516" y="1216"/>
                </a:cubicBezTo>
                <a:cubicBezTo>
                  <a:pt x="1512" y="1212"/>
                  <a:pt x="1511" y="1208"/>
                  <a:pt x="1511" y="1203"/>
                </a:cubicBezTo>
                <a:cubicBezTo>
                  <a:pt x="1512" y="1198"/>
                  <a:pt x="1514" y="1193"/>
                  <a:pt x="1518" y="1190"/>
                </a:cubicBezTo>
                <a:cubicBezTo>
                  <a:pt x="1522" y="1186"/>
                  <a:pt x="1527" y="1182"/>
                  <a:pt x="1532" y="1178"/>
                </a:cubicBezTo>
                <a:cubicBezTo>
                  <a:pt x="1536" y="1174"/>
                  <a:pt x="1540" y="1173"/>
                  <a:pt x="1545" y="1173"/>
                </a:cubicBezTo>
                <a:cubicBezTo>
                  <a:pt x="1550" y="1173"/>
                  <a:pt x="1555" y="1175"/>
                  <a:pt x="1558" y="1179"/>
                </a:cubicBezTo>
                <a:cubicBezTo>
                  <a:pt x="1561" y="1183"/>
                  <a:pt x="1563" y="1188"/>
                  <a:pt x="1563" y="1193"/>
                </a:cubicBezTo>
                <a:cubicBezTo>
                  <a:pt x="1562" y="1198"/>
                  <a:pt x="1560" y="1202"/>
                  <a:pt x="1556" y="1206"/>
                </a:cubicBezTo>
                <a:moveTo>
                  <a:pt x="1440" y="1301"/>
                </a:moveTo>
                <a:cubicBezTo>
                  <a:pt x="1435" y="1304"/>
                  <a:pt x="1430" y="1308"/>
                  <a:pt x="1425" y="1312"/>
                </a:cubicBezTo>
                <a:cubicBezTo>
                  <a:pt x="1421" y="1315"/>
                  <a:pt x="1416" y="1316"/>
                  <a:pt x="1411" y="1315"/>
                </a:cubicBezTo>
                <a:cubicBezTo>
                  <a:pt x="1406" y="1314"/>
                  <a:pt x="1402" y="1312"/>
                  <a:pt x="1399" y="1308"/>
                </a:cubicBezTo>
                <a:cubicBezTo>
                  <a:pt x="1396" y="1304"/>
                  <a:pt x="1395" y="1299"/>
                  <a:pt x="1396" y="1294"/>
                </a:cubicBezTo>
                <a:cubicBezTo>
                  <a:pt x="1396" y="1289"/>
                  <a:pt x="1399" y="1285"/>
                  <a:pt x="1403" y="1282"/>
                </a:cubicBezTo>
                <a:cubicBezTo>
                  <a:pt x="1408" y="1278"/>
                  <a:pt x="1413" y="1274"/>
                  <a:pt x="1418" y="1271"/>
                </a:cubicBezTo>
                <a:cubicBezTo>
                  <a:pt x="1422" y="1268"/>
                  <a:pt x="1427" y="1266"/>
                  <a:pt x="1432" y="1267"/>
                </a:cubicBezTo>
                <a:cubicBezTo>
                  <a:pt x="1437" y="1268"/>
                  <a:pt x="1441" y="1270"/>
                  <a:pt x="1444" y="1274"/>
                </a:cubicBezTo>
                <a:cubicBezTo>
                  <a:pt x="1447" y="1279"/>
                  <a:pt x="1448" y="1283"/>
                  <a:pt x="1447" y="1288"/>
                </a:cubicBezTo>
                <a:cubicBezTo>
                  <a:pt x="1447" y="1293"/>
                  <a:pt x="1444" y="1297"/>
                  <a:pt x="1440" y="1301"/>
                </a:cubicBezTo>
                <a:moveTo>
                  <a:pt x="1317" y="1386"/>
                </a:moveTo>
                <a:cubicBezTo>
                  <a:pt x="1311" y="1390"/>
                  <a:pt x="1306" y="1393"/>
                  <a:pt x="1300" y="1396"/>
                </a:cubicBezTo>
                <a:cubicBezTo>
                  <a:pt x="1296" y="1399"/>
                  <a:pt x="1291" y="1400"/>
                  <a:pt x="1286" y="1399"/>
                </a:cubicBezTo>
                <a:cubicBezTo>
                  <a:pt x="1281" y="1398"/>
                  <a:pt x="1277" y="1395"/>
                  <a:pt x="1275" y="1391"/>
                </a:cubicBezTo>
                <a:cubicBezTo>
                  <a:pt x="1272" y="1386"/>
                  <a:pt x="1271" y="1381"/>
                  <a:pt x="1272" y="1376"/>
                </a:cubicBezTo>
                <a:cubicBezTo>
                  <a:pt x="1273" y="1371"/>
                  <a:pt x="1276" y="1368"/>
                  <a:pt x="1281" y="1365"/>
                </a:cubicBezTo>
                <a:cubicBezTo>
                  <a:pt x="1286" y="1361"/>
                  <a:pt x="1291" y="1358"/>
                  <a:pt x="1296" y="1355"/>
                </a:cubicBezTo>
                <a:cubicBezTo>
                  <a:pt x="1301" y="1352"/>
                  <a:pt x="1305" y="1351"/>
                  <a:pt x="1311" y="1352"/>
                </a:cubicBezTo>
                <a:cubicBezTo>
                  <a:pt x="1316" y="1353"/>
                  <a:pt x="1319" y="1356"/>
                  <a:pt x="1322" y="1360"/>
                </a:cubicBezTo>
                <a:cubicBezTo>
                  <a:pt x="1325" y="1365"/>
                  <a:pt x="1326" y="1370"/>
                  <a:pt x="1325" y="1375"/>
                </a:cubicBezTo>
                <a:cubicBezTo>
                  <a:pt x="1324" y="1380"/>
                  <a:pt x="1321" y="1384"/>
                  <a:pt x="1317" y="1386"/>
                </a:cubicBezTo>
                <a:moveTo>
                  <a:pt x="1185" y="1463"/>
                </a:moveTo>
                <a:cubicBezTo>
                  <a:pt x="1180" y="1466"/>
                  <a:pt x="1175" y="1469"/>
                  <a:pt x="1169" y="1472"/>
                </a:cubicBezTo>
                <a:cubicBezTo>
                  <a:pt x="1165" y="1474"/>
                  <a:pt x="1160" y="1475"/>
                  <a:pt x="1155" y="1473"/>
                </a:cubicBezTo>
                <a:cubicBezTo>
                  <a:pt x="1150" y="1472"/>
                  <a:pt x="1146" y="1469"/>
                  <a:pt x="1144" y="1464"/>
                </a:cubicBezTo>
                <a:cubicBezTo>
                  <a:pt x="1142" y="1460"/>
                  <a:pt x="1141" y="1455"/>
                  <a:pt x="1143" y="1450"/>
                </a:cubicBezTo>
                <a:cubicBezTo>
                  <a:pt x="1144" y="1445"/>
                  <a:pt x="1147" y="1441"/>
                  <a:pt x="1152" y="1439"/>
                </a:cubicBezTo>
                <a:cubicBezTo>
                  <a:pt x="1157" y="1436"/>
                  <a:pt x="1162" y="1433"/>
                  <a:pt x="1168" y="1430"/>
                </a:cubicBezTo>
                <a:cubicBezTo>
                  <a:pt x="1172" y="1428"/>
                  <a:pt x="1177" y="1428"/>
                  <a:pt x="1182" y="1429"/>
                </a:cubicBezTo>
                <a:cubicBezTo>
                  <a:pt x="1187" y="1430"/>
                  <a:pt x="1191" y="1433"/>
                  <a:pt x="1193" y="1438"/>
                </a:cubicBezTo>
                <a:cubicBezTo>
                  <a:pt x="1195" y="1443"/>
                  <a:pt x="1196" y="1447"/>
                  <a:pt x="1194" y="1452"/>
                </a:cubicBezTo>
                <a:cubicBezTo>
                  <a:pt x="1193" y="1457"/>
                  <a:pt x="1190" y="1461"/>
                  <a:pt x="1185" y="1463"/>
                </a:cubicBezTo>
                <a:moveTo>
                  <a:pt x="1053" y="1530"/>
                </a:moveTo>
                <a:lnTo>
                  <a:pt x="1036" y="1537"/>
                </a:lnTo>
                <a:cubicBezTo>
                  <a:pt x="1031" y="1539"/>
                  <a:pt x="1026" y="1540"/>
                  <a:pt x="1022" y="1538"/>
                </a:cubicBezTo>
                <a:cubicBezTo>
                  <a:pt x="1017" y="1536"/>
                  <a:pt x="1013" y="1533"/>
                  <a:pt x="1011" y="1528"/>
                </a:cubicBezTo>
                <a:cubicBezTo>
                  <a:pt x="1009" y="1523"/>
                  <a:pt x="1009" y="1519"/>
                  <a:pt x="1011" y="1514"/>
                </a:cubicBezTo>
                <a:cubicBezTo>
                  <a:pt x="1012" y="1509"/>
                  <a:pt x="1016" y="1505"/>
                  <a:pt x="1020" y="1503"/>
                </a:cubicBezTo>
                <a:lnTo>
                  <a:pt x="1037" y="1496"/>
                </a:lnTo>
                <a:cubicBezTo>
                  <a:pt x="1042" y="1493"/>
                  <a:pt x="1047" y="1493"/>
                  <a:pt x="1052" y="1495"/>
                </a:cubicBezTo>
                <a:cubicBezTo>
                  <a:pt x="1056" y="1497"/>
                  <a:pt x="1060" y="1500"/>
                  <a:pt x="1062" y="1505"/>
                </a:cubicBezTo>
                <a:cubicBezTo>
                  <a:pt x="1064" y="1510"/>
                  <a:pt x="1064" y="1514"/>
                  <a:pt x="1063" y="1519"/>
                </a:cubicBezTo>
                <a:cubicBezTo>
                  <a:pt x="1061" y="1524"/>
                  <a:pt x="1058" y="1527"/>
                  <a:pt x="1053" y="1530"/>
                </a:cubicBezTo>
                <a:moveTo>
                  <a:pt x="912" y="1589"/>
                </a:moveTo>
                <a:lnTo>
                  <a:pt x="894" y="1596"/>
                </a:lnTo>
                <a:cubicBezTo>
                  <a:pt x="889" y="1598"/>
                  <a:pt x="885" y="1598"/>
                  <a:pt x="880" y="1596"/>
                </a:cubicBezTo>
                <a:cubicBezTo>
                  <a:pt x="875" y="1594"/>
                  <a:pt x="872" y="1590"/>
                  <a:pt x="870" y="1585"/>
                </a:cubicBezTo>
                <a:cubicBezTo>
                  <a:pt x="868" y="1580"/>
                  <a:pt x="868" y="1576"/>
                  <a:pt x="870" y="1571"/>
                </a:cubicBezTo>
                <a:cubicBezTo>
                  <a:pt x="873" y="1566"/>
                  <a:pt x="876" y="1563"/>
                  <a:pt x="881" y="1561"/>
                </a:cubicBezTo>
                <a:lnTo>
                  <a:pt x="899" y="1554"/>
                </a:lnTo>
                <a:cubicBezTo>
                  <a:pt x="904" y="1552"/>
                  <a:pt x="908" y="1552"/>
                  <a:pt x="913" y="1555"/>
                </a:cubicBezTo>
                <a:cubicBezTo>
                  <a:pt x="918" y="1557"/>
                  <a:pt x="921" y="1560"/>
                  <a:pt x="923" y="1565"/>
                </a:cubicBezTo>
                <a:cubicBezTo>
                  <a:pt x="925" y="1570"/>
                  <a:pt x="925" y="1575"/>
                  <a:pt x="923" y="1579"/>
                </a:cubicBezTo>
                <a:cubicBezTo>
                  <a:pt x="921" y="1584"/>
                  <a:pt x="917" y="1587"/>
                  <a:pt x="912" y="1589"/>
                </a:cubicBezTo>
                <a:moveTo>
                  <a:pt x="772" y="1639"/>
                </a:moveTo>
                <a:lnTo>
                  <a:pt x="755" y="1645"/>
                </a:lnTo>
                <a:cubicBezTo>
                  <a:pt x="750" y="1646"/>
                  <a:pt x="745" y="1646"/>
                  <a:pt x="741" y="1644"/>
                </a:cubicBezTo>
                <a:cubicBezTo>
                  <a:pt x="736" y="1641"/>
                  <a:pt x="733" y="1638"/>
                  <a:pt x="731" y="1633"/>
                </a:cubicBezTo>
                <a:cubicBezTo>
                  <a:pt x="730" y="1628"/>
                  <a:pt x="730" y="1623"/>
                  <a:pt x="732" y="1618"/>
                </a:cubicBezTo>
                <a:cubicBezTo>
                  <a:pt x="735" y="1614"/>
                  <a:pt x="738" y="1611"/>
                  <a:pt x="743" y="1609"/>
                </a:cubicBezTo>
                <a:lnTo>
                  <a:pt x="761" y="1604"/>
                </a:lnTo>
                <a:cubicBezTo>
                  <a:pt x="766" y="1602"/>
                  <a:pt x="770" y="1602"/>
                  <a:pt x="775" y="1605"/>
                </a:cubicBezTo>
                <a:cubicBezTo>
                  <a:pt x="779" y="1607"/>
                  <a:pt x="783" y="1611"/>
                  <a:pt x="784" y="1616"/>
                </a:cubicBezTo>
                <a:cubicBezTo>
                  <a:pt x="786" y="1620"/>
                  <a:pt x="785" y="1625"/>
                  <a:pt x="783" y="1630"/>
                </a:cubicBezTo>
                <a:cubicBezTo>
                  <a:pt x="781" y="1634"/>
                  <a:pt x="777" y="1637"/>
                  <a:pt x="772" y="1639"/>
                </a:cubicBezTo>
                <a:moveTo>
                  <a:pt x="629" y="1682"/>
                </a:moveTo>
                <a:lnTo>
                  <a:pt x="611" y="1687"/>
                </a:lnTo>
                <a:cubicBezTo>
                  <a:pt x="606" y="1688"/>
                  <a:pt x="601" y="1688"/>
                  <a:pt x="597" y="1685"/>
                </a:cubicBezTo>
                <a:cubicBezTo>
                  <a:pt x="592" y="1683"/>
                  <a:pt x="589" y="1679"/>
                  <a:pt x="588" y="1674"/>
                </a:cubicBezTo>
                <a:cubicBezTo>
                  <a:pt x="587" y="1669"/>
                  <a:pt x="587" y="1664"/>
                  <a:pt x="590" y="1660"/>
                </a:cubicBezTo>
                <a:cubicBezTo>
                  <a:pt x="592" y="1655"/>
                  <a:pt x="596" y="1652"/>
                  <a:pt x="601" y="1651"/>
                </a:cubicBezTo>
                <a:lnTo>
                  <a:pt x="619" y="1646"/>
                </a:lnTo>
                <a:cubicBezTo>
                  <a:pt x="624" y="1645"/>
                  <a:pt x="629" y="1645"/>
                  <a:pt x="634" y="1648"/>
                </a:cubicBezTo>
                <a:cubicBezTo>
                  <a:pt x="638" y="1650"/>
                  <a:pt x="641" y="1654"/>
                  <a:pt x="642" y="1659"/>
                </a:cubicBezTo>
                <a:cubicBezTo>
                  <a:pt x="644" y="1664"/>
                  <a:pt x="643" y="1669"/>
                  <a:pt x="640" y="1673"/>
                </a:cubicBezTo>
                <a:cubicBezTo>
                  <a:pt x="638" y="1678"/>
                  <a:pt x="634" y="1681"/>
                  <a:pt x="629" y="1682"/>
                </a:cubicBezTo>
                <a:moveTo>
                  <a:pt x="479" y="1719"/>
                </a:moveTo>
                <a:lnTo>
                  <a:pt x="461" y="1723"/>
                </a:lnTo>
                <a:cubicBezTo>
                  <a:pt x="456" y="1725"/>
                  <a:pt x="451" y="1724"/>
                  <a:pt x="447" y="1721"/>
                </a:cubicBezTo>
                <a:cubicBezTo>
                  <a:pt x="443" y="1718"/>
                  <a:pt x="440" y="1714"/>
                  <a:pt x="439" y="1709"/>
                </a:cubicBezTo>
                <a:cubicBezTo>
                  <a:pt x="438" y="1704"/>
                  <a:pt x="438" y="1700"/>
                  <a:pt x="441" y="1695"/>
                </a:cubicBezTo>
                <a:cubicBezTo>
                  <a:pt x="444" y="1691"/>
                  <a:pt x="448" y="1688"/>
                  <a:pt x="453" y="1687"/>
                </a:cubicBezTo>
                <a:lnTo>
                  <a:pt x="471" y="1683"/>
                </a:lnTo>
                <a:cubicBezTo>
                  <a:pt x="476" y="1682"/>
                  <a:pt x="481" y="1683"/>
                  <a:pt x="485" y="1685"/>
                </a:cubicBezTo>
                <a:cubicBezTo>
                  <a:pt x="490" y="1688"/>
                  <a:pt x="492" y="1692"/>
                  <a:pt x="493" y="1697"/>
                </a:cubicBezTo>
                <a:cubicBezTo>
                  <a:pt x="495" y="1702"/>
                  <a:pt x="494" y="1707"/>
                  <a:pt x="491" y="1711"/>
                </a:cubicBezTo>
                <a:cubicBezTo>
                  <a:pt x="488" y="1716"/>
                  <a:pt x="484" y="1718"/>
                  <a:pt x="479" y="1719"/>
                </a:cubicBezTo>
                <a:moveTo>
                  <a:pt x="335" y="1749"/>
                </a:moveTo>
                <a:lnTo>
                  <a:pt x="317" y="1752"/>
                </a:lnTo>
                <a:cubicBezTo>
                  <a:pt x="312" y="1753"/>
                  <a:pt x="307" y="1752"/>
                  <a:pt x="303" y="1749"/>
                </a:cubicBezTo>
                <a:cubicBezTo>
                  <a:pt x="299" y="1746"/>
                  <a:pt x="296" y="1742"/>
                  <a:pt x="295" y="1737"/>
                </a:cubicBezTo>
                <a:cubicBezTo>
                  <a:pt x="295" y="1732"/>
                  <a:pt x="296" y="1727"/>
                  <a:pt x="298" y="1723"/>
                </a:cubicBezTo>
                <a:cubicBezTo>
                  <a:pt x="301" y="1719"/>
                  <a:pt x="305" y="1716"/>
                  <a:pt x="310" y="1715"/>
                </a:cubicBezTo>
                <a:lnTo>
                  <a:pt x="329" y="1712"/>
                </a:lnTo>
                <a:cubicBezTo>
                  <a:pt x="334" y="1711"/>
                  <a:pt x="338" y="1712"/>
                  <a:pt x="343" y="1715"/>
                </a:cubicBezTo>
                <a:cubicBezTo>
                  <a:pt x="347" y="1718"/>
                  <a:pt x="349" y="1722"/>
                  <a:pt x="350" y="1727"/>
                </a:cubicBezTo>
                <a:cubicBezTo>
                  <a:pt x="351" y="1732"/>
                  <a:pt x="350" y="1737"/>
                  <a:pt x="347" y="1741"/>
                </a:cubicBezTo>
                <a:cubicBezTo>
                  <a:pt x="344" y="1745"/>
                  <a:pt x="340" y="1748"/>
                  <a:pt x="335" y="1749"/>
                </a:cubicBezTo>
                <a:moveTo>
                  <a:pt x="188" y="1773"/>
                </a:moveTo>
                <a:lnTo>
                  <a:pt x="169" y="1776"/>
                </a:lnTo>
                <a:cubicBezTo>
                  <a:pt x="164" y="1776"/>
                  <a:pt x="159" y="1775"/>
                  <a:pt x="155" y="1772"/>
                </a:cubicBezTo>
                <a:cubicBezTo>
                  <a:pt x="151" y="1769"/>
                  <a:pt x="148" y="1765"/>
                  <a:pt x="148" y="1760"/>
                </a:cubicBezTo>
                <a:cubicBezTo>
                  <a:pt x="147" y="1755"/>
                  <a:pt x="148" y="1750"/>
                  <a:pt x="151" y="1746"/>
                </a:cubicBezTo>
                <a:cubicBezTo>
                  <a:pt x="154" y="1742"/>
                  <a:pt x="158" y="1740"/>
                  <a:pt x="163" y="1739"/>
                </a:cubicBezTo>
                <a:lnTo>
                  <a:pt x="182" y="1736"/>
                </a:lnTo>
                <a:cubicBezTo>
                  <a:pt x="187" y="1735"/>
                  <a:pt x="192" y="1736"/>
                  <a:pt x="196" y="1740"/>
                </a:cubicBezTo>
                <a:cubicBezTo>
                  <a:pt x="200" y="1743"/>
                  <a:pt x="203" y="1747"/>
                  <a:pt x="203" y="1752"/>
                </a:cubicBezTo>
                <a:cubicBezTo>
                  <a:pt x="204" y="1757"/>
                  <a:pt x="203" y="1762"/>
                  <a:pt x="200" y="1766"/>
                </a:cubicBezTo>
                <a:cubicBezTo>
                  <a:pt x="197" y="1770"/>
                  <a:pt x="193" y="1772"/>
                  <a:pt x="188" y="1773"/>
                </a:cubicBezTo>
                <a:moveTo>
                  <a:pt x="34" y="1793"/>
                </a:moveTo>
                <a:lnTo>
                  <a:pt x="20" y="1794"/>
                </a:lnTo>
                <a:cubicBezTo>
                  <a:pt x="15" y="1795"/>
                  <a:pt x="11" y="1794"/>
                  <a:pt x="7" y="1790"/>
                </a:cubicBezTo>
                <a:cubicBezTo>
                  <a:pt x="3" y="1787"/>
                  <a:pt x="0" y="1783"/>
                  <a:pt x="0" y="1778"/>
                </a:cubicBezTo>
                <a:cubicBezTo>
                  <a:pt x="-1" y="1773"/>
                  <a:pt x="0" y="1768"/>
                  <a:pt x="4" y="1764"/>
                </a:cubicBezTo>
                <a:cubicBezTo>
                  <a:pt x="7" y="1760"/>
                  <a:pt x="11" y="1758"/>
                  <a:pt x="16" y="1757"/>
                </a:cubicBezTo>
                <a:lnTo>
                  <a:pt x="30" y="1756"/>
                </a:lnTo>
                <a:cubicBezTo>
                  <a:pt x="35" y="1755"/>
                  <a:pt x="40" y="1756"/>
                  <a:pt x="44" y="1760"/>
                </a:cubicBezTo>
                <a:cubicBezTo>
                  <a:pt x="48" y="1763"/>
                  <a:pt x="50" y="1767"/>
                  <a:pt x="51" y="1772"/>
                </a:cubicBezTo>
                <a:cubicBezTo>
                  <a:pt x="51" y="1777"/>
                  <a:pt x="50" y="1782"/>
                  <a:pt x="47" y="1786"/>
                </a:cubicBezTo>
                <a:cubicBezTo>
                  <a:pt x="44" y="1790"/>
                  <a:pt x="39" y="1792"/>
                  <a:pt x="34" y="1793"/>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4156560" y="4128840"/>
            <a:ext cx="60480" cy="75240"/>
          </a:xfrm>
          <a:custGeom>
            <a:avLst/>
            <a:gdLst/>
            <a:ahLst/>
            <a:rect l="0" t="0" r="r" b="b"/>
            <a:pathLst>
              <a:path fill="none" w="168" h="209">
                <a:moveTo>
                  <a:pt x="168" y="209"/>
                </a:moveTo>
                <a:lnTo>
                  <a:pt x="0" y="122"/>
                </a:lnTo>
                <a:lnTo>
                  <a:pt x="146" y="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73" name=""/>
          <p:cNvSpPr/>
          <p:nvPr/>
        </p:nvSpPr>
        <p:spPr>
          <a:xfrm>
            <a:off x="2670840" y="3533400"/>
            <a:ext cx="780480" cy="646200"/>
          </a:xfrm>
          <a:custGeom>
            <a:avLst/>
            <a:gdLst/>
            <a:ahLst/>
            <a:rect l="0" t="0" r="r" b="b"/>
            <a:pathLst>
              <a:path w="2168" h="1795">
                <a:moveTo>
                  <a:pt x="2146" y="1794"/>
                </a:moveTo>
                <a:lnTo>
                  <a:pt x="2127" y="1792"/>
                </a:lnTo>
                <a:cubicBezTo>
                  <a:pt x="2122" y="1792"/>
                  <a:pt x="2118" y="1789"/>
                  <a:pt x="2115" y="1785"/>
                </a:cubicBezTo>
                <a:cubicBezTo>
                  <a:pt x="2111" y="1781"/>
                  <a:pt x="2110" y="1777"/>
                  <a:pt x="2111" y="1772"/>
                </a:cubicBezTo>
                <a:cubicBezTo>
                  <a:pt x="2111" y="1766"/>
                  <a:pt x="2113" y="1762"/>
                  <a:pt x="2117" y="1759"/>
                </a:cubicBezTo>
                <a:cubicBezTo>
                  <a:pt x="2121" y="1756"/>
                  <a:pt x="2126" y="1754"/>
                  <a:pt x="2131" y="1755"/>
                </a:cubicBezTo>
                <a:lnTo>
                  <a:pt x="2151" y="1757"/>
                </a:lnTo>
                <a:cubicBezTo>
                  <a:pt x="2156" y="1758"/>
                  <a:pt x="2160" y="1760"/>
                  <a:pt x="2163" y="1764"/>
                </a:cubicBezTo>
                <a:cubicBezTo>
                  <a:pt x="2166" y="1768"/>
                  <a:pt x="2168" y="1773"/>
                  <a:pt x="2167" y="1778"/>
                </a:cubicBezTo>
                <a:cubicBezTo>
                  <a:pt x="2167" y="1783"/>
                  <a:pt x="2164" y="1787"/>
                  <a:pt x="2160" y="1790"/>
                </a:cubicBezTo>
                <a:cubicBezTo>
                  <a:pt x="2156" y="1794"/>
                  <a:pt x="2152" y="1795"/>
                  <a:pt x="2146" y="1794"/>
                </a:cubicBezTo>
                <a:moveTo>
                  <a:pt x="1993" y="1775"/>
                </a:moveTo>
                <a:lnTo>
                  <a:pt x="1974" y="1772"/>
                </a:lnTo>
                <a:cubicBezTo>
                  <a:pt x="1969" y="1772"/>
                  <a:pt x="1965" y="1769"/>
                  <a:pt x="1962" y="1765"/>
                </a:cubicBezTo>
                <a:cubicBezTo>
                  <a:pt x="1959" y="1761"/>
                  <a:pt x="1957" y="1756"/>
                  <a:pt x="1958" y="1751"/>
                </a:cubicBezTo>
                <a:cubicBezTo>
                  <a:pt x="1959" y="1746"/>
                  <a:pt x="1961" y="1742"/>
                  <a:pt x="1965" y="1739"/>
                </a:cubicBezTo>
                <a:cubicBezTo>
                  <a:pt x="1970" y="1736"/>
                  <a:pt x="1974" y="1735"/>
                  <a:pt x="1979" y="1735"/>
                </a:cubicBezTo>
                <a:lnTo>
                  <a:pt x="1998" y="1738"/>
                </a:lnTo>
                <a:cubicBezTo>
                  <a:pt x="2003" y="1739"/>
                  <a:pt x="2007" y="1741"/>
                  <a:pt x="2010" y="1745"/>
                </a:cubicBezTo>
                <a:cubicBezTo>
                  <a:pt x="2013" y="1749"/>
                  <a:pt x="2015" y="1754"/>
                  <a:pt x="2014" y="1759"/>
                </a:cubicBezTo>
                <a:cubicBezTo>
                  <a:pt x="2013" y="1764"/>
                  <a:pt x="2011" y="1768"/>
                  <a:pt x="2007" y="1771"/>
                </a:cubicBezTo>
                <a:cubicBezTo>
                  <a:pt x="2002" y="1775"/>
                  <a:pt x="1998" y="1776"/>
                  <a:pt x="1993" y="1775"/>
                </a:cubicBezTo>
                <a:moveTo>
                  <a:pt x="1844" y="1751"/>
                </a:moveTo>
                <a:lnTo>
                  <a:pt x="1826" y="1748"/>
                </a:lnTo>
                <a:cubicBezTo>
                  <a:pt x="1821" y="1747"/>
                  <a:pt x="1817" y="1744"/>
                  <a:pt x="1814" y="1740"/>
                </a:cubicBezTo>
                <a:cubicBezTo>
                  <a:pt x="1811" y="1736"/>
                  <a:pt x="1810" y="1731"/>
                  <a:pt x="1811" y="1726"/>
                </a:cubicBezTo>
                <a:cubicBezTo>
                  <a:pt x="1812" y="1721"/>
                  <a:pt x="1815" y="1717"/>
                  <a:pt x="1819" y="1714"/>
                </a:cubicBezTo>
                <a:cubicBezTo>
                  <a:pt x="1823" y="1711"/>
                  <a:pt x="1828" y="1710"/>
                  <a:pt x="1833" y="1711"/>
                </a:cubicBezTo>
                <a:lnTo>
                  <a:pt x="1851" y="1714"/>
                </a:lnTo>
                <a:cubicBezTo>
                  <a:pt x="1856" y="1715"/>
                  <a:pt x="1860" y="1718"/>
                  <a:pt x="1863" y="1722"/>
                </a:cubicBezTo>
                <a:cubicBezTo>
                  <a:pt x="1866" y="1726"/>
                  <a:pt x="1867" y="1731"/>
                  <a:pt x="1866" y="1736"/>
                </a:cubicBezTo>
                <a:cubicBezTo>
                  <a:pt x="1865" y="1741"/>
                  <a:pt x="1863" y="1745"/>
                  <a:pt x="1858" y="1748"/>
                </a:cubicBezTo>
                <a:cubicBezTo>
                  <a:pt x="1854" y="1751"/>
                  <a:pt x="1850" y="1752"/>
                  <a:pt x="1844" y="1751"/>
                </a:cubicBezTo>
                <a:moveTo>
                  <a:pt x="1702" y="1722"/>
                </a:moveTo>
                <a:lnTo>
                  <a:pt x="1683" y="1718"/>
                </a:lnTo>
                <a:cubicBezTo>
                  <a:pt x="1678" y="1717"/>
                  <a:pt x="1674" y="1714"/>
                  <a:pt x="1671" y="1710"/>
                </a:cubicBezTo>
                <a:cubicBezTo>
                  <a:pt x="1669" y="1706"/>
                  <a:pt x="1668" y="1701"/>
                  <a:pt x="1669" y="1696"/>
                </a:cubicBezTo>
                <a:cubicBezTo>
                  <a:pt x="1670" y="1691"/>
                  <a:pt x="1673" y="1687"/>
                  <a:pt x="1677" y="1684"/>
                </a:cubicBezTo>
                <a:cubicBezTo>
                  <a:pt x="1682" y="1681"/>
                  <a:pt x="1686" y="1681"/>
                  <a:pt x="1691" y="1682"/>
                </a:cubicBezTo>
                <a:lnTo>
                  <a:pt x="1710" y="1686"/>
                </a:lnTo>
                <a:cubicBezTo>
                  <a:pt x="1715" y="1687"/>
                  <a:pt x="1719" y="1690"/>
                  <a:pt x="1722" y="1694"/>
                </a:cubicBezTo>
                <a:cubicBezTo>
                  <a:pt x="1724" y="1698"/>
                  <a:pt x="1725" y="1703"/>
                  <a:pt x="1724" y="1708"/>
                </a:cubicBezTo>
                <a:cubicBezTo>
                  <a:pt x="1723" y="1713"/>
                  <a:pt x="1720" y="1717"/>
                  <a:pt x="1716" y="1720"/>
                </a:cubicBezTo>
                <a:cubicBezTo>
                  <a:pt x="1712" y="1723"/>
                  <a:pt x="1707" y="1723"/>
                  <a:pt x="1702" y="1722"/>
                </a:cubicBezTo>
                <a:moveTo>
                  <a:pt x="1552" y="1686"/>
                </a:moveTo>
                <a:lnTo>
                  <a:pt x="1534" y="1681"/>
                </a:lnTo>
                <a:cubicBezTo>
                  <a:pt x="1529" y="1679"/>
                  <a:pt x="1525" y="1676"/>
                  <a:pt x="1522" y="1672"/>
                </a:cubicBezTo>
                <a:cubicBezTo>
                  <a:pt x="1520" y="1667"/>
                  <a:pt x="1519" y="1663"/>
                  <a:pt x="1520" y="1658"/>
                </a:cubicBezTo>
                <a:cubicBezTo>
                  <a:pt x="1522" y="1653"/>
                  <a:pt x="1525" y="1649"/>
                  <a:pt x="1529" y="1646"/>
                </a:cubicBezTo>
                <a:cubicBezTo>
                  <a:pt x="1534" y="1644"/>
                  <a:pt x="1538" y="1643"/>
                  <a:pt x="1543" y="1645"/>
                </a:cubicBezTo>
                <a:lnTo>
                  <a:pt x="1562" y="1650"/>
                </a:lnTo>
                <a:cubicBezTo>
                  <a:pt x="1567" y="1651"/>
                  <a:pt x="1570" y="1654"/>
                  <a:pt x="1573" y="1658"/>
                </a:cubicBezTo>
                <a:cubicBezTo>
                  <a:pt x="1575" y="1663"/>
                  <a:pt x="1576" y="1667"/>
                  <a:pt x="1575" y="1672"/>
                </a:cubicBezTo>
                <a:cubicBezTo>
                  <a:pt x="1573" y="1677"/>
                  <a:pt x="1570" y="1681"/>
                  <a:pt x="1566" y="1684"/>
                </a:cubicBezTo>
                <a:cubicBezTo>
                  <a:pt x="1561" y="1686"/>
                  <a:pt x="1557" y="1687"/>
                  <a:pt x="1552" y="1686"/>
                </a:cubicBezTo>
                <a:moveTo>
                  <a:pt x="1408" y="1643"/>
                </a:moveTo>
                <a:lnTo>
                  <a:pt x="1391" y="1637"/>
                </a:lnTo>
                <a:cubicBezTo>
                  <a:pt x="1386" y="1636"/>
                  <a:pt x="1382" y="1633"/>
                  <a:pt x="1380" y="1628"/>
                </a:cubicBezTo>
                <a:cubicBezTo>
                  <a:pt x="1377" y="1624"/>
                  <a:pt x="1377" y="1619"/>
                  <a:pt x="1379" y="1614"/>
                </a:cubicBezTo>
                <a:cubicBezTo>
                  <a:pt x="1380" y="1609"/>
                  <a:pt x="1383" y="1605"/>
                  <a:pt x="1388" y="1603"/>
                </a:cubicBezTo>
                <a:cubicBezTo>
                  <a:pt x="1393" y="1601"/>
                  <a:pt x="1397" y="1600"/>
                  <a:pt x="1402" y="1602"/>
                </a:cubicBezTo>
                <a:lnTo>
                  <a:pt x="1420" y="1608"/>
                </a:lnTo>
                <a:cubicBezTo>
                  <a:pt x="1425" y="1609"/>
                  <a:pt x="1428" y="1612"/>
                  <a:pt x="1430" y="1617"/>
                </a:cubicBezTo>
                <a:cubicBezTo>
                  <a:pt x="1433" y="1622"/>
                  <a:pt x="1433" y="1626"/>
                  <a:pt x="1432" y="1631"/>
                </a:cubicBezTo>
                <a:cubicBezTo>
                  <a:pt x="1430" y="1636"/>
                  <a:pt x="1427" y="1640"/>
                  <a:pt x="1422" y="1642"/>
                </a:cubicBezTo>
                <a:cubicBezTo>
                  <a:pt x="1418" y="1644"/>
                  <a:pt x="1413" y="1645"/>
                  <a:pt x="1408" y="1643"/>
                </a:cubicBezTo>
                <a:moveTo>
                  <a:pt x="1268" y="1594"/>
                </a:moveTo>
                <a:lnTo>
                  <a:pt x="1250" y="1587"/>
                </a:lnTo>
                <a:cubicBezTo>
                  <a:pt x="1246" y="1585"/>
                  <a:pt x="1242" y="1582"/>
                  <a:pt x="1240" y="1577"/>
                </a:cubicBezTo>
                <a:cubicBezTo>
                  <a:pt x="1238" y="1572"/>
                  <a:pt x="1238" y="1568"/>
                  <a:pt x="1240" y="1563"/>
                </a:cubicBezTo>
                <a:cubicBezTo>
                  <a:pt x="1242" y="1558"/>
                  <a:pt x="1245" y="1555"/>
                  <a:pt x="1250" y="1553"/>
                </a:cubicBezTo>
                <a:cubicBezTo>
                  <a:pt x="1254" y="1550"/>
                  <a:pt x="1259" y="1550"/>
                  <a:pt x="1264" y="1552"/>
                </a:cubicBezTo>
                <a:lnTo>
                  <a:pt x="1282" y="1559"/>
                </a:lnTo>
                <a:cubicBezTo>
                  <a:pt x="1287" y="1561"/>
                  <a:pt x="1290" y="1564"/>
                  <a:pt x="1292" y="1569"/>
                </a:cubicBezTo>
                <a:cubicBezTo>
                  <a:pt x="1294" y="1574"/>
                  <a:pt x="1294" y="1579"/>
                  <a:pt x="1293" y="1583"/>
                </a:cubicBezTo>
                <a:cubicBezTo>
                  <a:pt x="1291" y="1588"/>
                  <a:pt x="1287" y="1592"/>
                  <a:pt x="1283" y="1594"/>
                </a:cubicBezTo>
                <a:cubicBezTo>
                  <a:pt x="1278" y="1596"/>
                  <a:pt x="1273" y="1596"/>
                  <a:pt x="1268" y="1594"/>
                </a:cubicBezTo>
                <a:moveTo>
                  <a:pt x="1127" y="1535"/>
                </a:moveTo>
                <a:lnTo>
                  <a:pt x="1110" y="1527"/>
                </a:lnTo>
                <a:cubicBezTo>
                  <a:pt x="1105" y="1525"/>
                  <a:pt x="1102" y="1522"/>
                  <a:pt x="1100" y="1517"/>
                </a:cubicBezTo>
                <a:cubicBezTo>
                  <a:pt x="1099" y="1512"/>
                  <a:pt x="1099" y="1507"/>
                  <a:pt x="1101" y="1503"/>
                </a:cubicBezTo>
                <a:cubicBezTo>
                  <a:pt x="1103" y="1498"/>
                  <a:pt x="1107" y="1495"/>
                  <a:pt x="1111" y="1493"/>
                </a:cubicBezTo>
                <a:cubicBezTo>
                  <a:pt x="1116" y="1491"/>
                  <a:pt x="1121" y="1491"/>
                  <a:pt x="1126" y="1493"/>
                </a:cubicBezTo>
                <a:lnTo>
                  <a:pt x="1143" y="1501"/>
                </a:lnTo>
                <a:cubicBezTo>
                  <a:pt x="1147" y="1503"/>
                  <a:pt x="1151" y="1507"/>
                  <a:pt x="1152" y="1512"/>
                </a:cubicBezTo>
                <a:cubicBezTo>
                  <a:pt x="1154" y="1516"/>
                  <a:pt x="1154" y="1521"/>
                  <a:pt x="1152" y="1526"/>
                </a:cubicBezTo>
                <a:cubicBezTo>
                  <a:pt x="1150" y="1531"/>
                  <a:pt x="1146" y="1534"/>
                  <a:pt x="1141" y="1536"/>
                </a:cubicBezTo>
                <a:cubicBezTo>
                  <a:pt x="1137" y="1537"/>
                  <a:pt x="1132" y="1537"/>
                  <a:pt x="1127" y="1535"/>
                </a:cubicBezTo>
                <a:moveTo>
                  <a:pt x="994" y="1470"/>
                </a:moveTo>
                <a:cubicBezTo>
                  <a:pt x="989" y="1467"/>
                  <a:pt x="983" y="1464"/>
                  <a:pt x="978" y="1461"/>
                </a:cubicBezTo>
                <a:cubicBezTo>
                  <a:pt x="973" y="1458"/>
                  <a:pt x="970" y="1455"/>
                  <a:pt x="969" y="1450"/>
                </a:cubicBezTo>
                <a:cubicBezTo>
                  <a:pt x="967" y="1445"/>
                  <a:pt x="968" y="1440"/>
                  <a:pt x="970" y="1436"/>
                </a:cubicBezTo>
                <a:cubicBezTo>
                  <a:pt x="973" y="1431"/>
                  <a:pt x="976" y="1428"/>
                  <a:pt x="981" y="1427"/>
                </a:cubicBezTo>
                <a:cubicBezTo>
                  <a:pt x="986" y="1425"/>
                  <a:pt x="991" y="1426"/>
                  <a:pt x="996" y="1428"/>
                </a:cubicBezTo>
                <a:cubicBezTo>
                  <a:pt x="1001" y="1431"/>
                  <a:pt x="1006" y="1434"/>
                  <a:pt x="1011" y="1437"/>
                </a:cubicBezTo>
                <a:cubicBezTo>
                  <a:pt x="1016" y="1439"/>
                  <a:pt x="1019" y="1443"/>
                  <a:pt x="1021" y="1448"/>
                </a:cubicBezTo>
                <a:cubicBezTo>
                  <a:pt x="1022" y="1453"/>
                  <a:pt x="1022" y="1457"/>
                  <a:pt x="1019" y="1462"/>
                </a:cubicBezTo>
                <a:cubicBezTo>
                  <a:pt x="1017" y="1466"/>
                  <a:pt x="1013" y="1469"/>
                  <a:pt x="1008" y="1471"/>
                </a:cubicBezTo>
                <a:cubicBezTo>
                  <a:pt x="1003" y="1472"/>
                  <a:pt x="998" y="1472"/>
                  <a:pt x="994" y="1470"/>
                </a:cubicBezTo>
                <a:moveTo>
                  <a:pt x="863" y="1394"/>
                </a:moveTo>
                <a:cubicBezTo>
                  <a:pt x="857" y="1390"/>
                  <a:pt x="852" y="1387"/>
                  <a:pt x="847" y="1383"/>
                </a:cubicBezTo>
                <a:cubicBezTo>
                  <a:pt x="842" y="1381"/>
                  <a:pt x="840" y="1377"/>
                  <a:pt x="839" y="1372"/>
                </a:cubicBezTo>
                <a:cubicBezTo>
                  <a:pt x="837" y="1367"/>
                  <a:pt x="838" y="1362"/>
                  <a:pt x="841" y="1358"/>
                </a:cubicBezTo>
                <a:cubicBezTo>
                  <a:pt x="844" y="1353"/>
                  <a:pt x="848" y="1351"/>
                  <a:pt x="853" y="1349"/>
                </a:cubicBezTo>
                <a:cubicBezTo>
                  <a:pt x="858" y="1348"/>
                  <a:pt x="863" y="1349"/>
                  <a:pt x="867" y="1352"/>
                </a:cubicBezTo>
                <a:cubicBezTo>
                  <a:pt x="872" y="1355"/>
                  <a:pt x="877" y="1359"/>
                  <a:pt x="883" y="1362"/>
                </a:cubicBezTo>
                <a:cubicBezTo>
                  <a:pt x="887" y="1365"/>
                  <a:pt x="890" y="1369"/>
                  <a:pt x="891" y="1374"/>
                </a:cubicBezTo>
                <a:cubicBezTo>
                  <a:pt x="892" y="1379"/>
                  <a:pt x="891" y="1383"/>
                  <a:pt x="889" y="1388"/>
                </a:cubicBezTo>
                <a:cubicBezTo>
                  <a:pt x="886" y="1392"/>
                  <a:pt x="882" y="1395"/>
                  <a:pt x="877" y="1396"/>
                </a:cubicBezTo>
                <a:cubicBezTo>
                  <a:pt x="872" y="1397"/>
                  <a:pt x="867" y="1396"/>
                  <a:pt x="863" y="1394"/>
                </a:cubicBezTo>
                <a:moveTo>
                  <a:pt x="738" y="1309"/>
                </a:moveTo>
                <a:cubicBezTo>
                  <a:pt x="733" y="1305"/>
                  <a:pt x="728" y="1301"/>
                  <a:pt x="723" y="1297"/>
                </a:cubicBezTo>
                <a:cubicBezTo>
                  <a:pt x="719" y="1294"/>
                  <a:pt x="717" y="1290"/>
                  <a:pt x="716" y="1285"/>
                </a:cubicBezTo>
                <a:cubicBezTo>
                  <a:pt x="715" y="1280"/>
                  <a:pt x="717" y="1275"/>
                  <a:pt x="720" y="1271"/>
                </a:cubicBezTo>
                <a:cubicBezTo>
                  <a:pt x="723" y="1267"/>
                  <a:pt x="727" y="1265"/>
                  <a:pt x="732" y="1264"/>
                </a:cubicBezTo>
                <a:cubicBezTo>
                  <a:pt x="737" y="1263"/>
                  <a:pt x="742" y="1265"/>
                  <a:pt x="746" y="1268"/>
                </a:cubicBezTo>
                <a:cubicBezTo>
                  <a:pt x="751" y="1271"/>
                  <a:pt x="756" y="1275"/>
                  <a:pt x="760" y="1279"/>
                </a:cubicBezTo>
                <a:cubicBezTo>
                  <a:pt x="765" y="1282"/>
                  <a:pt x="767" y="1286"/>
                  <a:pt x="768" y="1291"/>
                </a:cubicBezTo>
                <a:cubicBezTo>
                  <a:pt x="769" y="1296"/>
                  <a:pt x="767" y="1301"/>
                  <a:pt x="764" y="1305"/>
                </a:cubicBezTo>
                <a:cubicBezTo>
                  <a:pt x="761" y="1309"/>
                  <a:pt x="757" y="1311"/>
                  <a:pt x="752" y="1312"/>
                </a:cubicBezTo>
                <a:cubicBezTo>
                  <a:pt x="747" y="1313"/>
                  <a:pt x="742" y="1312"/>
                  <a:pt x="738" y="1309"/>
                </a:cubicBezTo>
                <a:moveTo>
                  <a:pt x="622" y="1215"/>
                </a:moveTo>
                <a:cubicBezTo>
                  <a:pt x="617" y="1210"/>
                  <a:pt x="612" y="1206"/>
                  <a:pt x="607" y="1202"/>
                </a:cubicBezTo>
                <a:cubicBezTo>
                  <a:pt x="603" y="1199"/>
                  <a:pt x="601" y="1194"/>
                  <a:pt x="601" y="1189"/>
                </a:cubicBezTo>
                <a:cubicBezTo>
                  <a:pt x="601" y="1184"/>
                  <a:pt x="602" y="1180"/>
                  <a:pt x="606" y="1176"/>
                </a:cubicBezTo>
                <a:cubicBezTo>
                  <a:pt x="609" y="1172"/>
                  <a:pt x="614" y="1170"/>
                  <a:pt x="619" y="1169"/>
                </a:cubicBezTo>
                <a:cubicBezTo>
                  <a:pt x="624" y="1169"/>
                  <a:pt x="628" y="1171"/>
                  <a:pt x="632" y="1174"/>
                </a:cubicBezTo>
                <a:cubicBezTo>
                  <a:pt x="637" y="1178"/>
                  <a:pt x="641" y="1182"/>
                  <a:pt x="646" y="1187"/>
                </a:cubicBezTo>
                <a:cubicBezTo>
                  <a:pt x="650" y="1190"/>
                  <a:pt x="652" y="1194"/>
                  <a:pt x="652" y="1199"/>
                </a:cubicBezTo>
                <a:cubicBezTo>
                  <a:pt x="653" y="1204"/>
                  <a:pt x="651" y="1209"/>
                  <a:pt x="648" y="1213"/>
                </a:cubicBezTo>
                <a:cubicBezTo>
                  <a:pt x="645" y="1217"/>
                  <a:pt x="640" y="1219"/>
                  <a:pt x="635" y="1219"/>
                </a:cubicBezTo>
                <a:cubicBezTo>
                  <a:pt x="630" y="1220"/>
                  <a:pt x="625" y="1218"/>
                  <a:pt x="622" y="1215"/>
                </a:cubicBezTo>
                <a:moveTo>
                  <a:pt x="512" y="1110"/>
                </a:moveTo>
                <a:cubicBezTo>
                  <a:pt x="507" y="1106"/>
                  <a:pt x="503" y="1101"/>
                  <a:pt x="499" y="1097"/>
                </a:cubicBezTo>
                <a:cubicBezTo>
                  <a:pt x="495" y="1093"/>
                  <a:pt x="494" y="1088"/>
                  <a:pt x="494" y="1083"/>
                </a:cubicBezTo>
                <a:cubicBezTo>
                  <a:pt x="494" y="1078"/>
                  <a:pt x="496" y="1074"/>
                  <a:pt x="500" y="1070"/>
                </a:cubicBezTo>
                <a:cubicBezTo>
                  <a:pt x="503" y="1067"/>
                  <a:pt x="508" y="1065"/>
                  <a:pt x="513" y="1065"/>
                </a:cubicBezTo>
                <a:cubicBezTo>
                  <a:pt x="518" y="1065"/>
                  <a:pt x="522" y="1067"/>
                  <a:pt x="526" y="1071"/>
                </a:cubicBezTo>
                <a:cubicBezTo>
                  <a:pt x="530" y="1075"/>
                  <a:pt x="534" y="1080"/>
                  <a:pt x="539" y="1084"/>
                </a:cubicBezTo>
                <a:cubicBezTo>
                  <a:pt x="542" y="1088"/>
                  <a:pt x="544" y="1092"/>
                  <a:pt x="544" y="1098"/>
                </a:cubicBezTo>
                <a:cubicBezTo>
                  <a:pt x="544" y="1103"/>
                  <a:pt x="542" y="1107"/>
                  <a:pt x="538" y="1111"/>
                </a:cubicBezTo>
                <a:cubicBezTo>
                  <a:pt x="535" y="1114"/>
                  <a:pt x="530" y="1116"/>
                  <a:pt x="525" y="1116"/>
                </a:cubicBezTo>
                <a:cubicBezTo>
                  <a:pt x="520" y="1116"/>
                  <a:pt x="515" y="1114"/>
                  <a:pt x="512" y="1110"/>
                </a:cubicBezTo>
                <a:moveTo>
                  <a:pt x="412" y="998"/>
                </a:moveTo>
                <a:cubicBezTo>
                  <a:pt x="408" y="993"/>
                  <a:pt x="404" y="988"/>
                  <a:pt x="400" y="983"/>
                </a:cubicBezTo>
                <a:cubicBezTo>
                  <a:pt x="397" y="979"/>
                  <a:pt x="396" y="974"/>
                  <a:pt x="396" y="969"/>
                </a:cubicBezTo>
                <a:cubicBezTo>
                  <a:pt x="397" y="964"/>
                  <a:pt x="399" y="960"/>
                  <a:pt x="403" y="957"/>
                </a:cubicBezTo>
                <a:cubicBezTo>
                  <a:pt x="407" y="954"/>
                  <a:pt x="412" y="952"/>
                  <a:pt x="417" y="953"/>
                </a:cubicBezTo>
                <a:cubicBezTo>
                  <a:pt x="422" y="953"/>
                  <a:pt x="426" y="956"/>
                  <a:pt x="430" y="960"/>
                </a:cubicBezTo>
                <a:cubicBezTo>
                  <a:pt x="433" y="965"/>
                  <a:pt x="437" y="969"/>
                  <a:pt x="441" y="974"/>
                </a:cubicBezTo>
                <a:cubicBezTo>
                  <a:pt x="444" y="978"/>
                  <a:pt x="446" y="983"/>
                  <a:pt x="445" y="988"/>
                </a:cubicBezTo>
                <a:cubicBezTo>
                  <a:pt x="445" y="993"/>
                  <a:pt x="442" y="997"/>
                  <a:pt x="438" y="1000"/>
                </a:cubicBezTo>
                <a:cubicBezTo>
                  <a:pt x="434" y="1004"/>
                  <a:pt x="430" y="1005"/>
                  <a:pt x="425" y="1005"/>
                </a:cubicBezTo>
                <a:cubicBezTo>
                  <a:pt x="420" y="1004"/>
                  <a:pt x="415" y="1002"/>
                  <a:pt x="412" y="998"/>
                </a:cubicBezTo>
                <a:moveTo>
                  <a:pt x="322" y="877"/>
                </a:moveTo>
                <a:cubicBezTo>
                  <a:pt x="319" y="872"/>
                  <a:pt x="315" y="866"/>
                  <a:pt x="312" y="861"/>
                </a:cubicBezTo>
                <a:cubicBezTo>
                  <a:pt x="309" y="857"/>
                  <a:pt x="308" y="852"/>
                  <a:pt x="309" y="847"/>
                </a:cubicBezTo>
                <a:cubicBezTo>
                  <a:pt x="310" y="842"/>
                  <a:pt x="313" y="838"/>
                  <a:pt x="317" y="835"/>
                </a:cubicBezTo>
                <a:cubicBezTo>
                  <a:pt x="321" y="832"/>
                  <a:pt x="326" y="832"/>
                  <a:pt x="331" y="833"/>
                </a:cubicBezTo>
                <a:cubicBezTo>
                  <a:pt x="336" y="834"/>
                  <a:pt x="340" y="836"/>
                  <a:pt x="343" y="841"/>
                </a:cubicBezTo>
                <a:cubicBezTo>
                  <a:pt x="346" y="846"/>
                  <a:pt x="350" y="851"/>
                  <a:pt x="353" y="856"/>
                </a:cubicBezTo>
                <a:cubicBezTo>
                  <a:pt x="356" y="860"/>
                  <a:pt x="357" y="865"/>
                  <a:pt x="356" y="870"/>
                </a:cubicBezTo>
                <a:cubicBezTo>
                  <a:pt x="355" y="875"/>
                  <a:pt x="353" y="879"/>
                  <a:pt x="348" y="882"/>
                </a:cubicBezTo>
                <a:cubicBezTo>
                  <a:pt x="344" y="885"/>
                  <a:pt x="339" y="886"/>
                  <a:pt x="334" y="885"/>
                </a:cubicBezTo>
                <a:cubicBezTo>
                  <a:pt x="329" y="884"/>
                  <a:pt x="325" y="881"/>
                  <a:pt x="322" y="877"/>
                </a:cubicBezTo>
                <a:moveTo>
                  <a:pt x="243" y="748"/>
                </a:moveTo>
                <a:cubicBezTo>
                  <a:pt x="240" y="742"/>
                  <a:pt x="236" y="737"/>
                  <a:pt x="233" y="731"/>
                </a:cubicBezTo>
                <a:cubicBezTo>
                  <a:pt x="231" y="727"/>
                  <a:pt x="230" y="722"/>
                  <a:pt x="232" y="717"/>
                </a:cubicBezTo>
                <a:cubicBezTo>
                  <a:pt x="233" y="712"/>
                  <a:pt x="236" y="708"/>
                  <a:pt x="241" y="706"/>
                </a:cubicBezTo>
                <a:cubicBezTo>
                  <a:pt x="245" y="703"/>
                  <a:pt x="250" y="703"/>
                  <a:pt x="255" y="704"/>
                </a:cubicBezTo>
                <a:cubicBezTo>
                  <a:pt x="260" y="706"/>
                  <a:pt x="264" y="709"/>
                  <a:pt x="266" y="713"/>
                </a:cubicBezTo>
                <a:cubicBezTo>
                  <a:pt x="269" y="719"/>
                  <a:pt x="272" y="724"/>
                  <a:pt x="275" y="730"/>
                </a:cubicBezTo>
                <a:cubicBezTo>
                  <a:pt x="278" y="734"/>
                  <a:pt x="278" y="739"/>
                  <a:pt x="277" y="744"/>
                </a:cubicBezTo>
                <a:cubicBezTo>
                  <a:pt x="275" y="749"/>
                  <a:pt x="273" y="752"/>
                  <a:pt x="268" y="755"/>
                </a:cubicBezTo>
                <a:cubicBezTo>
                  <a:pt x="264" y="757"/>
                  <a:pt x="259" y="758"/>
                  <a:pt x="254" y="757"/>
                </a:cubicBezTo>
                <a:cubicBezTo>
                  <a:pt x="249" y="755"/>
                  <a:pt x="245" y="752"/>
                  <a:pt x="243" y="748"/>
                </a:cubicBezTo>
                <a:moveTo>
                  <a:pt x="175" y="615"/>
                </a:moveTo>
                <a:cubicBezTo>
                  <a:pt x="172" y="609"/>
                  <a:pt x="170" y="603"/>
                  <a:pt x="167" y="598"/>
                </a:cubicBezTo>
                <a:cubicBezTo>
                  <a:pt x="165" y="593"/>
                  <a:pt x="165" y="588"/>
                  <a:pt x="167" y="583"/>
                </a:cubicBezTo>
                <a:cubicBezTo>
                  <a:pt x="168" y="578"/>
                  <a:pt x="172" y="575"/>
                  <a:pt x="176" y="573"/>
                </a:cubicBezTo>
                <a:cubicBezTo>
                  <a:pt x="181" y="571"/>
                  <a:pt x="186" y="571"/>
                  <a:pt x="191" y="572"/>
                </a:cubicBezTo>
                <a:cubicBezTo>
                  <a:pt x="196" y="574"/>
                  <a:pt x="199" y="578"/>
                  <a:pt x="201" y="582"/>
                </a:cubicBezTo>
                <a:cubicBezTo>
                  <a:pt x="204" y="588"/>
                  <a:pt x="206" y="593"/>
                  <a:pt x="209" y="599"/>
                </a:cubicBezTo>
                <a:cubicBezTo>
                  <a:pt x="211" y="604"/>
                  <a:pt x="211" y="608"/>
                  <a:pt x="209" y="613"/>
                </a:cubicBezTo>
                <a:cubicBezTo>
                  <a:pt x="207" y="618"/>
                  <a:pt x="204" y="622"/>
                  <a:pt x="200" y="624"/>
                </a:cubicBezTo>
                <a:cubicBezTo>
                  <a:pt x="195" y="626"/>
                  <a:pt x="190" y="626"/>
                  <a:pt x="185" y="624"/>
                </a:cubicBezTo>
                <a:cubicBezTo>
                  <a:pt x="180" y="623"/>
                  <a:pt x="177" y="619"/>
                  <a:pt x="175" y="615"/>
                </a:cubicBezTo>
                <a:moveTo>
                  <a:pt x="116" y="475"/>
                </a:moveTo>
                <a:cubicBezTo>
                  <a:pt x="114" y="469"/>
                  <a:pt x="111" y="463"/>
                  <a:pt x="109" y="457"/>
                </a:cubicBezTo>
                <a:cubicBezTo>
                  <a:pt x="108" y="452"/>
                  <a:pt x="108" y="447"/>
                  <a:pt x="110" y="443"/>
                </a:cubicBezTo>
                <a:cubicBezTo>
                  <a:pt x="112" y="438"/>
                  <a:pt x="116" y="435"/>
                  <a:pt x="121" y="433"/>
                </a:cubicBezTo>
                <a:cubicBezTo>
                  <a:pt x="125" y="431"/>
                  <a:pt x="130" y="431"/>
                  <a:pt x="135" y="434"/>
                </a:cubicBezTo>
                <a:cubicBezTo>
                  <a:pt x="139" y="436"/>
                  <a:pt x="143" y="439"/>
                  <a:pt x="144" y="444"/>
                </a:cubicBezTo>
                <a:cubicBezTo>
                  <a:pt x="147" y="450"/>
                  <a:pt x="149" y="456"/>
                  <a:pt x="151" y="462"/>
                </a:cubicBezTo>
                <a:cubicBezTo>
                  <a:pt x="153" y="467"/>
                  <a:pt x="153" y="472"/>
                  <a:pt x="150" y="476"/>
                </a:cubicBezTo>
                <a:cubicBezTo>
                  <a:pt x="148" y="481"/>
                  <a:pt x="145" y="484"/>
                  <a:pt x="140" y="486"/>
                </a:cubicBezTo>
                <a:cubicBezTo>
                  <a:pt x="135" y="488"/>
                  <a:pt x="130" y="488"/>
                  <a:pt x="126" y="485"/>
                </a:cubicBezTo>
                <a:cubicBezTo>
                  <a:pt x="121" y="483"/>
                  <a:pt x="118" y="480"/>
                  <a:pt x="116" y="475"/>
                </a:cubicBezTo>
                <a:moveTo>
                  <a:pt x="69" y="332"/>
                </a:moveTo>
                <a:lnTo>
                  <a:pt x="63" y="314"/>
                </a:lnTo>
                <a:cubicBezTo>
                  <a:pt x="62" y="309"/>
                  <a:pt x="63" y="304"/>
                  <a:pt x="65" y="300"/>
                </a:cubicBezTo>
                <a:cubicBezTo>
                  <a:pt x="68" y="295"/>
                  <a:pt x="71" y="292"/>
                  <a:pt x="76" y="291"/>
                </a:cubicBezTo>
                <a:cubicBezTo>
                  <a:pt x="81" y="290"/>
                  <a:pt x="86" y="290"/>
                  <a:pt x="90" y="293"/>
                </a:cubicBezTo>
                <a:cubicBezTo>
                  <a:pt x="95" y="295"/>
                  <a:pt x="98" y="299"/>
                  <a:pt x="99" y="304"/>
                </a:cubicBezTo>
                <a:lnTo>
                  <a:pt x="104" y="321"/>
                </a:lnTo>
                <a:cubicBezTo>
                  <a:pt x="106" y="326"/>
                  <a:pt x="105" y="331"/>
                  <a:pt x="103" y="336"/>
                </a:cubicBezTo>
                <a:cubicBezTo>
                  <a:pt x="100" y="340"/>
                  <a:pt x="97" y="343"/>
                  <a:pt x="92" y="344"/>
                </a:cubicBezTo>
                <a:cubicBezTo>
                  <a:pt x="87" y="346"/>
                  <a:pt x="82" y="345"/>
                  <a:pt x="77" y="343"/>
                </a:cubicBezTo>
                <a:cubicBezTo>
                  <a:pt x="73" y="340"/>
                  <a:pt x="70" y="337"/>
                  <a:pt x="69" y="332"/>
                </a:cubicBezTo>
                <a:moveTo>
                  <a:pt x="31" y="187"/>
                </a:moveTo>
                <a:lnTo>
                  <a:pt x="27" y="169"/>
                </a:lnTo>
                <a:cubicBezTo>
                  <a:pt x="26" y="164"/>
                  <a:pt x="27" y="159"/>
                  <a:pt x="30" y="155"/>
                </a:cubicBezTo>
                <a:cubicBezTo>
                  <a:pt x="33" y="150"/>
                  <a:pt x="36" y="148"/>
                  <a:pt x="41" y="147"/>
                </a:cubicBezTo>
                <a:cubicBezTo>
                  <a:pt x="46" y="146"/>
                  <a:pt x="51" y="146"/>
                  <a:pt x="56" y="149"/>
                </a:cubicBezTo>
                <a:cubicBezTo>
                  <a:pt x="60" y="152"/>
                  <a:pt x="63" y="156"/>
                  <a:pt x="64" y="161"/>
                </a:cubicBezTo>
                <a:lnTo>
                  <a:pt x="68" y="179"/>
                </a:lnTo>
                <a:cubicBezTo>
                  <a:pt x="69" y="184"/>
                  <a:pt x="68" y="189"/>
                  <a:pt x="65" y="193"/>
                </a:cubicBezTo>
                <a:cubicBezTo>
                  <a:pt x="62" y="198"/>
                  <a:pt x="59" y="200"/>
                  <a:pt x="54" y="201"/>
                </a:cubicBezTo>
                <a:cubicBezTo>
                  <a:pt x="49" y="203"/>
                  <a:pt x="44" y="202"/>
                  <a:pt x="39" y="199"/>
                </a:cubicBezTo>
                <a:cubicBezTo>
                  <a:pt x="35" y="196"/>
                  <a:pt x="32" y="192"/>
                  <a:pt x="31" y="187"/>
                </a:cubicBezTo>
                <a:moveTo>
                  <a:pt x="2" y="35"/>
                </a:moveTo>
                <a:lnTo>
                  <a:pt x="0" y="21"/>
                </a:lnTo>
                <a:cubicBezTo>
                  <a:pt x="-1" y="16"/>
                  <a:pt x="0" y="12"/>
                  <a:pt x="3" y="8"/>
                </a:cubicBezTo>
                <a:cubicBezTo>
                  <a:pt x="6" y="3"/>
                  <a:pt x="10" y="1"/>
                  <a:pt x="16" y="0"/>
                </a:cubicBezTo>
                <a:cubicBezTo>
                  <a:pt x="21" y="-1"/>
                  <a:pt x="25" y="0"/>
                  <a:pt x="29" y="3"/>
                </a:cubicBezTo>
                <a:cubicBezTo>
                  <a:pt x="34" y="6"/>
                  <a:pt x="36" y="10"/>
                  <a:pt x="37" y="16"/>
                </a:cubicBezTo>
                <a:lnTo>
                  <a:pt x="39" y="29"/>
                </a:lnTo>
                <a:cubicBezTo>
                  <a:pt x="40" y="34"/>
                  <a:pt x="39" y="39"/>
                  <a:pt x="36" y="43"/>
                </a:cubicBezTo>
                <a:cubicBezTo>
                  <a:pt x="33" y="48"/>
                  <a:pt x="29" y="51"/>
                  <a:pt x="24" y="52"/>
                </a:cubicBezTo>
                <a:cubicBezTo>
                  <a:pt x="19" y="53"/>
                  <a:pt x="14" y="51"/>
                  <a:pt x="10" y="48"/>
                </a:cubicBezTo>
                <a:cubicBezTo>
                  <a:pt x="6" y="44"/>
                  <a:pt x="3" y="40"/>
                  <a:pt x="2"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2648880" y="3540240"/>
            <a:ext cx="74880" cy="61920"/>
          </a:xfrm>
          <a:custGeom>
            <a:avLst/>
            <a:gdLst/>
            <a:ahLst/>
            <a:rect l="0" t="0" r="r" b="b"/>
            <a:pathLst>
              <a:path fill="none" w="208" h="172">
                <a:moveTo>
                  <a:pt x="0" y="172"/>
                </a:moveTo>
                <a:lnTo>
                  <a:pt x="79" y="0"/>
                </a:lnTo>
                <a:lnTo>
                  <a:pt x="208" y="138"/>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75" name=""/>
          <p:cNvSpPr/>
          <p:nvPr/>
        </p:nvSpPr>
        <p:spPr>
          <a:xfrm>
            <a:off x="2670840" y="2322720"/>
            <a:ext cx="780480" cy="646200"/>
          </a:xfrm>
          <a:custGeom>
            <a:avLst/>
            <a:gdLst/>
            <a:ahLst/>
            <a:rect l="0" t="0" r="r" b="b"/>
            <a:pathLst>
              <a:path w="2168" h="1795">
                <a:moveTo>
                  <a:pt x="0" y="1773"/>
                </a:moveTo>
                <a:lnTo>
                  <a:pt x="3" y="1754"/>
                </a:lnTo>
                <a:cubicBezTo>
                  <a:pt x="4" y="1749"/>
                  <a:pt x="6" y="1744"/>
                  <a:pt x="11" y="1741"/>
                </a:cubicBezTo>
                <a:cubicBezTo>
                  <a:pt x="15" y="1738"/>
                  <a:pt x="19" y="1737"/>
                  <a:pt x="25" y="1738"/>
                </a:cubicBezTo>
                <a:cubicBezTo>
                  <a:pt x="30" y="1739"/>
                  <a:pt x="34" y="1741"/>
                  <a:pt x="37" y="1746"/>
                </a:cubicBezTo>
                <a:cubicBezTo>
                  <a:pt x="40" y="1750"/>
                  <a:pt x="41" y="1754"/>
                  <a:pt x="40" y="1760"/>
                </a:cubicBezTo>
                <a:lnTo>
                  <a:pt x="37" y="1779"/>
                </a:lnTo>
                <a:cubicBezTo>
                  <a:pt x="36" y="1784"/>
                  <a:pt x="34" y="1788"/>
                  <a:pt x="29" y="1791"/>
                </a:cubicBezTo>
                <a:cubicBezTo>
                  <a:pt x="25" y="1794"/>
                  <a:pt x="21" y="1795"/>
                  <a:pt x="16" y="1794"/>
                </a:cubicBezTo>
                <a:cubicBezTo>
                  <a:pt x="10" y="1793"/>
                  <a:pt x="6" y="1791"/>
                  <a:pt x="3" y="1787"/>
                </a:cubicBezTo>
                <a:cubicBezTo>
                  <a:pt x="0" y="1783"/>
                  <a:pt x="-1" y="1778"/>
                  <a:pt x="0" y="1773"/>
                </a:cubicBezTo>
                <a:moveTo>
                  <a:pt x="28" y="1621"/>
                </a:moveTo>
                <a:lnTo>
                  <a:pt x="32" y="1602"/>
                </a:lnTo>
                <a:cubicBezTo>
                  <a:pt x="34" y="1597"/>
                  <a:pt x="36" y="1593"/>
                  <a:pt x="41" y="1590"/>
                </a:cubicBezTo>
                <a:cubicBezTo>
                  <a:pt x="45" y="1587"/>
                  <a:pt x="50" y="1587"/>
                  <a:pt x="55" y="1588"/>
                </a:cubicBezTo>
                <a:cubicBezTo>
                  <a:pt x="60" y="1589"/>
                  <a:pt x="64" y="1591"/>
                  <a:pt x="66" y="1596"/>
                </a:cubicBezTo>
                <a:cubicBezTo>
                  <a:pt x="69" y="1600"/>
                  <a:pt x="70" y="1605"/>
                  <a:pt x="69" y="1610"/>
                </a:cubicBezTo>
                <a:lnTo>
                  <a:pt x="65" y="1629"/>
                </a:lnTo>
                <a:cubicBezTo>
                  <a:pt x="64" y="1634"/>
                  <a:pt x="61" y="1638"/>
                  <a:pt x="57" y="1641"/>
                </a:cubicBezTo>
                <a:cubicBezTo>
                  <a:pt x="52" y="1644"/>
                  <a:pt x="48" y="1645"/>
                  <a:pt x="43" y="1643"/>
                </a:cubicBezTo>
                <a:cubicBezTo>
                  <a:pt x="38" y="1642"/>
                  <a:pt x="34" y="1640"/>
                  <a:pt x="31" y="1635"/>
                </a:cubicBezTo>
                <a:cubicBezTo>
                  <a:pt x="28" y="1631"/>
                  <a:pt x="27" y="1626"/>
                  <a:pt x="28" y="1621"/>
                </a:cubicBezTo>
                <a:moveTo>
                  <a:pt x="65" y="1475"/>
                </a:moveTo>
                <a:lnTo>
                  <a:pt x="70" y="1458"/>
                </a:lnTo>
                <a:cubicBezTo>
                  <a:pt x="71" y="1453"/>
                  <a:pt x="74" y="1449"/>
                  <a:pt x="79" y="1446"/>
                </a:cubicBezTo>
                <a:cubicBezTo>
                  <a:pt x="83" y="1444"/>
                  <a:pt x="88" y="1443"/>
                  <a:pt x="93" y="1445"/>
                </a:cubicBezTo>
                <a:cubicBezTo>
                  <a:pt x="98" y="1446"/>
                  <a:pt x="102" y="1449"/>
                  <a:pt x="104" y="1454"/>
                </a:cubicBezTo>
                <a:cubicBezTo>
                  <a:pt x="107" y="1458"/>
                  <a:pt x="107" y="1463"/>
                  <a:pt x="106" y="1468"/>
                </a:cubicBezTo>
                <a:lnTo>
                  <a:pt x="101" y="1486"/>
                </a:lnTo>
                <a:cubicBezTo>
                  <a:pt x="99" y="1491"/>
                  <a:pt x="96" y="1494"/>
                  <a:pt x="92" y="1497"/>
                </a:cubicBezTo>
                <a:cubicBezTo>
                  <a:pt x="87" y="1499"/>
                  <a:pt x="83" y="1500"/>
                  <a:pt x="78" y="1498"/>
                </a:cubicBezTo>
                <a:cubicBezTo>
                  <a:pt x="73" y="1497"/>
                  <a:pt x="69" y="1494"/>
                  <a:pt x="66" y="1489"/>
                </a:cubicBezTo>
                <a:cubicBezTo>
                  <a:pt x="64" y="1485"/>
                  <a:pt x="63" y="1480"/>
                  <a:pt x="65" y="1475"/>
                </a:cubicBezTo>
                <a:moveTo>
                  <a:pt x="111" y="1332"/>
                </a:moveTo>
                <a:cubicBezTo>
                  <a:pt x="113" y="1326"/>
                  <a:pt x="116" y="1320"/>
                  <a:pt x="118" y="1314"/>
                </a:cubicBezTo>
                <a:cubicBezTo>
                  <a:pt x="120" y="1309"/>
                  <a:pt x="123" y="1306"/>
                  <a:pt x="128" y="1304"/>
                </a:cubicBezTo>
                <a:cubicBezTo>
                  <a:pt x="132" y="1302"/>
                  <a:pt x="137" y="1302"/>
                  <a:pt x="142" y="1303"/>
                </a:cubicBezTo>
                <a:cubicBezTo>
                  <a:pt x="147" y="1305"/>
                  <a:pt x="150" y="1308"/>
                  <a:pt x="152" y="1313"/>
                </a:cubicBezTo>
                <a:cubicBezTo>
                  <a:pt x="154" y="1318"/>
                  <a:pt x="155" y="1323"/>
                  <a:pt x="153" y="1327"/>
                </a:cubicBezTo>
                <a:cubicBezTo>
                  <a:pt x="151" y="1333"/>
                  <a:pt x="148" y="1339"/>
                  <a:pt x="146" y="1345"/>
                </a:cubicBezTo>
                <a:cubicBezTo>
                  <a:pt x="144" y="1350"/>
                  <a:pt x="141" y="1353"/>
                  <a:pt x="137" y="1356"/>
                </a:cubicBezTo>
                <a:cubicBezTo>
                  <a:pt x="132" y="1358"/>
                  <a:pt x="127" y="1358"/>
                  <a:pt x="122" y="1356"/>
                </a:cubicBezTo>
                <a:cubicBezTo>
                  <a:pt x="117" y="1354"/>
                  <a:pt x="114" y="1351"/>
                  <a:pt x="112" y="1347"/>
                </a:cubicBezTo>
                <a:cubicBezTo>
                  <a:pt x="110" y="1342"/>
                  <a:pt x="109" y="1337"/>
                  <a:pt x="111" y="1332"/>
                </a:cubicBezTo>
                <a:moveTo>
                  <a:pt x="169" y="1192"/>
                </a:moveTo>
                <a:cubicBezTo>
                  <a:pt x="172" y="1186"/>
                  <a:pt x="174" y="1181"/>
                  <a:pt x="177" y="1175"/>
                </a:cubicBezTo>
                <a:cubicBezTo>
                  <a:pt x="179" y="1170"/>
                  <a:pt x="183" y="1167"/>
                  <a:pt x="188" y="1165"/>
                </a:cubicBezTo>
                <a:cubicBezTo>
                  <a:pt x="192" y="1163"/>
                  <a:pt x="197" y="1164"/>
                  <a:pt x="202" y="1166"/>
                </a:cubicBezTo>
                <a:cubicBezTo>
                  <a:pt x="206" y="1168"/>
                  <a:pt x="210" y="1171"/>
                  <a:pt x="211" y="1176"/>
                </a:cubicBezTo>
                <a:cubicBezTo>
                  <a:pt x="213" y="1181"/>
                  <a:pt x="213" y="1186"/>
                  <a:pt x="211" y="1191"/>
                </a:cubicBezTo>
                <a:cubicBezTo>
                  <a:pt x="208" y="1196"/>
                  <a:pt x="206" y="1202"/>
                  <a:pt x="203" y="1207"/>
                </a:cubicBezTo>
                <a:cubicBezTo>
                  <a:pt x="201" y="1212"/>
                  <a:pt x="198" y="1215"/>
                  <a:pt x="193" y="1217"/>
                </a:cubicBezTo>
                <a:cubicBezTo>
                  <a:pt x="188" y="1219"/>
                  <a:pt x="183" y="1219"/>
                  <a:pt x="179" y="1217"/>
                </a:cubicBezTo>
                <a:cubicBezTo>
                  <a:pt x="174" y="1214"/>
                  <a:pt x="171" y="1211"/>
                  <a:pt x="169" y="1206"/>
                </a:cubicBezTo>
                <a:cubicBezTo>
                  <a:pt x="167" y="1201"/>
                  <a:pt x="167" y="1197"/>
                  <a:pt x="169" y="1192"/>
                </a:cubicBezTo>
                <a:moveTo>
                  <a:pt x="236" y="1058"/>
                </a:moveTo>
                <a:cubicBezTo>
                  <a:pt x="239" y="1053"/>
                  <a:pt x="242" y="1047"/>
                  <a:pt x="245" y="1042"/>
                </a:cubicBezTo>
                <a:cubicBezTo>
                  <a:pt x="248" y="1037"/>
                  <a:pt x="252" y="1034"/>
                  <a:pt x="257" y="1033"/>
                </a:cubicBezTo>
                <a:cubicBezTo>
                  <a:pt x="261" y="1032"/>
                  <a:pt x="266" y="1032"/>
                  <a:pt x="271" y="1035"/>
                </a:cubicBezTo>
                <a:cubicBezTo>
                  <a:pt x="275" y="1037"/>
                  <a:pt x="278" y="1041"/>
                  <a:pt x="279" y="1046"/>
                </a:cubicBezTo>
                <a:cubicBezTo>
                  <a:pt x="281" y="1051"/>
                  <a:pt x="280" y="1056"/>
                  <a:pt x="278" y="1060"/>
                </a:cubicBezTo>
                <a:cubicBezTo>
                  <a:pt x="275" y="1066"/>
                  <a:pt x="272" y="1071"/>
                  <a:pt x="269" y="1076"/>
                </a:cubicBezTo>
                <a:cubicBezTo>
                  <a:pt x="266" y="1081"/>
                  <a:pt x="262" y="1084"/>
                  <a:pt x="257" y="1085"/>
                </a:cubicBezTo>
                <a:cubicBezTo>
                  <a:pt x="253" y="1087"/>
                  <a:pt x="248" y="1086"/>
                  <a:pt x="243" y="1084"/>
                </a:cubicBezTo>
                <a:cubicBezTo>
                  <a:pt x="239" y="1081"/>
                  <a:pt x="236" y="1078"/>
                  <a:pt x="234" y="1073"/>
                </a:cubicBezTo>
                <a:cubicBezTo>
                  <a:pt x="233" y="1068"/>
                  <a:pt x="233" y="1063"/>
                  <a:pt x="236" y="1058"/>
                </a:cubicBezTo>
                <a:moveTo>
                  <a:pt x="315" y="929"/>
                </a:moveTo>
                <a:cubicBezTo>
                  <a:pt x="318" y="923"/>
                  <a:pt x="322" y="918"/>
                  <a:pt x="325" y="913"/>
                </a:cubicBezTo>
                <a:cubicBezTo>
                  <a:pt x="328" y="909"/>
                  <a:pt x="332" y="906"/>
                  <a:pt x="337" y="905"/>
                </a:cubicBezTo>
                <a:cubicBezTo>
                  <a:pt x="342" y="904"/>
                  <a:pt x="347" y="905"/>
                  <a:pt x="351" y="908"/>
                </a:cubicBezTo>
                <a:cubicBezTo>
                  <a:pt x="356" y="911"/>
                  <a:pt x="358" y="915"/>
                  <a:pt x="359" y="920"/>
                </a:cubicBezTo>
                <a:cubicBezTo>
                  <a:pt x="360" y="925"/>
                  <a:pt x="359" y="930"/>
                  <a:pt x="356" y="934"/>
                </a:cubicBezTo>
                <a:cubicBezTo>
                  <a:pt x="353" y="939"/>
                  <a:pt x="349" y="944"/>
                  <a:pt x="346" y="949"/>
                </a:cubicBezTo>
                <a:cubicBezTo>
                  <a:pt x="343" y="954"/>
                  <a:pt x="339" y="956"/>
                  <a:pt x="334" y="957"/>
                </a:cubicBezTo>
                <a:cubicBezTo>
                  <a:pt x="329" y="958"/>
                  <a:pt x="324" y="957"/>
                  <a:pt x="320" y="955"/>
                </a:cubicBezTo>
                <a:cubicBezTo>
                  <a:pt x="316" y="952"/>
                  <a:pt x="313" y="948"/>
                  <a:pt x="312" y="943"/>
                </a:cubicBezTo>
                <a:cubicBezTo>
                  <a:pt x="311" y="938"/>
                  <a:pt x="312" y="933"/>
                  <a:pt x="315" y="929"/>
                </a:cubicBezTo>
                <a:moveTo>
                  <a:pt x="404" y="807"/>
                </a:moveTo>
                <a:cubicBezTo>
                  <a:pt x="408" y="802"/>
                  <a:pt x="411" y="797"/>
                  <a:pt x="415" y="792"/>
                </a:cubicBezTo>
                <a:cubicBezTo>
                  <a:pt x="419" y="788"/>
                  <a:pt x="423" y="786"/>
                  <a:pt x="428" y="786"/>
                </a:cubicBezTo>
                <a:cubicBezTo>
                  <a:pt x="433" y="785"/>
                  <a:pt x="438" y="787"/>
                  <a:pt x="442" y="790"/>
                </a:cubicBezTo>
                <a:cubicBezTo>
                  <a:pt x="446" y="793"/>
                  <a:pt x="448" y="797"/>
                  <a:pt x="448" y="802"/>
                </a:cubicBezTo>
                <a:cubicBezTo>
                  <a:pt x="449" y="808"/>
                  <a:pt x="448" y="812"/>
                  <a:pt x="444" y="816"/>
                </a:cubicBezTo>
                <a:cubicBezTo>
                  <a:pt x="440" y="821"/>
                  <a:pt x="437" y="826"/>
                  <a:pt x="433" y="830"/>
                </a:cubicBezTo>
                <a:cubicBezTo>
                  <a:pt x="430" y="834"/>
                  <a:pt x="425" y="837"/>
                  <a:pt x="420" y="837"/>
                </a:cubicBezTo>
                <a:cubicBezTo>
                  <a:pt x="415" y="838"/>
                  <a:pt x="411" y="837"/>
                  <a:pt x="407" y="833"/>
                </a:cubicBezTo>
                <a:cubicBezTo>
                  <a:pt x="402" y="830"/>
                  <a:pt x="400" y="826"/>
                  <a:pt x="400" y="821"/>
                </a:cubicBezTo>
                <a:cubicBezTo>
                  <a:pt x="399" y="816"/>
                  <a:pt x="400" y="811"/>
                  <a:pt x="404" y="807"/>
                </a:cubicBezTo>
                <a:moveTo>
                  <a:pt x="502" y="694"/>
                </a:moveTo>
                <a:cubicBezTo>
                  <a:pt x="507" y="689"/>
                  <a:pt x="511" y="685"/>
                  <a:pt x="516" y="680"/>
                </a:cubicBezTo>
                <a:cubicBezTo>
                  <a:pt x="519" y="676"/>
                  <a:pt x="523" y="675"/>
                  <a:pt x="529" y="674"/>
                </a:cubicBezTo>
                <a:cubicBezTo>
                  <a:pt x="534" y="674"/>
                  <a:pt x="538" y="676"/>
                  <a:pt x="542" y="680"/>
                </a:cubicBezTo>
                <a:cubicBezTo>
                  <a:pt x="546" y="683"/>
                  <a:pt x="547" y="688"/>
                  <a:pt x="548" y="693"/>
                </a:cubicBezTo>
                <a:cubicBezTo>
                  <a:pt x="548" y="698"/>
                  <a:pt x="546" y="703"/>
                  <a:pt x="542" y="706"/>
                </a:cubicBezTo>
                <a:cubicBezTo>
                  <a:pt x="538" y="711"/>
                  <a:pt x="534" y="715"/>
                  <a:pt x="530" y="720"/>
                </a:cubicBezTo>
                <a:cubicBezTo>
                  <a:pt x="526" y="723"/>
                  <a:pt x="522" y="725"/>
                  <a:pt x="516" y="725"/>
                </a:cubicBezTo>
                <a:cubicBezTo>
                  <a:pt x="511" y="725"/>
                  <a:pt x="507" y="724"/>
                  <a:pt x="503" y="720"/>
                </a:cubicBezTo>
                <a:cubicBezTo>
                  <a:pt x="499" y="717"/>
                  <a:pt x="497" y="712"/>
                  <a:pt x="497" y="707"/>
                </a:cubicBezTo>
                <a:cubicBezTo>
                  <a:pt x="497" y="702"/>
                  <a:pt x="499" y="697"/>
                  <a:pt x="502" y="694"/>
                </a:cubicBezTo>
                <a:moveTo>
                  <a:pt x="611" y="589"/>
                </a:moveTo>
                <a:cubicBezTo>
                  <a:pt x="616" y="584"/>
                  <a:pt x="621" y="580"/>
                  <a:pt x="626" y="576"/>
                </a:cubicBezTo>
                <a:cubicBezTo>
                  <a:pt x="629" y="573"/>
                  <a:pt x="634" y="571"/>
                  <a:pt x="639" y="572"/>
                </a:cubicBezTo>
                <a:cubicBezTo>
                  <a:pt x="644" y="572"/>
                  <a:pt x="649" y="574"/>
                  <a:pt x="652" y="578"/>
                </a:cubicBezTo>
                <a:cubicBezTo>
                  <a:pt x="655" y="582"/>
                  <a:pt x="657" y="586"/>
                  <a:pt x="656" y="591"/>
                </a:cubicBezTo>
                <a:cubicBezTo>
                  <a:pt x="656" y="597"/>
                  <a:pt x="654" y="601"/>
                  <a:pt x="650" y="604"/>
                </a:cubicBezTo>
                <a:cubicBezTo>
                  <a:pt x="645" y="608"/>
                  <a:pt x="641" y="612"/>
                  <a:pt x="636" y="617"/>
                </a:cubicBezTo>
                <a:cubicBezTo>
                  <a:pt x="632" y="620"/>
                  <a:pt x="628" y="622"/>
                  <a:pt x="623" y="621"/>
                </a:cubicBezTo>
                <a:cubicBezTo>
                  <a:pt x="617" y="621"/>
                  <a:pt x="613" y="619"/>
                  <a:pt x="610" y="615"/>
                </a:cubicBezTo>
                <a:cubicBezTo>
                  <a:pt x="606" y="611"/>
                  <a:pt x="605" y="607"/>
                  <a:pt x="605" y="601"/>
                </a:cubicBezTo>
                <a:cubicBezTo>
                  <a:pt x="605" y="596"/>
                  <a:pt x="607" y="592"/>
                  <a:pt x="611" y="589"/>
                </a:cubicBezTo>
                <a:moveTo>
                  <a:pt x="728" y="494"/>
                </a:moveTo>
                <a:cubicBezTo>
                  <a:pt x="732" y="490"/>
                  <a:pt x="737" y="486"/>
                  <a:pt x="742" y="483"/>
                </a:cubicBezTo>
                <a:cubicBezTo>
                  <a:pt x="747" y="479"/>
                  <a:pt x="751" y="478"/>
                  <a:pt x="756" y="479"/>
                </a:cubicBezTo>
                <a:cubicBezTo>
                  <a:pt x="761" y="480"/>
                  <a:pt x="766" y="482"/>
                  <a:pt x="769" y="487"/>
                </a:cubicBezTo>
                <a:cubicBezTo>
                  <a:pt x="772" y="491"/>
                  <a:pt x="773" y="495"/>
                  <a:pt x="772" y="500"/>
                </a:cubicBezTo>
                <a:cubicBezTo>
                  <a:pt x="771" y="506"/>
                  <a:pt x="769" y="510"/>
                  <a:pt x="765" y="513"/>
                </a:cubicBezTo>
                <a:cubicBezTo>
                  <a:pt x="760" y="516"/>
                  <a:pt x="755" y="520"/>
                  <a:pt x="750" y="524"/>
                </a:cubicBezTo>
                <a:cubicBezTo>
                  <a:pt x="746" y="527"/>
                  <a:pt x="741" y="528"/>
                  <a:pt x="736" y="527"/>
                </a:cubicBezTo>
                <a:cubicBezTo>
                  <a:pt x="731" y="526"/>
                  <a:pt x="727" y="524"/>
                  <a:pt x="724" y="520"/>
                </a:cubicBezTo>
                <a:cubicBezTo>
                  <a:pt x="721" y="516"/>
                  <a:pt x="720" y="511"/>
                  <a:pt x="720" y="506"/>
                </a:cubicBezTo>
                <a:cubicBezTo>
                  <a:pt x="721" y="501"/>
                  <a:pt x="723" y="497"/>
                  <a:pt x="728" y="494"/>
                </a:cubicBezTo>
                <a:moveTo>
                  <a:pt x="851" y="408"/>
                </a:moveTo>
                <a:cubicBezTo>
                  <a:pt x="857" y="405"/>
                  <a:pt x="862" y="401"/>
                  <a:pt x="867" y="398"/>
                </a:cubicBezTo>
                <a:cubicBezTo>
                  <a:pt x="872" y="395"/>
                  <a:pt x="876" y="394"/>
                  <a:pt x="881" y="395"/>
                </a:cubicBezTo>
                <a:cubicBezTo>
                  <a:pt x="886" y="397"/>
                  <a:pt x="890" y="399"/>
                  <a:pt x="893" y="404"/>
                </a:cubicBezTo>
                <a:cubicBezTo>
                  <a:pt x="896" y="408"/>
                  <a:pt x="897" y="413"/>
                  <a:pt x="895" y="418"/>
                </a:cubicBezTo>
                <a:cubicBezTo>
                  <a:pt x="894" y="423"/>
                  <a:pt x="892" y="427"/>
                  <a:pt x="887" y="429"/>
                </a:cubicBezTo>
                <a:cubicBezTo>
                  <a:pt x="882" y="433"/>
                  <a:pt x="877" y="436"/>
                  <a:pt x="871" y="439"/>
                </a:cubicBezTo>
                <a:cubicBezTo>
                  <a:pt x="867" y="442"/>
                  <a:pt x="862" y="443"/>
                  <a:pt x="857" y="442"/>
                </a:cubicBezTo>
                <a:cubicBezTo>
                  <a:pt x="852" y="441"/>
                  <a:pt x="848" y="438"/>
                  <a:pt x="846" y="434"/>
                </a:cubicBezTo>
                <a:cubicBezTo>
                  <a:pt x="843" y="429"/>
                  <a:pt x="842" y="425"/>
                  <a:pt x="843" y="420"/>
                </a:cubicBezTo>
                <a:cubicBezTo>
                  <a:pt x="844" y="415"/>
                  <a:pt x="847" y="411"/>
                  <a:pt x="851" y="408"/>
                </a:cubicBezTo>
                <a:moveTo>
                  <a:pt x="982" y="331"/>
                </a:moveTo>
                <a:cubicBezTo>
                  <a:pt x="988" y="328"/>
                  <a:pt x="993" y="325"/>
                  <a:pt x="998" y="322"/>
                </a:cubicBezTo>
                <a:cubicBezTo>
                  <a:pt x="1003" y="320"/>
                  <a:pt x="1008" y="319"/>
                  <a:pt x="1013" y="321"/>
                </a:cubicBezTo>
                <a:cubicBezTo>
                  <a:pt x="1018" y="322"/>
                  <a:pt x="1021" y="325"/>
                  <a:pt x="1024" y="330"/>
                </a:cubicBezTo>
                <a:cubicBezTo>
                  <a:pt x="1026" y="335"/>
                  <a:pt x="1027" y="339"/>
                  <a:pt x="1025" y="344"/>
                </a:cubicBezTo>
                <a:cubicBezTo>
                  <a:pt x="1024" y="349"/>
                  <a:pt x="1020" y="353"/>
                  <a:pt x="1016" y="355"/>
                </a:cubicBezTo>
                <a:cubicBezTo>
                  <a:pt x="1011" y="358"/>
                  <a:pt x="1005" y="361"/>
                  <a:pt x="1000" y="364"/>
                </a:cubicBezTo>
                <a:cubicBezTo>
                  <a:pt x="996" y="366"/>
                  <a:pt x="991" y="367"/>
                  <a:pt x="986" y="365"/>
                </a:cubicBezTo>
                <a:cubicBezTo>
                  <a:pt x="981" y="364"/>
                  <a:pt x="977" y="361"/>
                  <a:pt x="975" y="356"/>
                </a:cubicBezTo>
                <a:cubicBezTo>
                  <a:pt x="972" y="352"/>
                  <a:pt x="972" y="347"/>
                  <a:pt x="973" y="342"/>
                </a:cubicBezTo>
                <a:cubicBezTo>
                  <a:pt x="975" y="337"/>
                  <a:pt x="978" y="333"/>
                  <a:pt x="982" y="331"/>
                </a:cubicBezTo>
                <a:moveTo>
                  <a:pt x="1115" y="265"/>
                </a:moveTo>
                <a:lnTo>
                  <a:pt x="1132" y="257"/>
                </a:lnTo>
                <a:cubicBezTo>
                  <a:pt x="1137" y="255"/>
                  <a:pt x="1141" y="255"/>
                  <a:pt x="1146" y="256"/>
                </a:cubicBezTo>
                <a:cubicBezTo>
                  <a:pt x="1151" y="258"/>
                  <a:pt x="1155" y="262"/>
                  <a:pt x="1157" y="266"/>
                </a:cubicBezTo>
                <a:cubicBezTo>
                  <a:pt x="1159" y="271"/>
                  <a:pt x="1159" y="276"/>
                  <a:pt x="1157" y="281"/>
                </a:cubicBezTo>
                <a:cubicBezTo>
                  <a:pt x="1155" y="285"/>
                  <a:pt x="1152" y="289"/>
                  <a:pt x="1147" y="291"/>
                </a:cubicBezTo>
                <a:lnTo>
                  <a:pt x="1130" y="299"/>
                </a:lnTo>
                <a:cubicBezTo>
                  <a:pt x="1126" y="301"/>
                  <a:pt x="1121" y="301"/>
                  <a:pt x="1116" y="299"/>
                </a:cubicBezTo>
                <a:cubicBezTo>
                  <a:pt x="1111" y="297"/>
                  <a:pt x="1108" y="294"/>
                  <a:pt x="1106" y="289"/>
                </a:cubicBezTo>
                <a:cubicBezTo>
                  <a:pt x="1104" y="285"/>
                  <a:pt x="1103" y="280"/>
                  <a:pt x="1105" y="275"/>
                </a:cubicBezTo>
                <a:cubicBezTo>
                  <a:pt x="1107" y="270"/>
                  <a:pt x="1110" y="267"/>
                  <a:pt x="1115" y="265"/>
                </a:cubicBezTo>
                <a:moveTo>
                  <a:pt x="1256" y="205"/>
                </a:moveTo>
                <a:lnTo>
                  <a:pt x="1274" y="198"/>
                </a:lnTo>
                <a:cubicBezTo>
                  <a:pt x="1278" y="196"/>
                  <a:pt x="1283" y="197"/>
                  <a:pt x="1288" y="199"/>
                </a:cubicBezTo>
                <a:cubicBezTo>
                  <a:pt x="1293" y="201"/>
                  <a:pt x="1296" y="204"/>
                  <a:pt x="1298" y="209"/>
                </a:cubicBezTo>
                <a:cubicBezTo>
                  <a:pt x="1300" y="214"/>
                  <a:pt x="1299" y="219"/>
                  <a:pt x="1297" y="223"/>
                </a:cubicBezTo>
                <a:cubicBezTo>
                  <a:pt x="1295" y="228"/>
                  <a:pt x="1292" y="231"/>
                  <a:pt x="1287" y="233"/>
                </a:cubicBezTo>
                <a:lnTo>
                  <a:pt x="1269" y="240"/>
                </a:lnTo>
                <a:cubicBezTo>
                  <a:pt x="1264" y="242"/>
                  <a:pt x="1259" y="242"/>
                  <a:pt x="1255" y="240"/>
                </a:cubicBezTo>
                <a:cubicBezTo>
                  <a:pt x="1250" y="238"/>
                  <a:pt x="1247" y="234"/>
                  <a:pt x="1245" y="229"/>
                </a:cubicBezTo>
                <a:cubicBezTo>
                  <a:pt x="1243" y="225"/>
                  <a:pt x="1243" y="220"/>
                  <a:pt x="1245" y="215"/>
                </a:cubicBezTo>
                <a:cubicBezTo>
                  <a:pt x="1247" y="210"/>
                  <a:pt x="1251" y="207"/>
                  <a:pt x="1256" y="205"/>
                </a:cubicBezTo>
                <a:moveTo>
                  <a:pt x="1396" y="155"/>
                </a:moveTo>
                <a:lnTo>
                  <a:pt x="1413" y="150"/>
                </a:lnTo>
                <a:cubicBezTo>
                  <a:pt x="1418" y="148"/>
                  <a:pt x="1423" y="148"/>
                  <a:pt x="1427" y="151"/>
                </a:cubicBezTo>
                <a:cubicBezTo>
                  <a:pt x="1432" y="153"/>
                  <a:pt x="1435" y="157"/>
                  <a:pt x="1437" y="162"/>
                </a:cubicBezTo>
                <a:cubicBezTo>
                  <a:pt x="1438" y="166"/>
                  <a:pt x="1438" y="171"/>
                  <a:pt x="1435" y="176"/>
                </a:cubicBezTo>
                <a:cubicBezTo>
                  <a:pt x="1433" y="180"/>
                  <a:pt x="1429" y="184"/>
                  <a:pt x="1424" y="185"/>
                </a:cubicBezTo>
                <a:lnTo>
                  <a:pt x="1407" y="191"/>
                </a:lnTo>
                <a:cubicBezTo>
                  <a:pt x="1402" y="192"/>
                  <a:pt x="1397" y="192"/>
                  <a:pt x="1393" y="190"/>
                </a:cubicBezTo>
                <a:cubicBezTo>
                  <a:pt x="1388" y="187"/>
                  <a:pt x="1385" y="184"/>
                  <a:pt x="1384" y="179"/>
                </a:cubicBezTo>
                <a:cubicBezTo>
                  <a:pt x="1382" y="174"/>
                  <a:pt x="1382" y="169"/>
                  <a:pt x="1385" y="164"/>
                </a:cubicBezTo>
                <a:cubicBezTo>
                  <a:pt x="1387" y="160"/>
                  <a:pt x="1391" y="157"/>
                  <a:pt x="1396" y="155"/>
                </a:cubicBezTo>
                <a:moveTo>
                  <a:pt x="1539" y="112"/>
                </a:moveTo>
                <a:lnTo>
                  <a:pt x="1557" y="107"/>
                </a:lnTo>
                <a:cubicBezTo>
                  <a:pt x="1562" y="106"/>
                  <a:pt x="1567" y="107"/>
                  <a:pt x="1571" y="109"/>
                </a:cubicBezTo>
                <a:cubicBezTo>
                  <a:pt x="1576" y="112"/>
                  <a:pt x="1578" y="115"/>
                  <a:pt x="1580" y="120"/>
                </a:cubicBezTo>
                <a:cubicBezTo>
                  <a:pt x="1581" y="125"/>
                  <a:pt x="1581" y="130"/>
                  <a:pt x="1578" y="135"/>
                </a:cubicBezTo>
                <a:cubicBezTo>
                  <a:pt x="1575" y="139"/>
                  <a:pt x="1572" y="142"/>
                  <a:pt x="1567" y="143"/>
                </a:cubicBezTo>
                <a:lnTo>
                  <a:pt x="1548" y="148"/>
                </a:lnTo>
                <a:cubicBezTo>
                  <a:pt x="1543" y="150"/>
                  <a:pt x="1539" y="149"/>
                  <a:pt x="1534" y="146"/>
                </a:cubicBezTo>
                <a:cubicBezTo>
                  <a:pt x="1530" y="144"/>
                  <a:pt x="1527" y="140"/>
                  <a:pt x="1526" y="135"/>
                </a:cubicBezTo>
                <a:cubicBezTo>
                  <a:pt x="1524" y="130"/>
                  <a:pt x="1525" y="125"/>
                  <a:pt x="1527" y="121"/>
                </a:cubicBezTo>
                <a:cubicBezTo>
                  <a:pt x="1530" y="116"/>
                  <a:pt x="1534" y="114"/>
                  <a:pt x="1539" y="112"/>
                </a:cubicBezTo>
                <a:moveTo>
                  <a:pt x="1688" y="75"/>
                </a:moveTo>
                <a:lnTo>
                  <a:pt x="1707" y="71"/>
                </a:lnTo>
                <a:cubicBezTo>
                  <a:pt x="1712" y="70"/>
                  <a:pt x="1716" y="71"/>
                  <a:pt x="1721" y="73"/>
                </a:cubicBezTo>
                <a:cubicBezTo>
                  <a:pt x="1725" y="76"/>
                  <a:pt x="1728" y="80"/>
                  <a:pt x="1729" y="85"/>
                </a:cubicBezTo>
                <a:cubicBezTo>
                  <a:pt x="1730" y="90"/>
                  <a:pt x="1729" y="95"/>
                  <a:pt x="1727" y="99"/>
                </a:cubicBezTo>
                <a:cubicBezTo>
                  <a:pt x="1724" y="103"/>
                  <a:pt x="1720" y="106"/>
                  <a:pt x="1715" y="107"/>
                </a:cubicBezTo>
                <a:lnTo>
                  <a:pt x="1697" y="111"/>
                </a:lnTo>
                <a:cubicBezTo>
                  <a:pt x="1692" y="113"/>
                  <a:pt x="1687" y="112"/>
                  <a:pt x="1683" y="109"/>
                </a:cubicBezTo>
                <a:cubicBezTo>
                  <a:pt x="1678" y="106"/>
                  <a:pt x="1675" y="102"/>
                  <a:pt x="1674" y="97"/>
                </a:cubicBezTo>
                <a:cubicBezTo>
                  <a:pt x="1673" y="92"/>
                  <a:pt x="1674" y="87"/>
                  <a:pt x="1677" y="83"/>
                </a:cubicBezTo>
                <a:cubicBezTo>
                  <a:pt x="1680" y="79"/>
                  <a:pt x="1683" y="76"/>
                  <a:pt x="1688" y="75"/>
                </a:cubicBezTo>
                <a:moveTo>
                  <a:pt x="1832" y="46"/>
                </a:moveTo>
                <a:lnTo>
                  <a:pt x="1850" y="42"/>
                </a:lnTo>
                <a:cubicBezTo>
                  <a:pt x="1855" y="41"/>
                  <a:pt x="1859" y="42"/>
                  <a:pt x="1864" y="45"/>
                </a:cubicBezTo>
                <a:cubicBezTo>
                  <a:pt x="1868" y="48"/>
                  <a:pt x="1870" y="52"/>
                  <a:pt x="1871" y="57"/>
                </a:cubicBezTo>
                <a:cubicBezTo>
                  <a:pt x="1872" y="62"/>
                  <a:pt x="1871" y="67"/>
                  <a:pt x="1868" y="71"/>
                </a:cubicBezTo>
                <a:cubicBezTo>
                  <a:pt x="1865" y="76"/>
                  <a:pt x="1861" y="78"/>
                  <a:pt x="1856" y="79"/>
                </a:cubicBezTo>
                <a:lnTo>
                  <a:pt x="1838" y="82"/>
                </a:lnTo>
                <a:cubicBezTo>
                  <a:pt x="1833" y="83"/>
                  <a:pt x="1828" y="82"/>
                  <a:pt x="1824" y="79"/>
                </a:cubicBezTo>
                <a:cubicBezTo>
                  <a:pt x="1820" y="76"/>
                  <a:pt x="1817" y="72"/>
                  <a:pt x="1816" y="67"/>
                </a:cubicBezTo>
                <a:cubicBezTo>
                  <a:pt x="1816" y="62"/>
                  <a:pt x="1817" y="58"/>
                  <a:pt x="1820" y="53"/>
                </a:cubicBezTo>
                <a:cubicBezTo>
                  <a:pt x="1822" y="49"/>
                  <a:pt x="1826" y="47"/>
                  <a:pt x="1832" y="46"/>
                </a:cubicBezTo>
                <a:moveTo>
                  <a:pt x="1979" y="21"/>
                </a:moveTo>
                <a:lnTo>
                  <a:pt x="1998" y="19"/>
                </a:lnTo>
                <a:cubicBezTo>
                  <a:pt x="2003" y="18"/>
                  <a:pt x="2008" y="19"/>
                  <a:pt x="2012" y="22"/>
                </a:cubicBezTo>
                <a:cubicBezTo>
                  <a:pt x="2016" y="25"/>
                  <a:pt x="2018" y="29"/>
                  <a:pt x="2019" y="34"/>
                </a:cubicBezTo>
                <a:cubicBezTo>
                  <a:pt x="2020" y="39"/>
                  <a:pt x="2019" y="44"/>
                  <a:pt x="2016" y="48"/>
                </a:cubicBezTo>
                <a:cubicBezTo>
                  <a:pt x="2013" y="52"/>
                  <a:pt x="2008" y="55"/>
                  <a:pt x="2003" y="56"/>
                </a:cubicBezTo>
                <a:lnTo>
                  <a:pt x="1985" y="58"/>
                </a:lnTo>
                <a:cubicBezTo>
                  <a:pt x="1979" y="59"/>
                  <a:pt x="1975" y="58"/>
                  <a:pt x="1971" y="55"/>
                </a:cubicBezTo>
                <a:cubicBezTo>
                  <a:pt x="1967" y="52"/>
                  <a:pt x="1964" y="48"/>
                  <a:pt x="1963" y="42"/>
                </a:cubicBezTo>
                <a:cubicBezTo>
                  <a:pt x="1963" y="37"/>
                  <a:pt x="1964" y="33"/>
                  <a:pt x="1967" y="29"/>
                </a:cubicBezTo>
                <a:cubicBezTo>
                  <a:pt x="1970" y="24"/>
                  <a:pt x="1974" y="22"/>
                  <a:pt x="1979" y="21"/>
                </a:cubicBezTo>
                <a:moveTo>
                  <a:pt x="2133" y="1"/>
                </a:moveTo>
                <a:lnTo>
                  <a:pt x="2146" y="0"/>
                </a:lnTo>
                <a:cubicBezTo>
                  <a:pt x="2152" y="-1"/>
                  <a:pt x="2156" y="1"/>
                  <a:pt x="2160" y="4"/>
                </a:cubicBezTo>
                <a:cubicBezTo>
                  <a:pt x="2164" y="7"/>
                  <a:pt x="2167" y="11"/>
                  <a:pt x="2167" y="16"/>
                </a:cubicBezTo>
                <a:cubicBezTo>
                  <a:pt x="2168" y="22"/>
                  <a:pt x="2166" y="26"/>
                  <a:pt x="2163" y="30"/>
                </a:cubicBezTo>
                <a:cubicBezTo>
                  <a:pt x="2160" y="34"/>
                  <a:pt x="2156" y="36"/>
                  <a:pt x="2151" y="37"/>
                </a:cubicBezTo>
                <a:lnTo>
                  <a:pt x="2137" y="39"/>
                </a:lnTo>
                <a:cubicBezTo>
                  <a:pt x="2131" y="39"/>
                  <a:pt x="2127" y="38"/>
                  <a:pt x="2123" y="35"/>
                </a:cubicBezTo>
                <a:cubicBezTo>
                  <a:pt x="2119" y="31"/>
                  <a:pt x="2117" y="27"/>
                  <a:pt x="2116" y="22"/>
                </a:cubicBezTo>
                <a:cubicBezTo>
                  <a:pt x="2115" y="17"/>
                  <a:pt x="2117" y="12"/>
                  <a:pt x="2120" y="8"/>
                </a:cubicBezTo>
                <a:cubicBezTo>
                  <a:pt x="2123" y="4"/>
                  <a:pt x="2127" y="2"/>
                  <a:pt x="2133" y="1"/>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3383640" y="2297880"/>
            <a:ext cx="60840" cy="75240"/>
          </a:xfrm>
          <a:custGeom>
            <a:avLst/>
            <a:gdLst/>
            <a:ahLst/>
            <a:rect l="0" t="0" r="r" b="b"/>
            <a:pathLst>
              <a:path fill="none" w="169" h="209">
                <a:moveTo>
                  <a:pt x="0" y="0"/>
                </a:moveTo>
                <a:lnTo>
                  <a:pt x="169" y="87"/>
                </a:lnTo>
                <a:lnTo>
                  <a:pt x="23" y="20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1577"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solidFill>
            <a:srgbClr val="E1F5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78"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noFill/>
          <a:ln w="3240">
            <a:solidFill>
              <a:srgbClr val="0F6E5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79" name=""/>
          <p:cNvSpPr/>
          <p:nvPr/>
        </p:nvSpPr>
        <p:spPr>
          <a:xfrm>
            <a:off x="3625560" y="1905480"/>
            <a:ext cx="349920" cy="215640"/>
          </a:xfrm>
          <a:custGeom>
            <a:avLst/>
            <a:gdLst/>
            <a:ahLst/>
            <a:rect l="0" t="0" r="r" b="b"/>
            <a:pathLst>
              <a:path w="972" h="599">
                <a:moveTo>
                  <a:pt x="75" y="0"/>
                </a:moveTo>
                <a:lnTo>
                  <a:pt x="897" y="0"/>
                </a:lnTo>
                <a:cubicBezTo>
                  <a:pt x="907" y="0"/>
                  <a:pt x="917" y="2"/>
                  <a:pt x="926" y="6"/>
                </a:cubicBezTo>
                <a:cubicBezTo>
                  <a:pt x="935" y="10"/>
                  <a:pt x="943" y="15"/>
                  <a:pt x="950" y="22"/>
                </a:cubicBezTo>
                <a:cubicBezTo>
                  <a:pt x="957" y="29"/>
                  <a:pt x="962" y="37"/>
                  <a:pt x="966" y="47"/>
                </a:cubicBezTo>
                <a:cubicBezTo>
                  <a:pt x="970" y="56"/>
                  <a:pt x="972" y="65"/>
                  <a:pt x="972" y="75"/>
                </a:cubicBezTo>
                <a:lnTo>
                  <a:pt x="972" y="525"/>
                </a:lnTo>
                <a:cubicBezTo>
                  <a:pt x="972" y="534"/>
                  <a:pt x="970" y="544"/>
                  <a:pt x="966" y="553"/>
                </a:cubicBezTo>
                <a:cubicBezTo>
                  <a:pt x="962" y="562"/>
                  <a:pt x="957" y="570"/>
                  <a:pt x="950" y="577"/>
                </a:cubicBezTo>
                <a:cubicBezTo>
                  <a:pt x="943" y="584"/>
                  <a:pt x="935" y="590"/>
                  <a:pt x="926" y="594"/>
                </a:cubicBezTo>
                <a:cubicBezTo>
                  <a:pt x="917" y="597"/>
                  <a:pt x="907" y="599"/>
                  <a:pt x="897" y="599"/>
                </a:cubicBezTo>
                <a:lnTo>
                  <a:pt x="75" y="599"/>
                </a:lnTo>
                <a:cubicBezTo>
                  <a:pt x="65" y="599"/>
                  <a:pt x="55" y="597"/>
                  <a:pt x="46" y="594"/>
                </a:cubicBezTo>
                <a:cubicBezTo>
                  <a:pt x="37" y="590"/>
                  <a:pt x="29" y="584"/>
                  <a:pt x="22" y="577"/>
                </a:cubicBezTo>
                <a:cubicBezTo>
                  <a:pt x="15" y="570"/>
                  <a:pt x="9" y="562"/>
                  <a:pt x="5" y="553"/>
                </a:cubicBezTo>
                <a:cubicBezTo>
                  <a:pt x="2" y="544"/>
                  <a:pt x="0" y="534"/>
                  <a:pt x="0" y="525"/>
                </a:cubicBezTo>
                <a:lnTo>
                  <a:pt x="0" y="75"/>
                </a:lnTo>
                <a:cubicBezTo>
                  <a:pt x="0" y="65"/>
                  <a:pt x="2" y="56"/>
                  <a:pt x="5" y="47"/>
                </a:cubicBezTo>
                <a:cubicBezTo>
                  <a:pt x="9" y="37"/>
                  <a:pt x="15" y="29"/>
                  <a:pt x="22" y="22"/>
                </a:cubicBezTo>
                <a:cubicBezTo>
                  <a:pt x="29" y="15"/>
                  <a:pt x="37" y="10"/>
                  <a:pt x="46" y="6"/>
                </a:cubicBezTo>
                <a:cubicBezTo>
                  <a:pt x="55" y="2"/>
                  <a:pt x="65" y="0"/>
                  <a:pt x="75"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0" name=""/>
          <p:cNvSpPr/>
          <p:nvPr/>
        </p:nvSpPr>
        <p:spPr>
          <a:xfrm>
            <a:off x="3665880" y="1946160"/>
            <a:ext cx="269280" cy="148320"/>
          </a:xfrm>
          <a:custGeom>
            <a:avLst/>
            <a:gdLst/>
            <a:ahLst/>
            <a:rect l="0" t="0" r="r" b="b"/>
            <a:pathLst>
              <a:path w="748" h="412">
                <a:moveTo>
                  <a:pt x="37" y="0"/>
                </a:moveTo>
                <a:lnTo>
                  <a:pt x="711" y="0"/>
                </a:lnTo>
                <a:cubicBezTo>
                  <a:pt x="715" y="0"/>
                  <a:pt x="720" y="0"/>
                  <a:pt x="725" y="2"/>
                </a:cubicBezTo>
                <a:cubicBezTo>
                  <a:pt x="729" y="4"/>
                  <a:pt x="733" y="7"/>
                  <a:pt x="737" y="10"/>
                </a:cubicBezTo>
                <a:cubicBezTo>
                  <a:pt x="740" y="14"/>
                  <a:pt x="743" y="18"/>
                  <a:pt x="745" y="23"/>
                </a:cubicBezTo>
                <a:cubicBezTo>
                  <a:pt x="747" y="27"/>
                  <a:pt x="748" y="32"/>
                  <a:pt x="748" y="37"/>
                </a:cubicBezTo>
                <a:lnTo>
                  <a:pt x="748" y="374"/>
                </a:lnTo>
                <a:cubicBezTo>
                  <a:pt x="748" y="379"/>
                  <a:pt x="747" y="384"/>
                  <a:pt x="745" y="388"/>
                </a:cubicBezTo>
                <a:cubicBezTo>
                  <a:pt x="743" y="393"/>
                  <a:pt x="740" y="397"/>
                  <a:pt x="737" y="401"/>
                </a:cubicBezTo>
                <a:cubicBezTo>
                  <a:pt x="733" y="404"/>
                  <a:pt x="729" y="407"/>
                  <a:pt x="725" y="409"/>
                </a:cubicBezTo>
                <a:cubicBezTo>
                  <a:pt x="720" y="411"/>
                  <a:pt x="715" y="412"/>
                  <a:pt x="711" y="412"/>
                </a:cubicBezTo>
                <a:lnTo>
                  <a:pt x="37" y="412"/>
                </a:lnTo>
                <a:cubicBezTo>
                  <a:pt x="32" y="412"/>
                  <a:pt x="27" y="411"/>
                  <a:pt x="23" y="409"/>
                </a:cubicBezTo>
                <a:cubicBezTo>
                  <a:pt x="18" y="407"/>
                  <a:pt x="14" y="404"/>
                  <a:pt x="11" y="401"/>
                </a:cubicBezTo>
                <a:cubicBezTo>
                  <a:pt x="7" y="397"/>
                  <a:pt x="5" y="393"/>
                  <a:pt x="3" y="388"/>
                </a:cubicBezTo>
                <a:cubicBezTo>
                  <a:pt x="1" y="384"/>
                  <a:pt x="0" y="379"/>
                  <a:pt x="0" y="374"/>
                </a:cubicBezTo>
                <a:lnTo>
                  <a:pt x="0" y="37"/>
                </a:lnTo>
                <a:cubicBezTo>
                  <a:pt x="0" y="32"/>
                  <a:pt x="1" y="27"/>
                  <a:pt x="3" y="23"/>
                </a:cubicBezTo>
                <a:cubicBezTo>
                  <a:pt x="5"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1" name=""/>
          <p:cNvSpPr/>
          <p:nvPr/>
        </p:nvSpPr>
        <p:spPr>
          <a:xfrm>
            <a:off x="3571560" y="2147760"/>
            <a:ext cx="457560" cy="54000"/>
          </a:xfrm>
          <a:custGeom>
            <a:avLst/>
            <a:gdLst/>
            <a:ahLst/>
            <a:rect l="0" t="0" r="r" b="b"/>
            <a:pathLst>
              <a:path w="1271" h="150">
                <a:moveTo>
                  <a:pt x="0" y="0"/>
                </a:moveTo>
                <a:lnTo>
                  <a:pt x="1271" y="0"/>
                </a:lnTo>
                <a:lnTo>
                  <a:pt x="1159" y="150"/>
                </a:lnTo>
                <a:lnTo>
                  <a:pt x="112" y="150"/>
                </a:lnTo>
                <a:lnTo>
                  <a:pt x="0"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3880800" y="1824840"/>
            <a:ext cx="108000" cy="108000"/>
          </a:xfrm>
          <a:custGeom>
            <a:avLst/>
            <a:gdLst/>
            <a:ahLst/>
            <a:rect l="0" t="0" r="r" b="b"/>
            <a:pathLst>
              <a:path w="300" h="300">
                <a:moveTo>
                  <a:pt x="151" y="0"/>
                </a:moveTo>
                <a:lnTo>
                  <a:pt x="188" y="112"/>
                </a:lnTo>
                <a:lnTo>
                  <a:pt x="300" y="151"/>
                </a:lnTo>
                <a:lnTo>
                  <a:pt x="188" y="188"/>
                </a:lnTo>
                <a:lnTo>
                  <a:pt x="151" y="300"/>
                </a:lnTo>
                <a:lnTo>
                  <a:pt x="114" y="188"/>
                </a:lnTo>
                <a:lnTo>
                  <a:pt x="0" y="151"/>
                </a:lnTo>
                <a:lnTo>
                  <a:pt x="114" y="112"/>
                </a:lnTo>
                <a:lnTo>
                  <a:pt x="151"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私の開発スタイル</a:t>
            </a:r>
            <a:endParaRPr lang="en-US" sz="3000" b="0" u="none" strike="noStrike">
              <a:solidFill>
                <a:srgbClr val="000000"/>
              </a:solidFill>
              <a:effectLst/>
              <a:uFillTx/>
              <a:latin typeface="游明朝体"/>
            </a:endParaRPr>
          </a:p>
        </p:txBody>
      </p:sp>
      <p:sp>
        <p:nvSpPr>
          <p:cNvPr id="1584" name=""/>
          <p:cNvSpPr txBox="1"/>
          <p:nvPr/>
        </p:nvSpPr>
        <p:spPr>
          <a:xfrm>
            <a:off x="3207240" y="2533320"/>
            <a:ext cx="1202040" cy="236520"/>
          </a:xfrm>
          <a:prstGeom prst="rect">
            <a:avLst/>
          </a:prstGeom>
          <a:noFill/>
          <a:ln w="0">
            <a:noFill/>
          </a:ln>
        </p:spPr>
        <p:txBody>
          <a:bodyPr wrap="none" lIns="0" tIns="0" rIns="0" bIns="0" anchor="t">
            <a:spAutoFit/>
          </a:bodyPr>
          <a:p>
            <a:pPr/>
            <a:r>
              <a:rPr lang="en-US" sz="1320" b="1" u="none" strike="noStrike">
                <a:solidFill>
                  <a:srgbClr val="085041"/>
                </a:solidFill>
                <a:effectLst/>
                <a:uFillTx/>
                <a:latin typeface="HiraKakuProN-W6"/>
                <a:ea typeface="HiraKakuProN-W6"/>
              </a:rPr>
              <a:t>AI</a:t>
            </a:r>
            <a:r>
              <a:rPr lang="ja-JP" sz="1320" b="1" u="none" strike="noStrike">
                <a:solidFill>
                  <a:srgbClr val="085041"/>
                </a:solidFill>
                <a:effectLst/>
                <a:uFillTx/>
                <a:latin typeface="HiraKakuProN-W6"/>
                <a:ea typeface="HiraKakuProN-W6"/>
              </a:rPr>
              <a:t>コーディング</a:t>
            </a:r>
            <a:endParaRPr lang="en-US" sz="1320" b="0" u="none" strike="noStrike">
              <a:solidFill>
                <a:srgbClr val="000000"/>
              </a:solidFill>
              <a:effectLst/>
              <a:uFillTx/>
              <a:latin typeface="游明朝体"/>
            </a:endParaRPr>
          </a:p>
        </p:txBody>
      </p:sp>
      <p:sp>
        <p:nvSpPr>
          <p:cNvPr id="1585"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6"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noFill/>
          <a:ln w="3240">
            <a:solidFill>
              <a:srgbClr val="5F5E5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87" name=""/>
          <p:cNvSpPr/>
          <p:nvPr/>
        </p:nvSpPr>
        <p:spPr>
          <a:xfrm>
            <a:off x="5080320" y="3108240"/>
            <a:ext cx="441720" cy="223560"/>
          </a:xfrm>
          <a:custGeom>
            <a:avLst/>
            <a:gdLst/>
            <a:ahLst/>
            <a:rect l="0" t="0" r="r" b="b"/>
            <a:pathLst>
              <a:path w="1227" h="621">
                <a:moveTo>
                  <a:pt x="31" y="547"/>
                </a:moveTo>
                <a:cubicBezTo>
                  <a:pt x="-45" y="372"/>
                  <a:pt x="19" y="272"/>
                  <a:pt x="218" y="247"/>
                </a:cubicBezTo>
                <a:cubicBezTo>
                  <a:pt x="268" y="97"/>
                  <a:pt x="392" y="35"/>
                  <a:pt x="591" y="60"/>
                </a:cubicBezTo>
                <a:cubicBezTo>
                  <a:pt x="741" y="-40"/>
                  <a:pt x="878" y="-15"/>
                  <a:pt x="1002" y="135"/>
                </a:cubicBezTo>
                <a:cubicBezTo>
                  <a:pt x="1152" y="135"/>
                  <a:pt x="1215" y="222"/>
                  <a:pt x="1189" y="397"/>
                </a:cubicBezTo>
                <a:cubicBezTo>
                  <a:pt x="1265" y="522"/>
                  <a:pt x="1227" y="596"/>
                  <a:pt x="1077" y="621"/>
                </a:cubicBezTo>
                <a:lnTo>
                  <a:pt x="106" y="621"/>
                </a:lnTo>
                <a:cubicBezTo>
                  <a:pt x="6" y="621"/>
                  <a:pt x="-19" y="596"/>
                  <a:pt x="31" y="54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8" name=""/>
          <p:cNvSpPr txBox="1"/>
          <p:nvPr/>
        </p:nvSpPr>
        <p:spPr>
          <a:xfrm>
            <a:off x="3353400" y="2778120"/>
            <a:ext cx="896760" cy="128520"/>
          </a:xfrm>
          <a:prstGeom prst="rect">
            <a:avLst/>
          </a:prstGeom>
          <a:noFill/>
          <a:ln w="0">
            <a:noFill/>
          </a:ln>
        </p:spPr>
        <p:txBody>
          <a:bodyPr wrap="none" lIns="0" tIns="0" rIns="0" bIns="0" anchor="t">
            <a:spAutoFit/>
          </a:bodyPr>
          <a:p>
            <a:pPr/>
            <a:r>
              <a:rPr lang="ja-JP" sz="1010" b="0" u="none" strike="noStrike">
                <a:solidFill>
                  <a:srgbClr val="0F6E56"/>
                </a:solidFill>
                <a:effectLst/>
                <a:uFillTx/>
                <a:latin typeface="HiraKakuProN-W3"/>
                <a:ea typeface="HiraKakuProN-W3"/>
              </a:rPr>
              <a:t>パソコンで開発</a:t>
            </a:r>
            <a:endParaRPr lang="en-US" sz="1010" b="0" u="none" strike="noStrike">
              <a:solidFill>
                <a:srgbClr val="000000"/>
              </a:solidFill>
              <a:effectLst/>
              <a:uFillTx/>
              <a:latin typeface="游明朝体"/>
            </a:endParaRPr>
          </a:p>
        </p:txBody>
      </p:sp>
      <p:sp>
        <p:nvSpPr>
          <p:cNvPr id="1589" name=""/>
          <p:cNvSpPr txBox="1"/>
          <p:nvPr/>
        </p:nvSpPr>
        <p:spPr>
          <a:xfrm>
            <a:off x="4662360" y="3744000"/>
            <a:ext cx="1239480" cy="236520"/>
          </a:xfrm>
          <a:prstGeom prst="rect">
            <a:avLst/>
          </a:prstGeom>
          <a:noFill/>
          <a:ln w="0">
            <a:noFill/>
          </a:ln>
        </p:spPr>
        <p:txBody>
          <a:bodyPr wrap="none" lIns="0" tIns="0" rIns="0" bIns="0" anchor="t">
            <a:spAutoFit/>
          </a:bodyPr>
          <a:p>
            <a:pPr/>
            <a:r>
              <a:rPr lang="en-US" sz="1320" b="1" u="none" strike="noStrike">
                <a:solidFill>
                  <a:srgbClr val="444441"/>
                </a:solidFill>
                <a:effectLst/>
                <a:uFillTx/>
                <a:latin typeface="HiraKakuProN-W6"/>
                <a:ea typeface="HiraKakuProN-W6"/>
              </a:rPr>
              <a:t>GitHub</a:t>
            </a:r>
            <a:r>
              <a:rPr lang="ja-JP" sz="1320" b="1" u="none" strike="noStrike">
                <a:solidFill>
                  <a:srgbClr val="444441"/>
                </a:solidFill>
                <a:effectLst/>
                <a:uFillTx/>
                <a:latin typeface="HiraKakuProN-W6"/>
                <a:ea typeface="HiraKakuProN-W6"/>
              </a:rPr>
              <a:t>へ</a:t>
            </a:r>
            <a:r>
              <a:rPr lang="en-US" sz="1320" b="1" u="none" strike="noStrike">
                <a:solidFill>
                  <a:srgbClr val="444441"/>
                </a:solidFill>
                <a:effectLst/>
                <a:uFillTx/>
                <a:latin typeface="HiraKakuProN-W6"/>
                <a:ea typeface="HiraKakuProN-W6"/>
              </a:rPr>
              <a:t>push</a:t>
            </a:r>
            <a:endParaRPr lang="en-US" sz="1320" b="0" u="none" strike="noStrike">
              <a:solidFill>
                <a:srgbClr val="000000"/>
              </a:solidFill>
              <a:effectLst/>
              <a:uFillTx/>
              <a:latin typeface="游明朝体"/>
            </a:endParaRPr>
          </a:p>
        </p:txBody>
      </p:sp>
      <p:sp>
        <p:nvSpPr>
          <p:cNvPr id="1590"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solidFill>
            <a:srgbClr val="FAECE7"/>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1"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noFill/>
          <a:ln w="3240">
            <a:solidFill>
              <a:srgbClr val="993C1D"/>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92" name=""/>
          <p:cNvSpPr/>
          <p:nvPr/>
        </p:nvSpPr>
        <p:spPr>
          <a:xfrm>
            <a:off x="3706200" y="4286520"/>
            <a:ext cx="188640" cy="350280"/>
          </a:xfrm>
          <a:custGeom>
            <a:avLst/>
            <a:gdLst/>
            <a:ahLst/>
            <a:rect l="0" t="0" r="r" b="b"/>
            <a:pathLst>
              <a:path w="524" h="973">
                <a:moveTo>
                  <a:pt x="112" y="0"/>
                </a:moveTo>
                <a:lnTo>
                  <a:pt x="412" y="0"/>
                </a:lnTo>
                <a:cubicBezTo>
                  <a:pt x="427" y="0"/>
                  <a:pt x="441" y="3"/>
                  <a:pt x="455" y="9"/>
                </a:cubicBezTo>
                <a:cubicBezTo>
                  <a:pt x="468" y="15"/>
                  <a:pt x="481" y="23"/>
                  <a:pt x="491" y="33"/>
                </a:cubicBezTo>
                <a:cubicBezTo>
                  <a:pt x="502" y="44"/>
                  <a:pt x="510" y="56"/>
                  <a:pt x="515" y="70"/>
                </a:cubicBezTo>
                <a:cubicBezTo>
                  <a:pt x="521" y="83"/>
                  <a:pt x="524" y="98"/>
                  <a:pt x="524" y="113"/>
                </a:cubicBezTo>
                <a:lnTo>
                  <a:pt x="524" y="861"/>
                </a:lnTo>
                <a:cubicBezTo>
                  <a:pt x="524" y="876"/>
                  <a:pt x="521" y="890"/>
                  <a:pt x="515" y="904"/>
                </a:cubicBezTo>
                <a:cubicBezTo>
                  <a:pt x="510" y="917"/>
                  <a:pt x="502" y="930"/>
                  <a:pt x="491" y="940"/>
                </a:cubicBezTo>
                <a:cubicBezTo>
                  <a:pt x="481" y="951"/>
                  <a:pt x="468" y="959"/>
                  <a:pt x="455" y="964"/>
                </a:cubicBezTo>
                <a:cubicBezTo>
                  <a:pt x="441" y="970"/>
                  <a:pt x="427" y="973"/>
                  <a:pt x="412" y="973"/>
                </a:cubicBezTo>
                <a:lnTo>
                  <a:pt x="112" y="973"/>
                </a:lnTo>
                <a:cubicBezTo>
                  <a:pt x="97" y="973"/>
                  <a:pt x="83" y="970"/>
                  <a:pt x="69" y="964"/>
                </a:cubicBezTo>
                <a:cubicBezTo>
                  <a:pt x="55" y="959"/>
                  <a:pt x="43" y="951"/>
                  <a:pt x="33" y="940"/>
                </a:cubicBezTo>
                <a:cubicBezTo>
                  <a:pt x="22" y="930"/>
                  <a:pt x="14" y="917"/>
                  <a:pt x="8" y="904"/>
                </a:cubicBezTo>
                <a:cubicBezTo>
                  <a:pt x="3" y="890"/>
                  <a:pt x="0" y="876"/>
                  <a:pt x="0" y="861"/>
                </a:cubicBezTo>
                <a:lnTo>
                  <a:pt x="0" y="113"/>
                </a:lnTo>
                <a:cubicBezTo>
                  <a:pt x="0" y="98"/>
                  <a:pt x="3" y="83"/>
                  <a:pt x="8" y="70"/>
                </a:cubicBezTo>
                <a:cubicBezTo>
                  <a:pt x="14" y="56"/>
                  <a:pt x="22" y="44"/>
                  <a:pt x="33" y="33"/>
                </a:cubicBezTo>
                <a:cubicBezTo>
                  <a:pt x="43" y="23"/>
                  <a:pt x="55" y="15"/>
                  <a:pt x="69" y="9"/>
                </a:cubicBezTo>
                <a:cubicBezTo>
                  <a:pt x="83" y="3"/>
                  <a:pt x="97" y="0"/>
                  <a:pt x="112"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3" name=""/>
          <p:cNvSpPr/>
          <p:nvPr/>
        </p:nvSpPr>
        <p:spPr>
          <a:xfrm>
            <a:off x="3733200" y="4327200"/>
            <a:ext cx="134640" cy="242280"/>
          </a:xfrm>
          <a:custGeom>
            <a:avLst/>
            <a:gdLst/>
            <a:ahLst/>
            <a:rect l="0" t="0" r="r" b="b"/>
            <a:pathLst>
              <a:path w="374" h="673">
                <a:moveTo>
                  <a:pt x="37" y="0"/>
                </a:moveTo>
                <a:lnTo>
                  <a:pt x="337" y="0"/>
                </a:lnTo>
                <a:cubicBezTo>
                  <a:pt x="342" y="0"/>
                  <a:pt x="347" y="0"/>
                  <a:pt x="351" y="2"/>
                </a:cubicBezTo>
                <a:cubicBezTo>
                  <a:pt x="356" y="4"/>
                  <a:pt x="360" y="7"/>
                  <a:pt x="363" y="10"/>
                </a:cubicBezTo>
                <a:cubicBezTo>
                  <a:pt x="367" y="14"/>
                  <a:pt x="369" y="18"/>
                  <a:pt x="371" y="23"/>
                </a:cubicBezTo>
                <a:cubicBezTo>
                  <a:pt x="373" y="27"/>
                  <a:pt x="374" y="32"/>
                  <a:pt x="374" y="37"/>
                </a:cubicBezTo>
                <a:lnTo>
                  <a:pt x="374" y="636"/>
                </a:lnTo>
                <a:cubicBezTo>
                  <a:pt x="374" y="641"/>
                  <a:pt x="373" y="645"/>
                  <a:pt x="371" y="650"/>
                </a:cubicBezTo>
                <a:cubicBezTo>
                  <a:pt x="369" y="655"/>
                  <a:pt x="367" y="659"/>
                  <a:pt x="363" y="662"/>
                </a:cubicBezTo>
                <a:cubicBezTo>
                  <a:pt x="360" y="666"/>
                  <a:pt x="356" y="668"/>
                  <a:pt x="351" y="670"/>
                </a:cubicBezTo>
                <a:cubicBezTo>
                  <a:pt x="347" y="672"/>
                  <a:pt x="342" y="673"/>
                  <a:pt x="337" y="673"/>
                </a:cubicBezTo>
                <a:lnTo>
                  <a:pt x="37" y="673"/>
                </a:lnTo>
                <a:cubicBezTo>
                  <a:pt x="32" y="673"/>
                  <a:pt x="27" y="672"/>
                  <a:pt x="23" y="670"/>
                </a:cubicBezTo>
                <a:cubicBezTo>
                  <a:pt x="18" y="668"/>
                  <a:pt x="14" y="666"/>
                  <a:pt x="11" y="662"/>
                </a:cubicBezTo>
                <a:cubicBezTo>
                  <a:pt x="7" y="659"/>
                  <a:pt x="4" y="655"/>
                  <a:pt x="2" y="650"/>
                </a:cubicBezTo>
                <a:cubicBezTo>
                  <a:pt x="1" y="645"/>
                  <a:pt x="0" y="641"/>
                  <a:pt x="0" y="636"/>
                </a:cubicBezTo>
                <a:lnTo>
                  <a:pt x="0" y="37"/>
                </a:lnTo>
                <a:cubicBezTo>
                  <a:pt x="0" y="32"/>
                  <a:pt x="1" y="27"/>
                  <a:pt x="2" y="23"/>
                </a:cubicBezTo>
                <a:cubicBezTo>
                  <a:pt x="4"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4" name=""/>
          <p:cNvSpPr/>
          <p:nvPr/>
        </p:nvSpPr>
        <p:spPr>
          <a:xfrm>
            <a:off x="3783600" y="4579200"/>
            <a:ext cx="33840" cy="34200"/>
          </a:xfrm>
          <a:custGeom>
            <a:avLst/>
            <a:gdLst/>
            <a:ahLst/>
            <a:rect l="0" t="0" r="r" b="b"/>
            <a:pathLst>
              <a:path w="94" h="95">
                <a:moveTo>
                  <a:pt x="94" y="47"/>
                </a:moveTo>
                <a:cubicBezTo>
                  <a:pt x="94" y="53"/>
                  <a:pt x="93" y="59"/>
                  <a:pt x="91" y="65"/>
                </a:cubicBezTo>
                <a:cubicBezTo>
                  <a:pt x="88" y="71"/>
                  <a:pt x="85" y="77"/>
                  <a:pt x="80" y="81"/>
                </a:cubicBezTo>
                <a:cubicBezTo>
                  <a:pt x="76" y="85"/>
                  <a:pt x="71" y="89"/>
                  <a:pt x="65" y="91"/>
                </a:cubicBezTo>
                <a:cubicBezTo>
                  <a:pt x="60" y="93"/>
                  <a:pt x="54" y="95"/>
                  <a:pt x="47" y="95"/>
                </a:cubicBezTo>
                <a:cubicBezTo>
                  <a:pt x="40" y="95"/>
                  <a:pt x="34" y="93"/>
                  <a:pt x="29" y="91"/>
                </a:cubicBezTo>
                <a:cubicBezTo>
                  <a:pt x="23" y="89"/>
                  <a:pt x="18" y="85"/>
                  <a:pt x="13" y="81"/>
                </a:cubicBezTo>
                <a:cubicBezTo>
                  <a:pt x="9" y="77"/>
                  <a:pt x="6" y="71"/>
                  <a:pt x="3" y="65"/>
                </a:cubicBezTo>
                <a:cubicBezTo>
                  <a:pt x="1" y="59"/>
                  <a:pt x="0" y="53"/>
                  <a:pt x="0" y="47"/>
                </a:cubicBezTo>
                <a:cubicBezTo>
                  <a:pt x="0" y="41"/>
                  <a:pt x="1" y="35"/>
                  <a:pt x="3" y="29"/>
                </a:cubicBezTo>
                <a:cubicBezTo>
                  <a:pt x="6" y="23"/>
                  <a:pt x="9" y="18"/>
                  <a:pt x="13" y="14"/>
                </a:cubicBezTo>
                <a:cubicBezTo>
                  <a:pt x="18" y="9"/>
                  <a:pt x="23" y="6"/>
                  <a:pt x="29" y="4"/>
                </a:cubicBezTo>
                <a:cubicBezTo>
                  <a:pt x="34" y="1"/>
                  <a:pt x="40" y="0"/>
                  <a:pt x="47" y="0"/>
                </a:cubicBezTo>
                <a:cubicBezTo>
                  <a:pt x="54" y="0"/>
                  <a:pt x="60" y="1"/>
                  <a:pt x="65" y="4"/>
                </a:cubicBezTo>
                <a:cubicBezTo>
                  <a:pt x="71" y="6"/>
                  <a:pt x="76" y="9"/>
                  <a:pt x="80" y="14"/>
                </a:cubicBezTo>
                <a:cubicBezTo>
                  <a:pt x="85" y="18"/>
                  <a:pt x="88" y="23"/>
                  <a:pt x="91" y="29"/>
                </a:cubicBezTo>
                <a:cubicBezTo>
                  <a:pt x="93" y="35"/>
                  <a:pt x="94" y="41"/>
                  <a:pt x="94"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5" name=""/>
          <p:cNvSpPr txBox="1"/>
          <p:nvPr/>
        </p:nvSpPr>
        <p:spPr>
          <a:xfrm>
            <a:off x="4704840" y="3988800"/>
            <a:ext cx="1152720" cy="128520"/>
          </a:xfrm>
          <a:prstGeom prst="rect">
            <a:avLst/>
          </a:prstGeom>
          <a:noFill/>
          <a:ln w="0">
            <a:noFill/>
          </a:ln>
        </p:spPr>
        <p:txBody>
          <a:bodyPr wrap="none" lIns="0" tIns="0" rIns="0" bIns="0" anchor="t">
            <a:spAutoFit/>
          </a:bodyPr>
          <a:p>
            <a:pPr/>
            <a:r>
              <a:rPr lang="ja-JP" sz="1010" b="0" u="none" strike="noStrike">
                <a:solidFill>
                  <a:srgbClr val="5F5E5A"/>
                </a:solidFill>
                <a:effectLst/>
                <a:uFillTx/>
                <a:latin typeface="HiraKakuProN-W3"/>
                <a:ea typeface="HiraKakuProN-W3"/>
              </a:rPr>
              <a:t>成果を公開・可視化</a:t>
            </a:r>
            <a:endParaRPr lang="en-US" sz="1010" b="0" u="none" strike="noStrike">
              <a:solidFill>
                <a:srgbClr val="000000"/>
              </a:solidFill>
              <a:effectLst/>
              <a:uFillTx/>
              <a:latin typeface="游明朝体"/>
            </a:endParaRPr>
          </a:p>
        </p:txBody>
      </p:sp>
      <p:sp>
        <p:nvSpPr>
          <p:cNvPr id="1596" name=""/>
          <p:cNvSpPr txBox="1"/>
          <p:nvPr/>
        </p:nvSpPr>
        <p:spPr>
          <a:xfrm>
            <a:off x="3128400" y="4954680"/>
            <a:ext cx="1341720" cy="168120"/>
          </a:xfrm>
          <a:prstGeom prst="rect">
            <a:avLst/>
          </a:prstGeom>
          <a:noFill/>
          <a:ln w="0">
            <a:noFill/>
          </a:ln>
        </p:spPr>
        <p:txBody>
          <a:bodyPr wrap="none" lIns="0" tIns="0" rIns="0" bIns="0" anchor="t">
            <a:spAutoFit/>
          </a:bodyPr>
          <a:p>
            <a:pPr/>
            <a:r>
              <a:rPr lang="ja-JP" sz="1320" b="1" u="none" strike="noStrike">
                <a:solidFill>
                  <a:srgbClr val="712B13"/>
                </a:solidFill>
                <a:effectLst/>
                <a:uFillTx/>
                <a:latin typeface="HiraKakuProN-W6"/>
                <a:ea typeface="HiraKakuProN-W6"/>
              </a:rPr>
              <a:t>スマホで⽇常活⽤</a:t>
            </a:r>
            <a:endParaRPr lang="en-US" sz="1320" b="0" u="none" strike="noStrike">
              <a:solidFill>
                <a:srgbClr val="000000"/>
              </a:solidFill>
              <a:effectLst/>
              <a:uFillTx/>
              <a:latin typeface="游明朝体"/>
            </a:endParaRPr>
          </a:p>
        </p:txBody>
      </p:sp>
      <p:sp>
        <p:nvSpPr>
          <p:cNvPr id="1597"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solidFill>
            <a:srgbClr val="EEE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noFill/>
          <a:ln w="3240">
            <a:solidFill>
              <a:srgbClr val="534AB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99" name=""/>
          <p:cNvSpPr/>
          <p:nvPr/>
        </p:nvSpPr>
        <p:spPr>
          <a:xfrm>
            <a:off x="2186640" y="3143160"/>
            <a:ext cx="269280" cy="215640"/>
          </a:xfrm>
          <a:custGeom>
            <a:avLst/>
            <a:gdLst/>
            <a:ahLst/>
            <a:rect l="0" t="0" r="r" b="b"/>
            <a:pathLst>
              <a:path w="748" h="599">
                <a:moveTo>
                  <a:pt x="150" y="0"/>
                </a:moveTo>
                <a:lnTo>
                  <a:pt x="599" y="0"/>
                </a:lnTo>
                <a:cubicBezTo>
                  <a:pt x="609" y="0"/>
                  <a:pt x="618" y="1"/>
                  <a:pt x="628" y="3"/>
                </a:cubicBezTo>
                <a:cubicBezTo>
                  <a:pt x="638" y="5"/>
                  <a:pt x="647" y="8"/>
                  <a:pt x="656" y="12"/>
                </a:cubicBezTo>
                <a:cubicBezTo>
                  <a:pt x="665" y="15"/>
                  <a:pt x="674" y="20"/>
                  <a:pt x="682" y="25"/>
                </a:cubicBezTo>
                <a:cubicBezTo>
                  <a:pt x="690" y="31"/>
                  <a:pt x="697" y="37"/>
                  <a:pt x="704" y="44"/>
                </a:cubicBezTo>
                <a:cubicBezTo>
                  <a:pt x="711" y="51"/>
                  <a:pt x="718" y="58"/>
                  <a:pt x="723" y="67"/>
                </a:cubicBezTo>
                <a:cubicBezTo>
                  <a:pt x="728" y="75"/>
                  <a:pt x="733" y="83"/>
                  <a:pt x="737" y="92"/>
                </a:cubicBezTo>
                <a:cubicBezTo>
                  <a:pt x="741" y="102"/>
                  <a:pt x="743" y="111"/>
                  <a:pt x="745" y="121"/>
                </a:cubicBezTo>
                <a:cubicBezTo>
                  <a:pt x="747" y="130"/>
                  <a:pt x="748" y="140"/>
                  <a:pt x="748" y="150"/>
                </a:cubicBezTo>
                <a:lnTo>
                  <a:pt x="748" y="449"/>
                </a:lnTo>
                <a:cubicBezTo>
                  <a:pt x="748" y="458"/>
                  <a:pt x="747" y="468"/>
                  <a:pt x="745" y="478"/>
                </a:cubicBezTo>
                <a:cubicBezTo>
                  <a:pt x="743" y="487"/>
                  <a:pt x="741" y="497"/>
                  <a:pt x="737" y="506"/>
                </a:cubicBezTo>
                <a:cubicBezTo>
                  <a:pt x="733" y="515"/>
                  <a:pt x="728" y="524"/>
                  <a:pt x="723" y="533"/>
                </a:cubicBezTo>
                <a:cubicBezTo>
                  <a:pt x="718" y="541"/>
                  <a:pt x="711" y="548"/>
                  <a:pt x="704" y="555"/>
                </a:cubicBezTo>
                <a:cubicBezTo>
                  <a:pt x="697" y="562"/>
                  <a:pt x="690" y="568"/>
                  <a:pt x="682" y="574"/>
                </a:cubicBezTo>
                <a:cubicBezTo>
                  <a:pt x="674" y="579"/>
                  <a:pt x="665" y="584"/>
                  <a:pt x="656" y="588"/>
                </a:cubicBezTo>
                <a:cubicBezTo>
                  <a:pt x="647" y="591"/>
                  <a:pt x="638" y="594"/>
                  <a:pt x="628" y="596"/>
                </a:cubicBezTo>
                <a:cubicBezTo>
                  <a:pt x="618" y="598"/>
                  <a:pt x="609" y="599"/>
                  <a:pt x="599" y="599"/>
                </a:cubicBezTo>
                <a:lnTo>
                  <a:pt x="150" y="599"/>
                </a:lnTo>
                <a:cubicBezTo>
                  <a:pt x="140" y="599"/>
                  <a:pt x="130" y="598"/>
                  <a:pt x="120" y="596"/>
                </a:cubicBezTo>
                <a:cubicBezTo>
                  <a:pt x="111" y="594"/>
                  <a:pt x="101" y="591"/>
                  <a:pt x="92" y="588"/>
                </a:cubicBezTo>
                <a:cubicBezTo>
                  <a:pt x="83" y="584"/>
                  <a:pt x="75" y="579"/>
                  <a:pt x="67" y="574"/>
                </a:cubicBezTo>
                <a:cubicBezTo>
                  <a:pt x="58" y="568"/>
                  <a:pt x="51" y="562"/>
                  <a:pt x="44" y="555"/>
                </a:cubicBezTo>
                <a:cubicBezTo>
                  <a:pt x="37" y="548"/>
                  <a:pt x="31" y="541"/>
                  <a:pt x="25" y="533"/>
                </a:cubicBezTo>
                <a:cubicBezTo>
                  <a:pt x="20" y="524"/>
                  <a:pt x="15" y="515"/>
                  <a:pt x="12" y="506"/>
                </a:cubicBezTo>
                <a:cubicBezTo>
                  <a:pt x="8" y="497"/>
                  <a:pt x="5" y="487"/>
                  <a:pt x="3" y="478"/>
                </a:cubicBezTo>
                <a:cubicBezTo>
                  <a:pt x="1" y="468"/>
                  <a:pt x="0" y="458"/>
                  <a:pt x="0" y="449"/>
                </a:cubicBezTo>
                <a:lnTo>
                  <a:pt x="0" y="150"/>
                </a:lnTo>
                <a:cubicBezTo>
                  <a:pt x="0" y="140"/>
                  <a:pt x="1" y="130"/>
                  <a:pt x="3" y="121"/>
                </a:cubicBezTo>
                <a:cubicBezTo>
                  <a:pt x="5" y="111"/>
                  <a:pt x="8" y="102"/>
                  <a:pt x="12" y="92"/>
                </a:cubicBezTo>
                <a:cubicBezTo>
                  <a:pt x="15" y="83"/>
                  <a:pt x="20" y="75"/>
                  <a:pt x="25" y="67"/>
                </a:cubicBezTo>
                <a:cubicBezTo>
                  <a:pt x="31" y="58"/>
                  <a:pt x="37" y="51"/>
                  <a:pt x="44" y="44"/>
                </a:cubicBezTo>
                <a:cubicBezTo>
                  <a:pt x="51" y="37"/>
                  <a:pt x="58" y="31"/>
                  <a:pt x="67" y="25"/>
                </a:cubicBezTo>
                <a:cubicBezTo>
                  <a:pt x="75" y="20"/>
                  <a:pt x="83" y="15"/>
                  <a:pt x="92" y="12"/>
                </a:cubicBezTo>
                <a:cubicBezTo>
                  <a:pt x="101" y="8"/>
                  <a:pt x="111" y="5"/>
                  <a:pt x="120" y="3"/>
                </a:cubicBezTo>
                <a:cubicBezTo>
                  <a:pt x="130" y="1"/>
                  <a:pt x="140" y="0"/>
                  <a:pt x="150"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2240640" y="3223800"/>
            <a:ext cx="54000" cy="54360"/>
          </a:xfrm>
          <a:custGeom>
            <a:avLst/>
            <a:gdLst/>
            <a:ahLst/>
            <a:rect l="0" t="0" r="r" b="b"/>
            <a:pathLst>
              <a:path w="150" h="151">
                <a:moveTo>
                  <a:pt x="150" y="76"/>
                </a:moveTo>
                <a:cubicBezTo>
                  <a:pt x="150" y="86"/>
                  <a:pt x="148" y="96"/>
                  <a:pt x="144" y="105"/>
                </a:cubicBezTo>
                <a:cubicBezTo>
                  <a:pt x="140" y="114"/>
                  <a:pt x="135" y="122"/>
                  <a:pt x="128" y="129"/>
                </a:cubicBezTo>
                <a:cubicBezTo>
                  <a:pt x="121" y="136"/>
                  <a:pt x="113" y="141"/>
                  <a:pt x="103" y="145"/>
                </a:cubicBezTo>
                <a:cubicBezTo>
                  <a:pt x="94" y="149"/>
                  <a:pt x="84" y="151"/>
                  <a:pt x="74" y="151"/>
                </a:cubicBezTo>
                <a:cubicBezTo>
                  <a:pt x="64" y="151"/>
                  <a:pt x="55" y="149"/>
                  <a:pt x="46" y="145"/>
                </a:cubicBezTo>
                <a:cubicBezTo>
                  <a:pt x="37" y="141"/>
                  <a:pt x="28" y="136"/>
                  <a:pt x="21" y="129"/>
                </a:cubicBezTo>
                <a:cubicBezTo>
                  <a:pt x="14" y="122"/>
                  <a:pt x="9" y="114"/>
                  <a:pt x="5" y="105"/>
                </a:cubicBezTo>
                <a:cubicBezTo>
                  <a:pt x="1" y="96"/>
                  <a:pt x="0" y="86"/>
                  <a:pt x="0" y="76"/>
                </a:cubicBezTo>
                <a:cubicBezTo>
                  <a:pt x="0" y="66"/>
                  <a:pt x="1" y="56"/>
                  <a:pt x="5" y="47"/>
                </a:cubicBezTo>
                <a:cubicBezTo>
                  <a:pt x="9" y="37"/>
                  <a:pt x="14" y="29"/>
                  <a:pt x="21" y="22"/>
                </a:cubicBezTo>
                <a:cubicBezTo>
                  <a:pt x="28" y="15"/>
                  <a:pt x="37" y="10"/>
                  <a:pt x="46" y="6"/>
                </a:cubicBezTo>
                <a:cubicBezTo>
                  <a:pt x="55" y="2"/>
                  <a:pt x="64" y="0"/>
                  <a:pt x="74" y="0"/>
                </a:cubicBezTo>
                <a:cubicBezTo>
                  <a:pt x="84" y="0"/>
                  <a:pt x="94" y="2"/>
                  <a:pt x="103" y="6"/>
                </a:cubicBezTo>
                <a:cubicBezTo>
                  <a:pt x="113" y="10"/>
                  <a:pt x="121" y="15"/>
                  <a:pt x="128" y="22"/>
                </a:cubicBezTo>
                <a:cubicBezTo>
                  <a:pt x="135" y="29"/>
                  <a:pt x="140" y="37"/>
                  <a:pt x="144" y="47"/>
                </a:cubicBezTo>
                <a:cubicBezTo>
                  <a:pt x="148" y="56"/>
                  <a:pt x="150" y="66"/>
                  <a:pt x="150"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1" name=""/>
          <p:cNvSpPr/>
          <p:nvPr/>
        </p:nvSpPr>
        <p:spPr>
          <a:xfrm>
            <a:off x="2347920" y="3223800"/>
            <a:ext cx="54360" cy="54360"/>
          </a:xfrm>
          <a:custGeom>
            <a:avLst/>
            <a:gdLst/>
            <a:ahLst/>
            <a:rect l="0" t="0" r="r" b="b"/>
            <a:pathLst>
              <a:path w="151" h="151">
                <a:moveTo>
                  <a:pt x="151" y="76"/>
                </a:moveTo>
                <a:cubicBezTo>
                  <a:pt x="151" y="86"/>
                  <a:pt x="149" y="96"/>
                  <a:pt x="145" y="105"/>
                </a:cubicBezTo>
                <a:cubicBezTo>
                  <a:pt x="141" y="114"/>
                  <a:pt x="136" y="122"/>
                  <a:pt x="129" y="129"/>
                </a:cubicBezTo>
                <a:cubicBezTo>
                  <a:pt x="122" y="136"/>
                  <a:pt x="114" y="141"/>
                  <a:pt x="104" y="145"/>
                </a:cubicBezTo>
                <a:cubicBezTo>
                  <a:pt x="94" y="149"/>
                  <a:pt x="85" y="151"/>
                  <a:pt x="75" y="151"/>
                </a:cubicBezTo>
                <a:cubicBezTo>
                  <a:pt x="65" y="151"/>
                  <a:pt x="56" y="149"/>
                  <a:pt x="46" y="145"/>
                </a:cubicBezTo>
                <a:cubicBezTo>
                  <a:pt x="37" y="141"/>
                  <a:pt x="29" y="136"/>
                  <a:pt x="22" y="129"/>
                </a:cubicBezTo>
                <a:cubicBezTo>
                  <a:pt x="15" y="122"/>
                  <a:pt x="10" y="114"/>
                  <a:pt x="6" y="105"/>
                </a:cubicBezTo>
                <a:cubicBezTo>
                  <a:pt x="2" y="96"/>
                  <a:pt x="0" y="86"/>
                  <a:pt x="0" y="76"/>
                </a:cubicBezTo>
                <a:cubicBezTo>
                  <a:pt x="0" y="66"/>
                  <a:pt x="2" y="56"/>
                  <a:pt x="6" y="47"/>
                </a:cubicBezTo>
                <a:cubicBezTo>
                  <a:pt x="10" y="37"/>
                  <a:pt x="15" y="29"/>
                  <a:pt x="22" y="22"/>
                </a:cubicBezTo>
                <a:cubicBezTo>
                  <a:pt x="29" y="15"/>
                  <a:pt x="37" y="10"/>
                  <a:pt x="46" y="6"/>
                </a:cubicBezTo>
                <a:cubicBezTo>
                  <a:pt x="56" y="2"/>
                  <a:pt x="65" y="0"/>
                  <a:pt x="75" y="0"/>
                </a:cubicBezTo>
                <a:cubicBezTo>
                  <a:pt x="85" y="0"/>
                  <a:pt x="94" y="2"/>
                  <a:pt x="104" y="6"/>
                </a:cubicBezTo>
                <a:cubicBezTo>
                  <a:pt x="114" y="10"/>
                  <a:pt x="122" y="15"/>
                  <a:pt x="129" y="22"/>
                </a:cubicBezTo>
                <a:cubicBezTo>
                  <a:pt x="136" y="29"/>
                  <a:pt x="141" y="37"/>
                  <a:pt x="145" y="47"/>
                </a:cubicBezTo>
                <a:cubicBezTo>
                  <a:pt x="149" y="56"/>
                  <a:pt x="151" y="66"/>
                  <a:pt x="151"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2" name=""/>
          <p:cNvSpPr/>
          <p:nvPr/>
        </p:nvSpPr>
        <p:spPr>
          <a:xfrm flipV="1">
            <a:off x="2321280" y="3075840"/>
            <a:ext cx="0" cy="67320"/>
          </a:xfrm>
          <a:prstGeom prst="line">
            <a:avLst/>
          </a:prstGeom>
          <a:ln w="20160">
            <a:solidFill>
              <a:srgbClr val="3D3D3A"/>
            </a:solidFill>
            <a:miter/>
          </a:ln>
        </p:spPr>
        <p:style>
          <a:lnRef idx="0"/>
          <a:fillRef idx="0"/>
          <a:effectRef idx="0"/>
          <a:fontRef idx="minor"/>
        </p:style>
        <p:txBody>
          <a:bodyPr lIns="10080" tIns="10080" rIns="10080" bIns="10080" anchor="t">
            <a:noAutofit/>
          </a:bodyPr>
          <a:p>
            <a:endParaRPr lang="en-US" sz="2400" b="0" u="none" strike="noStrike">
              <a:solidFill>
                <a:srgbClr val="000000"/>
              </a:solidFill>
              <a:effectLst/>
              <a:uFillTx/>
              <a:latin typeface="游明朝体"/>
            </a:endParaRPr>
          </a:p>
        </p:txBody>
      </p:sp>
      <p:sp>
        <p:nvSpPr>
          <p:cNvPr id="1603" name=""/>
          <p:cNvSpPr/>
          <p:nvPr/>
        </p:nvSpPr>
        <p:spPr>
          <a:xfrm>
            <a:off x="2301120" y="3042360"/>
            <a:ext cx="40680" cy="40680"/>
          </a:xfrm>
          <a:custGeom>
            <a:avLst/>
            <a:gdLst/>
            <a:ahLst/>
            <a:rect l="0" t="0" r="r" b="b"/>
            <a:pathLst>
              <a:path w="113" h="113">
                <a:moveTo>
                  <a:pt x="113" y="57"/>
                </a:moveTo>
                <a:cubicBezTo>
                  <a:pt x="113" y="64"/>
                  <a:pt x="111" y="72"/>
                  <a:pt x="108" y="78"/>
                </a:cubicBezTo>
                <a:cubicBezTo>
                  <a:pt x="106" y="85"/>
                  <a:pt x="102" y="91"/>
                  <a:pt x="96" y="97"/>
                </a:cubicBezTo>
                <a:cubicBezTo>
                  <a:pt x="91" y="102"/>
                  <a:pt x="85" y="106"/>
                  <a:pt x="78" y="109"/>
                </a:cubicBezTo>
                <a:cubicBezTo>
                  <a:pt x="71" y="112"/>
                  <a:pt x="64" y="113"/>
                  <a:pt x="57" y="113"/>
                </a:cubicBezTo>
                <a:cubicBezTo>
                  <a:pt x="49" y="113"/>
                  <a:pt x="41" y="112"/>
                  <a:pt x="34" y="109"/>
                </a:cubicBezTo>
                <a:cubicBezTo>
                  <a:pt x="27" y="106"/>
                  <a:pt x="21" y="102"/>
                  <a:pt x="16" y="97"/>
                </a:cubicBezTo>
                <a:cubicBezTo>
                  <a:pt x="11" y="91"/>
                  <a:pt x="7" y="85"/>
                  <a:pt x="4" y="78"/>
                </a:cubicBezTo>
                <a:cubicBezTo>
                  <a:pt x="1" y="72"/>
                  <a:pt x="0" y="64"/>
                  <a:pt x="0" y="57"/>
                </a:cubicBezTo>
                <a:cubicBezTo>
                  <a:pt x="0" y="50"/>
                  <a:pt x="1" y="42"/>
                  <a:pt x="4" y="36"/>
                </a:cubicBezTo>
                <a:cubicBezTo>
                  <a:pt x="7" y="29"/>
                  <a:pt x="11" y="23"/>
                  <a:pt x="16" y="17"/>
                </a:cubicBezTo>
                <a:cubicBezTo>
                  <a:pt x="21" y="12"/>
                  <a:pt x="27" y="8"/>
                  <a:pt x="34" y="4"/>
                </a:cubicBezTo>
                <a:cubicBezTo>
                  <a:pt x="41" y="1"/>
                  <a:pt x="49" y="0"/>
                  <a:pt x="57" y="0"/>
                </a:cubicBezTo>
                <a:cubicBezTo>
                  <a:pt x="64" y="0"/>
                  <a:pt x="71" y="1"/>
                  <a:pt x="78" y="4"/>
                </a:cubicBezTo>
                <a:cubicBezTo>
                  <a:pt x="85" y="8"/>
                  <a:pt x="91" y="12"/>
                  <a:pt x="96" y="17"/>
                </a:cubicBezTo>
                <a:cubicBezTo>
                  <a:pt x="102" y="23"/>
                  <a:pt x="106" y="29"/>
                  <a:pt x="108" y="36"/>
                </a:cubicBezTo>
                <a:cubicBezTo>
                  <a:pt x="111" y="42"/>
                  <a:pt x="113" y="50"/>
                  <a:pt x="113" y="5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txBox="1"/>
          <p:nvPr/>
        </p:nvSpPr>
        <p:spPr>
          <a:xfrm>
            <a:off x="3102840" y="5199480"/>
            <a:ext cx="1409040" cy="128520"/>
          </a:xfrm>
          <a:prstGeom prst="rect">
            <a:avLst/>
          </a:prstGeom>
          <a:noFill/>
          <a:ln w="0">
            <a:noFill/>
          </a:ln>
        </p:spPr>
        <p:txBody>
          <a:bodyPr wrap="none" lIns="0" tIns="0" rIns="0" bIns="0" anchor="t">
            <a:spAutoFit/>
          </a:bodyPr>
          <a:p>
            <a:pPr/>
            <a:r>
              <a:rPr lang="ja-JP" sz="1010" b="0" u="none" strike="noStrike">
                <a:solidFill>
                  <a:srgbClr val="993C1D"/>
                </a:solidFill>
                <a:effectLst/>
                <a:uFillTx/>
                <a:latin typeface="HiraKakuProN-W3"/>
                <a:ea typeface="HiraKakuProN-W3"/>
              </a:rPr>
              <a:t>機能追加やアイデア検討</a:t>
            </a:r>
            <a:endParaRPr lang="en-US" sz="1010" b="0" u="none" strike="noStrike">
              <a:solidFill>
                <a:srgbClr val="000000"/>
              </a:solidFill>
              <a:effectLst/>
              <a:uFillTx/>
              <a:latin typeface="游明朝体"/>
            </a:endParaRPr>
          </a:p>
        </p:txBody>
      </p:sp>
      <p:sp>
        <p:nvSpPr>
          <p:cNvPr id="1605" name=""/>
          <p:cNvSpPr txBox="1"/>
          <p:nvPr/>
        </p:nvSpPr>
        <p:spPr>
          <a:xfrm>
            <a:off x="1985400" y="3744000"/>
            <a:ext cx="671400" cy="168120"/>
          </a:xfrm>
          <a:prstGeom prst="rect">
            <a:avLst/>
          </a:prstGeom>
          <a:noFill/>
          <a:ln w="0">
            <a:noFill/>
          </a:ln>
        </p:spPr>
        <p:txBody>
          <a:bodyPr wrap="none" lIns="0" tIns="0" rIns="0" bIns="0" anchor="t">
            <a:spAutoFit/>
          </a:bodyPr>
          <a:p>
            <a:pPr/>
            <a:r>
              <a:rPr lang="ja-JP" sz="1320" b="1" u="none" strike="noStrike">
                <a:solidFill>
                  <a:srgbClr val="3C3489"/>
                </a:solidFill>
                <a:effectLst/>
                <a:uFillTx/>
                <a:latin typeface="HiraKakuProN-W6"/>
                <a:ea typeface="HiraKakuProN-W6"/>
              </a:rPr>
              <a:t>継続開発</a:t>
            </a:r>
            <a:endParaRPr lang="en-US" sz="1320" b="0" u="none" strike="noStrike">
              <a:solidFill>
                <a:srgbClr val="000000"/>
              </a:solidFill>
              <a:effectLst/>
              <a:uFillTx/>
              <a:latin typeface="游明朝体"/>
            </a:endParaRPr>
          </a:p>
        </p:txBody>
      </p:sp>
      <p:sp>
        <p:nvSpPr>
          <p:cNvPr id="1606"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7" name=""/>
          <p:cNvSpPr txBox="1"/>
          <p:nvPr/>
        </p:nvSpPr>
        <p:spPr>
          <a:xfrm>
            <a:off x="1618920" y="3988800"/>
            <a:ext cx="1401840" cy="172440"/>
          </a:xfrm>
          <a:prstGeom prst="rect">
            <a:avLst/>
          </a:prstGeom>
          <a:noFill/>
          <a:ln w="0">
            <a:noFill/>
          </a:ln>
        </p:spPr>
        <p:txBody>
          <a:bodyPr wrap="none" lIns="0" tIns="0" rIns="0" bIns="0" anchor="t">
            <a:spAutoFit/>
          </a:bodyPr>
          <a:p>
            <a:pPr/>
            <a:r>
              <a:rPr lang="en-US" sz="1010" b="0" u="none" strike="noStrike">
                <a:solidFill>
                  <a:srgbClr val="534AB7"/>
                </a:solidFill>
                <a:effectLst/>
                <a:uFillTx/>
                <a:latin typeface="HiraKakuProN-W3"/>
                <a:ea typeface="HiraKakuProN-W3"/>
              </a:rPr>
              <a:t>AI</a:t>
            </a:r>
            <a:r>
              <a:rPr lang="ja-JP" sz="1010" b="0" u="none" strike="noStrike">
                <a:solidFill>
                  <a:srgbClr val="534AB7"/>
                </a:solidFill>
                <a:effectLst/>
                <a:uFillTx/>
                <a:latin typeface="HiraKakuProN-W3"/>
                <a:ea typeface="HiraKakuProN-W3"/>
              </a:rPr>
              <a:t>がコードと記録を参照</a:t>
            </a:r>
            <a:endParaRPr lang="en-US" sz="1010" b="0" u="none" strike="noStrike">
              <a:solidFill>
                <a:srgbClr val="000000"/>
              </a:solidFill>
              <a:effectLst/>
              <a:uFillTx/>
              <a:latin typeface="游明朝体"/>
            </a:endParaRPr>
          </a:p>
        </p:txBody>
      </p:sp>
      <p:sp>
        <p:nvSpPr>
          <p:cNvPr id="1608"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09"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0"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11"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12"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13"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14"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15"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6"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17"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18"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19"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20"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22" name=""/>
          <p:cNvSpPr txBox="1"/>
          <p:nvPr/>
        </p:nvSpPr>
        <p:spPr>
          <a:xfrm>
            <a:off x="75664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今年</a:t>
            </a:r>
            <a:endParaRPr lang="en-US" sz="1500" b="0" u="none" strike="noStrike">
              <a:solidFill>
                <a:srgbClr val="000000"/>
              </a:solidFill>
              <a:effectLst/>
              <a:uFillTx/>
              <a:latin typeface="游明朝体"/>
            </a:endParaRPr>
          </a:p>
        </p:txBody>
      </p:sp>
      <p:sp>
        <p:nvSpPr>
          <p:cNvPr id="1623" name=""/>
          <p:cNvSpPr txBox="1"/>
          <p:nvPr/>
        </p:nvSpPr>
        <p:spPr>
          <a:xfrm>
            <a:off x="794772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624" name=""/>
          <p:cNvSpPr txBox="1"/>
          <p:nvPr/>
        </p:nvSpPr>
        <p:spPr>
          <a:xfrm>
            <a:off x="80535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1625" name=""/>
          <p:cNvSpPr txBox="1"/>
          <p:nvPr/>
        </p:nvSpPr>
        <p:spPr>
          <a:xfrm>
            <a:off x="8624880" y="3524040"/>
            <a:ext cx="19425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 GitHub</a:t>
            </a:r>
            <a:endParaRPr lang="en-US" sz="1500" b="0" u="none" strike="noStrike">
              <a:solidFill>
                <a:srgbClr val="000000"/>
              </a:solidFill>
              <a:effectLst/>
              <a:uFillTx/>
              <a:latin typeface="游明朝体"/>
            </a:endParaRPr>
          </a:p>
        </p:txBody>
      </p:sp>
      <p:sp>
        <p:nvSpPr>
          <p:cNvPr id="1626" name=""/>
          <p:cNvSpPr txBox="1"/>
          <p:nvPr/>
        </p:nvSpPr>
        <p:spPr>
          <a:xfrm>
            <a:off x="105670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27" name=""/>
          <p:cNvSpPr txBox="1"/>
          <p:nvPr/>
        </p:nvSpPr>
        <p:spPr>
          <a:xfrm>
            <a:off x="1093824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28" name=""/>
          <p:cNvSpPr txBox="1"/>
          <p:nvPr/>
        </p:nvSpPr>
        <p:spPr>
          <a:xfrm>
            <a:off x="1111104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に任</a:t>
            </a:r>
            <a:endParaRPr lang="en-US" sz="1500" b="0" u="none" strike="noStrike">
              <a:solidFill>
                <a:srgbClr val="000000"/>
              </a:solidFill>
              <a:effectLst/>
              <a:uFillTx/>
              <a:latin typeface="游明朝体"/>
            </a:endParaRPr>
          </a:p>
        </p:txBody>
      </p:sp>
      <p:sp>
        <p:nvSpPr>
          <p:cNvPr id="1629"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txBox="1"/>
          <p:nvPr/>
        </p:nvSpPr>
        <p:spPr>
          <a:xfrm>
            <a:off x="7566480" y="38757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せてアイデアを形にするスタイルが定着</a:t>
            </a:r>
            <a:endParaRPr lang="en-US" sz="1500" b="0" u="none" strike="noStrike">
              <a:solidFill>
                <a:srgbClr val="000000"/>
              </a:solidFill>
              <a:effectLst/>
              <a:uFillTx/>
              <a:latin typeface="游明朝体"/>
            </a:endParaRPr>
          </a:p>
        </p:txBody>
      </p:sp>
      <p:sp>
        <p:nvSpPr>
          <p:cNvPr id="1631" name=""/>
          <p:cNvSpPr txBox="1"/>
          <p:nvPr/>
        </p:nvSpPr>
        <p:spPr>
          <a:xfrm>
            <a:off x="7566480" y="42663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コードを完全に理解しなくても「動くもの」を</a:t>
            </a:r>
            <a:endParaRPr lang="en-US" sz="1500" b="0" u="none" strike="noStrike">
              <a:solidFill>
                <a:srgbClr val="000000"/>
              </a:solidFill>
              <a:effectLst/>
              <a:uFillTx/>
              <a:latin typeface="游明朝体"/>
            </a:endParaRPr>
          </a:p>
        </p:txBody>
      </p:sp>
      <p:sp>
        <p:nvSpPr>
          <p:cNvPr id="1632" name=""/>
          <p:cNvSpPr txBox="1"/>
          <p:nvPr/>
        </p:nvSpPr>
        <p:spPr>
          <a:xfrm>
            <a:off x="7566480" y="460908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作りながら学べる</a:t>
            </a:r>
            <a:endParaRPr lang="en-US" sz="1500" b="0" u="none" strike="noStrike">
              <a:solidFill>
                <a:srgbClr val="000000"/>
              </a:solidFill>
              <a:effectLst/>
              <a:uFillTx/>
              <a:latin typeface="游明朝体"/>
            </a:endParaRPr>
          </a:p>
        </p:txBody>
      </p:sp>
      <p:sp>
        <p:nvSpPr>
          <p:cNvPr id="1633" name=""/>
          <p:cNvSpPr txBox="1"/>
          <p:nvPr/>
        </p:nvSpPr>
        <p:spPr>
          <a:xfrm>
            <a:off x="723960" y="6141600"/>
            <a:ext cx="1995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開発コミュニティも重要</a:t>
            </a:r>
            <a:endParaRPr lang="en-US" sz="1430" b="0" u="none" strike="noStrike">
              <a:solidFill>
                <a:srgbClr val="000000"/>
              </a:solidFill>
              <a:effectLst/>
              <a:uFillTx/>
              <a:latin typeface="游明朝体"/>
            </a:endParaRPr>
          </a:p>
        </p:txBody>
      </p:sp>
      <p:sp>
        <p:nvSpPr>
          <p:cNvPr id="1634" name=""/>
          <p:cNvSpPr txBox="1"/>
          <p:nvPr/>
        </p:nvSpPr>
        <p:spPr>
          <a:xfrm>
            <a:off x="2696400" y="6133320"/>
            <a:ext cx="2829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 </a:t>
            </a:r>
            <a:endParaRPr lang="en-US" sz="1430" b="0" u="none" strike="noStrike">
              <a:solidFill>
                <a:srgbClr val="000000"/>
              </a:solidFill>
              <a:effectLst/>
              <a:uFillTx/>
              <a:latin typeface="游明朝体"/>
            </a:endParaRPr>
          </a:p>
        </p:txBody>
      </p:sp>
      <p:sp>
        <p:nvSpPr>
          <p:cNvPr id="1635" name=""/>
          <p:cNvSpPr txBox="1"/>
          <p:nvPr/>
        </p:nvSpPr>
        <p:spPr>
          <a:xfrm>
            <a:off x="2978280" y="614160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職場の任意の集まり</a:t>
            </a:r>
            <a:endParaRPr lang="en-US" sz="1430" b="0" u="none" strike="noStrike">
              <a:solidFill>
                <a:srgbClr val="000000"/>
              </a:solidFill>
              <a:effectLst/>
              <a:uFillTx/>
              <a:latin typeface="游明朝体"/>
            </a:endParaRPr>
          </a:p>
        </p:txBody>
      </p:sp>
      <p:sp>
        <p:nvSpPr>
          <p:cNvPr id="1636" name=""/>
          <p:cNvSpPr txBox="1"/>
          <p:nvPr/>
        </p:nvSpPr>
        <p:spPr>
          <a:xfrm>
            <a:off x="4606920" y="6133320"/>
            <a:ext cx="826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Python_AI</a:t>
            </a:r>
            <a:endParaRPr lang="en-US" sz="1430" b="0" u="none" strike="noStrike">
              <a:solidFill>
                <a:srgbClr val="000000"/>
              </a:solidFill>
              <a:effectLst/>
              <a:uFillTx/>
              <a:latin typeface="游明朝体"/>
            </a:endParaRPr>
          </a:p>
        </p:txBody>
      </p:sp>
      <p:sp>
        <p:nvSpPr>
          <p:cNvPr id="1637" name=""/>
          <p:cNvSpPr txBox="1"/>
          <p:nvPr/>
        </p:nvSpPr>
        <p:spPr>
          <a:xfrm>
            <a:off x="5431320" y="614160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グループで⽇々情報交換。</a:t>
            </a:r>
            <a:endParaRPr lang="en-US" sz="1430" b="0" u="none" strike="noStrike">
              <a:solidFill>
                <a:srgbClr val="000000"/>
              </a:solidFill>
              <a:effectLst/>
              <a:uFillTx/>
              <a:latin typeface="游明朝体"/>
            </a:endParaRPr>
          </a:p>
        </p:txBody>
      </p:sp>
      <p:sp>
        <p:nvSpPr>
          <p:cNvPr id="1638" name=""/>
          <p:cNvSpPr txBox="1"/>
          <p:nvPr/>
        </p:nvSpPr>
        <p:spPr>
          <a:xfrm>
            <a:off x="7570440" y="6133320"/>
            <a:ext cx="534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WXBC</a:t>
            </a:r>
            <a:endParaRPr lang="en-US" sz="1430" b="0" u="none" strike="noStrike">
              <a:solidFill>
                <a:srgbClr val="000000"/>
              </a:solidFill>
              <a:effectLst/>
              <a:uFillTx/>
              <a:latin typeface="游明朝体"/>
            </a:endParaRPr>
          </a:p>
        </p:txBody>
      </p:sp>
      <p:sp>
        <p:nvSpPr>
          <p:cNvPr id="1639" name=""/>
          <p:cNvSpPr txBox="1"/>
          <p:nvPr/>
        </p:nvSpPr>
        <p:spPr>
          <a:xfrm>
            <a:off x="8103240" y="614160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でも</a:t>
            </a:r>
            <a:endParaRPr lang="en-US" sz="1430" b="0" u="none" strike="noStrike">
              <a:solidFill>
                <a:srgbClr val="000000"/>
              </a:solidFill>
              <a:effectLst/>
              <a:uFillTx/>
              <a:latin typeface="游明朝体"/>
            </a:endParaRPr>
          </a:p>
        </p:txBody>
      </p:sp>
      <p:sp>
        <p:nvSpPr>
          <p:cNvPr id="1640" name=""/>
          <p:cNvSpPr txBox="1"/>
          <p:nvPr/>
        </p:nvSpPr>
        <p:spPr>
          <a:xfrm>
            <a:off x="8465400" y="6133320"/>
            <a:ext cx="4474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Slack</a:t>
            </a:r>
            <a:endParaRPr lang="en-US" sz="1430" b="0" u="none" strike="noStrike">
              <a:solidFill>
                <a:srgbClr val="000000"/>
              </a:solidFill>
              <a:effectLst/>
              <a:uFillTx/>
              <a:latin typeface="游明朝体"/>
            </a:endParaRPr>
          </a:p>
        </p:txBody>
      </p:sp>
      <p:sp>
        <p:nvSpPr>
          <p:cNvPr id="1641" name=""/>
          <p:cNvSpPr txBox="1"/>
          <p:nvPr/>
        </p:nvSpPr>
        <p:spPr>
          <a:xfrm>
            <a:off x="8911080" y="6141600"/>
            <a:ext cx="18144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で共有していきたい。</a:t>
            </a:r>
            <a:endParaRPr lang="en-US" sz="1430" b="0" u="none" strike="noStrike">
              <a:solidFill>
                <a:srgbClr val="000000"/>
              </a:solidFill>
              <a:effectLst/>
              <a:uFillTx/>
              <a:latin typeface="游明朝体"/>
            </a:endParaRPr>
          </a:p>
        </p:txBody>
      </p:sp>
      <p:sp>
        <p:nvSpPr>
          <p:cNvPr id="1642" name=""/>
          <p:cNvSpPr txBox="1"/>
          <p:nvPr/>
        </p:nvSpPr>
        <p:spPr>
          <a:xfrm>
            <a:off x="723960" y="641808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このプレゼンもバイブコーディングで⾃動作成。学習⽬的なら</a:t>
            </a:r>
            <a:endParaRPr lang="en-US" sz="1430" b="0" u="none" strike="noStrike">
              <a:solidFill>
                <a:srgbClr val="000000"/>
              </a:solidFill>
              <a:effectLst/>
              <a:uFillTx/>
              <a:latin typeface="游明朝体"/>
            </a:endParaRPr>
          </a:p>
        </p:txBody>
      </p:sp>
      <p:sp>
        <p:nvSpPr>
          <p:cNvPr id="1643" name=""/>
          <p:cNvSpPr txBox="1"/>
          <p:nvPr/>
        </p:nvSpPr>
        <p:spPr>
          <a:xfrm>
            <a:off x="5769360" y="64094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44" name=""/>
          <p:cNvSpPr txBox="1"/>
          <p:nvPr/>
        </p:nvSpPr>
        <p:spPr>
          <a:xfrm>
            <a:off x="5933520" y="641808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に解説させながら開発する⽅が向く</a:t>
            </a:r>
            <a:endParaRPr lang="en-US" sz="1430" b="0" u="none" strike="noStrike">
              <a:solidFill>
                <a:srgbClr val="000000"/>
              </a:solidFill>
              <a:effectLst/>
              <a:uFillTx/>
              <a:latin typeface="游明朝体"/>
            </a:endParaRPr>
          </a:p>
        </p:txBody>
      </p:sp>
      <p:sp>
        <p:nvSpPr>
          <p:cNvPr id="164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lide22-22.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