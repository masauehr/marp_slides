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46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77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86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2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3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11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2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3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 txBox="1"/>
          <p:nvPr/>
        </p:nvSpPr>
        <p:spPr>
          <a:xfrm>
            <a:off x="4577040" y="1399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 txBox="1"/>
          <p:nvPr/>
        </p:nvSpPr>
        <p:spPr>
          <a:xfrm>
            <a:off x="799920" y="17420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2239560" y="21326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799920" y="24757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906120" y="2865960"/>
            <a:ext cx="4953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799920" y="3209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621972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7057800" y="260028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8343720" y="260028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1082016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621972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7057800" y="387648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8343720" y="387648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1082016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621000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6210000" y="195228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70578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7067520" y="195228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83437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8353080" y="19522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1081080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10820160" y="19522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6210000" y="25905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7067520" y="259056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8353080" y="259056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10820160" y="259056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621000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70578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83437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1081080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621000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6210000" y="322884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70578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7067520" y="322884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83437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8353080" y="322884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1081080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10820160" y="32288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621000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6210000" y="38671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70578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7067520" y="38671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83437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8353080" y="3867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1081080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10820160" y="3867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621000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6210000" y="45050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70578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7067520" y="450504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83437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8353080" y="4505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1081080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10820160" y="4505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6210000" y="51433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7067520" y="51433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8353080" y="51433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10820160" y="51433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621036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634356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634356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718992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847260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1094688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1094688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634356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18992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36128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18992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847260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856800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908244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94410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961236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103842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847260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643960" y="2941920"/>
            <a:ext cx="59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924408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1094688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634356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18992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718992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738036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755208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8472600" y="3322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8568000" y="33310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9082440" y="3322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944100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9612360" y="332280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1039644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8472600" y="358020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9291960" y="35881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1094688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1094688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34356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18992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8992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73803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8472600" y="39610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8568000" y="39690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9082440" y="39610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944748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9618840" y="39610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1044432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8472600" y="42181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8221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1094688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1094688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634356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718992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718992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738036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8472600" y="4599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8568000" y="4607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9082440" y="4599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944100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9612360" y="4599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1039644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8472600" y="48564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8815680" y="48646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1094688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1094688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621036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925812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39464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058508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1139004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