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1523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/>
          <p:nvPr/>
        </p:nvSpPr>
        <p:spPr>
          <a:xfrm>
            <a:off x="552240" y="580068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/>
          <p:nvPr/>
        </p:nvSpPr>
        <p:spPr>
          <a:xfrm>
            <a:off x="533160" y="580068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61848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5200" y="63612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143784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67320" y="14468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15280" y="143784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720880" y="14468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101920" y="143784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479200" y="14468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36720" y="143784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742080" y="14468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6932520" y="143784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864200" y="14468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3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723960" y="172368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25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43960" y="17236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54980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740240" y="172368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952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142720" y="172368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00UTC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7388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3501000" y="1723680"/>
            <a:ext cx="318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156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818880" y="17326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771440" y="1723680"/>
            <a:ext cx="646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6/25 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417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607720" y="172368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1333440" y="2133720"/>
            <a:ext cx="9524520" cy="343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"/>
          <p:cNvSpPr txBox="1"/>
          <p:nvPr/>
        </p:nvSpPr>
        <p:spPr>
          <a:xfrm>
            <a:off x="59392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723960" y="59238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86560" y="593208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729440" y="59238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829880" y="593208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33520" y="228420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799920" y="3123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848040" y="31143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4271760" y="31233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446220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568040" y="3123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799920" y="35049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360800" y="351360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99920" y="3904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56204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667880" y="390420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585900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618840" y="4390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596484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799920" y="4304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⼿法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81160" y="4295520"/>
            <a:ext cx="1506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2684160" y="43045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。毎朝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255480" y="429552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626280" y="430452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531400" y="429552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6187680" y="4304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573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4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533160" y="14857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552240" y="174276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20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533160" y="174276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542880" y="236196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/>
          <p:nvPr/>
        </p:nvSpPr>
        <p:spPr>
          <a:xfrm>
            <a:off x="1962000" y="236196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/>
          <p:nvPr/>
        </p:nvSpPr>
        <p:spPr>
          <a:xfrm>
            <a:off x="4981320" y="23619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/>
          <p:nvPr/>
        </p:nvSpPr>
        <p:spPr>
          <a:xfrm>
            <a:off x="542880" y="236196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/>
          <p:nvPr/>
        </p:nvSpPr>
        <p:spPr>
          <a:xfrm>
            <a:off x="1962000" y="236196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/>
          <p:nvPr/>
        </p:nvSpPr>
        <p:spPr>
          <a:xfrm>
            <a:off x="4981320" y="23619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/>
          <p:nvPr/>
        </p:nvSpPr>
        <p:spPr>
          <a:xfrm>
            <a:off x="542880" y="2742840"/>
            <a:ext cx="1419480" cy="381600"/>
          </a:xfrm>
          <a:custGeom>
            <a:avLst/>
            <a:gdLst/>
            <a:ahLst/>
            <a:rect l="0" t="0" r="r" b="b"/>
            <a:pathLst>
              <a:path w="3943" h="1060">
                <a:moveTo>
                  <a:pt x="0" y="0"/>
                </a:moveTo>
                <a:lnTo>
                  <a:pt x="3943" y="0"/>
                </a:lnTo>
                <a:lnTo>
                  <a:pt x="394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/>
          <p:nvPr/>
        </p:nvSpPr>
        <p:spPr>
          <a:xfrm>
            <a:off x="1962000" y="2742840"/>
            <a:ext cx="3019680" cy="381600"/>
          </a:xfrm>
          <a:custGeom>
            <a:avLst/>
            <a:gdLst/>
            <a:ahLst/>
            <a:rect l="0" t="0" r="r" b="b"/>
            <a:pathLst>
              <a:path w="8388" h="1060">
                <a:moveTo>
                  <a:pt x="0" y="0"/>
                </a:moveTo>
                <a:lnTo>
                  <a:pt x="8388" y="0"/>
                </a:lnTo>
                <a:lnTo>
                  <a:pt x="838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/>
          <p:nvPr/>
        </p:nvSpPr>
        <p:spPr>
          <a:xfrm>
            <a:off x="4981320" y="27428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/>
          <p:nvPr/>
        </p:nvSpPr>
        <p:spPr>
          <a:xfrm>
            <a:off x="542880" y="312408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/>
          <p:nvPr/>
        </p:nvSpPr>
        <p:spPr>
          <a:xfrm>
            <a:off x="1962000" y="312408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/>
          <p:nvPr/>
        </p:nvSpPr>
        <p:spPr>
          <a:xfrm>
            <a:off x="4981320" y="31240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/>
          <p:nvPr/>
        </p:nvSpPr>
        <p:spPr>
          <a:xfrm>
            <a:off x="542880" y="312408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/>
          <p:nvPr/>
        </p:nvSpPr>
        <p:spPr>
          <a:xfrm>
            <a:off x="1962000" y="312408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/>
          <p:nvPr/>
        </p:nvSpPr>
        <p:spPr>
          <a:xfrm>
            <a:off x="4981320" y="31240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/>
          <p:nvPr/>
        </p:nvSpPr>
        <p:spPr>
          <a:xfrm>
            <a:off x="542880" y="3504960"/>
            <a:ext cx="1419480" cy="390960"/>
          </a:xfrm>
          <a:custGeom>
            <a:avLst/>
            <a:gdLst/>
            <a:ahLst/>
            <a:rect l="0" t="0" r="r" b="b"/>
            <a:pathLst>
              <a:path w="3943" h="1086">
                <a:moveTo>
                  <a:pt x="0" y="0"/>
                </a:moveTo>
                <a:lnTo>
                  <a:pt x="3943" y="0"/>
                </a:lnTo>
                <a:lnTo>
                  <a:pt x="394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/>
          <p:nvPr/>
        </p:nvSpPr>
        <p:spPr>
          <a:xfrm>
            <a:off x="1962000" y="3504960"/>
            <a:ext cx="3019680" cy="390960"/>
          </a:xfrm>
          <a:custGeom>
            <a:avLst/>
            <a:gdLst/>
            <a:ahLst/>
            <a:rect l="0" t="0" r="r" b="b"/>
            <a:pathLst>
              <a:path w="8388" h="1086">
                <a:moveTo>
                  <a:pt x="0" y="0"/>
                </a:moveTo>
                <a:lnTo>
                  <a:pt x="8388" y="0"/>
                </a:lnTo>
                <a:lnTo>
                  <a:pt x="838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/>
          <p:nvPr/>
        </p:nvSpPr>
        <p:spPr>
          <a:xfrm>
            <a:off x="4981320" y="350496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/>
          <p:nvPr/>
        </p:nvSpPr>
        <p:spPr>
          <a:xfrm>
            <a:off x="533160" y="235260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533160" y="235260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/>
          <p:nvPr/>
        </p:nvSpPr>
        <p:spPr>
          <a:xfrm>
            <a:off x="1962000" y="235260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/>
          <p:nvPr/>
        </p:nvSpPr>
        <p:spPr>
          <a:xfrm>
            <a:off x="1971360" y="235260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/>
          <p:nvPr/>
        </p:nvSpPr>
        <p:spPr>
          <a:xfrm>
            <a:off x="4971960" y="235260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/>
          <p:nvPr/>
        </p:nvSpPr>
        <p:spPr>
          <a:xfrm>
            <a:off x="4981320" y="2352600"/>
            <a:ext cx="2495880" cy="9720"/>
          </a:xfrm>
          <a:custGeom>
            <a:avLst/>
            <a:gdLst/>
            <a:ahLst/>
            <a:rect l="0" t="0" r="r" b="b"/>
            <a:pathLst>
              <a:path w="6933" h="27">
                <a:moveTo>
                  <a:pt x="0" y="0"/>
                </a:moveTo>
                <a:lnTo>
                  <a:pt x="6933" y="0"/>
                </a:lnTo>
                <a:lnTo>
                  <a:pt x="69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/>
          <p:nvPr/>
        </p:nvSpPr>
        <p:spPr>
          <a:xfrm>
            <a:off x="7467480" y="235260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/>
          <p:nvPr/>
        </p:nvSpPr>
        <p:spPr>
          <a:xfrm>
            <a:off x="533160" y="273348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/>
          <p:nvPr/>
        </p:nvSpPr>
        <p:spPr>
          <a:xfrm>
            <a:off x="1971360" y="27334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/>
          <p:nvPr/>
        </p:nvSpPr>
        <p:spPr>
          <a:xfrm>
            <a:off x="4981320" y="2733480"/>
            <a:ext cx="2495880" cy="9720"/>
          </a:xfrm>
          <a:custGeom>
            <a:avLst/>
            <a:gdLst/>
            <a:ahLst/>
            <a:rect l="0" t="0" r="r" b="b"/>
            <a:pathLst>
              <a:path w="6933" h="27">
                <a:moveTo>
                  <a:pt x="0" y="0"/>
                </a:moveTo>
                <a:lnTo>
                  <a:pt x="6933" y="0"/>
                </a:lnTo>
                <a:lnTo>
                  <a:pt x="69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/>
          <p:nvPr/>
        </p:nvSpPr>
        <p:spPr>
          <a:xfrm>
            <a:off x="533160" y="27428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/>
          <p:nvPr/>
        </p:nvSpPr>
        <p:spPr>
          <a:xfrm>
            <a:off x="1962000" y="27428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/>
          <p:nvPr/>
        </p:nvSpPr>
        <p:spPr>
          <a:xfrm>
            <a:off x="4971960" y="27428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/>
          <p:nvPr/>
        </p:nvSpPr>
        <p:spPr>
          <a:xfrm>
            <a:off x="7467480" y="27428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/>
          <p:nvPr/>
        </p:nvSpPr>
        <p:spPr>
          <a:xfrm>
            <a:off x="533160" y="31240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/>
          <p:nvPr/>
        </p:nvSpPr>
        <p:spPr>
          <a:xfrm>
            <a:off x="533160" y="3114360"/>
            <a:ext cx="1438560" cy="10080"/>
          </a:xfrm>
          <a:custGeom>
            <a:avLst/>
            <a:gdLst/>
            <a:ahLst/>
            <a:rect l="0" t="0" r="r" b="b"/>
            <a:pathLst>
              <a:path w="3996" h="28">
                <a:moveTo>
                  <a:pt x="0" y="0"/>
                </a:moveTo>
                <a:lnTo>
                  <a:pt x="3996" y="0"/>
                </a:lnTo>
                <a:lnTo>
                  <a:pt x="3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/>
          <p:nvPr/>
        </p:nvSpPr>
        <p:spPr>
          <a:xfrm>
            <a:off x="1962000" y="31240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/>
          <p:nvPr/>
        </p:nvSpPr>
        <p:spPr>
          <a:xfrm>
            <a:off x="1971360" y="311436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/>
          <p:nvPr/>
        </p:nvSpPr>
        <p:spPr>
          <a:xfrm>
            <a:off x="4971960" y="31240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/>
          <p:nvPr/>
        </p:nvSpPr>
        <p:spPr>
          <a:xfrm>
            <a:off x="4981320" y="311436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/>
          <p:nvPr/>
        </p:nvSpPr>
        <p:spPr>
          <a:xfrm>
            <a:off x="7467480" y="31240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/>
          <p:nvPr/>
        </p:nvSpPr>
        <p:spPr>
          <a:xfrm>
            <a:off x="533160" y="35049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/>
          <p:nvPr/>
        </p:nvSpPr>
        <p:spPr>
          <a:xfrm>
            <a:off x="533160" y="349560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/>
          <p:nvPr/>
        </p:nvSpPr>
        <p:spPr>
          <a:xfrm>
            <a:off x="1962000" y="35049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/>
          <p:nvPr/>
        </p:nvSpPr>
        <p:spPr>
          <a:xfrm>
            <a:off x="1971360" y="349560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/>
          <p:nvPr/>
        </p:nvSpPr>
        <p:spPr>
          <a:xfrm>
            <a:off x="4971960" y="35049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/>
          <p:nvPr/>
        </p:nvSpPr>
        <p:spPr>
          <a:xfrm>
            <a:off x="4981320" y="3495600"/>
            <a:ext cx="2495880" cy="9720"/>
          </a:xfrm>
          <a:custGeom>
            <a:avLst/>
            <a:gdLst/>
            <a:ahLst/>
            <a:rect l="0" t="0" r="r" b="b"/>
            <a:pathLst>
              <a:path w="6933" h="27">
                <a:moveTo>
                  <a:pt x="0" y="0"/>
                </a:moveTo>
                <a:lnTo>
                  <a:pt x="6933" y="0"/>
                </a:lnTo>
                <a:lnTo>
                  <a:pt x="69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/>
          <p:nvPr/>
        </p:nvSpPr>
        <p:spPr>
          <a:xfrm>
            <a:off x="7467480" y="35049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/>
          <p:nvPr/>
        </p:nvSpPr>
        <p:spPr>
          <a:xfrm>
            <a:off x="533160" y="3885840"/>
            <a:ext cx="1438560" cy="10080"/>
          </a:xfrm>
          <a:custGeom>
            <a:avLst/>
            <a:gdLst/>
            <a:ahLst/>
            <a:rect l="0" t="0" r="r" b="b"/>
            <a:pathLst>
              <a:path w="3996" h="28">
                <a:moveTo>
                  <a:pt x="0" y="0"/>
                </a:moveTo>
                <a:lnTo>
                  <a:pt x="3996" y="0"/>
                </a:lnTo>
                <a:lnTo>
                  <a:pt x="3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/>
          <p:nvPr/>
        </p:nvSpPr>
        <p:spPr>
          <a:xfrm>
            <a:off x="1971360" y="38858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/>
          <p:nvPr/>
        </p:nvSpPr>
        <p:spPr>
          <a:xfrm>
            <a:off x="4981320" y="388584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/>
          <p:nvPr/>
        </p:nvSpPr>
        <p:spPr>
          <a:xfrm>
            <a:off x="542880" y="477180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/>
          <p:nvPr/>
        </p:nvSpPr>
        <p:spPr>
          <a:xfrm>
            <a:off x="2724120" y="477180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/>
          <p:nvPr/>
        </p:nvSpPr>
        <p:spPr>
          <a:xfrm>
            <a:off x="4286160" y="477180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/>
          <p:nvPr/>
        </p:nvSpPr>
        <p:spPr>
          <a:xfrm>
            <a:off x="542880" y="477180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/>
          <p:nvPr/>
        </p:nvSpPr>
        <p:spPr>
          <a:xfrm>
            <a:off x="2724120" y="477180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/>
          <p:nvPr/>
        </p:nvSpPr>
        <p:spPr>
          <a:xfrm>
            <a:off x="4286160" y="477180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/>
          <p:nvPr/>
        </p:nvSpPr>
        <p:spPr>
          <a:xfrm>
            <a:off x="542880" y="515268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/>
          <p:nvPr/>
        </p:nvSpPr>
        <p:spPr>
          <a:xfrm>
            <a:off x="2724120" y="515268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/>
          <p:nvPr/>
        </p:nvSpPr>
        <p:spPr>
          <a:xfrm>
            <a:off x="4286160" y="515268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/>
          <p:nvPr/>
        </p:nvSpPr>
        <p:spPr>
          <a:xfrm>
            <a:off x="542880" y="55339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/>
          <p:nvPr/>
        </p:nvSpPr>
        <p:spPr>
          <a:xfrm>
            <a:off x="2724120" y="55339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/>
          <p:nvPr/>
        </p:nvSpPr>
        <p:spPr>
          <a:xfrm>
            <a:off x="4286160" y="55339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/>
          <p:nvPr/>
        </p:nvSpPr>
        <p:spPr>
          <a:xfrm>
            <a:off x="542880" y="55339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/>
          <p:nvPr/>
        </p:nvSpPr>
        <p:spPr>
          <a:xfrm>
            <a:off x="2724120" y="55339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/>
          <p:nvPr/>
        </p:nvSpPr>
        <p:spPr>
          <a:xfrm>
            <a:off x="4286160" y="55339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/>
          <p:nvPr/>
        </p:nvSpPr>
        <p:spPr>
          <a:xfrm>
            <a:off x="533160" y="47718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/>
          <p:nvPr/>
        </p:nvSpPr>
        <p:spPr>
          <a:xfrm>
            <a:off x="533160" y="47718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/>
          <p:nvPr/>
        </p:nvSpPr>
        <p:spPr>
          <a:xfrm>
            <a:off x="2724120" y="47718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/>
          <p:nvPr/>
        </p:nvSpPr>
        <p:spPr>
          <a:xfrm>
            <a:off x="2733480" y="47718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/>
          <p:nvPr/>
        </p:nvSpPr>
        <p:spPr>
          <a:xfrm>
            <a:off x="4286160" y="47718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4295520" y="47718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5943240" y="47718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533160" y="515268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2733480" y="515268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4295520" y="515268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533160" y="51624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2724120" y="51624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4286160" y="51624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5943240" y="51624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533160" y="554328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533160" y="55339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2724120" y="55432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2733480" y="55339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4286160" y="55432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4295520" y="55339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5943240" y="554328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/>
          <p:nvPr/>
        </p:nvSpPr>
        <p:spPr>
          <a:xfrm>
            <a:off x="533160" y="59148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/>
          <p:nvPr/>
        </p:nvSpPr>
        <p:spPr>
          <a:xfrm>
            <a:off x="2733480" y="59148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/>
          <p:nvPr/>
        </p:nvSpPr>
        <p:spPr>
          <a:xfrm>
            <a:off x="4295520" y="59148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533520" y="96948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2800440" y="95184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4312080" y="96948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723960" y="186624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1726560" y="18745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2088360" y="186624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2383920" y="18745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2926800" y="186624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3929400" y="18745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4291200" y="186624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4697280" y="18745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666720" y="2454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2093400" y="24465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2277720" y="2454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2449080" y="24465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2798640" y="2454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5106240" y="24465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5395680" y="2454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567040" y="24465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5916600" y="2454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666720" y="28357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2093400" y="2827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2451960" y="28357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2623320" y="282780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039120" y="28357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3724920" y="2827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4068000" y="28357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4239360" y="2827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4334760" y="28357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5106240" y="2827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464800" y="28357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5636520" y="282780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6052320" y="28357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738120" y="2827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6833160" y="28357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666720" y="320868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2093400" y="320868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2900160" y="32166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106240" y="320868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5887800" y="32166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/>
          <p:nvPr/>
        </p:nvSpPr>
        <p:spPr>
          <a:xfrm>
            <a:off x="2095200" y="361944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0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4314" y="0"/>
                </a:lnTo>
                <a:cubicBezTo>
                  <a:pt x="4325" y="0"/>
                  <a:pt x="4335" y="2"/>
                  <a:pt x="4344" y="6"/>
                </a:cubicBezTo>
                <a:cubicBezTo>
                  <a:pt x="4354" y="10"/>
                  <a:pt x="4363" y="15"/>
                  <a:pt x="4370" y="23"/>
                </a:cubicBezTo>
                <a:cubicBezTo>
                  <a:pt x="4378" y="30"/>
                  <a:pt x="4383" y="39"/>
                  <a:pt x="4387" y="49"/>
                </a:cubicBezTo>
                <a:cubicBezTo>
                  <a:pt x="4391" y="58"/>
                  <a:pt x="4393" y="69"/>
                  <a:pt x="4393" y="79"/>
                </a:cubicBezTo>
                <a:lnTo>
                  <a:pt x="4393" y="450"/>
                </a:lnTo>
                <a:cubicBezTo>
                  <a:pt x="4393" y="461"/>
                  <a:pt x="4391" y="471"/>
                  <a:pt x="4387" y="481"/>
                </a:cubicBezTo>
                <a:cubicBezTo>
                  <a:pt x="4383" y="491"/>
                  <a:pt x="4378" y="499"/>
                  <a:pt x="4370" y="507"/>
                </a:cubicBezTo>
                <a:cubicBezTo>
                  <a:pt x="4363" y="514"/>
                  <a:pt x="4354" y="520"/>
                  <a:pt x="4344" y="524"/>
                </a:cubicBezTo>
                <a:cubicBezTo>
                  <a:pt x="4335" y="528"/>
                  <a:pt x="4325" y="530"/>
                  <a:pt x="4314" y="530"/>
                </a:cubicBezTo>
                <a:lnTo>
                  <a:pt x="80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40" y="520"/>
                  <a:pt x="31" y="514"/>
                  <a:pt x="24" y="507"/>
                </a:cubicBezTo>
                <a:cubicBezTo>
                  <a:pt x="16" y="499"/>
                  <a:pt x="10" y="491"/>
                  <a:pt x="6" y="481"/>
                </a:cubicBezTo>
                <a:cubicBezTo>
                  <a:pt x="2" y="471"/>
                  <a:pt x="0" y="461"/>
                  <a:pt x="0" y="45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66720" y="3607200"/>
            <a:ext cx="11955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/>
          <p:nvPr/>
        </p:nvSpPr>
        <p:spPr>
          <a:xfrm>
            <a:off x="5105160" y="3619440"/>
            <a:ext cx="2191320" cy="190800"/>
          </a:xfrm>
          <a:custGeom>
            <a:avLst/>
            <a:gdLst/>
            <a:ahLst/>
            <a:rect l="0" t="0" r="r" b="b"/>
            <a:pathLst>
              <a:path w="6087" h="530">
                <a:moveTo>
                  <a:pt x="0" y="450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6007" y="0"/>
                </a:lnTo>
                <a:cubicBezTo>
                  <a:pt x="6018" y="0"/>
                  <a:pt x="6028" y="2"/>
                  <a:pt x="6038" y="6"/>
                </a:cubicBezTo>
                <a:cubicBezTo>
                  <a:pt x="6047" y="10"/>
                  <a:pt x="6056" y="15"/>
                  <a:pt x="6063" y="23"/>
                </a:cubicBezTo>
                <a:cubicBezTo>
                  <a:pt x="6071" y="30"/>
                  <a:pt x="6077" y="39"/>
                  <a:pt x="6081" y="49"/>
                </a:cubicBezTo>
                <a:cubicBezTo>
                  <a:pt x="6085" y="58"/>
                  <a:pt x="6087" y="69"/>
                  <a:pt x="6087" y="79"/>
                </a:cubicBezTo>
                <a:lnTo>
                  <a:pt x="6087" y="450"/>
                </a:lnTo>
                <a:cubicBezTo>
                  <a:pt x="6087" y="461"/>
                  <a:pt x="6085" y="471"/>
                  <a:pt x="6081" y="481"/>
                </a:cubicBezTo>
                <a:cubicBezTo>
                  <a:pt x="6077" y="491"/>
                  <a:pt x="6071" y="499"/>
                  <a:pt x="6063" y="507"/>
                </a:cubicBezTo>
                <a:cubicBezTo>
                  <a:pt x="6056" y="514"/>
                  <a:pt x="6047" y="520"/>
                  <a:pt x="6038" y="524"/>
                </a:cubicBezTo>
                <a:cubicBezTo>
                  <a:pt x="6028" y="528"/>
                  <a:pt x="6018" y="530"/>
                  <a:pt x="6007" y="530"/>
                </a:cubicBezTo>
                <a:lnTo>
                  <a:pt x="80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4"/>
                  <a:pt x="23" y="507"/>
                </a:cubicBezTo>
                <a:cubicBezTo>
                  <a:pt x="16" y="499"/>
                  <a:pt x="10" y="491"/>
                  <a:pt x="6" y="481"/>
                </a:cubicBezTo>
                <a:cubicBezTo>
                  <a:pt x="2" y="471"/>
                  <a:pt x="0" y="461"/>
                  <a:pt x="0" y="45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2140920" y="36313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5153760" y="36313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533520" y="40852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1866960" y="407628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2406600" y="408528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6026400" y="4076280"/>
            <a:ext cx="1379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7405200" y="40852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8731080" y="407628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8985240" y="408528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533520" y="43711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げている可能性を検証中。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666720" y="48740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2855880" y="486612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3472200" y="48740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4415040" y="486612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5136120" y="48740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666720" y="52549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1352520" y="52470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1695600" y="5254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2038320" y="52470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2427120" y="52549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2855880" y="52470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4415040" y="52470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666720" y="5636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1352520" y="562788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1695600" y="56361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2038320" y="562788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2427120" y="5636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2855880" y="562788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415040" y="562788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/>
          <p:nvPr/>
        </p:nvSpPr>
        <p:spPr>
          <a:xfrm>
            <a:off x="533160" y="19335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/>
          <p:nvPr/>
        </p:nvSpPr>
        <p:spPr>
          <a:xfrm>
            <a:off x="542880" y="2628720"/>
            <a:ext cx="1743120" cy="381240"/>
          </a:xfrm>
          <a:custGeom>
            <a:avLst/>
            <a:gdLst/>
            <a:ahLst/>
            <a:rect l="0" t="0" r="r" b="b"/>
            <a:pathLst>
              <a:path w="4842" h="1059">
                <a:moveTo>
                  <a:pt x="0" y="0"/>
                </a:moveTo>
                <a:lnTo>
                  <a:pt x="4842" y="0"/>
                </a:lnTo>
                <a:lnTo>
                  <a:pt x="484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/>
          <p:nvPr/>
        </p:nvSpPr>
        <p:spPr>
          <a:xfrm>
            <a:off x="2285640" y="262872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/>
          <p:nvPr/>
        </p:nvSpPr>
        <p:spPr>
          <a:xfrm>
            <a:off x="3447720" y="2628720"/>
            <a:ext cx="1381680" cy="381240"/>
          </a:xfrm>
          <a:custGeom>
            <a:avLst/>
            <a:gdLst/>
            <a:ahLst/>
            <a:rect l="0" t="0" r="r" b="b"/>
            <a:pathLst>
              <a:path w="3838" h="1059">
                <a:moveTo>
                  <a:pt x="0" y="0"/>
                </a:moveTo>
                <a:lnTo>
                  <a:pt x="3838" y="0"/>
                </a:lnTo>
                <a:lnTo>
                  <a:pt x="383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/>
          <p:nvPr/>
        </p:nvSpPr>
        <p:spPr>
          <a:xfrm>
            <a:off x="4829040" y="2628720"/>
            <a:ext cx="2372040" cy="381240"/>
          </a:xfrm>
          <a:custGeom>
            <a:avLst/>
            <a:gdLst/>
            <a:ahLst/>
            <a:rect l="0" t="0" r="r" b="b"/>
            <a:pathLst>
              <a:path w="6589" h="1059">
                <a:moveTo>
                  <a:pt x="0" y="0"/>
                </a:moveTo>
                <a:lnTo>
                  <a:pt x="6589" y="0"/>
                </a:lnTo>
                <a:lnTo>
                  <a:pt x="658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/>
          <p:nvPr/>
        </p:nvSpPr>
        <p:spPr>
          <a:xfrm>
            <a:off x="542880" y="2628720"/>
            <a:ext cx="1743120" cy="381240"/>
          </a:xfrm>
          <a:custGeom>
            <a:avLst/>
            <a:gdLst/>
            <a:ahLst/>
            <a:rect l="0" t="0" r="r" b="b"/>
            <a:pathLst>
              <a:path w="4842" h="1059">
                <a:moveTo>
                  <a:pt x="0" y="0"/>
                </a:moveTo>
                <a:lnTo>
                  <a:pt x="4842" y="0"/>
                </a:lnTo>
                <a:lnTo>
                  <a:pt x="484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/>
          <p:nvPr/>
        </p:nvSpPr>
        <p:spPr>
          <a:xfrm>
            <a:off x="2285640" y="262872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/>
          <p:nvPr/>
        </p:nvSpPr>
        <p:spPr>
          <a:xfrm>
            <a:off x="3447720" y="2628720"/>
            <a:ext cx="1381680" cy="381240"/>
          </a:xfrm>
          <a:custGeom>
            <a:avLst/>
            <a:gdLst/>
            <a:ahLst/>
            <a:rect l="0" t="0" r="r" b="b"/>
            <a:pathLst>
              <a:path w="3838" h="1059">
                <a:moveTo>
                  <a:pt x="0" y="0"/>
                </a:moveTo>
                <a:lnTo>
                  <a:pt x="3838" y="0"/>
                </a:lnTo>
                <a:lnTo>
                  <a:pt x="383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/>
          <p:nvPr/>
        </p:nvSpPr>
        <p:spPr>
          <a:xfrm>
            <a:off x="4829040" y="2628720"/>
            <a:ext cx="2372040" cy="381240"/>
          </a:xfrm>
          <a:custGeom>
            <a:avLst/>
            <a:gdLst/>
            <a:ahLst/>
            <a:rect l="0" t="0" r="r" b="b"/>
            <a:pathLst>
              <a:path w="6589" h="1059">
                <a:moveTo>
                  <a:pt x="0" y="0"/>
                </a:moveTo>
                <a:lnTo>
                  <a:pt x="6589" y="0"/>
                </a:lnTo>
                <a:lnTo>
                  <a:pt x="658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/>
          <p:nvPr/>
        </p:nvSpPr>
        <p:spPr>
          <a:xfrm>
            <a:off x="542880" y="3009600"/>
            <a:ext cx="1743120" cy="381600"/>
          </a:xfrm>
          <a:custGeom>
            <a:avLst/>
            <a:gdLst/>
            <a:ahLst/>
            <a:rect l="0" t="0" r="r" b="b"/>
            <a:pathLst>
              <a:path w="4842" h="1060">
                <a:moveTo>
                  <a:pt x="0" y="0"/>
                </a:moveTo>
                <a:lnTo>
                  <a:pt x="4842" y="0"/>
                </a:lnTo>
                <a:lnTo>
                  <a:pt x="484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/>
          <p:nvPr/>
        </p:nvSpPr>
        <p:spPr>
          <a:xfrm>
            <a:off x="2285640" y="300960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/>
          <p:nvPr/>
        </p:nvSpPr>
        <p:spPr>
          <a:xfrm>
            <a:off x="3447720" y="3009600"/>
            <a:ext cx="1381680" cy="381600"/>
          </a:xfrm>
          <a:custGeom>
            <a:avLst/>
            <a:gdLst/>
            <a:ahLst/>
            <a:rect l="0" t="0" r="r" b="b"/>
            <a:pathLst>
              <a:path w="3838" h="1060">
                <a:moveTo>
                  <a:pt x="0" y="0"/>
                </a:moveTo>
                <a:lnTo>
                  <a:pt x="3838" y="0"/>
                </a:lnTo>
                <a:lnTo>
                  <a:pt x="383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/>
          <p:nvPr/>
        </p:nvSpPr>
        <p:spPr>
          <a:xfrm>
            <a:off x="4829040" y="3009600"/>
            <a:ext cx="2372040" cy="381600"/>
          </a:xfrm>
          <a:custGeom>
            <a:avLst/>
            <a:gdLst/>
            <a:ahLst/>
            <a:rect l="0" t="0" r="r" b="b"/>
            <a:pathLst>
              <a:path w="6589" h="1060">
                <a:moveTo>
                  <a:pt x="0" y="0"/>
                </a:moveTo>
                <a:lnTo>
                  <a:pt x="6589" y="0"/>
                </a:lnTo>
                <a:lnTo>
                  <a:pt x="658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/>
          <p:nvPr/>
        </p:nvSpPr>
        <p:spPr>
          <a:xfrm>
            <a:off x="542880" y="3390840"/>
            <a:ext cx="1743120" cy="381240"/>
          </a:xfrm>
          <a:custGeom>
            <a:avLst/>
            <a:gdLst/>
            <a:ahLst/>
            <a:rect l="0" t="0" r="r" b="b"/>
            <a:pathLst>
              <a:path w="4842" h="1059">
                <a:moveTo>
                  <a:pt x="0" y="0"/>
                </a:moveTo>
                <a:lnTo>
                  <a:pt x="4842" y="0"/>
                </a:lnTo>
                <a:lnTo>
                  <a:pt x="484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/>
          <p:nvPr/>
        </p:nvSpPr>
        <p:spPr>
          <a:xfrm>
            <a:off x="2285640" y="33908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/>
          <p:nvPr/>
        </p:nvSpPr>
        <p:spPr>
          <a:xfrm>
            <a:off x="3447720" y="3390840"/>
            <a:ext cx="1381680" cy="381240"/>
          </a:xfrm>
          <a:custGeom>
            <a:avLst/>
            <a:gdLst/>
            <a:ahLst/>
            <a:rect l="0" t="0" r="r" b="b"/>
            <a:pathLst>
              <a:path w="3838" h="1059">
                <a:moveTo>
                  <a:pt x="0" y="0"/>
                </a:moveTo>
                <a:lnTo>
                  <a:pt x="3838" y="0"/>
                </a:lnTo>
                <a:lnTo>
                  <a:pt x="383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/>
          <p:nvPr/>
        </p:nvSpPr>
        <p:spPr>
          <a:xfrm>
            <a:off x="4829040" y="3390840"/>
            <a:ext cx="2372040" cy="381240"/>
          </a:xfrm>
          <a:custGeom>
            <a:avLst/>
            <a:gdLst/>
            <a:ahLst/>
            <a:rect l="0" t="0" r="r" b="b"/>
            <a:pathLst>
              <a:path w="6589" h="1059">
                <a:moveTo>
                  <a:pt x="0" y="0"/>
                </a:moveTo>
                <a:lnTo>
                  <a:pt x="6589" y="0"/>
                </a:lnTo>
                <a:lnTo>
                  <a:pt x="658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/>
          <p:nvPr/>
        </p:nvSpPr>
        <p:spPr>
          <a:xfrm>
            <a:off x="542880" y="3390840"/>
            <a:ext cx="1743120" cy="381240"/>
          </a:xfrm>
          <a:custGeom>
            <a:avLst/>
            <a:gdLst/>
            <a:ahLst/>
            <a:rect l="0" t="0" r="r" b="b"/>
            <a:pathLst>
              <a:path w="4842" h="1059">
                <a:moveTo>
                  <a:pt x="0" y="0"/>
                </a:moveTo>
                <a:lnTo>
                  <a:pt x="4842" y="0"/>
                </a:lnTo>
                <a:lnTo>
                  <a:pt x="484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/>
          <p:nvPr/>
        </p:nvSpPr>
        <p:spPr>
          <a:xfrm>
            <a:off x="2285640" y="33908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/>
          <p:nvPr/>
        </p:nvSpPr>
        <p:spPr>
          <a:xfrm>
            <a:off x="3447720" y="3390840"/>
            <a:ext cx="1381680" cy="381240"/>
          </a:xfrm>
          <a:custGeom>
            <a:avLst/>
            <a:gdLst/>
            <a:ahLst/>
            <a:rect l="0" t="0" r="r" b="b"/>
            <a:pathLst>
              <a:path w="3838" h="1059">
                <a:moveTo>
                  <a:pt x="0" y="0"/>
                </a:moveTo>
                <a:lnTo>
                  <a:pt x="3838" y="0"/>
                </a:lnTo>
                <a:lnTo>
                  <a:pt x="383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/>
          <p:nvPr/>
        </p:nvSpPr>
        <p:spPr>
          <a:xfrm>
            <a:off x="4829040" y="3390840"/>
            <a:ext cx="2372040" cy="381240"/>
          </a:xfrm>
          <a:custGeom>
            <a:avLst/>
            <a:gdLst/>
            <a:ahLst/>
            <a:rect l="0" t="0" r="r" b="b"/>
            <a:pathLst>
              <a:path w="6589" h="1059">
                <a:moveTo>
                  <a:pt x="0" y="0"/>
                </a:moveTo>
                <a:lnTo>
                  <a:pt x="6589" y="0"/>
                </a:lnTo>
                <a:lnTo>
                  <a:pt x="658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/>
          <p:nvPr/>
        </p:nvSpPr>
        <p:spPr>
          <a:xfrm>
            <a:off x="542880" y="3771720"/>
            <a:ext cx="1743120" cy="381240"/>
          </a:xfrm>
          <a:custGeom>
            <a:avLst/>
            <a:gdLst/>
            <a:ahLst/>
            <a:rect l="0" t="0" r="r" b="b"/>
            <a:pathLst>
              <a:path w="4842" h="1059">
                <a:moveTo>
                  <a:pt x="0" y="0"/>
                </a:moveTo>
                <a:lnTo>
                  <a:pt x="4842" y="0"/>
                </a:lnTo>
                <a:lnTo>
                  <a:pt x="484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/>
          <p:nvPr/>
        </p:nvSpPr>
        <p:spPr>
          <a:xfrm>
            <a:off x="2285640" y="377172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/>
          <p:nvPr/>
        </p:nvSpPr>
        <p:spPr>
          <a:xfrm>
            <a:off x="3447720" y="3771720"/>
            <a:ext cx="1381680" cy="381240"/>
          </a:xfrm>
          <a:custGeom>
            <a:avLst/>
            <a:gdLst/>
            <a:ahLst/>
            <a:rect l="0" t="0" r="r" b="b"/>
            <a:pathLst>
              <a:path w="3838" h="1059">
                <a:moveTo>
                  <a:pt x="0" y="0"/>
                </a:moveTo>
                <a:lnTo>
                  <a:pt x="3838" y="0"/>
                </a:lnTo>
                <a:lnTo>
                  <a:pt x="383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/>
          <p:nvPr/>
        </p:nvSpPr>
        <p:spPr>
          <a:xfrm>
            <a:off x="4829040" y="3771720"/>
            <a:ext cx="2372040" cy="381240"/>
          </a:xfrm>
          <a:custGeom>
            <a:avLst/>
            <a:gdLst/>
            <a:ahLst/>
            <a:rect l="0" t="0" r="r" b="b"/>
            <a:pathLst>
              <a:path w="6589" h="1059">
                <a:moveTo>
                  <a:pt x="0" y="0"/>
                </a:moveTo>
                <a:lnTo>
                  <a:pt x="6589" y="0"/>
                </a:lnTo>
                <a:lnTo>
                  <a:pt x="658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/>
          <p:nvPr/>
        </p:nvSpPr>
        <p:spPr>
          <a:xfrm>
            <a:off x="533160" y="2628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/>
          <p:nvPr/>
        </p:nvSpPr>
        <p:spPr>
          <a:xfrm>
            <a:off x="533160" y="262872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/>
          <p:nvPr/>
        </p:nvSpPr>
        <p:spPr>
          <a:xfrm>
            <a:off x="2276280" y="2628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/>
          <p:nvPr/>
        </p:nvSpPr>
        <p:spPr>
          <a:xfrm>
            <a:off x="2285640" y="262872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/>
          <p:nvPr/>
        </p:nvSpPr>
        <p:spPr>
          <a:xfrm>
            <a:off x="3438360" y="2628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/>
          <p:nvPr/>
        </p:nvSpPr>
        <p:spPr>
          <a:xfrm>
            <a:off x="3447720" y="26287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/>
          <p:nvPr/>
        </p:nvSpPr>
        <p:spPr>
          <a:xfrm>
            <a:off x="4829040" y="2628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/>
          <p:nvPr/>
        </p:nvSpPr>
        <p:spPr>
          <a:xfrm>
            <a:off x="4838400" y="262872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7200720" y="2628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/>
          <p:nvPr/>
        </p:nvSpPr>
        <p:spPr>
          <a:xfrm>
            <a:off x="533160" y="3009600"/>
            <a:ext cx="1752840" cy="10080"/>
          </a:xfrm>
          <a:custGeom>
            <a:avLst/>
            <a:gdLst/>
            <a:ahLst/>
            <a:rect l="0" t="0" r="r" b="b"/>
            <a:pathLst>
              <a:path w="4869" h="28">
                <a:moveTo>
                  <a:pt x="0" y="0"/>
                </a:moveTo>
                <a:lnTo>
                  <a:pt x="4869" y="0"/>
                </a:lnTo>
                <a:lnTo>
                  <a:pt x="48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2285640" y="300960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3447720" y="300960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/>
          <p:nvPr/>
        </p:nvSpPr>
        <p:spPr>
          <a:xfrm>
            <a:off x="4838400" y="300960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533160" y="3019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/>
          <p:nvPr/>
        </p:nvSpPr>
        <p:spPr>
          <a:xfrm>
            <a:off x="2276280" y="3019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/>
          <p:nvPr/>
        </p:nvSpPr>
        <p:spPr>
          <a:xfrm>
            <a:off x="3438360" y="3019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/>
          <p:nvPr/>
        </p:nvSpPr>
        <p:spPr>
          <a:xfrm>
            <a:off x="4829040" y="3019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/>
          <p:nvPr/>
        </p:nvSpPr>
        <p:spPr>
          <a:xfrm>
            <a:off x="7200720" y="3019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/>
          <p:nvPr/>
        </p:nvSpPr>
        <p:spPr>
          <a:xfrm>
            <a:off x="533160" y="3400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/>
          <p:nvPr/>
        </p:nvSpPr>
        <p:spPr>
          <a:xfrm>
            <a:off x="533160" y="339084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/>
          <p:nvPr/>
        </p:nvSpPr>
        <p:spPr>
          <a:xfrm>
            <a:off x="2276280" y="3400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/>
          <p:nvPr/>
        </p:nvSpPr>
        <p:spPr>
          <a:xfrm>
            <a:off x="2285640" y="339084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/>
          <p:nvPr/>
        </p:nvSpPr>
        <p:spPr>
          <a:xfrm>
            <a:off x="3438360" y="3400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/>
          <p:nvPr/>
        </p:nvSpPr>
        <p:spPr>
          <a:xfrm>
            <a:off x="3447720" y="33908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/>
          <p:nvPr/>
        </p:nvSpPr>
        <p:spPr>
          <a:xfrm>
            <a:off x="4829040" y="3400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/>
          <p:nvPr/>
        </p:nvSpPr>
        <p:spPr>
          <a:xfrm>
            <a:off x="4838400" y="339084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/>
          <p:nvPr/>
        </p:nvSpPr>
        <p:spPr>
          <a:xfrm>
            <a:off x="7200720" y="3400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/>
          <p:nvPr/>
        </p:nvSpPr>
        <p:spPr>
          <a:xfrm>
            <a:off x="533160" y="378108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/>
          <p:nvPr/>
        </p:nvSpPr>
        <p:spPr>
          <a:xfrm>
            <a:off x="533160" y="377172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/>
          <p:nvPr/>
        </p:nvSpPr>
        <p:spPr>
          <a:xfrm>
            <a:off x="2276280" y="37810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/>
          <p:nvPr/>
        </p:nvSpPr>
        <p:spPr>
          <a:xfrm>
            <a:off x="2285640" y="377172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/>
          <p:nvPr/>
        </p:nvSpPr>
        <p:spPr>
          <a:xfrm>
            <a:off x="3438360" y="37810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/>
          <p:nvPr/>
        </p:nvSpPr>
        <p:spPr>
          <a:xfrm>
            <a:off x="3447720" y="37717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/>
          <p:nvPr/>
        </p:nvSpPr>
        <p:spPr>
          <a:xfrm>
            <a:off x="4829040" y="37810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/>
          <p:nvPr/>
        </p:nvSpPr>
        <p:spPr>
          <a:xfrm>
            <a:off x="4838400" y="3771720"/>
            <a:ext cx="2372040" cy="9720"/>
          </a:xfrm>
          <a:custGeom>
            <a:avLst/>
            <a:gdLst/>
            <a:ahLst/>
            <a:rect l="0" t="0" r="r" b="b"/>
            <a:pathLst>
              <a:path w="6589" h="27">
                <a:moveTo>
                  <a:pt x="0" y="0"/>
                </a:moveTo>
                <a:lnTo>
                  <a:pt x="6589" y="0"/>
                </a:lnTo>
                <a:lnTo>
                  <a:pt x="65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/>
          <p:nvPr/>
        </p:nvSpPr>
        <p:spPr>
          <a:xfrm>
            <a:off x="7200720" y="37810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/>
          <p:nvPr/>
        </p:nvSpPr>
        <p:spPr>
          <a:xfrm>
            <a:off x="533160" y="4152600"/>
            <a:ext cx="1752840" cy="10080"/>
          </a:xfrm>
          <a:custGeom>
            <a:avLst/>
            <a:gdLst/>
            <a:ahLst/>
            <a:rect l="0" t="0" r="r" b="b"/>
            <a:pathLst>
              <a:path w="4869" h="28">
                <a:moveTo>
                  <a:pt x="0" y="0"/>
                </a:moveTo>
                <a:lnTo>
                  <a:pt x="4869" y="0"/>
                </a:lnTo>
                <a:lnTo>
                  <a:pt x="48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/>
          <p:nvPr/>
        </p:nvSpPr>
        <p:spPr>
          <a:xfrm>
            <a:off x="2285640" y="415260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/>
          <p:nvPr/>
        </p:nvSpPr>
        <p:spPr>
          <a:xfrm>
            <a:off x="3447720" y="415260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/>
          <p:nvPr/>
        </p:nvSpPr>
        <p:spPr>
          <a:xfrm>
            <a:off x="4838400" y="4152600"/>
            <a:ext cx="2372040" cy="10080"/>
          </a:xfrm>
          <a:custGeom>
            <a:avLst/>
            <a:gdLst/>
            <a:ahLst/>
            <a:rect l="0" t="0" r="r" b="b"/>
            <a:pathLst>
              <a:path w="6589" h="28">
                <a:moveTo>
                  <a:pt x="0" y="0"/>
                </a:moveTo>
                <a:lnTo>
                  <a:pt x="6589" y="0"/>
                </a:lnTo>
                <a:lnTo>
                  <a:pt x="65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33520" y="139932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745200" y="141732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モデル⽐較（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3012120" y="1399320"/>
            <a:ext cx="33390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RF v3 / GB / Ridge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350400" y="141732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533520" y="2228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同⼀説明変数（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1866960" y="221904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2265480" y="2228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55920" y="2219040"/>
            <a:ext cx="871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3327120" y="2228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3517560" y="221904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3898440" y="22280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4279680" y="22190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4385520" y="2228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モデルを⽐較（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5709600" y="2219040"/>
            <a:ext cx="996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2026-06-27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6705000" y="2228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666720" y="27309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2413440" y="272268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2604240" y="27309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2775960" y="272268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3144240" y="27309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3573000" y="272268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4480920" y="27309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4652280" y="27226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4960440" y="2730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⾼発電⽇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5646240" y="2722680"/>
            <a:ext cx="430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6077880" y="27309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6249240" y="2722680"/>
            <a:ext cx="6534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≥19kWh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6904800" y="27309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666720" y="3103920"/>
            <a:ext cx="1486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 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2413440" y="310392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3573000" y="310392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4960440" y="310392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2.55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666720" y="348480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2413440" y="348480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3573000" y="3484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4960440" y="3484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2.31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66720" y="386568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1162080" y="38739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2413440" y="386568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3573000" y="38656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/>
          <p:nvPr/>
        </p:nvSpPr>
        <p:spPr>
          <a:xfrm>
            <a:off x="618840" y="4448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4960440" y="386568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2.28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799920" y="4352400"/>
            <a:ext cx="29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RF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1092960" y="4361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1283400" y="435240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/>
          <p:nvPr/>
        </p:nvSpPr>
        <p:spPr>
          <a:xfrm>
            <a:off x="618840" y="4848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1664280" y="43614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はほぼ同等（どちらもアンサンブル平均）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799920" y="4752720"/>
            <a:ext cx="551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/>
          <p:nvPr/>
        </p:nvSpPr>
        <p:spPr>
          <a:xfrm>
            <a:off x="618840" y="5248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350360" y="4761720"/>
            <a:ext cx="6477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は全体で劣るが</a:t>
            </a:r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⾼発電⽇の過⼩予測が最も⼩さい</a:t>
            </a:r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（平均回帰が起きにくい）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799920" y="516168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現⾏モデルは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1933560" y="5152680"/>
            <a:ext cx="6148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RF v3</a:t>
            </a:r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548080" y="51616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を継続採⽤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4577040" y="1399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799920" y="17420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2239560" y="21326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799920" y="24757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906120" y="2865960"/>
            <a:ext cx="4953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799920" y="3209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/>
          <p:nvPr/>
        </p:nvSpPr>
        <p:spPr>
          <a:xfrm>
            <a:off x="621972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7057800" y="19620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/>
          <p:nvPr/>
        </p:nvSpPr>
        <p:spPr>
          <a:xfrm>
            <a:off x="8343720" y="19620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1082016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/>
          <p:nvPr/>
        </p:nvSpPr>
        <p:spPr>
          <a:xfrm>
            <a:off x="621972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/>
          <p:nvPr/>
        </p:nvSpPr>
        <p:spPr>
          <a:xfrm>
            <a:off x="7057800" y="19620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/>
          <p:nvPr/>
        </p:nvSpPr>
        <p:spPr>
          <a:xfrm>
            <a:off x="8343720" y="19620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/>
          <p:nvPr/>
        </p:nvSpPr>
        <p:spPr>
          <a:xfrm>
            <a:off x="1082016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/>
          <p:nvPr/>
        </p:nvSpPr>
        <p:spPr>
          <a:xfrm>
            <a:off x="6219720" y="260028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/>
          <p:nvPr/>
        </p:nvSpPr>
        <p:spPr>
          <a:xfrm>
            <a:off x="7057800" y="260028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/>
          <p:nvPr/>
        </p:nvSpPr>
        <p:spPr>
          <a:xfrm>
            <a:off x="8343720" y="260028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/>
          <p:nvPr/>
        </p:nvSpPr>
        <p:spPr>
          <a:xfrm>
            <a:off x="10820160" y="260028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/>
          <p:nvPr/>
        </p:nvSpPr>
        <p:spPr>
          <a:xfrm>
            <a:off x="621972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/>
          <p:nvPr/>
        </p:nvSpPr>
        <p:spPr>
          <a:xfrm>
            <a:off x="7057800" y="32382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/>
          <p:nvPr/>
        </p:nvSpPr>
        <p:spPr>
          <a:xfrm>
            <a:off x="8343720" y="32382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/>
          <p:nvPr/>
        </p:nvSpPr>
        <p:spPr>
          <a:xfrm>
            <a:off x="1082016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/>
          <p:nvPr/>
        </p:nvSpPr>
        <p:spPr>
          <a:xfrm>
            <a:off x="621972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/>
          <p:nvPr/>
        </p:nvSpPr>
        <p:spPr>
          <a:xfrm>
            <a:off x="7057800" y="32382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/>
          <p:nvPr/>
        </p:nvSpPr>
        <p:spPr>
          <a:xfrm>
            <a:off x="8343720" y="32382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/>
          <p:nvPr/>
        </p:nvSpPr>
        <p:spPr>
          <a:xfrm>
            <a:off x="1082016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/>
          <p:nvPr/>
        </p:nvSpPr>
        <p:spPr>
          <a:xfrm>
            <a:off x="6219720" y="387648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/>
          <p:nvPr/>
        </p:nvSpPr>
        <p:spPr>
          <a:xfrm>
            <a:off x="7057800" y="387648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/>
          <p:nvPr/>
        </p:nvSpPr>
        <p:spPr>
          <a:xfrm>
            <a:off x="8343720" y="387648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/>
          <p:nvPr/>
        </p:nvSpPr>
        <p:spPr>
          <a:xfrm>
            <a:off x="10820160" y="387648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/>
          <p:nvPr/>
        </p:nvSpPr>
        <p:spPr>
          <a:xfrm>
            <a:off x="621972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/>
          <p:nvPr/>
        </p:nvSpPr>
        <p:spPr>
          <a:xfrm>
            <a:off x="7057800" y="451476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/>
          <p:nvPr/>
        </p:nvSpPr>
        <p:spPr>
          <a:xfrm>
            <a:off x="8343720" y="451476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/>
          <p:nvPr/>
        </p:nvSpPr>
        <p:spPr>
          <a:xfrm>
            <a:off x="1082016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/>
          <p:nvPr/>
        </p:nvSpPr>
        <p:spPr>
          <a:xfrm>
            <a:off x="621972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/>
          <p:nvPr/>
        </p:nvSpPr>
        <p:spPr>
          <a:xfrm>
            <a:off x="7057800" y="451476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/>
          <p:nvPr/>
        </p:nvSpPr>
        <p:spPr>
          <a:xfrm>
            <a:off x="8343720" y="451476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/>
          <p:nvPr/>
        </p:nvSpPr>
        <p:spPr>
          <a:xfrm>
            <a:off x="1082016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/>
          <p:nvPr/>
        </p:nvSpPr>
        <p:spPr>
          <a:xfrm>
            <a:off x="621000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/>
          <p:nvPr/>
        </p:nvSpPr>
        <p:spPr>
          <a:xfrm>
            <a:off x="6210000" y="195228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/>
          <p:nvPr/>
        </p:nvSpPr>
        <p:spPr>
          <a:xfrm>
            <a:off x="70578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/>
          <p:nvPr/>
        </p:nvSpPr>
        <p:spPr>
          <a:xfrm>
            <a:off x="7067520" y="195228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/>
          <p:nvPr/>
        </p:nvSpPr>
        <p:spPr>
          <a:xfrm>
            <a:off x="83437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/>
          <p:nvPr/>
        </p:nvSpPr>
        <p:spPr>
          <a:xfrm>
            <a:off x="8353080" y="195228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/>
          <p:nvPr/>
        </p:nvSpPr>
        <p:spPr>
          <a:xfrm>
            <a:off x="1081080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/>
          <p:nvPr/>
        </p:nvSpPr>
        <p:spPr>
          <a:xfrm>
            <a:off x="10820160" y="195228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/>
          <p:nvPr/>
        </p:nvSpPr>
        <p:spPr>
          <a:xfrm>
            <a:off x="6210000" y="25905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/>
          <p:nvPr/>
        </p:nvSpPr>
        <p:spPr>
          <a:xfrm>
            <a:off x="7067520" y="259056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/>
          <p:nvPr/>
        </p:nvSpPr>
        <p:spPr>
          <a:xfrm>
            <a:off x="8353080" y="259056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/>
          <p:nvPr/>
        </p:nvSpPr>
        <p:spPr>
          <a:xfrm>
            <a:off x="10820160" y="259056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/>
          <p:nvPr/>
        </p:nvSpPr>
        <p:spPr>
          <a:xfrm>
            <a:off x="621000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/>
          <p:nvPr/>
        </p:nvSpPr>
        <p:spPr>
          <a:xfrm>
            <a:off x="70578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/>
          <p:nvPr/>
        </p:nvSpPr>
        <p:spPr>
          <a:xfrm>
            <a:off x="83437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/>
          <p:nvPr/>
        </p:nvSpPr>
        <p:spPr>
          <a:xfrm>
            <a:off x="1081080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/>
          <p:nvPr/>
        </p:nvSpPr>
        <p:spPr>
          <a:xfrm>
            <a:off x="621000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/>
          <p:nvPr/>
        </p:nvSpPr>
        <p:spPr>
          <a:xfrm>
            <a:off x="6210000" y="322884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/>
          <p:nvPr/>
        </p:nvSpPr>
        <p:spPr>
          <a:xfrm>
            <a:off x="70578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/>
          <p:nvPr/>
        </p:nvSpPr>
        <p:spPr>
          <a:xfrm>
            <a:off x="7067520" y="322884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/>
          <p:nvPr/>
        </p:nvSpPr>
        <p:spPr>
          <a:xfrm>
            <a:off x="83437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/>
          <p:nvPr/>
        </p:nvSpPr>
        <p:spPr>
          <a:xfrm>
            <a:off x="8353080" y="322884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/>
          <p:nvPr/>
        </p:nvSpPr>
        <p:spPr>
          <a:xfrm>
            <a:off x="1081080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/>
          <p:nvPr/>
        </p:nvSpPr>
        <p:spPr>
          <a:xfrm>
            <a:off x="10820160" y="322884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/>
          <p:nvPr/>
        </p:nvSpPr>
        <p:spPr>
          <a:xfrm>
            <a:off x="621000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/>
          <p:nvPr/>
        </p:nvSpPr>
        <p:spPr>
          <a:xfrm>
            <a:off x="6210000" y="38671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/>
          <p:nvPr/>
        </p:nvSpPr>
        <p:spPr>
          <a:xfrm>
            <a:off x="70578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/>
          <p:nvPr/>
        </p:nvSpPr>
        <p:spPr>
          <a:xfrm>
            <a:off x="7067520" y="386712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/>
          <p:nvPr/>
        </p:nvSpPr>
        <p:spPr>
          <a:xfrm>
            <a:off x="83437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/>
          <p:nvPr/>
        </p:nvSpPr>
        <p:spPr>
          <a:xfrm>
            <a:off x="8353080" y="38671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/>
          <p:nvPr/>
        </p:nvSpPr>
        <p:spPr>
          <a:xfrm>
            <a:off x="1081080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/>
          <p:nvPr/>
        </p:nvSpPr>
        <p:spPr>
          <a:xfrm>
            <a:off x="10820160" y="38671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/>
          <p:nvPr/>
        </p:nvSpPr>
        <p:spPr>
          <a:xfrm>
            <a:off x="621000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/>
          <p:nvPr/>
        </p:nvSpPr>
        <p:spPr>
          <a:xfrm>
            <a:off x="6210000" y="45050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/>
          <p:nvPr/>
        </p:nvSpPr>
        <p:spPr>
          <a:xfrm>
            <a:off x="70578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/>
          <p:nvPr/>
        </p:nvSpPr>
        <p:spPr>
          <a:xfrm>
            <a:off x="7067520" y="450504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/>
          <p:nvPr/>
        </p:nvSpPr>
        <p:spPr>
          <a:xfrm>
            <a:off x="83437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/>
          <p:nvPr/>
        </p:nvSpPr>
        <p:spPr>
          <a:xfrm>
            <a:off x="8353080" y="450504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/>
          <p:nvPr/>
        </p:nvSpPr>
        <p:spPr>
          <a:xfrm>
            <a:off x="1081080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/>
          <p:nvPr/>
        </p:nvSpPr>
        <p:spPr>
          <a:xfrm>
            <a:off x="10820160" y="45050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/>
          <p:nvPr/>
        </p:nvSpPr>
        <p:spPr>
          <a:xfrm>
            <a:off x="6210000" y="51433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/>
          <p:nvPr/>
        </p:nvSpPr>
        <p:spPr>
          <a:xfrm>
            <a:off x="7067520" y="514332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/>
          <p:nvPr/>
        </p:nvSpPr>
        <p:spPr>
          <a:xfrm>
            <a:off x="8353080" y="51433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/>
          <p:nvPr/>
        </p:nvSpPr>
        <p:spPr>
          <a:xfrm>
            <a:off x="10820160" y="51433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621036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634356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634356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718992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847260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1094688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1094688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634356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718992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736128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718992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847260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856800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908244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944100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961236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038420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847260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8643960" y="2941920"/>
            <a:ext cx="59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924408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1094688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634356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718992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718992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738036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755208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8472600" y="3322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8568000" y="33310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9082440" y="3322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9441000" y="3331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9612360" y="332280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10396440" y="3331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8472600" y="358020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9291960" y="35881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1094688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1094688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634356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18992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18992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738036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8472600" y="39610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8568000" y="39690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9082440" y="39610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9447480" y="3969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9618840" y="39610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10444320" y="3969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8472600" y="42181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882216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1094688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1094688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634356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718992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718992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738036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8472600" y="4599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8568000" y="4607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9082440" y="4599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9441000" y="4607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9612360" y="4599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10396440" y="4607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8472600" y="48564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8815680" y="48646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1094688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094688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621036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925812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039464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1058508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1139004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44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45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7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1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