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アジェンダ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25048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443844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1"/>
                </a:lnTo>
                <a:cubicBezTo>
                  <a:pt x="30851" y="1205"/>
                  <a:pt x="30849" y="1218"/>
                  <a:pt x="30843" y="1231"/>
                </a:cubicBezTo>
                <a:cubicBezTo>
                  <a:pt x="30838" y="1244"/>
                  <a:pt x="30830" y="1256"/>
                  <a:pt x="30820" y="1266"/>
                </a:cubicBezTo>
                <a:cubicBezTo>
                  <a:pt x="30811" y="1275"/>
                  <a:pt x="30799" y="1284"/>
                  <a:pt x="30786" y="1289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443844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198864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19710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198864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19710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2914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198864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2827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2819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28278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2819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28278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28191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3305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2827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32184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3209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321840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320940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3218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320940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3218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320940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36954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3218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36090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36000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360900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360000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36090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360000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360900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36000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36090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4008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399996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4008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39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40089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45702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456156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058720" y="45702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352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745200" y="4935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33520" y="12949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967320" y="13039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015280" y="12949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720880" y="13039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101920" y="12949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479200" y="13039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3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23960" y="158076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125352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443960" y="1580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54980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174024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952280" y="1589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142720" y="158076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12UTC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738880" y="15897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3501000" y="15807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0" name=""/>
          <p:cNvPicPr/>
          <p:nvPr/>
        </p:nvPicPr>
        <p:blipFill>
          <a:blip r:embed="rId1"/>
          <a:stretch/>
        </p:blipFill>
        <p:spPr>
          <a:xfrm>
            <a:off x="533520" y="199080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"/>
          <p:cNvPicPr/>
          <p:nvPr/>
        </p:nvPicPr>
        <p:blipFill>
          <a:blip r:embed="rId2"/>
          <a:stretch/>
        </p:blipFill>
        <p:spPr>
          <a:xfrm>
            <a:off x="533520" y="5295960"/>
            <a:ext cx="2857320" cy="32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"/>
          <p:cNvSpPr txBox="1"/>
          <p:nvPr/>
        </p:nvSpPr>
        <p:spPr>
          <a:xfrm>
            <a:off x="3712680" y="1589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33520" y="228420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99920" y="31233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2697480" y="31143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921840" y="3123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799920" y="350496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2337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995840" y="350496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235944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3121200" y="350496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3841200" y="35136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799920" y="3904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2514600" y="38952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2793240" y="39042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4400" y="436212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552240" y="61624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533160" y="61624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pic>
        <p:nvPicPr>
          <p:cNvPr id="309" name=""/>
          <p:cNvPicPr/>
          <p:nvPr/>
        </p:nvPicPr>
        <p:blipFill>
          <a:blip r:embed="rId1"/>
          <a:stretch/>
        </p:blipFill>
        <p:spPr>
          <a:xfrm>
            <a:off x="533520" y="1266840"/>
            <a:ext cx="5714640" cy="1752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0" name=""/>
          <p:cNvPicPr/>
          <p:nvPr/>
        </p:nvPicPr>
        <p:blipFill>
          <a:blip r:embed="rId2"/>
          <a:stretch/>
        </p:blipFill>
        <p:spPr>
          <a:xfrm>
            <a:off x="533520" y="3095640"/>
            <a:ext cx="5714640" cy="28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"/>
          <p:cNvSpPr txBox="1"/>
          <p:nvPr/>
        </p:nvSpPr>
        <p:spPr>
          <a:xfrm>
            <a:off x="533520" y="493560"/>
            <a:ext cx="4572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予測値と実測値の⽇次検証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723960" y="629424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