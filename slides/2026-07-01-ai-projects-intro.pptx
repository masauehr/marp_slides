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33520" y="228420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99920" y="3123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848040" y="31143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271760" y="31233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446220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568040" y="3123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799920" y="35049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360800" y="3513600"/>
            <a:ext cx="5525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3904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56204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667880" y="390420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85900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618840" y="4390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596484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799920" y="4304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⼿法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181160" y="4295520"/>
            <a:ext cx="150696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2684160" y="43045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。毎朝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255480" y="429552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626280" y="430452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531400" y="429552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187680" y="4304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573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42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533520" y="19983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799920" y="28375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4404240" y="2828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577040" y="2837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2239560" y="32281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799920" y="3609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906120" y="3618720"/>
            <a:ext cx="7239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799920" y="4008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723960" y="45702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