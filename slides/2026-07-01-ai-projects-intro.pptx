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3352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45200" y="4935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12949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967320" y="13039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015280" y="12949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720880" y="13039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101920" y="12949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479200" y="13039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3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23960" y="158076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25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443960" y="1580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54980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74024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95228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142720" y="158076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12UTC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2738880" y="15897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50100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1" name=""/>
          <p:cNvPicPr/>
          <p:nvPr/>
        </p:nvPicPr>
        <p:blipFill>
          <a:blip r:embed="rId1"/>
          <a:stretch/>
        </p:blipFill>
        <p:spPr>
          <a:xfrm>
            <a:off x="533520" y="199080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"/>
          <p:cNvPicPr/>
          <p:nvPr/>
        </p:nvPicPr>
        <p:blipFill>
          <a:blip r:embed="rId2"/>
          <a:stretch/>
        </p:blipFill>
        <p:spPr>
          <a:xfrm>
            <a:off x="533520" y="529596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"/>
          <p:cNvSpPr txBox="1"/>
          <p:nvPr/>
        </p:nvSpPr>
        <p:spPr>
          <a:xfrm>
            <a:off x="3712680" y="1589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69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552240" y="61624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533160" y="61624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pic>
        <p:nvPicPr>
          <p:cNvPr id="314" name=""/>
          <p:cNvPicPr/>
          <p:nvPr/>
        </p:nvPicPr>
        <p:blipFill>
          <a:blip r:embed="rId1"/>
          <a:stretch/>
        </p:blipFill>
        <p:spPr>
          <a:xfrm>
            <a:off x="533520" y="1266840"/>
            <a:ext cx="5714640" cy="175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5" name=""/>
          <p:cNvPicPr/>
          <p:nvPr/>
        </p:nvPicPr>
        <p:blipFill>
          <a:blip r:embed="rId2"/>
          <a:stretch/>
        </p:blipFill>
        <p:spPr>
          <a:xfrm>
            <a:off x="533520" y="3095640"/>
            <a:ext cx="5714640" cy="28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533520" y="493560"/>
            <a:ext cx="4572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予測値と実測値の⽇次検証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723960" y="629424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