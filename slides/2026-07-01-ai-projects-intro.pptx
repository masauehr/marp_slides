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1523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0068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0068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61848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63612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43784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4468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43784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4468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43784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4468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43784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4468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43784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864200" y="14468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23960" y="172368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5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3960" y="17236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54980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740240" y="172368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952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142720" y="172368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00UTC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7388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501000" y="1723680"/>
            <a:ext cx="318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156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818880" y="1732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771440" y="1723680"/>
            <a:ext cx="646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6/25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417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07720" y="172368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333440" y="2133720"/>
            <a:ext cx="9524520" cy="343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59392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23960" y="59238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86560" y="593208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729440" y="59238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29880" y="593208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552240" y="6486480"/>
            <a:ext cx="11106360" cy="371520"/>
          </a:xfrm>
          <a:custGeom>
            <a:avLst/>
            <a:gdLst/>
            <a:ahLst/>
            <a:rect l="0" t="0" r="r" b="b"/>
            <a:pathLst>
              <a:path w="30851" h="1032">
                <a:moveTo>
                  <a:pt x="0" y="1032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2"/>
                </a:cubicBezTo>
                <a:cubicBezTo>
                  <a:pt x="30830" y="42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032"/>
                </a:lnTo>
                <a:lnTo>
                  <a:pt x="0" y="1032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533160" y="6486480"/>
            <a:ext cx="38520" cy="371520"/>
          </a:xfrm>
          <a:custGeom>
            <a:avLst/>
            <a:gdLst/>
            <a:ahLst/>
            <a:rect l="0" t="0" r="r" b="b"/>
            <a:pathLst>
              <a:path w="107" h="1032">
                <a:moveTo>
                  <a:pt x="0" y="0"/>
                </a:moveTo>
                <a:lnTo>
                  <a:pt x="107" y="0"/>
                </a:lnTo>
                <a:lnTo>
                  <a:pt x="10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542880" y="3190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1495080" y="3190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2114280" y="3190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2885760" y="3190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3495600" y="3190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4095720" y="3190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4686120" y="3190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542880" y="3190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1495080" y="3190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2114280" y="3190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2885760" y="3190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3495600" y="3190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4095720" y="3190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4686120" y="3190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542880" y="357156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1495080" y="357156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2114280" y="357156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2885760" y="357156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/>
          <p:nvPr/>
        </p:nvSpPr>
        <p:spPr>
          <a:xfrm>
            <a:off x="3495600" y="357156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/>
          <p:nvPr/>
        </p:nvSpPr>
        <p:spPr>
          <a:xfrm>
            <a:off x="4095720" y="357156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/>
          <p:nvPr/>
        </p:nvSpPr>
        <p:spPr>
          <a:xfrm>
            <a:off x="4686120" y="357156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542880" y="395280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1495080" y="395280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/>
          <p:nvPr/>
        </p:nvSpPr>
        <p:spPr>
          <a:xfrm>
            <a:off x="2114280" y="395280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/>
          <p:nvPr/>
        </p:nvSpPr>
        <p:spPr>
          <a:xfrm>
            <a:off x="2885760" y="395280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/>
          <p:nvPr/>
        </p:nvSpPr>
        <p:spPr>
          <a:xfrm>
            <a:off x="3495600" y="395280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4095720" y="395280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4686120" y="395280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/>
          <p:nvPr/>
        </p:nvSpPr>
        <p:spPr>
          <a:xfrm>
            <a:off x="542880" y="395280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/>
          <p:nvPr/>
        </p:nvSpPr>
        <p:spPr>
          <a:xfrm>
            <a:off x="1495080" y="395280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/>
          <p:nvPr/>
        </p:nvSpPr>
        <p:spPr>
          <a:xfrm>
            <a:off x="2114280" y="395280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/>
          <p:nvPr/>
        </p:nvSpPr>
        <p:spPr>
          <a:xfrm>
            <a:off x="2885760" y="395280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3495600" y="395280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/>
          <p:nvPr/>
        </p:nvSpPr>
        <p:spPr>
          <a:xfrm>
            <a:off x="4095720" y="395280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/>
          <p:nvPr/>
        </p:nvSpPr>
        <p:spPr>
          <a:xfrm>
            <a:off x="4686120" y="395280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542880" y="4333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1495080" y="4333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/>
          <p:nvPr/>
        </p:nvSpPr>
        <p:spPr>
          <a:xfrm>
            <a:off x="2114280" y="4333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/>
          <p:nvPr/>
        </p:nvSpPr>
        <p:spPr>
          <a:xfrm>
            <a:off x="2885760" y="4333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/>
          <p:nvPr/>
        </p:nvSpPr>
        <p:spPr>
          <a:xfrm>
            <a:off x="3495600" y="4333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/>
          <p:nvPr/>
        </p:nvSpPr>
        <p:spPr>
          <a:xfrm>
            <a:off x="4095720" y="4333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/>
          <p:nvPr/>
        </p:nvSpPr>
        <p:spPr>
          <a:xfrm>
            <a:off x="4686120" y="4333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/>
          <p:nvPr/>
        </p:nvSpPr>
        <p:spPr>
          <a:xfrm>
            <a:off x="542880" y="471456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/>
          <p:nvPr/>
        </p:nvSpPr>
        <p:spPr>
          <a:xfrm>
            <a:off x="1495080" y="471456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/>
          <p:nvPr/>
        </p:nvSpPr>
        <p:spPr>
          <a:xfrm>
            <a:off x="2114280" y="471456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/>
          <p:nvPr/>
        </p:nvSpPr>
        <p:spPr>
          <a:xfrm>
            <a:off x="2885760" y="471456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/>
          <p:nvPr/>
        </p:nvSpPr>
        <p:spPr>
          <a:xfrm>
            <a:off x="3495600" y="471456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/>
          <p:nvPr/>
        </p:nvSpPr>
        <p:spPr>
          <a:xfrm>
            <a:off x="4095720" y="471456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/>
          <p:nvPr/>
        </p:nvSpPr>
        <p:spPr>
          <a:xfrm>
            <a:off x="4686120" y="471456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/>
          <p:nvPr/>
        </p:nvSpPr>
        <p:spPr>
          <a:xfrm>
            <a:off x="542880" y="471456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/>
          <p:nvPr/>
        </p:nvSpPr>
        <p:spPr>
          <a:xfrm>
            <a:off x="1495080" y="471456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/>
          <p:nvPr/>
        </p:nvSpPr>
        <p:spPr>
          <a:xfrm>
            <a:off x="2114280" y="471456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/>
          <p:nvPr/>
        </p:nvSpPr>
        <p:spPr>
          <a:xfrm>
            <a:off x="2885760" y="471456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/>
          <p:nvPr/>
        </p:nvSpPr>
        <p:spPr>
          <a:xfrm>
            <a:off x="3495600" y="471456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/>
          <p:nvPr/>
        </p:nvSpPr>
        <p:spPr>
          <a:xfrm>
            <a:off x="4095720" y="471456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/>
          <p:nvPr/>
        </p:nvSpPr>
        <p:spPr>
          <a:xfrm>
            <a:off x="4686120" y="471456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/>
          <p:nvPr/>
        </p:nvSpPr>
        <p:spPr>
          <a:xfrm>
            <a:off x="542880" y="509580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/>
          <p:nvPr/>
        </p:nvSpPr>
        <p:spPr>
          <a:xfrm>
            <a:off x="1495080" y="509580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/>
          <p:nvPr/>
        </p:nvSpPr>
        <p:spPr>
          <a:xfrm>
            <a:off x="2114280" y="509580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/>
          <p:nvPr/>
        </p:nvSpPr>
        <p:spPr>
          <a:xfrm>
            <a:off x="2885760" y="509580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3495600" y="509580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4095720" y="509580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4686120" y="509580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/>
          <p:nvPr/>
        </p:nvSpPr>
        <p:spPr>
          <a:xfrm>
            <a:off x="533160" y="31906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533160" y="3190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1485720" y="31906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/>
          <p:nvPr/>
        </p:nvSpPr>
        <p:spPr>
          <a:xfrm>
            <a:off x="1495080" y="3190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2114280" y="31906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2124000" y="3190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2885760" y="31906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2895480" y="3190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3485880" y="31906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495600" y="3190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4086000" y="319068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4095720" y="3190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4676760" y="31906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4686120" y="3190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5267160" y="319068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533160" y="357156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1495080" y="357156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24000" y="357156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2895480" y="357156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3495600" y="357156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4095720" y="357156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4686120" y="357156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33160" y="3581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1485720" y="3581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2114280" y="3581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2885760" y="3581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3485880" y="3581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4086000" y="3581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4676760" y="3581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5267160" y="3581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533160" y="3962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533160" y="395280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1485720" y="3962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1495080" y="395280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2114280" y="3962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2124000" y="395280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885760" y="3962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2895480" y="395280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3485880" y="3962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3495600" y="395280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4086000" y="3962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4095720" y="395280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4676760" y="3962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4686120" y="395280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5267160" y="3962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533160" y="4343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4333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1485720" y="43430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1495080" y="4333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14280" y="4343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2124000" y="4333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2885760" y="4343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2895480" y="4333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3485880" y="4343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3495600" y="4333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4086000" y="4343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4095720" y="4333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4676760" y="43430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4686120" y="4333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5267160" y="434304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533160" y="4724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533160" y="471456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1485720" y="4724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1495080" y="471456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2114280" y="4724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2124000" y="471456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2885760" y="4724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2895480" y="471456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3485880" y="4724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3495600" y="471456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4086000" y="47242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4095720" y="471456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4676760" y="4724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4686120" y="471456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5267160" y="472428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533160" y="5105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533160" y="509580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1485720" y="5105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1495080" y="509580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2114280" y="5105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2124000" y="509580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2885760" y="5105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2895480" y="509580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3485880" y="5105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3495600" y="509580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4086000" y="5105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4095720" y="509580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4676760" y="5105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4686120" y="509580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5267160" y="5105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533160" y="5476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1495080" y="5476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2124000" y="5476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2895480" y="5476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3495600" y="5476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4095720" y="5476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4686120" y="5476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552240" y="2314440"/>
            <a:ext cx="190800" cy="190800"/>
          </a:xfrm>
          <a:custGeom>
            <a:avLst/>
            <a:gdLst/>
            <a:ahLst/>
            <a:rect l="0" t="0" r="r" b="b"/>
            <a:pathLst>
              <a:path w="530" h="530">
                <a:moveTo>
                  <a:pt x="265" y="0"/>
                </a:moveTo>
                <a:cubicBezTo>
                  <a:pt x="119" y="0"/>
                  <a:pt x="0" y="118"/>
                  <a:pt x="0" y="265"/>
                </a:cubicBezTo>
                <a:cubicBezTo>
                  <a:pt x="0" y="412"/>
                  <a:pt x="119" y="530"/>
                  <a:pt x="265" y="530"/>
                </a:cubicBezTo>
                <a:cubicBezTo>
                  <a:pt x="412" y="530"/>
                  <a:pt x="530" y="412"/>
                  <a:pt x="530" y="265"/>
                </a:cubicBezTo>
                <a:cubicBezTo>
                  <a:pt x="530" y="118"/>
                  <a:pt x="412" y="0"/>
                  <a:pt x="265" y="0"/>
                </a:cubicBezTo>
                <a:moveTo>
                  <a:pt x="30" y="280"/>
                </a:moveTo>
                <a:lnTo>
                  <a:pt x="89" y="280"/>
                </a:lnTo>
                <a:cubicBezTo>
                  <a:pt x="90" y="317"/>
                  <a:pt x="96" y="352"/>
                  <a:pt x="107" y="383"/>
                </a:cubicBezTo>
                <a:lnTo>
                  <a:pt x="61" y="383"/>
                </a:lnTo>
                <a:cubicBezTo>
                  <a:pt x="43" y="352"/>
                  <a:pt x="33" y="318"/>
                  <a:pt x="30" y="280"/>
                </a:cubicBezTo>
                <a:moveTo>
                  <a:pt x="279" y="117"/>
                </a:moveTo>
                <a:lnTo>
                  <a:pt x="279" y="30"/>
                </a:lnTo>
                <a:cubicBezTo>
                  <a:pt x="321" y="37"/>
                  <a:pt x="356" y="69"/>
                  <a:pt x="380" y="117"/>
                </a:cubicBezTo>
                <a:lnTo>
                  <a:pt x="279" y="117"/>
                </a:lnTo>
                <a:moveTo>
                  <a:pt x="393" y="147"/>
                </a:moveTo>
                <a:cubicBezTo>
                  <a:pt x="404" y="177"/>
                  <a:pt x="411" y="213"/>
                  <a:pt x="412" y="251"/>
                </a:cubicBezTo>
                <a:lnTo>
                  <a:pt x="279" y="251"/>
                </a:lnTo>
                <a:lnTo>
                  <a:pt x="279" y="147"/>
                </a:lnTo>
                <a:lnTo>
                  <a:pt x="393" y="147"/>
                </a:lnTo>
                <a:moveTo>
                  <a:pt x="250" y="30"/>
                </a:moveTo>
                <a:lnTo>
                  <a:pt x="250" y="117"/>
                </a:lnTo>
                <a:lnTo>
                  <a:pt x="150" y="117"/>
                </a:lnTo>
                <a:cubicBezTo>
                  <a:pt x="174" y="69"/>
                  <a:pt x="210" y="37"/>
                  <a:pt x="250" y="30"/>
                </a:cubicBezTo>
                <a:moveTo>
                  <a:pt x="250" y="147"/>
                </a:moveTo>
                <a:lnTo>
                  <a:pt x="250" y="251"/>
                </a:lnTo>
                <a:lnTo>
                  <a:pt x="118" y="251"/>
                </a:lnTo>
                <a:cubicBezTo>
                  <a:pt x="120" y="213"/>
                  <a:pt x="126" y="177"/>
                  <a:pt x="138" y="147"/>
                </a:cubicBezTo>
                <a:lnTo>
                  <a:pt x="250" y="147"/>
                </a:lnTo>
                <a:moveTo>
                  <a:pt x="89" y="251"/>
                </a:moveTo>
                <a:lnTo>
                  <a:pt x="30" y="251"/>
                </a:lnTo>
                <a:cubicBezTo>
                  <a:pt x="33" y="213"/>
                  <a:pt x="43" y="177"/>
                  <a:pt x="61" y="147"/>
                </a:cubicBezTo>
                <a:lnTo>
                  <a:pt x="107" y="147"/>
                </a:lnTo>
                <a:cubicBezTo>
                  <a:pt x="96" y="178"/>
                  <a:pt x="90" y="214"/>
                  <a:pt x="89" y="251"/>
                </a:cubicBezTo>
                <a:moveTo>
                  <a:pt x="118" y="280"/>
                </a:moveTo>
                <a:lnTo>
                  <a:pt x="250" y="280"/>
                </a:lnTo>
                <a:lnTo>
                  <a:pt x="250" y="383"/>
                </a:lnTo>
                <a:lnTo>
                  <a:pt x="138" y="383"/>
                </a:lnTo>
                <a:cubicBezTo>
                  <a:pt x="126" y="352"/>
                  <a:pt x="120" y="318"/>
                  <a:pt x="118" y="280"/>
                </a:cubicBezTo>
                <a:moveTo>
                  <a:pt x="250" y="412"/>
                </a:moveTo>
                <a:lnTo>
                  <a:pt x="250" y="499"/>
                </a:lnTo>
                <a:cubicBezTo>
                  <a:pt x="210" y="493"/>
                  <a:pt x="174" y="460"/>
                  <a:pt x="150" y="412"/>
                </a:cubicBezTo>
                <a:lnTo>
                  <a:pt x="250" y="412"/>
                </a:lnTo>
                <a:moveTo>
                  <a:pt x="279" y="499"/>
                </a:moveTo>
                <a:lnTo>
                  <a:pt x="279" y="412"/>
                </a:lnTo>
                <a:lnTo>
                  <a:pt x="380" y="412"/>
                </a:lnTo>
                <a:cubicBezTo>
                  <a:pt x="356" y="460"/>
                  <a:pt x="321" y="493"/>
                  <a:pt x="279" y="499"/>
                </a:cubicBezTo>
                <a:moveTo>
                  <a:pt x="279" y="383"/>
                </a:moveTo>
                <a:lnTo>
                  <a:pt x="279" y="280"/>
                </a:lnTo>
                <a:lnTo>
                  <a:pt x="412" y="280"/>
                </a:lnTo>
                <a:cubicBezTo>
                  <a:pt x="411" y="318"/>
                  <a:pt x="404" y="352"/>
                  <a:pt x="393" y="383"/>
                </a:cubicBezTo>
                <a:lnTo>
                  <a:pt x="279" y="383"/>
                </a:lnTo>
                <a:moveTo>
                  <a:pt x="442" y="280"/>
                </a:moveTo>
                <a:lnTo>
                  <a:pt x="500" y="280"/>
                </a:lnTo>
                <a:cubicBezTo>
                  <a:pt x="498" y="318"/>
                  <a:pt x="487" y="352"/>
                  <a:pt x="469" y="383"/>
                </a:cubicBezTo>
                <a:lnTo>
                  <a:pt x="424" y="383"/>
                </a:lnTo>
                <a:cubicBezTo>
                  <a:pt x="434" y="352"/>
                  <a:pt x="440" y="317"/>
                  <a:pt x="442" y="280"/>
                </a:cubicBezTo>
                <a:moveTo>
                  <a:pt x="424" y="147"/>
                </a:moveTo>
                <a:lnTo>
                  <a:pt x="469" y="147"/>
                </a:lnTo>
                <a:cubicBezTo>
                  <a:pt x="487" y="177"/>
                  <a:pt x="498" y="213"/>
                  <a:pt x="500" y="251"/>
                </a:cubicBezTo>
                <a:lnTo>
                  <a:pt x="442" y="251"/>
                </a:lnTo>
                <a:cubicBezTo>
                  <a:pt x="440" y="214"/>
                  <a:pt x="434" y="178"/>
                  <a:pt x="424" y="147"/>
                </a:cubicBezTo>
                <a:moveTo>
                  <a:pt x="449" y="117"/>
                </a:moveTo>
                <a:lnTo>
                  <a:pt x="412" y="117"/>
                </a:lnTo>
                <a:cubicBezTo>
                  <a:pt x="402" y="94"/>
                  <a:pt x="389" y="73"/>
                  <a:pt x="374" y="56"/>
                </a:cubicBezTo>
                <a:cubicBezTo>
                  <a:pt x="403" y="71"/>
                  <a:pt x="429" y="92"/>
                  <a:pt x="449" y="117"/>
                </a:cubicBezTo>
                <a:moveTo>
                  <a:pt x="157" y="56"/>
                </a:moveTo>
                <a:cubicBezTo>
                  <a:pt x="142" y="73"/>
                  <a:pt x="129" y="94"/>
                  <a:pt x="118" y="117"/>
                </a:cubicBezTo>
                <a:lnTo>
                  <a:pt x="81" y="117"/>
                </a:lnTo>
                <a:cubicBezTo>
                  <a:pt x="102" y="92"/>
                  <a:pt x="127" y="71"/>
                  <a:pt x="157" y="56"/>
                </a:cubicBezTo>
                <a:moveTo>
                  <a:pt x="81" y="412"/>
                </a:moveTo>
                <a:lnTo>
                  <a:pt x="118" y="412"/>
                </a:lnTo>
                <a:cubicBezTo>
                  <a:pt x="129" y="436"/>
                  <a:pt x="142" y="457"/>
                  <a:pt x="157" y="474"/>
                </a:cubicBezTo>
                <a:cubicBezTo>
                  <a:pt x="127" y="459"/>
                  <a:pt x="102" y="438"/>
                  <a:pt x="81" y="412"/>
                </a:cubicBezTo>
                <a:moveTo>
                  <a:pt x="374" y="474"/>
                </a:moveTo>
                <a:cubicBezTo>
                  <a:pt x="389" y="457"/>
                  <a:pt x="402" y="436"/>
                  <a:pt x="412" y="412"/>
                </a:cubicBezTo>
                <a:lnTo>
                  <a:pt x="449" y="412"/>
                </a:lnTo>
                <a:cubicBezTo>
                  <a:pt x="429" y="438"/>
                  <a:pt x="403" y="459"/>
                  <a:pt x="374" y="47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752400" y="2304720"/>
            <a:ext cx="2484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https://uehr.net/ml_forecast/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533520" y="280116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952560" y="279144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1068840" y="280116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3793320" y="279144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5012280" y="280116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666720" y="3292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1622520" y="328500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2244960" y="32929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3016440" y="328500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3623400" y="3292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223520" y="328500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4814280" y="328500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66720" y="366588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1149480" y="3673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1320840" y="3665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622520" y="3665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2244960" y="3665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3016440" y="366588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3623400" y="3673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4223520" y="3665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4814280" y="3665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666720" y="4046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1149480" y="40550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1320840" y="4046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1622520" y="4046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2244960" y="4046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3016440" y="4046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3623400" y="40550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4223520" y="4046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4814280" y="4046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66720" y="442800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149480" y="44359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1320840" y="44280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1622520" y="44280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2244960" y="44280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3016440" y="442800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3623400" y="4435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4223520" y="44280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4814280" y="44280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666720" y="480888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149480" y="4816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320840" y="4808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622520" y="4808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4960" y="4808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3016440" y="480888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3623400" y="4816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4223520" y="4808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4814280" y="48088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666720" y="5189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1149480" y="51980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1320840" y="5189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1622520" y="5189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2244960" y="5189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3016440" y="5189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3623400" y="51980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4223520" y="5189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814280" y="5189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533520" y="5657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914400" y="564804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2071800" y="5657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2262240" y="564804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2847960" y="5657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3038400" y="564804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096800" y="565704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4849200" y="564804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33520" y="593352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323720" y="5942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514160" y="593352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575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167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"/>
          <p:cNvSpPr txBox="1"/>
          <p:nvPr/>
        </p:nvSpPr>
        <p:spPr>
          <a:xfrm>
            <a:off x="3209400" y="5942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723960" y="661788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533520" y="19983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799920" y="28375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404240" y="2828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577040" y="2837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2239560" y="32281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799920" y="3609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906120" y="3618720"/>
            <a:ext cx="7239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799920" y="4008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723960" y="45702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