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144396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165600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⽇ ／ 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2417760" y="4419360"/>
            <a:ext cx="61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303156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32220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68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343404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回気象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4005360" y="4445640"/>
            <a:ext cx="190080" cy="190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ZapfDingbatsITC"/>
                <a:ea typeface="ZapfDingbatsITC"/>
              </a:rPr>
              <a:t>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4150800" y="4419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IT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4362120" y="442800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勉強会⽉例会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533160" y="11048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/>
          <p:nvPr/>
        </p:nvSpPr>
        <p:spPr>
          <a:xfrm>
            <a:off x="552240" y="303840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/>
          <p:nvPr/>
        </p:nvSpPr>
        <p:spPr>
          <a:xfrm>
            <a:off x="533160" y="303840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33520" y="5886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295280" y="57060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1668600" y="58860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3192840" y="57060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/>
          <p:nvPr/>
        </p:nvSpPr>
        <p:spPr>
          <a:xfrm>
            <a:off x="618840" y="15141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53880" y="58860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99920" y="14277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99072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096560" y="14277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239560" y="14187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2412360" y="14277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6576480" y="141876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/>
          <p:nvPr/>
        </p:nvSpPr>
        <p:spPr>
          <a:xfrm>
            <a:off x="618840" y="1904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957360" y="142776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999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371600" y="18093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650240" y="181836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エージェントの活⽤⽅法を知り、今年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4873680" y="180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979520" y="18183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⽉から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5550840" y="18093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/>
          <p:nvPr/>
        </p:nvSpPr>
        <p:spPr>
          <a:xfrm>
            <a:off x="618840" y="2295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722280" y="1818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での開発を開始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99920" y="2208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27050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275796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2948400" y="21999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3657960" y="22089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038840" y="21999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4564800" y="22089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755240" y="2199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/>
          <p:nvPr/>
        </p:nvSpPr>
        <p:spPr>
          <a:xfrm>
            <a:off x="618840" y="2695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808160" y="22089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ドキュメント化、という⼀連の流れを反復し、改良していく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99920" y="260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1562040" y="25999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82700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017440" y="25999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2070360" y="260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2260800" y="259992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864160" y="2608920"/>
            <a:ext cx="7049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リポジトリ（毎⽇のデータ⾃動取得やグラフ化、アプリ、ニュース検索等）を作成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723960" y="316980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699800" y="31615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5" name=""/>
          <p:cNvPicPr/>
          <p:nvPr/>
        </p:nvPicPr>
        <p:blipFill>
          <a:blip r:embed="rId1"/>
          <a:stretch/>
        </p:blipFill>
        <p:spPr>
          <a:xfrm>
            <a:off x="1257120" y="3638520"/>
            <a:ext cx="3999960" cy="243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5058720" y="316980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210360" y="36763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/>
          <p:nvPr/>
        </p:nvSpPr>
        <p:spPr>
          <a:xfrm>
            <a:off x="6295680" y="42382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1"/>
                  <a:pt x="130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7437960" y="36853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の具体的な使い⽅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6477120" y="415188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フォルダにマークダウンファイルを保存（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0071720" y="414288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1154960" y="41518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6477120" y="4485960"/>
            <a:ext cx="6926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7169040" y="44949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など）し、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8121240" y="4485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/>
          <p:nvPr/>
        </p:nvSpPr>
        <p:spPr>
          <a:xfrm>
            <a:off x="6295680" y="4971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4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294040" y="4494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6477120" y="48852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チャットで指⽰を出し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8381880" y="4876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8554680" y="4885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が直接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9126360" y="487656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6295680" y="53625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30" y="143"/>
                  <a:pt x="120" y="149"/>
                  <a:pt x="110" y="153"/>
                </a:cubicBezTo>
                <a:cubicBezTo>
                  <a:pt x="100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1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50"/>
                </a:cubicBezTo>
                <a:cubicBezTo>
                  <a:pt x="11" y="40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0" y="2"/>
                  <a:pt x="110" y="6"/>
                </a:cubicBezTo>
                <a:cubicBezTo>
                  <a:pt x="120" y="10"/>
                  <a:pt x="130" y="15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9715680" y="48852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コードを書いて保存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477120" y="527580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チャットの内容をまとめさせてマニュアル化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531360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0" y="6655"/>
                </a:moveTo>
                <a:cubicBezTo>
                  <a:pt x="402" y="6655"/>
                  <a:pt x="402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 rot="5400000">
            <a:off x="499428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/>
          <p:nvPr/>
        </p:nvSpPr>
        <p:spPr>
          <a:xfrm>
            <a:off x="6122160" y="2287800"/>
            <a:ext cx="108720" cy="2395800"/>
          </a:xfrm>
          <a:custGeom>
            <a:avLst/>
            <a:gdLst/>
            <a:ahLst/>
            <a:rect l="0" t="0" r="r" b="b"/>
            <a:pathLst>
              <a:path fill="none" w="302" h="6655">
                <a:moveTo>
                  <a:pt x="302" y="6655"/>
                </a:moveTo>
                <a:cubicBezTo>
                  <a:pt x="-101" y="6655"/>
                  <a:pt x="-101" y="0"/>
                  <a:pt x="30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 rot="5400000">
            <a:off x="536112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/>
          <p:nvPr/>
        </p:nvSpPr>
        <p:spPr>
          <a:xfrm>
            <a:off x="533160" y="2314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/>
          <p:nvPr/>
        </p:nvSpPr>
        <p:spPr>
          <a:xfrm>
            <a:off x="552240" y="462888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/>
          <p:nvPr/>
        </p:nvSpPr>
        <p:spPr>
          <a:xfrm>
            <a:off x="533160" y="462888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533520" y="1780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/>
          <p:nvPr/>
        </p:nvSpPr>
        <p:spPr>
          <a:xfrm>
            <a:off x="618840" y="27241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06840" y="1798200"/>
            <a:ext cx="9144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へサンプルアプリを読ませて開発（応⽤、⾼機能化）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99920" y="2628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360800" y="26373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4397400" y="262836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618840" y="31143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050440" y="2637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799920" y="30279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213372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2267640" y="302796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5315760" y="301896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5739120" y="3027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5929560" y="3018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/>
          <p:nvPr/>
        </p:nvSpPr>
        <p:spPr>
          <a:xfrm>
            <a:off x="618840" y="3504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6063840" y="30279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799920" y="34185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1562040" y="340956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77200" y="34185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601080" y="340956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/>
          <p:nvPr/>
        </p:nvSpPr>
        <p:spPr>
          <a:xfrm>
            <a:off x="618840" y="38955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3"/>
                  <a:pt x="69" y="0"/>
                  <a:pt x="80" y="0"/>
                </a:cubicBezTo>
                <a:cubicBezTo>
                  <a:pt x="90" y="0"/>
                  <a:pt x="101" y="3"/>
                  <a:pt x="111" y="7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267800" y="341856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データの読み込み処理と天気図作成スクリプトを実装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9992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気象台職員の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94292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2302920" y="380916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826800" y="3800160"/>
            <a:ext cx="819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javascript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645080" y="38091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5026320" y="3800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519876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6334200" y="380016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/>
          <p:nvPr/>
        </p:nvSpPr>
        <p:spPr>
          <a:xfrm>
            <a:off x="618840" y="4286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6693840" y="3809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799920" y="419940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194720" y="41907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5366160" y="4199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723960" y="476064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767760" y="475200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880880" y="476064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8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552240" y="586728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0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5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533160" y="586728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533520" y="5421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745200" y="56016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136152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67320" y="13705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015280" y="136152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2720880" y="13705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5101920" y="136152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479200" y="13705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6336720" y="136152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7420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932520" y="1361520"/>
            <a:ext cx="857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AIFS-ENS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789680" y="1370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7980120" y="136152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8911440" y="13705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533520" y="1656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53352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23960" y="1933200"/>
            <a:ext cx="86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FT=132h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1586520" y="19422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157840" y="193320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7/10 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2698200" y="1942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2888640" y="193320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619200" y="2343240"/>
            <a:ext cx="10953360" cy="329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3220200" y="19422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723960" y="59904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186560" y="599904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1729440" y="59904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1829880" y="599904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2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99920" y="150408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気象情報表⽰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1942920" y="149508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302920" y="150408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82680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5051160" y="1504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799920" y="1846800"/>
            <a:ext cx="4382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ませ、機能単位に分割したサンプルアプリ集を作成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799920" y="22374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単機能のコードを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232416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2496960" y="223740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に読ませて、簡単なアプリを作成し、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27600" y="22284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799920" y="25804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で機能を追加したりバグ取りを⾏う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799920" y="296172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123372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1995840" y="296172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2359440" y="2970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3121200" y="296172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3841200" y="2970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アプリを同時実装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799920" y="33138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990720" y="3304800"/>
            <a:ext cx="744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Expo Go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1734840" y="3313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を利⽤、現時点では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3449520" y="3304800"/>
            <a:ext cx="360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618840" y="3790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19"/>
                  <a:pt x="144" y="128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8"/>
                  <a:pt x="10" y="119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809160" y="33138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アプリのみ公開）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799920" y="3704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514600" y="369540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2793240" y="370440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799920" y="4047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533520" y="45140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25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"/>
          <p:cNvSpPr txBox="1"/>
          <p:nvPr/>
        </p:nvSpPr>
        <p:spPr>
          <a:xfrm>
            <a:off x="914400" y="450504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533160" y="139032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533160" y="5114880"/>
            <a:ext cx="11125440" cy="914760"/>
          </a:xfrm>
          <a:custGeom>
            <a:avLst/>
            <a:gdLst/>
            <a:ahLst/>
            <a:rect l="0" t="0" r="r" b="b"/>
            <a:pathLst>
              <a:path w="30904" h="2541">
                <a:moveTo>
                  <a:pt x="0" y="2382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0746" y="0"/>
                </a:lnTo>
                <a:cubicBezTo>
                  <a:pt x="30756" y="0"/>
                  <a:pt x="30766" y="1"/>
                  <a:pt x="30777" y="3"/>
                </a:cubicBezTo>
                <a:cubicBezTo>
                  <a:pt x="30787" y="5"/>
                  <a:pt x="30797" y="8"/>
                  <a:pt x="30806" y="12"/>
                </a:cubicBezTo>
                <a:cubicBezTo>
                  <a:pt x="30816" y="16"/>
                  <a:pt x="30825" y="21"/>
                  <a:pt x="30834" y="26"/>
                </a:cubicBezTo>
                <a:cubicBezTo>
                  <a:pt x="30843" y="32"/>
                  <a:pt x="30851" y="39"/>
                  <a:pt x="30858" y="46"/>
                </a:cubicBezTo>
                <a:cubicBezTo>
                  <a:pt x="30865" y="53"/>
                  <a:pt x="30872" y="62"/>
                  <a:pt x="30878" y="70"/>
                </a:cubicBezTo>
                <a:cubicBezTo>
                  <a:pt x="30884" y="79"/>
                  <a:pt x="30888" y="88"/>
                  <a:pt x="30892" y="98"/>
                </a:cubicBezTo>
                <a:cubicBezTo>
                  <a:pt x="30896" y="107"/>
                  <a:pt x="30899" y="117"/>
                  <a:pt x="30901" y="127"/>
                </a:cubicBezTo>
                <a:cubicBezTo>
                  <a:pt x="30903" y="138"/>
                  <a:pt x="30904" y="148"/>
                  <a:pt x="30904" y="158"/>
                </a:cubicBezTo>
                <a:lnTo>
                  <a:pt x="30904" y="2382"/>
                </a:lnTo>
                <a:cubicBezTo>
                  <a:pt x="30904" y="2392"/>
                  <a:pt x="30903" y="2403"/>
                  <a:pt x="30901" y="2413"/>
                </a:cubicBezTo>
                <a:cubicBezTo>
                  <a:pt x="30899" y="2423"/>
                  <a:pt x="30896" y="2433"/>
                  <a:pt x="30892" y="2443"/>
                </a:cubicBezTo>
                <a:cubicBezTo>
                  <a:pt x="30888" y="2452"/>
                  <a:pt x="30884" y="2461"/>
                  <a:pt x="30878" y="2470"/>
                </a:cubicBezTo>
                <a:cubicBezTo>
                  <a:pt x="30872" y="2479"/>
                  <a:pt x="30865" y="2487"/>
                  <a:pt x="30858" y="2494"/>
                </a:cubicBezTo>
                <a:cubicBezTo>
                  <a:pt x="30851" y="2501"/>
                  <a:pt x="30843" y="2508"/>
                  <a:pt x="30834" y="2514"/>
                </a:cubicBezTo>
                <a:cubicBezTo>
                  <a:pt x="30825" y="2520"/>
                  <a:pt x="30816" y="2525"/>
                  <a:pt x="30806" y="2529"/>
                </a:cubicBezTo>
                <a:cubicBezTo>
                  <a:pt x="30797" y="2533"/>
                  <a:pt x="30787" y="2536"/>
                  <a:pt x="30777" y="2538"/>
                </a:cubicBezTo>
                <a:cubicBezTo>
                  <a:pt x="30766" y="2540"/>
                  <a:pt x="30756" y="2541"/>
                  <a:pt x="30746" y="2541"/>
                </a:cubicBezTo>
                <a:lnTo>
                  <a:pt x="159" y="2541"/>
                </a:lnTo>
                <a:cubicBezTo>
                  <a:pt x="148" y="2541"/>
                  <a:pt x="138" y="2540"/>
                  <a:pt x="128" y="2538"/>
                </a:cubicBezTo>
                <a:cubicBezTo>
                  <a:pt x="118" y="2536"/>
                  <a:pt x="108" y="2533"/>
                  <a:pt x="98" y="2529"/>
                </a:cubicBezTo>
                <a:cubicBezTo>
                  <a:pt x="89" y="2525"/>
                  <a:pt x="79" y="2520"/>
                  <a:pt x="71" y="2514"/>
                </a:cubicBezTo>
                <a:cubicBezTo>
                  <a:pt x="62" y="2508"/>
                  <a:pt x="54" y="2501"/>
                  <a:pt x="47" y="2494"/>
                </a:cubicBezTo>
                <a:cubicBezTo>
                  <a:pt x="39" y="2487"/>
                  <a:pt x="33" y="2479"/>
                  <a:pt x="27" y="2470"/>
                </a:cubicBezTo>
                <a:cubicBezTo>
                  <a:pt x="21" y="2461"/>
                  <a:pt x="16" y="2452"/>
                  <a:pt x="12" y="2443"/>
                </a:cubicBezTo>
                <a:cubicBezTo>
                  <a:pt x="8" y="2433"/>
                  <a:pt x="5" y="2423"/>
                  <a:pt x="3" y="2413"/>
                </a:cubicBezTo>
                <a:cubicBezTo>
                  <a:pt x="1" y="2403"/>
                  <a:pt x="0" y="2392"/>
                  <a:pt x="0" y="2382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533520" y="87444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気象庁データ取得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81280" y="856440"/>
            <a:ext cx="9885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569480" y="8744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サーバー（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6463080" y="856440"/>
            <a:ext cx="16221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jma-mcp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618840" y="18000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8084520" y="87444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799920" y="17136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気象庁サイト（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2127960" y="1704600"/>
            <a:ext cx="13028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bosai.jma.go.jp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430080" y="17136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）が内部で使⽤する⾮公開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799920" y="2047320"/>
            <a:ext cx="29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API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1096200" y="2056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（認証不要）を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2430000" y="2047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2602440" y="2056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と解析し、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3555000" y="2047320"/>
            <a:ext cx="427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/>
          <p:nvPr/>
        </p:nvSpPr>
        <p:spPr>
          <a:xfrm>
            <a:off x="618840" y="25333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6"/>
                </a:cubicBezTo>
                <a:cubicBezTo>
                  <a:pt x="129" y="143"/>
                  <a:pt x="121" y="149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981960" y="2056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サーバーとして実装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799920" y="24469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天気予報・警報／注意報・早期注意情報・観測ランキング・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799920" y="27900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潮位など計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1752480" y="27810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618840" y="32670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7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1"/>
                  <a:pt x="129" y="17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1964520" y="27900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種のツールを提供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99920" y="3171600"/>
            <a:ext cx="9072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HTTP/SSE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70640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2087640" y="3171600"/>
            <a:ext cx="1433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jma-mcp-remote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516840" y="318024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898080" y="3171600"/>
            <a:ext cx="61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Render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4515480" y="31802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にデプロイし、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799920" y="3514320"/>
            <a:ext cx="124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Claude.ai 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2034720" y="35233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版・デスクトップアプリ・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307400" y="3514320"/>
            <a:ext cx="590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iPhone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4896720" y="352332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版からも利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86604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⽤可能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/>
          <p:nvPr/>
        </p:nvSpPr>
        <p:spPr>
          <a:xfrm>
            <a:off x="6229080" y="2390760"/>
            <a:ext cx="5429520" cy="1276560"/>
          </a:xfrm>
          <a:custGeom>
            <a:avLst/>
            <a:gdLst/>
            <a:ahLst/>
            <a:rect l="0" t="0" r="r" b="b"/>
            <a:pathLst>
              <a:path w="15082" h="3546">
                <a:moveTo>
                  <a:pt x="0" y="3546"/>
                </a:moveTo>
                <a:lnTo>
                  <a:pt x="0" y="0"/>
                </a:lnTo>
                <a:lnTo>
                  <a:pt x="14977" y="0"/>
                </a:lnTo>
                <a:cubicBezTo>
                  <a:pt x="14991" y="0"/>
                  <a:pt x="15004" y="2"/>
                  <a:pt x="15017" y="8"/>
                </a:cubicBezTo>
                <a:cubicBezTo>
                  <a:pt x="15030" y="13"/>
                  <a:pt x="15042" y="21"/>
                  <a:pt x="15051" y="31"/>
                </a:cubicBezTo>
                <a:cubicBezTo>
                  <a:pt x="15061" y="40"/>
                  <a:pt x="15069" y="52"/>
                  <a:pt x="15074" y="65"/>
                </a:cubicBezTo>
                <a:cubicBezTo>
                  <a:pt x="15080" y="78"/>
                  <a:pt x="15082" y="91"/>
                  <a:pt x="15082" y="105"/>
                </a:cubicBezTo>
                <a:lnTo>
                  <a:pt x="15082" y="3440"/>
                </a:lnTo>
                <a:cubicBezTo>
                  <a:pt x="15082" y="3454"/>
                  <a:pt x="15080" y="3468"/>
                  <a:pt x="15074" y="3481"/>
                </a:cubicBezTo>
                <a:cubicBezTo>
                  <a:pt x="15069" y="3494"/>
                  <a:pt x="15061" y="3505"/>
                  <a:pt x="15051" y="3515"/>
                </a:cubicBezTo>
                <a:cubicBezTo>
                  <a:pt x="15042" y="3525"/>
                  <a:pt x="15030" y="3533"/>
                  <a:pt x="15017" y="3538"/>
                </a:cubicBezTo>
                <a:cubicBezTo>
                  <a:pt x="15004" y="3543"/>
                  <a:pt x="14991" y="3546"/>
                  <a:pt x="14977" y="3546"/>
                </a:cubicBezTo>
                <a:lnTo>
                  <a:pt x="0" y="3546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/>
          <p:nvPr/>
        </p:nvSpPr>
        <p:spPr>
          <a:xfrm>
            <a:off x="6210000" y="2390760"/>
            <a:ext cx="38520" cy="1276560"/>
          </a:xfrm>
          <a:custGeom>
            <a:avLst/>
            <a:gdLst/>
            <a:ahLst/>
            <a:rect l="0" t="0" r="r" b="b"/>
            <a:pathLst>
              <a:path w="107" h="3546">
                <a:moveTo>
                  <a:pt x="0" y="0"/>
                </a:moveTo>
                <a:lnTo>
                  <a:pt x="107" y="0"/>
                </a:lnTo>
                <a:lnTo>
                  <a:pt x="107" y="3546"/>
                </a:lnTo>
                <a:lnTo>
                  <a:pt x="0" y="3546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533520" y="4323960"/>
            <a:ext cx="4013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https://github.com/masauehr/jma-mcp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6210360" y="1685520"/>
            <a:ext cx="1228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437960" y="1694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へ⾃然⾔語で質問するだけで⾃動的にツールを呼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6210360" y="198972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び出し、最新データを取得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400800" y="2522160"/>
            <a:ext cx="23583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「東京の週間天気予報は？」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400800" y="2788920"/>
            <a:ext cx="29023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「沖縄への早期注意情報を教えて」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400800" y="3065040"/>
            <a:ext cx="25398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「那覇の現在の潮位を教えて」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6400800" y="3331800"/>
            <a:ext cx="34466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「今⽇の全国降⽔量ランキングを⾒せて」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04880" y="5275080"/>
            <a:ext cx="37476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MCP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107964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1241640" y="5275080"/>
            <a:ext cx="1834200" cy="19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Model Context Protocol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3076560" y="5282640"/>
            <a:ext cx="4852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）とは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562200" y="5275080"/>
            <a:ext cx="79056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Anthropic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4351320" y="5282640"/>
            <a:ext cx="274680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が策定したオープン標準プロトコル。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7083000" y="527508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7229880" y="5282640"/>
            <a:ext cx="16236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7391880" y="5275080"/>
            <a:ext cx="51228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Claude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904520" y="5282640"/>
            <a:ext cx="3554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）と外部ツール・データソースを接続する仕組み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704880" y="5520960"/>
            <a:ext cx="113148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で、これにより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1831680" y="5513400"/>
            <a:ext cx="161640" cy="18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1978560" y="5520960"/>
            <a:ext cx="6785640" cy="16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2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が学習データにない最新情報やローカル環境の情報をリアルタイムに取得できるようになる。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9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2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/>
          <p:nvPr/>
        </p:nvSpPr>
        <p:spPr>
          <a:xfrm>
            <a:off x="542880" y="3971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2190600" y="3971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3352680" y="3971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542880" y="43527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2190600" y="43527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3352680" y="43527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542880" y="473364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2190600" y="473364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3352680" y="473364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542880" y="511488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2190600" y="511488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3352680" y="511488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5331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533160" y="3962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218088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2190600" y="3962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334296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3352680" y="3962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4733640" y="39621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533160" y="4343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2190600" y="4343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3352680" y="4343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5331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218088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334296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4733640" y="43527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5331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533160" y="47242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218088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2190600" y="47242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334296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3352680" y="4724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4733640" y="473364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331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533160" y="510516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218088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190600" y="510516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334296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3352680" y="510516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4733640" y="511488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533160" y="54860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2190600" y="54860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3352680" y="54860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533520" y="49356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799920" y="1332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 txBox="1"/>
          <p:nvPr/>
        </p:nvSpPr>
        <p:spPr>
          <a:xfrm>
            <a:off x="3848040" y="13237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427176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 txBox="1"/>
          <p:nvPr/>
        </p:nvSpPr>
        <p:spPr>
          <a:xfrm>
            <a:off x="446220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4568040" y="13327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618840" y="21524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 txBox="1"/>
          <p:nvPr/>
        </p:nvSpPr>
        <p:spPr>
          <a:xfrm>
            <a:off x="799920" y="16754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 txBox="1"/>
          <p:nvPr/>
        </p:nvSpPr>
        <p:spPr>
          <a:xfrm>
            <a:off x="799920" y="205704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 txBox="1"/>
          <p:nvPr/>
        </p:nvSpPr>
        <p:spPr>
          <a:xfrm>
            <a:off x="1360800" y="206604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618840" y="2885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 txBox="1"/>
          <p:nvPr/>
        </p:nvSpPr>
        <p:spPr>
          <a:xfrm>
            <a:off x="799920" y="24087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 txBox="1"/>
          <p:nvPr/>
        </p:nvSpPr>
        <p:spPr>
          <a:xfrm>
            <a:off x="799920" y="27993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 txBox="1"/>
          <p:nvPr/>
        </p:nvSpPr>
        <p:spPr>
          <a:xfrm>
            <a:off x="156204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1667880" y="279936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5859000" y="2790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618840" y="361944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8"/>
                  <a:pt x="137" y="135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5"/>
                </a:cubicBezTo>
                <a:cubicBezTo>
                  <a:pt x="16" y="128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799920" y="31424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799920" y="353268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1181160" y="352404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1551960" y="35326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3456720" y="352404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4113000" y="353268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666720" y="40644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 txBox="1"/>
          <p:nvPr/>
        </p:nvSpPr>
        <p:spPr>
          <a:xfrm>
            <a:off x="2317680" y="405648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250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 txBox="1"/>
          <p:nvPr/>
        </p:nvSpPr>
        <p:spPr>
          <a:xfrm>
            <a:off x="2680200" y="405648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304884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3477240" y="405648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 txBox="1"/>
          <p:nvPr/>
        </p:nvSpPr>
        <p:spPr>
          <a:xfrm>
            <a:off x="4385520" y="4064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4556880" y="40564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666720" y="443736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 txBox="1"/>
          <p:nvPr/>
        </p:nvSpPr>
        <p:spPr>
          <a:xfrm>
            <a:off x="2317680" y="443736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3477240" y="443736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666720" y="481824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 txBox="1"/>
          <p:nvPr/>
        </p:nvSpPr>
        <p:spPr>
          <a:xfrm>
            <a:off x="2317680" y="48182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 txBox="1"/>
          <p:nvPr/>
        </p:nvSpPr>
        <p:spPr>
          <a:xfrm>
            <a:off x="3477240" y="48182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666720" y="519948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 txBox="1"/>
          <p:nvPr/>
        </p:nvSpPr>
        <p:spPr>
          <a:xfrm>
            <a:off x="1162080" y="52074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 txBox="1"/>
          <p:nvPr/>
        </p:nvSpPr>
        <p:spPr>
          <a:xfrm>
            <a:off x="2317680" y="519948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3477240" y="519948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 txBox="1"/>
          <p:nvPr/>
        </p:nvSpPr>
        <p:spPr>
          <a:xfrm>
            <a:off x="533520" y="567612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 txBox="1"/>
          <p:nvPr/>
        </p:nvSpPr>
        <p:spPr>
          <a:xfrm>
            <a:off x="723960" y="566712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776880" y="56761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 txBox="1"/>
          <p:nvPr/>
        </p:nvSpPr>
        <p:spPr>
          <a:xfrm>
            <a:off x="4386960" y="566712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495" name=""/>
          <p:cNvPicPr/>
          <p:nvPr/>
        </p:nvPicPr>
        <p:blipFill>
          <a:blip r:embed="rId1"/>
          <a:stretch/>
        </p:blipFill>
        <p:spPr>
          <a:xfrm>
            <a:off x="7496280" y="600120"/>
            <a:ext cx="2876040" cy="2856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96" name=""/>
          <p:cNvPicPr/>
          <p:nvPr/>
        </p:nvPicPr>
        <p:blipFill>
          <a:blip r:embed="rId2"/>
          <a:stretch/>
        </p:blipFill>
        <p:spPr>
          <a:xfrm>
            <a:off x="6486480" y="3533760"/>
            <a:ext cx="4895640" cy="285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7" name=""/>
          <p:cNvSpPr txBox="1"/>
          <p:nvPr/>
        </p:nvSpPr>
        <p:spPr>
          <a:xfrm>
            <a:off x="533520" y="59713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7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8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1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751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2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533520" y="6933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2800440" y="6753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/>
          <p:nvPr/>
        </p:nvSpPr>
        <p:spPr>
          <a:xfrm>
            <a:off x="552240" y="1609560"/>
            <a:ext cx="6515640" cy="457560"/>
          </a:xfrm>
          <a:custGeom>
            <a:avLst/>
            <a:gdLst/>
            <a:ahLst/>
            <a:rect l="0" t="0" r="r" b="b"/>
            <a:pathLst>
              <a:path w="18099" h="1271">
                <a:moveTo>
                  <a:pt x="0" y="1271"/>
                </a:moveTo>
                <a:lnTo>
                  <a:pt x="0" y="0"/>
                </a:lnTo>
                <a:lnTo>
                  <a:pt x="17993" y="0"/>
                </a:lnTo>
                <a:cubicBezTo>
                  <a:pt x="18007" y="0"/>
                  <a:pt x="18020" y="3"/>
                  <a:pt x="18033" y="8"/>
                </a:cubicBezTo>
                <a:cubicBezTo>
                  <a:pt x="18046" y="13"/>
                  <a:pt x="18058" y="21"/>
                  <a:pt x="18068" y="31"/>
                </a:cubicBezTo>
                <a:cubicBezTo>
                  <a:pt x="18078" y="41"/>
                  <a:pt x="18085" y="52"/>
                  <a:pt x="18091" y="65"/>
                </a:cubicBezTo>
                <a:cubicBezTo>
                  <a:pt x="18096" y="78"/>
                  <a:pt x="18099" y="92"/>
                  <a:pt x="18099" y="106"/>
                </a:cubicBezTo>
                <a:lnTo>
                  <a:pt x="18099" y="1164"/>
                </a:lnTo>
                <a:cubicBezTo>
                  <a:pt x="18099" y="1178"/>
                  <a:pt x="18096" y="1192"/>
                  <a:pt x="18091" y="1205"/>
                </a:cubicBezTo>
                <a:cubicBezTo>
                  <a:pt x="18085" y="1218"/>
                  <a:pt x="18078" y="1229"/>
                  <a:pt x="18068" y="1239"/>
                </a:cubicBezTo>
                <a:cubicBezTo>
                  <a:pt x="18058" y="1250"/>
                  <a:pt x="18046" y="1258"/>
                  <a:pt x="18033" y="1263"/>
                </a:cubicBezTo>
                <a:cubicBezTo>
                  <a:pt x="18020" y="1268"/>
                  <a:pt x="18007" y="1271"/>
                  <a:pt x="17993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/>
          <p:nvPr/>
        </p:nvSpPr>
        <p:spPr>
          <a:xfrm>
            <a:off x="533160" y="160956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/>
          <p:nvPr/>
        </p:nvSpPr>
        <p:spPr>
          <a:xfrm>
            <a:off x="542880" y="2219040"/>
            <a:ext cx="943200" cy="381600"/>
          </a:xfrm>
          <a:custGeom>
            <a:avLst/>
            <a:gdLst/>
            <a:ahLst/>
            <a:rect l="0" t="0" r="r" b="b"/>
            <a:pathLst>
              <a:path w="2620" h="1060">
                <a:moveTo>
                  <a:pt x="0" y="0"/>
                </a:moveTo>
                <a:lnTo>
                  <a:pt x="2620" y="0"/>
                </a:lnTo>
                <a:lnTo>
                  <a:pt x="262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/>
          <p:nvPr/>
        </p:nvSpPr>
        <p:spPr>
          <a:xfrm>
            <a:off x="1485720" y="2219040"/>
            <a:ext cx="3010320" cy="381600"/>
          </a:xfrm>
          <a:custGeom>
            <a:avLst/>
            <a:gdLst/>
            <a:ahLst/>
            <a:rect l="0" t="0" r="r" b="b"/>
            <a:pathLst>
              <a:path w="8362" h="1060">
                <a:moveTo>
                  <a:pt x="0" y="0"/>
                </a:moveTo>
                <a:lnTo>
                  <a:pt x="8362" y="0"/>
                </a:lnTo>
                <a:lnTo>
                  <a:pt x="8362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/>
          <p:nvPr/>
        </p:nvSpPr>
        <p:spPr>
          <a:xfrm>
            <a:off x="4495680" y="2219040"/>
            <a:ext cx="2495880" cy="381600"/>
          </a:xfrm>
          <a:custGeom>
            <a:avLst/>
            <a:gdLst/>
            <a:ahLst/>
            <a:rect l="0" t="0" r="r" b="b"/>
            <a:pathLst>
              <a:path w="6933" h="1060">
                <a:moveTo>
                  <a:pt x="0" y="0"/>
                </a:moveTo>
                <a:lnTo>
                  <a:pt x="6933" y="0"/>
                </a:lnTo>
                <a:lnTo>
                  <a:pt x="6933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/>
          <p:nvPr/>
        </p:nvSpPr>
        <p:spPr>
          <a:xfrm>
            <a:off x="542880" y="260028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/>
          <p:nvPr/>
        </p:nvSpPr>
        <p:spPr>
          <a:xfrm>
            <a:off x="1485720" y="260028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/>
          <p:nvPr/>
        </p:nvSpPr>
        <p:spPr>
          <a:xfrm>
            <a:off x="4495680" y="260028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/>
          <p:nvPr/>
        </p:nvSpPr>
        <p:spPr>
          <a:xfrm>
            <a:off x="542880" y="2981160"/>
            <a:ext cx="943200" cy="381240"/>
          </a:xfrm>
          <a:custGeom>
            <a:avLst/>
            <a:gdLst/>
            <a:ahLst/>
            <a:rect l="0" t="0" r="r" b="b"/>
            <a:pathLst>
              <a:path w="2620" h="1059">
                <a:moveTo>
                  <a:pt x="0" y="0"/>
                </a:moveTo>
                <a:lnTo>
                  <a:pt x="2620" y="0"/>
                </a:lnTo>
                <a:lnTo>
                  <a:pt x="262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/>
          <p:nvPr/>
        </p:nvSpPr>
        <p:spPr>
          <a:xfrm>
            <a:off x="1485720" y="2981160"/>
            <a:ext cx="3010320" cy="381240"/>
          </a:xfrm>
          <a:custGeom>
            <a:avLst/>
            <a:gdLst/>
            <a:ahLst/>
            <a:rect l="0" t="0" r="r" b="b"/>
            <a:pathLst>
              <a:path w="8362" h="1059">
                <a:moveTo>
                  <a:pt x="0" y="0"/>
                </a:moveTo>
                <a:lnTo>
                  <a:pt x="8362" y="0"/>
                </a:lnTo>
                <a:lnTo>
                  <a:pt x="836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/>
          <p:nvPr/>
        </p:nvSpPr>
        <p:spPr>
          <a:xfrm>
            <a:off x="4495680" y="2981160"/>
            <a:ext cx="2495880" cy="381240"/>
          </a:xfrm>
          <a:custGeom>
            <a:avLst/>
            <a:gdLst/>
            <a:ahLst/>
            <a:rect l="0" t="0" r="r" b="b"/>
            <a:pathLst>
              <a:path w="6933" h="1059">
                <a:moveTo>
                  <a:pt x="0" y="0"/>
                </a:moveTo>
                <a:lnTo>
                  <a:pt x="6933" y="0"/>
                </a:lnTo>
                <a:lnTo>
                  <a:pt x="693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/>
          <p:nvPr/>
        </p:nvSpPr>
        <p:spPr>
          <a:xfrm>
            <a:off x="542880" y="3362040"/>
            <a:ext cx="943200" cy="390960"/>
          </a:xfrm>
          <a:custGeom>
            <a:avLst/>
            <a:gdLst/>
            <a:ahLst/>
            <a:rect l="0" t="0" r="r" b="b"/>
            <a:pathLst>
              <a:path w="2620" h="1086">
                <a:moveTo>
                  <a:pt x="0" y="0"/>
                </a:moveTo>
                <a:lnTo>
                  <a:pt x="2620" y="0"/>
                </a:lnTo>
                <a:lnTo>
                  <a:pt x="2620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/>
          <p:nvPr/>
        </p:nvSpPr>
        <p:spPr>
          <a:xfrm>
            <a:off x="1485720" y="3362040"/>
            <a:ext cx="3010320" cy="390960"/>
          </a:xfrm>
          <a:custGeom>
            <a:avLst/>
            <a:gdLst/>
            <a:ahLst/>
            <a:rect l="0" t="0" r="r" b="b"/>
            <a:pathLst>
              <a:path w="8362" h="1086">
                <a:moveTo>
                  <a:pt x="0" y="0"/>
                </a:moveTo>
                <a:lnTo>
                  <a:pt x="8362" y="0"/>
                </a:lnTo>
                <a:lnTo>
                  <a:pt x="8362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/>
          <p:nvPr/>
        </p:nvSpPr>
        <p:spPr>
          <a:xfrm>
            <a:off x="4495680" y="3362040"/>
            <a:ext cx="2495880" cy="390960"/>
          </a:xfrm>
          <a:custGeom>
            <a:avLst/>
            <a:gdLst/>
            <a:ahLst/>
            <a:rect l="0" t="0" r="r" b="b"/>
            <a:pathLst>
              <a:path w="6933" h="1086">
                <a:moveTo>
                  <a:pt x="0" y="0"/>
                </a:moveTo>
                <a:lnTo>
                  <a:pt x="6933" y="0"/>
                </a:lnTo>
                <a:lnTo>
                  <a:pt x="6933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/>
          <p:nvPr/>
        </p:nvSpPr>
        <p:spPr>
          <a:xfrm>
            <a:off x="5331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/>
          <p:nvPr/>
        </p:nvSpPr>
        <p:spPr>
          <a:xfrm>
            <a:off x="533160" y="2219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/>
          <p:nvPr/>
        </p:nvSpPr>
        <p:spPr>
          <a:xfrm>
            <a:off x="147636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/>
          <p:nvPr/>
        </p:nvSpPr>
        <p:spPr>
          <a:xfrm>
            <a:off x="1485720" y="2219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/>
          <p:nvPr/>
        </p:nvSpPr>
        <p:spPr>
          <a:xfrm>
            <a:off x="4485960" y="221904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/>
          <p:nvPr/>
        </p:nvSpPr>
        <p:spPr>
          <a:xfrm>
            <a:off x="4495680" y="2219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/>
          <p:nvPr/>
        </p:nvSpPr>
        <p:spPr>
          <a:xfrm>
            <a:off x="6991200" y="221904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/>
          <p:nvPr/>
        </p:nvSpPr>
        <p:spPr>
          <a:xfrm>
            <a:off x="533160" y="260028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/>
          <p:nvPr/>
        </p:nvSpPr>
        <p:spPr>
          <a:xfrm>
            <a:off x="1485720" y="260028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/>
          <p:nvPr/>
        </p:nvSpPr>
        <p:spPr>
          <a:xfrm>
            <a:off x="4495680" y="260028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/>
          <p:nvPr/>
        </p:nvSpPr>
        <p:spPr>
          <a:xfrm>
            <a:off x="5331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/>
          <p:nvPr/>
        </p:nvSpPr>
        <p:spPr>
          <a:xfrm>
            <a:off x="147636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/>
          <p:nvPr/>
        </p:nvSpPr>
        <p:spPr>
          <a:xfrm>
            <a:off x="4485960" y="26096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/>
          <p:nvPr/>
        </p:nvSpPr>
        <p:spPr>
          <a:xfrm>
            <a:off x="6991200" y="26096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/>
          <p:nvPr/>
        </p:nvSpPr>
        <p:spPr>
          <a:xfrm>
            <a:off x="5331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/>
          <p:nvPr/>
        </p:nvSpPr>
        <p:spPr>
          <a:xfrm>
            <a:off x="533160" y="2981160"/>
            <a:ext cx="952920" cy="9720"/>
          </a:xfrm>
          <a:custGeom>
            <a:avLst/>
            <a:gdLst/>
            <a:ahLst/>
            <a:rect l="0" t="0" r="r" b="b"/>
            <a:pathLst>
              <a:path w="2647" h="27">
                <a:moveTo>
                  <a:pt x="0" y="0"/>
                </a:moveTo>
                <a:lnTo>
                  <a:pt x="2647" y="0"/>
                </a:lnTo>
                <a:lnTo>
                  <a:pt x="26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/>
          <p:nvPr/>
        </p:nvSpPr>
        <p:spPr>
          <a:xfrm>
            <a:off x="147636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/>
          <p:nvPr/>
        </p:nvSpPr>
        <p:spPr>
          <a:xfrm>
            <a:off x="1485720" y="2981160"/>
            <a:ext cx="3010320" cy="9720"/>
          </a:xfrm>
          <a:custGeom>
            <a:avLst/>
            <a:gdLst/>
            <a:ahLst/>
            <a:rect l="0" t="0" r="r" b="b"/>
            <a:pathLst>
              <a:path w="8362" h="27">
                <a:moveTo>
                  <a:pt x="0" y="0"/>
                </a:moveTo>
                <a:lnTo>
                  <a:pt x="8362" y="0"/>
                </a:lnTo>
                <a:lnTo>
                  <a:pt x="836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/>
          <p:nvPr/>
        </p:nvSpPr>
        <p:spPr>
          <a:xfrm>
            <a:off x="4485960" y="29905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/>
          <p:nvPr/>
        </p:nvSpPr>
        <p:spPr>
          <a:xfrm>
            <a:off x="4495680" y="2981160"/>
            <a:ext cx="2505240" cy="9720"/>
          </a:xfrm>
          <a:custGeom>
            <a:avLst/>
            <a:gdLst/>
            <a:ahLst/>
            <a:rect l="0" t="0" r="r" b="b"/>
            <a:pathLst>
              <a:path w="6959" h="27">
                <a:moveTo>
                  <a:pt x="0" y="0"/>
                </a:moveTo>
                <a:lnTo>
                  <a:pt x="6959" y="0"/>
                </a:lnTo>
                <a:lnTo>
                  <a:pt x="695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/>
          <p:nvPr/>
        </p:nvSpPr>
        <p:spPr>
          <a:xfrm>
            <a:off x="6991200" y="29905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/>
          <p:nvPr/>
        </p:nvSpPr>
        <p:spPr>
          <a:xfrm>
            <a:off x="5331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/>
          <p:nvPr/>
        </p:nvSpPr>
        <p:spPr>
          <a:xfrm>
            <a:off x="533160" y="33620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/>
          <p:nvPr/>
        </p:nvSpPr>
        <p:spPr>
          <a:xfrm>
            <a:off x="147636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/>
          <p:nvPr/>
        </p:nvSpPr>
        <p:spPr>
          <a:xfrm>
            <a:off x="1485720" y="33620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/>
          <p:nvPr/>
        </p:nvSpPr>
        <p:spPr>
          <a:xfrm>
            <a:off x="4485960" y="33717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/>
          <p:nvPr/>
        </p:nvSpPr>
        <p:spPr>
          <a:xfrm>
            <a:off x="4495680" y="33620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/>
          <p:nvPr/>
        </p:nvSpPr>
        <p:spPr>
          <a:xfrm>
            <a:off x="6991200" y="33717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/>
          <p:nvPr/>
        </p:nvSpPr>
        <p:spPr>
          <a:xfrm>
            <a:off x="533160" y="3752640"/>
            <a:ext cx="952920" cy="10080"/>
          </a:xfrm>
          <a:custGeom>
            <a:avLst/>
            <a:gdLst/>
            <a:ahLst/>
            <a:rect l="0" t="0" r="r" b="b"/>
            <a:pathLst>
              <a:path w="2647" h="28">
                <a:moveTo>
                  <a:pt x="0" y="0"/>
                </a:moveTo>
                <a:lnTo>
                  <a:pt x="2647" y="0"/>
                </a:lnTo>
                <a:lnTo>
                  <a:pt x="26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/>
          <p:nvPr/>
        </p:nvSpPr>
        <p:spPr>
          <a:xfrm>
            <a:off x="1485720" y="3752640"/>
            <a:ext cx="3010320" cy="10080"/>
          </a:xfrm>
          <a:custGeom>
            <a:avLst/>
            <a:gdLst/>
            <a:ahLst/>
            <a:rect l="0" t="0" r="r" b="b"/>
            <a:pathLst>
              <a:path w="8362" h="28">
                <a:moveTo>
                  <a:pt x="0" y="0"/>
                </a:moveTo>
                <a:lnTo>
                  <a:pt x="8362" y="0"/>
                </a:lnTo>
                <a:lnTo>
                  <a:pt x="836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/>
          <p:nvPr/>
        </p:nvSpPr>
        <p:spPr>
          <a:xfrm>
            <a:off x="4495680" y="3752640"/>
            <a:ext cx="2505240" cy="10080"/>
          </a:xfrm>
          <a:custGeom>
            <a:avLst/>
            <a:gdLst/>
            <a:ahLst/>
            <a:rect l="0" t="0" r="r" b="b"/>
            <a:pathLst>
              <a:path w="6959" h="28">
                <a:moveTo>
                  <a:pt x="0" y="0"/>
                </a:moveTo>
                <a:lnTo>
                  <a:pt x="6959" y="0"/>
                </a:lnTo>
                <a:lnTo>
                  <a:pt x="695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/>
          <p:nvPr/>
        </p:nvSpPr>
        <p:spPr>
          <a:xfrm>
            <a:off x="542880" y="491472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/>
          <p:nvPr/>
        </p:nvSpPr>
        <p:spPr>
          <a:xfrm>
            <a:off x="2724120" y="491472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/>
          <p:nvPr/>
        </p:nvSpPr>
        <p:spPr>
          <a:xfrm>
            <a:off x="4286160" y="491472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18" name=""/>
          <p:cNvSpPr/>
          <p:nvPr/>
        </p:nvSpPr>
        <p:spPr>
          <a:xfrm>
            <a:off x="542880" y="529560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9" name=""/>
          <p:cNvSpPr/>
          <p:nvPr/>
        </p:nvSpPr>
        <p:spPr>
          <a:xfrm>
            <a:off x="2724120" y="529560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0" name=""/>
          <p:cNvSpPr/>
          <p:nvPr/>
        </p:nvSpPr>
        <p:spPr>
          <a:xfrm>
            <a:off x="4286160" y="529560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2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542880" y="56768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/>
          <p:nvPr/>
        </p:nvSpPr>
        <p:spPr>
          <a:xfrm>
            <a:off x="2724120" y="56768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4286160" y="56768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/>
          <p:nvPr/>
        </p:nvSpPr>
        <p:spPr>
          <a:xfrm>
            <a:off x="53316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/>
          <p:nvPr/>
        </p:nvSpPr>
        <p:spPr>
          <a:xfrm>
            <a:off x="533160" y="4914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/>
          <p:nvPr/>
        </p:nvSpPr>
        <p:spPr>
          <a:xfrm>
            <a:off x="272412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/>
          <p:nvPr/>
        </p:nvSpPr>
        <p:spPr>
          <a:xfrm>
            <a:off x="2733480" y="4914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/>
          <p:nvPr/>
        </p:nvSpPr>
        <p:spPr>
          <a:xfrm>
            <a:off x="4286160" y="4914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/>
          <p:nvPr/>
        </p:nvSpPr>
        <p:spPr>
          <a:xfrm>
            <a:off x="4295520" y="4914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/>
          <p:nvPr/>
        </p:nvSpPr>
        <p:spPr>
          <a:xfrm>
            <a:off x="5943240" y="4914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/>
          <p:nvPr/>
        </p:nvSpPr>
        <p:spPr>
          <a:xfrm>
            <a:off x="533160" y="529560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/>
          <p:nvPr/>
        </p:nvSpPr>
        <p:spPr>
          <a:xfrm>
            <a:off x="2733480" y="529560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/>
          <p:nvPr/>
        </p:nvSpPr>
        <p:spPr>
          <a:xfrm>
            <a:off x="4295520" y="529560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/>
          <p:nvPr/>
        </p:nvSpPr>
        <p:spPr>
          <a:xfrm>
            <a:off x="53316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272412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/>
          <p:nvPr/>
        </p:nvSpPr>
        <p:spPr>
          <a:xfrm>
            <a:off x="4286160" y="530532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/>
          <p:nvPr/>
        </p:nvSpPr>
        <p:spPr>
          <a:xfrm>
            <a:off x="5943240" y="530532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/>
          <p:nvPr/>
        </p:nvSpPr>
        <p:spPr>
          <a:xfrm>
            <a:off x="53316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533160" y="567684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/>
          <p:nvPr/>
        </p:nvSpPr>
        <p:spPr>
          <a:xfrm>
            <a:off x="272412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2733480" y="567684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4286160" y="568620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4295520" y="567684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5943240" y="568620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533160" y="605772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2733480" y="605772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4295520" y="605772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 txBox="1"/>
          <p:nvPr/>
        </p:nvSpPr>
        <p:spPr>
          <a:xfrm>
            <a:off x="4312080" y="6933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72396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172656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2088360" y="173268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2383920" y="174132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2926800" y="173268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3929400" y="174132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 txBox="1"/>
          <p:nvPr/>
        </p:nvSpPr>
        <p:spPr>
          <a:xfrm>
            <a:off x="4291200" y="173268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 txBox="1"/>
          <p:nvPr/>
        </p:nvSpPr>
        <p:spPr>
          <a:xfrm>
            <a:off x="4697280" y="174132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666720" y="2321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1609560" y="231336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 txBox="1"/>
          <p:nvPr/>
        </p:nvSpPr>
        <p:spPr>
          <a:xfrm>
            <a:off x="17942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196560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231516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4622760" y="231336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4911840" y="2321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5083560" y="231336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5433120" y="2321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 txBox="1"/>
          <p:nvPr/>
        </p:nvSpPr>
        <p:spPr>
          <a:xfrm>
            <a:off x="66672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6095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96848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 txBox="1"/>
          <p:nvPr/>
        </p:nvSpPr>
        <p:spPr>
          <a:xfrm>
            <a:off x="21398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 txBox="1"/>
          <p:nvPr/>
        </p:nvSpPr>
        <p:spPr>
          <a:xfrm>
            <a:off x="255564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241440" y="269424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 txBox="1"/>
          <p:nvPr/>
        </p:nvSpPr>
        <p:spPr>
          <a:xfrm>
            <a:off x="358416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 txBox="1"/>
          <p:nvPr/>
        </p:nvSpPr>
        <p:spPr>
          <a:xfrm>
            <a:off x="37558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85092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 txBox="1"/>
          <p:nvPr/>
        </p:nvSpPr>
        <p:spPr>
          <a:xfrm>
            <a:off x="4622760" y="269424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4981320" y="27021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5153040" y="269424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5568480" y="27021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6254280" y="26942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6349680" y="27021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666720" y="3075120"/>
            <a:ext cx="639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1609560" y="307512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41668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4622760" y="307512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5404320" y="3083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1609560" y="3485880"/>
            <a:ext cx="1581480" cy="190800"/>
          </a:xfrm>
          <a:custGeom>
            <a:avLst/>
            <a:gdLst/>
            <a:ahLst/>
            <a:rect l="0" t="0" r="r" b="b"/>
            <a:pathLst>
              <a:path w="439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1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4314" y="0"/>
                </a:lnTo>
                <a:cubicBezTo>
                  <a:pt x="4324" y="0"/>
                  <a:pt x="4334" y="2"/>
                  <a:pt x="4344" y="6"/>
                </a:cubicBezTo>
                <a:cubicBezTo>
                  <a:pt x="4354" y="10"/>
                  <a:pt x="4362" y="16"/>
                  <a:pt x="4370" y="23"/>
                </a:cubicBezTo>
                <a:cubicBezTo>
                  <a:pt x="4377" y="31"/>
                  <a:pt x="4383" y="40"/>
                  <a:pt x="4387" y="49"/>
                </a:cubicBezTo>
                <a:cubicBezTo>
                  <a:pt x="4391" y="59"/>
                  <a:pt x="4393" y="69"/>
                  <a:pt x="4393" y="80"/>
                </a:cubicBezTo>
                <a:lnTo>
                  <a:pt x="4393" y="451"/>
                </a:lnTo>
                <a:cubicBezTo>
                  <a:pt x="4393" y="462"/>
                  <a:pt x="4391" y="472"/>
                  <a:pt x="4387" y="481"/>
                </a:cubicBezTo>
                <a:cubicBezTo>
                  <a:pt x="4383" y="491"/>
                  <a:pt x="4377" y="500"/>
                  <a:pt x="4370" y="507"/>
                </a:cubicBezTo>
                <a:cubicBezTo>
                  <a:pt x="4362" y="515"/>
                  <a:pt x="4354" y="520"/>
                  <a:pt x="4344" y="524"/>
                </a:cubicBezTo>
                <a:cubicBezTo>
                  <a:pt x="4334" y="528"/>
                  <a:pt x="4324" y="530"/>
                  <a:pt x="4314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1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666720" y="34642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4619520" y="3485880"/>
            <a:ext cx="2200680" cy="190800"/>
          </a:xfrm>
          <a:custGeom>
            <a:avLst/>
            <a:gdLst/>
            <a:ahLst/>
            <a:rect l="0" t="0" r="r" b="b"/>
            <a:pathLst>
              <a:path w="6113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3" y="23"/>
                </a:cubicBezTo>
                <a:cubicBezTo>
                  <a:pt x="30" y="16"/>
                  <a:pt x="39" y="10"/>
                  <a:pt x="49" y="6"/>
                </a:cubicBezTo>
                <a:cubicBezTo>
                  <a:pt x="59" y="2"/>
                  <a:pt x="69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4" y="6"/>
                </a:cubicBezTo>
                <a:cubicBezTo>
                  <a:pt x="6073" y="10"/>
                  <a:pt x="6082" y="16"/>
                  <a:pt x="6089" y="23"/>
                </a:cubicBezTo>
                <a:cubicBezTo>
                  <a:pt x="6097" y="31"/>
                  <a:pt x="6103" y="40"/>
                  <a:pt x="6107" y="49"/>
                </a:cubicBezTo>
                <a:cubicBezTo>
                  <a:pt x="6111" y="59"/>
                  <a:pt x="6113" y="69"/>
                  <a:pt x="6113" y="80"/>
                </a:cubicBezTo>
                <a:lnTo>
                  <a:pt x="6113" y="451"/>
                </a:lnTo>
                <a:cubicBezTo>
                  <a:pt x="6113" y="462"/>
                  <a:pt x="6111" y="472"/>
                  <a:pt x="6107" y="481"/>
                </a:cubicBezTo>
                <a:cubicBezTo>
                  <a:pt x="6103" y="491"/>
                  <a:pt x="6097" y="500"/>
                  <a:pt x="6089" y="507"/>
                </a:cubicBezTo>
                <a:cubicBezTo>
                  <a:pt x="6082" y="515"/>
                  <a:pt x="6073" y="520"/>
                  <a:pt x="6064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6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1657440" y="349812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4670280" y="349812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 txBox="1"/>
          <p:nvPr/>
        </p:nvSpPr>
        <p:spPr>
          <a:xfrm>
            <a:off x="533520" y="394236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866960" y="393336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2406600" y="39423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 txBox="1"/>
          <p:nvPr/>
        </p:nvSpPr>
        <p:spPr>
          <a:xfrm>
            <a:off x="533520" y="4219200"/>
            <a:ext cx="1326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1859400" y="4228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3185280" y="4219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3439440" y="42282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の発電量予測を系統的に引き下げている可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33520" y="4514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6667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2855880" y="500868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347220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4415040" y="500868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36120" y="5016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666720" y="539784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1352520" y="5389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1695600" y="5397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2038320" y="5389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 txBox="1"/>
          <p:nvPr/>
        </p:nvSpPr>
        <p:spPr>
          <a:xfrm>
            <a:off x="2427120" y="5397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285588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4415040" y="5389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666720" y="5779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1352520" y="57708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1695600" y="5779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038320" y="577080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2427120" y="5779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2855880" y="577080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920" name=""/>
          <p:cNvPicPr/>
          <p:nvPr/>
        </p:nvPicPr>
        <p:blipFill>
          <a:blip r:embed="rId1"/>
          <a:stretch/>
        </p:blipFill>
        <p:spPr>
          <a:xfrm>
            <a:off x="7296120" y="146700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1" name=""/>
          <p:cNvPicPr/>
          <p:nvPr/>
        </p:nvPicPr>
        <p:blipFill>
          <a:blip r:embed="rId2"/>
          <a:stretch/>
        </p:blipFill>
        <p:spPr>
          <a:xfrm>
            <a:off x="7296120" y="3048120"/>
            <a:ext cx="4362120" cy="135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2" name=""/>
          <p:cNvSpPr txBox="1"/>
          <p:nvPr/>
        </p:nvSpPr>
        <p:spPr>
          <a:xfrm>
            <a:off x="4415040" y="577080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4577040" y="13993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799920" y="1742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⼀任し、⼀定の精度を確保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2239560" y="21326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799920" y="2475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れたため要因を調査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906120" y="28659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799920" y="32090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低い説明変数が含まれていたことが判明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/>
          <p:nvPr/>
        </p:nvSpPr>
        <p:spPr>
          <a:xfrm>
            <a:off x="5124240" y="19620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/>
          <p:nvPr/>
        </p:nvSpPr>
        <p:spPr>
          <a:xfrm>
            <a:off x="5933880" y="19620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/>
          <p:nvPr/>
        </p:nvSpPr>
        <p:spPr>
          <a:xfrm>
            <a:off x="7134120" y="19620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/>
          <p:nvPr/>
        </p:nvSpPr>
        <p:spPr>
          <a:xfrm>
            <a:off x="10848960" y="19620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/>
          <p:nvPr/>
        </p:nvSpPr>
        <p:spPr>
          <a:xfrm>
            <a:off x="5124240" y="260028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/>
          <p:nvPr/>
        </p:nvSpPr>
        <p:spPr>
          <a:xfrm>
            <a:off x="5933880" y="260028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/>
          <p:nvPr/>
        </p:nvSpPr>
        <p:spPr>
          <a:xfrm>
            <a:off x="7134120" y="260028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/>
          <p:nvPr/>
        </p:nvSpPr>
        <p:spPr>
          <a:xfrm>
            <a:off x="10848960" y="260028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/>
          <p:nvPr/>
        </p:nvSpPr>
        <p:spPr>
          <a:xfrm>
            <a:off x="5124240" y="323820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/>
          <p:nvPr/>
        </p:nvSpPr>
        <p:spPr>
          <a:xfrm>
            <a:off x="5933880" y="323820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/>
          <p:nvPr/>
        </p:nvSpPr>
        <p:spPr>
          <a:xfrm>
            <a:off x="7134120" y="323820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/>
          <p:nvPr/>
        </p:nvSpPr>
        <p:spPr>
          <a:xfrm>
            <a:off x="10848960" y="323820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/>
          <p:nvPr/>
        </p:nvSpPr>
        <p:spPr>
          <a:xfrm>
            <a:off x="5124240" y="3876480"/>
            <a:ext cx="810000" cy="638640"/>
          </a:xfrm>
          <a:custGeom>
            <a:avLst/>
            <a:gdLst/>
            <a:ahLst/>
            <a:rect l="0" t="0" r="r" b="b"/>
            <a:pathLst>
              <a:path w="2250" h="1774">
                <a:moveTo>
                  <a:pt x="0" y="0"/>
                </a:moveTo>
                <a:lnTo>
                  <a:pt x="2250" y="0"/>
                </a:lnTo>
                <a:lnTo>
                  <a:pt x="225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/>
          <p:nvPr/>
        </p:nvSpPr>
        <p:spPr>
          <a:xfrm>
            <a:off x="5933880" y="3876480"/>
            <a:ext cx="1200600" cy="638640"/>
          </a:xfrm>
          <a:custGeom>
            <a:avLst/>
            <a:gdLst/>
            <a:ahLst/>
            <a:rect l="0" t="0" r="r" b="b"/>
            <a:pathLst>
              <a:path w="3335" h="1774">
                <a:moveTo>
                  <a:pt x="0" y="0"/>
                </a:moveTo>
                <a:lnTo>
                  <a:pt x="3335" y="0"/>
                </a:lnTo>
                <a:lnTo>
                  <a:pt x="333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/>
          <p:nvPr/>
        </p:nvSpPr>
        <p:spPr>
          <a:xfrm>
            <a:off x="7134120" y="3876480"/>
            <a:ext cx="3715200" cy="638640"/>
          </a:xfrm>
          <a:custGeom>
            <a:avLst/>
            <a:gdLst/>
            <a:ahLst/>
            <a:rect l="0" t="0" r="r" b="b"/>
            <a:pathLst>
              <a:path w="10320" h="1774">
                <a:moveTo>
                  <a:pt x="0" y="0"/>
                </a:moveTo>
                <a:lnTo>
                  <a:pt x="10320" y="0"/>
                </a:lnTo>
                <a:lnTo>
                  <a:pt x="1032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/>
          <p:nvPr/>
        </p:nvSpPr>
        <p:spPr>
          <a:xfrm>
            <a:off x="10848960" y="3876480"/>
            <a:ext cx="809640" cy="638640"/>
          </a:xfrm>
          <a:custGeom>
            <a:avLst/>
            <a:gdLst/>
            <a:ahLst/>
            <a:rect l="0" t="0" r="r" b="b"/>
            <a:pathLst>
              <a:path w="2249" h="1774">
                <a:moveTo>
                  <a:pt x="0" y="0"/>
                </a:moveTo>
                <a:lnTo>
                  <a:pt x="2249" y="0"/>
                </a:lnTo>
                <a:lnTo>
                  <a:pt x="224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/>
          <p:nvPr/>
        </p:nvSpPr>
        <p:spPr>
          <a:xfrm>
            <a:off x="5124240" y="4514760"/>
            <a:ext cx="810000" cy="638280"/>
          </a:xfrm>
          <a:custGeom>
            <a:avLst/>
            <a:gdLst/>
            <a:ahLst/>
            <a:rect l="0" t="0" r="r" b="b"/>
            <a:pathLst>
              <a:path w="2250" h="1773">
                <a:moveTo>
                  <a:pt x="0" y="0"/>
                </a:moveTo>
                <a:lnTo>
                  <a:pt x="2250" y="0"/>
                </a:lnTo>
                <a:lnTo>
                  <a:pt x="225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/>
          <p:nvPr/>
        </p:nvSpPr>
        <p:spPr>
          <a:xfrm>
            <a:off x="5933880" y="4514760"/>
            <a:ext cx="1200600" cy="638280"/>
          </a:xfrm>
          <a:custGeom>
            <a:avLst/>
            <a:gdLst/>
            <a:ahLst/>
            <a:rect l="0" t="0" r="r" b="b"/>
            <a:pathLst>
              <a:path w="3335" h="1773">
                <a:moveTo>
                  <a:pt x="0" y="0"/>
                </a:moveTo>
                <a:lnTo>
                  <a:pt x="3335" y="0"/>
                </a:lnTo>
                <a:lnTo>
                  <a:pt x="333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/>
          <p:nvPr/>
        </p:nvSpPr>
        <p:spPr>
          <a:xfrm>
            <a:off x="7134120" y="4514760"/>
            <a:ext cx="3715200" cy="638280"/>
          </a:xfrm>
          <a:custGeom>
            <a:avLst/>
            <a:gdLst/>
            <a:ahLst/>
            <a:rect l="0" t="0" r="r" b="b"/>
            <a:pathLst>
              <a:path w="10320" h="1773">
                <a:moveTo>
                  <a:pt x="0" y="0"/>
                </a:moveTo>
                <a:lnTo>
                  <a:pt x="10320" y="0"/>
                </a:lnTo>
                <a:lnTo>
                  <a:pt x="1032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/>
          <p:nvPr/>
        </p:nvSpPr>
        <p:spPr>
          <a:xfrm>
            <a:off x="10848960" y="4514760"/>
            <a:ext cx="809640" cy="638280"/>
          </a:xfrm>
          <a:custGeom>
            <a:avLst/>
            <a:gdLst/>
            <a:ahLst/>
            <a:rect l="0" t="0" r="r" b="b"/>
            <a:pathLst>
              <a:path w="2249" h="1773">
                <a:moveTo>
                  <a:pt x="0" y="0"/>
                </a:moveTo>
                <a:lnTo>
                  <a:pt x="2249" y="0"/>
                </a:lnTo>
                <a:lnTo>
                  <a:pt x="224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/>
          <p:nvPr/>
        </p:nvSpPr>
        <p:spPr>
          <a:xfrm>
            <a:off x="512424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/>
          <p:nvPr/>
        </p:nvSpPr>
        <p:spPr>
          <a:xfrm>
            <a:off x="5124240" y="195228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/>
          <p:nvPr/>
        </p:nvSpPr>
        <p:spPr>
          <a:xfrm>
            <a:off x="59245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/>
          <p:nvPr/>
        </p:nvSpPr>
        <p:spPr>
          <a:xfrm>
            <a:off x="5933880" y="19522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/>
          <p:nvPr/>
        </p:nvSpPr>
        <p:spPr>
          <a:xfrm>
            <a:off x="71244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/>
          <p:nvPr/>
        </p:nvSpPr>
        <p:spPr>
          <a:xfrm>
            <a:off x="7134120" y="195228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/>
          <p:nvPr/>
        </p:nvSpPr>
        <p:spPr>
          <a:xfrm>
            <a:off x="1083924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/>
          <p:nvPr/>
        </p:nvSpPr>
        <p:spPr>
          <a:xfrm>
            <a:off x="10848960" y="195228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/>
          <p:nvPr/>
        </p:nvSpPr>
        <p:spPr>
          <a:xfrm>
            <a:off x="5124240" y="259056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/>
          <p:nvPr/>
        </p:nvSpPr>
        <p:spPr>
          <a:xfrm>
            <a:off x="5933880" y="259056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/>
          <p:nvPr/>
        </p:nvSpPr>
        <p:spPr>
          <a:xfrm>
            <a:off x="7134120" y="259056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/>
          <p:nvPr/>
        </p:nvSpPr>
        <p:spPr>
          <a:xfrm>
            <a:off x="10848960" y="259056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/>
          <p:nvPr/>
        </p:nvSpPr>
        <p:spPr>
          <a:xfrm>
            <a:off x="512424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/>
          <p:nvPr/>
        </p:nvSpPr>
        <p:spPr>
          <a:xfrm>
            <a:off x="59245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/>
          <p:nvPr/>
        </p:nvSpPr>
        <p:spPr>
          <a:xfrm>
            <a:off x="71244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/>
          <p:nvPr/>
        </p:nvSpPr>
        <p:spPr>
          <a:xfrm>
            <a:off x="1083924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/>
          <p:nvPr/>
        </p:nvSpPr>
        <p:spPr>
          <a:xfrm>
            <a:off x="512424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7" name=""/>
          <p:cNvSpPr/>
          <p:nvPr/>
        </p:nvSpPr>
        <p:spPr>
          <a:xfrm>
            <a:off x="5124240" y="322884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/>
          <p:nvPr/>
        </p:nvSpPr>
        <p:spPr>
          <a:xfrm>
            <a:off x="59245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5933880" y="32288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/>
          <p:nvPr/>
        </p:nvSpPr>
        <p:spPr>
          <a:xfrm>
            <a:off x="71244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/>
          <p:nvPr/>
        </p:nvSpPr>
        <p:spPr>
          <a:xfrm>
            <a:off x="7134120" y="322884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/>
          <p:nvPr/>
        </p:nvSpPr>
        <p:spPr>
          <a:xfrm>
            <a:off x="1083924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10848960" y="322884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/>
          <p:nvPr/>
        </p:nvSpPr>
        <p:spPr>
          <a:xfrm>
            <a:off x="512424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/>
          <p:nvPr/>
        </p:nvSpPr>
        <p:spPr>
          <a:xfrm>
            <a:off x="5124240" y="38671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/>
          <p:nvPr/>
        </p:nvSpPr>
        <p:spPr>
          <a:xfrm>
            <a:off x="59245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/>
          <p:nvPr/>
        </p:nvSpPr>
        <p:spPr>
          <a:xfrm>
            <a:off x="5933880" y="3867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/>
          <p:nvPr/>
        </p:nvSpPr>
        <p:spPr>
          <a:xfrm>
            <a:off x="71244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/>
          <p:nvPr/>
        </p:nvSpPr>
        <p:spPr>
          <a:xfrm>
            <a:off x="7134120" y="38671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/>
          <p:nvPr/>
        </p:nvSpPr>
        <p:spPr>
          <a:xfrm>
            <a:off x="1083924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/>
          <p:nvPr/>
        </p:nvSpPr>
        <p:spPr>
          <a:xfrm>
            <a:off x="10848960" y="38671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3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4" name=""/>
          <p:cNvSpPr/>
          <p:nvPr/>
        </p:nvSpPr>
        <p:spPr>
          <a:xfrm>
            <a:off x="512424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5" name=""/>
          <p:cNvSpPr/>
          <p:nvPr/>
        </p:nvSpPr>
        <p:spPr>
          <a:xfrm>
            <a:off x="5124240" y="4505040"/>
            <a:ext cx="810000" cy="10080"/>
          </a:xfrm>
          <a:custGeom>
            <a:avLst/>
            <a:gdLst/>
            <a:ahLst/>
            <a:rect l="0" t="0" r="r" b="b"/>
            <a:pathLst>
              <a:path w="2250" h="28">
                <a:moveTo>
                  <a:pt x="0" y="0"/>
                </a:moveTo>
                <a:lnTo>
                  <a:pt x="2250" y="0"/>
                </a:lnTo>
                <a:lnTo>
                  <a:pt x="22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6" name=""/>
          <p:cNvSpPr/>
          <p:nvPr/>
        </p:nvSpPr>
        <p:spPr>
          <a:xfrm>
            <a:off x="59245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7" name=""/>
          <p:cNvSpPr/>
          <p:nvPr/>
        </p:nvSpPr>
        <p:spPr>
          <a:xfrm>
            <a:off x="5933880" y="45050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8" name=""/>
          <p:cNvSpPr/>
          <p:nvPr/>
        </p:nvSpPr>
        <p:spPr>
          <a:xfrm>
            <a:off x="71244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9" name=""/>
          <p:cNvSpPr/>
          <p:nvPr/>
        </p:nvSpPr>
        <p:spPr>
          <a:xfrm>
            <a:off x="7134120" y="4505040"/>
            <a:ext cx="3715200" cy="10080"/>
          </a:xfrm>
          <a:custGeom>
            <a:avLst/>
            <a:gdLst/>
            <a:ahLst/>
            <a:rect l="0" t="0" r="r" b="b"/>
            <a:pathLst>
              <a:path w="10320" h="28">
                <a:moveTo>
                  <a:pt x="0" y="0"/>
                </a:moveTo>
                <a:lnTo>
                  <a:pt x="10320" y="0"/>
                </a:lnTo>
                <a:lnTo>
                  <a:pt x="103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0" name=""/>
          <p:cNvSpPr/>
          <p:nvPr/>
        </p:nvSpPr>
        <p:spPr>
          <a:xfrm>
            <a:off x="1083924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1" name=""/>
          <p:cNvSpPr/>
          <p:nvPr/>
        </p:nvSpPr>
        <p:spPr>
          <a:xfrm>
            <a:off x="10848960" y="4505040"/>
            <a:ext cx="809640" cy="10080"/>
          </a:xfrm>
          <a:custGeom>
            <a:avLst/>
            <a:gdLst/>
            <a:ahLst/>
            <a:rect l="0" t="0" r="r" b="b"/>
            <a:pathLst>
              <a:path w="2249" h="28">
                <a:moveTo>
                  <a:pt x="0" y="0"/>
                </a:moveTo>
                <a:lnTo>
                  <a:pt x="2249" y="0"/>
                </a:lnTo>
                <a:lnTo>
                  <a:pt x="224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2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3" name=""/>
          <p:cNvSpPr/>
          <p:nvPr/>
        </p:nvSpPr>
        <p:spPr>
          <a:xfrm>
            <a:off x="5124240" y="5143320"/>
            <a:ext cx="810000" cy="9720"/>
          </a:xfrm>
          <a:custGeom>
            <a:avLst/>
            <a:gdLst/>
            <a:ahLst/>
            <a:rect l="0" t="0" r="r" b="b"/>
            <a:pathLst>
              <a:path w="2250" h="27">
                <a:moveTo>
                  <a:pt x="0" y="0"/>
                </a:moveTo>
                <a:lnTo>
                  <a:pt x="2250" y="0"/>
                </a:lnTo>
                <a:lnTo>
                  <a:pt x="22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4" name=""/>
          <p:cNvSpPr/>
          <p:nvPr/>
        </p:nvSpPr>
        <p:spPr>
          <a:xfrm>
            <a:off x="5933880" y="51433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5" name=""/>
          <p:cNvSpPr/>
          <p:nvPr/>
        </p:nvSpPr>
        <p:spPr>
          <a:xfrm>
            <a:off x="7134120" y="5143320"/>
            <a:ext cx="3715200" cy="9720"/>
          </a:xfrm>
          <a:custGeom>
            <a:avLst/>
            <a:gdLst/>
            <a:ahLst/>
            <a:rect l="0" t="0" r="r" b="b"/>
            <a:pathLst>
              <a:path w="10320" h="27">
                <a:moveTo>
                  <a:pt x="0" y="0"/>
                </a:moveTo>
                <a:lnTo>
                  <a:pt x="10320" y="0"/>
                </a:lnTo>
                <a:lnTo>
                  <a:pt x="103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6" name=""/>
          <p:cNvSpPr/>
          <p:nvPr/>
        </p:nvSpPr>
        <p:spPr>
          <a:xfrm>
            <a:off x="10848960" y="5143320"/>
            <a:ext cx="809640" cy="9720"/>
          </a:xfrm>
          <a:custGeom>
            <a:avLst/>
            <a:gdLst/>
            <a:ahLst/>
            <a:rect l="0" t="0" r="r" b="b"/>
            <a:pathLst>
              <a:path w="2249" h="27">
                <a:moveTo>
                  <a:pt x="0" y="0"/>
                </a:moveTo>
                <a:lnTo>
                  <a:pt x="2249" y="0"/>
                </a:lnTo>
                <a:lnTo>
                  <a:pt x="224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512064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525384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525384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605808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726192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097352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1097352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525384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60580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622944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605808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726192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735696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787140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822996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840168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9173160" y="2692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9516240" y="2684880"/>
            <a:ext cx="550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1006848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7261920" y="2941920"/>
            <a:ext cx="117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GSR_5day_avg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844272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8614440" y="2941920"/>
            <a:ext cx="1189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GSR_5day_ago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0" name=""/>
          <p:cNvSpPr txBox="1"/>
          <p:nvPr/>
        </p:nvSpPr>
        <p:spPr>
          <a:xfrm>
            <a:off x="980820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1" name=""/>
          <p:cNvSpPr txBox="1"/>
          <p:nvPr/>
        </p:nvSpPr>
        <p:spPr>
          <a:xfrm>
            <a:off x="1097352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2" name=""/>
          <p:cNvSpPr txBox="1"/>
          <p:nvPr/>
        </p:nvSpPr>
        <p:spPr>
          <a:xfrm>
            <a:off x="525384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3" name=""/>
          <p:cNvSpPr txBox="1"/>
          <p:nvPr/>
        </p:nvSpPr>
        <p:spPr>
          <a:xfrm>
            <a:off x="605808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4" name=""/>
          <p:cNvSpPr txBox="1"/>
          <p:nvPr/>
        </p:nvSpPr>
        <p:spPr>
          <a:xfrm>
            <a:off x="605808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624888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42024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7261920" y="3456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7356960" y="3464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9" name=""/>
          <p:cNvSpPr txBox="1"/>
          <p:nvPr/>
        </p:nvSpPr>
        <p:spPr>
          <a:xfrm>
            <a:off x="7871400" y="3456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0" name=""/>
          <p:cNvSpPr txBox="1"/>
          <p:nvPr/>
        </p:nvSpPr>
        <p:spPr>
          <a:xfrm>
            <a:off x="82299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1" name=""/>
          <p:cNvSpPr txBox="1"/>
          <p:nvPr/>
        </p:nvSpPr>
        <p:spPr>
          <a:xfrm>
            <a:off x="8401680" y="3456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2" name=""/>
          <p:cNvSpPr txBox="1"/>
          <p:nvPr/>
        </p:nvSpPr>
        <p:spPr>
          <a:xfrm>
            <a:off x="9185760" y="3464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9357120" y="345636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10176480" y="34642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1097352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1097352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525384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605808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605808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0" name=""/>
          <p:cNvSpPr txBox="1"/>
          <p:nvPr/>
        </p:nvSpPr>
        <p:spPr>
          <a:xfrm>
            <a:off x="624888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7261920" y="40942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7356960" y="4102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7871400" y="40942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4" name=""/>
          <p:cNvSpPr txBox="1"/>
          <p:nvPr/>
        </p:nvSpPr>
        <p:spPr>
          <a:xfrm>
            <a:off x="823680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8408160" y="40942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923328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9405000" y="409428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9754560" y="4102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9" name=""/>
          <p:cNvSpPr txBox="1"/>
          <p:nvPr/>
        </p:nvSpPr>
        <p:spPr>
          <a:xfrm>
            <a:off x="1097352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0" name=""/>
          <p:cNvSpPr txBox="1"/>
          <p:nvPr/>
        </p:nvSpPr>
        <p:spPr>
          <a:xfrm>
            <a:off x="1097352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525384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605808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05808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24888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7261920" y="47325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735696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7871400" y="47325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82299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8401680" y="47325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9185760" y="4740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9357120" y="47325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9699840" y="474084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1097352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1097352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512064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816876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930492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949536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1030032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5" name=""/>
          <p:cNvSpPr/>
          <p:nvPr/>
        </p:nvSpPr>
        <p:spPr>
          <a:xfrm>
            <a:off x="533160" y="120960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06" name=""/>
          <p:cNvSpPr/>
          <p:nvPr/>
        </p:nvSpPr>
        <p:spPr>
          <a:xfrm>
            <a:off x="618840" y="1618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1"/>
                  <a:pt x="16" y="32"/>
                  <a:pt x="24" y="25"/>
                </a:cubicBezTo>
                <a:cubicBezTo>
                  <a:pt x="31" y="17"/>
                  <a:pt x="40" y="11"/>
                  <a:pt x="49" y="7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7"/>
                </a:cubicBezTo>
                <a:cubicBezTo>
                  <a:pt x="121" y="11"/>
                  <a:pt x="129" y="17"/>
                  <a:pt x="137" y="25"/>
                </a:cubicBezTo>
                <a:cubicBezTo>
                  <a:pt x="144" y="32"/>
                  <a:pt x="150" y="41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533520" y="693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799920" y="15325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このプレゼンも、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9" name=""/>
          <p:cNvSpPr txBox="1"/>
          <p:nvPr/>
        </p:nvSpPr>
        <p:spPr>
          <a:xfrm>
            <a:off x="2324160" y="1523520"/>
            <a:ext cx="791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Marp CLI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3114360" y="15325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というツールを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4442400" y="1523520"/>
            <a:ext cx="111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5560560" y="15325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3" name=""/>
          <p:cNvSpPr/>
          <p:nvPr/>
        </p:nvSpPr>
        <p:spPr>
          <a:xfrm>
            <a:off x="618840" y="235260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4" name=""/>
          <p:cNvSpPr txBox="1"/>
          <p:nvPr/>
        </p:nvSpPr>
        <p:spPr>
          <a:xfrm>
            <a:off x="799920" y="187560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いながら⾃動作成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799920" y="226584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2699280" y="2257200"/>
            <a:ext cx="60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GitHub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3302640" y="226584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で成果をみえる化し、運⽤しな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8" name=""/>
          <p:cNvSpPr/>
          <p:nvPr/>
        </p:nvSpPr>
        <p:spPr>
          <a:xfrm>
            <a:off x="618840" y="3085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799920" y="260892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799920" y="299952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電⼒データ分析、太陽光発電予測を毎⽇実⾏、天気図⽣成、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1" name=""/>
          <p:cNvSpPr txBox="1"/>
          <p:nvPr/>
        </p:nvSpPr>
        <p:spPr>
          <a:xfrm>
            <a:off x="799920" y="334224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2" name=""/>
          <p:cNvSpPr txBox="1"/>
          <p:nvPr/>
        </p:nvSpPr>
        <p:spPr>
          <a:xfrm>
            <a:off x="1556280" y="333324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3" name=""/>
          <p:cNvSpPr/>
          <p:nvPr/>
        </p:nvSpPr>
        <p:spPr>
          <a:xfrm>
            <a:off x="618840" y="38192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1934280" y="33422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、ネット情報まとめなどテーマを拡張中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799920" y="3732840"/>
            <a:ext cx="3239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課題：職場では源内利⽤開始したが、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4038480" y="37238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4211280" y="373284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エージェントはまだ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8" name=""/>
          <p:cNvSpPr/>
          <p:nvPr/>
        </p:nvSpPr>
        <p:spPr>
          <a:xfrm>
            <a:off x="618840" y="45529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9" name=""/>
          <p:cNvSpPr txBox="1"/>
          <p:nvPr/>
        </p:nvSpPr>
        <p:spPr>
          <a:xfrm>
            <a:off x="799920" y="407592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使えない。⾮効率なチャット開発に逆戻り。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0" name=""/>
          <p:cNvSpPr txBox="1"/>
          <p:nvPr/>
        </p:nvSpPr>
        <p:spPr>
          <a:xfrm>
            <a:off x="799920" y="446616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趣味：当⾯は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1" name=""/>
          <p:cNvSpPr txBox="1"/>
          <p:nvPr/>
        </p:nvSpPr>
        <p:spPr>
          <a:xfrm>
            <a:off x="1942920" y="44571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2" name=""/>
          <p:cNvSpPr txBox="1"/>
          <p:nvPr/>
        </p:nvSpPr>
        <p:spPr>
          <a:xfrm>
            <a:off x="2115720" y="4466160"/>
            <a:ext cx="3810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エージェントで何でも⾃動化し腕を磨く。た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3" name=""/>
          <p:cNvSpPr txBox="1"/>
          <p:nvPr/>
        </p:nvSpPr>
        <p:spPr>
          <a:xfrm>
            <a:off x="799920" y="480924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だし趣味の範囲。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4" name=""/>
          <p:cNvSpPr txBox="1"/>
          <p:nvPr/>
        </p:nvSpPr>
        <p:spPr>
          <a:xfrm>
            <a:off x="799920" y="5151960"/>
            <a:ext cx="5144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    撮影した地⾐類（藻類と菌類の共⽣体）画像の⾃動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1135" name=""/>
          <p:cNvPicPr/>
          <p:nvPr/>
        </p:nvPicPr>
        <p:blipFill>
          <a:blip r:embed="rId1"/>
          <a:stretch/>
        </p:blipFill>
        <p:spPr>
          <a:xfrm>
            <a:off x="7029360" y="1467000"/>
            <a:ext cx="3809520" cy="138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6" name=""/>
          <p:cNvPicPr/>
          <p:nvPr/>
        </p:nvPicPr>
        <p:blipFill>
          <a:blip r:embed="rId2"/>
          <a:stretch/>
        </p:blipFill>
        <p:spPr>
          <a:xfrm>
            <a:off x="6972120" y="3076560"/>
            <a:ext cx="119988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7" name=""/>
          <p:cNvPicPr/>
          <p:nvPr/>
        </p:nvPicPr>
        <p:blipFill>
          <a:blip r:embed="rId3"/>
          <a:stretch/>
        </p:blipFill>
        <p:spPr>
          <a:xfrm>
            <a:off x="8267760" y="3076560"/>
            <a:ext cx="1152000" cy="142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38" name=""/>
          <p:cNvPicPr/>
          <p:nvPr/>
        </p:nvPicPr>
        <p:blipFill>
          <a:blip r:embed="rId4"/>
          <a:stretch/>
        </p:blipFill>
        <p:spPr>
          <a:xfrm>
            <a:off x="9515520" y="3076560"/>
            <a:ext cx="138060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9" name=""/>
          <p:cNvSpPr txBox="1"/>
          <p:nvPr/>
        </p:nvSpPr>
        <p:spPr>
          <a:xfrm>
            <a:off x="799920" y="54950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0" name=""/>
          <p:cNvSpPr txBox="1"/>
          <p:nvPr/>
        </p:nvSpPr>
        <p:spPr>
          <a:xfrm>
            <a:off x="533520" y="59616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