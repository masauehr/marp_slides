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67632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20"/>
                  <a:pt x="30843" y="1233"/>
                </a:cubicBezTo>
                <a:cubicBezTo>
                  <a:pt x="30838" y="1246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67632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7229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713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713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/>
          <p:nvPr/>
        </p:nvSpPr>
        <p:spPr>
          <a:xfrm>
            <a:off x="885600" y="2152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3" y="129"/>
                  <a:pt x="136" y="137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6" y="23"/>
                </a:cubicBezTo>
                <a:cubicBezTo>
                  <a:pt x="143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noFill/>
          <a:ln w="9360">
            <a:solidFill>
              <a:srgbClr val="1A1A2E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722280" y="1722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066680" y="20660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61640" y="205704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744880" y="2066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935320" y="205704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627240" y="20660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579800" y="20570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/>
          <p:nvPr/>
        </p:nvSpPr>
        <p:spPr>
          <a:xfrm>
            <a:off x="885600" y="2543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3" y="129"/>
                  <a:pt x="136" y="136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6" y="23"/>
                </a:cubicBezTo>
                <a:cubicBezTo>
                  <a:pt x="143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noFill/>
          <a:ln w="9360">
            <a:solidFill>
              <a:srgbClr val="1A1A2E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752600" y="2066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066680" y="24566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971800" y="2447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144600" y="245664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715920" y="244764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/>
          <p:nvPr/>
        </p:nvSpPr>
        <p:spPr>
          <a:xfrm>
            <a:off x="618840" y="29336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5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05600" y="2456640"/>
            <a:ext cx="5715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コードを書いて保存、チャットの内容をまとめさせてマニュアル化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920" y="28468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705040" y="28382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757960" y="284688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2948400" y="283824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657960" y="284688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4038840" y="283824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564800" y="284688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755240" y="28382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18840" y="33336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5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4808160" y="284688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920" y="3247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562040" y="323820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827000" y="3247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2017440" y="3238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2070360" y="3247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260800" y="323820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2864160" y="324720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23960" y="380808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699800" y="379980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09" name=""/>
          <p:cNvPicPr/>
          <p:nvPr/>
        </p:nvPicPr>
        <p:blipFill>
          <a:blip r:embed="rId1"/>
          <a:stretch/>
        </p:blipFill>
        <p:spPr>
          <a:xfrm>
            <a:off x="3619440" y="428616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"/>
          <p:cNvSpPr txBox="1"/>
          <p:nvPr/>
        </p:nvSpPr>
        <p:spPr>
          <a:xfrm>
            <a:off x="5058720" y="380808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267640" y="3027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15760" y="30189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573912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592956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06384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78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1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30" name=""/>
          <p:cNvPicPr/>
          <p:nvPr/>
        </p:nvPicPr>
        <p:blipFill>
          <a:blip r:embed="rId1"/>
          <a:stretch/>
        </p:blipFill>
        <p:spPr>
          <a:xfrm>
            <a:off x="7829640" y="1276200"/>
            <a:ext cx="2209320" cy="219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"/>
          <p:cNvPicPr/>
          <p:nvPr/>
        </p:nvPicPr>
        <p:blipFill>
          <a:blip r:embed="rId2"/>
          <a:stretch/>
        </p:blipFill>
        <p:spPr>
          <a:xfrm>
            <a:off x="7058160" y="3695760"/>
            <a:ext cx="3752640" cy="219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86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7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55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6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7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/>
          <p:nvPr/>
        </p:nvSpPr>
        <p:spPr>
          <a:xfrm>
            <a:off x="533160" y="1257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/>
          <p:nvPr/>
        </p:nvSpPr>
        <p:spPr>
          <a:xfrm>
            <a:off x="618840" y="16668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33520" y="74088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799920" y="15800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324160" y="157140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3114360" y="1580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4442400" y="157140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/>
          <p:nvPr/>
        </p:nvSpPr>
        <p:spPr>
          <a:xfrm>
            <a:off x="618840" y="2057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5560560" y="15800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799920" y="19706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2699280" y="196164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/>
          <p:nvPr/>
        </p:nvSpPr>
        <p:spPr>
          <a:xfrm>
            <a:off x="618840" y="24476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302640" y="197064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799920" y="2361240"/>
            <a:ext cx="5906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699960" y="2352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/>
          <p:nvPr/>
        </p:nvSpPr>
        <p:spPr>
          <a:xfrm>
            <a:off x="618840" y="2838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7077600" y="2361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99920" y="2751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4038480" y="2742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/>
          <p:nvPr/>
        </p:nvSpPr>
        <p:spPr>
          <a:xfrm>
            <a:off x="618840" y="3228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4211280" y="275184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799920" y="31424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1942920" y="31334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2115720" y="3142440"/>
            <a:ext cx="5334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064" name=""/>
          <p:cNvPicPr/>
          <p:nvPr/>
        </p:nvPicPr>
        <p:blipFill>
          <a:blip r:embed="rId1"/>
          <a:stretch/>
        </p:blipFill>
        <p:spPr>
          <a:xfrm>
            <a:off x="3714840" y="3914640"/>
            <a:ext cx="4762080" cy="172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5" name=""/>
          <p:cNvSpPr txBox="1"/>
          <p:nvPr/>
        </p:nvSpPr>
        <p:spPr>
          <a:xfrm>
            <a:off x="799920" y="3485160"/>
            <a:ext cx="6477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    撮影した地⾐類（藻類と菌類の共⽣体）画像の⾃動分類⼿法の検討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533520" y="59047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