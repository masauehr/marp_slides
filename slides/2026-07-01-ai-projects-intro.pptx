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3352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45200" y="4935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12949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967320" y="13039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015280" y="12949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2720880" y="13039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101920" y="12949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479200" y="13039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3352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723960" y="158076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25352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443960" y="1580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54980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740240" y="15807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95228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2142720" y="158076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12UTC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2738880" y="15897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3501000" y="15807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41" name=""/>
          <p:cNvPicPr/>
          <p:nvPr/>
        </p:nvPicPr>
        <p:blipFill>
          <a:blip r:embed="rId1"/>
          <a:stretch/>
        </p:blipFill>
        <p:spPr>
          <a:xfrm>
            <a:off x="533520" y="1990800"/>
            <a:ext cx="2857320" cy="32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"/>
          <p:cNvPicPr/>
          <p:nvPr/>
        </p:nvPicPr>
        <p:blipFill>
          <a:blip r:embed="rId2"/>
          <a:stretch/>
        </p:blipFill>
        <p:spPr>
          <a:xfrm>
            <a:off x="533520" y="5295960"/>
            <a:ext cx="2857320" cy="32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"/>
          <p:cNvSpPr txBox="1"/>
          <p:nvPr/>
        </p:nvSpPr>
        <p:spPr>
          <a:xfrm>
            <a:off x="3712680" y="1589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33520" y="228420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799920" y="31233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2697480" y="31143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3921840" y="3123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799920" y="350496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2337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995840" y="350496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235944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3121200" y="350496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841200" y="35136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799920" y="3904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2514600" y="38952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2793240" y="39042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914400" y="436212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533520" y="228420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799920" y="3123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3848040" y="31143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271760" y="31233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446220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4568040" y="3123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799920" y="35049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360800" y="351360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799920" y="3904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56204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67880" y="39042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585900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618840" y="4390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96484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799920" y="4304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⼿法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181160" y="4295520"/>
            <a:ext cx="1506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2684160" y="43045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。毎朝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255480" y="429552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3626280" y="430452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531400" y="429552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187680" y="4304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/>
          <p:nvPr/>
        </p:nvSpPr>
        <p:spPr>
          <a:xfrm>
            <a:off x="552240" y="61624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/>
          <p:nvPr/>
        </p:nvSpPr>
        <p:spPr>
          <a:xfrm>
            <a:off x="533160" y="61624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pic>
        <p:nvPicPr>
          <p:cNvPr id="310" name=""/>
          <p:cNvPicPr/>
          <p:nvPr/>
        </p:nvPicPr>
        <p:blipFill>
          <a:blip r:embed="rId1"/>
          <a:stretch/>
        </p:blipFill>
        <p:spPr>
          <a:xfrm>
            <a:off x="533520" y="1266840"/>
            <a:ext cx="5714640" cy="1752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1" name=""/>
          <p:cNvPicPr/>
          <p:nvPr/>
        </p:nvPicPr>
        <p:blipFill>
          <a:blip r:embed="rId2"/>
          <a:stretch/>
        </p:blipFill>
        <p:spPr>
          <a:xfrm>
            <a:off x="533520" y="3095640"/>
            <a:ext cx="5714640" cy="283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"/>
          <p:cNvSpPr txBox="1"/>
          <p:nvPr/>
        </p:nvSpPr>
        <p:spPr>
          <a:xfrm>
            <a:off x="533520" y="493560"/>
            <a:ext cx="4572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予測値と実測値の⽇次検証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23960" y="629424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33520" y="19983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99920" y="28375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4404240" y="2828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577040" y="2837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2239560" y="32281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799920" y="3609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906120" y="3618720"/>
            <a:ext cx="7239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799920" y="4008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723960" y="45702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