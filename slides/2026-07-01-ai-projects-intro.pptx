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0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819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mobile_app のスクリーンショットを用意し次のように差し替える
![w:600](../../mobile_app/screenshots/radar.png)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D822DB8-C724-5EB8-56B9-9377A8606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7376" y="2833660"/>
            <a:ext cx="7772400" cy="28055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36</Words>
  <Application>Microsoft Macintosh PowerPoint</Application>
  <PresentationFormat>ワイド画面</PresentationFormat>
  <Paragraphs>13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を活用した</dc:title>
  <dc:subject>PptxGenJS Presentation</dc:subject>
  <dc:creator>Created by Marp</dc:creator>
  <cp:lastModifiedBy>上原 政博</cp:lastModifiedBy>
  <cp:revision>2</cp:revision>
  <dcterms:created xsi:type="dcterms:W3CDTF">2026-07-01T02:56:08Z</dcterms:created>
  <dcterms:modified xsi:type="dcterms:W3CDTF">2026-07-01T05:20:38Z</dcterms:modified>
</cp:coreProperties>
</file>