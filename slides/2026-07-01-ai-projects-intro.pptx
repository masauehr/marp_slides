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6288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6288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7229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713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713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722280" y="1722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99920" y="2057040"/>
            <a:ext cx="20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--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001160" y="20660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96120" y="205704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679360" y="2066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869800" y="205704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561720" y="20660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514280" y="20570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687080" y="2066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99920" y="2399760"/>
            <a:ext cx="20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--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001160" y="24087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906280" y="2399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079080" y="24087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650400" y="23997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240080" y="2408760"/>
            <a:ext cx="5715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コードを書いて保存、チャットの内容をまとめさせてマニュアル化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920" y="27993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705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757960" y="27993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948400" y="27903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657960" y="2799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4038840" y="27903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64800" y="27993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7552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18840" y="32860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4808160" y="27993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920" y="31993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562040" y="31903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827000" y="31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017440" y="31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2070360" y="31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260800" y="31903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864160" y="31993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23960" y="37605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699800" y="37519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09" name=""/>
          <p:cNvPicPr/>
          <p:nvPr/>
        </p:nvPicPr>
        <p:blipFill>
          <a:blip r:embed="rId1"/>
          <a:stretch/>
        </p:blipFill>
        <p:spPr>
          <a:xfrm>
            <a:off x="3619440" y="42386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"/>
          <p:cNvSpPr txBox="1"/>
          <p:nvPr/>
        </p:nvSpPr>
        <p:spPr>
          <a:xfrm>
            <a:off x="5058720" y="37605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78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1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30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86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7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55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6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7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/>
          <p:nvPr/>
        </p:nvSpPr>
        <p:spPr>
          <a:xfrm>
            <a:off x="533160" y="1257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/>
          <p:nvPr/>
        </p:nvSpPr>
        <p:spPr>
          <a:xfrm>
            <a:off x="618840" y="16668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33520" y="74088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799920" y="15800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324160" y="157140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3114360" y="1580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442400" y="157140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/>
          <p:nvPr/>
        </p:nvSpPr>
        <p:spPr>
          <a:xfrm>
            <a:off x="618840" y="2057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5560560" y="15800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799920" y="19706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2699280" y="196164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/>
          <p:nvPr/>
        </p:nvSpPr>
        <p:spPr>
          <a:xfrm>
            <a:off x="618840" y="24476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302640" y="197064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799920" y="2361240"/>
            <a:ext cx="5906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699960" y="2352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/>
          <p:nvPr/>
        </p:nvSpPr>
        <p:spPr>
          <a:xfrm>
            <a:off x="618840" y="2838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7077600" y="2361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99920" y="2751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4038480" y="2742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/>
          <p:nvPr/>
        </p:nvSpPr>
        <p:spPr>
          <a:xfrm>
            <a:off x="618840" y="3228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4211280" y="275184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799920" y="31424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1942920" y="31334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2115720" y="3142440"/>
            <a:ext cx="5334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064" name=""/>
          <p:cNvPicPr/>
          <p:nvPr/>
        </p:nvPicPr>
        <p:blipFill>
          <a:blip r:embed="rId1"/>
          <a:stretch/>
        </p:blipFill>
        <p:spPr>
          <a:xfrm>
            <a:off x="3714840" y="3914640"/>
            <a:ext cx="4762080" cy="172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5" name=""/>
          <p:cNvSpPr txBox="1"/>
          <p:nvPr/>
        </p:nvSpPr>
        <p:spPr>
          <a:xfrm>
            <a:off x="799920" y="3485160"/>
            <a:ext cx="6477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    撮影した地⾐類（藻類と菌類の共⽣体）画像の⾃動分類⼿法の検討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533520" y="59047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