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5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6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533160" y="14857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552240" y="174276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20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33160" y="174276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42880" y="2742840"/>
            <a:ext cx="1419480" cy="381600"/>
          </a:xfrm>
          <a:custGeom>
            <a:avLst/>
            <a:gdLst/>
            <a:ahLst/>
            <a:rect l="0" t="0" r="r" b="b"/>
            <a:pathLst>
              <a:path w="3943" h="1060">
                <a:moveTo>
                  <a:pt x="0" y="0"/>
                </a:moveTo>
                <a:lnTo>
                  <a:pt x="3943" y="0"/>
                </a:lnTo>
                <a:lnTo>
                  <a:pt x="394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962000" y="2742840"/>
            <a:ext cx="3019680" cy="381600"/>
          </a:xfrm>
          <a:custGeom>
            <a:avLst/>
            <a:gdLst/>
            <a:ahLst/>
            <a:rect l="0" t="0" r="r" b="b"/>
            <a:pathLst>
              <a:path w="8388" h="1060">
                <a:moveTo>
                  <a:pt x="0" y="0"/>
                </a:moveTo>
                <a:lnTo>
                  <a:pt x="8388" y="0"/>
                </a:lnTo>
                <a:lnTo>
                  <a:pt x="838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4981320" y="27428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542880" y="3504960"/>
            <a:ext cx="1419480" cy="390960"/>
          </a:xfrm>
          <a:custGeom>
            <a:avLst/>
            <a:gdLst/>
            <a:ahLst/>
            <a:rect l="0" t="0" r="r" b="b"/>
            <a:pathLst>
              <a:path w="3943" h="1086">
                <a:moveTo>
                  <a:pt x="0" y="0"/>
                </a:moveTo>
                <a:lnTo>
                  <a:pt x="3943" y="0"/>
                </a:lnTo>
                <a:lnTo>
                  <a:pt x="394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1962000" y="3504960"/>
            <a:ext cx="3019680" cy="390960"/>
          </a:xfrm>
          <a:custGeom>
            <a:avLst/>
            <a:gdLst/>
            <a:ahLst/>
            <a:rect l="0" t="0" r="r" b="b"/>
            <a:pathLst>
              <a:path w="8388" h="1086">
                <a:moveTo>
                  <a:pt x="0" y="0"/>
                </a:moveTo>
                <a:lnTo>
                  <a:pt x="8388" y="0"/>
                </a:lnTo>
                <a:lnTo>
                  <a:pt x="838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4981320" y="350496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533160" y="23526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533160" y="2352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196200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1971360" y="2352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497196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4981320" y="2352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746748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533160" y="273348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1971360" y="27334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4981320" y="273348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533160" y="27428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196200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497196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746748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533160" y="31240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533160" y="311436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196200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1971360" y="311436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497196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4981320" y="311436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746748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533160" y="35049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533160" y="3495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196200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1971360" y="3495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497196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4981320" y="3495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746748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533160" y="388584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1971360" y="38858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4981320" y="388584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542880" y="515268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2724120" y="515268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4286160" y="515268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53316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533160" y="4771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272412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2733480" y="4771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428616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4295520" y="4771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594324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533160" y="51526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2733480" y="515268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4295520" y="515268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53316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272412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428616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594324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53316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533160" y="5533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272412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2733480" y="55339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428616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4295520" y="55339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594324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533160" y="5914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2733480" y="5914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4295520" y="5914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533520" y="96948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00440" y="95184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4312080" y="96948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2396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172656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2088360" y="186624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2383920" y="18745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292680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392940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4291200" y="186624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4697280" y="18745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666720" y="2454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2093400" y="24465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227772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44908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279864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106240" y="24465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39568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556704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591660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6667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09340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245196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26233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0391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724920" y="2827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0680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23936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43347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10624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4648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65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0523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73812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8331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66720" y="320868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2093400" y="320868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90016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5106240" y="320868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588780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2095200" y="361944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314" y="0"/>
                </a:lnTo>
                <a:cubicBezTo>
                  <a:pt x="4325" y="0"/>
                  <a:pt x="4335" y="2"/>
                  <a:pt x="4344" y="6"/>
                </a:cubicBezTo>
                <a:cubicBezTo>
                  <a:pt x="4354" y="10"/>
                  <a:pt x="4363" y="15"/>
                  <a:pt x="4370" y="23"/>
                </a:cubicBezTo>
                <a:cubicBezTo>
                  <a:pt x="4378" y="30"/>
                  <a:pt x="4383" y="39"/>
                  <a:pt x="4387" y="49"/>
                </a:cubicBezTo>
                <a:cubicBezTo>
                  <a:pt x="4391" y="58"/>
                  <a:pt x="4393" y="69"/>
                  <a:pt x="4393" y="79"/>
                </a:cubicBezTo>
                <a:lnTo>
                  <a:pt x="4393" y="450"/>
                </a:lnTo>
                <a:cubicBezTo>
                  <a:pt x="4393" y="461"/>
                  <a:pt x="4391" y="471"/>
                  <a:pt x="4387" y="481"/>
                </a:cubicBezTo>
                <a:cubicBezTo>
                  <a:pt x="4383" y="491"/>
                  <a:pt x="4378" y="499"/>
                  <a:pt x="4370" y="507"/>
                </a:cubicBezTo>
                <a:cubicBezTo>
                  <a:pt x="4363" y="514"/>
                  <a:pt x="4354" y="520"/>
                  <a:pt x="4344" y="524"/>
                </a:cubicBezTo>
                <a:cubicBezTo>
                  <a:pt x="4335" y="528"/>
                  <a:pt x="4325" y="530"/>
                  <a:pt x="4314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40" y="520"/>
                  <a:pt x="31" y="514"/>
                  <a:pt x="24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66720" y="3607200"/>
            <a:ext cx="11955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5105160" y="3619440"/>
            <a:ext cx="2191320" cy="190800"/>
          </a:xfrm>
          <a:custGeom>
            <a:avLst/>
            <a:gdLst/>
            <a:ahLst/>
            <a:rect l="0" t="0" r="r" b="b"/>
            <a:pathLst>
              <a:path w="6087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6007" y="0"/>
                </a:lnTo>
                <a:cubicBezTo>
                  <a:pt x="6018" y="0"/>
                  <a:pt x="6028" y="2"/>
                  <a:pt x="6038" y="6"/>
                </a:cubicBezTo>
                <a:cubicBezTo>
                  <a:pt x="6047" y="10"/>
                  <a:pt x="6056" y="15"/>
                  <a:pt x="6063" y="23"/>
                </a:cubicBezTo>
                <a:cubicBezTo>
                  <a:pt x="6071" y="30"/>
                  <a:pt x="6077" y="39"/>
                  <a:pt x="6081" y="49"/>
                </a:cubicBezTo>
                <a:cubicBezTo>
                  <a:pt x="6085" y="58"/>
                  <a:pt x="6087" y="69"/>
                  <a:pt x="6087" y="79"/>
                </a:cubicBezTo>
                <a:lnTo>
                  <a:pt x="6087" y="450"/>
                </a:lnTo>
                <a:cubicBezTo>
                  <a:pt x="6087" y="461"/>
                  <a:pt x="6085" y="471"/>
                  <a:pt x="6081" y="481"/>
                </a:cubicBezTo>
                <a:cubicBezTo>
                  <a:pt x="6077" y="491"/>
                  <a:pt x="6071" y="499"/>
                  <a:pt x="6063" y="507"/>
                </a:cubicBezTo>
                <a:cubicBezTo>
                  <a:pt x="6056" y="514"/>
                  <a:pt x="6047" y="520"/>
                  <a:pt x="6038" y="524"/>
                </a:cubicBezTo>
                <a:cubicBezTo>
                  <a:pt x="6028" y="528"/>
                  <a:pt x="6018" y="530"/>
                  <a:pt x="6007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4"/>
                  <a:pt x="23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2140920" y="36313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5153760" y="36313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53352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866960" y="407628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406600" y="40852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026400" y="4076280"/>
            <a:ext cx="1379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40520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8731080" y="407628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985240" y="408528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533520" y="43711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げている可能性を検証中。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667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2855880" y="486612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47220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4415040" y="486612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51361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66720" y="52549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1352520" y="52470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695600" y="5254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038320" y="52470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2427120" y="52549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285588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441504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666720" y="5636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1352520" y="562788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1695600" y="56361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2038320" y="562788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2427120" y="5636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2855880" y="562788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4415040" y="562788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4577040" y="1399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99920" y="17420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239560" y="21326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799920" y="24757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906120" y="2865960"/>
            <a:ext cx="4953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799920" y="3209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621972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7057800" y="260028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8343720" y="260028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1082016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621972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7057800" y="387648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8343720" y="387648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1082016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621000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6210000" y="195228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70578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7067520" y="195228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83437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8353080" y="19522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1081080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10820160" y="19522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6210000" y="25905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7067520" y="259056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8353080" y="259056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10820160" y="259056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621000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70578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83437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1081080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621000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6210000" y="322884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70578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7067520" y="322884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83437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8353080" y="322884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1081080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10820160" y="32288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621000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6210000" y="38671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70578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7067520" y="38671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83437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8353080" y="3867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1081080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0820160" y="3867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621000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6210000" y="45050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70578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7067520" y="450504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83437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8353080" y="4505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1080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10820160" y="4505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6210000" y="51433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7067520" y="51433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8353080" y="51433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10820160" y="51433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621036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634356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34356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18992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47260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094688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1094688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34356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8992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36128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8992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847260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56800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908244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94410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961236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103842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47260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643960" y="2941920"/>
            <a:ext cx="59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924408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094688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634356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718992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718992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738036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55208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8472600" y="3322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8568000" y="33310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9082440" y="3322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944100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9612360" y="332280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1039644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472600" y="358020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9291960" y="35881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1094688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1094688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34356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8992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718992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73803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472600" y="39610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568000" y="39690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9082440" y="39610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944748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9618840" y="39610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1044432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472600" y="42181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88221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094688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1094688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34356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718992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718992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738036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472600" y="4599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568000" y="4607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9082440" y="4599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944100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9612360" y="4599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1039644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8472600" y="48564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8815680" y="48646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1094688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1094688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621036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25812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39464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058508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139004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