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0" y="6655"/>
                </a:moveTo>
                <a:cubicBezTo>
                  <a:pt x="402" y="6655"/>
                  <a:pt x="402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99428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12216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302" y="6655"/>
                </a:moveTo>
                <a:cubicBezTo>
                  <a:pt x="-101" y="6655"/>
                  <a:pt x="-101" y="0"/>
                  <a:pt x="30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36112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/>
          <p:nvPr/>
        </p:nvSpPr>
        <p:spPr>
          <a:xfrm>
            <a:off x="552240" y="58672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0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/>
          <p:nvPr/>
        </p:nvSpPr>
        <p:spPr>
          <a:xfrm>
            <a:off x="533160" y="58672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5421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45200" y="5601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13615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67320" y="13705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15280" y="13615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720880" y="1370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101920" y="13615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479200" y="13705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36720" y="136152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7420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6932520" y="1361520"/>
            <a:ext cx="857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AIFS-ENS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7896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7980120" y="136152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8911440" y="13705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33520" y="1656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3352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23960" y="1933200"/>
            <a:ext cx="86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FT=132h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586520" y="1942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2157840" y="193320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7/10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69820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888640" y="193320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46" name=""/>
          <p:cNvPicPr/>
          <p:nvPr/>
        </p:nvPicPr>
        <p:blipFill>
          <a:blip r:embed="rId1"/>
          <a:stretch/>
        </p:blipFill>
        <p:spPr>
          <a:xfrm>
            <a:off x="619200" y="2343240"/>
            <a:ext cx="10953360" cy="32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"/>
          <p:cNvSpPr txBox="1"/>
          <p:nvPr/>
        </p:nvSpPr>
        <p:spPr>
          <a:xfrm>
            <a:off x="3220200" y="1942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723960" y="59904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186560" y="599904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729440" y="59904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829880" y="599904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79992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269748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392184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799920" y="1846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99920" y="222840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123372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995840" y="222840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235944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3121200" y="222840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3841200" y="2237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799920" y="2580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99920" y="2970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2514600" y="296172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2793240" y="2970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799920" y="33138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20" y="3780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77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"/>
          <p:cNvSpPr txBox="1"/>
          <p:nvPr/>
        </p:nvSpPr>
        <p:spPr>
          <a:xfrm>
            <a:off x="914400" y="377136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3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/>
          <p:nvPr/>
        </p:nvSpPr>
        <p:spPr>
          <a:xfrm>
            <a:off x="533160" y="10191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/>
          <p:nvPr/>
        </p:nvSpPr>
        <p:spPr>
          <a:xfrm>
            <a:off x="542880" y="436212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/>
          <p:nvPr/>
        </p:nvSpPr>
        <p:spPr>
          <a:xfrm>
            <a:off x="2190600" y="436212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/>
          <p:nvPr/>
        </p:nvSpPr>
        <p:spPr>
          <a:xfrm>
            <a:off x="3352680" y="436212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542880" y="5124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/>
          <p:nvPr/>
        </p:nvSpPr>
        <p:spPr>
          <a:xfrm>
            <a:off x="2190600" y="5124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/>
          <p:nvPr/>
        </p:nvSpPr>
        <p:spPr>
          <a:xfrm>
            <a:off x="3352680" y="5124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/>
          <p:nvPr/>
        </p:nvSpPr>
        <p:spPr>
          <a:xfrm>
            <a:off x="5331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/>
          <p:nvPr/>
        </p:nvSpPr>
        <p:spPr>
          <a:xfrm>
            <a:off x="533160" y="3971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/>
          <p:nvPr/>
        </p:nvSpPr>
        <p:spPr>
          <a:xfrm>
            <a:off x="218088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/>
          <p:nvPr/>
        </p:nvSpPr>
        <p:spPr>
          <a:xfrm>
            <a:off x="2190600" y="3971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/>
          <p:nvPr/>
        </p:nvSpPr>
        <p:spPr>
          <a:xfrm>
            <a:off x="33429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/>
          <p:nvPr/>
        </p:nvSpPr>
        <p:spPr>
          <a:xfrm>
            <a:off x="3352680" y="3971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/>
          <p:nvPr/>
        </p:nvSpPr>
        <p:spPr>
          <a:xfrm>
            <a:off x="473364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/>
          <p:nvPr/>
        </p:nvSpPr>
        <p:spPr>
          <a:xfrm>
            <a:off x="533160" y="4352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/>
          <p:nvPr/>
        </p:nvSpPr>
        <p:spPr>
          <a:xfrm>
            <a:off x="2190600" y="4352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3352680" y="4352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/>
          <p:nvPr/>
        </p:nvSpPr>
        <p:spPr>
          <a:xfrm>
            <a:off x="5331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/>
          <p:nvPr/>
        </p:nvSpPr>
        <p:spPr>
          <a:xfrm>
            <a:off x="218088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/>
          <p:nvPr/>
        </p:nvSpPr>
        <p:spPr>
          <a:xfrm>
            <a:off x="33429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/>
          <p:nvPr/>
        </p:nvSpPr>
        <p:spPr>
          <a:xfrm>
            <a:off x="473364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/>
          <p:nvPr/>
        </p:nvSpPr>
        <p:spPr>
          <a:xfrm>
            <a:off x="5331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47336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218088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2190600" y="47336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/>
          <p:nvPr/>
        </p:nvSpPr>
        <p:spPr>
          <a:xfrm>
            <a:off x="33429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/>
          <p:nvPr/>
        </p:nvSpPr>
        <p:spPr>
          <a:xfrm>
            <a:off x="3352680" y="47336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473364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5331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533160" y="5114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218088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2190600" y="5114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33429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3352680" y="5114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473364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533160" y="5495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2190600" y="5495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3352680" y="5495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618840" y="1428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33520" y="50292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99920" y="13420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3848040" y="133308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4271760" y="13420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4462200" y="1333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4568040" y="13420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618840" y="2162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99920" y="1684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99920" y="206640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360800" y="20754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/>
          <p:nvPr/>
        </p:nvSpPr>
        <p:spPr>
          <a:xfrm>
            <a:off x="618840" y="2895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799920" y="2418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799920" y="2809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56204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667880" y="280908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85900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/>
          <p:nvPr/>
        </p:nvSpPr>
        <p:spPr>
          <a:xfrm>
            <a:off x="618840" y="3628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799920" y="31518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99920" y="3542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181160" y="353340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1551960" y="35424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3456720" y="353340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4113000" y="3542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666720" y="40737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17680" y="406584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50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2680200" y="406584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304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3477240" y="406584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438552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4556880" y="406584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66720" y="444672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317680" y="444672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3477240" y="444672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666720" y="482796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2317680" y="482796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3477240" y="48279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666720" y="520884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162080" y="52167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2317680" y="52088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3477240" y="52088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533520" y="56948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723960" y="568620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76880" y="56948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4386960" y="568620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86" name=""/>
          <p:cNvPicPr/>
          <p:nvPr/>
        </p:nvPicPr>
        <p:blipFill>
          <a:blip r:embed="rId1"/>
          <a:stretch/>
        </p:blipFill>
        <p:spPr>
          <a:xfrm>
            <a:off x="7829640" y="1276200"/>
            <a:ext cx="2209320" cy="219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"/>
          <p:cNvPicPr/>
          <p:nvPr/>
        </p:nvPicPr>
        <p:blipFill>
          <a:blip r:embed="rId2"/>
          <a:stretch/>
        </p:blipFill>
        <p:spPr>
          <a:xfrm>
            <a:off x="7058160" y="3695760"/>
            <a:ext cx="3752640" cy="219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"/>
          <p:cNvSpPr txBox="1"/>
          <p:nvPr/>
        </p:nvSpPr>
        <p:spPr>
          <a:xfrm>
            <a:off x="533520" y="5990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642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3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533520" y="6933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2800440" y="6753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552240" y="1609560"/>
            <a:ext cx="6515640" cy="457560"/>
          </a:xfrm>
          <a:custGeom>
            <a:avLst/>
            <a:gdLst/>
            <a:ahLst/>
            <a:rect l="0" t="0" r="r" b="b"/>
            <a:pathLst>
              <a:path w="18099" h="1271">
                <a:moveTo>
                  <a:pt x="0" y="1271"/>
                </a:moveTo>
                <a:lnTo>
                  <a:pt x="0" y="0"/>
                </a:lnTo>
                <a:lnTo>
                  <a:pt x="17993" y="0"/>
                </a:lnTo>
                <a:cubicBezTo>
                  <a:pt x="18007" y="0"/>
                  <a:pt x="18020" y="3"/>
                  <a:pt x="18033" y="8"/>
                </a:cubicBezTo>
                <a:cubicBezTo>
                  <a:pt x="18046" y="13"/>
                  <a:pt x="18058" y="21"/>
                  <a:pt x="18068" y="31"/>
                </a:cubicBezTo>
                <a:cubicBezTo>
                  <a:pt x="18078" y="41"/>
                  <a:pt x="18085" y="52"/>
                  <a:pt x="18091" y="65"/>
                </a:cubicBezTo>
                <a:cubicBezTo>
                  <a:pt x="18096" y="78"/>
                  <a:pt x="18099" y="92"/>
                  <a:pt x="18099" y="106"/>
                </a:cubicBezTo>
                <a:lnTo>
                  <a:pt x="18099" y="1164"/>
                </a:lnTo>
                <a:cubicBezTo>
                  <a:pt x="18099" y="1178"/>
                  <a:pt x="18096" y="1192"/>
                  <a:pt x="18091" y="1205"/>
                </a:cubicBezTo>
                <a:cubicBezTo>
                  <a:pt x="18085" y="1218"/>
                  <a:pt x="18078" y="1229"/>
                  <a:pt x="18068" y="1239"/>
                </a:cubicBezTo>
                <a:cubicBezTo>
                  <a:pt x="18058" y="1250"/>
                  <a:pt x="18046" y="1258"/>
                  <a:pt x="18033" y="1263"/>
                </a:cubicBezTo>
                <a:cubicBezTo>
                  <a:pt x="18020" y="1268"/>
                  <a:pt x="18007" y="1271"/>
                  <a:pt x="17993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533160" y="160956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542880" y="260028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1485720" y="260028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4495680" y="26002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/>
          <p:nvPr/>
        </p:nvSpPr>
        <p:spPr>
          <a:xfrm>
            <a:off x="542880" y="3362040"/>
            <a:ext cx="943200" cy="390960"/>
          </a:xfrm>
          <a:custGeom>
            <a:avLst/>
            <a:gdLst/>
            <a:ahLst/>
            <a:rect l="0" t="0" r="r" b="b"/>
            <a:pathLst>
              <a:path w="2620" h="1086">
                <a:moveTo>
                  <a:pt x="0" y="0"/>
                </a:moveTo>
                <a:lnTo>
                  <a:pt x="2620" y="0"/>
                </a:lnTo>
                <a:lnTo>
                  <a:pt x="26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/>
          <p:nvPr/>
        </p:nvSpPr>
        <p:spPr>
          <a:xfrm>
            <a:off x="1485720" y="3362040"/>
            <a:ext cx="3010320" cy="390960"/>
          </a:xfrm>
          <a:custGeom>
            <a:avLst/>
            <a:gdLst/>
            <a:ahLst/>
            <a:rect l="0" t="0" r="r" b="b"/>
            <a:pathLst>
              <a:path w="8362" h="1086">
                <a:moveTo>
                  <a:pt x="0" y="0"/>
                </a:moveTo>
                <a:lnTo>
                  <a:pt x="8362" y="0"/>
                </a:lnTo>
                <a:lnTo>
                  <a:pt x="836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/>
          <p:nvPr/>
        </p:nvSpPr>
        <p:spPr>
          <a:xfrm>
            <a:off x="4495680" y="336204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/>
          <p:nvPr/>
        </p:nvSpPr>
        <p:spPr>
          <a:xfrm>
            <a:off x="5331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/>
          <p:nvPr/>
        </p:nvSpPr>
        <p:spPr>
          <a:xfrm>
            <a:off x="533160" y="2219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/>
          <p:nvPr/>
        </p:nvSpPr>
        <p:spPr>
          <a:xfrm>
            <a:off x="147636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/>
          <p:nvPr/>
        </p:nvSpPr>
        <p:spPr>
          <a:xfrm>
            <a:off x="1485720" y="2219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/>
          <p:nvPr/>
        </p:nvSpPr>
        <p:spPr>
          <a:xfrm>
            <a:off x="44859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/>
          <p:nvPr/>
        </p:nvSpPr>
        <p:spPr>
          <a:xfrm>
            <a:off x="4495680" y="2219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/>
          <p:nvPr/>
        </p:nvSpPr>
        <p:spPr>
          <a:xfrm>
            <a:off x="699120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/>
          <p:nvPr/>
        </p:nvSpPr>
        <p:spPr>
          <a:xfrm>
            <a:off x="533160" y="26002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/>
          <p:nvPr/>
        </p:nvSpPr>
        <p:spPr>
          <a:xfrm>
            <a:off x="1485720" y="26002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/>
          <p:nvPr/>
        </p:nvSpPr>
        <p:spPr>
          <a:xfrm>
            <a:off x="4495680" y="260028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/>
          <p:nvPr/>
        </p:nvSpPr>
        <p:spPr>
          <a:xfrm>
            <a:off x="5331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/>
          <p:nvPr/>
        </p:nvSpPr>
        <p:spPr>
          <a:xfrm>
            <a:off x="147636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/>
          <p:nvPr/>
        </p:nvSpPr>
        <p:spPr>
          <a:xfrm>
            <a:off x="44859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/>
          <p:nvPr/>
        </p:nvSpPr>
        <p:spPr>
          <a:xfrm>
            <a:off x="699120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/>
          <p:nvPr/>
        </p:nvSpPr>
        <p:spPr>
          <a:xfrm>
            <a:off x="5331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/>
          <p:nvPr/>
        </p:nvSpPr>
        <p:spPr>
          <a:xfrm>
            <a:off x="533160" y="29811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/>
          <p:nvPr/>
        </p:nvSpPr>
        <p:spPr>
          <a:xfrm>
            <a:off x="147636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/>
          <p:nvPr/>
        </p:nvSpPr>
        <p:spPr>
          <a:xfrm>
            <a:off x="1485720" y="29811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/>
          <p:nvPr/>
        </p:nvSpPr>
        <p:spPr>
          <a:xfrm>
            <a:off x="44859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/>
          <p:nvPr/>
        </p:nvSpPr>
        <p:spPr>
          <a:xfrm>
            <a:off x="4495680" y="298116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/>
          <p:nvPr/>
        </p:nvSpPr>
        <p:spPr>
          <a:xfrm>
            <a:off x="699120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/>
          <p:nvPr/>
        </p:nvSpPr>
        <p:spPr>
          <a:xfrm>
            <a:off x="5331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/>
          <p:nvPr/>
        </p:nvSpPr>
        <p:spPr>
          <a:xfrm>
            <a:off x="533160" y="3362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/>
          <p:nvPr/>
        </p:nvSpPr>
        <p:spPr>
          <a:xfrm>
            <a:off x="147636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/>
          <p:nvPr/>
        </p:nvSpPr>
        <p:spPr>
          <a:xfrm>
            <a:off x="1485720" y="3362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/>
          <p:nvPr/>
        </p:nvSpPr>
        <p:spPr>
          <a:xfrm>
            <a:off x="44859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/>
          <p:nvPr/>
        </p:nvSpPr>
        <p:spPr>
          <a:xfrm>
            <a:off x="4495680" y="3362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/>
          <p:nvPr/>
        </p:nvSpPr>
        <p:spPr>
          <a:xfrm>
            <a:off x="699120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/>
          <p:nvPr/>
        </p:nvSpPr>
        <p:spPr>
          <a:xfrm>
            <a:off x="533160" y="3752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/>
          <p:nvPr/>
        </p:nvSpPr>
        <p:spPr>
          <a:xfrm>
            <a:off x="1485720" y="3752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/>
          <p:nvPr/>
        </p:nvSpPr>
        <p:spPr>
          <a:xfrm>
            <a:off x="4495680" y="37526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/>
          <p:nvPr/>
        </p:nvSpPr>
        <p:spPr>
          <a:xfrm>
            <a:off x="542880" y="529560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/>
          <p:nvPr/>
        </p:nvSpPr>
        <p:spPr>
          <a:xfrm>
            <a:off x="2724120" y="529560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/>
          <p:nvPr/>
        </p:nvSpPr>
        <p:spPr>
          <a:xfrm>
            <a:off x="4286160" y="529560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/>
          <p:nvPr/>
        </p:nvSpPr>
        <p:spPr>
          <a:xfrm>
            <a:off x="53316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/>
          <p:nvPr/>
        </p:nvSpPr>
        <p:spPr>
          <a:xfrm>
            <a:off x="533160" y="4914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/>
          <p:nvPr/>
        </p:nvSpPr>
        <p:spPr>
          <a:xfrm>
            <a:off x="272412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/>
          <p:nvPr/>
        </p:nvSpPr>
        <p:spPr>
          <a:xfrm>
            <a:off x="2733480" y="4914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/>
          <p:nvPr/>
        </p:nvSpPr>
        <p:spPr>
          <a:xfrm>
            <a:off x="428616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/>
          <p:nvPr/>
        </p:nvSpPr>
        <p:spPr>
          <a:xfrm>
            <a:off x="4295520" y="4914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/>
          <p:nvPr/>
        </p:nvSpPr>
        <p:spPr>
          <a:xfrm>
            <a:off x="594324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/>
          <p:nvPr/>
        </p:nvSpPr>
        <p:spPr>
          <a:xfrm>
            <a:off x="533160" y="52956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/>
          <p:nvPr/>
        </p:nvSpPr>
        <p:spPr>
          <a:xfrm>
            <a:off x="2733480" y="52956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/>
          <p:nvPr/>
        </p:nvSpPr>
        <p:spPr>
          <a:xfrm>
            <a:off x="4295520" y="52956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/>
          <p:nvPr/>
        </p:nvSpPr>
        <p:spPr>
          <a:xfrm>
            <a:off x="53316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/>
          <p:nvPr/>
        </p:nvSpPr>
        <p:spPr>
          <a:xfrm>
            <a:off x="272412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/>
          <p:nvPr/>
        </p:nvSpPr>
        <p:spPr>
          <a:xfrm>
            <a:off x="428616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/>
          <p:nvPr/>
        </p:nvSpPr>
        <p:spPr>
          <a:xfrm>
            <a:off x="594324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/>
          <p:nvPr/>
        </p:nvSpPr>
        <p:spPr>
          <a:xfrm>
            <a:off x="53316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/>
          <p:nvPr/>
        </p:nvSpPr>
        <p:spPr>
          <a:xfrm>
            <a:off x="533160" y="56768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/>
          <p:nvPr/>
        </p:nvSpPr>
        <p:spPr>
          <a:xfrm>
            <a:off x="272412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/>
          <p:nvPr/>
        </p:nvSpPr>
        <p:spPr>
          <a:xfrm>
            <a:off x="2733480" y="56768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/>
          <p:nvPr/>
        </p:nvSpPr>
        <p:spPr>
          <a:xfrm>
            <a:off x="428616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/>
          <p:nvPr/>
        </p:nvSpPr>
        <p:spPr>
          <a:xfrm>
            <a:off x="4295520" y="567684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/>
          <p:nvPr/>
        </p:nvSpPr>
        <p:spPr>
          <a:xfrm>
            <a:off x="594324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/>
          <p:nvPr/>
        </p:nvSpPr>
        <p:spPr>
          <a:xfrm>
            <a:off x="533160" y="6057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/>
          <p:nvPr/>
        </p:nvSpPr>
        <p:spPr>
          <a:xfrm>
            <a:off x="2733480" y="6057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/>
          <p:nvPr/>
        </p:nvSpPr>
        <p:spPr>
          <a:xfrm>
            <a:off x="4295520" y="6057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312080" y="6933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72396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172656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2088360" y="173268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2383920" y="17413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292680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392940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4291200" y="173268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4697280" y="17413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666720" y="2321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1609560" y="23133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17942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196560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231516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4622760" y="23133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49118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508356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543312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66672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16095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196848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21398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255564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3241440" y="269424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358416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37558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385092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46227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98132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51530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556848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62542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634968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66720" y="307512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609560" y="307512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241668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4622760" y="307512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40432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1609560" y="348588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314" y="0"/>
                </a:lnTo>
                <a:cubicBezTo>
                  <a:pt x="4324" y="0"/>
                  <a:pt x="4334" y="2"/>
                  <a:pt x="4344" y="6"/>
                </a:cubicBezTo>
                <a:cubicBezTo>
                  <a:pt x="4354" y="10"/>
                  <a:pt x="4362" y="16"/>
                  <a:pt x="4370" y="23"/>
                </a:cubicBezTo>
                <a:cubicBezTo>
                  <a:pt x="4377" y="31"/>
                  <a:pt x="4383" y="40"/>
                  <a:pt x="4387" y="49"/>
                </a:cubicBezTo>
                <a:cubicBezTo>
                  <a:pt x="4391" y="59"/>
                  <a:pt x="4393" y="69"/>
                  <a:pt x="4393" y="80"/>
                </a:cubicBezTo>
                <a:lnTo>
                  <a:pt x="4393" y="451"/>
                </a:lnTo>
                <a:cubicBezTo>
                  <a:pt x="4393" y="462"/>
                  <a:pt x="4391" y="472"/>
                  <a:pt x="4387" y="481"/>
                </a:cubicBezTo>
                <a:cubicBezTo>
                  <a:pt x="4383" y="491"/>
                  <a:pt x="4377" y="500"/>
                  <a:pt x="4370" y="507"/>
                </a:cubicBezTo>
                <a:cubicBezTo>
                  <a:pt x="4362" y="515"/>
                  <a:pt x="4354" y="520"/>
                  <a:pt x="4344" y="524"/>
                </a:cubicBezTo>
                <a:cubicBezTo>
                  <a:pt x="4334" y="528"/>
                  <a:pt x="4324" y="530"/>
                  <a:pt x="4314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666720" y="34642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4619520" y="3485880"/>
            <a:ext cx="2200680" cy="190800"/>
          </a:xfrm>
          <a:custGeom>
            <a:avLst/>
            <a:gdLst/>
            <a:ahLst/>
            <a:rect l="0" t="0" r="r" b="b"/>
            <a:pathLst>
              <a:path w="611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4" y="6"/>
                </a:cubicBezTo>
                <a:cubicBezTo>
                  <a:pt x="6073" y="10"/>
                  <a:pt x="6082" y="16"/>
                  <a:pt x="6089" y="23"/>
                </a:cubicBezTo>
                <a:cubicBezTo>
                  <a:pt x="6097" y="31"/>
                  <a:pt x="6103" y="40"/>
                  <a:pt x="6107" y="49"/>
                </a:cubicBezTo>
                <a:cubicBezTo>
                  <a:pt x="6111" y="59"/>
                  <a:pt x="6113" y="69"/>
                  <a:pt x="6113" y="80"/>
                </a:cubicBezTo>
                <a:lnTo>
                  <a:pt x="6113" y="451"/>
                </a:lnTo>
                <a:cubicBezTo>
                  <a:pt x="6113" y="462"/>
                  <a:pt x="6111" y="472"/>
                  <a:pt x="6107" y="481"/>
                </a:cubicBezTo>
                <a:cubicBezTo>
                  <a:pt x="6103" y="491"/>
                  <a:pt x="6097" y="500"/>
                  <a:pt x="6089" y="507"/>
                </a:cubicBezTo>
                <a:cubicBezTo>
                  <a:pt x="6082" y="515"/>
                  <a:pt x="6073" y="520"/>
                  <a:pt x="6064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1657440" y="34981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4670280" y="34981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33520" y="3942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866960" y="393336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06600" y="3942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533520" y="4219200"/>
            <a:ext cx="1326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1859400" y="4228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3185280" y="4219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3439440" y="42282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の発電量予測を系統的に引き下げている可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533520" y="4514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667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855880" y="500868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347220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4415040" y="500868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1361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666720" y="53978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1352520" y="5389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1695600" y="5397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2038320" y="5389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2427120" y="5397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285588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441504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66720" y="5779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1352520" y="5770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1695600" y="5779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038320" y="57708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27120" y="5779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2855880" y="57708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11" name=""/>
          <p:cNvPicPr/>
          <p:nvPr/>
        </p:nvPicPr>
        <p:blipFill>
          <a:blip r:embed="rId1"/>
          <a:stretch/>
        </p:blipFill>
        <p:spPr>
          <a:xfrm>
            <a:off x="7296120" y="146700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2" name=""/>
          <p:cNvPicPr/>
          <p:nvPr/>
        </p:nvPicPr>
        <p:blipFill>
          <a:blip r:embed="rId2"/>
          <a:stretch/>
        </p:blipFill>
        <p:spPr>
          <a:xfrm>
            <a:off x="7296120" y="304812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3" name=""/>
          <p:cNvSpPr txBox="1"/>
          <p:nvPr/>
        </p:nvSpPr>
        <p:spPr>
          <a:xfrm>
            <a:off x="4415040" y="5770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4577040" y="13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799920" y="1742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2239560" y="21326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799920" y="2475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906120" y="28659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799920" y="32090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/>
          <p:nvPr/>
        </p:nvSpPr>
        <p:spPr>
          <a:xfrm>
            <a:off x="5124240" y="260028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/>
          <p:nvPr/>
        </p:nvSpPr>
        <p:spPr>
          <a:xfrm>
            <a:off x="5933880" y="260028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/>
          <p:nvPr/>
        </p:nvSpPr>
        <p:spPr>
          <a:xfrm>
            <a:off x="7134120" y="260028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/>
          <p:nvPr/>
        </p:nvSpPr>
        <p:spPr>
          <a:xfrm>
            <a:off x="10848960" y="260028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/>
          <p:nvPr/>
        </p:nvSpPr>
        <p:spPr>
          <a:xfrm>
            <a:off x="5124240" y="387648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/>
          <p:nvPr/>
        </p:nvSpPr>
        <p:spPr>
          <a:xfrm>
            <a:off x="5933880" y="387648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/>
          <p:nvPr/>
        </p:nvSpPr>
        <p:spPr>
          <a:xfrm>
            <a:off x="7134120" y="387648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/>
          <p:nvPr/>
        </p:nvSpPr>
        <p:spPr>
          <a:xfrm>
            <a:off x="10848960" y="387648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/>
          <p:nvPr/>
        </p:nvSpPr>
        <p:spPr>
          <a:xfrm>
            <a:off x="512424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/>
          <p:nvPr/>
        </p:nvSpPr>
        <p:spPr>
          <a:xfrm>
            <a:off x="5124240" y="195228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/>
          <p:nvPr/>
        </p:nvSpPr>
        <p:spPr>
          <a:xfrm>
            <a:off x="59245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/>
          <p:nvPr/>
        </p:nvSpPr>
        <p:spPr>
          <a:xfrm>
            <a:off x="5933880" y="19522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/>
          <p:nvPr/>
        </p:nvSpPr>
        <p:spPr>
          <a:xfrm>
            <a:off x="71244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/>
          <p:nvPr/>
        </p:nvSpPr>
        <p:spPr>
          <a:xfrm>
            <a:off x="7134120" y="195228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/>
          <p:nvPr/>
        </p:nvSpPr>
        <p:spPr>
          <a:xfrm>
            <a:off x="1083924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/>
          <p:nvPr/>
        </p:nvSpPr>
        <p:spPr>
          <a:xfrm>
            <a:off x="10848960" y="195228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/>
          <p:nvPr/>
        </p:nvSpPr>
        <p:spPr>
          <a:xfrm>
            <a:off x="5124240" y="259056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/>
          <p:nvPr/>
        </p:nvSpPr>
        <p:spPr>
          <a:xfrm>
            <a:off x="5933880" y="2590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/>
          <p:nvPr/>
        </p:nvSpPr>
        <p:spPr>
          <a:xfrm>
            <a:off x="7134120" y="25905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/>
          <p:nvPr/>
        </p:nvSpPr>
        <p:spPr>
          <a:xfrm>
            <a:off x="10848960" y="259056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/>
          <p:nvPr/>
        </p:nvSpPr>
        <p:spPr>
          <a:xfrm>
            <a:off x="512424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/>
          <p:nvPr/>
        </p:nvSpPr>
        <p:spPr>
          <a:xfrm>
            <a:off x="59245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/>
          <p:nvPr/>
        </p:nvSpPr>
        <p:spPr>
          <a:xfrm>
            <a:off x="71244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/>
          <p:nvPr/>
        </p:nvSpPr>
        <p:spPr>
          <a:xfrm>
            <a:off x="1083924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/>
          <p:nvPr/>
        </p:nvSpPr>
        <p:spPr>
          <a:xfrm>
            <a:off x="512424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/>
          <p:nvPr/>
        </p:nvSpPr>
        <p:spPr>
          <a:xfrm>
            <a:off x="5124240" y="322884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59245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/>
          <p:nvPr/>
        </p:nvSpPr>
        <p:spPr>
          <a:xfrm>
            <a:off x="5933880" y="32288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71244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/>
          <p:nvPr/>
        </p:nvSpPr>
        <p:spPr>
          <a:xfrm>
            <a:off x="7134120" y="32288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/>
          <p:nvPr/>
        </p:nvSpPr>
        <p:spPr>
          <a:xfrm>
            <a:off x="1083924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/>
          <p:nvPr/>
        </p:nvSpPr>
        <p:spPr>
          <a:xfrm>
            <a:off x="10848960" y="322884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/>
          <p:nvPr/>
        </p:nvSpPr>
        <p:spPr>
          <a:xfrm>
            <a:off x="512424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/>
          <p:nvPr/>
        </p:nvSpPr>
        <p:spPr>
          <a:xfrm>
            <a:off x="5124240" y="38671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/>
          <p:nvPr/>
        </p:nvSpPr>
        <p:spPr>
          <a:xfrm>
            <a:off x="59245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/>
          <p:nvPr/>
        </p:nvSpPr>
        <p:spPr>
          <a:xfrm>
            <a:off x="5933880" y="3867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/>
          <p:nvPr/>
        </p:nvSpPr>
        <p:spPr>
          <a:xfrm>
            <a:off x="71244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/>
          <p:nvPr/>
        </p:nvSpPr>
        <p:spPr>
          <a:xfrm>
            <a:off x="7134120" y="38671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/>
          <p:nvPr/>
        </p:nvSpPr>
        <p:spPr>
          <a:xfrm>
            <a:off x="1083924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/>
          <p:nvPr/>
        </p:nvSpPr>
        <p:spPr>
          <a:xfrm>
            <a:off x="10848960" y="38671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/>
          <p:nvPr/>
        </p:nvSpPr>
        <p:spPr>
          <a:xfrm>
            <a:off x="512424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/>
          <p:nvPr/>
        </p:nvSpPr>
        <p:spPr>
          <a:xfrm>
            <a:off x="5124240" y="450504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/>
          <p:nvPr/>
        </p:nvSpPr>
        <p:spPr>
          <a:xfrm>
            <a:off x="59245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/>
          <p:nvPr/>
        </p:nvSpPr>
        <p:spPr>
          <a:xfrm>
            <a:off x="5933880" y="45050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/>
          <p:nvPr/>
        </p:nvSpPr>
        <p:spPr>
          <a:xfrm>
            <a:off x="71244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/>
          <p:nvPr/>
        </p:nvSpPr>
        <p:spPr>
          <a:xfrm>
            <a:off x="7134120" y="450504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/>
          <p:nvPr/>
        </p:nvSpPr>
        <p:spPr>
          <a:xfrm>
            <a:off x="1083924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/>
          <p:nvPr/>
        </p:nvSpPr>
        <p:spPr>
          <a:xfrm>
            <a:off x="10848960" y="450504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/>
          <p:nvPr/>
        </p:nvSpPr>
        <p:spPr>
          <a:xfrm>
            <a:off x="5124240" y="51433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/>
          <p:nvPr/>
        </p:nvSpPr>
        <p:spPr>
          <a:xfrm>
            <a:off x="5933880" y="51433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/>
          <p:nvPr/>
        </p:nvSpPr>
        <p:spPr>
          <a:xfrm>
            <a:off x="7134120" y="51433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/>
          <p:nvPr/>
        </p:nvSpPr>
        <p:spPr>
          <a:xfrm>
            <a:off x="10848960" y="51433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512064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525384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525384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605808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26192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1097352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1097352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525384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60580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622944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605808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26192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735696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87140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822996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840168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9173160" y="2692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9516240" y="2684880"/>
            <a:ext cx="55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100684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7261920" y="2941920"/>
            <a:ext cx="117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GSR_5day_avg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844272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8614440" y="2941920"/>
            <a:ext cx="1189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GSR_5day_ago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980820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1097352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525384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605808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605808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624888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642024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7261920" y="3456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7356960" y="3464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7871400" y="3456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82299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8401680" y="3456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91857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9357120" y="345636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10176480" y="3464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1097352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1097352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525384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605808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605808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624888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7261920" y="40942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7356960" y="41025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7871400" y="40942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823680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8408160" y="40942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923328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9405000" y="409428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975456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1097352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1097352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525384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605808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605808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624888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7261920" y="47325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735696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7871400" y="47325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82299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8401680" y="47325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91857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9357120" y="473256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969984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1097352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1097352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512064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816876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930492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949536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1030032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1858680" y="3904200"/>
            <a:ext cx="5715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撮影した地⾐類（藻類と菌類の共⽣体）画像の⾃動分類⼿法の検討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