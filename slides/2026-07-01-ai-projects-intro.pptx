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s/slide6.xml" ContentType="application/vnd.openxmlformats-officedocument.presentationml.slide+xml"/>
  <Override PartName="/ppt/slides/slide1.xml" ContentType="application/vnd.openxmlformats-officedocument.presentationml.slide+xml"/>
  <Override PartName="/ppt/slides/slide7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1E3A8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" name=""/>
          <p:cNvSpPr/>
          <p:nvPr/>
        </p:nvSpPr>
        <p:spPr>
          <a:xfrm>
            <a:off x="533160" y="273348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0" name=""/>
          <p:cNvSpPr/>
          <p:nvPr/>
        </p:nvSpPr>
        <p:spPr>
          <a:xfrm>
            <a:off x="533160" y="354312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1" name=""/>
          <p:cNvSpPr txBox="1"/>
          <p:nvPr/>
        </p:nvSpPr>
        <p:spPr>
          <a:xfrm>
            <a:off x="533520" y="2199600"/>
            <a:ext cx="24559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Claude Code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" name=""/>
          <p:cNvSpPr txBox="1"/>
          <p:nvPr/>
        </p:nvSpPr>
        <p:spPr>
          <a:xfrm>
            <a:off x="2988720" y="2217240"/>
            <a:ext cx="1905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を活⽤した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" name=""/>
          <p:cNvSpPr txBox="1"/>
          <p:nvPr/>
        </p:nvSpPr>
        <p:spPr>
          <a:xfrm>
            <a:off x="533520" y="3026880"/>
            <a:ext cx="6096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気象データ分析・予測モデルの開発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" name=""/>
          <p:cNvSpPr txBox="1"/>
          <p:nvPr/>
        </p:nvSpPr>
        <p:spPr>
          <a:xfrm>
            <a:off x="533520" y="3818160"/>
            <a:ext cx="573840" cy="286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22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⽣成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" name=""/>
          <p:cNvSpPr txBox="1"/>
          <p:nvPr/>
        </p:nvSpPr>
        <p:spPr>
          <a:xfrm>
            <a:off x="1104840" y="3804840"/>
            <a:ext cx="285480" cy="34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2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" name=""/>
          <p:cNvSpPr txBox="1"/>
          <p:nvPr/>
        </p:nvSpPr>
        <p:spPr>
          <a:xfrm>
            <a:off x="1384920" y="3818160"/>
            <a:ext cx="2006280" cy="286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22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活⽤事例の報告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" name=""/>
          <p:cNvSpPr txBox="1"/>
          <p:nvPr/>
        </p:nvSpPr>
        <p:spPr>
          <a:xfrm>
            <a:off x="533520" y="4419360"/>
            <a:ext cx="4244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2026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" name=""/>
          <p:cNvSpPr txBox="1"/>
          <p:nvPr/>
        </p:nvSpPr>
        <p:spPr>
          <a:xfrm>
            <a:off x="957240" y="442800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年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" name=""/>
          <p:cNvSpPr txBox="1"/>
          <p:nvPr/>
        </p:nvSpPr>
        <p:spPr>
          <a:xfrm>
            <a:off x="1147680" y="44193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7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" name=""/>
          <p:cNvSpPr txBox="1"/>
          <p:nvPr/>
        </p:nvSpPr>
        <p:spPr>
          <a:xfrm>
            <a:off x="1253520" y="442800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1443960" y="441936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18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" name=""/>
          <p:cNvSpPr txBox="1"/>
          <p:nvPr/>
        </p:nvSpPr>
        <p:spPr>
          <a:xfrm>
            <a:off x="1656000" y="442800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⽇ ／ 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" name=""/>
          <p:cNvSpPr txBox="1"/>
          <p:nvPr/>
        </p:nvSpPr>
        <p:spPr>
          <a:xfrm>
            <a:off x="2417760" y="4419360"/>
            <a:ext cx="6145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WXBC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" name=""/>
          <p:cNvSpPr txBox="1"/>
          <p:nvPr/>
        </p:nvSpPr>
        <p:spPr>
          <a:xfrm>
            <a:off x="3031560" y="442800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第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" name=""/>
          <p:cNvSpPr txBox="1"/>
          <p:nvPr/>
        </p:nvSpPr>
        <p:spPr>
          <a:xfrm>
            <a:off x="3222000" y="441936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68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" name=""/>
          <p:cNvSpPr txBox="1"/>
          <p:nvPr/>
        </p:nvSpPr>
        <p:spPr>
          <a:xfrm>
            <a:off x="3434040" y="4428000"/>
            <a:ext cx="572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回気象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" name=""/>
          <p:cNvSpPr txBox="1"/>
          <p:nvPr/>
        </p:nvSpPr>
        <p:spPr>
          <a:xfrm>
            <a:off x="4005360" y="4445640"/>
            <a:ext cx="190080" cy="190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ZapfDingbatsITC"/>
                <a:ea typeface="ZapfDingbatsITC"/>
              </a:rPr>
              <a:t>✕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" name=""/>
          <p:cNvSpPr txBox="1"/>
          <p:nvPr/>
        </p:nvSpPr>
        <p:spPr>
          <a:xfrm>
            <a:off x="4150800" y="441936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IT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" name=""/>
          <p:cNvSpPr txBox="1"/>
          <p:nvPr/>
        </p:nvSpPr>
        <p:spPr>
          <a:xfrm>
            <a:off x="4362120" y="442800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勉強会⽉例会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" name=""/>
          <p:cNvSpPr/>
          <p:nvPr/>
        </p:nvSpPr>
        <p:spPr>
          <a:xfrm>
            <a:off x="533160" y="280008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4" name=""/>
          <p:cNvSpPr txBox="1"/>
          <p:nvPr/>
        </p:nvSpPr>
        <p:spPr>
          <a:xfrm>
            <a:off x="533520" y="2284200"/>
            <a:ext cx="762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⽬次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" name=""/>
          <p:cNvSpPr txBox="1"/>
          <p:nvPr/>
        </p:nvSpPr>
        <p:spPr>
          <a:xfrm>
            <a:off x="588240" y="311436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" name=""/>
          <p:cNvSpPr txBox="1"/>
          <p:nvPr/>
        </p:nvSpPr>
        <p:spPr>
          <a:xfrm>
            <a:off x="799920" y="312336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⽣成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" name=""/>
          <p:cNvSpPr txBox="1"/>
          <p:nvPr/>
        </p:nvSpPr>
        <p:spPr>
          <a:xfrm>
            <a:off x="1181160" y="31143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" name=""/>
          <p:cNvSpPr txBox="1"/>
          <p:nvPr/>
        </p:nvSpPr>
        <p:spPr>
          <a:xfrm>
            <a:off x="1353960" y="312336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活⽤の経緯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" name=""/>
          <p:cNvSpPr txBox="1"/>
          <p:nvPr/>
        </p:nvSpPr>
        <p:spPr>
          <a:xfrm>
            <a:off x="588240" y="350496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2.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" name=""/>
          <p:cNvSpPr txBox="1"/>
          <p:nvPr/>
        </p:nvSpPr>
        <p:spPr>
          <a:xfrm>
            <a:off x="799920" y="351360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開発したプロダクト（気象・予測ツール）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" name=""/>
          <p:cNvSpPr txBox="1"/>
          <p:nvPr/>
        </p:nvSpPr>
        <p:spPr>
          <a:xfrm>
            <a:off x="588240" y="389520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3.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" name=""/>
          <p:cNvSpPr txBox="1"/>
          <p:nvPr/>
        </p:nvSpPr>
        <p:spPr>
          <a:xfrm>
            <a:off x="799920" y="390420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農研機構データ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" name=""/>
          <p:cNvSpPr txBox="1"/>
          <p:nvPr/>
        </p:nvSpPr>
        <p:spPr>
          <a:xfrm>
            <a:off x="2133720" y="3895200"/>
            <a:ext cx="1265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× ml_forecast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" name=""/>
          <p:cNvSpPr txBox="1"/>
          <p:nvPr/>
        </p:nvSpPr>
        <p:spPr>
          <a:xfrm>
            <a:off x="3394800" y="390420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の取り組み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588240" y="428580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4.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799920" y="429480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まとめ・今後の展開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2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" name=""/>
          <p:cNvSpPr/>
          <p:nvPr/>
        </p:nvSpPr>
        <p:spPr>
          <a:xfrm>
            <a:off x="533160" y="110484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2" name=""/>
          <p:cNvSpPr/>
          <p:nvPr/>
        </p:nvSpPr>
        <p:spPr>
          <a:xfrm>
            <a:off x="552240" y="3038400"/>
            <a:ext cx="11106360" cy="457560"/>
          </a:xfrm>
          <a:custGeom>
            <a:avLst/>
            <a:gdLst/>
            <a:ahLst/>
            <a:rect l="0" t="0" r="r" b="b"/>
            <a:pathLst>
              <a:path w="30851" h="1271">
                <a:moveTo>
                  <a:pt x="0" y="1271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2"/>
                  <a:pt x="30786" y="8"/>
                </a:cubicBezTo>
                <a:cubicBezTo>
                  <a:pt x="30799" y="13"/>
                  <a:pt x="30811" y="21"/>
                  <a:pt x="30820" y="31"/>
                </a:cubicBezTo>
                <a:cubicBezTo>
                  <a:pt x="30830" y="41"/>
                  <a:pt x="30838" y="52"/>
                  <a:pt x="30843" y="65"/>
                </a:cubicBezTo>
                <a:cubicBezTo>
                  <a:pt x="30849" y="78"/>
                  <a:pt x="30851" y="92"/>
                  <a:pt x="30851" y="106"/>
                </a:cubicBezTo>
                <a:lnTo>
                  <a:pt x="30851" y="1165"/>
                </a:lnTo>
                <a:cubicBezTo>
                  <a:pt x="30851" y="1179"/>
                  <a:pt x="30849" y="1192"/>
                  <a:pt x="30843" y="1205"/>
                </a:cubicBezTo>
                <a:cubicBezTo>
                  <a:pt x="30838" y="1218"/>
                  <a:pt x="30830" y="1230"/>
                  <a:pt x="30820" y="1240"/>
                </a:cubicBezTo>
                <a:cubicBezTo>
                  <a:pt x="30811" y="1250"/>
                  <a:pt x="30799" y="1257"/>
                  <a:pt x="30786" y="1263"/>
                </a:cubicBezTo>
                <a:cubicBezTo>
                  <a:pt x="30773" y="1268"/>
                  <a:pt x="30760" y="1271"/>
                  <a:pt x="30746" y="1271"/>
                </a:cubicBezTo>
                <a:lnTo>
                  <a:pt x="0" y="1271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" name=""/>
          <p:cNvSpPr/>
          <p:nvPr/>
        </p:nvSpPr>
        <p:spPr>
          <a:xfrm>
            <a:off x="533160" y="3038400"/>
            <a:ext cx="38520" cy="457560"/>
          </a:xfrm>
          <a:custGeom>
            <a:avLst/>
            <a:gdLst/>
            <a:ahLst/>
            <a:rect l="0" t="0" r="r" b="b"/>
            <a:pathLst>
              <a:path w="107" h="1271">
                <a:moveTo>
                  <a:pt x="0" y="0"/>
                </a:moveTo>
                <a:lnTo>
                  <a:pt x="107" y="0"/>
                </a:lnTo>
                <a:lnTo>
                  <a:pt x="10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4" name=""/>
          <p:cNvSpPr txBox="1"/>
          <p:nvPr/>
        </p:nvSpPr>
        <p:spPr>
          <a:xfrm>
            <a:off x="533520" y="588600"/>
            <a:ext cx="762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⽣成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" name=""/>
          <p:cNvSpPr txBox="1"/>
          <p:nvPr/>
        </p:nvSpPr>
        <p:spPr>
          <a:xfrm>
            <a:off x="1295280" y="570600"/>
            <a:ext cx="3805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" name=""/>
          <p:cNvSpPr txBox="1"/>
          <p:nvPr/>
        </p:nvSpPr>
        <p:spPr>
          <a:xfrm>
            <a:off x="1668600" y="588600"/>
            <a:ext cx="1524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活⽤から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3192840" y="570600"/>
            <a:ext cx="256176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Claude Code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" name=""/>
          <p:cNvSpPr/>
          <p:nvPr/>
        </p:nvSpPr>
        <p:spPr>
          <a:xfrm>
            <a:off x="618840" y="151416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20"/>
                  <a:pt x="144" y="128"/>
                  <a:pt x="137" y="136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6"/>
                </a:cubicBezTo>
                <a:cubicBezTo>
                  <a:pt x="16" y="128"/>
                  <a:pt x="10" y="120"/>
                  <a:pt x="6" y="110"/>
                </a:cubicBezTo>
                <a:cubicBezTo>
                  <a:pt x="2" y="100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5753880" y="588600"/>
            <a:ext cx="2286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による開発へ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799920" y="142776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約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990720" y="14187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1096560" y="142776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年前より⽣成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2239560" y="14187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2412360" y="1427760"/>
            <a:ext cx="4191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を利⽤したコード作成を開始。チャットベースで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6576480" y="1418760"/>
            <a:ext cx="39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Web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" name=""/>
          <p:cNvSpPr/>
          <p:nvPr/>
        </p:nvSpPr>
        <p:spPr>
          <a:xfrm>
            <a:off x="618840" y="190476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1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1"/>
                  <a:pt x="0" y="81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2"/>
                  <a:pt x="24" y="24"/>
                </a:cubicBezTo>
                <a:cubicBezTo>
                  <a:pt x="31" y="17"/>
                  <a:pt x="40" y="11"/>
                  <a:pt x="49" y="7"/>
                </a:cubicBezTo>
                <a:cubicBezTo>
                  <a:pt x="59" y="3"/>
                  <a:pt x="69" y="0"/>
                  <a:pt x="80" y="0"/>
                </a:cubicBezTo>
                <a:cubicBezTo>
                  <a:pt x="90" y="0"/>
                  <a:pt x="101" y="3"/>
                  <a:pt x="111" y="7"/>
                </a:cubicBezTo>
                <a:cubicBezTo>
                  <a:pt x="121" y="11"/>
                  <a:pt x="129" y="17"/>
                  <a:pt x="137" y="24"/>
                </a:cubicBezTo>
                <a:cubicBezTo>
                  <a:pt x="144" y="32"/>
                  <a:pt x="150" y="40"/>
                  <a:pt x="154" y="50"/>
                </a:cubicBezTo>
                <a:cubicBezTo>
                  <a:pt x="158" y="60"/>
                  <a:pt x="160" y="70"/>
                  <a:pt x="160" y="81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6957360" y="142776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アプリの試作を実施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799920" y="1818360"/>
            <a:ext cx="572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その後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1371600" y="1809360"/>
            <a:ext cx="2793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AI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1650240" y="1818360"/>
            <a:ext cx="3239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エージェントの活⽤⽅法を知り、今年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4873680" y="18093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3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4979520" y="1818360"/>
            <a:ext cx="572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⽉から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5550840" y="1809360"/>
            <a:ext cx="11721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Claude Code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" name=""/>
          <p:cNvSpPr/>
          <p:nvPr/>
        </p:nvSpPr>
        <p:spPr>
          <a:xfrm>
            <a:off x="618840" y="229536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2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2"/>
                  <a:pt x="150" y="40"/>
                  <a:pt x="154" y="50"/>
                </a:cubicBezTo>
                <a:cubicBezTo>
                  <a:pt x="158" y="60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6722280" y="181836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での開発を開始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799920" y="2208960"/>
            <a:ext cx="1905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チャットでの要件整理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2705040" y="21999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" name=""/>
          <p:cNvSpPr txBox="1"/>
          <p:nvPr/>
        </p:nvSpPr>
        <p:spPr>
          <a:xfrm>
            <a:off x="2757960" y="2208960"/>
            <a:ext cx="19116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" name=""/>
          <p:cNvSpPr txBox="1"/>
          <p:nvPr/>
        </p:nvSpPr>
        <p:spPr>
          <a:xfrm>
            <a:off x="2948400" y="2199960"/>
            <a:ext cx="7099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GitHub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3657960" y="220896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への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" name=""/>
          <p:cNvSpPr txBox="1"/>
          <p:nvPr/>
        </p:nvSpPr>
        <p:spPr>
          <a:xfrm>
            <a:off x="4038840" y="2199960"/>
            <a:ext cx="5266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push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" name=""/>
          <p:cNvSpPr txBox="1"/>
          <p:nvPr/>
        </p:nvSpPr>
        <p:spPr>
          <a:xfrm>
            <a:off x="4564800" y="2208960"/>
            <a:ext cx="19116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" name=""/>
          <p:cNvSpPr txBox="1"/>
          <p:nvPr/>
        </p:nvSpPr>
        <p:spPr>
          <a:xfrm>
            <a:off x="4755240" y="21999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" name=""/>
          <p:cNvSpPr/>
          <p:nvPr/>
        </p:nvSpPr>
        <p:spPr>
          <a:xfrm>
            <a:off x="618840" y="26953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1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1"/>
                  <a:pt x="0" y="81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2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2"/>
                  <a:pt x="150" y="40"/>
                  <a:pt x="154" y="50"/>
                </a:cubicBezTo>
                <a:cubicBezTo>
                  <a:pt x="158" y="60"/>
                  <a:pt x="160" y="70"/>
                  <a:pt x="160" y="81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4808160" y="2208960"/>
            <a:ext cx="5144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ドキュメント化、という⼀連の流れを反復し、改良していく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799920" y="260892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半年間で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1562040" y="2599920"/>
            <a:ext cx="265320" cy="227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r>
              <a:rPr lang="en-US" sz="15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34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1827000" y="26089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件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" name=""/>
          <p:cNvSpPr txBox="1"/>
          <p:nvPr/>
        </p:nvSpPr>
        <p:spPr>
          <a:xfrm>
            <a:off x="2017440" y="25999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2070360" y="26089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の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2260800" y="2599920"/>
            <a:ext cx="604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GitHub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" name=""/>
          <p:cNvSpPr txBox="1"/>
          <p:nvPr/>
        </p:nvSpPr>
        <p:spPr>
          <a:xfrm>
            <a:off x="2864160" y="2608920"/>
            <a:ext cx="7049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リポジトリ（毎⽇のデータ⾃動取得やグラフ化、アプリ、ニュース検索等）を作成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" name=""/>
          <p:cNvSpPr txBox="1"/>
          <p:nvPr/>
        </p:nvSpPr>
        <p:spPr>
          <a:xfrm>
            <a:off x="723960" y="3169800"/>
            <a:ext cx="39906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天気図・発電量予測・電⼒データ分析・ローカル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4699800" y="3161520"/>
            <a:ext cx="36036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LLM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95" name=""/>
          <p:cNvPicPr/>
          <p:nvPr/>
        </p:nvPicPr>
        <p:blipFill>
          <a:blip r:embed="rId1"/>
          <a:stretch/>
        </p:blipFill>
        <p:spPr>
          <a:xfrm>
            <a:off x="1257120" y="3638520"/>
            <a:ext cx="3999960" cy="2437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6" name=""/>
          <p:cNvSpPr txBox="1"/>
          <p:nvPr/>
        </p:nvSpPr>
        <p:spPr>
          <a:xfrm>
            <a:off x="5058720" y="3169800"/>
            <a:ext cx="362772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⽐較など、実⽤ニーズに応じてテーマを設定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6210360" y="3676320"/>
            <a:ext cx="1228320" cy="227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Claude Code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" name=""/>
          <p:cNvSpPr/>
          <p:nvPr/>
        </p:nvSpPr>
        <p:spPr>
          <a:xfrm>
            <a:off x="6295680" y="423828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30" y="143"/>
                  <a:pt x="120" y="149"/>
                  <a:pt x="110" y="153"/>
                </a:cubicBezTo>
                <a:cubicBezTo>
                  <a:pt x="100" y="158"/>
                  <a:pt x="90" y="160"/>
                  <a:pt x="80" y="160"/>
                </a:cubicBezTo>
                <a:cubicBezTo>
                  <a:pt x="69" y="160"/>
                  <a:pt x="59" y="158"/>
                  <a:pt x="49" y="153"/>
                </a:cubicBezTo>
                <a:cubicBezTo>
                  <a:pt x="40" y="149"/>
                  <a:pt x="31" y="143"/>
                  <a:pt x="24" y="136"/>
                </a:cubicBezTo>
                <a:cubicBezTo>
                  <a:pt x="16" y="129"/>
                  <a:pt x="11" y="120"/>
                  <a:pt x="6" y="110"/>
                </a:cubicBezTo>
                <a:cubicBezTo>
                  <a:pt x="2" y="100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1" y="40"/>
                  <a:pt x="16" y="31"/>
                  <a:pt x="24" y="24"/>
                </a:cubicBezTo>
                <a:cubicBezTo>
                  <a:pt x="31" y="16"/>
                  <a:pt x="40" y="11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0" y="2"/>
                  <a:pt x="110" y="6"/>
                </a:cubicBezTo>
                <a:cubicBezTo>
                  <a:pt x="120" y="11"/>
                  <a:pt x="130" y="16"/>
                  <a:pt x="137" y="24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7437960" y="3685320"/>
            <a:ext cx="1524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の具体的な使い⽅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6477120" y="415188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フォルダにマークダウンファイルを保存（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" name=""/>
          <p:cNvSpPr txBox="1"/>
          <p:nvPr/>
        </p:nvSpPr>
        <p:spPr>
          <a:xfrm>
            <a:off x="10071720" y="4142880"/>
            <a:ext cx="10839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CLAUDE.md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11154960" y="415188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" name=""/>
          <p:cNvSpPr txBox="1"/>
          <p:nvPr/>
        </p:nvSpPr>
        <p:spPr>
          <a:xfrm>
            <a:off x="6477120" y="4485960"/>
            <a:ext cx="6926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plan.md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" name=""/>
          <p:cNvSpPr txBox="1"/>
          <p:nvPr/>
        </p:nvSpPr>
        <p:spPr>
          <a:xfrm>
            <a:off x="7169040" y="449496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など）し、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" name=""/>
          <p:cNvSpPr txBox="1"/>
          <p:nvPr/>
        </p:nvSpPr>
        <p:spPr>
          <a:xfrm>
            <a:off x="8121240" y="44859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6" name=""/>
          <p:cNvSpPr/>
          <p:nvPr/>
        </p:nvSpPr>
        <p:spPr>
          <a:xfrm>
            <a:off x="6295680" y="497196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1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30" y="144"/>
                  <a:pt x="120" y="149"/>
                  <a:pt x="110" y="153"/>
                </a:cubicBezTo>
                <a:cubicBezTo>
                  <a:pt x="100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1" y="120"/>
                  <a:pt x="6" y="110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59"/>
                  <a:pt x="6" y="50"/>
                </a:cubicBezTo>
                <a:cubicBezTo>
                  <a:pt x="11" y="40"/>
                  <a:pt x="16" y="31"/>
                  <a:pt x="24" y="24"/>
                </a:cubicBezTo>
                <a:cubicBezTo>
                  <a:pt x="31" y="17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0" y="2"/>
                  <a:pt x="110" y="6"/>
                </a:cubicBezTo>
                <a:cubicBezTo>
                  <a:pt x="120" y="10"/>
                  <a:pt x="130" y="17"/>
                  <a:pt x="137" y="24"/>
                </a:cubicBezTo>
                <a:cubicBezTo>
                  <a:pt x="144" y="31"/>
                  <a:pt x="150" y="40"/>
                  <a:pt x="154" y="50"/>
                </a:cubicBezTo>
                <a:cubicBezTo>
                  <a:pt x="158" y="59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8294040" y="449496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に読ませて開発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6477120" y="4885200"/>
            <a:ext cx="1905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チャットで指⽰を出し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8381880" y="48765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0" name=""/>
          <p:cNvSpPr txBox="1"/>
          <p:nvPr/>
        </p:nvSpPr>
        <p:spPr>
          <a:xfrm>
            <a:off x="8554680" y="4885200"/>
            <a:ext cx="572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が直接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9126360" y="4876560"/>
            <a:ext cx="5900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python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2" name=""/>
          <p:cNvSpPr/>
          <p:nvPr/>
        </p:nvSpPr>
        <p:spPr>
          <a:xfrm>
            <a:off x="6295680" y="536256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0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30" y="143"/>
                  <a:pt x="120" y="149"/>
                  <a:pt x="110" y="153"/>
                </a:cubicBezTo>
                <a:cubicBezTo>
                  <a:pt x="100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3"/>
                  <a:pt x="24" y="136"/>
                </a:cubicBezTo>
                <a:cubicBezTo>
                  <a:pt x="16" y="129"/>
                  <a:pt x="11" y="120"/>
                  <a:pt x="6" y="110"/>
                </a:cubicBezTo>
                <a:cubicBezTo>
                  <a:pt x="2" y="101"/>
                  <a:pt x="0" y="90"/>
                  <a:pt x="0" y="80"/>
                </a:cubicBezTo>
                <a:cubicBezTo>
                  <a:pt x="0" y="69"/>
                  <a:pt x="2" y="59"/>
                  <a:pt x="6" y="50"/>
                </a:cubicBezTo>
                <a:cubicBezTo>
                  <a:pt x="11" y="40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0" y="2"/>
                  <a:pt x="110" y="6"/>
                </a:cubicBezTo>
                <a:cubicBezTo>
                  <a:pt x="120" y="10"/>
                  <a:pt x="130" y="15"/>
                  <a:pt x="137" y="23"/>
                </a:cubicBezTo>
                <a:cubicBezTo>
                  <a:pt x="144" y="30"/>
                  <a:pt x="150" y="40"/>
                  <a:pt x="154" y="50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13" name=""/>
          <p:cNvSpPr txBox="1"/>
          <p:nvPr/>
        </p:nvSpPr>
        <p:spPr>
          <a:xfrm>
            <a:off x="9715680" y="488520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コードを書いて保存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4" name=""/>
          <p:cNvSpPr txBox="1"/>
          <p:nvPr/>
        </p:nvSpPr>
        <p:spPr>
          <a:xfrm>
            <a:off x="6477120" y="5275800"/>
            <a:ext cx="3810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チャットの内容をまとめさせてマニュアル化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5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3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9" name=""/>
          <p:cNvSpPr/>
          <p:nvPr/>
        </p:nvSpPr>
        <p:spPr>
          <a:xfrm>
            <a:off x="533160" y="100944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20" name=""/>
          <p:cNvSpPr txBox="1"/>
          <p:nvPr/>
        </p:nvSpPr>
        <p:spPr>
          <a:xfrm>
            <a:off x="533520" y="493560"/>
            <a:ext cx="3048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チャットでの開発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1" name=""/>
          <p:cNvSpPr txBox="1"/>
          <p:nvPr/>
        </p:nvSpPr>
        <p:spPr>
          <a:xfrm>
            <a:off x="3581280" y="475560"/>
            <a:ext cx="296460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vs Claude Code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2" name=""/>
          <p:cNvSpPr txBox="1"/>
          <p:nvPr/>
        </p:nvSpPr>
        <p:spPr>
          <a:xfrm>
            <a:off x="6545160" y="493560"/>
            <a:ext cx="381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（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3" name=""/>
          <p:cNvSpPr txBox="1"/>
          <p:nvPr/>
        </p:nvSpPr>
        <p:spPr>
          <a:xfrm>
            <a:off x="6926040" y="475560"/>
            <a:ext cx="3805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4" name=""/>
          <p:cNvSpPr/>
          <p:nvPr/>
        </p:nvSpPr>
        <p:spPr>
          <a:xfrm>
            <a:off x="533160" y="1266480"/>
            <a:ext cx="10477800" cy="5105880"/>
          </a:xfrm>
          <a:custGeom>
            <a:avLst/>
            <a:gdLst/>
            <a:ahLst/>
            <a:rect l="0" t="0" r="r" b="b"/>
            <a:pathLst>
              <a:path w="29105" h="14183">
                <a:moveTo>
                  <a:pt x="0" y="0"/>
                </a:moveTo>
                <a:lnTo>
                  <a:pt x="29105" y="0"/>
                </a:lnTo>
                <a:lnTo>
                  <a:pt x="29105" y="14183"/>
                </a:lnTo>
                <a:lnTo>
                  <a:pt x="0" y="141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5" name=""/>
          <p:cNvSpPr/>
          <p:nvPr/>
        </p:nvSpPr>
        <p:spPr>
          <a:xfrm>
            <a:off x="5765400" y="1332000"/>
            <a:ext cx="13320" cy="4974840"/>
          </a:xfrm>
          <a:custGeom>
            <a:avLst/>
            <a:gdLst/>
            <a:ahLst/>
            <a:rect l="0" t="0" r="r" b="b"/>
            <a:pathLst>
              <a:path w="37" h="13819">
                <a:moveTo>
                  <a:pt x="37" y="0"/>
                </a:moveTo>
                <a:lnTo>
                  <a:pt x="37" y="109"/>
                </a:lnTo>
                <a:lnTo>
                  <a:pt x="0" y="109"/>
                </a:lnTo>
                <a:lnTo>
                  <a:pt x="0" y="0"/>
                </a:lnTo>
                <a:lnTo>
                  <a:pt x="37" y="0"/>
                </a:lnTo>
                <a:moveTo>
                  <a:pt x="37" y="218"/>
                </a:moveTo>
                <a:lnTo>
                  <a:pt x="37" y="328"/>
                </a:lnTo>
                <a:lnTo>
                  <a:pt x="0" y="328"/>
                </a:lnTo>
                <a:lnTo>
                  <a:pt x="0" y="218"/>
                </a:lnTo>
                <a:lnTo>
                  <a:pt x="37" y="218"/>
                </a:lnTo>
                <a:moveTo>
                  <a:pt x="37" y="437"/>
                </a:moveTo>
                <a:lnTo>
                  <a:pt x="37" y="546"/>
                </a:lnTo>
                <a:lnTo>
                  <a:pt x="0" y="546"/>
                </a:lnTo>
                <a:lnTo>
                  <a:pt x="0" y="437"/>
                </a:lnTo>
                <a:lnTo>
                  <a:pt x="37" y="437"/>
                </a:lnTo>
                <a:moveTo>
                  <a:pt x="37" y="655"/>
                </a:moveTo>
                <a:lnTo>
                  <a:pt x="37" y="764"/>
                </a:lnTo>
                <a:lnTo>
                  <a:pt x="0" y="764"/>
                </a:lnTo>
                <a:lnTo>
                  <a:pt x="0" y="655"/>
                </a:lnTo>
                <a:lnTo>
                  <a:pt x="37" y="655"/>
                </a:lnTo>
                <a:moveTo>
                  <a:pt x="37" y="873"/>
                </a:moveTo>
                <a:lnTo>
                  <a:pt x="37" y="982"/>
                </a:lnTo>
                <a:lnTo>
                  <a:pt x="0" y="982"/>
                </a:lnTo>
                <a:lnTo>
                  <a:pt x="0" y="873"/>
                </a:lnTo>
                <a:lnTo>
                  <a:pt x="37" y="873"/>
                </a:lnTo>
                <a:moveTo>
                  <a:pt x="37" y="1091"/>
                </a:moveTo>
                <a:lnTo>
                  <a:pt x="37" y="1200"/>
                </a:lnTo>
                <a:lnTo>
                  <a:pt x="0" y="1200"/>
                </a:lnTo>
                <a:lnTo>
                  <a:pt x="0" y="1091"/>
                </a:lnTo>
                <a:lnTo>
                  <a:pt x="37" y="1091"/>
                </a:lnTo>
                <a:moveTo>
                  <a:pt x="37" y="1309"/>
                </a:moveTo>
                <a:lnTo>
                  <a:pt x="37" y="1418"/>
                </a:lnTo>
                <a:lnTo>
                  <a:pt x="0" y="1418"/>
                </a:lnTo>
                <a:lnTo>
                  <a:pt x="0" y="1309"/>
                </a:lnTo>
                <a:lnTo>
                  <a:pt x="37" y="1309"/>
                </a:lnTo>
                <a:moveTo>
                  <a:pt x="37" y="1528"/>
                </a:moveTo>
                <a:lnTo>
                  <a:pt x="37" y="1637"/>
                </a:lnTo>
                <a:lnTo>
                  <a:pt x="0" y="1637"/>
                </a:lnTo>
                <a:lnTo>
                  <a:pt x="0" y="1528"/>
                </a:lnTo>
                <a:lnTo>
                  <a:pt x="37" y="1528"/>
                </a:lnTo>
                <a:moveTo>
                  <a:pt x="37" y="1746"/>
                </a:moveTo>
                <a:lnTo>
                  <a:pt x="37" y="1855"/>
                </a:lnTo>
                <a:lnTo>
                  <a:pt x="0" y="1855"/>
                </a:lnTo>
                <a:lnTo>
                  <a:pt x="0" y="1746"/>
                </a:lnTo>
                <a:lnTo>
                  <a:pt x="37" y="1746"/>
                </a:lnTo>
                <a:moveTo>
                  <a:pt x="37" y="1964"/>
                </a:moveTo>
                <a:lnTo>
                  <a:pt x="37" y="2073"/>
                </a:lnTo>
                <a:lnTo>
                  <a:pt x="0" y="2073"/>
                </a:lnTo>
                <a:lnTo>
                  <a:pt x="0" y="1964"/>
                </a:lnTo>
                <a:lnTo>
                  <a:pt x="37" y="1964"/>
                </a:lnTo>
                <a:moveTo>
                  <a:pt x="37" y="2182"/>
                </a:moveTo>
                <a:lnTo>
                  <a:pt x="37" y="2291"/>
                </a:lnTo>
                <a:lnTo>
                  <a:pt x="0" y="2291"/>
                </a:lnTo>
                <a:lnTo>
                  <a:pt x="0" y="2182"/>
                </a:lnTo>
                <a:lnTo>
                  <a:pt x="37" y="2182"/>
                </a:lnTo>
                <a:moveTo>
                  <a:pt x="37" y="2400"/>
                </a:moveTo>
                <a:lnTo>
                  <a:pt x="37" y="2509"/>
                </a:lnTo>
                <a:lnTo>
                  <a:pt x="0" y="2509"/>
                </a:lnTo>
                <a:lnTo>
                  <a:pt x="0" y="2400"/>
                </a:lnTo>
                <a:lnTo>
                  <a:pt x="37" y="2400"/>
                </a:lnTo>
                <a:moveTo>
                  <a:pt x="37" y="2618"/>
                </a:moveTo>
                <a:lnTo>
                  <a:pt x="37" y="2728"/>
                </a:lnTo>
                <a:lnTo>
                  <a:pt x="0" y="2728"/>
                </a:lnTo>
                <a:lnTo>
                  <a:pt x="0" y="2618"/>
                </a:lnTo>
                <a:lnTo>
                  <a:pt x="37" y="2618"/>
                </a:lnTo>
                <a:moveTo>
                  <a:pt x="37" y="2837"/>
                </a:moveTo>
                <a:lnTo>
                  <a:pt x="37" y="2946"/>
                </a:lnTo>
                <a:lnTo>
                  <a:pt x="0" y="2946"/>
                </a:lnTo>
                <a:lnTo>
                  <a:pt x="0" y="2837"/>
                </a:lnTo>
                <a:lnTo>
                  <a:pt x="37" y="2837"/>
                </a:lnTo>
                <a:moveTo>
                  <a:pt x="37" y="3055"/>
                </a:moveTo>
                <a:lnTo>
                  <a:pt x="37" y="3164"/>
                </a:lnTo>
                <a:lnTo>
                  <a:pt x="0" y="3164"/>
                </a:lnTo>
                <a:lnTo>
                  <a:pt x="0" y="3055"/>
                </a:lnTo>
                <a:lnTo>
                  <a:pt x="37" y="3055"/>
                </a:lnTo>
                <a:moveTo>
                  <a:pt x="37" y="3274"/>
                </a:moveTo>
                <a:lnTo>
                  <a:pt x="37" y="3383"/>
                </a:lnTo>
                <a:lnTo>
                  <a:pt x="0" y="3383"/>
                </a:lnTo>
                <a:lnTo>
                  <a:pt x="0" y="3274"/>
                </a:lnTo>
                <a:lnTo>
                  <a:pt x="37" y="3274"/>
                </a:lnTo>
                <a:moveTo>
                  <a:pt x="37" y="3492"/>
                </a:moveTo>
                <a:lnTo>
                  <a:pt x="37" y="3601"/>
                </a:lnTo>
                <a:lnTo>
                  <a:pt x="0" y="3601"/>
                </a:lnTo>
                <a:lnTo>
                  <a:pt x="0" y="3492"/>
                </a:lnTo>
                <a:lnTo>
                  <a:pt x="37" y="3492"/>
                </a:lnTo>
                <a:moveTo>
                  <a:pt x="37" y="3710"/>
                </a:moveTo>
                <a:lnTo>
                  <a:pt x="37" y="3819"/>
                </a:lnTo>
                <a:lnTo>
                  <a:pt x="0" y="3819"/>
                </a:lnTo>
                <a:lnTo>
                  <a:pt x="0" y="3710"/>
                </a:lnTo>
                <a:lnTo>
                  <a:pt x="37" y="3710"/>
                </a:lnTo>
                <a:moveTo>
                  <a:pt x="37" y="3929"/>
                </a:moveTo>
                <a:lnTo>
                  <a:pt x="37" y="4038"/>
                </a:lnTo>
                <a:lnTo>
                  <a:pt x="0" y="4038"/>
                </a:lnTo>
                <a:lnTo>
                  <a:pt x="0" y="3929"/>
                </a:lnTo>
                <a:lnTo>
                  <a:pt x="37" y="3929"/>
                </a:lnTo>
                <a:moveTo>
                  <a:pt x="37" y="4147"/>
                </a:moveTo>
                <a:lnTo>
                  <a:pt x="37" y="4256"/>
                </a:lnTo>
                <a:lnTo>
                  <a:pt x="0" y="4256"/>
                </a:lnTo>
                <a:lnTo>
                  <a:pt x="0" y="4147"/>
                </a:lnTo>
                <a:lnTo>
                  <a:pt x="37" y="4147"/>
                </a:lnTo>
                <a:moveTo>
                  <a:pt x="37" y="4365"/>
                </a:moveTo>
                <a:lnTo>
                  <a:pt x="37" y="4474"/>
                </a:lnTo>
                <a:lnTo>
                  <a:pt x="0" y="4474"/>
                </a:lnTo>
                <a:lnTo>
                  <a:pt x="0" y="4365"/>
                </a:lnTo>
                <a:lnTo>
                  <a:pt x="37" y="4365"/>
                </a:lnTo>
                <a:moveTo>
                  <a:pt x="37" y="4583"/>
                </a:moveTo>
                <a:lnTo>
                  <a:pt x="37" y="4692"/>
                </a:lnTo>
                <a:lnTo>
                  <a:pt x="0" y="4692"/>
                </a:lnTo>
                <a:lnTo>
                  <a:pt x="0" y="4583"/>
                </a:lnTo>
                <a:lnTo>
                  <a:pt x="37" y="4583"/>
                </a:lnTo>
                <a:moveTo>
                  <a:pt x="37" y="4801"/>
                </a:moveTo>
                <a:lnTo>
                  <a:pt x="37" y="4910"/>
                </a:lnTo>
                <a:lnTo>
                  <a:pt x="0" y="4910"/>
                </a:lnTo>
                <a:lnTo>
                  <a:pt x="0" y="4801"/>
                </a:lnTo>
                <a:lnTo>
                  <a:pt x="37" y="4801"/>
                </a:lnTo>
                <a:moveTo>
                  <a:pt x="37" y="5019"/>
                </a:moveTo>
                <a:lnTo>
                  <a:pt x="37" y="5128"/>
                </a:lnTo>
                <a:lnTo>
                  <a:pt x="0" y="5128"/>
                </a:lnTo>
                <a:lnTo>
                  <a:pt x="0" y="5019"/>
                </a:lnTo>
                <a:lnTo>
                  <a:pt x="37" y="5019"/>
                </a:lnTo>
                <a:moveTo>
                  <a:pt x="37" y="5238"/>
                </a:moveTo>
                <a:lnTo>
                  <a:pt x="37" y="5347"/>
                </a:lnTo>
                <a:lnTo>
                  <a:pt x="0" y="5347"/>
                </a:lnTo>
                <a:lnTo>
                  <a:pt x="0" y="5238"/>
                </a:lnTo>
                <a:lnTo>
                  <a:pt x="37" y="5238"/>
                </a:lnTo>
                <a:moveTo>
                  <a:pt x="37" y="5456"/>
                </a:moveTo>
                <a:lnTo>
                  <a:pt x="37" y="5565"/>
                </a:lnTo>
                <a:lnTo>
                  <a:pt x="0" y="5565"/>
                </a:lnTo>
                <a:lnTo>
                  <a:pt x="0" y="5456"/>
                </a:lnTo>
                <a:lnTo>
                  <a:pt x="37" y="5456"/>
                </a:lnTo>
                <a:moveTo>
                  <a:pt x="37" y="5674"/>
                </a:moveTo>
                <a:lnTo>
                  <a:pt x="37" y="5783"/>
                </a:lnTo>
                <a:lnTo>
                  <a:pt x="0" y="5783"/>
                </a:lnTo>
                <a:lnTo>
                  <a:pt x="0" y="5674"/>
                </a:lnTo>
                <a:lnTo>
                  <a:pt x="37" y="5674"/>
                </a:lnTo>
                <a:moveTo>
                  <a:pt x="37" y="5892"/>
                </a:moveTo>
                <a:lnTo>
                  <a:pt x="37" y="6001"/>
                </a:lnTo>
                <a:lnTo>
                  <a:pt x="0" y="6001"/>
                </a:lnTo>
                <a:lnTo>
                  <a:pt x="0" y="5892"/>
                </a:lnTo>
                <a:lnTo>
                  <a:pt x="37" y="5892"/>
                </a:lnTo>
                <a:moveTo>
                  <a:pt x="37" y="6110"/>
                </a:moveTo>
                <a:lnTo>
                  <a:pt x="37" y="6219"/>
                </a:lnTo>
                <a:lnTo>
                  <a:pt x="0" y="6219"/>
                </a:lnTo>
                <a:lnTo>
                  <a:pt x="0" y="6110"/>
                </a:lnTo>
                <a:lnTo>
                  <a:pt x="37" y="6110"/>
                </a:lnTo>
                <a:moveTo>
                  <a:pt x="37" y="6328"/>
                </a:moveTo>
                <a:lnTo>
                  <a:pt x="37" y="6438"/>
                </a:lnTo>
                <a:lnTo>
                  <a:pt x="0" y="6438"/>
                </a:lnTo>
                <a:lnTo>
                  <a:pt x="0" y="6328"/>
                </a:lnTo>
                <a:lnTo>
                  <a:pt x="37" y="6328"/>
                </a:lnTo>
                <a:moveTo>
                  <a:pt x="37" y="6547"/>
                </a:moveTo>
                <a:lnTo>
                  <a:pt x="37" y="6656"/>
                </a:lnTo>
                <a:lnTo>
                  <a:pt x="0" y="6656"/>
                </a:lnTo>
                <a:lnTo>
                  <a:pt x="0" y="6547"/>
                </a:lnTo>
                <a:lnTo>
                  <a:pt x="37" y="6547"/>
                </a:lnTo>
                <a:moveTo>
                  <a:pt x="37" y="6765"/>
                </a:moveTo>
                <a:lnTo>
                  <a:pt x="37" y="6874"/>
                </a:lnTo>
                <a:lnTo>
                  <a:pt x="0" y="6874"/>
                </a:lnTo>
                <a:lnTo>
                  <a:pt x="0" y="6765"/>
                </a:lnTo>
                <a:lnTo>
                  <a:pt x="37" y="6765"/>
                </a:lnTo>
                <a:moveTo>
                  <a:pt x="37" y="6983"/>
                </a:moveTo>
                <a:lnTo>
                  <a:pt x="37" y="7092"/>
                </a:lnTo>
                <a:lnTo>
                  <a:pt x="0" y="7092"/>
                </a:lnTo>
                <a:lnTo>
                  <a:pt x="0" y="6983"/>
                </a:lnTo>
                <a:lnTo>
                  <a:pt x="37" y="6983"/>
                </a:lnTo>
                <a:moveTo>
                  <a:pt x="37" y="7201"/>
                </a:moveTo>
                <a:lnTo>
                  <a:pt x="37" y="7310"/>
                </a:lnTo>
                <a:lnTo>
                  <a:pt x="0" y="7310"/>
                </a:lnTo>
                <a:lnTo>
                  <a:pt x="0" y="7201"/>
                </a:lnTo>
                <a:lnTo>
                  <a:pt x="37" y="7201"/>
                </a:lnTo>
                <a:moveTo>
                  <a:pt x="37" y="7419"/>
                </a:moveTo>
                <a:lnTo>
                  <a:pt x="37" y="7528"/>
                </a:lnTo>
                <a:lnTo>
                  <a:pt x="0" y="7528"/>
                </a:lnTo>
                <a:lnTo>
                  <a:pt x="0" y="7419"/>
                </a:lnTo>
                <a:lnTo>
                  <a:pt x="37" y="7419"/>
                </a:lnTo>
                <a:moveTo>
                  <a:pt x="37" y="7638"/>
                </a:moveTo>
                <a:lnTo>
                  <a:pt x="37" y="7747"/>
                </a:lnTo>
                <a:lnTo>
                  <a:pt x="0" y="7747"/>
                </a:lnTo>
                <a:lnTo>
                  <a:pt x="0" y="7638"/>
                </a:lnTo>
                <a:lnTo>
                  <a:pt x="37" y="7638"/>
                </a:lnTo>
                <a:moveTo>
                  <a:pt x="37" y="7856"/>
                </a:moveTo>
                <a:lnTo>
                  <a:pt x="37" y="7965"/>
                </a:lnTo>
                <a:lnTo>
                  <a:pt x="0" y="7965"/>
                </a:lnTo>
                <a:lnTo>
                  <a:pt x="0" y="7856"/>
                </a:lnTo>
                <a:lnTo>
                  <a:pt x="37" y="7856"/>
                </a:lnTo>
                <a:moveTo>
                  <a:pt x="37" y="8074"/>
                </a:moveTo>
                <a:lnTo>
                  <a:pt x="37" y="8183"/>
                </a:lnTo>
                <a:lnTo>
                  <a:pt x="0" y="8183"/>
                </a:lnTo>
                <a:lnTo>
                  <a:pt x="0" y="8074"/>
                </a:lnTo>
                <a:lnTo>
                  <a:pt x="37" y="8074"/>
                </a:lnTo>
                <a:moveTo>
                  <a:pt x="37" y="8292"/>
                </a:moveTo>
                <a:lnTo>
                  <a:pt x="37" y="8401"/>
                </a:lnTo>
                <a:lnTo>
                  <a:pt x="0" y="8401"/>
                </a:lnTo>
                <a:lnTo>
                  <a:pt x="0" y="8292"/>
                </a:lnTo>
                <a:lnTo>
                  <a:pt x="37" y="8292"/>
                </a:lnTo>
                <a:moveTo>
                  <a:pt x="37" y="8510"/>
                </a:moveTo>
                <a:lnTo>
                  <a:pt x="37" y="8619"/>
                </a:lnTo>
                <a:lnTo>
                  <a:pt x="0" y="8619"/>
                </a:lnTo>
                <a:lnTo>
                  <a:pt x="0" y="8510"/>
                </a:lnTo>
                <a:lnTo>
                  <a:pt x="37" y="8510"/>
                </a:lnTo>
                <a:moveTo>
                  <a:pt x="37" y="8728"/>
                </a:moveTo>
                <a:lnTo>
                  <a:pt x="37" y="8838"/>
                </a:lnTo>
                <a:lnTo>
                  <a:pt x="0" y="8838"/>
                </a:lnTo>
                <a:lnTo>
                  <a:pt x="0" y="8728"/>
                </a:lnTo>
                <a:lnTo>
                  <a:pt x="37" y="8728"/>
                </a:lnTo>
                <a:moveTo>
                  <a:pt x="37" y="8947"/>
                </a:moveTo>
                <a:lnTo>
                  <a:pt x="37" y="9056"/>
                </a:lnTo>
                <a:lnTo>
                  <a:pt x="0" y="9056"/>
                </a:lnTo>
                <a:lnTo>
                  <a:pt x="0" y="8947"/>
                </a:lnTo>
                <a:lnTo>
                  <a:pt x="37" y="8947"/>
                </a:lnTo>
                <a:moveTo>
                  <a:pt x="37" y="9165"/>
                </a:moveTo>
                <a:lnTo>
                  <a:pt x="37" y="9274"/>
                </a:lnTo>
                <a:lnTo>
                  <a:pt x="0" y="9274"/>
                </a:lnTo>
                <a:lnTo>
                  <a:pt x="0" y="9165"/>
                </a:lnTo>
                <a:lnTo>
                  <a:pt x="37" y="9165"/>
                </a:lnTo>
                <a:moveTo>
                  <a:pt x="37" y="9383"/>
                </a:moveTo>
                <a:lnTo>
                  <a:pt x="37" y="9492"/>
                </a:lnTo>
                <a:lnTo>
                  <a:pt x="0" y="9492"/>
                </a:lnTo>
                <a:lnTo>
                  <a:pt x="0" y="9383"/>
                </a:lnTo>
                <a:lnTo>
                  <a:pt x="37" y="9383"/>
                </a:lnTo>
                <a:moveTo>
                  <a:pt x="37" y="9601"/>
                </a:moveTo>
                <a:lnTo>
                  <a:pt x="37" y="9710"/>
                </a:lnTo>
                <a:lnTo>
                  <a:pt x="0" y="9710"/>
                </a:lnTo>
                <a:lnTo>
                  <a:pt x="0" y="9601"/>
                </a:lnTo>
                <a:lnTo>
                  <a:pt x="37" y="9601"/>
                </a:lnTo>
                <a:moveTo>
                  <a:pt x="37" y="9819"/>
                </a:moveTo>
                <a:lnTo>
                  <a:pt x="37" y="9928"/>
                </a:lnTo>
                <a:lnTo>
                  <a:pt x="0" y="9928"/>
                </a:lnTo>
                <a:lnTo>
                  <a:pt x="0" y="9819"/>
                </a:lnTo>
                <a:lnTo>
                  <a:pt x="37" y="9819"/>
                </a:lnTo>
                <a:moveTo>
                  <a:pt x="37" y="10038"/>
                </a:moveTo>
                <a:lnTo>
                  <a:pt x="37" y="10147"/>
                </a:lnTo>
                <a:lnTo>
                  <a:pt x="0" y="10147"/>
                </a:lnTo>
                <a:lnTo>
                  <a:pt x="0" y="10038"/>
                </a:lnTo>
                <a:lnTo>
                  <a:pt x="37" y="10038"/>
                </a:lnTo>
                <a:moveTo>
                  <a:pt x="37" y="10256"/>
                </a:moveTo>
                <a:lnTo>
                  <a:pt x="37" y="10365"/>
                </a:lnTo>
                <a:lnTo>
                  <a:pt x="0" y="10365"/>
                </a:lnTo>
                <a:lnTo>
                  <a:pt x="0" y="10256"/>
                </a:lnTo>
                <a:lnTo>
                  <a:pt x="37" y="10256"/>
                </a:lnTo>
                <a:moveTo>
                  <a:pt x="37" y="10474"/>
                </a:moveTo>
                <a:lnTo>
                  <a:pt x="37" y="10583"/>
                </a:lnTo>
                <a:lnTo>
                  <a:pt x="0" y="10583"/>
                </a:lnTo>
                <a:lnTo>
                  <a:pt x="0" y="10474"/>
                </a:lnTo>
                <a:lnTo>
                  <a:pt x="37" y="10474"/>
                </a:lnTo>
                <a:moveTo>
                  <a:pt x="37" y="10692"/>
                </a:moveTo>
                <a:lnTo>
                  <a:pt x="37" y="10801"/>
                </a:lnTo>
                <a:lnTo>
                  <a:pt x="0" y="10801"/>
                </a:lnTo>
                <a:lnTo>
                  <a:pt x="0" y="10692"/>
                </a:lnTo>
                <a:lnTo>
                  <a:pt x="37" y="10692"/>
                </a:lnTo>
                <a:moveTo>
                  <a:pt x="37" y="10910"/>
                </a:moveTo>
                <a:lnTo>
                  <a:pt x="37" y="11019"/>
                </a:lnTo>
                <a:lnTo>
                  <a:pt x="0" y="11019"/>
                </a:lnTo>
                <a:lnTo>
                  <a:pt x="0" y="10910"/>
                </a:lnTo>
                <a:lnTo>
                  <a:pt x="37" y="10910"/>
                </a:lnTo>
                <a:moveTo>
                  <a:pt x="37" y="11128"/>
                </a:moveTo>
                <a:lnTo>
                  <a:pt x="37" y="11238"/>
                </a:lnTo>
                <a:lnTo>
                  <a:pt x="0" y="11238"/>
                </a:lnTo>
                <a:lnTo>
                  <a:pt x="0" y="11128"/>
                </a:lnTo>
                <a:lnTo>
                  <a:pt x="37" y="11128"/>
                </a:lnTo>
                <a:moveTo>
                  <a:pt x="37" y="11347"/>
                </a:moveTo>
                <a:lnTo>
                  <a:pt x="37" y="11456"/>
                </a:lnTo>
                <a:lnTo>
                  <a:pt x="0" y="11456"/>
                </a:lnTo>
                <a:lnTo>
                  <a:pt x="0" y="11347"/>
                </a:lnTo>
                <a:lnTo>
                  <a:pt x="37" y="11347"/>
                </a:lnTo>
                <a:moveTo>
                  <a:pt x="37" y="11565"/>
                </a:moveTo>
                <a:lnTo>
                  <a:pt x="37" y="11674"/>
                </a:lnTo>
                <a:lnTo>
                  <a:pt x="0" y="11674"/>
                </a:lnTo>
                <a:lnTo>
                  <a:pt x="0" y="11565"/>
                </a:lnTo>
                <a:lnTo>
                  <a:pt x="37" y="11565"/>
                </a:lnTo>
                <a:moveTo>
                  <a:pt x="37" y="11783"/>
                </a:moveTo>
                <a:lnTo>
                  <a:pt x="37" y="11892"/>
                </a:lnTo>
                <a:lnTo>
                  <a:pt x="0" y="11892"/>
                </a:lnTo>
                <a:lnTo>
                  <a:pt x="0" y="11783"/>
                </a:lnTo>
                <a:lnTo>
                  <a:pt x="37" y="11783"/>
                </a:lnTo>
                <a:moveTo>
                  <a:pt x="37" y="12001"/>
                </a:moveTo>
                <a:lnTo>
                  <a:pt x="37" y="12110"/>
                </a:lnTo>
                <a:lnTo>
                  <a:pt x="0" y="12110"/>
                </a:lnTo>
                <a:lnTo>
                  <a:pt x="0" y="12001"/>
                </a:lnTo>
                <a:lnTo>
                  <a:pt x="37" y="12001"/>
                </a:lnTo>
                <a:moveTo>
                  <a:pt x="37" y="12219"/>
                </a:moveTo>
                <a:lnTo>
                  <a:pt x="37" y="12328"/>
                </a:lnTo>
                <a:lnTo>
                  <a:pt x="0" y="12328"/>
                </a:lnTo>
                <a:lnTo>
                  <a:pt x="0" y="12219"/>
                </a:lnTo>
                <a:lnTo>
                  <a:pt x="37" y="12219"/>
                </a:lnTo>
                <a:moveTo>
                  <a:pt x="37" y="12438"/>
                </a:moveTo>
                <a:lnTo>
                  <a:pt x="37" y="12547"/>
                </a:lnTo>
                <a:lnTo>
                  <a:pt x="0" y="12547"/>
                </a:lnTo>
                <a:lnTo>
                  <a:pt x="0" y="12438"/>
                </a:lnTo>
                <a:lnTo>
                  <a:pt x="37" y="12438"/>
                </a:lnTo>
                <a:moveTo>
                  <a:pt x="37" y="12656"/>
                </a:moveTo>
                <a:lnTo>
                  <a:pt x="37" y="12765"/>
                </a:lnTo>
                <a:lnTo>
                  <a:pt x="0" y="12765"/>
                </a:lnTo>
                <a:lnTo>
                  <a:pt x="0" y="12656"/>
                </a:lnTo>
                <a:lnTo>
                  <a:pt x="37" y="12656"/>
                </a:lnTo>
                <a:moveTo>
                  <a:pt x="37" y="12874"/>
                </a:moveTo>
                <a:lnTo>
                  <a:pt x="37" y="12983"/>
                </a:lnTo>
                <a:lnTo>
                  <a:pt x="0" y="12983"/>
                </a:lnTo>
                <a:lnTo>
                  <a:pt x="0" y="12874"/>
                </a:lnTo>
                <a:lnTo>
                  <a:pt x="37" y="12874"/>
                </a:lnTo>
                <a:moveTo>
                  <a:pt x="37" y="13092"/>
                </a:moveTo>
                <a:lnTo>
                  <a:pt x="37" y="13201"/>
                </a:lnTo>
                <a:lnTo>
                  <a:pt x="0" y="13201"/>
                </a:lnTo>
                <a:lnTo>
                  <a:pt x="0" y="13092"/>
                </a:lnTo>
                <a:lnTo>
                  <a:pt x="37" y="13092"/>
                </a:lnTo>
                <a:moveTo>
                  <a:pt x="37" y="13310"/>
                </a:moveTo>
                <a:lnTo>
                  <a:pt x="37" y="13419"/>
                </a:lnTo>
                <a:lnTo>
                  <a:pt x="0" y="13419"/>
                </a:lnTo>
                <a:lnTo>
                  <a:pt x="0" y="13310"/>
                </a:lnTo>
                <a:lnTo>
                  <a:pt x="37" y="13310"/>
                </a:lnTo>
                <a:moveTo>
                  <a:pt x="37" y="13528"/>
                </a:moveTo>
                <a:lnTo>
                  <a:pt x="37" y="13637"/>
                </a:lnTo>
                <a:lnTo>
                  <a:pt x="0" y="13637"/>
                </a:lnTo>
                <a:lnTo>
                  <a:pt x="0" y="13528"/>
                </a:lnTo>
                <a:lnTo>
                  <a:pt x="37" y="13528"/>
                </a:lnTo>
                <a:moveTo>
                  <a:pt x="37" y="13747"/>
                </a:moveTo>
                <a:lnTo>
                  <a:pt x="37" y="13819"/>
                </a:lnTo>
                <a:lnTo>
                  <a:pt x="0" y="13819"/>
                </a:lnTo>
                <a:lnTo>
                  <a:pt x="0" y="13747"/>
                </a:lnTo>
                <a:lnTo>
                  <a:pt x="37" y="13747"/>
                </a:lnTo>
                <a:close/>
              </a:path>
            </a:pathLst>
          </a:custGeom>
          <a:solidFill>
            <a:srgbClr val="E2E8F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6" name=""/>
          <p:cNvSpPr/>
          <p:nvPr/>
        </p:nvSpPr>
        <p:spPr>
          <a:xfrm>
            <a:off x="795240" y="1371240"/>
            <a:ext cx="4715280" cy="419400"/>
          </a:xfrm>
          <a:custGeom>
            <a:avLst/>
            <a:gdLst/>
            <a:ahLst/>
            <a:rect l="0" t="0" r="r" b="b"/>
            <a:pathLst>
              <a:path w="13098" h="1165">
                <a:moveTo>
                  <a:pt x="182" y="0"/>
                </a:moveTo>
                <a:lnTo>
                  <a:pt x="12916" y="0"/>
                </a:lnTo>
                <a:cubicBezTo>
                  <a:pt x="12928" y="0"/>
                  <a:pt x="12940" y="2"/>
                  <a:pt x="12951" y="4"/>
                </a:cubicBezTo>
                <a:cubicBezTo>
                  <a:pt x="12963" y="6"/>
                  <a:pt x="12974" y="10"/>
                  <a:pt x="12985" y="14"/>
                </a:cubicBezTo>
                <a:cubicBezTo>
                  <a:pt x="12996" y="19"/>
                  <a:pt x="13007" y="24"/>
                  <a:pt x="13017" y="31"/>
                </a:cubicBezTo>
                <a:cubicBezTo>
                  <a:pt x="13027" y="38"/>
                  <a:pt x="13036" y="45"/>
                  <a:pt x="13044" y="54"/>
                </a:cubicBezTo>
                <a:cubicBezTo>
                  <a:pt x="13053" y="62"/>
                  <a:pt x="13060" y="71"/>
                  <a:pt x="13067" y="81"/>
                </a:cubicBezTo>
                <a:cubicBezTo>
                  <a:pt x="13074" y="91"/>
                  <a:pt x="13079" y="102"/>
                  <a:pt x="13084" y="113"/>
                </a:cubicBezTo>
                <a:cubicBezTo>
                  <a:pt x="13088" y="124"/>
                  <a:pt x="13092" y="135"/>
                  <a:pt x="13094" y="147"/>
                </a:cubicBezTo>
                <a:cubicBezTo>
                  <a:pt x="13096" y="158"/>
                  <a:pt x="13098" y="170"/>
                  <a:pt x="13098" y="182"/>
                </a:cubicBezTo>
                <a:lnTo>
                  <a:pt x="13098" y="983"/>
                </a:lnTo>
                <a:cubicBezTo>
                  <a:pt x="13098" y="995"/>
                  <a:pt x="13096" y="1007"/>
                  <a:pt x="13094" y="1019"/>
                </a:cubicBezTo>
                <a:cubicBezTo>
                  <a:pt x="13092" y="1030"/>
                  <a:pt x="13088" y="1042"/>
                  <a:pt x="13084" y="1053"/>
                </a:cubicBezTo>
                <a:cubicBezTo>
                  <a:pt x="13079" y="1064"/>
                  <a:pt x="13074" y="1074"/>
                  <a:pt x="13067" y="1084"/>
                </a:cubicBezTo>
                <a:cubicBezTo>
                  <a:pt x="13060" y="1094"/>
                  <a:pt x="13053" y="1103"/>
                  <a:pt x="13044" y="1112"/>
                </a:cubicBezTo>
                <a:cubicBezTo>
                  <a:pt x="13036" y="1120"/>
                  <a:pt x="13027" y="1128"/>
                  <a:pt x="13017" y="1134"/>
                </a:cubicBezTo>
                <a:cubicBezTo>
                  <a:pt x="13007" y="1141"/>
                  <a:pt x="12996" y="1147"/>
                  <a:pt x="12985" y="1151"/>
                </a:cubicBezTo>
                <a:cubicBezTo>
                  <a:pt x="12974" y="1156"/>
                  <a:pt x="12963" y="1159"/>
                  <a:pt x="12951" y="1161"/>
                </a:cubicBezTo>
                <a:cubicBezTo>
                  <a:pt x="12940" y="1164"/>
                  <a:pt x="12928" y="1165"/>
                  <a:pt x="12916" y="1165"/>
                </a:cubicBezTo>
                <a:lnTo>
                  <a:pt x="182" y="1165"/>
                </a:lnTo>
                <a:cubicBezTo>
                  <a:pt x="170" y="1165"/>
                  <a:pt x="158" y="1164"/>
                  <a:pt x="146" y="1161"/>
                </a:cubicBezTo>
                <a:cubicBezTo>
                  <a:pt x="134" y="1159"/>
                  <a:pt x="123" y="1156"/>
                  <a:pt x="112" y="1151"/>
                </a:cubicBezTo>
                <a:cubicBezTo>
                  <a:pt x="101" y="1147"/>
                  <a:pt x="91" y="1141"/>
                  <a:pt x="81" y="1134"/>
                </a:cubicBezTo>
                <a:cubicBezTo>
                  <a:pt x="71" y="1128"/>
                  <a:pt x="61" y="1120"/>
                  <a:pt x="53" y="1112"/>
                </a:cubicBezTo>
                <a:cubicBezTo>
                  <a:pt x="45" y="1103"/>
                  <a:pt x="37" y="1094"/>
                  <a:pt x="30" y="1084"/>
                </a:cubicBezTo>
                <a:cubicBezTo>
                  <a:pt x="24" y="1074"/>
                  <a:pt x="18" y="1064"/>
                  <a:pt x="14" y="1053"/>
                </a:cubicBezTo>
                <a:cubicBezTo>
                  <a:pt x="9" y="1042"/>
                  <a:pt x="6" y="1030"/>
                  <a:pt x="3" y="1019"/>
                </a:cubicBezTo>
                <a:cubicBezTo>
                  <a:pt x="1" y="1007"/>
                  <a:pt x="0" y="995"/>
                  <a:pt x="0" y="983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6" y="135"/>
                  <a:pt x="9" y="124"/>
                  <a:pt x="14" y="113"/>
                </a:cubicBezTo>
                <a:cubicBezTo>
                  <a:pt x="18" y="102"/>
                  <a:pt x="24" y="91"/>
                  <a:pt x="30" y="81"/>
                </a:cubicBezTo>
                <a:cubicBezTo>
                  <a:pt x="37" y="71"/>
                  <a:pt x="45" y="62"/>
                  <a:pt x="53" y="54"/>
                </a:cubicBezTo>
                <a:cubicBezTo>
                  <a:pt x="61" y="45"/>
                  <a:pt x="71" y="38"/>
                  <a:pt x="81" y="31"/>
                </a:cubicBezTo>
                <a:cubicBezTo>
                  <a:pt x="91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8" y="2"/>
                  <a:pt x="170" y="0"/>
                  <a:pt x="182" y="0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27" name=""/>
          <p:cNvSpPr txBox="1"/>
          <p:nvPr/>
        </p:nvSpPr>
        <p:spPr>
          <a:xfrm>
            <a:off x="7299720" y="493560"/>
            <a:ext cx="2667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エージェント）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8" name=""/>
          <p:cNvSpPr/>
          <p:nvPr/>
        </p:nvSpPr>
        <p:spPr>
          <a:xfrm>
            <a:off x="991440" y="199980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3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8"/>
                  <a:pt x="11916" y="24"/>
                  <a:pt x="11926" y="30"/>
                </a:cubicBezTo>
                <a:cubicBezTo>
                  <a:pt x="11936" y="37"/>
                  <a:pt x="11945" y="46"/>
                  <a:pt x="11954" y="54"/>
                </a:cubicBezTo>
                <a:cubicBezTo>
                  <a:pt x="11962" y="62"/>
                  <a:pt x="11970" y="72"/>
                  <a:pt x="11976" y="82"/>
                </a:cubicBezTo>
                <a:cubicBezTo>
                  <a:pt x="11983" y="92"/>
                  <a:pt x="11989" y="102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9"/>
                  <a:pt x="12007" y="171"/>
                  <a:pt x="12007" y="183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4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2"/>
                  <a:pt x="11895" y="1587"/>
                </a:cubicBezTo>
                <a:cubicBezTo>
                  <a:pt x="11884" y="1592"/>
                  <a:pt x="11872" y="1595"/>
                  <a:pt x="11861" y="1597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7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2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4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3"/>
                </a:lnTo>
                <a:cubicBezTo>
                  <a:pt x="0" y="171"/>
                  <a:pt x="2" y="159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2"/>
                  <a:pt x="24" y="92"/>
                  <a:pt x="31" y="82"/>
                </a:cubicBezTo>
                <a:cubicBezTo>
                  <a:pt x="38" y="72"/>
                  <a:pt x="45" y="62"/>
                  <a:pt x="54" y="54"/>
                </a:cubicBezTo>
                <a:cubicBezTo>
                  <a:pt x="62" y="46"/>
                  <a:pt x="71" y="37"/>
                  <a:pt x="81" y="30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5" y="6"/>
                  <a:pt x="147" y="3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9" name=""/>
          <p:cNvSpPr/>
          <p:nvPr/>
        </p:nvSpPr>
        <p:spPr>
          <a:xfrm>
            <a:off x="991440" y="199980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3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8"/>
                  <a:pt x="11916" y="24"/>
                  <a:pt x="11926" y="30"/>
                </a:cubicBezTo>
                <a:cubicBezTo>
                  <a:pt x="11936" y="37"/>
                  <a:pt x="11945" y="46"/>
                  <a:pt x="11954" y="54"/>
                </a:cubicBezTo>
                <a:cubicBezTo>
                  <a:pt x="11962" y="62"/>
                  <a:pt x="11970" y="72"/>
                  <a:pt x="11976" y="82"/>
                </a:cubicBezTo>
                <a:cubicBezTo>
                  <a:pt x="11983" y="92"/>
                  <a:pt x="11989" y="102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9"/>
                  <a:pt x="12007" y="171"/>
                  <a:pt x="12007" y="183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4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2"/>
                  <a:pt x="11895" y="1587"/>
                </a:cubicBezTo>
                <a:cubicBezTo>
                  <a:pt x="11884" y="1592"/>
                  <a:pt x="11872" y="1595"/>
                  <a:pt x="11861" y="1597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7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2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4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3"/>
                </a:lnTo>
                <a:cubicBezTo>
                  <a:pt x="0" y="171"/>
                  <a:pt x="2" y="159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2"/>
                  <a:pt x="24" y="92"/>
                  <a:pt x="31" y="82"/>
                </a:cubicBezTo>
                <a:cubicBezTo>
                  <a:pt x="38" y="72"/>
                  <a:pt x="45" y="62"/>
                  <a:pt x="54" y="54"/>
                </a:cubicBezTo>
                <a:cubicBezTo>
                  <a:pt x="62" y="46"/>
                  <a:pt x="71" y="37"/>
                  <a:pt x="81" y="30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5" y="6"/>
                  <a:pt x="147" y="3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noFill/>
          <a:ln w="12960">
            <a:solidFill>
              <a:srgbClr val="CBD5E1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0" name=""/>
          <p:cNvSpPr/>
          <p:nvPr/>
        </p:nvSpPr>
        <p:spPr>
          <a:xfrm>
            <a:off x="1148760" y="211752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4"/>
                </a:moveTo>
                <a:cubicBezTo>
                  <a:pt x="947" y="505"/>
                  <a:pt x="944" y="536"/>
                  <a:pt x="938" y="566"/>
                </a:cubicBezTo>
                <a:cubicBezTo>
                  <a:pt x="932" y="596"/>
                  <a:pt x="923" y="626"/>
                  <a:pt x="911" y="655"/>
                </a:cubicBezTo>
                <a:cubicBezTo>
                  <a:pt x="899" y="683"/>
                  <a:pt x="884" y="711"/>
                  <a:pt x="867" y="736"/>
                </a:cubicBezTo>
                <a:cubicBezTo>
                  <a:pt x="850" y="762"/>
                  <a:pt x="830" y="786"/>
                  <a:pt x="808" y="808"/>
                </a:cubicBezTo>
                <a:cubicBezTo>
                  <a:pt x="786" y="830"/>
                  <a:pt x="763" y="850"/>
                  <a:pt x="737" y="867"/>
                </a:cubicBezTo>
                <a:cubicBezTo>
                  <a:pt x="711" y="884"/>
                  <a:pt x="684" y="899"/>
                  <a:pt x="655" y="911"/>
                </a:cubicBezTo>
                <a:cubicBezTo>
                  <a:pt x="626" y="922"/>
                  <a:pt x="597" y="931"/>
                  <a:pt x="566" y="937"/>
                </a:cubicBezTo>
                <a:cubicBezTo>
                  <a:pt x="536" y="943"/>
                  <a:pt x="505" y="947"/>
                  <a:pt x="474" y="947"/>
                </a:cubicBezTo>
                <a:cubicBezTo>
                  <a:pt x="443" y="947"/>
                  <a:pt x="412" y="943"/>
                  <a:pt x="382" y="937"/>
                </a:cubicBezTo>
                <a:cubicBezTo>
                  <a:pt x="351" y="931"/>
                  <a:pt x="322" y="922"/>
                  <a:pt x="293" y="911"/>
                </a:cubicBezTo>
                <a:cubicBezTo>
                  <a:pt x="264" y="899"/>
                  <a:pt x="237" y="884"/>
                  <a:pt x="211" y="867"/>
                </a:cubicBezTo>
                <a:cubicBezTo>
                  <a:pt x="185" y="850"/>
                  <a:pt x="162" y="830"/>
                  <a:pt x="140" y="808"/>
                </a:cubicBezTo>
                <a:cubicBezTo>
                  <a:pt x="118" y="786"/>
                  <a:pt x="97" y="762"/>
                  <a:pt x="80" y="736"/>
                </a:cubicBezTo>
                <a:cubicBezTo>
                  <a:pt x="62" y="711"/>
                  <a:pt x="48" y="683"/>
                  <a:pt x="36" y="655"/>
                </a:cubicBezTo>
                <a:cubicBezTo>
                  <a:pt x="24" y="626"/>
                  <a:pt x="15" y="596"/>
                  <a:pt x="9" y="566"/>
                </a:cubicBezTo>
                <a:cubicBezTo>
                  <a:pt x="3" y="536"/>
                  <a:pt x="0" y="505"/>
                  <a:pt x="0" y="474"/>
                </a:cubicBezTo>
                <a:cubicBezTo>
                  <a:pt x="0" y="443"/>
                  <a:pt x="3" y="412"/>
                  <a:pt x="9" y="382"/>
                </a:cubicBezTo>
                <a:cubicBezTo>
                  <a:pt x="15" y="351"/>
                  <a:pt x="24" y="322"/>
                  <a:pt x="36" y="293"/>
                </a:cubicBezTo>
                <a:cubicBezTo>
                  <a:pt x="48" y="264"/>
                  <a:pt x="62" y="236"/>
                  <a:pt x="80" y="210"/>
                </a:cubicBezTo>
                <a:cubicBezTo>
                  <a:pt x="97" y="184"/>
                  <a:pt x="118" y="160"/>
                  <a:pt x="140" y="139"/>
                </a:cubicBezTo>
                <a:cubicBezTo>
                  <a:pt x="162" y="117"/>
                  <a:pt x="185" y="97"/>
                  <a:pt x="211" y="80"/>
                </a:cubicBezTo>
                <a:cubicBezTo>
                  <a:pt x="237" y="62"/>
                  <a:pt x="264" y="48"/>
                  <a:pt x="293" y="36"/>
                </a:cubicBezTo>
                <a:cubicBezTo>
                  <a:pt x="322" y="24"/>
                  <a:pt x="351" y="15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6" y="9"/>
                </a:cubicBezTo>
                <a:cubicBezTo>
                  <a:pt x="597" y="15"/>
                  <a:pt x="626" y="24"/>
                  <a:pt x="655" y="36"/>
                </a:cubicBezTo>
                <a:cubicBezTo>
                  <a:pt x="684" y="48"/>
                  <a:pt x="711" y="62"/>
                  <a:pt x="737" y="80"/>
                </a:cubicBezTo>
                <a:cubicBezTo>
                  <a:pt x="763" y="97"/>
                  <a:pt x="786" y="117"/>
                  <a:pt x="808" y="139"/>
                </a:cubicBezTo>
                <a:cubicBezTo>
                  <a:pt x="830" y="160"/>
                  <a:pt x="850" y="184"/>
                  <a:pt x="867" y="210"/>
                </a:cubicBezTo>
                <a:cubicBezTo>
                  <a:pt x="884" y="236"/>
                  <a:pt x="899" y="264"/>
                  <a:pt x="911" y="293"/>
                </a:cubicBezTo>
                <a:cubicBezTo>
                  <a:pt x="923" y="322"/>
                  <a:pt x="932" y="351"/>
                  <a:pt x="938" y="382"/>
                </a:cubicBezTo>
                <a:cubicBezTo>
                  <a:pt x="944" y="412"/>
                  <a:pt x="947" y="443"/>
                  <a:pt x="947" y="474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31" name=""/>
          <p:cNvSpPr txBox="1"/>
          <p:nvPr/>
        </p:nvSpPr>
        <p:spPr>
          <a:xfrm>
            <a:off x="1960920" y="1474200"/>
            <a:ext cx="237816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チャットでコードを書かせる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1253880" y="2215080"/>
            <a:ext cx="1317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03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⼈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3" name=""/>
          <p:cNvSpPr txBox="1"/>
          <p:nvPr/>
        </p:nvSpPr>
        <p:spPr>
          <a:xfrm>
            <a:off x="1613880" y="2118240"/>
            <a:ext cx="186300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質問・指⽰をチャットで⼊⼒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4" name=""/>
          <p:cNvSpPr/>
          <p:nvPr/>
        </p:nvSpPr>
        <p:spPr>
          <a:xfrm>
            <a:off x="3152520" y="2575800"/>
            <a:ext cx="0" cy="222480"/>
          </a:xfrm>
          <a:prstGeom prst="line">
            <a:avLst/>
          </a:prstGeom>
          <a:ln w="19440">
            <a:solidFill>
              <a:srgbClr val="94A3B8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5" name=""/>
          <p:cNvSpPr/>
          <p:nvPr/>
        </p:nvSpPr>
        <p:spPr>
          <a:xfrm>
            <a:off x="3054240" y="270000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0"/>
                </a:moveTo>
                <a:lnTo>
                  <a:pt x="273" y="547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94A3B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6" name=""/>
          <p:cNvSpPr/>
          <p:nvPr/>
        </p:nvSpPr>
        <p:spPr>
          <a:xfrm>
            <a:off x="991440" y="279828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3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8"/>
                  <a:pt x="11916" y="24"/>
                  <a:pt x="11926" y="31"/>
                </a:cubicBezTo>
                <a:cubicBezTo>
                  <a:pt x="11936" y="37"/>
                  <a:pt x="11945" y="45"/>
                  <a:pt x="11954" y="53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2"/>
                </a:cubicBezTo>
                <a:cubicBezTo>
                  <a:pt x="11998" y="123"/>
                  <a:pt x="12001" y="135"/>
                  <a:pt x="12003" y="146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7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7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6"/>
                </a:cubicBezTo>
                <a:cubicBezTo>
                  <a:pt x="6" y="135"/>
                  <a:pt x="10" y="123"/>
                  <a:pt x="14" y="112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5" y="6"/>
                  <a:pt x="147" y="3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7" name=""/>
          <p:cNvSpPr/>
          <p:nvPr/>
        </p:nvSpPr>
        <p:spPr>
          <a:xfrm>
            <a:off x="991440" y="279828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3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8"/>
                  <a:pt x="11916" y="24"/>
                  <a:pt x="11926" y="31"/>
                </a:cubicBezTo>
                <a:cubicBezTo>
                  <a:pt x="11936" y="37"/>
                  <a:pt x="11945" y="45"/>
                  <a:pt x="11954" y="53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2"/>
                </a:cubicBezTo>
                <a:cubicBezTo>
                  <a:pt x="11998" y="123"/>
                  <a:pt x="12001" y="135"/>
                  <a:pt x="12003" y="146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7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7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6"/>
                </a:cubicBezTo>
                <a:cubicBezTo>
                  <a:pt x="6" y="135"/>
                  <a:pt x="10" y="123"/>
                  <a:pt x="14" y="112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5" y="6"/>
                  <a:pt x="147" y="3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noFill/>
          <a:ln w="12960">
            <a:solidFill>
              <a:srgbClr val="CBD5E1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8" name=""/>
          <p:cNvSpPr/>
          <p:nvPr/>
        </p:nvSpPr>
        <p:spPr>
          <a:xfrm>
            <a:off x="1148760" y="291600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3"/>
                </a:moveTo>
                <a:cubicBezTo>
                  <a:pt x="947" y="504"/>
                  <a:pt x="944" y="535"/>
                  <a:pt x="938" y="565"/>
                </a:cubicBezTo>
                <a:cubicBezTo>
                  <a:pt x="932" y="596"/>
                  <a:pt x="923" y="625"/>
                  <a:pt x="911" y="654"/>
                </a:cubicBezTo>
                <a:cubicBezTo>
                  <a:pt x="899" y="683"/>
                  <a:pt x="884" y="710"/>
                  <a:pt x="867" y="736"/>
                </a:cubicBezTo>
                <a:cubicBezTo>
                  <a:pt x="850" y="761"/>
                  <a:pt x="830" y="785"/>
                  <a:pt x="808" y="807"/>
                </a:cubicBezTo>
                <a:cubicBezTo>
                  <a:pt x="786" y="829"/>
                  <a:pt x="763" y="849"/>
                  <a:pt x="737" y="866"/>
                </a:cubicBezTo>
                <a:cubicBezTo>
                  <a:pt x="711" y="884"/>
                  <a:pt x="684" y="899"/>
                  <a:pt x="655" y="911"/>
                </a:cubicBezTo>
                <a:cubicBezTo>
                  <a:pt x="626" y="923"/>
                  <a:pt x="597" y="932"/>
                  <a:pt x="566" y="938"/>
                </a:cubicBezTo>
                <a:cubicBezTo>
                  <a:pt x="536" y="944"/>
                  <a:pt x="505" y="947"/>
                  <a:pt x="474" y="947"/>
                </a:cubicBezTo>
                <a:cubicBezTo>
                  <a:pt x="443" y="947"/>
                  <a:pt x="412" y="944"/>
                  <a:pt x="382" y="938"/>
                </a:cubicBezTo>
                <a:cubicBezTo>
                  <a:pt x="351" y="932"/>
                  <a:pt x="322" y="923"/>
                  <a:pt x="293" y="911"/>
                </a:cubicBezTo>
                <a:cubicBezTo>
                  <a:pt x="264" y="899"/>
                  <a:pt x="237" y="884"/>
                  <a:pt x="211" y="866"/>
                </a:cubicBezTo>
                <a:cubicBezTo>
                  <a:pt x="185" y="849"/>
                  <a:pt x="162" y="829"/>
                  <a:pt x="140" y="807"/>
                </a:cubicBezTo>
                <a:cubicBezTo>
                  <a:pt x="118" y="785"/>
                  <a:pt x="97" y="761"/>
                  <a:pt x="80" y="736"/>
                </a:cubicBezTo>
                <a:cubicBezTo>
                  <a:pt x="62" y="710"/>
                  <a:pt x="48" y="683"/>
                  <a:pt x="36" y="654"/>
                </a:cubicBezTo>
                <a:cubicBezTo>
                  <a:pt x="24" y="625"/>
                  <a:pt x="15" y="596"/>
                  <a:pt x="9" y="565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0"/>
                  <a:pt x="24" y="321"/>
                  <a:pt x="36" y="292"/>
                </a:cubicBezTo>
                <a:cubicBezTo>
                  <a:pt x="48" y="263"/>
                  <a:pt x="62" y="236"/>
                  <a:pt x="80" y="210"/>
                </a:cubicBezTo>
                <a:cubicBezTo>
                  <a:pt x="97" y="185"/>
                  <a:pt x="118" y="161"/>
                  <a:pt x="140" y="139"/>
                </a:cubicBezTo>
                <a:cubicBezTo>
                  <a:pt x="162" y="117"/>
                  <a:pt x="185" y="97"/>
                  <a:pt x="211" y="80"/>
                </a:cubicBezTo>
                <a:cubicBezTo>
                  <a:pt x="237" y="63"/>
                  <a:pt x="264" y="48"/>
                  <a:pt x="293" y="36"/>
                </a:cubicBezTo>
                <a:cubicBezTo>
                  <a:pt x="322" y="24"/>
                  <a:pt x="351" y="15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6" y="9"/>
                </a:cubicBezTo>
                <a:cubicBezTo>
                  <a:pt x="597" y="15"/>
                  <a:pt x="626" y="24"/>
                  <a:pt x="655" y="36"/>
                </a:cubicBezTo>
                <a:cubicBezTo>
                  <a:pt x="684" y="48"/>
                  <a:pt x="711" y="63"/>
                  <a:pt x="737" y="80"/>
                </a:cubicBezTo>
                <a:cubicBezTo>
                  <a:pt x="763" y="97"/>
                  <a:pt x="786" y="117"/>
                  <a:pt x="808" y="139"/>
                </a:cubicBezTo>
                <a:cubicBezTo>
                  <a:pt x="830" y="161"/>
                  <a:pt x="850" y="185"/>
                  <a:pt x="867" y="210"/>
                </a:cubicBezTo>
                <a:cubicBezTo>
                  <a:pt x="884" y="236"/>
                  <a:pt x="899" y="263"/>
                  <a:pt x="911" y="292"/>
                </a:cubicBezTo>
                <a:cubicBezTo>
                  <a:pt x="923" y="321"/>
                  <a:pt x="932" y="350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94A3B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9" name=""/>
          <p:cNvSpPr txBox="1"/>
          <p:nvPr/>
        </p:nvSpPr>
        <p:spPr>
          <a:xfrm>
            <a:off x="1613880" y="2331360"/>
            <a:ext cx="144684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「〇〇を作って」と都度依頼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0" name=""/>
          <p:cNvSpPr txBox="1"/>
          <p:nvPr/>
        </p:nvSpPr>
        <p:spPr>
          <a:xfrm>
            <a:off x="1258560" y="3025800"/>
            <a:ext cx="1173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2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AI</a:t>
            </a:r>
            <a:endParaRPr lang="en-US" sz="92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1" name=""/>
          <p:cNvSpPr txBox="1"/>
          <p:nvPr/>
        </p:nvSpPr>
        <p:spPr>
          <a:xfrm>
            <a:off x="1613880" y="2916720"/>
            <a:ext cx="157644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コードをテキストで提案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2" name=""/>
          <p:cNvSpPr/>
          <p:nvPr/>
        </p:nvSpPr>
        <p:spPr>
          <a:xfrm>
            <a:off x="3152520" y="3374280"/>
            <a:ext cx="0" cy="222480"/>
          </a:xfrm>
          <a:prstGeom prst="line">
            <a:avLst/>
          </a:prstGeom>
          <a:ln w="19440">
            <a:solidFill>
              <a:srgbClr val="94A3B8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3" name=""/>
          <p:cNvSpPr/>
          <p:nvPr/>
        </p:nvSpPr>
        <p:spPr>
          <a:xfrm>
            <a:off x="3054240" y="349848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0"/>
                </a:moveTo>
                <a:lnTo>
                  <a:pt x="273" y="547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94A3B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4" name=""/>
          <p:cNvSpPr/>
          <p:nvPr/>
        </p:nvSpPr>
        <p:spPr>
          <a:xfrm>
            <a:off x="991440" y="359676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4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7"/>
                  <a:pt x="11945" y="45"/>
                  <a:pt x="11954" y="53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2"/>
                </a:cubicBezTo>
                <a:cubicBezTo>
                  <a:pt x="11998" y="123"/>
                  <a:pt x="12001" y="135"/>
                  <a:pt x="12003" y="146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8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8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6"/>
                </a:cubicBezTo>
                <a:cubicBezTo>
                  <a:pt x="6" y="135"/>
                  <a:pt x="10" y="123"/>
                  <a:pt x="14" y="112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9"/>
                  <a:pt x="135" y="6"/>
                  <a:pt x="147" y="4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5" name=""/>
          <p:cNvSpPr/>
          <p:nvPr/>
        </p:nvSpPr>
        <p:spPr>
          <a:xfrm>
            <a:off x="991440" y="359676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4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7"/>
                  <a:pt x="11945" y="45"/>
                  <a:pt x="11954" y="53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2"/>
                </a:cubicBezTo>
                <a:cubicBezTo>
                  <a:pt x="11998" y="123"/>
                  <a:pt x="12001" y="135"/>
                  <a:pt x="12003" y="146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8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8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6"/>
                </a:cubicBezTo>
                <a:cubicBezTo>
                  <a:pt x="6" y="135"/>
                  <a:pt x="10" y="123"/>
                  <a:pt x="14" y="112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9"/>
                  <a:pt x="135" y="6"/>
                  <a:pt x="147" y="4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noFill/>
          <a:ln w="12960">
            <a:solidFill>
              <a:srgbClr val="CBD5E1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6" name=""/>
          <p:cNvSpPr/>
          <p:nvPr/>
        </p:nvSpPr>
        <p:spPr>
          <a:xfrm>
            <a:off x="1148760" y="371448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3"/>
                </a:moveTo>
                <a:cubicBezTo>
                  <a:pt x="947" y="504"/>
                  <a:pt x="944" y="535"/>
                  <a:pt x="938" y="566"/>
                </a:cubicBezTo>
                <a:cubicBezTo>
                  <a:pt x="932" y="597"/>
                  <a:pt x="923" y="626"/>
                  <a:pt x="911" y="655"/>
                </a:cubicBezTo>
                <a:cubicBezTo>
                  <a:pt x="899" y="684"/>
                  <a:pt x="884" y="711"/>
                  <a:pt x="867" y="737"/>
                </a:cubicBezTo>
                <a:cubicBezTo>
                  <a:pt x="850" y="763"/>
                  <a:pt x="830" y="786"/>
                  <a:pt x="808" y="808"/>
                </a:cubicBezTo>
                <a:cubicBezTo>
                  <a:pt x="786" y="830"/>
                  <a:pt x="763" y="850"/>
                  <a:pt x="737" y="867"/>
                </a:cubicBezTo>
                <a:cubicBezTo>
                  <a:pt x="711" y="884"/>
                  <a:pt x="684" y="899"/>
                  <a:pt x="655" y="911"/>
                </a:cubicBezTo>
                <a:cubicBezTo>
                  <a:pt x="626" y="923"/>
                  <a:pt x="597" y="932"/>
                  <a:pt x="566" y="938"/>
                </a:cubicBezTo>
                <a:cubicBezTo>
                  <a:pt x="536" y="944"/>
                  <a:pt x="505" y="947"/>
                  <a:pt x="474" y="947"/>
                </a:cubicBezTo>
                <a:cubicBezTo>
                  <a:pt x="443" y="947"/>
                  <a:pt x="412" y="944"/>
                  <a:pt x="382" y="938"/>
                </a:cubicBezTo>
                <a:cubicBezTo>
                  <a:pt x="351" y="932"/>
                  <a:pt x="322" y="923"/>
                  <a:pt x="293" y="911"/>
                </a:cubicBezTo>
                <a:cubicBezTo>
                  <a:pt x="264" y="899"/>
                  <a:pt x="237" y="884"/>
                  <a:pt x="211" y="867"/>
                </a:cubicBezTo>
                <a:cubicBezTo>
                  <a:pt x="185" y="850"/>
                  <a:pt x="162" y="830"/>
                  <a:pt x="140" y="808"/>
                </a:cubicBezTo>
                <a:cubicBezTo>
                  <a:pt x="118" y="786"/>
                  <a:pt x="97" y="763"/>
                  <a:pt x="80" y="737"/>
                </a:cubicBezTo>
                <a:cubicBezTo>
                  <a:pt x="62" y="711"/>
                  <a:pt x="48" y="684"/>
                  <a:pt x="36" y="655"/>
                </a:cubicBezTo>
                <a:cubicBezTo>
                  <a:pt x="24" y="626"/>
                  <a:pt x="15" y="597"/>
                  <a:pt x="9" y="566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0"/>
                  <a:pt x="24" y="321"/>
                  <a:pt x="36" y="292"/>
                </a:cubicBezTo>
                <a:cubicBezTo>
                  <a:pt x="48" y="264"/>
                  <a:pt x="62" y="236"/>
                  <a:pt x="80" y="210"/>
                </a:cubicBezTo>
                <a:cubicBezTo>
                  <a:pt x="97" y="185"/>
                  <a:pt x="118" y="161"/>
                  <a:pt x="140" y="139"/>
                </a:cubicBezTo>
                <a:cubicBezTo>
                  <a:pt x="162" y="117"/>
                  <a:pt x="185" y="97"/>
                  <a:pt x="211" y="80"/>
                </a:cubicBezTo>
                <a:cubicBezTo>
                  <a:pt x="237" y="63"/>
                  <a:pt x="264" y="48"/>
                  <a:pt x="293" y="36"/>
                </a:cubicBezTo>
                <a:cubicBezTo>
                  <a:pt x="322" y="24"/>
                  <a:pt x="351" y="16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6" y="9"/>
                </a:cubicBezTo>
                <a:cubicBezTo>
                  <a:pt x="597" y="16"/>
                  <a:pt x="626" y="24"/>
                  <a:pt x="655" y="36"/>
                </a:cubicBezTo>
                <a:cubicBezTo>
                  <a:pt x="684" y="48"/>
                  <a:pt x="711" y="63"/>
                  <a:pt x="737" y="80"/>
                </a:cubicBezTo>
                <a:cubicBezTo>
                  <a:pt x="763" y="97"/>
                  <a:pt x="786" y="117"/>
                  <a:pt x="808" y="139"/>
                </a:cubicBezTo>
                <a:cubicBezTo>
                  <a:pt x="830" y="161"/>
                  <a:pt x="850" y="185"/>
                  <a:pt x="867" y="210"/>
                </a:cubicBezTo>
                <a:cubicBezTo>
                  <a:pt x="884" y="236"/>
                  <a:pt x="899" y="264"/>
                  <a:pt x="911" y="292"/>
                </a:cubicBezTo>
                <a:cubicBezTo>
                  <a:pt x="923" y="321"/>
                  <a:pt x="932" y="350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47" name=""/>
          <p:cNvSpPr txBox="1"/>
          <p:nvPr/>
        </p:nvSpPr>
        <p:spPr>
          <a:xfrm>
            <a:off x="1613880" y="3129840"/>
            <a:ext cx="144684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ファイルは⾃動更新されない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1253880" y="3812400"/>
            <a:ext cx="1317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03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⼈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9" name=""/>
          <p:cNvSpPr txBox="1"/>
          <p:nvPr/>
        </p:nvSpPr>
        <p:spPr>
          <a:xfrm>
            <a:off x="1613880" y="3715560"/>
            <a:ext cx="153684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コピー</a:t>
            </a:r>
            <a:r>
              <a:rPr lang="en-US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&amp;</a:t>
            </a:r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ペーストで反映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0" name=""/>
          <p:cNvSpPr/>
          <p:nvPr/>
        </p:nvSpPr>
        <p:spPr>
          <a:xfrm>
            <a:off x="3152520" y="4172760"/>
            <a:ext cx="0" cy="222480"/>
          </a:xfrm>
          <a:prstGeom prst="line">
            <a:avLst/>
          </a:prstGeom>
          <a:ln w="19440">
            <a:solidFill>
              <a:srgbClr val="94A3B8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1" name=""/>
          <p:cNvSpPr/>
          <p:nvPr/>
        </p:nvSpPr>
        <p:spPr>
          <a:xfrm>
            <a:off x="3054240" y="4297320"/>
            <a:ext cx="196920" cy="196560"/>
          </a:xfrm>
          <a:custGeom>
            <a:avLst/>
            <a:gdLst/>
            <a:ahLst/>
            <a:rect l="0" t="0" r="r" b="b"/>
            <a:pathLst>
              <a:path w="547" h="546">
                <a:moveTo>
                  <a:pt x="547" y="0"/>
                </a:moveTo>
                <a:lnTo>
                  <a:pt x="273" y="546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94A3B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2" name=""/>
          <p:cNvSpPr/>
          <p:nvPr/>
        </p:nvSpPr>
        <p:spPr>
          <a:xfrm>
            <a:off x="991440" y="439524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4"/>
                </a:cubicBezTo>
                <a:cubicBezTo>
                  <a:pt x="11872" y="6"/>
                  <a:pt x="11884" y="10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8"/>
                  <a:pt x="11945" y="45"/>
                  <a:pt x="11954" y="54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7"/>
                  <a:pt x="11998" y="1478"/>
                  <a:pt x="11993" y="1489"/>
                </a:cubicBezTo>
                <a:cubicBezTo>
                  <a:pt x="11989" y="1500"/>
                  <a:pt x="11983" y="1511"/>
                  <a:pt x="11976" y="1520"/>
                </a:cubicBezTo>
                <a:cubicBezTo>
                  <a:pt x="11970" y="1530"/>
                  <a:pt x="11962" y="1540"/>
                  <a:pt x="11954" y="1548"/>
                </a:cubicBezTo>
                <a:cubicBezTo>
                  <a:pt x="11945" y="1556"/>
                  <a:pt x="11936" y="1564"/>
                  <a:pt x="11926" y="1571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8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8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1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40"/>
                  <a:pt x="38" y="1530"/>
                  <a:pt x="31" y="1520"/>
                </a:cubicBezTo>
                <a:cubicBezTo>
                  <a:pt x="24" y="1511"/>
                  <a:pt x="19" y="1500"/>
                  <a:pt x="14" y="1489"/>
                </a:cubicBezTo>
                <a:cubicBezTo>
                  <a:pt x="10" y="1478"/>
                  <a:pt x="6" y="1467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10"/>
                  <a:pt x="135" y="6"/>
                  <a:pt x="147" y="4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3" name=""/>
          <p:cNvSpPr/>
          <p:nvPr/>
        </p:nvSpPr>
        <p:spPr>
          <a:xfrm>
            <a:off x="991440" y="439524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4"/>
                </a:cubicBezTo>
                <a:cubicBezTo>
                  <a:pt x="11872" y="6"/>
                  <a:pt x="11884" y="10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8"/>
                  <a:pt x="11945" y="45"/>
                  <a:pt x="11954" y="54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7"/>
                  <a:pt x="11998" y="1478"/>
                  <a:pt x="11993" y="1489"/>
                </a:cubicBezTo>
                <a:cubicBezTo>
                  <a:pt x="11989" y="1500"/>
                  <a:pt x="11983" y="1511"/>
                  <a:pt x="11976" y="1520"/>
                </a:cubicBezTo>
                <a:cubicBezTo>
                  <a:pt x="11970" y="1530"/>
                  <a:pt x="11962" y="1540"/>
                  <a:pt x="11954" y="1548"/>
                </a:cubicBezTo>
                <a:cubicBezTo>
                  <a:pt x="11945" y="1556"/>
                  <a:pt x="11936" y="1564"/>
                  <a:pt x="11926" y="1571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8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8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1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40"/>
                  <a:pt x="38" y="1530"/>
                  <a:pt x="31" y="1520"/>
                </a:cubicBezTo>
                <a:cubicBezTo>
                  <a:pt x="24" y="1511"/>
                  <a:pt x="19" y="1500"/>
                  <a:pt x="14" y="1489"/>
                </a:cubicBezTo>
                <a:cubicBezTo>
                  <a:pt x="10" y="1478"/>
                  <a:pt x="6" y="1467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10"/>
                  <a:pt x="135" y="6"/>
                  <a:pt x="147" y="4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noFill/>
          <a:ln w="12960">
            <a:solidFill>
              <a:srgbClr val="CBD5E1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4" name=""/>
          <p:cNvSpPr/>
          <p:nvPr/>
        </p:nvSpPr>
        <p:spPr>
          <a:xfrm>
            <a:off x="1148760" y="4513320"/>
            <a:ext cx="340920" cy="340560"/>
          </a:xfrm>
          <a:custGeom>
            <a:avLst/>
            <a:gdLst/>
            <a:ahLst/>
            <a:rect l="0" t="0" r="r" b="b"/>
            <a:pathLst>
              <a:path w="947" h="946">
                <a:moveTo>
                  <a:pt x="947" y="473"/>
                </a:moveTo>
                <a:cubicBezTo>
                  <a:pt x="947" y="504"/>
                  <a:pt x="944" y="535"/>
                  <a:pt x="938" y="565"/>
                </a:cubicBezTo>
                <a:cubicBezTo>
                  <a:pt x="932" y="596"/>
                  <a:pt x="923" y="625"/>
                  <a:pt x="911" y="654"/>
                </a:cubicBezTo>
                <a:cubicBezTo>
                  <a:pt x="899" y="683"/>
                  <a:pt x="884" y="710"/>
                  <a:pt x="867" y="736"/>
                </a:cubicBezTo>
                <a:cubicBezTo>
                  <a:pt x="850" y="762"/>
                  <a:pt x="830" y="786"/>
                  <a:pt x="808" y="808"/>
                </a:cubicBezTo>
                <a:cubicBezTo>
                  <a:pt x="786" y="829"/>
                  <a:pt x="763" y="849"/>
                  <a:pt x="737" y="866"/>
                </a:cubicBezTo>
                <a:cubicBezTo>
                  <a:pt x="711" y="884"/>
                  <a:pt x="684" y="898"/>
                  <a:pt x="655" y="910"/>
                </a:cubicBezTo>
                <a:cubicBezTo>
                  <a:pt x="626" y="922"/>
                  <a:pt x="597" y="931"/>
                  <a:pt x="566" y="937"/>
                </a:cubicBezTo>
                <a:cubicBezTo>
                  <a:pt x="536" y="943"/>
                  <a:pt x="505" y="946"/>
                  <a:pt x="474" y="946"/>
                </a:cubicBezTo>
                <a:cubicBezTo>
                  <a:pt x="443" y="946"/>
                  <a:pt x="412" y="943"/>
                  <a:pt x="382" y="937"/>
                </a:cubicBezTo>
                <a:cubicBezTo>
                  <a:pt x="351" y="931"/>
                  <a:pt x="322" y="922"/>
                  <a:pt x="293" y="910"/>
                </a:cubicBezTo>
                <a:cubicBezTo>
                  <a:pt x="264" y="898"/>
                  <a:pt x="237" y="884"/>
                  <a:pt x="211" y="866"/>
                </a:cubicBezTo>
                <a:cubicBezTo>
                  <a:pt x="185" y="849"/>
                  <a:pt x="162" y="829"/>
                  <a:pt x="140" y="808"/>
                </a:cubicBezTo>
                <a:cubicBezTo>
                  <a:pt x="118" y="786"/>
                  <a:pt x="97" y="762"/>
                  <a:pt x="80" y="736"/>
                </a:cubicBezTo>
                <a:cubicBezTo>
                  <a:pt x="62" y="710"/>
                  <a:pt x="48" y="683"/>
                  <a:pt x="36" y="654"/>
                </a:cubicBezTo>
                <a:cubicBezTo>
                  <a:pt x="24" y="625"/>
                  <a:pt x="15" y="596"/>
                  <a:pt x="9" y="565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1"/>
                  <a:pt x="24" y="321"/>
                  <a:pt x="36" y="292"/>
                </a:cubicBezTo>
                <a:cubicBezTo>
                  <a:pt x="48" y="264"/>
                  <a:pt x="62" y="236"/>
                  <a:pt x="80" y="210"/>
                </a:cubicBezTo>
                <a:cubicBezTo>
                  <a:pt x="97" y="184"/>
                  <a:pt x="118" y="160"/>
                  <a:pt x="140" y="138"/>
                </a:cubicBezTo>
                <a:cubicBezTo>
                  <a:pt x="162" y="116"/>
                  <a:pt x="185" y="96"/>
                  <a:pt x="211" y="79"/>
                </a:cubicBezTo>
                <a:cubicBezTo>
                  <a:pt x="237" y="62"/>
                  <a:pt x="264" y="47"/>
                  <a:pt x="293" y="36"/>
                </a:cubicBezTo>
                <a:cubicBezTo>
                  <a:pt x="322" y="24"/>
                  <a:pt x="351" y="15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6" y="9"/>
                </a:cubicBezTo>
                <a:cubicBezTo>
                  <a:pt x="597" y="15"/>
                  <a:pt x="626" y="24"/>
                  <a:pt x="655" y="36"/>
                </a:cubicBezTo>
                <a:cubicBezTo>
                  <a:pt x="684" y="47"/>
                  <a:pt x="711" y="62"/>
                  <a:pt x="737" y="79"/>
                </a:cubicBezTo>
                <a:cubicBezTo>
                  <a:pt x="763" y="96"/>
                  <a:pt x="786" y="116"/>
                  <a:pt x="808" y="138"/>
                </a:cubicBezTo>
                <a:cubicBezTo>
                  <a:pt x="830" y="160"/>
                  <a:pt x="850" y="184"/>
                  <a:pt x="867" y="210"/>
                </a:cubicBezTo>
                <a:cubicBezTo>
                  <a:pt x="884" y="236"/>
                  <a:pt x="899" y="264"/>
                  <a:pt x="911" y="292"/>
                </a:cubicBezTo>
                <a:cubicBezTo>
                  <a:pt x="923" y="321"/>
                  <a:pt x="932" y="351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55" name=""/>
          <p:cNvSpPr txBox="1"/>
          <p:nvPr/>
        </p:nvSpPr>
        <p:spPr>
          <a:xfrm>
            <a:off x="1613880" y="3928320"/>
            <a:ext cx="144684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⼿作業でファイルに貼り付け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6" name=""/>
          <p:cNvSpPr txBox="1"/>
          <p:nvPr/>
        </p:nvSpPr>
        <p:spPr>
          <a:xfrm>
            <a:off x="1253880" y="4610880"/>
            <a:ext cx="1317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03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⼈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1613880" y="4514040"/>
            <a:ext cx="186300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実⾏して動作確認・修正依頼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8" name=""/>
          <p:cNvSpPr/>
          <p:nvPr/>
        </p:nvSpPr>
        <p:spPr>
          <a:xfrm>
            <a:off x="5313600" y="2287800"/>
            <a:ext cx="108720" cy="2395800"/>
          </a:xfrm>
          <a:custGeom>
            <a:avLst/>
            <a:gdLst/>
            <a:ahLst/>
            <a:rect l="0" t="0" r="r" b="b"/>
            <a:pathLst>
              <a:path fill="none" w="302" h="6655">
                <a:moveTo>
                  <a:pt x="0" y="6655"/>
                </a:moveTo>
                <a:cubicBezTo>
                  <a:pt x="402" y="6655"/>
                  <a:pt x="402" y="0"/>
                  <a:pt x="0" y="0"/>
                </a:cubicBezTo>
              </a:path>
            </a:pathLst>
          </a:custGeom>
          <a:ln w="19440">
            <a:solidFill>
              <a:srgbClr val="DC2626"/>
            </a:solidFill>
            <a:miter/>
          </a:ln>
        </p:spPr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9" name=""/>
          <p:cNvSpPr/>
          <p:nvPr/>
        </p:nvSpPr>
        <p:spPr>
          <a:xfrm>
            <a:off x="5215320" y="218952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547"/>
                </a:moveTo>
                <a:lnTo>
                  <a:pt x="0" y="274"/>
                </a:lnTo>
                <a:lnTo>
                  <a:pt x="547" y="0"/>
                </a:lnTo>
                <a:lnTo>
                  <a:pt x="547" y="547"/>
                </a:lnTo>
                <a:close/>
              </a:path>
            </a:pathLst>
          </a:custGeom>
          <a:solidFill>
            <a:srgbClr val="DC262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1613880" y="4726800"/>
            <a:ext cx="155808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結果を⾒てまたチャットへ戻る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1" name=""/>
          <p:cNvSpPr/>
          <p:nvPr/>
        </p:nvSpPr>
        <p:spPr>
          <a:xfrm>
            <a:off x="991440" y="5193720"/>
            <a:ext cx="4322520" cy="524160"/>
          </a:xfrm>
          <a:custGeom>
            <a:avLst/>
            <a:gdLst/>
            <a:ahLst/>
            <a:rect l="0" t="0" r="r" b="b"/>
            <a:pathLst>
              <a:path w="12007" h="1456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2"/>
                  <a:pt x="11861" y="4"/>
                </a:cubicBezTo>
                <a:cubicBezTo>
                  <a:pt x="11872" y="6"/>
                  <a:pt x="11884" y="10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8"/>
                  <a:pt x="11945" y="45"/>
                  <a:pt x="11954" y="54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2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274"/>
                </a:lnTo>
                <a:cubicBezTo>
                  <a:pt x="12007" y="1286"/>
                  <a:pt x="12006" y="1298"/>
                  <a:pt x="12003" y="1310"/>
                </a:cubicBezTo>
                <a:cubicBezTo>
                  <a:pt x="12001" y="1321"/>
                  <a:pt x="11998" y="1333"/>
                  <a:pt x="11993" y="1344"/>
                </a:cubicBezTo>
                <a:cubicBezTo>
                  <a:pt x="11989" y="1355"/>
                  <a:pt x="11983" y="1365"/>
                  <a:pt x="11976" y="1375"/>
                </a:cubicBezTo>
                <a:cubicBezTo>
                  <a:pt x="11970" y="1385"/>
                  <a:pt x="11962" y="1394"/>
                  <a:pt x="11954" y="1403"/>
                </a:cubicBezTo>
                <a:cubicBezTo>
                  <a:pt x="11945" y="1411"/>
                  <a:pt x="11936" y="1419"/>
                  <a:pt x="11926" y="1425"/>
                </a:cubicBezTo>
                <a:cubicBezTo>
                  <a:pt x="11916" y="1432"/>
                  <a:pt x="11906" y="1438"/>
                  <a:pt x="11895" y="1442"/>
                </a:cubicBezTo>
                <a:cubicBezTo>
                  <a:pt x="11884" y="1447"/>
                  <a:pt x="11872" y="1450"/>
                  <a:pt x="11861" y="1452"/>
                </a:cubicBezTo>
                <a:cubicBezTo>
                  <a:pt x="11849" y="1455"/>
                  <a:pt x="11837" y="1456"/>
                  <a:pt x="11825" y="1456"/>
                </a:cubicBezTo>
                <a:lnTo>
                  <a:pt x="182" y="1456"/>
                </a:lnTo>
                <a:cubicBezTo>
                  <a:pt x="170" y="1456"/>
                  <a:pt x="159" y="1455"/>
                  <a:pt x="147" y="1452"/>
                </a:cubicBezTo>
                <a:cubicBezTo>
                  <a:pt x="135" y="1450"/>
                  <a:pt x="124" y="1447"/>
                  <a:pt x="113" y="1442"/>
                </a:cubicBezTo>
                <a:cubicBezTo>
                  <a:pt x="102" y="1438"/>
                  <a:pt x="91" y="1432"/>
                  <a:pt x="81" y="1425"/>
                </a:cubicBezTo>
                <a:cubicBezTo>
                  <a:pt x="71" y="1419"/>
                  <a:pt x="62" y="1411"/>
                  <a:pt x="54" y="1403"/>
                </a:cubicBezTo>
                <a:cubicBezTo>
                  <a:pt x="45" y="1394"/>
                  <a:pt x="38" y="1385"/>
                  <a:pt x="31" y="1375"/>
                </a:cubicBezTo>
                <a:cubicBezTo>
                  <a:pt x="24" y="1365"/>
                  <a:pt x="19" y="1355"/>
                  <a:pt x="14" y="1344"/>
                </a:cubicBezTo>
                <a:cubicBezTo>
                  <a:pt x="10" y="1333"/>
                  <a:pt x="6" y="1321"/>
                  <a:pt x="4" y="1310"/>
                </a:cubicBezTo>
                <a:cubicBezTo>
                  <a:pt x="2" y="1298"/>
                  <a:pt x="0" y="1286"/>
                  <a:pt x="0" y="1274"/>
                </a:cubicBezTo>
                <a:lnTo>
                  <a:pt x="0" y="182"/>
                </a:lnTo>
                <a:cubicBezTo>
                  <a:pt x="0" y="170"/>
                  <a:pt x="2" y="158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2"/>
                  <a:pt x="24" y="91"/>
                  <a:pt x="31" y="81"/>
                </a:cubicBezTo>
                <a:cubicBezTo>
                  <a:pt x="38" y="71"/>
                  <a:pt x="45" y="62"/>
                  <a:pt x="54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10"/>
                  <a:pt x="135" y="6"/>
                  <a:pt x="147" y="4"/>
                </a:cubicBezTo>
                <a:cubicBezTo>
                  <a:pt x="159" y="2"/>
                  <a:pt x="170" y="0"/>
                  <a:pt x="18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2" name=""/>
          <p:cNvSpPr/>
          <p:nvPr/>
        </p:nvSpPr>
        <p:spPr>
          <a:xfrm>
            <a:off x="984960" y="5187240"/>
            <a:ext cx="4335480" cy="537120"/>
          </a:xfrm>
          <a:custGeom>
            <a:avLst/>
            <a:gdLst/>
            <a:ahLst/>
            <a:rect l="0" t="0" r="r" b="b"/>
            <a:pathLst>
              <a:path w="12043" h="1492">
                <a:moveTo>
                  <a:pt x="419" y="0"/>
                </a:moveTo>
                <a:lnTo>
                  <a:pt x="528" y="0"/>
                </a:lnTo>
                <a:lnTo>
                  <a:pt x="528" y="37"/>
                </a:lnTo>
                <a:lnTo>
                  <a:pt x="419" y="37"/>
                </a:lnTo>
                <a:lnTo>
                  <a:pt x="419" y="0"/>
                </a:lnTo>
                <a:moveTo>
                  <a:pt x="637" y="0"/>
                </a:moveTo>
                <a:lnTo>
                  <a:pt x="746" y="0"/>
                </a:lnTo>
                <a:lnTo>
                  <a:pt x="746" y="37"/>
                </a:lnTo>
                <a:lnTo>
                  <a:pt x="637" y="37"/>
                </a:lnTo>
                <a:lnTo>
                  <a:pt x="637" y="0"/>
                </a:lnTo>
                <a:moveTo>
                  <a:pt x="855" y="0"/>
                </a:moveTo>
                <a:lnTo>
                  <a:pt x="964" y="0"/>
                </a:lnTo>
                <a:lnTo>
                  <a:pt x="964" y="37"/>
                </a:lnTo>
                <a:lnTo>
                  <a:pt x="855" y="37"/>
                </a:lnTo>
                <a:lnTo>
                  <a:pt x="855" y="0"/>
                </a:lnTo>
                <a:moveTo>
                  <a:pt x="1073" y="0"/>
                </a:moveTo>
                <a:lnTo>
                  <a:pt x="1183" y="0"/>
                </a:lnTo>
                <a:lnTo>
                  <a:pt x="1183" y="37"/>
                </a:lnTo>
                <a:lnTo>
                  <a:pt x="1073" y="37"/>
                </a:lnTo>
                <a:lnTo>
                  <a:pt x="1073" y="0"/>
                </a:lnTo>
                <a:moveTo>
                  <a:pt x="1292" y="0"/>
                </a:moveTo>
                <a:lnTo>
                  <a:pt x="1401" y="0"/>
                </a:lnTo>
                <a:lnTo>
                  <a:pt x="1401" y="37"/>
                </a:lnTo>
                <a:lnTo>
                  <a:pt x="1292" y="37"/>
                </a:lnTo>
                <a:lnTo>
                  <a:pt x="1292" y="0"/>
                </a:lnTo>
                <a:moveTo>
                  <a:pt x="1510" y="0"/>
                </a:moveTo>
                <a:lnTo>
                  <a:pt x="1619" y="0"/>
                </a:lnTo>
                <a:lnTo>
                  <a:pt x="1619" y="37"/>
                </a:lnTo>
                <a:lnTo>
                  <a:pt x="1510" y="37"/>
                </a:lnTo>
                <a:lnTo>
                  <a:pt x="1510" y="0"/>
                </a:lnTo>
                <a:moveTo>
                  <a:pt x="1728" y="0"/>
                </a:moveTo>
                <a:lnTo>
                  <a:pt x="1837" y="0"/>
                </a:lnTo>
                <a:lnTo>
                  <a:pt x="1837" y="37"/>
                </a:lnTo>
                <a:lnTo>
                  <a:pt x="1728" y="37"/>
                </a:lnTo>
                <a:lnTo>
                  <a:pt x="1728" y="0"/>
                </a:lnTo>
                <a:moveTo>
                  <a:pt x="1947" y="0"/>
                </a:moveTo>
                <a:lnTo>
                  <a:pt x="2056" y="0"/>
                </a:lnTo>
                <a:lnTo>
                  <a:pt x="2056" y="37"/>
                </a:lnTo>
                <a:lnTo>
                  <a:pt x="1947" y="37"/>
                </a:lnTo>
                <a:lnTo>
                  <a:pt x="1947" y="0"/>
                </a:lnTo>
                <a:moveTo>
                  <a:pt x="2165" y="0"/>
                </a:moveTo>
                <a:lnTo>
                  <a:pt x="2274" y="0"/>
                </a:lnTo>
                <a:lnTo>
                  <a:pt x="2274" y="37"/>
                </a:lnTo>
                <a:lnTo>
                  <a:pt x="2165" y="37"/>
                </a:lnTo>
                <a:lnTo>
                  <a:pt x="2165" y="0"/>
                </a:lnTo>
                <a:moveTo>
                  <a:pt x="2383" y="0"/>
                </a:moveTo>
                <a:lnTo>
                  <a:pt x="2492" y="0"/>
                </a:lnTo>
                <a:lnTo>
                  <a:pt x="2492" y="37"/>
                </a:lnTo>
                <a:lnTo>
                  <a:pt x="2383" y="37"/>
                </a:lnTo>
                <a:lnTo>
                  <a:pt x="2383" y="0"/>
                </a:lnTo>
                <a:moveTo>
                  <a:pt x="2601" y="0"/>
                </a:moveTo>
                <a:lnTo>
                  <a:pt x="2711" y="0"/>
                </a:lnTo>
                <a:lnTo>
                  <a:pt x="2711" y="37"/>
                </a:lnTo>
                <a:lnTo>
                  <a:pt x="2601" y="37"/>
                </a:lnTo>
                <a:lnTo>
                  <a:pt x="2601" y="0"/>
                </a:lnTo>
                <a:moveTo>
                  <a:pt x="2820" y="0"/>
                </a:moveTo>
                <a:lnTo>
                  <a:pt x="2929" y="0"/>
                </a:lnTo>
                <a:lnTo>
                  <a:pt x="2929" y="37"/>
                </a:lnTo>
                <a:lnTo>
                  <a:pt x="2820" y="37"/>
                </a:lnTo>
                <a:lnTo>
                  <a:pt x="2820" y="0"/>
                </a:lnTo>
                <a:moveTo>
                  <a:pt x="3038" y="0"/>
                </a:moveTo>
                <a:lnTo>
                  <a:pt x="3147" y="0"/>
                </a:lnTo>
                <a:lnTo>
                  <a:pt x="3147" y="37"/>
                </a:lnTo>
                <a:lnTo>
                  <a:pt x="3038" y="37"/>
                </a:lnTo>
                <a:lnTo>
                  <a:pt x="3038" y="0"/>
                </a:lnTo>
                <a:moveTo>
                  <a:pt x="3256" y="0"/>
                </a:moveTo>
                <a:lnTo>
                  <a:pt x="3366" y="0"/>
                </a:lnTo>
                <a:lnTo>
                  <a:pt x="3366" y="37"/>
                </a:lnTo>
                <a:lnTo>
                  <a:pt x="3256" y="37"/>
                </a:lnTo>
                <a:lnTo>
                  <a:pt x="3256" y="0"/>
                </a:lnTo>
                <a:moveTo>
                  <a:pt x="3476" y="0"/>
                </a:moveTo>
                <a:lnTo>
                  <a:pt x="3585" y="0"/>
                </a:lnTo>
                <a:lnTo>
                  <a:pt x="3585" y="37"/>
                </a:lnTo>
                <a:lnTo>
                  <a:pt x="3476" y="37"/>
                </a:lnTo>
                <a:lnTo>
                  <a:pt x="3476" y="0"/>
                </a:lnTo>
                <a:moveTo>
                  <a:pt x="3694" y="0"/>
                </a:moveTo>
                <a:lnTo>
                  <a:pt x="3803" y="0"/>
                </a:lnTo>
                <a:lnTo>
                  <a:pt x="3803" y="37"/>
                </a:lnTo>
                <a:lnTo>
                  <a:pt x="3694" y="37"/>
                </a:lnTo>
                <a:lnTo>
                  <a:pt x="3694" y="0"/>
                </a:lnTo>
                <a:moveTo>
                  <a:pt x="3912" y="0"/>
                </a:moveTo>
                <a:lnTo>
                  <a:pt x="4021" y="0"/>
                </a:lnTo>
                <a:lnTo>
                  <a:pt x="4021" y="37"/>
                </a:lnTo>
                <a:lnTo>
                  <a:pt x="3912" y="37"/>
                </a:lnTo>
                <a:lnTo>
                  <a:pt x="3912" y="0"/>
                </a:lnTo>
                <a:moveTo>
                  <a:pt x="4130" y="0"/>
                </a:moveTo>
                <a:lnTo>
                  <a:pt x="4240" y="0"/>
                </a:lnTo>
                <a:lnTo>
                  <a:pt x="4240" y="37"/>
                </a:lnTo>
                <a:lnTo>
                  <a:pt x="4130" y="37"/>
                </a:lnTo>
                <a:lnTo>
                  <a:pt x="4130" y="0"/>
                </a:lnTo>
                <a:moveTo>
                  <a:pt x="4349" y="0"/>
                </a:moveTo>
                <a:lnTo>
                  <a:pt x="4458" y="0"/>
                </a:lnTo>
                <a:lnTo>
                  <a:pt x="4458" y="37"/>
                </a:lnTo>
                <a:lnTo>
                  <a:pt x="4349" y="37"/>
                </a:lnTo>
                <a:lnTo>
                  <a:pt x="4349" y="0"/>
                </a:lnTo>
                <a:moveTo>
                  <a:pt x="4567" y="0"/>
                </a:moveTo>
                <a:lnTo>
                  <a:pt x="4676" y="0"/>
                </a:lnTo>
                <a:lnTo>
                  <a:pt x="4676" y="37"/>
                </a:lnTo>
                <a:lnTo>
                  <a:pt x="4567" y="37"/>
                </a:lnTo>
                <a:lnTo>
                  <a:pt x="4567" y="0"/>
                </a:lnTo>
                <a:moveTo>
                  <a:pt x="4785" y="0"/>
                </a:moveTo>
                <a:lnTo>
                  <a:pt x="4894" y="0"/>
                </a:lnTo>
                <a:lnTo>
                  <a:pt x="4894" y="37"/>
                </a:lnTo>
                <a:lnTo>
                  <a:pt x="4785" y="37"/>
                </a:lnTo>
                <a:lnTo>
                  <a:pt x="4785" y="0"/>
                </a:lnTo>
                <a:moveTo>
                  <a:pt x="5004" y="0"/>
                </a:moveTo>
                <a:lnTo>
                  <a:pt x="5113" y="0"/>
                </a:lnTo>
                <a:lnTo>
                  <a:pt x="5113" y="37"/>
                </a:lnTo>
                <a:lnTo>
                  <a:pt x="5004" y="37"/>
                </a:lnTo>
                <a:lnTo>
                  <a:pt x="5004" y="0"/>
                </a:lnTo>
                <a:moveTo>
                  <a:pt x="5222" y="0"/>
                </a:moveTo>
                <a:lnTo>
                  <a:pt x="5331" y="0"/>
                </a:lnTo>
                <a:lnTo>
                  <a:pt x="5331" y="37"/>
                </a:lnTo>
                <a:lnTo>
                  <a:pt x="5222" y="37"/>
                </a:lnTo>
                <a:lnTo>
                  <a:pt x="5222" y="0"/>
                </a:lnTo>
                <a:moveTo>
                  <a:pt x="5440" y="0"/>
                </a:moveTo>
                <a:lnTo>
                  <a:pt x="5549" y="0"/>
                </a:lnTo>
                <a:lnTo>
                  <a:pt x="5549" y="37"/>
                </a:lnTo>
                <a:lnTo>
                  <a:pt x="5440" y="37"/>
                </a:lnTo>
                <a:lnTo>
                  <a:pt x="5440" y="0"/>
                </a:lnTo>
                <a:moveTo>
                  <a:pt x="5658" y="0"/>
                </a:moveTo>
                <a:lnTo>
                  <a:pt x="5768" y="0"/>
                </a:lnTo>
                <a:lnTo>
                  <a:pt x="5768" y="37"/>
                </a:lnTo>
                <a:lnTo>
                  <a:pt x="5658" y="37"/>
                </a:lnTo>
                <a:lnTo>
                  <a:pt x="5658" y="0"/>
                </a:lnTo>
                <a:moveTo>
                  <a:pt x="5877" y="0"/>
                </a:moveTo>
                <a:lnTo>
                  <a:pt x="5986" y="0"/>
                </a:lnTo>
                <a:lnTo>
                  <a:pt x="5986" y="37"/>
                </a:lnTo>
                <a:lnTo>
                  <a:pt x="5877" y="37"/>
                </a:lnTo>
                <a:lnTo>
                  <a:pt x="5877" y="0"/>
                </a:lnTo>
                <a:moveTo>
                  <a:pt x="6095" y="0"/>
                </a:moveTo>
                <a:lnTo>
                  <a:pt x="6204" y="0"/>
                </a:lnTo>
                <a:lnTo>
                  <a:pt x="6204" y="37"/>
                </a:lnTo>
                <a:lnTo>
                  <a:pt x="6095" y="37"/>
                </a:lnTo>
                <a:lnTo>
                  <a:pt x="6095" y="0"/>
                </a:lnTo>
                <a:moveTo>
                  <a:pt x="6313" y="0"/>
                </a:moveTo>
                <a:lnTo>
                  <a:pt x="6422" y="0"/>
                </a:lnTo>
                <a:lnTo>
                  <a:pt x="6422" y="37"/>
                </a:lnTo>
                <a:lnTo>
                  <a:pt x="6313" y="37"/>
                </a:lnTo>
                <a:lnTo>
                  <a:pt x="6313" y="0"/>
                </a:lnTo>
                <a:moveTo>
                  <a:pt x="6532" y="0"/>
                </a:moveTo>
                <a:lnTo>
                  <a:pt x="6641" y="0"/>
                </a:lnTo>
                <a:lnTo>
                  <a:pt x="6641" y="37"/>
                </a:lnTo>
                <a:lnTo>
                  <a:pt x="6532" y="37"/>
                </a:lnTo>
                <a:lnTo>
                  <a:pt x="6532" y="0"/>
                </a:lnTo>
                <a:moveTo>
                  <a:pt x="6750" y="0"/>
                </a:moveTo>
                <a:lnTo>
                  <a:pt x="6859" y="0"/>
                </a:lnTo>
                <a:lnTo>
                  <a:pt x="6859" y="37"/>
                </a:lnTo>
                <a:lnTo>
                  <a:pt x="6750" y="37"/>
                </a:lnTo>
                <a:lnTo>
                  <a:pt x="6750" y="0"/>
                </a:lnTo>
                <a:moveTo>
                  <a:pt x="6968" y="0"/>
                </a:moveTo>
                <a:lnTo>
                  <a:pt x="7077" y="0"/>
                </a:lnTo>
                <a:lnTo>
                  <a:pt x="7077" y="37"/>
                </a:lnTo>
                <a:lnTo>
                  <a:pt x="6968" y="37"/>
                </a:lnTo>
                <a:lnTo>
                  <a:pt x="6968" y="0"/>
                </a:lnTo>
                <a:moveTo>
                  <a:pt x="7186" y="0"/>
                </a:moveTo>
                <a:lnTo>
                  <a:pt x="7296" y="0"/>
                </a:lnTo>
                <a:lnTo>
                  <a:pt x="7296" y="37"/>
                </a:lnTo>
                <a:lnTo>
                  <a:pt x="7186" y="37"/>
                </a:lnTo>
                <a:lnTo>
                  <a:pt x="7186" y="0"/>
                </a:lnTo>
                <a:moveTo>
                  <a:pt x="7405" y="0"/>
                </a:moveTo>
                <a:lnTo>
                  <a:pt x="7514" y="0"/>
                </a:lnTo>
                <a:lnTo>
                  <a:pt x="7514" y="37"/>
                </a:lnTo>
                <a:lnTo>
                  <a:pt x="7405" y="37"/>
                </a:lnTo>
                <a:lnTo>
                  <a:pt x="7405" y="0"/>
                </a:lnTo>
                <a:moveTo>
                  <a:pt x="7623" y="0"/>
                </a:moveTo>
                <a:lnTo>
                  <a:pt x="7732" y="0"/>
                </a:lnTo>
                <a:lnTo>
                  <a:pt x="7732" y="37"/>
                </a:lnTo>
                <a:lnTo>
                  <a:pt x="7623" y="37"/>
                </a:lnTo>
                <a:lnTo>
                  <a:pt x="7623" y="0"/>
                </a:lnTo>
                <a:moveTo>
                  <a:pt x="7841" y="0"/>
                </a:moveTo>
                <a:lnTo>
                  <a:pt x="7950" y="0"/>
                </a:lnTo>
                <a:lnTo>
                  <a:pt x="7950" y="37"/>
                </a:lnTo>
                <a:lnTo>
                  <a:pt x="7841" y="37"/>
                </a:lnTo>
                <a:lnTo>
                  <a:pt x="7841" y="0"/>
                </a:lnTo>
                <a:moveTo>
                  <a:pt x="8059" y="0"/>
                </a:moveTo>
                <a:lnTo>
                  <a:pt x="8169" y="0"/>
                </a:lnTo>
                <a:lnTo>
                  <a:pt x="8169" y="37"/>
                </a:lnTo>
                <a:lnTo>
                  <a:pt x="8059" y="37"/>
                </a:lnTo>
                <a:lnTo>
                  <a:pt x="8059" y="0"/>
                </a:lnTo>
                <a:moveTo>
                  <a:pt x="8278" y="0"/>
                </a:moveTo>
                <a:lnTo>
                  <a:pt x="8387" y="0"/>
                </a:lnTo>
                <a:lnTo>
                  <a:pt x="8387" y="37"/>
                </a:lnTo>
                <a:lnTo>
                  <a:pt x="8278" y="37"/>
                </a:lnTo>
                <a:lnTo>
                  <a:pt x="8278" y="0"/>
                </a:lnTo>
                <a:moveTo>
                  <a:pt x="8496" y="0"/>
                </a:moveTo>
                <a:lnTo>
                  <a:pt x="8605" y="0"/>
                </a:lnTo>
                <a:lnTo>
                  <a:pt x="8605" y="37"/>
                </a:lnTo>
                <a:lnTo>
                  <a:pt x="8496" y="37"/>
                </a:lnTo>
                <a:lnTo>
                  <a:pt x="8496" y="0"/>
                </a:lnTo>
                <a:moveTo>
                  <a:pt x="8714" y="0"/>
                </a:moveTo>
                <a:lnTo>
                  <a:pt x="8823" y="0"/>
                </a:lnTo>
                <a:lnTo>
                  <a:pt x="8823" y="37"/>
                </a:lnTo>
                <a:lnTo>
                  <a:pt x="8714" y="37"/>
                </a:lnTo>
                <a:lnTo>
                  <a:pt x="8714" y="0"/>
                </a:lnTo>
                <a:moveTo>
                  <a:pt x="8933" y="0"/>
                </a:moveTo>
                <a:lnTo>
                  <a:pt x="9042" y="0"/>
                </a:lnTo>
                <a:lnTo>
                  <a:pt x="9042" y="37"/>
                </a:lnTo>
                <a:lnTo>
                  <a:pt x="8933" y="37"/>
                </a:lnTo>
                <a:lnTo>
                  <a:pt x="8933" y="0"/>
                </a:lnTo>
                <a:moveTo>
                  <a:pt x="9151" y="0"/>
                </a:moveTo>
                <a:lnTo>
                  <a:pt x="9260" y="0"/>
                </a:lnTo>
                <a:lnTo>
                  <a:pt x="9260" y="37"/>
                </a:lnTo>
                <a:lnTo>
                  <a:pt x="9151" y="37"/>
                </a:lnTo>
                <a:lnTo>
                  <a:pt x="9151" y="0"/>
                </a:lnTo>
                <a:moveTo>
                  <a:pt x="9369" y="0"/>
                </a:moveTo>
                <a:lnTo>
                  <a:pt x="9478" y="0"/>
                </a:lnTo>
                <a:lnTo>
                  <a:pt x="9478" y="37"/>
                </a:lnTo>
                <a:lnTo>
                  <a:pt x="9369" y="37"/>
                </a:lnTo>
                <a:lnTo>
                  <a:pt x="9369" y="0"/>
                </a:lnTo>
                <a:moveTo>
                  <a:pt x="9587" y="0"/>
                </a:moveTo>
                <a:lnTo>
                  <a:pt x="9697" y="0"/>
                </a:lnTo>
                <a:lnTo>
                  <a:pt x="9697" y="37"/>
                </a:lnTo>
                <a:lnTo>
                  <a:pt x="9587" y="37"/>
                </a:lnTo>
                <a:lnTo>
                  <a:pt x="9587" y="0"/>
                </a:lnTo>
                <a:moveTo>
                  <a:pt x="9806" y="0"/>
                </a:moveTo>
                <a:lnTo>
                  <a:pt x="9915" y="0"/>
                </a:lnTo>
                <a:lnTo>
                  <a:pt x="9915" y="37"/>
                </a:lnTo>
                <a:lnTo>
                  <a:pt x="9806" y="37"/>
                </a:lnTo>
                <a:lnTo>
                  <a:pt x="9806" y="0"/>
                </a:lnTo>
                <a:moveTo>
                  <a:pt x="10024" y="0"/>
                </a:moveTo>
                <a:lnTo>
                  <a:pt x="10133" y="0"/>
                </a:lnTo>
                <a:lnTo>
                  <a:pt x="10133" y="37"/>
                </a:lnTo>
                <a:lnTo>
                  <a:pt x="10024" y="37"/>
                </a:lnTo>
                <a:lnTo>
                  <a:pt x="10024" y="0"/>
                </a:lnTo>
                <a:moveTo>
                  <a:pt x="10242" y="0"/>
                </a:moveTo>
                <a:lnTo>
                  <a:pt x="10351" y="0"/>
                </a:lnTo>
                <a:lnTo>
                  <a:pt x="10351" y="37"/>
                </a:lnTo>
                <a:lnTo>
                  <a:pt x="10242" y="37"/>
                </a:lnTo>
                <a:lnTo>
                  <a:pt x="10242" y="0"/>
                </a:lnTo>
                <a:moveTo>
                  <a:pt x="10461" y="0"/>
                </a:moveTo>
                <a:lnTo>
                  <a:pt x="10570" y="0"/>
                </a:lnTo>
                <a:lnTo>
                  <a:pt x="10570" y="37"/>
                </a:lnTo>
                <a:lnTo>
                  <a:pt x="10461" y="37"/>
                </a:lnTo>
                <a:lnTo>
                  <a:pt x="10461" y="0"/>
                </a:lnTo>
                <a:moveTo>
                  <a:pt x="10679" y="0"/>
                </a:moveTo>
                <a:lnTo>
                  <a:pt x="10788" y="0"/>
                </a:lnTo>
                <a:lnTo>
                  <a:pt x="10788" y="37"/>
                </a:lnTo>
                <a:lnTo>
                  <a:pt x="10679" y="37"/>
                </a:lnTo>
                <a:lnTo>
                  <a:pt x="10679" y="0"/>
                </a:lnTo>
                <a:moveTo>
                  <a:pt x="10897" y="0"/>
                </a:moveTo>
                <a:lnTo>
                  <a:pt x="11006" y="0"/>
                </a:lnTo>
                <a:lnTo>
                  <a:pt x="11006" y="37"/>
                </a:lnTo>
                <a:lnTo>
                  <a:pt x="10897" y="37"/>
                </a:lnTo>
                <a:lnTo>
                  <a:pt x="10897" y="0"/>
                </a:lnTo>
                <a:moveTo>
                  <a:pt x="11115" y="0"/>
                </a:moveTo>
                <a:lnTo>
                  <a:pt x="11225" y="0"/>
                </a:lnTo>
                <a:lnTo>
                  <a:pt x="11225" y="37"/>
                </a:lnTo>
                <a:lnTo>
                  <a:pt x="11115" y="37"/>
                </a:lnTo>
                <a:lnTo>
                  <a:pt x="11115" y="0"/>
                </a:lnTo>
                <a:moveTo>
                  <a:pt x="11334" y="0"/>
                </a:moveTo>
                <a:lnTo>
                  <a:pt x="11443" y="0"/>
                </a:lnTo>
                <a:lnTo>
                  <a:pt x="11443" y="37"/>
                </a:lnTo>
                <a:lnTo>
                  <a:pt x="11334" y="37"/>
                </a:lnTo>
                <a:lnTo>
                  <a:pt x="11334" y="0"/>
                </a:lnTo>
                <a:moveTo>
                  <a:pt x="11552" y="0"/>
                </a:moveTo>
                <a:lnTo>
                  <a:pt x="11661" y="0"/>
                </a:lnTo>
                <a:lnTo>
                  <a:pt x="11661" y="37"/>
                </a:lnTo>
                <a:lnTo>
                  <a:pt x="11552" y="37"/>
                </a:lnTo>
                <a:lnTo>
                  <a:pt x="11552" y="0"/>
                </a:lnTo>
                <a:moveTo>
                  <a:pt x="11770" y="0"/>
                </a:moveTo>
                <a:lnTo>
                  <a:pt x="11843" y="0"/>
                </a:lnTo>
                <a:cubicBezTo>
                  <a:pt x="11856" y="0"/>
                  <a:pt x="11869" y="2"/>
                  <a:pt x="11882" y="4"/>
                </a:cubicBezTo>
                <a:lnTo>
                  <a:pt x="11875" y="40"/>
                </a:lnTo>
                <a:cubicBezTo>
                  <a:pt x="11864" y="38"/>
                  <a:pt x="11854" y="37"/>
                  <a:pt x="11843" y="37"/>
                </a:cubicBezTo>
                <a:lnTo>
                  <a:pt x="11770" y="37"/>
                </a:lnTo>
                <a:lnTo>
                  <a:pt x="11770" y="0"/>
                </a:lnTo>
                <a:moveTo>
                  <a:pt x="11987" y="62"/>
                </a:moveTo>
                <a:cubicBezTo>
                  <a:pt x="12016" y="92"/>
                  <a:pt x="12034" y="128"/>
                  <a:pt x="12041" y="169"/>
                </a:cubicBezTo>
                <a:lnTo>
                  <a:pt x="12005" y="175"/>
                </a:lnTo>
                <a:cubicBezTo>
                  <a:pt x="11999" y="141"/>
                  <a:pt x="11985" y="112"/>
                  <a:pt x="11961" y="87"/>
                </a:cubicBezTo>
                <a:lnTo>
                  <a:pt x="11987" y="62"/>
                </a:lnTo>
                <a:moveTo>
                  <a:pt x="12043" y="280"/>
                </a:moveTo>
                <a:lnTo>
                  <a:pt x="12043" y="389"/>
                </a:lnTo>
                <a:lnTo>
                  <a:pt x="12007" y="389"/>
                </a:lnTo>
                <a:lnTo>
                  <a:pt x="12007" y="280"/>
                </a:lnTo>
                <a:lnTo>
                  <a:pt x="12043" y="280"/>
                </a:lnTo>
                <a:moveTo>
                  <a:pt x="12043" y="498"/>
                </a:moveTo>
                <a:lnTo>
                  <a:pt x="12043" y="607"/>
                </a:lnTo>
                <a:lnTo>
                  <a:pt x="12007" y="607"/>
                </a:lnTo>
                <a:lnTo>
                  <a:pt x="12007" y="498"/>
                </a:lnTo>
                <a:lnTo>
                  <a:pt x="12043" y="498"/>
                </a:lnTo>
                <a:moveTo>
                  <a:pt x="12043" y="716"/>
                </a:moveTo>
                <a:lnTo>
                  <a:pt x="12043" y="826"/>
                </a:lnTo>
                <a:lnTo>
                  <a:pt x="12007" y="826"/>
                </a:lnTo>
                <a:lnTo>
                  <a:pt x="12007" y="716"/>
                </a:lnTo>
                <a:lnTo>
                  <a:pt x="12043" y="716"/>
                </a:lnTo>
                <a:moveTo>
                  <a:pt x="12043" y="935"/>
                </a:moveTo>
                <a:lnTo>
                  <a:pt x="12043" y="1044"/>
                </a:lnTo>
                <a:lnTo>
                  <a:pt x="12007" y="1044"/>
                </a:lnTo>
                <a:lnTo>
                  <a:pt x="12007" y="935"/>
                </a:lnTo>
                <a:lnTo>
                  <a:pt x="12043" y="935"/>
                </a:lnTo>
                <a:moveTo>
                  <a:pt x="12043" y="1153"/>
                </a:moveTo>
                <a:lnTo>
                  <a:pt x="12043" y="1263"/>
                </a:lnTo>
                <a:lnTo>
                  <a:pt x="12007" y="1263"/>
                </a:lnTo>
                <a:lnTo>
                  <a:pt x="12007" y="1153"/>
                </a:lnTo>
                <a:lnTo>
                  <a:pt x="12043" y="1153"/>
                </a:lnTo>
                <a:moveTo>
                  <a:pt x="12024" y="1377"/>
                </a:moveTo>
                <a:cubicBezTo>
                  <a:pt x="12006" y="1415"/>
                  <a:pt x="11979" y="1445"/>
                  <a:pt x="11943" y="1465"/>
                </a:cubicBezTo>
                <a:lnTo>
                  <a:pt x="11925" y="1434"/>
                </a:lnTo>
                <a:cubicBezTo>
                  <a:pt x="11954" y="1417"/>
                  <a:pt x="11977" y="1393"/>
                  <a:pt x="11991" y="1362"/>
                </a:cubicBezTo>
                <a:lnTo>
                  <a:pt x="12024" y="1377"/>
                </a:lnTo>
                <a:moveTo>
                  <a:pt x="11829" y="1492"/>
                </a:moveTo>
                <a:lnTo>
                  <a:pt x="11720" y="1492"/>
                </a:lnTo>
                <a:lnTo>
                  <a:pt x="11720" y="1456"/>
                </a:lnTo>
                <a:lnTo>
                  <a:pt x="11829" y="1456"/>
                </a:lnTo>
                <a:lnTo>
                  <a:pt x="11829" y="1492"/>
                </a:lnTo>
                <a:moveTo>
                  <a:pt x="11610" y="1492"/>
                </a:moveTo>
                <a:lnTo>
                  <a:pt x="11501" y="1492"/>
                </a:lnTo>
                <a:lnTo>
                  <a:pt x="11501" y="1456"/>
                </a:lnTo>
                <a:lnTo>
                  <a:pt x="11610" y="1456"/>
                </a:lnTo>
                <a:lnTo>
                  <a:pt x="11610" y="1492"/>
                </a:lnTo>
                <a:moveTo>
                  <a:pt x="11392" y="1492"/>
                </a:moveTo>
                <a:lnTo>
                  <a:pt x="11283" y="1492"/>
                </a:lnTo>
                <a:lnTo>
                  <a:pt x="11283" y="1456"/>
                </a:lnTo>
                <a:lnTo>
                  <a:pt x="11392" y="1456"/>
                </a:lnTo>
                <a:lnTo>
                  <a:pt x="11392" y="1492"/>
                </a:lnTo>
                <a:moveTo>
                  <a:pt x="11174" y="1492"/>
                </a:moveTo>
                <a:lnTo>
                  <a:pt x="11065" y="1492"/>
                </a:lnTo>
                <a:lnTo>
                  <a:pt x="11065" y="1456"/>
                </a:lnTo>
                <a:lnTo>
                  <a:pt x="11174" y="1456"/>
                </a:lnTo>
                <a:lnTo>
                  <a:pt x="11174" y="1492"/>
                </a:lnTo>
                <a:moveTo>
                  <a:pt x="10956" y="1492"/>
                </a:moveTo>
                <a:lnTo>
                  <a:pt x="10846" y="1492"/>
                </a:lnTo>
                <a:lnTo>
                  <a:pt x="10846" y="1456"/>
                </a:lnTo>
                <a:lnTo>
                  <a:pt x="10956" y="1456"/>
                </a:lnTo>
                <a:lnTo>
                  <a:pt x="10956" y="1492"/>
                </a:lnTo>
                <a:moveTo>
                  <a:pt x="10737" y="1492"/>
                </a:moveTo>
                <a:lnTo>
                  <a:pt x="10628" y="1492"/>
                </a:lnTo>
                <a:lnTo>
                  <a:pt x="10628" y="1456"/>
                </a:lnTo>
                <a:lnTo>
                  <a:pt x="10737" y="1456"/>
                </a:lnTo>
                <a:lnTo>
                  <a:pt x="10737" y="1492"/>
                </a:lnTo>
                <a:moveTo>
                  <a:pt x="10519" y="1492"/>
                </a:moveTo>
                <a:lnTo>
                  <a:pt x="10410" y="1492"/>
                </a:lnTo>
                <a:lnTo>
                  <a:pt x="10410" y="1456"/>
                </a:lnTo>
                <a:lnTo>
                  <a:pt x="10519" y="1456"/>
                </a:lnTo>
                <a:lnTo>
                  <a:pt x="10519" y="1492"/>
                </a:lnTo>
                <a:moveTo>
                  <a:pt x="10301" y="1492"/>
                </a:moveTo>
                <a:lnTo>
                  <a:pt x="10192" y="1492"/>
                </a:lnTo>
                <a:lnTo>
                  <a:pt x="10192" y="1456"/>
                </a:lnTo>
                <a:lnTo>
                  <a:pt x="10301" y="1456"/>
                </a:lnTo>
                <a:lnTo>
                  <a:pt x="10301" y="1492"/>
                </a:lnTo>
                <a:moveTo>
                  <a:pt x="10082" y="1492"/>
                </a:moveTo>
                <a:lnTo>
                  <a:pt x="9973" y="1492"/>
                </a:lnTo>
                <a:lnTo>
                  <a:pt x="9973" y="1456"/>
                </a:lnTo>
                <a:lnTo>
                  <a:pt x="10082" y="1456"/>
                </a:lnTo>
                <a:lnTo>
                  <a:pt x="10082" y="1492"/>
                </a:lnTo>
                <a:moveTo>
                  <a:pt x="9864" y="1492"/>
                </a:moveTo>
                <a:lnTo>
                  <a:pt x="9755" y="1492"/>
                </a:lnTo>
                <a:lnTo>
                  <a:pt x="9755" y="1456"/>
                </a:lnTo>
                <a:lnTo>
                  <a:pt x="9864" y="1456"/>
                </a:lnTo>
                <a:lnTo>
                  <a:pt x="9864" y="1492"/>
                </a:lnTo>
                <a:moveTo>
                  <a:pt x="9646" y="1492"/>
                </a:moveTo>
                <a:lnTo>
                  <a:pt x="9537" y="1492"/>
                </a:lnTo>
                <a:lnTo>
                  <a:pt x="9537" y="1456"/>
                </a:lnTo>
                <a:lnTo>
                  <a:pt x="9646" y="1456"/>
                </a:lnTo>
                <a:lnTo>
                  <a:pt x="9646" y="1492"/>
                </a:lnTo>
                <a:moveTo>
                  <a:pt x="9428" y="1492"/>
                </a:moveTo>
                <a:lnTo>
                  <a:pt x="9318" y="1492"/>
                </a:lnTo>
                <a:lnTo>
                  <a:pt x="9318" y="1456"/>
                </a:lnTo>
                <a:lnTo>
                  <a:pt x="9428" y="1456"/>
                </a:lnTo>
                <a:lnTo>
                  <a:pt x="9428" y="1492"/>
                </a:lnTo>
                <a:moveTo>
                  <a:pt x="9209" y="1492"/>
                </a:moveTo>
                <a:lnTo>
                  <a:pt x="9100" y="1492"/>
                </a:lnTo>
                <a:lnTo>
                  <a:pt x="9100" y="1456"/>
                </a:lnTo>
                <a:lnTo>
                  <a:pt x="9209" y="1456"/>
                </a:lnTo>
                <a:lnTo>
                  <a:pt x="9209" y="1492"/>
                </a:lnTo>
                <a:moveTo>
                  <a:pt x="8991" y="1492"/>
                </a:moveTo>
                <a:lnTo>
                  <a:pt x="8882" y="1492"/>
                </a:lnTo>
                <a:lnTo>
                  <a:pt x="8882" y="1456"/>
                </a:lnTo>
                <a:lnTo>
                  <a:pt x="8991" y="1456"/>
                </a:lnTo>
                <a:lnTo>
                  <a:pt x="8991" y="1492"/>
                </a:lnTo>
                <a:moveTo>
                  <a:pt x="8773" y="1492"/>
                </a:moveTo>
                <a:lnTo>
                  <a:pt x="8664" y="1492"/>
                </a:lnTo>
                <a:lnTo>
                  <a:pt x="8664" y="1456"/>
                </a:lnTo>
                <a:lnTo>
                  <a:pt x="8773" y="1456"/>
                </a:lnTo>
                <a:lnTo>
                  <a:pt x="8773" y="1492"/>
                </a:lnTo>
                <a:moveTo>
                  <a:pt x="8555" y="1492"/>
                </a:moveTo>
                <a:lnTo>
                  <a:pt x="8445" y="1492"/>
                </a:lnTo>
                <a:lnTo>
                  <a:pt x="8445" y="1456"/>
                </a:lnTo>
                <a:lnTo>
                  <a:pt x="8555" y="1456"/>
                </a:lnTo>
                <a:lnTo>
                  <a:pt x="8555" y="1492"/>
                </a:lnTo>
                <a:moveTo>
                  <a:pt x="8336" y="1492"/>
                </a:moveTo>
                <a:lnTo>
                  <a:pt x="8227" y="1492"/>
                </a:lnTo>
                <a:lnTo>
                  <a:pt x="8227" y="1456"/>
                </a:lnTo>
                <a:lnTo>
                  <a:pt x="8336" y="1456"/>
                </a:lnTo>
                <a:lnTo>
                  <a:pt x="8336" y="1492"/>
                </a:lnTo>
                <a:moveTo>
                  <a:pt x="8118" y="1492"/>
                </a:moveTo>
                <a:lnTo>
                  <a:pt x="8009" y="1492"/>
                </a:lnTo>
                <a:lnTo>
                  <a:pt x="8009" y="1456"/>
                </a:lnTo>
                <a:lnTo>
                  <a:pt x="8118" y="1456"/>
                </a:lnTo>
                <a:lnTo>
                  <a:pt x="8118" y="1492"/>
                </a:lnTo>
                <a:moveTo>
                  <a:pt x="7900" y="1492"/>
                </a:moveTo>
                <a:lnTo>
                  <a:pt x="7791" y="1492"/>
                </a:lnTo>
                <a:lnTo>
                  <a:pt x="7791" y="1456"/>
                </a:lnTo>
                <a:lnTo>
                  <a:pt x="7900" y="1456"/>
                </a:lnTo>
                <a:lnTo>
                  <a:pt x="7900" y="1492"/>
                </a:lnTo>
                <a:moveTo>
                  <a:pt x="7681" y="1492"/>
                </a:moveTo>
                <a:lnTo>
                  <a:pt x="7572" y="1492"/>
                </a:lnTo>
                <a:lnTo>
                  <a:pt x="7572" y="1456"/>
                </a:lnTo>
                <a:lnTo>
                  <a:pt x="7681" y="1456"/>
                </a:lnTo>
                <a:lnTo>
                  <a:pt x="7681" y="1492"/>
                </a:lnTo>
                <a:moveTo>
                  <a:pt x="7463" y="1492"/>
                </a:moveTo>
                <a:lnTo>
                  <a:pt x="7354" y="1492"/>
                </a:lnTo>
                <a:lnTo>
                  <a:pt x="7354" y="1456"/>
                </a:lnTo>
                <a:lnTo>
                  <a:pt x="7463" y="1456"/>
                </a:lnTo>
                <a:lnTo>
                  <a:pt x="7463" y="1492"/>
                </a:lnTo>
                <a:moveTo>
                  <a:pt x="7245" y="1492"/>
                </a:moveTo>
                <a:lnTo>
                  <a:pt x="7136" y="1492"/>
                </a:lnTo>
                <a:lnTo>
                  <a:pt x="7136" y="1456"/>
                </a:lnTo>
                <a:lnTo>
                  <a:pt x="7245" y="1456"/>
                </a:lnTo>
                <a:lnTo>
                  <a:pt x="7245" y="1492"/>
                </a:lnTo>
                <a:moveTo>
                  <a:pt x="7027" y="1492"/>
                </a:moveTo>
                <a:lnTo>
                  <a:pt x="6917" y="1492"/>
                </a:lnTo>
                <a:lnTo>
                  <a:pt x="6917" y="1456"/>
                </a:lnTo>
                <a:lnTo>
                  <a:pt x="7027" y="1456"/>
                </a:lnTo>
                <a:lnTo>
                  <a:pt x="7027" y="1492"/>
                </a:lnTo>
                <a:moveTo>
                  <a:pt x="6808" y="1492"/>
                </a:moveTo>
                <a:lnTo>
                  <a:pt x="6699" y="1492"/>
                </a:lnTo>
                <a:lnTo>
                  <a:pt x="6699" y="1456"/>
                </a:lnTo>
                <a:lnTo>
                  <a:pt x="6808" y="1456"/>
                </a:lnTo>
                <a:lnTo>
                  <a:pt x="6808" y="1492"/>
                </a:lnTo>
                <a:moveTo>
                  <a:pt x="6590" y="1492"/>
                </a:moveTo>
                <a:lnTo>
                  <a:pt x="6481" y="1492"/>
                </a:lnTo>
                <a:lnTo>
                  <a:pt x="6481" y="1456"/>
                </a:lnTo>
                <a:lnTo>
                  <a:pt x="6590" y="1456"/>
                </a:lnTo>
                <a:lnTo>
                  <a:pt x="6590" y="1492"/>
                </a:lnTo>
                <a:moveTo>
                  <a:pt x="6372" y="1492"/>
                </a:moveTo>
                <a:lnTo>
                  <a:pt x="6263" y="1492"/>
                </a:lnTo>
                <a:lnTo>
                  <a:pt x="6263" y="1456"/>
                </a:lnTo>
                <a:lnTo>
                  <a:pt x="6372" y="1456"/>
                </a:lnTo>
                <a:lnTo>
                  <a:pt x="6372" y="1492"/>
                </a:lnTo>
                <a:moveTo>
                  <a:pt x="6153" y="1492"/>
                </a:moveTo>
                <a:lnTo>
                  <a:pt x="6044" y="1492"/>
                </a:lnTo>
                <a:lnTo>
                  <a:pt x="6044" y="1456"/>
                </a:lnTo>
                <a:lnTo>
                  <a:pt x="6153" y="1456"/>
                </a:lnTo>
                <a:lnTo>
                  <a:pt x="6153" y="1492"/>
                </a:lnTo>
                <a:moveTo>
                  <a:pt x="5935" y="1492"/>
                </a:moveTo>
                <a:lnTo>
                  <a:pt x="5826" y="1492"/>
                </a:lnTo>
                <a:lnTo>
                  <a:pt x="5826" y="1456"/>
                </a:lnTo>
                <a:lnTo>
                  <a:pt x="5935" y="1456"/>
                </a:lnTo>
                <a:lnTo>
                  <a:pt x="5935" y="1492"/>
                </a:lnTo>
                <a:moveTo>
                  <a:pt x="5717" y="1492"/>
                </a:moveTo>
                <a:lnTo>
                  <a:pt x="5608" y="1492"/>
                </a:lnTo>
                <a:lnTo>
                  <a:pt x="5608" y="1456"/>
                </a:lnTo>
                <a:lnTo>
                  <a:pt x="5717" y="1456"/>
                </a:lnTo>
                <a:lnTo>
                  <a:pt x="5717" y="1492"/>
                </a:lnTo>
                <a:moveTo>
                  <a:pt x="5499" y="1492"/>
                </a:moveTo>
                <a:lnTo>
                  <a:pt x="5389" y="1492"/>
                </a:lnTo>
                <a:lnTo>
                  <a:pt x="5389" y="1456"/>
                </a:lnTo>
                <a:lnTo>
                  <a:pt x="5499" y="1456"/>
                </a:lnTo>
                <a:lnTo>
                  <a:pt x="5499" y="1492"/>
                </a:lnTo>
                <a:moveTo>
                  <a:pt x="5280" y="1492"/>
                </a:moveTo>
                <a:lnTo>
                  <a:pt x="5171" y="1492"/>
                </a:lnTo>
                <a:lnTo>
                  <a:pt x="5171" y="1456"/>
                </a:lnTo>
                <a:lnTo>
                  <a:pt x="5280" y="1456"/>
                </a:lnTo>
                <a:lnTo>
                  <a:pt x="5280" y="1492"/>
                </a:lnTo>
                <a:moveTo>
                  <a:pt x="5062" y="1492"/>
                </a:moveTo>
                <a:lnTo>
                  <a:pt x="4953" y="1492"/>
                </a:lnTo>
                <a:lnTo>
                  <a:pt x="4953" y="1456"/>
                </a:lnTo>
                <a:lnTo>
                  <a:pt x="5062" y="1456"/>
                </a:lnTo>
                <a:lnTo>
                  <a:pt x="5062" y="1492"/>
                </a:lnTo>
                <a:moveTo>
                  <a:pt x="4844" y="1492"/>
                </a:moveTo>
                <a:lnTo>
                  <a:pt x="4735" y="1492"/>
                </a:lnTo>
                <a:lnTo>
                  <a:pt x="4735" y="1456"/>
                </a:lnTo>
                <a:lnTo>
                  <a:pt x="4844" y="1456"/>
                </a:lnTo>
                <a:lnTo>
                  <a:pt x="4844" y="1492"/>
                </a:lnTo>
                <a:moveTo>
                  <a:pt x="4625" y="1492"/>
                </a:moveTo>
                <a:lnTo>
                  <a:pt x="4516" y="1492"/>
                </a:lnTo>
                <a:lnTo>
                  <a:pt x="4516" y="1456"/>
                </a:lnTo>
                <a:lnTo>
                  <a:pt x="4625" y="1456"/>
                </a:lnTo>
                <a:lnTo>
                  <a:pt x="4625" y="1492"/>
                </a:lnTo>
                <a:moveTo>
                  <a:pt x="4407" y="1492"/>
                </a:moveTo>
                <a:lnTo>
                  <a:pt x="4298" y="1492"/>
                </a:lnTo>
                <a:lnTo>
                  <a:pt x="4298" y="1456"/>
                </a:lnTo>
                <a:lnTo>
                  <a:pt x="4407" y="1456"/>
                </a:lnTo>
                <a:lnTo>
                  <a:pt x="4407" y="1492"/>
                </a:lnTo>
                <a:moveTo>
                  <a:pt x="4189" y="1492"/>
                </a:moveTo>
                <a:lnTo>
                  <a:pt x="4080" y="1492"/>
                </a:lnTo>
                <a:lnTo>
                  <a:pt x="4080" y="1456"/>
                </a:lnTo>
                <a:lnTo>
                  <a:pt x="4189" y="1456"/>
                </a:lnTo>
                <a:lnTo>
                  <a:pt x="4189" y="1492"/>
                </a:lnTo>
                <a:moveTo>
                  <a:pt x="3971" y="1492"/>
                </a:moveTo>
                <a:lnTo>
                  <a:pt x="3861" y="1492"/>
                </a:lnTo>
                <a:lnTo>
                  <a:pt x="3861" y="1456"/>
                </a:lnTo>
                <a:lnTo>
                  <a:pt x="3971" y="1456"/>
                </a:lnTo>
                <a:lnTo>
                  <a:pt x="3971" y="1492"/>
                </a:lnTo>
                <a:moveTo>
                  <a:pt x="3752" y="1492"/>
                </a:moveTo>
                <a:lnTo>
                  <a:pt x="3643" y="1492"/>
                </a:lnTo>
                <a:lnTo>
                  <a:pt x="3643" y="1456"/>
                </a:lnTo>
                <a:lnTo>
                  <a:pt x="3752" y="1456"/>
                </a:lnTo>
                <a:lnTo>
                  <a:pt x="3752" y="1492"/>
                </a:lnTo>
                <a:moveTo>
                  <a:pt x="3534" y="1492"/>
                </a:moveTo>
                <a:lnTo>
                  <a:pt x="3425" y="1492"/>
                </a:lnTo>
                <a:lnTo>
                  <a:pt x="3425" y="1456"/>
                </a:lnTo>
                <a:lnTo>
                  <a:pt x="3534" y="1456"/>
                </a:lnTo>
                <a:lnTo>
                  <a:pt x="3534" y="1492"/>
                </a:lnTo>
                <a:moveTo>
                  <a:pt x="3316" y="1492"/>
                </a:moveTo>
                <a:lnTo>
                  <a:pt x="3206" y="1492"/>
                </a:lnTo>
                <a:lnTo>
                  <a:pt x="3206" y="1456"/>
                </a:lnTo>
                <a:lnTo>
                  <a:pt x="3316" y="1456"/>
                </a:lnTo>
                <a:lnTo>
                  <a:pt x="3316" y="1492"/>
                </a:lnTo>
                <a:moveTo>
                  <a:pt x="3096" y="1492"/>
                </a:moveTo>
                <a:lnTo>
                  <a:pt x="2987" y="1492"/>
                </a:lnTo>
                <a:lnTo>
                  <a:pt x="2987" y="1456"/>
                </a:lnTo>
                <a:lnTo>
                  <a:pt x="3096" y="1456"/>
                </a:lnTo>
                <a:lnTo>
                  <a:pt x="3096" y="1492"/>
                </a:lnTo>
                <a:moveTo>
                  <a:pt x="2878" y="1492"/>
                </a:moveTo>
                <a:lnTo>
                  <a:pt x="2769" y="1492"/>
                </a:lnTo>
                <a:lnTo>
                  <a:pt x="2769" y="1456"/>
                </a:lnTo>
                <a:lnTo>
                  <a:pt x="2878" y="1456"/>
                </a:lnTo>
                <a:lnTo>
                  <a:pt x="2878" y="1492"/>
                </a:lnTo>
                <a:moveTo>
                  <a:pt x="2660" y="1492"/>
                </a:moveTo>
                <a:lnTo>
                  <a:pt x="2551" y="1492"/>
                </a:lnTo>
                <a:lnTo>
                  <a:pt x="2551" y="1456"/>
                </a:lnTo>
                <a:lnTo>
                  <a:pt x="2660" y="1456"/>
                </a:lnTo>
                <a:lnTo>
                  <a:pt x="2660" y="1492"/>
                </a:lnTo>
                <a:moveTo>
                  <a:pt x="2442" y="1492"/>
                </a:moveTo>
                <a:lnTo>
                  <a:pt x="2332" y="1492"/>
                </a:lnTo>
                <a:lnTo>
                  <a:pt x="2332" y="1456"/>
                </a:lnTo>
                <a:lnTo>
                  <a:pt x="2442" y="1456"/>
                </a:lnTo>
                <a:lnTo>
                  <a:pt x="2442" y="1492"/>
                </a:lnTo>
                <a:moveTo>
                  <a:pt x="2223" y="1492"/>
                </a:moveTo>
                <a:lnTo>
                  <a:pt x="2114" y="1492"/>
                </a:lnTo>
                <a:lnTo>
                  <a:pt x="2114" y="1456"/>
                </a:lnTo>
                <a:lnTo>
                  <a:pt x="2223" y="1456"/>
                </a:lnTo>
                <a:lnTo>
                  <a:pt x="2223" y="1492"/>
                </a:lnTo>
                <a:moveTo>
                  <a:pt x="2005" y="1492"/>
                </a:moveTo>
                <a:lnTo>
                  <a:pt x="1896" y="1492"/>
                </a:lnTo>
                <a:lnTo>
                  <a:pt x="1896" y="1456"/>
                </a:lnTo>
                <a:lnTo>
                  <a:pt x="2005" y="1456"/>
                </a:lnTo>
                <a:lnTo>
                  <a:pt x="2005" y="1492"/>
                </a:lnTo>
                <a:moveTo>
                  <a:pt x="1787" y="1492"/>
                </a:moveTo>
                <a:lnTo>
                  <a:pt x="1678" y="1492"/>
                </a:lnTo>
                <a:lnTo>
                  <a:pt x="1678" y="1456"/>
                </a:lnTo>
                <a:lnTo>
                  <a:pt x="1787" y="1456"/>
                </a:lnTo>
                <a:lnTo>
                  <a:pt x="1787" y="1492"/>
                </a:lnTo>
                <a:moveTo>
                  <a:pt x="1569" y="1492"/>
                </a:moveTo>
                <a:lnTo>
                  <a:pt x="1459" y="1492"/>
                </a:lnTo>
                <a:lnTo>
                  <a:pt x="1459" y="1456"/>
                </a:lnTo>
                <a:lnTo>
                  <a:pt x="1569" y="1456"/>
                </a:lnTo>
                <a:lnTo>
                  <a:pt x="1569" y="1492"/>
                </a:lnTo>
                <a:moveTo>
                  <a:pt x="1350" y="1492"/>
                </a:moveTo>
                <a:lnTo>
                  <a:pt x="1241" y="1492"/>
                </a:lnTo>
                <a:lnTo>
                  <a:pt x="1241" y="1456"/>
                </a:lnTo>
                <a:lnTo>
                  <a:pt x="1350" y="1456"/>
                </a:lnTo>
                <a:lnTo>
                  <a:pt x="1350" y="1492"/>
                </a:lnTo>
                <a:moveTo>
                  <a:pt x="1132" y="1492"/>
                </a:moveTo>
                <a:lnTo>
                  <a:pt x="1023" y="1492"/>
                </a:lnTo>
                <a:lnTo>
                  <a:pt x="1023" y="1456"/>
                </a:lnTo>
                <a:lnTo>
                  <a:pt x="1132" y="1456"/>
                </a:lnTo>
                <a:lnTo>
                  <a:pt x="1132" y="1492"/>
                </a:lnTo>
                <a:moveTo>
                  <a:pt x="914" y="1492"/>
                </a:moveTo>
                <a:lnTo>
                  <a:pt x="805" y="1492"/>
                </a:lnTo>
                <a:lnTo>
                  <a:pt x="805" y="1456"/>
                </a:lnTo>
                <a:lnTo>
                  <a:pt x="914" y="1456"/>
                </a:lnTo>
                <a:lnTo>
                  <a:pt x="914" y="1492"/>
                </a:lnTo>
                <a:moveTo>
                  <a:pt x="695" y="1492"/>
                </a:moveTo>
                <a:lnTo>
                  <a:pt x="586" y="1492"/>
                </a:lnTo>
                <a:lnTo>
                  <a:pt x="586" y="1456"/>
                </a:lnTo>
                <a:lnTo>
                  <a:pt x="695" y="1456"/>
                </a:lnTo>
                <a:lnTo>
                  <a:pt x="695" y="1492"/>
                </a:lnTo>
                <a:moveTo>
                  <a:pt x="477" y="1492"/>
                </a:moveTo>
                <a:lnTo>
                  <a:pt x="368" y="1492"/>
                </a:lnTo>
                <a:lnTo>
                  <a:pt x="368" y="1456"/>
                </a:lnTo>
                <a:lnTo>
                  <a:pt x="477" y="1456"/>
                </a:lnTo>
                <a:lnTo>
                  <a:pt x="477" y="1492"/>
                </a:lnTo>
                <a:moveTo>
                  <a:pt x="259" y="1492"/>
                </a:moveTo>
                <a:lnTo>
                  <a:pt x="200" y="1492"/>
                </a:lnTo>
                <a:cubicBezTo>
                  <a:pt x="182" y="1492"/>
                  <a:pt x="164" y="1490"/>
                  <a:pt x="146" y="1485"/>
                </a:cubicBezTo>
                <a:lnTo>
                  <a:pt x="156" y="1450"/>
                </a:lnTo>
                <a:cubicBezTo>
                  <a:pt x="170" y="1454"/>
                  <a:pt x="185" y="1456"/>
                  <a:pt x="200" y="1456"/>
                </a:cubicBezTo>
                <a:lnTo>
                  <a:pt x="259" y="1456"/>
                </a:lnTo>
                <a:lnTo>
                  <a:pt x="259" y="1492"/>
                </a:lnTo>
                <a:moveTo>
                  <a:pt x="45" y="1419"/>
                </a:moveTo>
                <a:cubicBezTo>
                  <a:pt x="19" y="1386"/>
                  <a:pt x="4" y="1349"/>
                  <a:pt x="1" y="1308"/>
                </a:cubicBezTo>
                <a:lnTo>
                  <a:pt x="37" y="1305"/>
                </a:lnTo>
                <a:cubicBezTo>
                  <a:pt x="40" y="1339"/>
                  <a:pt x="52" y="1369"/>
                  <a:pt x="74" y="1396"/>
                </a:cubicBezTo>
                <a:lnTo>
                  <a:pt x="45" y="1419"/>
                </a:lnTo>
                <a:moveTo>
                  <a:pt x="0" y="1197"/>
                </a:moveTo>
                <a:lnTo>
                  <a:pt x="0" y="1088"/>
                </a:lnTo>
                <a:lnTo>
                  <a:pt x="37" y="1088"/>
                </a:lnTo>
                <a:lnTo>
                  <a:pt x="37" y="1197"/>
                </a:lnTo>
                <a:lnTo>
                  <a:pt x="0" y="1197"/>
                </a:lnTo>
                <a:moveTo>
                  <a:pt x="0" y="979"/>
                </a:moveTo>
                <a:lnTo>
                  <a:pt x="0" y="870"/>
                </a:lnTo>
                <a:lnTo>
                  <a:pt x="37" y="870"/>
                </a:lnTo>
                <a:lnTo>
                  <a:pt x="37" y="979"/>
                </a:lnTo>
                <a:lnTo>
                  <a:pt x="0" y="979"/>
                </a:lnTo>
                <a:moveTo>
                  <a:pt x="0" y="761"/>
                </a:moveTo>
                <a:lnTo>
                  <a:pt x="0" y="652"/>
                </a:lnTo>
                <a:lnTo>
                  <a:pt x="37" y="652"/>
                </a:lnTo>
                <a:lnTo>
                  <a:pt x="37" y="761"/>
                </a:lnTo>
                <a:lnTo>
                  <a:pt x="0" y="761"/>
                </a:lnTo>
                <a:moveTo>
                  <a:pt x="0" y="542"/>
                </a:moveTo>
                <a:lnTo>
                  <a:pt x="0" y="433"/>
                </a:lnTo>
                <a:lnTo>
                  <a:pt x="37" y="433"/>
                </a:lnTo>
                <a:lnTo>
                  <a:pt x="37" y="542"/>
                </a:lnTo>
                <a:lnTo>
                  <a:pt x="0" y="542"/>
                </a:lnTo>
                <a:moveTo>
                  <a:pt x="0" y="324"/>
                </a:moveTo>
                <a:lnTo>
                  <a:pt x="0" y="215"/>
                </a:lnTo>
                <a:lnTo>
                  <a:pt x="37" y="215"/>
                </a:lnTo>
                <a:lnTo>
                  <a:pt x="37" y="324"/>
                </a:lnTo>
                <a:lnTo>
                  <a:pt x="0" y="324"/>
                </a:lnTo>
                <a:moveTo>
                  <a:pt x="27" y="101"/>
                </a:moveTo>
                <a:cubicBezTo>
                  <a:pt x="47" y="65"/>
                  <a:pt x="77" y="38"/>
                  <a:pt x="114" y="20"/>
                </a:cubicBezTo>
                <a:lnTo>
                  <a:pt x="130" y="52"/>
                </a:lnTo>
                <a:cubicBezTo>
                  <a:pt x="99" y="67"/>
                  <a:pt x="75" y="89"/>
                  <a:pt x="58" y="119"/>
                </a:cubicBezTo>
                <a:lnTo>
                  <a:pt x="27" y="101"/>
                </a:lnTo>
                <a:moveTo>
                  <a:pt x="200" y="0"/>
                </a:moveTo>
                <a:lnTo>
                  <a:pt x="310" y="0"/>
                </a:lnTo>
                <a:lnTo>
                  <a:pt x="310" y="37"/>
                </a:lnTo>
                <a:lnTo>
                  <a:pt x="200" y="37"/>
                </a:lnTo>
                <a:lnTo>
                  <a:pt x="200" y="0"/>
                </a:lnTo>
                <a:close/>
              </a:path>
            </a:pathLst>
          </a:custGeom>
          <a:solidFill>
            <a:srgbClr val="CBD5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3" name=""/>
          <p:cNvSpPr txBox="1"/>
          <p:nvPr/>
        </p:nvSpPr>
        <p:spPr>
          <a:xfrm rot="5400000">
            <a:off x="4994280" y="3472200"/>
            <a:ext cx="1268640" cy="9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770" b="1" u="none" strike="noStrike">
                <a:solidFill>
                  <a:srgbClr val="DC2626"/>
                </a:solidFill>
                <a:effectLst/>
                <a:uFillTx/>
                <a:latin typeface="HiraginoSans-W6"/>
                <a:ea typeface="HiraginoSans-W6"/>
              </a:rPr>
              <a:t>都度、⼈が確認・修正を仲介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4" name=""/>
          <p:cNvSpPr txBox="1"/>
          <p:nvPr/>
        </p:nvSpPr>
        <p:spPr>
          <a:xfrm>
            <a:off x="2282040" y="5323680"/>
            <a:ext cx="175032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980" b="1" u="none" strike="noStrike">
                <a:solidFill>
                  <a:srgbClr val="64748B"/>
                </a:solidFill>
                <a:effectLst/>
                <a:uFillTx/>
                <a:latin typeface="HiraginoSans-W7"/>
                <a:ea typeface="HiraginoSans-W7"/>
              </a:rPr>
              <a:t>⼀往復ごとに⼈⼿の作業が発⽣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5" name=""/>
          <p:cNvSpPr/>
          <p:nvPr/>
        </p:nvSpPr>
        <p:spPr>
          <a:xfrm>
            <a:off x="6033960" y="1371240"/>
            <a:ext cx="4715280" cy="419400"/>
          </a:xfrm>
          <a:custGeom>
            <a:avLst/>
            <a:gdLst/>
            <a:ahLst/>
            <a:rect l="0" t="0" r="r" b="b"/>
            <a:pathLst>
              <a:path w="13098" h="1165">
                <a:moveTo>
                  <a:pt x="182" y="0"/>
                </a:moveTo>
                <a:lnTo>
                  <a:pt x="12916" y="0"/>
                </a:lnTo>
                <a:cubicBezTo>
                  <a:pt x="12928" y="0"/>
                  <a:pt x="12940" y="2"/>
                  <a:pt x="12951" y="4"/>
                </a:cubicBezTo>
                <a:cubicBezTo>
                  <a:pt x="12963" y="6"/>
                  <a:pt x="12974" y="10"/>
                  <a:pt x="12985" y="14"/>
                </a:cubicBezTo>
                <a:cubicBezTo>
                  <a:pt x="12996" y="19"/>
                  <a:pt x="13007" y="24"/>
                  <a:pt x="13017" y="31"/>
                </a:cubicBezTo>
                <a:cubicBezTo>
                  <a:pt x="13027" y="38"/>
                  <a:pt x="13036" y="45"/>
                  <a:pt x="13044" y="54"/>
                </a:cubicBezTo>
                <a:cubicBezTo>
                  <a:pt x="13053" y="62"/>
                  <a:pt x="13060" y="71"/>
                  <a:pt x="13067" y="81"/>
                </a:cubicBezTo>
                <a:cubicBezTo>
                  <a:pt x="13074" y="91"/>
                  <a:pt x="13079" y="102"/>
                  <a:pt x="13084" y="113"/>
                </a:cubicBezTo>
                <a:cubicBezTo>
                  <a:pt x="13088" y="124"/>
                  <a:pt x="13092" y="135"/>
                  <a:pt x="13094" y="147"/>
                </a:cubicBezTo>
                <a:cubicBezTo>
                  <a:pt x="13097" y="158"/>
                  <a:pt x="13098" y="170"/>
                  <a:pt x="13098" y="182"/>
                </a:cubicBezTo>
                <a:lnTo>
                  <a:pt x="13098" y="983"/>
                </a:lnTo>
                <a:cubicBezTo>
                  <a:pt x="13098" y="995"/>
                  <a:pt x="13097" y="1007"/>
                  <a:pt x="13094" y="1019"/>
                </a:cubicBezTo>
                <a:cubicBezTo>
                  <a:pt x="13092" y="1030"/>
                  <a:pt x="13088" y="1042"/>
                  <a:pt x="13084" y="1053"/>
                </a:cubicBezTo>
                <a:cubicBezTo>
                  <a:pt x="13079" y="1064"/>
                  <a:pt x="13074" y="1074"/>
                  <a:pt x="13067" y="1084"/>
                </a:cubicBezTo>
                <a:cubicBezTo>
                  <a:pt x="13060" y="1094"/>
                  <a:pt x="13053" y="1103"/>
                  <a:pt x="13044" y="1112"/>
                </a:cubicBezTo>
                <a:cubicBezTo>
                  <a:pt x="13036" y="1120"/>
                  <a:pt x="13027" y="1128"/>
                  <a:pt x="13017" y="1134"/>
                </a:cubicBezTo>
                <a:cubicBezTo>
                  <a:pt x="13007" y="1141"/>
                  <a:pt x="12996" y="1147"/>
                  <a:pt x="12985" y="1151"/>
                </a:cubicBezTo>
                <a:cubicBezTo>
                  <a:pt x="12974" y="1156"/>
                  <a:pt x="12963" y="1159"/>
                  <a:pt x="12951" y="1161"/>
                </a:cubicBezTo>
                <a:cubicBezTo>
                  <a:pt x="12940" y="1164"/>
                  <a:pt x="12928" y="1165"/>
                  <a:pt x="12916" y="1165"/>
                </a:cubicBezTo>
                <a:lnTo>
                  <a:pt x="182" y="1165"/>
                </a:lnTo>
                <a:cubicBezTo>
                  <a:pt x="170" y="1165"/>
                  <a:pt x="158" y="1164"/>
                  <a:pt x="146" y="1161"/>
                </a:cubicBezTo>
                <a:cubicBezTo>
                  <a:pt x="135" y="1159"/>
                  <a:pt x="123" y="1156"/>
                  <a:pt x="112" y="1151"/>
                </a:cubicBezTo>
                <a:cubicBezTo>
                  <a:pt x="101" y="1147"/>
                  <a:pt x="91" y="1141"/>
                  <a:pt x="81" y="1134"/>
                </a:cubicBezTo>
                <a:cubicBezTo>
                  <a:pt x="71" y="1128"/>
                  <a:pt x="62" y="1120"/>
                  <a:pt x="53" y="1112"/>
                </a:cubicBezTo>
                <a:cubicBezTo>
                  <a:pt x="45" y="1103"/>
                  <a:pt x="37" y="1094"/>
                  <a:pt x="31" y="1084"/>
                </a:cubicBezTo>
                <a:cubicBezTo>
                  <a:pt x="24" y="1074"/>
                  <a:pt x="18" y="1064"/>
                  <a:pt x="14" y="1053"/>
                </a:cubicBezTo>
                <a:cubicBezTo>
                  <a:pt x="9" y="1042"/>
                  <a:pt x="6" y="1030"/>
                  <a:pt x="3" y="1019"/>
                </a:cubicBezTo>
                <a:cubicBezTo>
                  <a:pt x="1" y="1007"/>
                  <a:pt x="0" y="995"/>
                  <a:pt x="0" y="983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6" y="135"/>
                  <a:pt x="9" y="124"/>
                  <a:pt x="14" y="113"/>
                </a:cubicBezTo>
                <a:cubicBezTo>
                  <a:pt x="18" y="102"/>
                  <a:pt x="24" y="91"/>
                  <a:pt x="31" y="81"/>
                </a:cubicBezTo>
                <a:cubicBezTo>
                  <a:pt x="37" y="71"/>
                  <a:pt x="45" y="62"/>
                  <a:pt x="53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1" y="19"/>
                  <a:pt x="112" y="14"/>
                </a:cubicBezTo>
                <a:cubicBezTo>
                  <a:pt x="123" y="10"/>
                  <a:pt x="135" y="6"/>
                  <a:pt x="146" y="4"/>
                </a:cubicBezTo>
                <a:cubicBezTo>
                  <a:pt x="158" y="2"/>
                  <a:pt x="170" y="0"/>
                  <a:pt x="182" y="0"/>
                </a:cubicBez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2367000" y="5511600"/>
            <a:ext cx="1578240" cy="105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2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試作・単発の作業には⼿軽で有効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7" name=""/>
          <p:cNvSpPr/>
          <p:nvPr/>
        </p:nvSpPr>
        <p:spPr>
          <a:xfrm>
            <a:off x="6230520" y="199980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3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8"/>
                  <a:pt x="11915" y="24"/>
                  <a:pt x="11925" y="30"/>
                </a:cubicBezTo>
                <a:cubicBezTo>
                  <a:pt x="11935" y="37"/>
                  <a:pt x="11944" y="46"/>
                  <a:pt x="11953" y="54"/>
                </a:cubicBezTo>
                <a:cubicBezTo>
                  <a:pt x="11961" y="62"/>
                  <a:pt x="11969" y="72"/>
                  <a:pt x="11975" y="82"/>
                </a:cubicBezTo>
                <a:cubicBezTo>
                  <a:pt x="11982" y="92"/>
                  <a:pt x="11988" y="102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9"/>
                  <a:pt x="12006" y="171"/>
                  <a:pt x="12006" y="183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4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2"/>
                  <a:pt x="11894" y="1587"/>
                </a:cubicBezTo>
                <a:cubicBezTo>
                  <a:pt x="11883" y="1592"/>
                  <a:pt x="11871" y="1595"/>
                  <a:pt x="11860" y="1597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7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2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4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3"/>
                </a:lnTo>
                <a:cubicBezTo>
                  <a:pt x="0" y="171"/>
                  <a:pt x="1" y="159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2"/>
                  <a:pt x="24" y="92"/>
                  <a:pt x="30" y="82"/>
                </a:cubicBezTo>
                <a:cubicBezTo>
                  <a:pt x="37" y="72"/>
                  <a:pt x="44" y="62"/>
                  <a:pt x="53" y="54"/>
                </a:cubicBezTo>
                <a:cubicBezTo>
                  <a:pt x="61" y="46"/>
                  <a:pt x="70" y="37"/>
                  <a:pt x="80" y="30"/>
                </a:cubicBezTo>
                <a:cubicBezTo>
                  <a:pt x="90" y="24"/>
                  <a:pt x="101" y="18"/>
                  <a:pt x="112" y="14"/>
                </a:cubicBezTo>
                <a:cubicBezTo>
                  <a:pt x="123" y="9"/>
                  <a:pt x="134" y="6"/>
                  <a:pt x="146" y="3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8" name=""/>
          <p:cNvSpPr/>
          <p:nvPr/>
        </p:nvSpPr>
        <p:spPr>
          <a:xfrm>
            <a:off x="6230520" y="199980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3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8"/>
                  <a:pt x="11915" y="24"/>
                  <a:pt x="11925" y="30"/>
                </a:cubicBezTo>
                <a:cubicBezTo>
                  <a:pt x="11935" y="37"/>
                  <a:pt x="11944" y="46"/>
                  <a:pt x="11953" y="54"/>
                </a:cubicBezTo>
                <a:cubicBezTo>
                  <a:pt x="11961" y="62"/>
                  <a:pt x="11969" y="72"/>
                  <a:pt x="11975" y="82"/>
                </a:cubicBezTo>
                <a:cubicBezTo>
                  <a:pt x="11982" y="92"/>
                  <a:pt x="11988" y="102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9"/>
                  <a:pt x="12006" y="171"/>
                  <a:pt x="12006" y="183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4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2"/>
                  <a:pt x="11894" y="1587"/>
                </a:cubicBezTo>
                <a:cubicBezTo>
                  <a:pt x="11883" y="1592"/>
                  <a:pt x="11871" y="1595"/>
                  <a:pt x="11860" y="1597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7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2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4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3"/>
                </a:lnTo>
                <a:cubicBezTo>
                  <a:pt x="0" y="171"/>
                  <a:pt x="1" y="159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2"/>
                  <a:pt x="24" y="92"/>
                  <a:pt x="30" y="82"/>
                </a:cubicBezTo>
                <a:cubicBezTo>
                  <a:pt x="37" y="72"/>
                  <a:pt x="44" y="62"/>
                  <a:pt x="53" y="54"/>
                </a:cubicBezTo>
                <a:cubicBezTo>
                  <a:pt x="61" y="46"/>
                  <a:pt x="70" y="37"/>
                  <a:pt x="80" y="30"/>
                </a:cubicBezTo>
                <a:cubicBezTo>
                  <a:pt x="90" y="24"/>
                  <a:pt x="101" y="18"/>
                  <a:pt x="112" y="14"/>
                </a:cubicBezTo>
                <a:cubicBezTo>
                  <a:pt x="123" y="9"/>
                  <a:pt x="134" y="6"/>
                  <a:pt x="146" y="3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noFill/>
          <a:ln w="12960">
            <a:solidFill>
              <a:srgbClr val="2563EB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9" name=""/>
          <p:cNvSpPr/>
          <p:nvPr/>
        </p:nvSpPr>
        <p:spPr>
          <a:xfrm>
            <a:off x="6387480" y="211752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4"/>
                </a:moveTo>
                <a:cubicBezTo>
                  <a:pt x="947" y="505"/>
                  <a:pt x="944" y="536"/>
                  <a:pt x="938" y="566"/>
                </a:cubicBezTo>
                <a:cubicBezTo>
                  <a:pt x="932" y="596"/>
                  <a:pt x="923" y="626"/>
                  <a:pt x="911" y="655"/>
                </a:cubicBezTo>
                <a:cubicBezTo>
                  <a:pt x="899" y="683"/>
                  <a:pt x="885" y="711"/>
                  <a:pt x="867" y="736"/>
                </a:cubicBezTo>
                <a:cubicBezTo>
                  <a:pt x="850" y="762"/>
                  <a:pt x="830" y="786"/>
                  <a:pt x="808" y="808"/>
                </a:cubicBezTo>
                <a:cubicBezTo>
                  <a:pt x="787" y="830"/>
                  <a:pt x="763" y="850"/>
                  <a:pt x="737" y="867"/>
                </a:cubicBezTo>
                <a:cubicBezTo>
                  <a:pt x="711" y="884"/>
                  <a:pt x="683" y="899"/>
                  <a:pt x="654" y="911"/>
                </a:cubicBezTo>
                <a:cubicBezTo>
                  <a:pt x="625" y="922"/>
                  <a:pt x="596" y="931"/>
                  <a:pt x="565" y="937"/>
                </a:cubicBezTo>
                <a:cubicBezTo>
                  <a:pt x="535" y="943"/>
                  <a:pt x="504" y="947"/>
                  <a:pt x="473" y="947"/>
                </a:cubicBezTo>
                <a:cubicBezTo>
                  <a:pt x="442" y="947"/>
                  <a:pt x="411" y="943"/>
                  <a:pt x="381" y="937"/>
                </a:cubicBezTo>
                <a:cubicBezTo>
                  <a:pt x="350" y="931"/>
                  <a:pt x="321" y="922"/>
                  <a:pt x="292" y="911"/>
                </a:cubicBezTo>
                <a:cubicBezTo>
                  <a:pt x="263" y="899"/>
                  <a:pt x="236" y="884"/>
                  <a:pt x="210" y="867"/>
                </a:cubicBezTo>
                <a:cubicBezTo>
                  <a:pt x="184" y="850"/>
                  <a:pt x="161" y="830"/>
                  <a:pt x="139" y="808"/>
                </a:cubicBezTo>
                <a:cubicBezTo>
                  <a:pt x="117" y="786"/>
                  <a:pt x="97" y="762"/>
                  <a:pt x="80" y="736"/>
                </a:cubicBezTo>
                <a:cubicBezTo>
                  <a:pt x="63" y="711"/>
                  <a:pt x="48" y="683"/>
                  <a:pt x="36" y="655"/>
                </a:cubicBezTo>
                <a:cubicBezTo>
                  <a:pt x="24" y="626"/>
                  <a:pt x="15" y="596"/>
                  <a:pt x="9" y="566"/>
                </a:cubicBezTo>
                <a:cubicBezTo>
                  <a:pt x="3" y="536"/>
                  <a:pt x="0" y="505"/>
                  <a:pt x="0" y="474"/>
                </a:cubicBezTo>
                <a:cubicBezTo>
                  <a:pt x="0" y="443"/>
                  <a:pt x="3" y="412"/>
                  <a:pt x="9" y="382"/>
                </a:cubicBezTo>
                <a:cubicBezTo>
                  <a:pt x="15" y="351"/>
                  <a:pt x="24" y="322"/>
                  <a:pt x="36" y="293"/>
                </a:cubicBezTo>
                <a:cubicBezTo>
                  <a:pt x="48" y="264"/>
                  <a:pt x="63" y="236"/>
                  <a:pt x="80" y="210"/>
                </a:cubicBezTo>
                <a:cubicBezTo>
                  <a:pt x="97" y="184"/>
                  <a:pt x="117" y="160"/>
                  <a:pt x="139" y="139"/>
                </a:cubicBezTo>
                <a:cubicBezTo>
                  <a:pt x="161" y="117"/>
                  <a:pt x="184" y="97"/>
                  <a:pt x="210" y="80"/>
                </a:cubicBezTo>
                <a:cubicBezTo>
                  <a:pt x="236" y="62"/>
                  <a:pt x="263" y="48"/>
                  <a:pt x="292" y="36"/>
                </a:cubicBezTo>
                <a:cubicBezTo>
                  <a:pt x="321" y="24"/>
                  <a:pt x="350" y="15"/>
                  <a:pt x="381" y="9"/>
                </a:cubicBezTo>
                <a:cubicBezTo>
                  <a:pt x="411" y="3"/>
                  <a:pt x="442" y="0"/>
                  <a:pt x="473" y="0"/>
                </a:cubicBezTo>
                <a:cubicBezTo>
                  <a:pt x="504" y="0"/>
                  <a:pt x="535" y="3"/>
                  <a:pt x="565" y="9"/>
                </a:cubicBezTo>
                <a:cubicBezTo>
                  <a:pt x="596" y="15"/>
                  <a:pt x="625" y="24"/>
                  <a:pt x="654" y="36"/>
                </a:cubicBezTo>
                <a:cubicBezTo>
                  <a:pt x="683" y="48"/>
                  <a:pt x="711" y="62"/>
                  <a:pt x="737" y="80"/>
                </a:cubicBezTo>
                <a:cubicBezTo>
                  <a:pt x="763" y="97"/>
                  <a:pt x="787" y="117"/>
                  <a:pt x="808" y="139"/>
                </a:cubicBezTo>
                <a:cubicBezTo>
                  <a:pt x="830" y="160"/>
                  <a:pt x="850" y="184"/>
                  <a:pt x="867" y="210"/>
                </a:cubicBezTo>
                <a:cubicBezTo>
                  <a:pt x="885" y="236"/>
                  <a:pt x="899" y="264"/>
                  <a:pt x="911" y="293"/>
                </a:cubicBezTo>
                <a:cubicBezTo>
                  <a:pt x="923" y="322"/>
                  <a:pt x="932" y="351"/>
                  <a:pt x="938" y="382"/>
                </a:cubicBezTo>
                <a:cubicBezTo>
                  <a:pt x="944" y="412"/>
                  <a:pt x="947" y="443"/>
                  <a:pt x="947" y="474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70" name=""/>
          <p:cNvSpPr txBox="1"/>
          <p:nvPr/>
        </p:nvSpPr>
        <p:spPr>
          <a:xfrm>
            <a:off x="6903360" y="1474200"/>
            <a:ext cx="2764440" cy="204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Claude Code</a:t>
            </a:r>
            <a:r>
              <a:rPr lang="ja-JP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（</a:t>
            </a:r>
            <a:r>
              <a:rPr lang="en-US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AI</a:t>
            </a:r>
            <a:r>
              <a:rPr lang="ja-JP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エージェント）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1" name=""/>
          <p:cNvSpPr txBox="1"/>
          <p:nvPr/>
        </p:nvSpPr>
        <p:spPr>
          <a:xfrm>
            <a:off x="6492600" y="2215080"/>
            <a:ext cx="1317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03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⼈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2" name=""/>
          <p:cNvSpPr txBox="1"/>
          <p:nvPr/>
        </p:nvSpPr>
        <p:spPr>
          <a:xfrm>
            <a:off x="6852600" y="2118240"/>
            <a:ext cx="71712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要件を指⽰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3" name=""/>
          <p:cNvSpPr/>
          <p:nvPr/>
        </p:nvSpPr>
        <p:spPr>
          <a:xfrm>
            <a:off x="8391240" y="2575800"/>
            <a:ext cx="0" cy="222480"/>
          </a:xfrm>
          <a:prstGeom prst="line">
            <a:avLst/>
          </a:prstGeom>
          <a:ln w="19440">
            <a:solidFill>
              <a:srgbClr val="2563E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4" name=""/>
          <p:cNvSpPr/>
          <p:nvPr/>
        </p:nvSpPr>
        <p:spPr>
          <a:xfrm>
            <a:off x="8292960" y="270000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0"/>
                </a:moveTo>
                <a:lnTo>
                  <a:pt x="274" y="547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75" name=""/>
          <p:cNvSpPr/>
          <p:nvPr/>
        </p:nvSpPr>
        <p:spPr>
          <a:xfrm>
            <a:off x="6230520" y="279828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3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8"/>
                  <a:pt x="11915" y="24"/>
                  <a:pt x="11925" y="31"/>
                </a:cubicBezTo>
                <a:cubicBezTo>
                  <a:pt x="11935" y="37"/>
                  <a:pt x="11944" y="45"/>
                  <a:pt x="11953" y="53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2"/>
                </a:cubicBezTo>
                <a:cubicBezTo>
                  <a:pt x="11997" y="123"/>
                  <a:pt x="12000" y="135"/>
                  <a:pt x="12003" y="146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7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7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6"/>
                </a:cubicBezTo>
                <a:cubicBezTo>
                  <a:pt x="5" y="135"/>
                  <a:pt x="9" y="123"/>
                  <a:pt x="13" y="112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8"/>
                  <a:pt x="112" y="14"/>
                </a:cubicBezTo>
                <a:cubicBezTo>
                  <a:pt x="123" y="9"/>
                  <a:pt x="134" y="6"/>
                  <a:pt x="146" y="3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6" name=""/>
          <p:cNvSpPr/>
          <p:nvPr/>
        </p:nvSpPr>
        <p:spPr>
          <a:xfrm>
            <a:off x="6230520" y="279828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3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8"/>
                  <a:pt x="11915" y="24"/>
                  <a:pt x="11925" y="31"/>
                </a:cubicBezTo>
                <a:cubicBezTo>
                  <a:pt x="11935" y="37"/>
                  <a:pt x="11944" y="45"/>
                  <a:pt x="11953" y="53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2"/>
                </a:cubicBezTo>
                <a:cubicBezTo>
                  <a:pt x="11997" y="123"/>
                  <a:pt x="12000" y="135"/>
                  <a:pt x="12003" y="146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7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7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6"/>
                </a:cubicBezTo>
                <a:cubicBezTo>
                  <a:pt x="5" y="135"/>
                  <a:pt x="9" y="123"/>
                  <a:pt x="13" y="112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8"/>
                  <a:pt x="112" y="14"/>
                </a:cubicBezTo>
                <a:cubicBezTo>
                  <a:pt x="123" y="9"/>
                  <a:pt x="134" y="6"/>
                  <a:pt x="146" y="3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noFill/>
          <a:ln w="12960">
            <a:solidFill>
              <a:srgbClr val="2563EB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7" name=""/>
          <p:cNvSpPr/>
          <p:nvPr/>
        </p:nvSpPr>
        <p:spPr>
          <a:xfrm>
            <a:off x="6387480" y="291600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3"/>
                </a:moveTo>
                <a:cubicBezTo>
                  <a:pt x="947" y="504"/>
                  <a:pt x="944" y="535"/>
                  <a:pt x="938" y="565"/>
                </a:cubicBezTo>
                <a:cubicBezTo>
                  <a:pt x="932" y="596"/>
                  <a:pt x="923" y="625"/>
                  <a:pt x="911" y="654"/>
                </a:cubicBezTo>
                <a:cubicBezTo>
                  <a:pt x="899" y="683"/>
                  <a:pt x="885" y="710"/>
                  <a:pt x="867" y="736"/>
                </a:cubicBezTo>
                <a:cubicBezTo>
                  <a:pt x="850" y="761"/>
                  <a:pt x="830" y="785"/>
                  <a:pt x="808" y="807"/>
                </a:cubicBezTo>
                <a:cubicBezTo>
                  <a:pt x="787" y="829"/>
                  <a:pt x="763" y="849"/>
                  <a:pt x="737" y="866"/>
                </a:cubicBezTo>
                <a:cubicBezTo>
                  <a:pt x="711" y="884"/>
                  <a:pt x="683" y="899"/>
                  <a:pt x="654" y="911"/>
                </a:cubicBezTo>
                <a:cubicBezTo>
                  <a:pt x="625" y="923"/>
                  <a:pt x="596" y="932"/>
                  <a:pt x="565" y="938"/>
                </a:cubicBezTo>
                <a:cubicBezTo>
                  <a:pt x="535" y="944"/>
                  <a:pt x="504" y="947"/>
                  <a:pt x="473" y="947"/>
                </a:cubicBezTo>
                <a:cubicBezTo>
                  <a:pt x="442" y="947"/>
                  <a:pt x="411" y="944"/>
                  <a:pt x="381" y="938"/>
                </a:cubicBezTo>
                <a:cubicBezTo>
                  <a:pt x="350" y="932"/>
                  <a:pt x="321" y="923"/>
                  <a:pt x="292" y="911"/>
                </a:cubicBezTo>
                <a:cubicBezTo>
                  <a:pt x="263" y="899"/>
                  <a:pt x="236" y="884"/>
                  <a:pt x="210" y="866"/>
                </a:cubicBezTo>
                <a:cubicBezTo>
                  <a:pt x="184" y="849"/>
                  <a:pt x="161" y="829"/>
                  <a:pt x="139" y="807"/>
                </a:cubicBezTo>
                <a:cubicBezTo>
                  <a:pt x="117" y="785"/>
                  <a:pt x="97" y="761"/>
                  <a:pt x="80" y="736"/>
                </a:cubicBezTo>
                <a:cubicBezTo>
                  <a:pt x="63" y="710"/>
                  <a:pt x="48" y="683"/>
                  <a:pt x="36" y="654"/>
                </a:cubicBezTo>
                <a:cubicBezTo>
                  <a:pt x="24" y="625"/>
                  <a:pt x="15" y="596"/>
                  <a:pt x="9" y="565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0"/>
                  <a:pt x="24" y="321"/>
                  <a:pt x="36" y="292"/>
                </a:cubicBezTo>
                <a:cubicBezTo>
                  <a:pt x="48" y="263"/>
                  <a:pt x="63" y="236"/>
                  <a:pt x="80" y="210"/>
                </a:cubicBezTo>
                <a:cubicBezTo>
                  <a:pt x="97" y="185"/>
                  <a:pt x="117" y="161"/>
                  <a:pt x="139" y="139"/>
                </a:cubicBezTo>
                <a:cubicBezTo>
                  <a:pt x="161" y="117"/>
                  <a:pt x="184" y="97"/>
                  <a:pt x="210" y="80"/>
                </a:cubicBezTo>
                <a:cubicBezTo>
                  <a:pt x="236" y="63"/>
                  <a:pt x="263" y="48"/>
                  <a:pt x="292" y="36"/>
                </a:cubicBezTo>
                <a:cubicBezTo>
                  <a:pt x="321" y="24"/>
                  <a:pt x="350" y="15"/>
                  <a:pt x="381" y="9"/>
                </a:cubicBezTo>
                <a:cubicBezTo>
                  <a:pt x="411" y="3"/>
                  <a:pt x="442" y="0"/>
                  <a:pt x="473" y="0"/>
                </a:cubicBezTo>
                <a:cubicBezTo>
                  <a:pt x="504" y="0"/>
                  <a:pt x="535" y="3"/>
                  <a:pt x="565" y="9"/>
                </a:cubicBezTo>
                <a:cubicBezTo>
                  <a:pt x="596" y="15"/>
                  <a:pt x="625" y="24"/>
                  <a:pt x="654" y="36"/>
                </a:cubicBezTo>
                <a:cubicBezTo>
                  <a:pt x="683" y="48"/>
                  <a:pt x="711" y="63"/>
                  <a:pt x="737" y="80"/>
                </a:cubicBezTo>
                <a:cubicBezTo>
                  <a:pt x="763" y="97"/>
                  <a:pt x="787" y="117"/>
                  <a:pt x="808" y="139"/>
                </a:cubicBezTo>
                <a:cubicBezTo>
                  <a:pt x="830" y="161"/>
                  <a:pt x="850" y="185"/>
                  <a:pt x="867" y="210"/>
                </a:cubicBezTo>
                <a:cubicBezTo>
                  <a:pt x="885" y="236"/>
                  <a:pt x="899" y="263"/>
                  <a:pt x="911" y="292"/>
                </a:cubicBezTo>
                <a:cubicBezTo>
                  <a:pt x="923" y="321"/>
                  <a:pt x="932" y="350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78" name=""/>
          <p:cNvSpPr txBox="1"/>
          <p:nvPr/>
        </p:nvSpPr>
        <p:spPr>
          <a:xfrm>
            <a:off x="6852600" y="2331360"/>
            <a:ext cx="184284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CLAUDE.md</a:t>
            </a:r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r>
              <a:rPr lang="en-US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plan.md </a:t>
            </a:r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に⽅針を蓄積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9" name=""/>
          <p:cNvSpPr txBox="1"/>
          <p:nvPr/>
        </p:nvSpPr>
        <p:spPr>
          <a:xfrm>
            <a:off x="6407640" y="3036960"/>
            <a:ext cx="255600" cy="11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7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Agent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0" name=""/>
          <p:cNvSpPr txBox="1"/>
          <p:nvPr/>
        </p:nvSpPr>
        <p:spPr>
          <a:xfrm>
            <a:off x="6852600" y="2916720"/>
            <a:ext cx="1289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ファイルを直接編集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1" name=""/>
          <p:cNvSpPr/>
          <p:nvPr/>
        </p:nvSpPr>
        <p:spPr>
          <a:xfrm>
            <a:off x="8391240" y="3374280"/>
            <a:ext cx="0" cy="222480"/>
          </a:xfrm>
          <a:prstGeom prst="line">
            <a:avLst/>
          </a:prstGeom>
          <a:ln w="19440">
            <a:solidFill>
              <a:srgbClr val="2563E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2" name=""/>
          <p:cNvSpPr/>
          <p:nvPr/>
        </p:nvSpPr>
        <p:spPr>
          <a:xfrm>
            <a:off x="8292960" y="349848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0"/>
                </a:moveTo>
                <a:lnTo>
                  <a:pt x="274" y="547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83" name=""/>
          <p:cNvSpPr/>
          <p:nvPr/>
        </p:nvSpPr>
        <p:spPr>
          <a:xfrm>
            <a:off x="6230520" y="359676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4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7"/>
                  <a:pt x="11944" y="45"/>
                  <a:pt x="11953" y="53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2"/>
                </a:cubicBezTo>
                <a:cubicBezTo>
                  <a:pt x="11997" y="123"/>
                  <a:pt x="12000" y="135"/>
                  <a:pt x="12003" y="146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8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8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6"/>
                </a:cubicBezTo>
                <a:cubicBezTo>
                  <a:pt x="5" y="135"/>
                  <a:pt x="9" y="123"/>
                  <a:pt x="13" y="112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9"/>
                  <a:pt x="134" y="6"/>
                  <a:pt x="146" y="4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4" name=""/>
          <p:cNvSpPr/>
          <p:nvPr/>
        </p:nvSpPr>
        <p:spPr>
          <a:xfrm>
            <a:off x="6230520" y="359676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4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7"/>
                  <a:pt x="11944" y="45"/>
                  <a:pt x="11953" y="53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2"/>
                </a:cubicBezTo>
                <a:cubicBezTo>
                  <a:pt x="11997" y="123"/>
                  <a:pt x="12000" y="135"/>
                  <a:pt x="12003" y="146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8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8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6"/>
                </a:cubicBezTo>
                <a:cubicBezTo>
                  <a:pt x="5" y="135"/>
                  <a:pt x="9" y="123"/>
                  <a:pt x="13" y="112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9"/>
                  <a:pt x="134" y="6"/>
                  <a:pt x="146" y="4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noFill/>
          <a:ln w="12960">
            <a:solidFill>
              <a:srgbClr val="2563EB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5" name=""/>
          <p:cNvSpPr/>
          <p:nvPr/>
        </p:nvSpPr>
        <p:spPr>
          <a:xfrm>
            <a:off x="6387480" y="371448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3"/>
                </a:moveTo>
                <a:cubicBezTo>
                  <a:pt x="947" y="504"/>
                  <a:pt x="944" y="535"/>
                  <a:pt x="938" y="566"/>
                </a:cubicBezTo>
                <a:cubicBezTo>
                  <a:pt x="932" y="597"/>
                  <a:pt x="923" y="626"/>
                  <a:pt x="911" y="655"/>
                </a:cubicBezTo>
                <a:cubicBezTo>
                  <a:pt x="899" y="684"/>
                  <a:pt x="885" y="711"/>
                  <a:pt x="867" y="737"/>
                </a:cubicBezTo>
                <a:cubicBezTo>
                  <a:pt x="850" y="763"/>
                  <a:pt x="830" y="786"/>
                  <a:pt x="808" y="808"/>
                </a:cubicBezTo>
                <a:cubicBezTo>
                  <a:pt x="787" y="830"/>
                  <a:pt x="763" y="850"/>
                  <a:pt x="737" y="867"/>
                </a:cubicBezTo>
                <a:cubicBezTo>
                  <a:pt x="711" y="884"/>
                  <a:pt x="683" y="899"/>
                  <a:pt x="654" y="911"/>
                </a:cubicBezTo>
                <a:cubicBezTo>
                  <a:pt x="625" y="923"/>
                  <a:pt x="596" y="932"/>
                  <a:pt x="565" y="938"/>
                </a:cubicBezTo>
                <a:cubicBezTo>
                  <a:pt x="535" y="944"/>
                  <a:pt x="504" y="947"/>
                  <a:pt x="473" y="947"/>
                </a:cubicBezTo>
                <a:cubicBezTo>
                  <a:pt x="442" y="947"/>
                  <a:pt x="411" y="944"/>
                  <a:pt x="381" y="938"/>
                </a:cubicBezTo>
                <a:cubicBezTo>
                  <a:pt x="350" y="932"/>
                  <a:pt x="321" y="923"/>
                  <a:pt x="292" y="911"/>
                </a:cubicBezTo>
                <a:cubicBezTo>
                  <a:pt x="263" y="899"/>
                  <a:pt x="236" y="884"/>
                  <a:pt x="210" y="867"/>
                </a:cubicBezTo>
                <a:cubicBezTo>
                  <a:pt x="184" y="850"/>
                  <a:pt x="161" y="830"/>
                  <a:pt x="139" y="808"/>
                </a:cubicBezTo>
                <a:cubicBezTo>
                  <a:pt x="117" y="786"/>
                  <a:pt x="97" y="763"/>
                  <a:pt x="80" y="737"/>
                </a:cubicBezTo>
                <a:cubicBezTo>
                  <a:pt x="63" y="711"/>
                  <a:pt x="48" y="684"/>
                  <a:pt x="36" y="655"/>
                </a:cubicBezTo>
                <a:cubicBezTo>
                  <a:pt x="24" y="626"/>
                  <a:pt x="15" y="597"/>
                  <a:pt x="9" y="566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0"/>
                  <a:pt x="24" y="321"/>
                  <a:pt x="36" y="292"/>
                </a:cubicBezTo>
                <a:cubicBezTo>
                  <a:pt x="48" y="264"/>
                  <a:pt x="63" y="236"/>
                  <a:pt x="80" y="210"/>
                </a:cubicBezTo>
                <a:cubicBezTo>
                  <a:pt x="97" y="185"/>
                  <a:pt x="117" y="161"/>
                  <a:pt x="139" y="139"/>
                </a:cubicBezTo>
                <a:cubicBezTo>
                  <a:pt x="161" y="117"/>
                  <a:pt x="184" y="97"/>
                  <a:pt x="210" y="80"/>
                </a:cubicBezTo>
                <a:cubicBezTo>
                  <a:pt x="236" y="63"/>
                  <a:pt x="263" y="48"/>
                  <a:pt x="292" y="36"/>
                </a:cubicBezTo>
                <a:cubicBezTo>
                  <a:pt x="321" y="24"/>
                  <a:pt x="350" y="16"/>
                  <a:pt x="381" y="9"/>
                </a:cubicBezTo>
                <a:cubicBezTo>
                  <a:pt x="411" y="3"/>
                  <a:pt x="442" y="0"/>
                  <a:pt x="473" y="0"/>
                </a:cubicBezTo>
                <a:cubicBezTo>
                  <a:pt x="504" y="0"/>
                  <a:pt x="535" y="3"/>
                  <a:pt x="565" y="9"/>
                </a:cubicBezTo>
                <a:cubicBezTo>
                  <a:pt x="596" y="16"/>
                  <a:pt x="625" y="24"/>
                  <a:pt x="654" y="36"/>
                </a:cubicBezTo>
                <a:cubicBezTo>
                  <a:pt x="683" y="48"/>
                  <a:pt x="711" y="63"/>
                  <a:pt x="737" y="80"/>
                </a:cubicBezTo>
                <a:cubicBezTo>
                  <a:pt x="763" y="97"/>
                  <a:pt x="787" y="117"/>
                  <a:pt x="808" y="139"/>
                </a:cubicBezTo>
                <a:cubicBezTo>
                  <a:pt x="830" y="161"/>
                  <a:pt x="850" y="185"/>
                  <a:pt x="867" y="210"/>
                </a:cubicBezTo>
                <a:cubicBezTo>
                  <a:pt x="885" y="236"/>
                  <a:pt x="899" y="264"/>
                  <a:pt x="911" y="292"/>
                </a:cubicBezTo>
                <a:cubicBezTo>
                  <a:pt x="923" y="321"/>
                  <a:pt x="932" y="350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86" name=""/>
          <p:cNvSpPr txBox="1"/>
          <p:nvPr/>
        </p:nvSpPr>
        <p:spPr>
          <a:xfrm>
            <a:off x="6852600" y="3129840"/>
            <a:ext cx="178092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リポジトリを読み込み⾃律的に変更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6407640" y="3835440"/>
            <a:ext cx="255600" cy="11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7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Agent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8" name=""/>
          <p:cNvSpPr txBox="1"/>
          <p:nvPr/>
        </p:nvSpPr>
        <p:spPr>
          <a:xfrm>
            <a:off x="6852600" y="3715560"/>
            <a:ext cx="143316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テスト実⾏・動作確認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9" name=""/>
          <p:cNvSpPr/>
          <p:nvPr/>
        </p:nvSpPr>
        <p:spPr>
          <a:xfrm>
            <a:off x="8391240" y="4172760"/>
            <a:ext cx="0" cy="222480"/>
          </a:xfrm>
          <a:prstGeom prst="line">
            <a:avLst/>
          </a:prstGeom>
          <a:ln w="19440">
            <a:solidFill>
              <a:srgbClr val="2563E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0" name=""/>
          <p:cNvSpPr/>
          <p:nvPr/>
        </p:nvSpPr>
        <p:spPr>
          <a:xfrm>
            <a:off x="8292960" y="4297320"/>
            <a:ext cx="196920" cy="196560"/>
          </a:xfrm>
          <a:custGeom>
            <a:avLst/>
            <a:gdLst/>
            <a:ahLst/>
            <a:rect l="0" t="0" r="r" b="b"/>
            <a:pathLst>
              <a:path w="547" h="546">
                <a:moveTo>
                  <a:pt x="547" y="0"/>
                </a:moveTo>
                <a:lnTo>
                  <a:pt x="274" y="546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91" name=""/>
          <p:cNvSpPr/>
          <p:nvPr/>
        </p:nvSpPr>
        <p:spPr>
          <a:xfrm>
            <a:off x="6230520" y="439524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4"/>
                </a:cubicBezTo>
                <a:cubicBezTo>
                  <a:pt x="11871" y="6"/>
                  <a:pt x="11883" y="10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8"/>
                  <a:pt x="11944" y="45"/>
                  <a:pt x="11953" y="54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7"/>
                  <a:pt x="11997" y="1478"/>
                  <a:pt x="11992" y="1489"/>
                </a:cubicBezTo>
                <a:cubicBezTo>
                  <a:pt x="11988" y="1500"/>
                  <a:pt x="11982" y="1511"/>
                  <a:pt x="11975" y="1520"/>
                </a:cubicBezTo>
                <a:cubicBezTo>
                  <a:pt x="11969" y="1530"/>
                  <a:pt x="11961" y="1540"/>
                  <a:pt x="11953" y="1548"/>
                </a:cubicBezTo>
                <a:cubicBezTo>
                  <a:pt x="11944" y="1556"/>
                  <a:pt x="11935" y="1564"/>
                  <a:pt x="11925" y="1571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8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8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1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40"/>
                  <a:pt x="37" y="1530"/>
                  <a:pt x="30" y="1520"/>
                </a:cubicBezTo>
                <a:cubicBezTo>
                  <a:pt x="24" y="1511"/>
                  <a:pt x="18" y="1500"/>
                  <a:pt x="13" y="1489"/>
                </a:cubicBezTo>
                <a:cubicBezTo>
                  <a:pt x="9" y="1478"/>
                  <a:pt x="5" y="1467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4"/>
                </a:cubicBezTo>
                <a:cubicBezTo>
                  <a:pt x="61" y="45"/>
                  <a:pt x="70" y="38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2" name=""/>
          <p:cNvSpPr/>
          <p:nvPr/>
        </p:nvSpPr>
        <p:spPr>
          <a:xfrm>
            <a:off x="6230520" y="439524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4"/>
                </a:cubicBezTo>
                <a:cubicBezTo>
                  <a:pt x="11871" y="6"/>
                  <a:pt x="11883" y="10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8"/>
                  <a:pt x="11944" y="45"/>
                  <a:pt x="11953" y="54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7"/>
                  <a:pt x="11997" y="1478"/>
                  <a:pt x="11992" y="1489"/>
                </a:cubicBezTo>
                <a:cubicBezTo>
                  <a:pt x="11988" y="1500"/>
                  <a:pt x="11982" y="1511"/>
                  <a:pt x="11975" y="1520"/>
                </a:cubicBezTo>
                <a:cubicBezTo>
                  <a:pt x="11969" y="1530"/>
                  <a:pt x="11961" y="1540"/>
                  <a:pt x="11953" y="1548"/>
                </a:cubicBezTo>
                <a:cubicBezTo>
                  <a:pt x="11944" y="1556"/>
                  <a:pt x="11935" y="1564"/>
                  <a:pt x="11925" y="1571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8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8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1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40"/>
                  <a:pt x="37" y="1530"/>
                  <a:pt x="30" y="1520"/>
                </a:cubicBezTo>
                <a:cubicBezTo>
                  <a:pt x="24" y="1511"/>
                  <a:pt x="18" y="1500"/>
                  <a:pt x="13" y="1489"/>
                </a:cubicBezTo>
                <a:cubicBezTo>
                  <a:pt x="9" y="1478"/>
                  <a:pt x="5" y="1467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4"/>
                </a:cubicBezTo>
                <a:cubicBezTo>
                  <a:pt x="61" y="45"/>
                  <a:pt x="70" y="38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noFill/>
          <a:ln w="12960">
            <a:solidFill>
              <a:srgbClr val="2563EB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3" name=""/>
          <p:cNvSpPr/>
          <p:nvPr/>
        </p:nvSpPr>
        <p:spPr>
          <a:xfrm>
            <a:off x="6387480" y="4513320"/>
            <a:ext cx="340920" cy="340560"/>
          </a:xfrm>
          <a:custGeom>
            <a:avLst/>
            <a:gdLst/>
            <a:ahLst/>
            <a:rect l="0" t="0" r="r" b="b"/>
            <a:pathLst>
              <a:path w="947" h="946">
                <a:moveTo>
                  <a:pt x="947" y="473"/>
                </a:moveTo>
                <a:cubicBezTo>
                  <a:pt x="947" y="504"/>
                  <a:pt x="944" y="535"/>
                  <a:pt x="938" y="565"/>
                </a:cubicBezTo>
                <a:cubicBezTo>
                  <a:pt x="932" y="596"/>
                  <a:pt x="923" y="625"/>
                  <a:pt x="911" y="654"/>
                </a:cubicBezTo>
                <a:cubicBezTo>
                  <a:pt x="899" y="683"/>
                  <a:pt x="885" y="710"/>
                  <a:pt x="867" y="736"/>
                </a:cubicBezTo>
                <a:cubicBezTo>
                  <a:pt x="850" y="762"/>
                  <a:pt x="830" y="786"/>
                  <a:pt x="808" y="808"/>
                </a:cubicBezTo>
                <a:cubicBezTo>
                  <a:pt x="787" y="829"/>
                  <a:pt x="763" y="849"/>
                  <a:pt x="737" y="866"/>
                </a:cubicBezTo>
                <a:cubicBezTo>
                  <a:pt x="711" y="884"/>
                  <a:pt x="683" y="898"/>
                  <a:pt x="654" y="910"/>
                </a:cubicBezTo>
                <a:cubicBezTo>
                  <a:pt x="625" y="922"/>
                  <a:pt x="596" y="931"/>
                  <a:pt x="565" y="937"/>
                </a:cubicBezTo>
                <a:cubicBezTo>
                  <a:pt x="535" y="943"/>
                  <a:pt x="504" y="946"/>
                  <a:pt x="473" y="946"/>
                </a:cubicBezTo>
                <a:cubicBezTo>
                  <a:pt x="442" y="946"/>
                  <a:pt x="411" y="943"/>
                  <a:pt x="381" y="937"/>
                </a:cubicBezTo>
                <a:cubicBezTo>
                  <a:pt x="350" y="931"/>
                  <a:pt x="321" y="922"/>
                  <a:pt x="292" y="910"/>
                </a:cubicBezTo>
                <a:cubicBezTo>
                  <a:pt x="263" y="898"/>
                  <a:pt x="236" y="884"/>
                  <a:pt x="210" y="866"/>
                </a:cubicBezTo>
                <a:cubicBezTo>
                  <a:pt x="184" y="849"/>
                  <a:pt x="161" y="829"/>
                  <a:pt x="139" y="808"/>
                </a:cubicBezTo>
                <a:cubicBezTo>
                  <a:pt x="117" y="786"/>
                  <a:pt x="97" y="762"/>
                  <a:pt x="80" y="736"/>
                </a:cubicBezTo>
                <a:cubicBezTo>
                  <a:pt x="63" y="710"/>
                  <a:pt x="48" y="683"/>
                  <a:pt x="36" y="654"/>
                </a:cubicBezTo>
                <a:cubicBezTo>
                  <a:pt x="24" y="625"/>
                  <a:pt x="15" y="596"/>
                  <a:pt x="9" y="565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1"/>
                  <a:pt x="24" y="321"/>
                  <a:pt x="36" y="292"/>
                </a:cubicBezTo>
                <a:cubicBezTo>
                  <a:pt x="48" y="264"/>
                  <a:pt x="63" y="236"/>
                  <a:pt x="80" y="210"/>
                </a:cubicBezTo>
                <a:cubicBezTo>
                  <a:pt x="97" y="184"/>
                  <a:pt x="117" y="160"/>
                  <a:pt x="139" y="138"/>
                </a:cubicBezTo>
                <a:cubicBezTo>
                  <a:pt x="161" y="116"/>
                  <a:pt x="184" y="96"/>
                  <a:pt x="210" y="79"/>
                </a:cubicBezTo>
                <a:cubicBezTo>
                  <a:pt x="236" y="62"/>
                  <a:pt x="263" y="47"/>
                  <a:pt x="292" y="36"/>
                </a:cubicBezTo>
                <a:cubicBezTo>
                  <a:pt x="321" y="24"/>
                  <a:pt x="350" y="15"/>
                  <a:pt x="381" y="9"/>
                </a:cubicBezTo>
                <a:cubicBezTo>
                  <a:pt x="411" y="3"/>
                  <a:pt x="442" y="0"/>
                  <a:pt x="473" y="0"/>
                </a:cubicBezTo>
                <a:cubicBezTo>
                  <a:pt x="504" y="0"/>
                  <a:pt x="535" y="3"/>
                  <a:pt x="565" y="9"/>
                </a:cubicBezTo>
                <a:cubicBezTo>
                  <a:pt x="596" y="15"/>
                  <a:pt x="625" y="24"/>
                  <a:pt x="654" y="36"/>
                </a:cubicBezTo>
                <a:cubicBezTo>
                  <a:pt x="683" y="47"/>
                  <a:pt x="711" y="62"/>
                  <a:pt x="737" y="79"/>
                </a:cubicBezTo>
                <a:cubicBezTo>
                  <a:pt x="763" y="96"/>
                  <a:pt x="787" y="116"/>
                  <a:pt x="808" y="138"/>
                </a:cubicBezTo>
                <a:cubicBezTo>
                  <a:pt x="830" y="160"/>
                  <a:pt x="850" y="184"/>
                  <a:pt x="867" y="210"/>
                </a:cubicBezTo>
                <a:cubicBezTo>
                  <a:pt x="885" y="236"/>
                  <a:pt x="899" y="264"/>
                  <a:pt x="911" y="292"/>
                </a:cubicBezTo>
                <a:cubicBezTo>
                  <a:pt x="923" y="321"/>
                  <a:pt x="932" y="351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94" name=""/>
          <p:cNvSpPr txBox="1"/>
          <p:nvPr/>
        </p:nvSpPr>
        <p:spPr>
          <a:xfrm>
            <a:off x="6852600" y="3928320"/>
            <a:ext cx="166968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実⾏結果を⾒て⾃らコードを修正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5" name=""/>
          <p:cNvSpPr txBox="1"/>
          <p:nvPr/>
        </p:nvSpPr>
        <p:spPr>
          <a:xfrm>
            <a:off x="6407640" y="4633920"/>
            <a:ext cx="255600" cy="11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7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Agent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6852600" y="4514040"/>
            <a:ext cx="230112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commit → push → </a:t>
            </a:r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ドキュメント化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7" name=""/>
          <p:cNvSpPr/>
          <p:nvPr/>
        </p:nvSpPr>
        <p:spPr>
          <a:xfrm>
            <a:off x="6122160" y="2287800"/>
            <a:ext cx="108720" cy="2395800"/>
          </a:xfrm>
          <a:custGeom>
            <a:avLst/>
            <a:gdLst/>
            <a:ahLst/>
            <a:rect l="0" t="0" r="r" b="b"/>
            <a:pathLst>
              <a:path fill="none" w="302" h="6655">
                <a:moveTo>
                  <a:pt x="302" y="6655"/>
                </a:moveTo>
                <a:cubicBezTo>
                  <a:pt x="-101" y="6655"/>
                  <a:pt x="-101" y="0"/>
                  <a:pt x="302" y="0"/>
                </a:cubicBezTo>
              </a:path>
            </a:pathLst>
          </a:custGeom>
          <a:ln w="19440">
            <a:solidFill>
              <a:srgbClr val="2563EB"/>
            </a:solidFill>
            <a:miter/>
          </a:ln>
        </p:spPr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8" name=""/>
          <p:cNvSpPr/>
          <p:nvPr/>
        </p:nvSpPr>
        <p:spPr>
          <a:xfrm>
            <a:off x="6132240" y="2189520"/>
            <a:ext cx="196560" cy="196920"/>
          </a:xfrm>
          <a:custGeom>
            <a:avLst/>
            <a:gdLst/>
            <a:ahLst/>
            <a:rect l="0" t="0" r="r" b="b"/>
            <a:pathLst>
              <a:path w="546" h="547">
                <a:moveTo>
                  <a:pt x="0" y="0"/>
                </a:moveTo>
                <a:lnTo>
                  <a:pt x="546" y="274"/>
                </a:lnTo>
                <a:lnTo>
                  <a:pt x="0" y="547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6852600" y="4726800"/>
            <a:ext cx="166968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⼀連の流れを⼈の介在少なく反復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0" name=""/>
          <p:cNvSpPr/>
          <p:nvPr/>
        </p:nvSpPr>
        <p:spPr>
          <a:xfrm>
            <a:off x="6230520" y="5193720"/>
            <a:ext cx="4322160" cy="524160"/>
          </a:xfrm>
          <a:custGeom>
            <a:avLst/>
            <a:gdLst/>
            <a:ahLst/>
            <a:rect l="0" t="0" r="r" b="b"/>
            <a:pathLst>
              <a:path w="12006" h="1456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2"/>
                  <a:pt x="11860" y="4"/>
                </a:cubicBezTo>
                <a:cubicBezTo>
                  <a:pt x="11871" y="6"/>
                  <a:pt x="11883" y="10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8"/>
                  <a:pt x="11944" y="45"/>
                  <a:pt x="11953" y="54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2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274"/>
                </a:lnTo>
                <a:cubicBezTo>
                  <a:pt x="12006" y="1286"/>
                  <a:pt x="12005" y="1298"/>
                  <a:pt x="12003" y="1310"/>
                </a:cubicBezTo>
                <a:cubicBezTo>
                  <a:pt x="12000" y="1321"/>
                  <a:pt x="11997" y="1333"/>
                  <a:pt x="11992" y="1344"/>
                </a:cubicBezTo>
                <a:cubicBezTo>
                  <a:pt x="11988" y="1355"/>
                  <a:pt x="11982" y="1365"/>
                  <a:pt x="11975" y="1375"/>
                </a:cubicBezTo>
                <a:cubicBezTo>
                  <a:pt x="11969" y="1385"/>
                  <a:pt x="11961" y="1394"/>
                  <a:pt x="11953" y="1403"/>
                </a:cubicBezTo>
                <a:cubicBezTo>
                  <a:pt x="11944" y="1411"/>
                  <a:pt x="11935" y="1419"/>
                  <a:pt x="11925" y="1425"/>
                </a:cubicBezTo>
                <a:cubicBezTo>
                  <a:pt x="11915" y="1432"/>
                  <a:pt x="11905" y="1438"/>
                  <a:pt x="11894" y="1442"/>
                </a:cubicBezTo>
                <a:cubicBezTo>
                  <a:pt x="11883" y="1447"/>
                  <a:pt x="11871" y="1450"/>
                  <a:pt x="11860" y="1452"/>
                </a:cubicBezTo>
                <a:cubicBezTo>
                  <a:pt x="11848" y="1455"/>
                  <a:pt x="11836" y="1456"/>
                  <a:pt x="11824" y="1456"/>
                </a:cubicBezTo>
                <a:lnTo>
                  <a:pt x="181" y="1456"/>
                </a:lnTo>
                <a:cubicBezTo>
                  <a:pt x="170" y="1456"/>
                  <a:pt x="158" y="1455"/>
                  <a:pt x="146" y="1452"/>
                </a:cubicBezTo>
                <a:cubicBezTo>
                  <a:pt x="134" y="1450"/>
                  <a:pt x="123" y="1447"/>
                  <a:pt x="112" y="1442"/>
                </a:cubicBezTo>
                <a:cubicBezTo>
                  <a:pt x="101" y="1438"/>
                  <a:pt x="90" y="1432"/>
                  <a:pt x="80" y="1425"/>
                </a:cubicBezTo>
                <a:cubicBezTo>
                  <a:pt x="70" y="1419"/>
                  <a:pt x="61" y="1411"/>
                  <a:pt x="53" y="1403"/>
                </a:cubicBezTo>
                <a:cubicBezTo>
                  <a:pt x="44" y="1394"/>
                  <a:pt x="37" y="1385"/>
                  <a:pt x="30" y="1375"/>
                </a:cubicBezTo>
                <a:cubicBezTo>
                  <a:pt x="24" y="1365"/>
                  <a:pt x="18" y="1355"/>
                  <a:pt x="13" y="1344"/>
                </a:cubicBezTo>
                <a:cubicBezTo>
                  <a:pt x="9" y="1333"/>
                  <a:pt x="5" y="1321"/>
                  <a:pt x="3" y="1310"/>
                </a:cubicBezTo>
                <a:cubicBezTo>
                  <a:pt x="1" y="1298"/>
                  <a:pt x="0" y="1286"/>
                  <a:pt x="0" y="1274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2"/>
                  <a:pt x="24" y="91"/>
                  <a:pt x="30" y="81"/>
                </a:cubicBezTo>
                <a:cubicBezTo>
                  <a:pt x="37" y="71"/>
                  <a:pt x="44" y="62"/>
                  <a:pt x="53" y="54"/>
                </a:cubicBezTo>
                <a:cubicBezTo>
                  <a:pt x="61" y="45"/>
                  <a:pt x="70" y="38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8" y="2"/>
                  <a:pt x="170" y="0"/>
                  <a:pt x="181" y="0"/>
                </a:cubicBezTo>
                <a:close/>
              </a:path>
            </a:pathLst>
          </a:custGeom>
          <a:solidFill>
            <a:srgbClr val="1E3A8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01" name=""/>
          <p:cNvSpPr txBox="1"/>
          <p:nvPr/>
        </p:nvSpPr>
        <p:spPr>
          <a:xfrm rot="5400000">
            <a:off x="5361120" y="3475080"/>
            <a:ext cx="1268640" cy="9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77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エージェントが⾃律的に反復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2" name=""/>
          <p:cNvSpPr txBox="1"/>
          <p:nvPr/>
        </p:nvSpPr>
        <p:spPr>
          <a:xfrm>
            <a:off x="7520760" y="5323680"/>
            <a:ext cx="175032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98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⼈の介在を最⼩化し⾼速に反復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3" name=""/>
          <p:cNvSpPr txBox="1"/>
          <p:nvPr/>
        </p:nvSpPr>
        <p:spPr>
          <a:xfrm>
            <a:off x="7482600" y="5511600"/>
            <a:ext cx="1800000" cy="11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20" b="0" u="none" strike="noStrike">
                <a:solidFill>
                  <a:srgbClr val="DBEAFE"/>
                </a:solidFill>
                <a:effectLst/>
                <a:uFillTx/>
                <a:latin typeface="HiraginoSans-W4"/>
                <a:ea typeface="HiraginoSans-W4"/>
              </a:rPr>
              <a:t>半年間で</a:t>
            </a:r>
            <a:r>
              <a:rPr lang="en-US" sz="820" b="0" u="none" strike="noStrike">
                <a:solidFill>
                  <a:srgbClr val="DBEAFE"/>
                </a:solidFill>
                <a:effectLst/>
                <a:uFillTx/>
                <a:latin typeface="HiraginoSans-W4"/>
                <a:ea typeface="HiraginoSans-W4"/>
              </a:rPr>
              <a:t>34</a:t>
            </a:r>
            <a:r>
              <a:rPr lang="ja-JP" sz="820" b="0" u="none" strike="noStrike">
                <a:solidFill>
                  <a:srgbClr val="DBEAFE"/>
                </a:solidFill>
                <a:effectLst/>
                <a:uFillTx/>
                <a:latin typeface="HiraginoSans-W4"/>
                <a:ea typeface="HiraginoSans-W4"/>
              </a:rPr>
              <a:t>件のリポジトリを継続開発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4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4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8" name=""/>
          <p:cNvSpPr/>
          <p:nvPr/>
        </p:nvSpPr>
        <p:spPr>
          <a:xfrm>
            <a:off x="533160" y="231444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09" name=""/>
          <p:cNvSpPr/>
          <p:nvPr/>
        </p:nvSpPr>
        <p:spPr>
          <a:xfrm>
            <a:off x="552240" y="4628880"/>
            <a:ext cx="11106360" cy="467280"/>
          </a:xfrm>
          <a:custGeom>
            <a:avLst/>
            <a:gdLst/>
            <a:ahLst/>
            <a:rect l="0" t="0" r="r" b="b"/>
            <a:pathLst>
              <a:path w="30851" h="1298">
                <a:moveTo>
                  <a:pt x="0" y="1298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3"/>
                  <a:pt x="30786" y="8"/>
                </a:cubicBezTo>
                <a:cubicBezTo>
                  <a:pt x="30799" y="14"/>
                  <a:pt x="30811" y="21"/>
                  <a:pt x="30820" y="31"/>
                </a:cubicBezTo>
                <a:cubicBezTo>
                  <a:pt x="30830" y="41"/>
                  <a:pt x="30838" y="53"/>
                  <a:pt x="30843" y="66"/>
                </a:cubicBezTo>
                <a:cubicBezTo>
                  <a:pt x="30849" y="79"/>
                  <a:pt x="30851" y="92"/>
                  <a:pt x="30851" y="106"/>
                </a:cubicBezTo>
                <a:lnTo>
                  <a:pt x="30851" y="1192"/>
                </a:lnTo>
                <a:cubicBezTo>
                  <a:pt x="30851" y="1206"/>
                  <a:pt x="30849" y="1219"/>
                  <a:pt x="30843" y="1232"/>
                </a:cubicBezTo>
                <a:cubicBezTo>
                  <a:pt x="30838" y="1245"/>
                  <a:pt x="30830" y="1257"/>
                  <a:pt x="30820" y="1267"/>
                </a:cubicBezTo>
                <a:cubicBezTo>
                  <a:pt x="30811" y="1277"/>
                  <a:pt x="30799" y="1284"/>
                  <a:pt x="30786" y="1290"/>
                </a:cubicBezTo>
                <a:cubicBezTo>
                  <a:pt x="30773" y="1295"/>
                  <a:pt x="30760" y="1298"/>
                  <a:pt x="30746" y="1298"/>
                </a:cubicBezTo>
                <a:lnTo>
                  <a:pt x="0" y="1298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0" name=""/>
          <p:cNvSpPr/>
          <p:nvPr/>
        </p:nvSpPr>
        <p:spPr>
          <a:xfrm>
            <a:off x="533160" y="4628880"/>
            <a:ext cx="38520" cy="467280"/>
          </a:xfrm>
          <a:custGeom>
            <a:avLst/>
            <a:gdLst/>
            <a:ahLst/>
            <a:rect l="0" t="0" r="r" b="b"/>
            <a:pathLst>
              <a:path w="107" h="1298">
                <a:moveTo>
                  <a:pt x="0" y="0"/>
                </a:moveTo>
                <a:lnTo>
                  <a:pt x="107" y="0"/>
                </a:lnTo>
                <a:lnTo>
                  <a:pt x="107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11" name=""/>
          <p:cNvSpPr txBox="1"/>
          <p:nvPr/>
        </p:nvSpPr>
        <p:spPr>
          <a:xfrm>
            <a:off x="533520" y="1780560"/>
            <a:ext cx="3805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2" name=""/>
          <p:cNvSpPr/>
          <p:nvPr/>
        </p:nvSpPr>
        <p:spPr>
          <a:xfrm>
            <a:off x="618840" y="272412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79"/>
                </a:moveTo>
                <a:cubicBezTo>
                  <a:pt x="160" y="89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89"/>
                  <a:pt x="0" y="79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13" name=""/>
          <p:cNvSpPr txBox="1"/>
          <p:nvPr/>
        </p:nvSpPr>
        <p:spPr>
          <a:xfrm>
            <a:off x="906840" y="1798200"/>
            <a:ext cx="9144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へサンプルアプリを読ませて開発（応⽤、⾼機能化）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4" name=""/>
          <p:cNvSpPr txBox="1"/>
          <p:nvPr/>
        </p:nvSpPr>
        <p:spPr>
          <a:xfrm>
            <a:off x="799920" y="2628360"/>
            <a:ext cx="5616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WXBC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5" name=""/>
          <p:cNvSpPr txBox="1"/>
          <p:nvPr/>
        </p:nvSpPr>
        <p:spPr>
          <a:xfrm>
            <a:off x="1360800" y="263736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「気象データ分析チャレンジ」にて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6" name=""/>
          <p:cNvSpPr txBox="1"/>
          <p:nvPr/>
        </p:nvSpPr>
        <p:spPr>
          <a:xfrm>
            <a:off x="4397400" y="2628360"/>
            <a:ext cx="653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Python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7" name=""/>
          <p:cNvSpPr/>
          <p:nvPr/>
        </p:nvSpPr>
        <p:spPr>
          <a:xfrm>
            <a:off x="618840" y="311436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0"/>
                </a:cubicBezTo>
                <a:cubicBezTo>
                  <a:pt x="2" y="100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18" name=""/>
          <p:cNvSpPr txBox="1"/>
          <p:nvPr/>
        </p:nvSpPr>
        <p:spPr>
          <a:xfrm>
            <a:off x="5050440" y="2637360"/>
            <a:ext cx="4191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・気象データの取り扱い・機械学習の基礎を習得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9" name=""/>
          <p:cNvSpPr txBox="1"/>
          <p:nvPr/>
        </p:nvSpPr>
        <p:spPr>
          <a:xfrm>
            <a:off x="799920" y="302796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同講座を通じて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0" name=""/>
          <p:cNvSpPr txBox="1"/>
          <p:nvPr/>
        </p:nvSpPr>
        <p:spPr>
          <a:xfrm>
            <a:off x="2133720" y="30189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**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1" name=""/>
          <p:cNvSpPr txBox="1"/>
          <p:nvPr/>
        </p:nvSpPr>
        <p:spPr>
          <a:xfrm>
            <a:off x="2267640" y="302796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農研機構メッシュ農業気象データ（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2" name=""/>
          <p:cNvSpPr txBox="1"/>
          <p:nvPr/>
        </p:nvSpPr>
        <p:spPr>
          <a:xfrm>
            <a:off x="5315760" y="3018960"/>
            <a:ext cx="424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AMD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3" name=""/>
          <p:cNvSpPr txBox="1"/>
          <p:nvPr/>
        </p:nvSpPr>
        <p:spPr>
          <a:xfrm>
            <a:off x="5739120" y="302796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4" name=""/>
          <p:cNvSpPr txBox="1"/>
          <p:nvPr/>
        </p:nvSpPr>
        <p:spPr>
          <a:xfrm>
            <a:off x="5929560" y="30189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**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5" name=""/>
          <p:cNvSpPr/>
          <p:nvPr/>
        </p:nvSpPr>
        <p:spPr>
          <a:xfrm>
            <a:off x="618840" y="350496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20"/>
                  <a:pt x="144" y="128"/>
                  <a:pt x="137" y="136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6"/>
                </a:cubicBezTo>
                <a:cubicBezTo>
                  <a:pt x="16" y="128"/>
                  <a:pt x="10" y="120"/>
                  <a:pt x="6" y="110"/>
                </a:cubicBezTo>
                <a:cubicBezTo>
                  <a:pt x="2" y="100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26" name=""/>
          <p:cNvSpPr txBox="1"/>
          <p:nvPr/>
        </p:nvSpPr>
        <p:spPr>
          <a:xfrm>
            <a:off x="6063840" y="302796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の存在を確認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7" name=""/>
          <p:cNvSpPr txBox="1"/>
          <p:nvPr/>
        </p:nvSpPr>
        <p:spPr>
          <a:xfrm>
            <a:off x="799920" y="341856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⿊良⽒の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8" name=""/>
          <p:cNvSpPr txBox="1"/>
          <p:nvPr/>
        </p:nvSpPr>
        <p:spPr>
          <a:xfrm>
            <a:off x="1562040" y="3409560"/>
            <a:ext cx="5158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Note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2077200" y="3418560"/>
            <a:ext cx="1524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連載記事を参考に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0" name=""/>
          <p:cNvSpPr txBox="1"/>
          <p:nvPr/>
        </p:nvSpPr>
        <p:spPr>
          <a:xfrm>
            <a:off x="3601080" y="3409560"/>
            <a:ext cx="6674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GRIB2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1" name=""/>
          <p:cNvSpPr/>
          <p:nvPr/>
        </p:nvSpPr>
        <p:spPr>
          <a:xfrm>
            <a:off x="618840" y="389556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2"/>
                  <a:pt x="24" y="24"/>
                </a:cubicBezTo>
                <a:cubicBezTo>
                  <a:pt x="31" y="17"/>
                  <a:pt x="40" y="11"/>
                  <a:pt x="49" y="7"/>
                </a:cubicBezTo>
                <a:cubicBezTo>
                  <a:pt x="59" y="3"/>
                  <a:pt x="69" y="0"/>
                  <a:pt x="80" y="0"/>
                </a:cubicBezTo>
                <a:cubicBezTo>
                  <a:pt x="90" y="0"/>
                  <a:pt x="101" y="3"/>
                  <a:pt x="111" y="7"/>
                </a:cubicBezTo>
                <a:cubicBezTo>
                  <a:pt x="121" y="11"/>
                  <a:pt x="129" y="17"/>
                  <a:pt x="137" y="24"/>
                </a:cubicBezTo>
                <a:cubicBezTo>
                  <a:pt x="144" y="32"/>
                  <a:pt x="150" y="40"/>
                  <a:pt x="154" y="50"/>
                </a:cubicBezTo>
                <a:cubicBezTo>
                  <a:pt x="158" y="60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32" name=""/>
          <p:cNvSpPr txBox="1"/>
          <p:nvPr/>
        </p:nvSpPr>
        <p:spPr>
          <a:xfrm>
            <a:off x="4267800" y="3418560"/>
            <a:ext cx="4572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データの読み込み処理と天気図作成スクリプトを実装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799920" y="380916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気象台職員の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4" name=""/>
          <p:cNvSpPr txBox="1"/>
          <p:nvPr/>
        </p:nvSpPr>
        <p:spPr>
          <a:xfrm>
            <a:off x="1942920" y="3800160"/>
            <a:ext cx="3603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web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2302920" y="3809160"/>
            <a:ext cx="1524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アプリのコード（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3826800" y="3800160"/>
            <a:ext cx="8190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javascript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7" name=""/>
          <p:cNvSpPr txBox="1"/>
          <p:nvPr/>
        </p:nvSpPr>
        <p:spPr>
          <a:xfrm>
            <a:off x="4645080" y="380916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8" name=""/>
          <p:cNvSpPr txBox="1"/>
          <p:nvPr/>
        </p:nvSpPr>
        <p:spPr>
          <a:xfrm>
            <a:off x="5026320" y="38001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9" name=""/>
          <p:cNvSpPr txBox="1"/>
          <p:nvPr/>
        </p:nvSpPr>
        <p:spPr>
          <a:xfrm>
            <a:off x="5198760" y="380916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に読ませて、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0" name=""/>
          <p:cNvSpPr txBox="1"/>
          <p:nvPr/>
        </p:nvSpPr>
        <p:spPr>
          <a:xfrm>
            <a:off x="6334200" y="3800160"/>
            <a:ext cx="3603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web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1" name=""/>
          <p:cNvSpPr/>
          <p:nvPr/>
        </p:nvSpPr>
        <p:spPr>
          <a:xfrm>
            <a:off x="618840" y="428616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1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59"/>
                  <a:pt x="6" y="50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1"/>
                  <a:pt x="150" y="40"/>
                  <a:pt x="154" y="50"/>
                </a:cubicBezTo>
                <a:cubicBezTo>
                  <a:pt x="158" y="59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42" name=""/>
          <p:cNvSpPr txBox="1"/>
          <p:nvPr/>
        </p:nvSpPr>
        <p:spPr>
          <a:xfrm>
            <a:off x="6693840" y="380916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アプリを作成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3" name=""/>
          <p:cNvSpPr txBox="1"/>
          <p:nvPr/>
        </p:nvSpPr>
        <p:spPr>
          <a:xfrm>
            <a:off x="799920" y="4199400"/>
            <a:ext cx="3429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公開されている教材コードをベースに、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4" name=""/>
          <p:cNvSpPr txBox="1"/>
          <p:nvPr/>
        </p:nvSpPr>
        <p:spPr>
          <a:xfrm>
            <a:off x="4194720" y="4190760"/>
            <a:ext cx="11721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Claude Code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5" name=""/>
          <p:cNvSpPr txBox="1"/>
          <p:nvPr/>
        </p:nvSpPr>
        <p:spPr>
          <a:xfrm>
            <a:off x="5366160" y="4199400"/>
            <a:ext cx="2096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で機能追加・改修を実施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6" name=""/>
          <p:cNvSpPr txBox="1"/>
          <p:nvPr/>
        </p:nvSpPr>
        <p:spPr>
          <a:xfrm>
            <a:off x="723960" y="4760640"/>
            <a:ext cx="308376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教材・サンプルコードを⼟台として、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7" name=""/>
          <p:cNvSpPr txBox="1"/>
          <p:nvPr/>
        </p:nvSpPr>
        <p:spPr>
          <a:xfrm>
            <a:off x="3767760" y="4752000"/>
            <a:ext cx="111600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Claude Code 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8" name=""/>
          <p:cNvSpPr txBox="1"/>
          <p:nvPr/>
        </p:nvSpPr>
        <p:spPr>
          <a:xfrm>
            <a:off x="4880880" y="4760640"/>
            <a:ext cx="32652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と共に機能を拡張していく開発スタイル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9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5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DBEAF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3" name=""/>
          <p:cNvSpPr/>
          <p:nvPr/>
        </p:nvSpPr>
        <p:spPr>
          <a:xfrm>
            <a:off x="533160" y="369540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54" name=""/>
          <p:cNvSpPr txBox="1"/>
          <p:nvPr/>
        </p:nvSpPr>
        <p:spPr>
          <a:xfrm>
            <a:off x="533520" y="3179520"/>
            <a:ext cx="3429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1E3A8A"/>
                </a:solidFill>
                <a:effectLst/>
                <a:uFillTx/>
                <a:latin typeface="HiraginoSans-W7"/>
                <a:ea typeface="HiraginoSans-W7"/>
              </a:rPr>
              <a:t>開発したプロダクト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8" name=""/>
          <p:cNvSpPr/>
          <p:nvPr/>
        </p:nvSpPr>
        <p:spPr>
          <a:xfrm>
            <a:off x="533160" y="107604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59" name=""/>
          <p:cNvSpPr/>
          <p:nvPr/>
        </p:nvSpPr>
        <p:spPr>
          <a:xfrm>
            <a:off x="552240" y="5867280"/>
            <a:ext cx="11106360" cy="466920"/>
          </a:xfrm>
          <a:custGeom>
            <a:avLst/>
            <a:gdLst/>
            <a:ahLst/>
            <a:rect l="0" t="0" r="r" b="b"/>
            <a:pathLst>
              <a:path w="30851" h="1297">
                <a:moveTo>
                  <a:pt x="0" y="1297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3"/>
                  <a:pt x="30786" y="8"/>
                </a:cubicBezTo>
                <a:cubicBezTo>
                  <a:pt x="30799" y="13"/>
                  <a:pt x="30811" y="21"/>
                  <a:pt x="30820" y="31"/>
                </a:cubicBezTo>
                <a:cubicBezTo>
                  <a:pt x="30830" y="41"/>
                  <a:pt x="30838" y="52"/>
                  <a:pt x="30843" y="65"/>
                </a:cubicBezTo>
                <a:cubicBezTo>
                  <a:pt x="30849" y="78"/>
                  <a:pt x="30851" y="92"/>
                  <a:pt x="30851" y="106"/>
                </a:cubicBezTo>
                <a:lnTo>
                  <a:pt x="30851" y="1190"/>
                </a:lnTo>
                <a:cubicBezTo>
                  <a:pt x="30851" y="1205"/>
                  <a:pt x="30849" y="1219"/>
                  <a:pt x="30843" y="1232"/>
                </a:cubicBezTo>
                <a:cubicBezTo>
                  <a:pt x="30838" y="1245"/>
                  <a:pt x="30830" y="1256"/>
                  <a:pt x="30820" y="1266"/>
                </a:cubicBezTo>
                <a:cubicBezTo>
                  <a:pt x="30811" y="1276"/>
                  <a:pt x="30799" y="1284"/>
                  <a:pt x="30786" y="1289"/>
                </a:cubicBezTo>
                <a:cubicBezTo>
                  <a:pt x="30773" y="1295"/>
                  <a:pt x="30760" y="1297"/>
                  <a:pt x="30746" y="1297"/>
                </a:cubicBezTo>
                <a:lnTo>
                  <a:pt x="0" y="1297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0" name=""/>
          <p:cNvSpPr/>
          <p:nvPr/>
        </p:nvSpPr>
        <p:spPr>
          <a:xfrm>
            <a:off x="533160" y="5867280"/>
            <a:ext cx="38520" cy="466920"/>
          </a:xfrm>
          <a:custGeom>
            <a:avLst/>
            <a:gdLst/>
            <a:ahLst/>
            <a:rect l="0" t="0" r="r" b="b"/>
            <a:pathLst>
              <a:path w="107" h="1297">
                <a:moveTo>
                  <a:pt x="0" y="0"/>
                </a:moveTo>
                <a:lnTo>
                  <a:pt x="107" y="0"/>
                </a:lnTo>
                <a:lnTo>
                  <a:pt x="10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61" name=""/>
          <p:cNvSpPr txBox="1"/>
          <p:nvPr/>
        </p:nvSpPr>
        <p:spPr>
          <a:xfrm>
            <a:off x="533520" y="542160"/>
            <a:ext cx="3805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5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2" name=""/>
          <p:cNvSpPr txBox="1"/>
          <p:nvPr/>
        </p:nvSpPr>
        <p:spPr>
          <a:xfrm>
            <a:off x="745200" y="560160"/>
            <a:ext cx="5715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気象モデルによる進路予測の⽐較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3" name=""/>
          <p:cNvSpPr txBox="1"/>
          <p:nvPr/>
        </p:nvSpPr>
        <p:spPr>
          <a:xfrm>
            <a:off x="533520" y="1361520"/>
            <a:ext cx="4345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GSM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4" name=""/>
          <p:cNvSpPr txBox="1"/>
          <p:nvPr/>
        </p:nvSpPr>
        <p:spPr>
          <a:xfrm>
            <a:off x="967320" y="137052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（気象庁）・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5" name=""/>
          <p:cNvSpPr txBox="1"/>
          <p:nvPr/>
        </p:nvSpPr>
        <p:spPr>
          <a:xfrm>
            <a:off x="2015280" y="1361520"/>
            <a:ext cx="7063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ECMWF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6" name=""/>
          <p:cNvSpPr txBox="1"/>
          <p:nvPr/>
        </p:nvSpPr>
        <p:spPr>
          <a:xfrm>
            <a:off x="2720880" y="1370520"/>
            <a:ext cx="2477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（欧州中期予報センター）・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7" name=""/>
          <p:cNvSpPr txBox="1"/>
          <p:nvPr/>
        </p:nvSpPr>
        <p:spPr>
          <a:xfrm>
            <a:off x="5101920" y="1361520"/>
            <a:ext cx="3780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GFS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8" name=""/>
          <p:cNvSpPr txBox="1"/>
          <p:nvPr/>
        </p:nvSpPr>
        <p:spPr>
          <a:xfrm>
            <a:off x="5479200" y="137052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（⽶国）・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9" name=""/>
          <p:cNvSpPr txBox="1"/>
          <p:nvPr/>
        </p:nvSpPr>
        <p:spPr>
          <a:xfrm>
            <a:off x="6336720" y="1361520"/>
            <a:ext cx="4064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AIFS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0" name=""/>
          <p:cNvSpPr txBox="1"/>
          <p:nvPr/>
        </p:nvSpPr>
        <p:spPr>
          <a:xfrm>
            <a:off x="6742080" y="13705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1" name=""/>
          <p:cNvSpPr txBox="1"/>
          <p:nvPr/>
        </p:nvSpPr>
        <p:spPr>
          <a:xfrm>
            <a:off x="6932520" y="1361520"/>
            <a:ext cx="8578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AIFS-ENS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2" name=""/>
          <p:cNvSpPr txBox="1"/>
          <p:nvPr/>
        </p:nvSpPr>
        <p:spPr>
          <a:xfrm>
            <a:off x="7789680" y="13705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3" name=""/>
          <p:cNvSpPr txBox="1"/>
          <p:nvPr/>
        </p:nvSpPr>
        <p:spPr>
          <a:xfrm>
            <a:off x="7980120" y="1361520"/>
            <a:ext cx="9320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ECMWF 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4" name=""/>
          <p:cNvSpPr txBox="1"/>
          <p:nvPr/>
        </p:nvSpPr>
        <p:spPr>
          <a:xfrm>
            <a:off x="8911440" y="1370520"/>
            <a:ext cx="2667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予測）による地上気圧予報を並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5" name=""/>
          <p:cNvSpPr txBox="1"/>
          <p:nvPr/>
        </p:nvSpPr>
        <p:spPr>
          <a:xfrm>
            <a:off x="533520" y="165636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列表⽰。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6" name=""/>
          <p:cNvSpPr txBox="1"/>
          <p:nvPr/>
        </p:nvSpPr>
        <p:spPr>
          <a:xfrm>
            <a:off x="533520" y="194220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7" name=""/>
          <p:cNvSpPr txBox="1"/>
          <p:nvPr/>
        </p:nvSpPr>
        <p:spPr>
          <a:xfrm>
            <a:off x="723960" y="1933200"/>
            <a:ext cx="8632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FT=132h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8" name=""/>
          <p:cNvSpPr txBox="1"/>
          <p:nvPr/>
        </p:nvSpPr>
        <p:spPr>
          <a:xfrm>
            <a:off x="1586520" y="1942200"/>
            <a:ext cx="572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予報（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9" name=""/>
          <p:cNvSpPr txBox="1"/>
          <p:nvPr/>
        </p:nvSpPr>
        <p:spPr>
          <a:xfrm>
            <a:off x="2157840" y="1933200"/>
            <a:ext cx="5407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7/10 9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0" name=""/>
          <p:cNvSpPr txBox="1"/>
          <p:nvPr/>
        </p:nvSpPr>
        <p:spPr>
          <a:xfrm>
            <a:off x="2698200" y="194220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1" name=""/>
          <p:cNvSpPr txBox="1"/>
          <p:nvPr/>
        </p:nvSpPr>
        <p:spPr>
          <a:xfrm>
            <a:off x="2888640" y="1933200"/>
            <a:ext cx="3322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JST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282" name=""/>
          <p:cNvPicPr/>
          <p:nvPr/>
        </p:nvPicPr>
        <p:blipFill>
          <a:blip r:embed="rId1"/>
          <a:stretch/>
        </p:blipFill>
        <p:spPr>
          <a:xfrm>
            <a:off x="619200" y="2343240"/>
            <a:ext cx="10953360" cy="3295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3" name=""/>
          <p:cNvSpPr txBox="1"/>
          <p:nvPr/>
        </p:nvSpPr>
        <p:spPr>
          <a:xfrm>
            <a:off x="3220200" y="194220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時点）。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4" name=""/>
          <p:cNvSpPr txBox="1"/>
          <p:nvPr/>
        </p:nvSpPr>
        <p:spPr>
          <a:xfrm>
            <a:off x="723960" y="5990400"/>
            <a:ext cx="46440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GSM 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5" name=""/>
          <p:cNvSpPr txBox="1"/>
          <p:nvPr/>
        </p:nvSpPr>
        <p:spPr>
          <a:xfrm>
            <a:off x="1186560" y="5999040"/>
            <a:ext cx="54468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を含む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6" name=""/>
          <p:cNvSpPr txBox="1"/>
          <p:nvPr/>
        </p:nvSpPr>
        <p:spPr>
          <a:xfrm>
            <a:off x="1729440" y="5990400"/>
            <a:ext cx="18072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5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7" name=""/>
          <p:cNvSpPr txBox="1"/>
          <p:nvPr/>
        </p:nvSpPr>
        <p:spPr>
          <a:xfrm>
            <a:off x="1829880" y="5999040"/>
            <a:ext cx="54414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モデル⽐較表⽰は独⾃開発。台⾵接近時の進路確認に活⽤している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8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7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2" name=""/>
          <p:cNvSpPr/>
          <p:nvPr/>
        </p:nvSpPr>
        <p:spPr>
          <a:xfrm>
            <a:off x="533160" y="118080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93" name=""/>
          <p:cNvSpPr/>
          <p:nvPr/>
        </p:nvSpPr>
        <p:spPr>
          <a:xfrm>
            <a:off x="618840" y="159048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1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94" name=""/>
          <p:cNvSpPr txBox="1"/>
          <p:nvPr/>
        </p:nvSpPr>
        <p:spPr>
          <a:xfrm>
            <a:off x="533520" y="664920"/>
            <a:ext cx="6096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気象レーダー・衛星画像表⽰アプリ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5" name=""/>
          <p:cNvSpPr txBox="1"/>
          <p:nvPr/>
        </p:nvSpPr>
        <p:spPr>
          <a:xfrm>
            <a:off x="799920" y="150408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気象情報表⽰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6" name=""/>
          <p:cNvSpPr txBox="1"/>
          <p:nvPr/>
        </p:nvSpPr>
        <p:spPr>
          <a:xfrm>
            <a:off x="1942920" y="1495080"/>
            <a:ext cx="3603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web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7" name=""/>
          <p:cNvSpPr txBox="1"/>
          <p:nvPr/>
        </p:nvSpPr>
        <p:spPr>
          <a:xfrm>
            <a:off x="2302920" y="1504080"/>
            <a:ext cx="1524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アプリのコードを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8" name=""/>
          <p:cNvSpPr txBox="1"/>
          <p:nvPr/>
        </p:nvSpPr>
        <p:spPr>
          <a:xfrm>
            <a:off x="3826800" y="1495080"/>
            <a:ext cx="1225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Claude Code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9" name=""/>
          <p:cNvSpPr txBox="1"/>
          <p:nvPr/>
        </p:nvSpPr>
        <p:spPr>
          <a:xfrm>
            <a:off x="5051160" y="150408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に読み込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0" name=""/>
          <p:cNvSpPr/>
          <p:nvPr/>
        </p:nvSpPr>
        <p:spPr>
          <a:xfrm>
            <a:off x="618840" y="232380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0"/>
                  <a:pt x="158" y="100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0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01" name=""/>
          <p:cNvSpPr txBox="1"/>
          <p:nvPr/>
        </p:nvSpPr>
        <p:spPr>
          <a:xfrm>
            <a:off x="799920" y="1846800"/>
            <a:ext cx="4382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ませ、機能単位に分割したサンプルアプリ集を作成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2" name=""/>
          <p:cNvSpPr txBox="1"/>
          <p:nvPr/>
        </p:nvSpPr>
        <p:spPr>
          <a:xfrm>
            <a:off x="799920" y="2237400"/>
            <a:ext cx="1524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単機能のコードを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3" name=""/>
          <p:cNvSpPr txBox="1"/>
          <p:nvPr/>
        </p:nvSpPr>
        <p:spPr>
          <a:xfrm>
            <a:off x="2324160" y="222840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4" name=""/>
          <p:cNvSpPr txBox="1"/>
          <p:nvPr/>
        </p:nvSpPr>
        <p:spPr>
          <a:xfrm>
            <a:off x="2496960" y="2237400"/>
            <a:ext cx="3239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に読ませて、簡単なアプリを作成し、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5" name=""/>
          <p:cNvSpPr txBox="1"/>
          <p:nvPr/>
        </p:nvSpPr>
        <p:spPr>
          <a:xfrm>
            <a:off x="5727600" y="222840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6" name=""/>
          <p:cNvSpPr/>
          <p:nvPr/>
        </p:nvSpPr>
        <p:spPr>
          <a:xfrm>
            <a:off x="618840" y="305748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79"/>
                </a:moveTo>
                <a:cubicBezTo>
                  <a:pt x="160" y="90"/>
                  <a:pt x="158" y="100"/>
                  <a:pt x="154" y="109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09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07" name=""/>
          <p:cNvSpPr txBox="1"/>
          <p:nvPr/>
        </p:nvSpPr>
        <p:spPr>
          <a:xfrm>
            <a:off x="799920" y="258048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で機能を追加したりバグ取りを⾏う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8" name=""/>
          <p:cNvSpPr txBox="1"/>
          <p:nvPr/>
        </p:nvSpPr>
        <p:spPr>
          <a:xfrm>
            <a:off x="799920" y="2961720"/>
            <a:ext cx="4453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Web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9" name=""/>
          <p:cNvSpPr txBox="1"/>
          <p:nvPr/>
        </p:nvSpPr>
        <p:spPr>
          <a:xfrm>
            <a:off x="1233720" y="297072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0" name=""/>
          <p:cNvSpPr txBox="1"/>
          <p:nvPr/>
        </p:nvSpPr>
        <p:spPr>
          <a:xfrm>
            <a:off x="1995840" y="2961720"/>
            <a:ext cx="3643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iOS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1" name=""/>
          <p:cNvSpPr txBox="1"/>
          <p:nvPr/>
        </p:nvSpPr>
        <p:spPr>
          <a:xfrm>
            <a:off x="2359440" y="297072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2" name=""/>
          <p:cNvSpPr txBox="1"/>
          <p:nvPr/>
        </p:nvSpPr>
        <p:spPr>
          <a:xfrm>
            <a:off x="3121200" y="2961720"/>
            <a:ext cx="7239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Android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3" name=""/>
          <p:cNvSpPr txBox="1"/>
          <p:nvPr/>
        </p:nvSpPr>
        <p:spPr>
          <a:xfrm>
            <a:off x="3841200" y="2970720"/>
            <a:ext cx="1524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アプリを同時実装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4" name=""/>
          <p:cNvSpPr txBox="1"/>
          <p:nvPr/>
        </p:nvSpPr>
        <p:spPr>
          <a:xfrm>
            <a:off x="799920" y="331380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5" name=""/>
          <p:cNvSpPr txBox="1"/>
          <p:nvPr/>
        </p:nvSpPr>
        <p:spPr>
          <a:xfrm>
            <a:off x="990720" y="3304800"/>
            <a:ext cx="7448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Expo Go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6" name=""/>
          <p:cNvSpPr txBox="1"/>
          <p:nvPr/>
        </p:nvSpPr>
        <p:spPr>
          <a:xfrm>
            <a:off x="1734840" y="331380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を利⽤、現時点では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7" name=""/>
          <p:cNvSpPr txBox="1"/>
          <p:nvPr/>
        </p:nvSpPr>
        <p:spPr>
          <a:xfrm>
            <a:off x="3449520" y="3304800"/>
            <a:ext cx="3603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web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8" name=""/>
          <p:cNvSpPr/>
          <p:nvPr/>
        </p:nvSpPr>
        <p:spPr>
          <a:xfrm>
            <a:off x="618840" y="379080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19"/>
                  <a:pt x="144" y="128"/>
                  <a:pt x="137" y="136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6"/>
                </a:cubicBezTo>
                <a:cubicBezTo>
                  <a:pt x="16" y="128"/>
                  <a:pt x="10" y="119"/>
                  <a:pt x="6" y="110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19" name=""/>
          <p:cNvSpPr txBox="1"/>
          <p:nvPr/>
        </p:nvSpPr>
        <p:spPr>
          <a:xfrm>
            <a:off x="3809160" y="3313800"/>
            <a:ext cx="1524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アプリのみ公開）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0" name=""/>
          <p:cNvSpPr txBox="1"/>
          <p:nvPr/>
        </p:nvSpPr>
        <p:spPr>
          <a:xfrm>
            <a:off x="799920" y="370440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既存の実装を参考に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1" name=""/>
          <p:cNvSpPr txBox="1"/>
          <p:nvPr/>
        </p:nvSpPr>
        <p:spPr>
          <a:xfrm>
            <a:off x="2514600" y="3695400"/>
            <a:ext cx="2793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AI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2" name=""/>
          <p:cNvSpPr txBox="1"/>
          <p:nvPr/>
        </p:nvSpPr>
        <p:spPr>
          <a:xfrm>
            <a:off x="2793240" y="370440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で機能を移植・改修する開発⼿法を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3" name=""/>
          <p:cNvSpPr txBox="1"/>
          <p:nvPr/>
        </p:nvSpPr>
        <p:spPr>
          <a:xfrm>
            <a:off x="799920" y="404712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採⽤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4" name=""/>
          <p:cNvSpPr txBox="1"/>
          <p:nvPr/>
        </p:nvSpPr>
        <p:spPr>
          <a:xfrm>
            <a:off x="533520" y="451404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公開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325" name=""/>
          <p:cNvPicPr/>
          <p:nvPr/>
        </p:nvPicPr>
        <p:blipFill>
          <a:blip r:embed="rId1"/>
          <a:stretch/>
        </p:blipFill>
        <p:spPr>
          <a:xfrm>
            <a:off x="7534440" y="1438200"/>
            <a:ext cx="2800080" cy="4571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6" name=""/>
          <p:cNvSpPr txBox="1"/>
          <p:nvPr/>
        </p:nvSpPr>
        <p:spPr>
          <a:xfrm>
            <a:off x="914400" y="4505040"/>
            <a:ext cx="50356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URL: </a:t>
            </a:r>
            <a:r>
              <a:rPr lang="en-US" sz="1500" b="0" u="none" strike="noStrike">
                <a:solidFill>
                  <a:srgbClr val="0969DA"/>
                </a:solidFill>
                <a:effectLst/>
                <a:uFillTx/>
                <a:latin typeface="HelveticaNeue"/>
                <a:ea typeface="HelveticaNeue"/>
              </a:rPr>
              <a:t>https://masauehr.github.io/iphone-weather-app/radar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7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8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1" name=""/>
          <p:cNvSpPr/>
          <p:nvPr/>
        </p:nvSpPr>
        <p:spPr>
          <a:xfrm>
            <a:off x="533160" y="139032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32" name=""/>
          <p:cNvSpPr/>
          <p:nvPr/>
        </p:nvSpPr>
        <p:spPr>
          <a:xfrm>
            <a:off x="533160" y="5114880"/>
            <a:ext cx="11125440" cy="914760"/>
          </a:xfrm>
          <a:custGeom>
            <a:avLst/>
            <a:gdLst/>
            <a:ahLst/>
            <a:rect l="0" t="0" r="r" b="b"/>
            <a:pathLst>
              <a:path w="30904" h="2541">
                <a:moveTo>
                  <a:pt x="0" y="2382"/>
                </a:moveTo>
                <a:lnTo>
                  <a:pt x="0" y="158"/>
                </a:lnTo>
                <a:cubicBezTo>
                  <a:pt x="0" y="148"/>
                  <a:pt x="1" y="138"/>
                  <a:pt x="3" y="127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3" y="62"/>
                  <a:pt x="39" y="53"/>
                  <a:pt x="47" y="46"/>
                </a:cubicBezTo>
                <a:cubicBezTo>
                  <a:pt x="54" y="39"/>
                  <a:pt x="62" y="32"/>
                  <a:pt x="71" y="26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30746" y="0"/>
                </a:lnTo>
                <a:cubicBezTo>
                  <a:pt x="30756" y="0"/>
                  <a:pt x="30766" y="1"/>
                  <a:pt x="30777" y="3"/>
                </a:cubicBezTo>
                <a:cubicBezTo>
                  <a:pt x="30787" y="5"/>
                  <a:pt x="30797" y="8"/>
                  <a:pt x="30806" y="12"/>
                </a:cubicBezTo>
                <a:cubicBezTo>
                  <a:pt x="30816" y="16"/>
                  <a:pt x="30825" y="21"/>
                  <a:pt x="30834" y="26"/>
                </a:cubicBezTo>
                <a:cubicBezTo>
                  <a:pt x="30843" y="32"/>
                  <a:pt x="30851" y="39"/>
                  <a:pt x="30858" y="46"/>
                </a:cubicBezTo>
                <a:cubicBezTo>
                  <a:pt x="30865" y="53"/>
                  <a:pt x="30872" y="62"/>
                  <a:pt x="30878" y="70"/>
                </a:cubicBezTo>
                <a:cubicBezTo>
                  <a:pt x="30884" y="79"/>
                  <a:pt x="30888" y="88"/>
                  <a:pt x="30892" y="98"/>
                </a:cubicBezTo>
                <a:cubicBezTo>
                  <a:pt x="30896" y="107"/>
                  <a:pt x="30899" y="117"/>
                  <a:pt x="30901" y="127"/>
                </a:cubicBezTo>
                <a:cubicBezTo>
                  <a:pt x="30903" y="138"/>
                  <a:pt x="30904" y="148"/>
                  <a:pt x="30904" y="158"/>
                </a:cubicBezTo>
                <a:lnTo>
                  <a:pt x="30904" y="2382"/>
                </a:lnTo>
                <a:cubicBezTo>
                  <a:pt x="30904" y="2392"/>
                  <a:pt x="30903" y="2403"/>
                  <a:pt x="30901" y="2413"/>
                </a:cubicBezTo>
                <a:cubicBezTo>
                  <a:pt x="30899" y="2423"/>
                  <a:pt x="30896" y="2433"/>
                  <a:pt x="30892" y="2443"/>
                </a:cubicBezTo>
                <a:cubicBezTo>
                  <a:pt x="30888" y="2452"/>
                  <a:pt x="30884" y="2461"/>
                  <a:pt x="30878" y="2470"/>
                </a:cubicBezTo>
                <a:cubicBezTo>
                  <a:pt x="30872" y="2479"/>
                  <a:pt x="30865" y="2487"/>
                  <a:pt x="30858" y="2494"/>
                </a:cubicBezTo>
                <a:cubicBezTo>
                  <a:pt x="30851" y="2501"/>
                  <a:pt x="30843" y="2508"/>
                  <a:pt x="30834" y="2514"/>
                </a:cubicBezTo>
                <a:cubicBezTo>
                  <a:pt x="30825" y="2520"/>
                  <a:pt x="30816" y="2525"/>
                  <a:pt x="30806" y="2529"/>
                </a:cubicBezTo>
                <a:cubicBezTo>
                  <a:pt x="30797" y="2533"/>
                  <a:pt x="30787" y="2536"/>
                  <a:pt x="30777" y="2538"/>
                </a:cubicBezTo>
                <a:cubicBezTo>
                  <a:pt x="30766" y="2540"/>
                  <a:pt x="30756" y="2541"/>
                  <a:pt x="30746" y="2541"/>
                </a:cubicBezTo>
                <a:lnTo>
                  <a:pt x="159" y="2541"/>
                </a:lnTo>
                <a:cubicBezTo>
                  <a:pt x="148" y="2541"/>
                  <a:pt x="138" y="2540"/>
                  <a:pt x="128" y="2538"/>
                </a:cubicBezTo>
                <a:cubicBezTo>
                  <a:pt x="118" y="2536"/>
                  <a:pt x="108" y="2533"/>
                  <a:pt x="98" y="2529"/>
                </a:cubicBezTo>
                <a:cubicBezTo>
                  <a:pt x="89" y="2525"/>
                  <a:pt x="79" y="2520"/>
                  <a:pt x="71" y="2514"/>
                </a:cubicBezTo>
                <a:cubicBezTo>
                  <a:pt x="62" y="2508"/>
                  <a:pt x="54" y="2501"/>
                  <a:pt x="47" y="2494"/>
                </a:cubicBezTo>
                <a:cubicBezTo>
                  <a:pt x="39" y="2487"/>
                  <a:pt x="33" y="2479"/>
                  <a:pt x="27" y="2470"/>
                </a:cubicBezTo>
                <a:cubicBezTo>
                  <a:pt x="21" y="2461"/>
                  <a:pt x="16" y="2452"/>
                  <a:pt x="12" y="2443"/>
                </a:cubicBezTo>
                <a:cubicBezTo>
                  <a:pt x="8" y="2433"/>
                  <a:pt x="5" y="2423"/>
                  <a:pt x="3" y="2413"/>
                </a:cubicBezTo>
                <a:cubicBezTo>
                  <a:pt x="1" y="2403"/>
                  <a:pt x="0" y="2392"/>
                  <a:pt x="0" y="2382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3" name=""/>
          <p:cNvSpPr txBox="1"/>
          <p:nvPr/>
        </p:nvSpPr>
        <p:spPr>
          <a:xfrm>
            <a:off x="533520" y="874440"/>
            <a:ext cx="3048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気象庁データ取得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4" name=""/>
          <p:cNvSpPr txBox="1"/>
          <p:nvPr/>
        </p:nvSpPr>
        <p:spPr>
          <a:xfrm>
            <a:off x="3581280" y="856440"/>
            <a:ext cx="98856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MCP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5" name=""/>
          <p:cNvSpPr txBox="1"/>
          <p:nvPr/>
        </p:nvSpPr>
        <p:spPr>
          <a:xfrm>
            <a:off x="4569480" y="874440"/>
            <a:ext cx="1905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サーバー（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6" name=""/>
          <p:cNvSpPr txBox="1"/>
          <p:nvPr/>
        </p:nvSpPr>
        <p:spPr>
          <a:xfrm>
            <a:off x="6463080" y="856440"/>
            <a:ext cx="162216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jma-mcp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7" name=""/>
          <p:cNvSpPr/>
          <p:nvPr/>
        </p:nvSpPr>
        <p:spPr>
          <a:xfrm>
            <a:off x="618840" y="180000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20"/>
                  <a:pt x="144" y="128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8"/>
                  <a:pt x="10" y="120"/>
                  <a:pt x="6" y="110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38" name=""/>
          <p:cNvSpPr txBox="1"/>
          <p:nvPr/>
        </p:nvSpPr>
        <p:spPr>
          <a:xfrm>
            <a:off x="8084520" y="874440"/>
            <a:ext cx="381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）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9" name=""/>
          <p:cNvSpPr txBox="1"/>
          <p:nvPr/>
        </p:nvSpPr>
        <p:spPr>
          <a:xfrm>
            <a:off x="799920" y="171360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気象庁サイト（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0" name=""/>
          <p:cNvSpPr txBox="1"/>
          <p:nvPr/>
        </p:nvSpPr>
        <p:spPr>
          <a:xfrm>
            <a:off x="2127960" y="1704600"/>
            <a:ext cx="13028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bosai.jma.go.jp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1" name=""/>
          <p:cNvSpPr txBox="1"/>
          <p:nvPr/>
        </p:nvSpPr>
        <p:spPr>
          <a:xfrm>
            <a:off x="3430080" y="1713600"/>
            <a:ext cx="2286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）が内部で使⽤する⾮公開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2" name=""/>
          <p:cNvSpPr txBox="1"/>
          <p:nvPr/>
        </p:nvSpPr>
        <p:spPr>
          <a:xfrm>
            <a:off x="799920" y="2047320"/>
            <a:ext cx="2970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API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3" name=""/>
          <p:cNvSpPr txBox="1"/>
          <p:nvPr/>
        </p:nvSpPr>
        <p:spPr>
          <a:xfrm>
            <a:off x="1096200" y="205632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（認証不要）を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4" name=""/>
          <p:cNvSpPr txBox="1"/>
          <p:nvPr/>
        </p:nvSpPr>
        <p:spPr>
          <a:xfrm>
            <a:off x="2430000" y="20473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5" name=""/>
          <p:cNvSpPr txBox="1"/>
          <p:nvPr/>
        </p:nvSpPr>
        <p:spPr>
          <a:xfrm>
            <a:off x="2602440" y="205632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と解析し、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6" name=""/>
          <p:cNvSpPr txBox="1"/>
          <p:nvPr/>
        </p:nvSpPr>
        <p:spPr>
          <a:xfrm>
            <a:off x="3555000" y="2047320"/>
            <a:ext cx="4276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MCP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7" name=""/>
          <p:cNvSpPr/>
          <p:nvPr/>
        </p:nvSpPr>
        <p:spPr>
          <a:xfrm>
            <a:off x="618840" y="25333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20"/>
                  <a:pt x="144" y="128"/>
                  <a:pt x="137" y="136"/>
                </a:cubicBezTo>
                <a:cubicBezTo>
                  <a:pt x="129" y="143"/>
                  <a:pt x="121" y="149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49"/>
                  <a:pt x="31" y="143"/>
                  <a:pt x="24" y="136"/>
                </a:cubicBezTo>
                <a:cubicBezTo>
                  <a:pt x="16" y="128"/>
                  <a:pt x="10" y="120"/>
                  <a:pt x="6" y="110"/>
                </a:cubicBezTo>
                <a:cubicBezTo>
                  <a:pt x="2" y="100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48" name=""/>
          <p:cNvSpPr txBox="1"/>
          <p:nvPr/>
        </p:nvSpPr>
        <p:spPr>
          <a:xfrm>
            <a:off x="3981960" y="205632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サーバーとして実装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9" name=""/>
          <p:cNvSpPr txBox="1"/>
          <p:nvPr/>
        </p:nvSpPr>
        <p:spPr>
          <a:xfrm>
            <a:off x="799920" y="2446920"/>
            <a:ext cx="5144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天気予報・警報／注意報・早期注意情報・観測ランキング・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0" name=""/>
          <p:cNvSpPr txBox="1"/>
          <p:nvPr/>
        </p:nvSpPr>
        <p:spPr>
          <a:xfrm>
            <a:off x="799920" y="279000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潮位など計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1" name=""/>
          <p:cNvSpPr txBox="1"/>
          <p:nvPr/>
        </p:nvSpPr>
        <p:spPr>
          <a:xfrm>
            <a:off x="1752480" y="278100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21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2" name=""/>
          <p:cNvSpPr/>
          <p:nvPr/>
        </p:nvSpPr>
        <p:spPr>
          <a:xfrm>
            <a:off x="618840" y="326700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1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59"/>
                  <a:pt x="6" y="50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7"/>
                  <a:pt x="40" y="11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1"/>
                  <a:pt x="129" y="17"/>
                  <a:pt x="137" y="24"/>
                </a:cubicBezTo>
                <a:cubicBezTo>
                  <a:pt x="144" y="31"/>
                  <a:pt x="150" y="40"/>
                  <a:pt x="154" y="50"/>
                </a:cubicBezTo>
                <a:cubicBezTo>
                  <a:pt x="158" y="59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53" name=""/>
          <p:cNvSpPr txBox="1"/>
          <p:nvPr/>
        </p:nvSpPr>
        <p:spPr>
          <a:xfrm>
            <a:off x="1964520" y="2790000"/>
            <a:ext cx="1524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種のツールを提供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4" name=""/>
          <p:cNvSpPr txBox="1"/>
          <p:nvPr/>
        </p:nvSpPr>
        <p:spPr>
          <a:xfrm>
            <a:off x="799920" y="3171600"/>
            <a:ext cx="9072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HTTP/SSE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5" name=""/>
          <p:cNvSpPr txBox="1"/>
          <p:nvPr/>
        </p:nvSpPr>
        <p:spPr>
          <a:xfrm>
            <a:off x="1706400" y="318024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版（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6" name=""/>
          <p:cNvSpPr txBox="1"/>
          <p:nvPr/>
        </p:nvSpPr>
        <p:spPr>
          <a:xfrm>
            <a:off x="2087640" y="3171600"/>
            <a:ext cx="14335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jma-mcp-remote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7" name=""/>
          <p:cNvSpPr txBox="1"/>
          <p:nvPr/>
        </p:nvSpPr>
        <p:spPr>
          <a:xfrm>
            <a:off x="3516840" y="318024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8" name=""/>
          <p:cNvSpPr txBox="1"/>
          <p:nvPr/>
        </p:nvSpPr>
        <p:spPr>
          <a:xfrm>
            <a:off x="3898080" y="3171600"/>
            <a:ext cx="6181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Render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9" name=""/>
          <p:cNvSpPr txBox="1"/>
          <p:nvPr/>
        </p:nvSpPr>
        <p:spPr>
          <a:xfrm>
            <a:off x="4515480" y="318024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にデプロイし、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0" name=""/>
          <p:cNvSpPr txBox="1"/>
          <p:nvPr/>
        </p:nvSpPr>
        <p:spPr>
          <a:xfrm>
            <a:off x="799920" y="3514320"/>
            <a:ext cx="12463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Claude.ai Web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1" name=""/>
          <p:cNvSpPr txBox="1"/>
          <p:nvPr/>
        </p:nvSpPr>
        <p:spPr>
          <a:xfrm>
            <a:off x="2034720" y="3523320"/>
            <a:ext cx="2286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版・デスクトップアプリ・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2" name=""/>
          <p:cNvSpPr txBox="1"/>
          <p:nvPr/>
        </p:nvSpPr>
        <p:spPr>
          <a:xfrm>
            <a:off x="4307400" y="3514320"/>
            <a:ext cx="5900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iPhone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3" name=""/>
          <p:cNvSpPr txBox="1"/>
          <p:nvPr/>
        </p:nvSpPr>
        <p:spPr>
          <a:xfrm>
            <a:off x="4896720" y="352332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版からも利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4" name=""/>
          <p:cNvSpPr txBox="1"/>
          <p:nvPr/>
        </p:nvSpPr>
        <p:spPr>
          <a:xfrm>
            <a:off x="799920" y="3866040"/>
            <a:ext cx="572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⽤可能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5" name=""/>
          <p:cNvSpPr/>
          <p:nvPr/>
        </p:nvSpPr>
        <p:spPr>
          <a:xfrm>
            <a:off x="6229080" y="2390760"/>
            <a:ext cx="5429520" cy="1276560"/>
          </a:xfrm>
          <a:custGeom>
            <a:avLst/>
            <a:gdLst/>
            <a:ahLst/>
            <a:rect l="0" t="0" r="r" b="b"/>
            <a:pathLst>
              <a:path w="15082" h="3546">
                <a:moveTo>
                  <a:pt x="0" y="3546"/>
                </a:moveTo>
                <a:lnTo>
                  <a:pt x="0" y="0"/>
                </a:lnTo>
                <a:lnTo>
                  <a:pt x="14977" y="0"/>
                </a:lnTo>
                <a:cubicBezTo>
                  <a:pt x="14991" y="0"/>
                  <a:pt x="15004" y="2"/>
                  <a:pt x="15017" y="8"/>
                </a:cubicBezTo>
                <a:cubicBezTo>
                  <a:pt x="15030" y="13"/>
                  <a:pt x="15042" y="21"/>
                  <a:pt x="15051" y="31"/>
                </a:cubicBezTo>
                <a:cubicBezTo>
                  <a:pt x="15061" y="40"/>
                  <a:pt x="15069" y="52"/>
                  <a:pt x="15074" y="65"/>
                </a:cubicBezTo>
                <a:cubicBezTo>
                  <a:pt x="15080" y="78"/>
                  <a:pt x="15082" y="91"/>
                  <a:pt x="15082" y="105"/>
                </a:cubicBezTo>
                <a:lnTo>
                  <a:pt x="15082" y="3440"/>
                </a:lnTo>
                <a:cubicBezTo>
                  <a:pt x="15082" y="3454"/>
                  <a:pt x="15080" y="3468"/>
                  <a:pt x="15074" y="3481"/>
                </a:cubicBezTo>
                <a:cubicBezTo>
                  <a:pt x="15069" y="3494"/>
                  <a:pt x="15061" y="3505"/>
                  <a:pt x="15051" y="3515"/>
                </a:cubicBezTo>
                <a:cubicBezTo>
                  <a:pt x="15042" y="3525"/>
                  <a:pt x="15030" y="3533"/>
                  <a:pt x="15017" y="3538"/>
                </a:cubicBezTo>
                <a:cubicBezTo>
                  <a:pt x="15004" y="3543"/>
                  <a:pt x="14991" y="3546"/>
                  <a:pt x="14977" y="3546"/>
                </a:cubicBezTo>
                <a:lnTo>
                  <a:pt x="0" y="3546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6" name=""/>
          <p:cNvSpPr/>
          <p:nvPr/>
        </p:nvSpPr>
        <p:spPr>
          <a:xfrm>
            <a:off x="6210000" y="2390760"/>
            <a:ext cx="38520" cy="1276560"/>
          </a:xfrm>
          <a:custGeom>
            <a:avLst/>
            <a:gdLst/>
            <a:ahLst/>
            <a:rect l="0" t="0" r="r" b="b"/>
            <a:pathLst>
              <a:path w="107" h="3546">
                <a:moveTo>
                  <a:pt x="0" y="0"/>
                </a:moveTo>
                <a:lnTo>
                  <a:pt x="107" y="0"/>
                </a:lnTo>
                <a:lnTo>
                  <a:pt x="107" y="3546"/>
                </a:lnTo>
                <a:lnTo>
                  <a:pt x="0" y="3546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67" name=""/>
          <p:cNvSpPr txBox="1"/>
          <p:nvPr/>
        </p:nvSpPr>
        <p:spPr>
          <a:xfrm>
            <a:off x="533520" y="4323960"/>
            <a:ext cx="40132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GitHub: </a:t>
            </a:r>
            <a:r>
              <a:rPr lang="en-US" sz="1500" b="0" u="none" strike="noStrike">
                <a:solidFill>
                  <a:srgbClr val="0969DA"/>
                </a:solidFill>
                <a:effectLst/>
                <a:uFillTx/>
                <a:latin typeface="HelveticaNeue"/>
                <a:ea typeface="HelveticaNeue"/>
              </a:rPr>
              <a:t>https://github.com/masauehr/jma-mcp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8" name=""/>
          <p:cNvSpPr txBox="1"/>
          <p:nvPr/>
        </p:nvSpPr>
        <p:spPr>
          <a:xfrm>
            <a:off x="6210360" y="1685520"/>
            <a:ext cx="1228320" cy="227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Claude Code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9" name=""/>
          <p:cNvSpPr txBox="1"/>
          <p:nvPr/>
        </p:nvSpPr>
        <p:spPr>
          <a:xfrm>
            <a:off x="7437960" y="1694520"/>
            <a:ext cx="4191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へ⾃然⾔語で質問するだけで⾃動的にツールを呼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0" name=""/>
          <p:cNvSpPr txBox="1"/>
          <p:nvPr/>
        </p:nvSpPr>
        <p:spPr>
          <a:xfrm>
            <a:off x="6210360" y="1989720"/>
            <a:ext cx="2286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び出し、最新データを取得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1" name=""/>
          <p:cNvSpPr txBox="1"/>
          <p:nvPr/>
        </p:nvSpPr>
        <p:spPr>
          <a:xfrm>
            <a:off x="6400800" y="2522160"/>
            <a:ext cx="235836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「東京の週間天気予報は？」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2" name=""/>
          <p:cNvSpPr txBox="1"/>
          <p:nvPr/>
        </p:nvSpPr>
        <p:spPr>
          <a:xfrm>
            <a:off x="6400800" y="2788920"/>
            <a:ext cx="290232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「沖縄への早期注意情報を教えて」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3" name=""/>
          <p:cNvSpPr txBox="1"/>
          <p:nvPr/>
        </p:nvSpPr>
        <p:spPr>
          <a:xfrm>
            <a:off x="6400800" y="3065040"/>
            <a:ext cx="25398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「那覇の現在の潮位を教えて」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4" name=""/>
          <p:cNvSpPr txBox="1"/>
          <p:nvPr/>
        </p:nvSpPr>
        <p:spPr>
          <a:xfrm>
            <a:off x="6400800" y="3331800"/>
            <a:ext cx="344664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「今⽇の全国降⽔量ランキングを⾒せて」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5" name=""/>
          <p:cNvSpPr txBox="1"/>
          <p:nvPr/>
        </p:nvSpPr>
        <p:spPr>
          <a:xfrm>
            <a:off x="704880" y="5275080"/>
            <a:ext cx="374760" cy="192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MCP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6" name=""/>
          <p:cNvSpPr txBox="1"/>
          <p:nvPr/>
        </p:nvSpPr>
        <p:spPr>
          <a:xfrm>
            <a:off x="1079640" y="5282640"/>
            <a:ext cx="16236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28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（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7" name=""/>
          <p:cNvSpPr txBox="1"/>
          <p:nvPr/>
        </p:nvSpPr>
        <p:spPr>
          <a:xfrm>
            <a:off x="1241640" y="5275080"/>
            <a:ext cx="1834200" cy="192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Model Context Protocol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8" name=""/>
          <p:cNvSpPr txBox="1"/>
          <p:nvPr/>
        </p:nvSpPr>
        <p:spPr>
          <a:xfrm>
            <a:off x="3076560" y="5282640"/>
            <a:ext cx="48528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28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）とは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9" name=""/>
          <p:cNvSpPr txBox="1"/>
          <p:nvPr/>
        </p:nvSpPr>
        <p:spPr>
          <a:xfrm>
            <a:off x="3562200" y="5275080"/>
            <a:ext cx="79056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: Anthropic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0" name=""/>
          <p:cNvSpPr txBox="1"/>
          <p:nvPr/>
        </p:nvSpPr>
        <p:spPr>
          <a:xfrm>
            <a:off x="4351320" y="5282640"/>
            <a:ext cx="274680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2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が策定したオープン標準プロトコル。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1" name=""/>
          <p:cNvSpPr txBox="1"/>
          <p:nvPr/>
        </p:nvSpPr>
        <p:spPr>
          <a:xfrm>
            <a:off x="7083000" y="5275080"/>
            <a:ext cx="16164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2" name=""/>
          <p:cNvSpPr txBox="1"/>
          <p:nvPr/>
        </p:nvSpPr>
        <p:spPr>
          <a:xfrm>
            <a:off x="7229880" y="5282640"/>
            <a:ext cx="16236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2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（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3" name=""/>
          <p:cNvSpPr txBox="1"/>
          <p:nvPr/>
        </p:nvSpPr>
        <p:spPr>
          <a:xfrm>
            <a:off x="7391880" y="5275080"/>
            <a:ext cx="51228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Claude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4" name=""/>
          <p:cNvSpPr txBox="1"/>
          <p:nvPr/>
        </p:nvSpPr>
        <p:spPr>
          <a:xfrm>
            <a:off x="7904520" y="5282640"/>
            <a:ext cx="355464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2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）と外部ツール・データソースを接続する仕組み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5" name=""/>
          <p:cNvSpPr txBox="1"/>
          <p:nvPr/>
        </p:nvSpPr>
        <p:spPr>
          <a:xfrm>
            <a:off x="704880" y="5520960"/>
            <a:ext cx="113148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2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で、これにより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6" name=""/>
          <p:cNvSpPr txBox="1"/>
          <p:nvPr/>
        </p:nvSpPr>
        <p:spPr>
          <a:xfrm>
            <a:off x="1831680" y="5513400"/>
            <a:ext cx="16164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7" name=""/>
          <p:cNvSpPr txBox="1"/>
          <p:nvPr/>
        </p:nvSpPr>
        <p:spPr>
          <a:xfrm>
            <a:off x="1978560" y="5520960"/>
            <a:ext cx="678564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2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が学習データにない最新情報やローカル環境の情報をリアルタイムに取得できるようになる。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8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9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DBEAF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2" name=""/>
          <p:cNvSpPr/>
          <p:nvPr/>
        </p:nvSpPr>
        <p:spPr>
          <a:xfrm>
            <a:off x="533160" y="369540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93" name=""/>
          <p:cNvSpPr txBox="1"/>
          <p:nvPr/>
        </p:nvSpPr>
        <p:spPr>
          <a:xfrm>
            <a:off x="533520" y="3179520"/>
            <a:ext cx="2667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1E3A8A"/>
                </a:solidFill>
                <a:effectLst/>
                <a:uFillTx/>
                <a:latin typeface="HiraginoSans-W7"/>
                <a:ea typeface="HiraginoSans-W7"/>
              </a:rPr>
              <a:t>農研機構データ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4" name=""/>
          <p:cNvSpPr txBox="1"/>
          <p:nvPr/>
        </p:nvSpPr>
        <p:spPr>
          <a:xfrm>
            <a:off x="3200400" y="3161520"/>
            <a:ext cx="268380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1E3A8A"/>
                </a:solidFill>
                <a:effectLst/>
                <a:uFillTx/>
                <a:latin typeface="HelveticaNeue"/>
                <a:ea typeface="HelveticaNeue"/>
              </a:rPr>
              <a:t> × ml_forecast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5" name=""/>
          <p:cNvSpPr txBox="1"/>
          <p:nvPr/>
        </p:nvSpPr>
        <p:spPr>
          <a:xfrm>
            <a:off x="5876640" y="3179520"/>
            <a:ext cx="1905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1E3A8A"/>
                </a:solidFill>
                <a:effectLst/>
                <a:uFillTx/>
                <a:latin typeface="HiraginoSans-W7"/>
                <a:ea typeface="HiraginoSans-W7"/>
              </a:rPr>
              <a:t>の取り組み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9" name=""/>
          <p:cNvSpPr/>
          <p:nvPr/>
        </p:nvSpPr>
        <p:spPr>
          <a:xfrm>
            <a:off x="533160" y="100944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00" name=""/>
          <p:cNvSpPr/>
          <p:nvPr/>
        </p:nvSpPr>
        <p:spPr>
          <a:xfrm>
            <a:off x="542880" y="3971880"/>
            <a:ext cx="1648080" cy="381240"/>
          </a:xfrm>
          <a:custGeom>
            <a:avLst/>
            <a:gdLst/>
            <a:ahLst/>
            <a:rect l="0" t="0" r="r" b="b"/>
            <a:pathLst>
              <a:path w="4578" h="1059">
                <a:moveTo>
                  <a:pt x="0" y="0"/>
                </a:moveTo>
                <a:lnTo>
                  <a:pt x="4578" y="0"/>
                </a:lnTo>
                <a:lnTo>
                  <a:pt x="457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1" name=""/>
          <p:cNvSpPr/>
          <p:nvPr/>
        </p:nvSpPr>
        <p:spPr>
          <a:xfrm>
            <a:off x="2190600" y="3971880"/>
            <a:ext cx="1162440" cy="381240"/>
          </a:xfrm>
          <a:custGeom>
            <a:avLst/>
            <a:gdLst/>
            <a:ahLst/>
            <a:rect l="0" t="0" r="r" b="b"/>
            <a:pathLst>
              <a:path w="3229" h="1059">
                <a:moveTo>
                  <a:pt x="0" y="0"/>
                </a:moveTo>
                <a:lnTo>
                  <a:pt x="3229" y="0"/>
                </a:lnTo>
                <a:lnTo>
                  <a:pt x="3229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2" name=""/>
          <p:cNvSpPr/>
          <p:nvPr/>
        </p:nvSpPr>
        <p:spPr>
          <a:xfrm>
            <a:off x="3352680" y="3971880"/>
            <a:ext cx="1381320" cy="381240"/>
          </a:xfrm>
          <a:custGeom>
            <a:avLst/>
            <a:gdLst/>
            <a:ahLst/>
            <a:rect l="0" t="0" r="r" b="b"/>
            <a:pathLst>
              <a:path w="3837" h="1059">
                <a:moveTo>
                  <a:pt x="0" y="0"/>
                </a:moveTo>
                <a:lnTo>
                  <a:pt x="3837" y="0"/>
                </a:lnTo>
                <a:lnTo>
                  <a:pt x="383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3" name=""/>
          <p:cNvSpPr/>
          <p:nvPr/>
        </p:nvSpPr>
        <p:spPr>
          <a:xfrm>
            <a:off x="542880" y="3971880"/>
            <a:ext cx="1648080" cy="381240"/>
          </a:xfrm>
          <a:custGeom>
            <a:avLst/>
            <a:gdLst/>
            <a:ahLst/>
            <a:rect l="0" t="0" r="r" b="b"/>
            <a:pathLst>
              <a:path w="4578" h="1059">
                <a:moveTo>
                  <a:pt x="0" y="0"/>
                </a:moveTo>
                <a:lnTo>
                  <a:pt x="4578" y="0"/>
                </a:lnTo>
                <a:lnTo>
                  <a:pt x="457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04" name=""/>
          <p:cNvSpPr/>
          <p:nvPr/>
        </p:nvSpPr>
        <p:spPr>
          <a:xfrm>
            <a:off x="2190600" y="3971880"/>
            <a:ext cx="1162440" cy="381240"/>
          </a:xfrm>
          <a:custGeom>
            <a:avLst/>
            <a:gdLst/>
            <a:ahLst/>
            <a:rect l="0" t="0" r="r" b="b"/>
            <a:pathLst>
              <a:path w="3229" h="1059">
                <a:moveTo>
                  <a:pt x="0" y="0"/>
                </a:moveTo>
                <a:lnTo>
                  <a:pt x="3229" y="0"/>
                </a:lnTo>
                <a:lnTo>
                  <a:pt x="3229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05" name=""/>
          <p:cNvSpPr/>
          <p:nvPr/>
        </p:nvSpPr>
        <p:spPr>
          <a:xfrm>
            <a:off x="3352680" y="3971880"/>
            <a:ext cx="1381320" cy="381240"/>
          </a:xfrm>
          <a:custGeom>
            <a:avLst/>
            <a:gdLst/>
            <a:ahLst/>
            <a:rect l="0" t="0" r="r" b="b"/>
            <a:pathLst>
              <a:path w="3837" h="1059">
                <a:moveTo>
                  <a:pt x="0" y="0"/>
                </a:moveTo>
                <a:lnTo>
                  <a:pt x="3837" y="0"/>
                </a:lnTo>
                <a:lnTo>
                  <a:pt x="383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06" name=""/>
          <p:cNvSpPr/>
          <p:nvPr/>
        </p:nvSpPr>
        <p:spPr>
          <a:xfrm>
            <a:off x="542880" y="4352760"/>
            <a:ext cx="1648080" cy="381240"/>
          </a:xfrm>
          <a:custGeom>
            <a:avLst/>
            <a:gdLst/>
            <a:ahLst/>
            <a:rect l="0" t="0" r="r" b="b"/>
            <a:pathLst>
              <a:path w="4578" h="1059">
                <a:moveTo>
                  <a:pt x="0" y="0"/>
                </a:moveTo>
                <a:lnTo>
                  <a:pt x="4578" y="0"/>
                </a:lnTo>
                <a:lnTo>
                  <a:pt x="457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7" name=""/>
          <p:cNvSpPr/>
          <p:nvPr/>
        </p:nvSpPr>
        <p:spPr>
          <a:xfrm>
            <a:off x="2190600" y="4352760"/>
            <a:ext cx="1162440" cy="381240"/>
          </a:xfrm>
          <a:custGeom>
            <a:avLst/>
            <a:gdLst/>
            <a:ahLst/>
            <a:rect l="0" t="0" r="r" b="b"/>
            <a:pathLst>
              <a:path w="3229" h="1059">
                <a:moveTo>
                  <a:pt x="0" y="0"/>
                </a:moveTo>
                <a:lnTo>
                  <a:pt x="3229" y="0"/>
                </a:lnTo>
                <a:lnTo>
                  <a:pt x="3229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8" name=""/>
          <p:cNvSpPr/>
          <p:nvPr/>
        </p:nvSpPr>
        <p:spPr>
          <a:xfrm>
            <a:off x="3352680" y="4352760"/>
            <a:ext cx="1381320" cy="381240"/>
          </a:xfrm>
          <a:custGeom>
            <a:avLst/>
            <a:gdLst/>
            <a:ahLst/>
            <a:rect l="0" t="0" r="r" b="b"/>
            <a:pathLst>
              <a:path w="3837" h="1059">
                <a:moveTo>
                  <a:pt x="0" y="0"/>
                </a:moveTo>
                <a:lnTo>
                  <a:pt x="3837" y="0"/>
                </a:lnTo>
                <a:lnTo>
                  <a:pt x="383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9" name=""/>
          <p:cNvSpPr/>
          <p:nvPr/>
        </p:nvSpPr>
        <p:spPr>
          <a:xfrm>
            <a:off x="542880" y="4733640"/>
            <a:ext cx="1648080" cy="381600"/>
          </a:xfrm>
          <a:custGeom>
            <a:avLst/>
            <a:gdLst/>
            <a:ahLst/>
            <a:rect l="0" t="0" r="r" b="b"/>
            <a:pathLst>
              <a:path w="4578" h="1060">
                <a:moveTo>
                  <a:pt x="0" y="0"/>
                </a:moveTo>
                <a:lnTo>
                  <a:pt x="4578" y="0"/>
                </a:lnTo>
                <a:lnTo>
                  <a:pt x="457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0" name=""/>
          <p:cNvSpPr/>
          <p:nvPr/>
        </p:nvSpPr>
        <p:spPr>
          <a:xfrm>
            <a:off x="2190600" y="4733640"/>
            <a:ext cx="1162440" cy="381600"/>
          </a:xfrm>
          <a:custGeom>
            <a:avLst/>
            <a:gdLst/>
            <a:ahLst/>
            <a:rect l="0" t="0" r="r" b="b"/>
            <a:pathLst>
              <a:path w="3229" h="1060">
                <a:moveTo>
                  <a:pt x="0" y="0"/>
                </a:moveTo>
                <a:lnTo>
                  <a:pt x="3229" y="0"/>
                </a:lnTo>
                <a:lnTo>
                  <a:pt x="3229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1" name=""/>
          <p:cNvSpPr/>
          <p:nvPr/>
        </p:nvSpPr>
        <p:spPr>
          <a:xfrm>
            <a:off x="3352680" y="4733640"/>
            <a:ext cx="1381320" cy="381600"/>
          </a:xfrm>
          <a:custGeom>
            <a:avLst/>
            <a:gdLst/>
            <a:ahLst/>
            <a:rect l="0" t="0" r="r" b="b"/>
            <a:pathLst>
              <a:path w="3837" h="1060">
                <a:moveTo>
                  <a:pt x="0" y="0"/>
                </a:moveTo>
                <a:lnTo>
                  <a:pt x="3837" y="0"/>
                </a:lnTo>
                <a:lnTo>
                  <a:pt x="383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2" name=""/>
          <p:cNvSpPr/>
          <p:nvPr/>
        </p:nvSpPr>
        <p:spPr>
          <a:xfrm>
            <a:off x="542880" y="4733640"/>
            <a:ext cx="1648080" cy="381600"/>
          </a:xfrm>
          <a:custGeom>
            <a:avLst/>
            <a:gdLst/>
            <a:ahLst/>
            <a:rect l="0" t="0" r="r" b="b"/>
            <a:pathLst>
              <a:path w="4578" h="1060">
                <a:moveTo>
                  <a:pt x="0" y="0"/>
                </a:moveTo>
                <a:lnTo>
                  <a:pt x="4578" y="0"/>
                </a:lnTo>
                <a:lnTo>
                  <a:pt x="457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3" name=""/>
          <p:cNvSpPr/>
          <p:nvPr/>
        </p:nvSpPr>
        <p:spPr>
          <a:xfrm>
            <a:off x="2190600" y="4733640"/>
            <a:ext cx="1162440" cy="381600"/>
          </a:xfrm>
          <a:custGeom>
            <a:avLst/>
            <a:gdLst/>
            <a:ahLst/>
            <a:rect l="0" t="0" r="r" b="b"/>
            <a:pathLst>
              <a:path w="3229" h="1060">
                <a:moveTo>
                  <a:pt x="0" y="0"/>
                </a:moveTo>
                <a:lnTo>
                  <a:pt x="3229" y="0"/>
                </a:lnTo>
                <a:lnTo>
                  <a:pt x="3229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4" name=""/>
          <p:cNvSpPr/>
          <p:nvPr/>
        </p:nvSpPr>
        <p:spPr>
          <a:xfrm>
            <a:off x="3352680" y="4733640"/>
            <a:ext cx="1381320" cy="381600"/>
          </a:xfrm>
          <a:custGeom>
            <a:avLst/>
            <a:gdLst/>
            <a:ahLst/>
            <a:rect l="0" t="0" r="r" b="b"/>
            <a:pathLst>
              <a:path w="3837" h="1060">
                <a:moveTo>
                  <a:pt x="0" y="0"/>
                </a:moveTo>
                <a:lnTo>
                  <a:pt x="3837" y="0"/>
                </a:lnTo>
                <a:lnTo>
                  <a:pt x="383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5" name=""/>
          <p:cNvSpPr/>
          <p:nvPr/>
        </p:nvSpPr>
        <p:spPr>
          <a:xfrm>
            <a:off x="542880" y="5114880"/>
            <a:ext cx="1648080" cy="381240"/>
          </a:xfrm>
          <a:custGeom>
            <a:avLst/>
            <a:gdLst/>
            <a:ahLst/>
            <a:rect l="0" t="0" r="r" b="b"/>
            <a:pathLst>
              <a:path w="4578" h="1059">
                <a:moveTo>
                  <a:pt x="0" y="0"/>
                </a:moveTo>
                <a:lnTo>
                  <a:pt x="4578" y="0"/>
                </a:lnTo>
                <a:lnTo>
                  <a:pt x="457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6" name=""/>
          <p:cNvSpPr/>
          <p:nvPr/>
        </p:nvSpPr>
        <p:spPr>
          <a:xfrm>
            <a:off x="2190600" y="5114880"/>
            <a:ext cx="1162440" cy="381240"/>
          </a:xfrm>
          <a:custGeom>
            <a:avLst/>
            <a:gdLst/>
            <a:ahLst/>
            <a:rect l="0" t="0" r="r" b="b"/>
            <a:pathLst>
              <a:path w="3229" h="1059">
                <a:moveTo>
                  <a:pt x="0" y="0"/>
                </a:moveTo>
                <a:lnTo>
                  <a:pt x="3229" y="0"/>
                </a:lnTo>
                <a:lnTo>
                  <a:pt x="3229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7" name=""/>
          <p:cNvSpPr/>
          <p:nvPr/>
        </p:nvSpPr>
        <p:spPr>
          <a:xfrm>
            <a:off x="3352680" y="5114880"/>
            <a:ext cx="1381320" cy="381240"/>
          </a:xfrm>
          <a:custGeom>
            <a:avLst/>
            <a:gdLst/>
            <a:ahLst/>
            <a:rect l="0" t="0" r="r" b="b"/>
            <a:pathLst>
              <a:path w="3837" h="1059">
                <a:moveTo>
                  <a:pt x="0" y="0"/>
                </a:moveTo>
                <a:lnTo>
                  <a:pt x="3837" y="0"/>
                </a:lnTo>
                <a:lnTo>
                  <a:pt x="383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8" name=""/>
          <p:cNvSpPr/>
          <p:nvPr/>
        </p:nvSpPr>
        <p:spPr>
          <a:xfrm>
            <a:off x="533160" y="39621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9" name=""/>
          <p:cNvSpPr/>
          <p:nvPr/>
        </p:nvSpPr>
        <p:spPr>
          <a:xfrm>
            <a:off x="533160" y="3962160"/>
            <a:ext cx="1657800" cy="10080"/>
          </a:xfrm>
          <a:custGeom>
            <a:avLst/>
            <a:gdLst/>
            <a:ahLst/>
            <a:rect l="0" t="0" r="r" b="b"/>
            <a:pathLst>
              <a:path w="4605" h="28">
                <a:moveTo>
                  <a:pt x="0" y="0"/>
                </a:moveTo>
                <a:lnTo>
                  <a:pt x="4605" y="0"/>
                </a:lnTo>
                <a:lnTo>
                  <a:pt x="46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0" name=""/>
          <p:cNvSpPr/>
          <p:nvPr/>
        </p:nvSpPr>
        <p:spPr>
          <a:xfrm>
            <a:off x="2180880" y="39621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1" name=""/>
          <p:cNvSpPr/>
          <p:nvPr/>
        </p:nvSpPr>
        <p:spPr>
          <a:xfrm>
            <a:off x="2190600" y="3962160"/>
            <a:ext cx="1162440" cy="10080"/>
          </a:xfrm>
          <a:custGeom>
            <a:avLst/>
            <a:gdLst/>
            <a:ahLst/>
            <a:rect l="0" t="0" r="r" b="b"/>
            <a:pathLst>
              <a:path w="3229" h="28">
                <a:moveTo>
                  <a:pt x="0" y="0"/>
                </a:moveTo>
                <a:lnTo>
                  <a:pt x="3229" y="0"/>
                </a:lnTo>
                <a:lnTo>
                  <a:pt x="322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2" name=""/>
          <p:cNvSpPr/>
          <p:nvPr/>
        </p:nvSpPr>
        <p:spPr>
          <a:xfrm>
            <a:off x="3342960" y="39621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3" name=""/>
          <p:cNvSpPr/>
          <p:nvPr/>
        </p:nvSpPr>
        <p:spPr>
          <a:xfrm>
            <a:off x="3352680" y="3962160"/>
            <a:ext cx="1391040" cy="10080"/>
          </a:xfrm>
          <a:custGeom>
            <a:avLst/>
            <a:gdLst/>
            <a:ahLst/>
            <a:rect l="0" t="0" r="r" b="b"/>
            <a:pathLst>
              <a:path w="3864" h="28">
                <a:moveTo>
                  <a:pt x="0" y="0"/>
                </a:moveTo>
                <a:lnTo>
                  <a:pt x="3864" y="0"/>
                </a:lnTo>
                <a:lnTo>
                  <a:pt x="386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4" name=""/>
          <p:cNvSpPr/>
          <p:nvPr/>
        </p:nvSpPr>
        <p:spPr>
          <a:xfrm>
            <a:off x="4733640" y="39621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5" name=""/>
          <p:cNvSpPr/>
          <p:nvPr/>
        </p:nvSpPr>
        <p:spPr>
          <a:xfrm>
            <a:off x="533160" y="4343040"/>
            <a:ext cx="1657800" cy="10080"/>
          </a:xfrm>
          <a:custGeom>
            <a:avLst/>
            <a:gdLst/>
            <a:ahLst/>
            <a:rect l="0" t="0" r="r" b="b"/>
            <a:pathLst>
              <a:path w="4605" h="28">
                <a:moveTo>
                  <a:pt x="0" y="0"/>
                </a:moveTo>
                <a:lnTo>
                  <a:pt x="4605" y="0"/>
                </a:lnTo>
                <a:lnTo>
                  <a:pt x="46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6" name=""/>
          <p:cNvSpPr/>
          <p:nvPr/>
        </p:nvSpPr>
        <p:spPr>
          <a:xfrm>
            <a:off x="2190600" y="4343040"/>
            <a:ext cx="1162440" cy="10080"/>
          </a:xfrm>
          <a:custGeom>
            <a:avLst/>
            <a:gdLst/>
            <a:ahLst/>
            <a:rect l="0" t="0" r="r" b="b"/>
            <a:pathLst>
              <a:path w="3229" h="28">
                <a:moveTo>
                  <a:pt x="0" y="0"/>
                </a:moveTo>
                <a:lnTo>
                  <a:pt x="3229" y="0"/>
                </a:lnTo>
                <a:lnTo>
                  <a:pt x="322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7" name=""/>
          <p:cNvSpPr/>
          <p:nvPr/>
        </p:nvSpPr>
        <p:spPr>
          <a:xfrm>
            <a:off x="3352680" y="4343040"/>
            <a:ext cx="1391040" cy="10080"/>
          </a:xfrm>
          <a:custGeom>
            <a:avLst/>
            <a:gdLst/>
            <a:ahLst/>
            <a:rect l="0" t="0" r="r" b="b"/>
            <a:pathLst>
              <a:path w="3864" h="28">
                <a:moveTo>
                  <a:pt x="0" y="0"/>
                </a:moveTo>
                <a:lnTo>
                  <a:pt x="3864" y="0"/>
                </a:lnTo>
                <a:lnTo>
                  <a:pt x="386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8" name=""/>
          <p:cNvSpPr/>
          <p:nvPr/>
        </p:nvSpPr>
        <p:spPr>
          <a:xfrm>
            <a:off x="533160" y="43527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9" name=""/>
          <p:cNvSpPr/>
          <p:nvPr/>
        </p:nvSpPr>
        <p:spPr>
          <a:xfrm>
            <a:off x="2180880" y="43527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0" name=""/>
          <p:cNvSpPr/>
          <p:nvPr/>
        </p:nvSpPr>
        <p:spPr>
          <a:xfrm>
            <a:off x="3342960" y="43527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1" name=""/>
          <p:cNvSpPr/>
          <p:nvPr/>
        </p:nvSpPr>
        <p:spPr>
          <a:xfrm>
            <a:off x="4733640" y="43527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2" name=""/>
          <p:cNvSpPr/>
          <p:nvPr/>
        </p:nvSpPr>
        <p:spPr>
          <a:xfrm>
            <a:off x="533160" y="473364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3" name=""/>
          <p:cNvSpPr/>
          <p:nvPr/>
        </p:nvSpPr>
        <p:spPr>
          <a:xfrm>
            <a:off x="533160" y="4724280"/>
            <a:ext cx="1657800" cy="9720"/>
          </a:xfrm>
          <a:custGeom>
            <a:avLst/>
            <a:gdLst/>
            <a:ahLst/>
            <a:rect l="0" t="0" r="r" b="b"/>
            <a:pathLst>
              <a:path w="4605" h="27">
                <a:moveTo>
                  <a:pt x="0" y="0"/>
                </a:moveTo>
                <a:lnTo>
                  <a:pt x="4605" y="0"/>
                </a:lnTo>
                <a:lnTo>
                  <a:pt x="46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4" name=""/>
          <p:cNvSpPr/>
          <p:nvPr/>
        </p:nvSpPr>
        <p:spPr>
          <a:xfrm>
            <a:off x="2180880" y="473364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5" name=""/>
          <p:cNvSpPr/>
          <p:nvPr/>
        </p:nvSpPr>
        <p:spPr>
          <a:xfrm>
            <a:off x="2190600" y="4724280"/>
            <a:ext cx="1162440" cy="9720"/>
          </a:xfrm>
          <a:custGeom>
            <a:avLst/>
            <a:gdLst/>
            <a:ahLst/>
            <a:rect l="0" t="0" r="r" b="b"/>
            <a:pathLst>
              <a:path w="3229" h="27">
                <a:moveTo>
                  <a:pt x="0" y="0"/>
                </a:moveTo>
                <a:lnTo>
                  <a:pt x="3229" y="0"/>
                </a:lnTo>
                <a:lnTo>
                  <a:pt x="322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6" name=""/>
          <p:cNvSpPr/>
          <p:nvPr/>
        </p:nvSpPr>
        <p:spPr>
          <a:xfrm>
            <a:off x="3342960" y="473364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7" name=""/>
          <p:cNvSpPr/>
          <p:nvPr/>
        </p:nvSpPr>
        <p:spPr>
          <a:xfrm>
            <a:off x="3352680" y="4724280"/>
            <a:ext cx="1391040" cy="9720"/>
          </a:xfrm>
          <a:custGeom>
            <a:avLst/>
            <a:gdLst/>
            <a:ahLst/>
            <a:rect l="0" t="0" r="r" b="b"/>
            <a:pathLst>
              <a:path w="3864" h="27">
                <a:moveTo>
                  <a:pt x="0" y="0"/>
                </a:moveTo>
                <a:lnTo>
                  <a:pt x="3864" y="0"/>
                </a:lnTo>
                <a:lnTo>
                  <a:pt x="386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8" name=""/>
          <p:cNvSpPr/>
          <p:nvPr/>
        </p:nvSpPr>
        <p:spPr>
          <a:xfrm>
            <a:off x="4733640" y="473364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9" name=""/>
          <p:cNvSpPr/>
          <p:nvPr/>
        </p:nvSpPr>
        <p:spPr>
          <a:xfrm>
            <a:off x="533160" y="511488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0" name=""/>
          <p:cNvSpPr/>
          <p:nvPr/>
        </p:nvSpPr>
        <p:spPr>
          <a:xfrm>
            <a:off x="533160" y="5105160"/>
            <a:ext cx="1657800" cy="10080"/>
          </a:xfrm>
          <a:custGeom>
            <a:avLst/>
            <a:gdLst/>
            <a:ahLst/>
            <a:rect l="0" t="0" r="r" b="b"/>
            <a:pathLst>
              <a:path w="4605" h="28">
                <a:moveTo>
                  <a:pt x="0" y="0"/>
                </a:moveTo>
                <a:lnTo>
                  <a:pt x="4605" y="0"/>
                </a:lnTo>
                <a:lnTo>
                  <a:pt x="46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1" name=""/>
          <p:cNvSpPr/>
          <p:nvPr/>
        </p:nvSpPr>
        <p:spPr>
          <a:xfrm>
            <a:off x="2180880" y="511488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2" name=""/>
          <p:cNvSpPr/>
          <p:nvPr/>
        </p:nvSpPr>
        <p:spPr>
          <a:xfrm>
            <a:off x="2190600" y="5105160"/>
            <a:ext cx="1162440" cy="10080"/>
          </a:xfrm>
          <a:custGeom>
            <a:avLst/>
            <a:gdLst/>
            <a:ahLst/>
            <a:rect l="0" t="0" r="r" b="b"/>
            <a:pathLst>
              <a:path w="3229" h="28">
                <a:moveTo>
                  <a:pt x="0" y="0"/>
                </a:moveTo>
                <a:lnTo>
                  <a:pt x="3229" y="0"/>
                </a:lnTo>
                <a:lnTo>
                  <a:pt x="322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3" name=""/>
          <p:cNvSpPr/>
          <p:nvPr/>
        </p:nvSpPr>
        <p:spPr>
          <a:xfrm>
            <a:off x="3342960" y="511488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4" name=""/>
          <p:cNvSpPr/>
          <p:nvPr/>
        </p:nvSpPr>
        <p:spPr>
          <a:xfrm>
            <a:off x="3352680" y="5105160"/>
            <a:ext cx="1391040" cy="10080"/>
          </a:xfrm>
          <a:custGeom>
            <a:avLst/>
            <a:gdLst/>
            <a:ahLst/>
            <a:rect l="0" t="0" r="r" b="b"/>
            <a:pathLst>
              <a:path w="3864" h="28">
                <a:moveTo>
                  <a:pt x="0" y="0"/>
                </a:moveTo>
                <a:lnTo>
                  <a:pt x="3864" y="0"/>
                </a:lnTo>
                <a:lnTo>
                  <a:pt x="386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5" name=""/>
          <p:cNvSpPr/>
          <p:nvPr/>
        </p:nvSpPr>
        <p:spPr>
          <a:xfrm>
            <a:off x="4733640" y="511488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6" name=""/>
          <p:cNvSpPr/>
          <p:nvPr/>
        </p:nvSpPr>
        <p:spPr>
          <a:xfrm>
            <a:off x="533160" y="5486040"/>
            <a:ext cx="1657800" cy="10080"/>
          </a:xfrm>
          <a:custGeom>
            <a:avLst/>
            <a:gdLst/>
            <a:ahLst/>
            <a:rect l="0" t="0" r="r" b="b"/>
            <a:pathLst>
              <a:path w="4605" h="28">
                <a:moveTo>
                  <a:pt x="0" y="0"/>
                </a:moveTo>
                <a:lnTo>
                  <a:pt x="4605" y="0"/>
                </a:lnTo>
                <a:lnTo>
                  <a:pt x="46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7" name=""/>
          <p:cNvSpPr/>
          <p:nvPr/>
        </p:nvSpPr>
        <p:spPr>
          <a:xfrm>
            <a:off x="2190600" y="5486040"/>
            <a:ext cx="1162440" cy="10080"/>
          </a:xfrm>
          <a:custGeom>
            <a:avLst/>
            <a:gdLst/>
            <a:ahLst/>
            <a:rect l="0" t="0" r="r" b="b"/>
            <a:pathLst>
              <a:path w="3229" h="28">
                <a:moveTo>
                  <a:pt x="0" y="0"/>
                </a:moveTo>
                <a:lnTo>
                  <a:pt x="3229" y="0"/>
                </a:lnTo>
                <a:lnTo>
                  <a:pt x="322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8" name=""/>
          <p:cNvSpPr/>
          <p:nvPr/>
        </p:nvSpPr>
        <p:spPr>
          <a:xfrm>
            <a:off x="3352680" y="5486040"/>
            <a:ext cx="1391040" cy="10080"/>
          </a:xfrm>
          <a:custGeom>
            <a:avLst/>
            <a:gdLst/>
            <a:ahLst/>
            <a:rect l="0" t="0" r="r" b="b"/>
            <a:pathLst>
              <a:path w="3864" h="28">
                <a:moveTo>
                  <a:pt x="0" y="0"/>
                </a:moveTo>
                <a:lnTo>
                  <a:pt x="3864" y="0"/>
                </a:lnTo>
                <a:lnTo>
                  <a:pt x="386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9" name=""/>
          <p:cNvSpPr/>
          <p:nvPr/>
        </p:nvSpPr>
        <p:spPr>
          <a:xfrm>
            <a:off x="618840" y="14191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50" name=""/>
          <p:cNvSpPr txBox="1"/>
          <p:nvPr/>
        </p:nvSpPr>
        <p:spPr>
          <a:xfrm>
            <a:off x="533520" y="493560"/>
            <a:ext cx="6858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農業気象データによる太陽光発電量予測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1" name=""/>
          <p:cNvSpPr txBox="1"/>
          <p:nvPr/>
        </p:nvSpPr>
        <p:spPr>
          <a:xfrm>
            <a:off x="799920" y="133272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農研機構メッシュ農業気象データ（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2" name=""/>
          <p:cNvSpPr txBox="1"/>
          <p:nvPr/>
        </p:nvSpPr>
        <p:spPr>
          <a:xfrm>
            <a:off x="3848040" y="1323720"/>
            <a:ext cx="424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AMD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3" name=""/>
          <p:cNvSpPr txBox="1"/>
          <p:nvPr/>
        </p:nvSpPr>
        <p:spPr>
          <a:xfrm>
            <a:off x="4271760" y="13327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4" name=""/>
          <p:cNvSpPr txBox="1"/>
          <p:nvPr/>
        </p:nvSpPr>
        <p:spPr>
          <a:xfrm>
            <a:off x="4462200" y="13237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5" name=""/>
          <p:cNvSpPr txBox="1"/>
          <p:nvPr/>
        </p:nvSpPr>
        <p:spPr>
          <a:xfrm>
            <a:off x="4568040" y="133272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全国をメッシュ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6" name=""/>
          <p:cNvSpPr/>
          <p:nvPr/>
        </p:nvSpPr>
        <p:spPr>
          <a:xfrm>
            <a:off x="618840" y="215244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0"/>
                  <a:pt x="158" y="100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57" name=""/>
          <p:cNvSpPr txBox="1"/>
          <p:nvPr/>
        </p:nvSpPr>
        <p:spPr>
          <a:xfrm>
            <a:off x="799920" y="1675440"/>
            <a:ext cx="2286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単位で網羅する気象データ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8" name=""/>
          <p:cNvSpPr txBox="1"/>
          <p:nvPr/>
        </p:nvSpPr>
        <p:spPr>
          <a:xfrm>
            <a:off x="799920" y="2057040"/>
            <a:ext cx="5616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WXBC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9" name=""/>
          <p:cNvSpPr txBox="1"/>
          <p:nvPr/>
        </p:nvSpPr>
        <p:spPr>
          <a:xfrm>
            <a:off x="1360800" y="2066040"/>
            <a:ext cx="4572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「アメダス解析チャレンジ」の公開コードを参考にモ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0" name=""/>
          <p:cNvSpPr/>
          <p:nvPr/>
        </p:nvSpPr>
        <p:spPr>
          <a:xfrm>
            <a:off x="618840" y="288576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20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0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61" name=""/>
          <p:cNvSpPr txBox="1"/>
          <p:nvPr/>
        </p:nvSpPr>
        <p:spPr>
          <a:xfrm>
            <a:off x="799920" y="240876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デルを構築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2" name=""/>
          <p:cNvSpPr txBox="1"/>
          <p:nvPr/>
        </p:nvSpPr>
        <p:spPr>
          <a:xfrm>
            <a:off x="799920" y="279936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説明変数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3" name=""/>
          <p:cNvSpPr txBox="1"/>
          <p:nvPr/>
        </p:nvSpPr>
        <p:spPr>
          <a:xfrm>
            <a:off x="1562040" y="27903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4" name=""/>
          <p:cNvSpPr txBox="1"/>
          <p:nvPr/>
        </p:nvSpPr>
        <p:spPr>
          <a:xfrm>
            <a:off x="1667880" y="2799360"/>
            <a:ext cx="4191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全天⽇射量・⽇照時間等の気象予報値／⽬的変数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5" name=""/>
          <p:cNvSpPr txBox="1"/>
          <p:nvPr/>
        </p:nvSpPr>
        <p:spPr>
          <a:xfrm>
            <a:off x="5859000" y="27903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6" name=""/>
          <p:cNvSpPr/>
          <p:nvPr/>
        </p:nvSpPr>
        <p:spPr>
          <a:xfrm>
            <a:off x="618840" y="361944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79"/>
                </a:moveTo>
                <a:cubicBezTo>
                  <a:pt x="160" y="90"/>
                  <a:pt x="158" y="100"/>
                  <a:pt x="154" y="109"/>
                </a:cubicBezTo>
                <a:cubicBezTo>
                  <a:pt x="150" y="119"/>
                  <a:pt x="144" y="128"/>
                  <a:pt x="137" y="135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5"/>
                </a:cubicBezTo>
                <a:cubicBezTo>
                  <a:pt x="16" y="128"/>
                  <a:pt x="10" y="119"/>
                  <a:pt x="6" y="109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9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9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67" name=""/>
          <p:cNvSpPr txBox="1"/>
          <p:nvPr/>
        </p:nvSpPr>
        <p:spPr>
          <a:xfrm>
            <a:off x="799920" y="314244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実測発電量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8" name=""/>
          <p:cNvSpPr txBox="1"/>
          <p:nvPr/>
        </p:nvSpPr>
        <p:spPr>
          <a:xfrm>
            <a:off x="799920" y="353268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毎朝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9" name=""/>
          <p:cNvSpPr txBox="1"/>
          <p:nvPr/>
        </p:nvSpPr>
        <p:spPr>
          <a:xfrm>
            <a:off x="1181160" y="3524040"/>
            <a:ext cx="3715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6:30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0" name=""/>
          <p:cNvSpPr txBox="1"/>
          <p:nvPr/>
        </p:nvSpPr>
        <p:spPr>
          <a:xfrm>
            <a:off x="1551960" y="3532680"/>
            <a:ext cx="1905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に予測を⾃動更新し、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1" name=""/>
          <p:cNvSpPr txBox="1"/>
          <p:nvPr/>
        </p:nvSpPr>
        <p:spPr>
          <a:xfrm>
            <a:off x="3456720" y="3524040"/>
            <a:ext cx="6570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GitHub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2" name=""/>
          <p:cNvSpPr txBox="1"/>
          <p:nvPr/>
        </p:nvSpPr>
        <p:spPr>
          <a:xfrm>
            <a:off x="4113000" y="353268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で結果を公開・検証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3" name=""/>
          <p:cNvSpPr txBox="1"/>
          <p:nvPr/>
        </p:nvSpPr>
        <p:spPr>
          <a:xfrm>
            <a:off x="666720" y="406440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モデル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4" name=""/>
          <p:cNvSpPr txBox="1"/>
          <p:nvPr/>
        </p:nvSpPr>
        <p:spPr>
          <a:xfrm>
            <a:off x="2317680" y="4056480"/>
            <a:ext cx="19080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R²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5" name=""/>
          <p:cNvSpPr txBox="1"/>
          <p:nvPr/>
        </p:nvSpPr>
        <p:spPr>
          <a:xfrm>
            <a:off x="2508840" y="40644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6" name=""/>
          <p:cNvSpPr txBox="1"/>
          <p:nvPr/>
        </p:nvSpPr>
        <p:spPr>
          <a:xfrm>
            <a:off x="2680200" y="4056480"/>
            <a:ext cx="36756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OOF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7" name=""/>
          <p:cNvSpPr txBox="1"/>
          <p:nvPr/>
        </p:nvSpPr>
        <p:spPr>
          <a:xfrm>
            <a:off x="3048840" y="40644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8" name=""/>
          <p:cNvSpPr txBox="1"/>
          <p:nvPr/>
        </p:nvSpPr>
        <p:spPr>
          <a:xfrm>
            <a:off x="3477240" y="4056480"/>
            <a:ext cx="90468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MAE (kWh/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9" name=""/>
          <p:cNvSpPr txBox="1"/>
          <p:nvPr/>
        </p:nvSpPr>
        <p:spPr>
          <a:xfrm>
            <a:off x="4385520" y="40644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⽇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0" name=""/>
          <p:cNvSpPr txBox="1"/>
          <p:nvPr/>
        </p:nvSpPr>
        <p:spPr>
          <a:xfrm>
            <a:off x="4556880" y="4056480"/>
            <a:ext cx="17100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1" name=""/>
          <p:cNvSpPr txBox="1"/>
          <p:nvPr/>
        </p:nvSpPr>
        <p:spPr>
          <a:xfrm>
            <a:off x="666720" y="4437360"/>
            <a:ext cx="12553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Random Forest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2" name=""/>
          <p:cNvSpPr txBox="1"/>
          <p:nvPr/>
        </p:nvSpPr>
        <p:spPr>
          <a:xfrm>
            <a:off x="2317680" y="4437360"/>
            <a:ext cx="42768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0.846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3" name=""/>
          <p:cNvSpPr txBox="1"/>
          <p:nvPr/>
        </p:nvSpPr>
        <p:spPr>
          <a:xfrm>
            <a:off x="3477240" y="4437360"/>
            <a:ext cx="33300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1.89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4" name=""/>
          <p:cNvSpPr txBox="1"/>
          <p:nvPr/>
        </p:nvSpPr>
        <p:spPr>
          <a:xfrm>
            <a:off x="666720" y="4818240"/>
            <a:ext cx="13885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Gradient Boosting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5" name=""/>
          <p:cNvSpPr txBox="1"/>
          <p:nvPr/>
        </p:nvSpPr>
        <p:spPr>
          <a:xfrm>
            <a:off x="2317680" y="4818240"/>
            <a:ext cx="4276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0.840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6" name=""/>
          <p:cNvSpPr txBox="1"/>
          <p:nvPr/>
        </p:nvSpPr>
        <p:spPr>
          <a:xfrm>
            <a:off x="3477240" y="48182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1.93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7" name=""/>
          <p:cNvSpPr txBox="1"/>
          <p:nvPr/>
        </p:nvSpPr>
        <p:spPr>
          <a:xfrm>
            <a:off x="666720" y="5199480"/>
            <a:ext cx="4939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Ridge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8" name=""/>
          <p:cNvSpPr txBox="1"/>
          <p:nvPr/>
        </p:nvSpPr>
        <p:spPr>
          <a:xfrm>
            <a:off x="1162080" y="520740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回帰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9" name=""/>
          <p:cNvSpPr txBox="1"/>
          <p:nvPr/>
        </p:nvSpPr>
        <p:spPr>
          <a:xfrm>
            <a:off x="2317680" y="5199480"/>
            <a:ext cx="4276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0.813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0" name=""/>
          <p:cNvSpPr txBox="1"/>
          <p:nvPr/>
        </p:nvSpPr>
        <p:spPr>
          <a:xfrm>
            <a:off x="3477240" y="519948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2.14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1" name=""/>
          <p:cNvSpPr txBox="1"/>
          <p:nvPr/>
        </p:nvSpPr>
        <p:spPr>
          <a:xfrm>
            <a:off x="533520" y="5676120"/>
            <a:ext cx="19116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1" u="none" strike="noStrike">
                <a:solidFill>
                  <a:srgbClr val="2563EB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2" name=""/>
          <p:cNvSpPr txBox="1"/>
          <p:nvPr/>
        </p:nvSpPr>
        <p:spPr>
          <a:xfrm>
            <a:off x="723960" y="5667120"/>
            <a:ext cx="190080" cy="227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3" name=""/>
          <p:cNvSpPr txBox="1"/>
          <p:nvPr/>
        </p:nvSpPr>
        <p:spPr>
          <a:xfrm>
            <a:off x="776880" y="567612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複数モデルを⽐較検討し、精度が最も⾼い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4" name=""/>
          <p:cNvSpPr txBox="1"/>
          <p:nvPr/>
        </p:nvSpPr>
        <p:spPr>
          <a:xfrm>
            <a:off x="4386960" y="5667120"/>
            <a:ext cx="1454040" cy="227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Random Forest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495" name=""/>
          <p:cNvPicPr/>
          <p:nvPr/>
        </p:nvPicPr>
        <p:blipFill>
          <a:blip r:embed="rId1"/>
          <a:stretch/>
        </p:blipFill>
        <p:spPr>
          <a:xfrm>
            <a:off x="7496280" y="600120"/>
            <a:ext cx="2876040" cy="2856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96" name=""/>
          <p:cNvPicPr/>
          <p:nvPr/>
        </p:nvPicPr>
        <p:blipFill>
          <a:blip r:embed="rId2"/>
          <a:stretch/>
        </p:blipFill>
        <p:spPr>
          <a:xfrm>
            <a:off x="6486480" y="3533760"/>
            <a:ext cx="4895640" cy="2857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7" name=""/>
          <p:cNvSpPr txBox="1"/>
          <p:nvPr/>
        </p:nvSpPr>
        <p:spPr>
          <a:xfrm>
            <a:off x="533520" y="597132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を現⾏モデルに採⽤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8" name=""/>
          <p:cNvSpPr txBox="1"/>
          <p:nvPr/>
        </p:nvSpPr>
        <p:spPr>
          <a:xfrm>
            <a:off x="11768400" y="6492600"/>
            <a:ext cx="137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11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2" name=""/>
          <p:cNvSpPr/>
          <p:nvPr/>
        </p:nvSpPr>
        <p:spPr>
          <a:xfrm>
            <a:off x="533160" y="100944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03" name=""/>
          <p:cNvSpPr/>
          <p:nvPr/>
        </p:nvSpPr>
        <p:spPr>
          <a:xfrm>
            <a:off x="552240" y="6048360"/>
            <a:ext cx="11106360" cy="466920"/>
          </a:xfrm>
          <a:custGeom>
            <a:avLst/>
            <a:gdLst/>
            <a:ahLst/>
            <a:rect l="0" t="0" r="r" b="b"/>
            <a:pathLst>
              <a:path w="30851" h="1297">
                <a:moveTo>
                  <a:pt x="0" y="1297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2"/>
                  <a:pt x="30786" y="8"/>
                </a:cubicBezTo>
                <a:cubicBezTo>
                  <a:pt x="30799" y="13"/>
                  <a:pt x="30811" y="21"/>
                  <a:pt x="30820" y="31"/>
                </a:cubicBezTo>
                <a:cubicBezTo>
                  <a:pt x="30830" y="40"/>
                  <a:pt x="30838" y="52"/>
                  <a:pt x="30843" y="65"/>
                </a:cubicBezTo>
                <a:cubicBezTo>
                  <a:pt x="30849" y="78"/>
                  <a:pt x="30851" y="91"/>
                  <a:pt x="30851" y="105"/>
                </a:cubicBezTo>
                <a:lnTo>
                  <a:pt x="30851" y="1191"/>
                </a:lnTo>
                <a:cubicBezTo>
                  <a:pt x="30851" y="1205"/>
                  <a:pt x="30849" y="1219"/>
                  <a:pt x="30843" y="1232"/>
                </a:cubicBezTo>
                <a:cubicBezTo>
                  <a:pt x="30838" y="1245"/>
                  <a:pt x="30830" y="1256"/>
                  <a:pt x="30820" y="1266"/>
                </a:cubicBezTo>
                <a:cubicBezTo>
                  <a:pt x="30811" y="1276"/>
                  <a:pt x="30799" y="1284"/>
                  <a:pt x="30786" y="1289"/>
                </a:cubicBezTo>
                <a:cubicBezTo>
                  <a:pt x="30773" y="1294"/>
                  <a:pt x="30760" y="1297"/>
                  <a:pt x="30746" y="1297"/>
                </a:cubicBezTo>
                <a:lnTo>
                  <a:pt x="0" y="1297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4" name=""/>
          <p:cNvSpPr/>
          <p:nvPr/>
        </p:nvSpPr>
        <p:spPr>
          <a:xfrm>
            <a:off x="533160" y="6048360"/>
            <a:ext cx="38520" cy="466920"/>
          </a:xfrm>
          <a:custGeom>
            <a:avLst/>
            <a:gdLst/>
            <a:ahLst/>
            <a:rect l="0" t="0" r="r" b="b"/>
            <a:pathLst>
              <a:path w="107" h="1297">
                <a:moveTo>
                  <a:pt x="0" y="0"/>
                </a:moveTo>
                <a:lnTo>
                  <a:pt x="107" y="0"/>
                </a:lnTo>
                <a:lnTo>
                  <a:pt x="10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05" name=""/>
          <p:cNvSpPr txBox="1"/>
          <p:nvPr/>
        </p:nvSpPr>
        <p:spPr>
          <a:xfrm>
            <a:off x="533520" y="475560"/>
            <a:ext cx="273024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ml_forecast —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6" name=""/>
          <p:cNvSpPr txBox="1"/>
          <p:nvPr/>
        </p:nvSpPr>
        <p:spPr>
          <a:xfrm>
            <a:off x="3256200" y="493560"/>
            <a:ext cx="3048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⾃宅太陽光発電量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7" name=""/>
          <p:cNvSpPr txBox="1"/>
          <p:nvPr/>
        </p:nvSpPr>
        <p:spPr>
          <a:xfrm>
            <a:off x="6303960" y="475560"/>
            <a:ext cx="3805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8" name=""/>
          <p:cNvSpPr/>
          <p:nvPr/>
        </p:nvSpPr>
        <p:spPr>
          <a:xfrm>
            <a:off x="542880" y="2752560"/>
            <a:ext cx="952560" cy="381240"/>
          </a:xfrm>
          <a:custGeom>
            <a:avLst/>
            <a:gdLst/>
            <a:ahLst/>
            <a:rect l="0" t="0" r="r" b="b"/>
            <a:pathLst>
              <a:path w="2646" h="1059">
                <a:moveTo>
                  <a:pt x="0" y="0"/>
                </a:moveTo>
                <a:lnTo>
                  <a:pt x="2646" y="0"/>
                </a:lnTo>
                <a:lnTo>
                  <a:pt x="264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9" name=""/>
          <p:cNvSpPr/>
          <p:nvPr/>
        </p:nvSpPr>
        <p:spPr>
          <a:xfrm>
            <a:off x="1495080" y="2752560"/>
            <a:ext cx="619560" cy="381240"/>
          </a:xfrm>
          <a:custGeom>
            <a:avLst/>
            <a:gdLst/>
            <a:ahLst/>
            <a:rect l="0" t="0" r="r" b="b"/>
            <a:pathLst>
              <a:path w="1721" h="1059">
                <a:moveTo>
                  <a:pt x="0" y="0"/>
                </a:moveTo>
                <a:lnTo>
                  <a:pt x="1721" y="0"/>
                </a:lnTo>
                <a:lnTo>
                  <a:pt x="172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0" name=""/>
          <p:cNvSpPr/>
          <p:nvPr/>
        </p:nvSpPr>
        <p:spPr>
          <a:xfrm>
            <a:off x="2114280" y="2752560"/>
            <a:ext cx="771840" cy="381240"/>
          </a:xfrm>
          <a:custGeom>
            <a:avLst/>
            <a:gdLst/>
            <a:ahLst/>
            <a:rect l="0" t="0" r="r" b="b"/>
            <a:pathLst>
              <a:path w="2144" h="1059">
                <a:moveTo>
                  <a:pt x="0" y="0"/>
                </a:moveTo>
                <a:lnTo>
                  <a:pt x="2144" y="0"/>
                </a:lnTo>
                <a:lnTo>
                  <a:pt x="2144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1" name=""/>
          <p:cNvSpPr/>
          <p:nvPr/>
        </p:nvSpPr>
        <p:spPr>
          <a:xfrm>
            <a:off x="2885760" y="2752560"/>
            <a:ext cx="610200" cy="381240"/>
          </a:xfrm>
          <a:custGeom>
            <a:avLst/>
            <a:gdLst/>
            <a:ahLst/>
            <a:rect l="0" t="0" r="r" b="b"/>
            <a:pathLst>
              <a:path w="1695" h="1059">
                <a:moveTo>
                  <a:pt x="0" y="0"/>
                </a:moveTo>
                <a:lnTo>
                  <a:pt x="1695" y="0"/>
                </a:lnTo>
                <a:lnTo>
                  <a:pt x="169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2" name=""/>
          <p:cNvSpPr/>
          <p:nvPr/>
        </p:nvSpPr>
        <p:spPr>
          <a:xfrm>
            <a:off x="3495600" y="2752560"/>
            <a:ext cx="600480" cy="381240"/>
          </a:xfrm>
          <a:custGeom>
            <a:avLst/>
            <a:gdLst/>
            <a:ahLst/>
            <a:rect l="0" t="0" r="r" b="b"/>
            <a:pathLst>
              <a:path w="1668" h="1059">
                <a:moveTo>
                  <a:pt x="0" y="0"/>
                </a:moveTo>
                <a:lnTo>
                  <a:pt x="1668" y="0"/>
                </a:lnTo>
                <a:lnTo>
                  <a:pt x="166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3" name=""/>
          <p:cNvSpPr/>
          <p:nvPr/>
        </p:nvSpPr>
        <p:spPr>
          <a:xfrm>
            <a:off x="4095720" y="275256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4" name=""/>
          <p:cNvSpPr/>
          <p:nvPr/>
        </p:nvSpPr>
        <p:spPr>
          <a:xfrm>
            <a:off x="4686120" y="275256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5" name=""/>
          <p:cNvSpPr/>
          <p:nvPr/>
        </p:nvSpPr>
        <p:spPr>
          <a:xfrm>
            <a:off x="542880" y="2752560"/>
            <a:ext cx="952560" cy="381240"/>
          </a:xfrm>
          <a:custGeom>
            <a:avLst/>
            <a:gdLst/>
            <a:ahLst/>
            <a:rect l="0" t="0" r="r" b="b"/>
            <a:pathLst>
              <a:path w="2646" h="1059">
                <a:moveTo>
                  <a:pt x="0" y="0"/>
                </a:moveTo>
                <a:lnTo>
                  <a:pt x="2646" y="0"/>
                </a:lnTo>
                <a:lnTo>
                  <a:pt x="264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16" name=""/>
          <p:cNvSpPr/>
          <p:nvPr/>
        </p:nvSpPr>
        <p:spPr>
          <a:xfrm>
            <a:off x="1495080" y="2752560"/>
            <a:ext cx="619560" cy="381240"/>
          </a:xfrm>
          <a:custGeom>
            <a:avLst/>
            <a:gdLst/>
            <a:ahLst/>
            <a:rect l="0" t="0" r="r" b="b"/>
            <a:pathLst>
              <a:path w="1721" h="1059">
                <a:moveTo>
                  <a:pt x="0" y="0"/>
                </a:moveTo>
                <a:lnTo>
                  <a:pt x="1721" y="0"/>
                </a:lnTo>
                <a:lnTo>
                  <a:pt x="172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17" name=""/>
          <p:cNvSpPr/>
          <p:nvPr/>
        </p:nvSpPr>
        <p:spPr>
          <a:xfrm>
            <a:off x="2114280" y="2752560"/>
            <a:ext cx="771840" cy="381240"/>
          </a:xfrm>
          <a:custGeom>
            <a:avLst/>
            <a:gdLst/>
            <a:ahLst/>
            <a:rect l="0" t="0" r="r" b="b"/>
            <a:pathLst>
              <a:path w="2144" h="1059">
                <a:moveTo>
                  <a:pt x="0" y="0"/>
                </a:moveTo>
                <a:lnTo>
                  <a:pt x="2144" y="0"/>
                </a:lnTo>
                <a:lnTo>
                  <a:pt x="2144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18" name=""/>
          <p:cNvSpPr/>
          <p:nvPr/>
        </p:nvSpPr>
        <p:spPr>
          <a:xfrm>
            <a:off x="2885760" y="2752560"/>
            <a:ext cx="610200" cy="381240"/>
          </a:xfrm>
          <a:custGeom>
            <a:avLst/>
            <a:gdLst/>
            <a:ahLst/>
            <a:rect l="0" t="0" r="r" b="b"/>
            <a:pathLst>
              <a:path w="1695" h="1059">
                <a:moveTo>
                  <a:pt x="0" y="0"/>
                </a:moveTo>
                <a:lnTo>
                  <a:pt x="1695" y="0"/>
                </a:lnTo>
                <a:lnTo>
                  <a:pt x="169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19" name=""/>
          <p:cNvSpPr/>
          <p:nvPr/>
        </p:nvSpPr>
        <p:spPr>
          <a:xfrm>
            <a:off x="3495600" y="2752560"/>
            <a:ext cx="600480" cy="381240"/>
          </a:xfrm>
          <a:custGeom>
            <a:avLst/>
            <a:gdLst/>
            <a:ahLst/>
            <a:rect l="0" t="0" r="r" b="b"/>
            <a:pathLst>
              <a:path w="1668" h="1059">
                <a:moveTo>
                  <a:pt x="0" y="0"/>
                </a:moveTo>
                <a:lnTo>
                  <a:pt x="1668" y="0"/>
                </a:lnTo>
                <a:lnTo>
                  <a:pt x="166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20" name=""/>
          <p:cNvSpPr/>
          <p:nvPr/>
        </p:nvSpPr>
        <p:spPr>
          <a:xfrm>
            <a:off x="4095720" y="275256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21" name=""/>
          <p:cNvSpPr/>
          <p:nvPr/>
        </p:nvSpPr>
        <p:spPr>
          <a:xfrm>
            <a:off x="4686120" y="275256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22" name=""/>
          <p:cNvSpPr/>
          <p:nvPr/>
        </p:nvSpPr>
        <p:spPr>
          <a:xfrm>
            <a:off x="542880" y="3133440"/>
            <a:ext cx="952560" cy="381600"/>
          </a:xfrm>
          <a:custGeom>
            <a:avLst/>
            <a:gdLst/>
            <a:ahLst/>
            <a:rect l="0" t="0" r="r" b="b"/>
            <a:pathLst>
              <a:path w="2646" h="1060">
                <a:moveTo>
                  <a:pt x="0" y="0"/>
                </a:moveTo>
                <a:lnTo>
                  <a:pt x="2646" y="0"/>
                </a:lnTo>
                <a:lnTo>
                  <a:pt x="2646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3" name=""/>
          <p:cNvSpPr/>
          <p:nvPr/>
        </p:nvSpPr>
        <p:spPr>
          <a:xfrm>
            <a:off x="1495080" y="3133440"/>
            <a:ext cx="619560" cy="381600"/>
          </a:xfrm>
          <a:custGeom>
            <a:avLst/>
            <a:gdLst/>
            <a:ahLst/>
            <a:rect l="0" t="0" r="r" b="b"/>
            <a:pathLst>
              <a:path w="1721" h="1060">
                <a:moveTo>
                  <a:pt x="0" y="0"/>
                </a:moveTo>
                <a:lnTo>
                  <a:pt x="1721" y="0"/>
                </a:lnTo>
                <a:lnTo>
                  <a:pt x="172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4" name=""/>
          <p:cNvSpPr/>
          <p:nvPr/>
        </p:nvSpPr>
        <p:spPr>
          <a:xfrm>
            <a:off x="2114280" y="3133440"/>
            <a:ext cx="771840" cy="381600"/>
          </a:xfrm>
          <a:custGeom>
            <a:avLst/>
            <a:gdLst/>
            <a:ahLst/>
            <a:rect l="0" t="0" r="r" b="b"/>
            <a:pathLst>
              <a:path w="2144" h="1060">
                <a:moveTo>
                  <a:pt x="0" y="0"/>
                </a:moveTo>
                <a:lnTo>
                  <a:pt x="2144" y="0"/>
                </a:lnTo>
                <a:lnTo>
                  <a:pt x="2144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5" name=""/>
          <p:cNvSpPr/>
          <p:nvPr/>
        </p:nvSpPr>
        <p:spPr>
          <a:xfrm>
            <a:off x="2885760" y="3133440"/>
            <a:ext cx="610200" cy="381600"/>
          </a:xfrm>
          <a:custGeom>
            <a:avLst/>
            <a:gdLst/>
            <a:ahLst/>
            <a:rect l="0" t="0" r="r" b="b"/>
            <a:pathLst>
              <a:path w="1695" h="1060">
                <a:moveTo>
                  <a:pt x="0" y="0"/>
                </a:moveTo>
                <a:lnTo>
                  <a:pt x="1695" y="0"/>
                </a:lnTo>
                <a:lnTo>
                  <a:pt x="1695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6" name=""/>
          <p:cNvSpPr/>
          <p:nvPr/>
        </p:nvSpPr>
        <p:spPr>
          <a:xfrm>
            <a:off x="3495600" y="3133440"/>
            <a:ext cx="600480" cy="381600"/>
          </a:xfrm>
          <a:custGeom>
            <a:avLst/>
            <a:gdLst/>
            <a:ahLst/>
            <a:rect l="0" t="0" r="r" b="b"/>
            <a:pathLst>
              <a:path w="1668" h="1060">
                <a:moveTo>
                  <a:pt x="0" y="0"/>
                </a:moveTo>
                <a:lnTo>
                  <a:pt x="1668" y="0"/>
                </a:lnTo>
                <a:lnTo>
                  <a:pt x="166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7" name=""/>
          <p:cNvSpPr/>
          <p:nvPr/>
        </p:nvSpPr>
        <p:spPr>
          <a:xfrm>
            <a:off x="4095720" y="3133440"/>
            <a:ext cx="590760" cy="381600"/>
          </a:xfrm>
          <a:custGeom>
            <a:avLst/>
            <a:gdLst/>
            <a:ahLst/>
            <a:rect l="0" t="0" r="r" b="b"/>
            <a:pathLst>
              <a:path w="1641" h="1060">
                <a:moveTo>
                  <a:pt x="0" y="0"/>
                </a:moveTo>
                <a:lnTo>
                  <a:pt x="1641" y="0"/>
                </a:lnTo>
                <a:lnTo>
                  <a:pt x="164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8" name=""/>
          <p:cNvSpPr/>
          <p:nvPr/>
        </p:nvSpPr>
        <p:spPr>
          <a:xfrm>
            <a:off x="4686120" y="3133440"/>
            <a:ext cx="590760" cy="381600"/>
          </a:xfrm>
          <a:custGeom>
            <a:avLst/>
            <a:gdLst/>
            <a:ahLst/>
            <a:rect l="0" t="0" r="r" b="b"/>
            <a:pathLst>
              <a:path w="1641" h="1060">
                <a:moveTo>
                  <a:pt x="0" y="0"/>
                </a:moveTo>
                <a:lnTo>
                  <a:pt x="1641" y="0"/>
                </a:lnTo>
                <a:lnTo>
                  <a:pt x="164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9" name=""/>
          <p:cNvSpPr/>
          <p:nvPr/>
        </p:nvSpPr>
        <p:spPr>
          <a:xfrm>
            <a:off x="542880" y="3514680"/>
            <a:ext cx="952560" cy="381240"/>
          </a:xfrm>
          <a:custGeom>
            <a:avLst/>
            <a:gdLst/>
            <a:ahLst/>
            <a:rect l="0" t="0" r="r" b="b"/>
            <a:pathLst>
              <a:path w="2646" h="1059">
                <a:moveTo>
                  <a:pt x="0" y="0"/>
                </a:moveTo>
                <a:lnTo>
                  <a:pt x="2646" y="0"/>
                </a:lnTo>
                <a:lnTo>
                  <a:pt x="264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0" name=""/>
          <p:cNvSpPr/>
          <p:nvPr/>
        </p:nvSpPr>
        <p:spPr>
          <a:xfrm>
            <a:off x="1495080" y="3514680"/>
            <a:ext cx="619560" cy="381240"/>
          </a:xfrm>
          <a:custGeom>
            <a:avLst/>
            <a:gdLst/>
            <a:ahLst/>
            <a:rect l="0" t="0" r="r" b="b"/>
            <a:pathLst>
              <a:path w="1721" h="1059">
                <a:moveTo>
                  <a:pt x="0" y="0"/>
                </a:moveTo>
                <a:lnTo>
                  <a:pt x="1721" y="0"/>
                </a:lnTo>
                <a:lnTo>
                  <a:pt x="172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1" name=""/>
          <p:cNvSpPr/>
          <p:nvPr/>
        </p:nvSpPr>
        <p:spPr>
          <a:xfrm>
            <a:off x="2114280" y="3514680"/>
            <a:ext cx="771840" cy="381240"/>
          </a:xfrm>
          <a:custGeom>
            <a:avLst/>
            <a:gdLst/>
            <a:ahLst/>
            <a:rect l="0" t="0" r="r" b="b"/>
            <a:pathLst>
              <a:path w="2144" h="1059">
                <a:moveTo>
                  <a:pt x="0" y="0"/>
                </a:moveTo>
                <a:lnTo>
                  <a:pt x="2144" y="0"/>
                </a:lnTo>
                <a:lnTo>
                  <a:pt x="2144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2" name=""/>
          <p:cNvSpPr/>
          <p:nvPr/>
        </p:nvSpPr>
        <p:spPr>
          <a:xfrm>
            <a:off x="2885760" y="3514680"/>
            <a:ext cx="610200" cy="381240"/>
          </a:xfrm>
          <a:custGeom>
            <a:avLst/>
            <a:gdLst/>
            <a:ahLst/>
            <a:rect l="0" t="0" r="r" b="b"/>
            <a:pathLst>
              <a:path w="1695" h="1059">
                <a:moveTo>
                  <a:pt x="0" y="0"/>
                </a:moveTo>
                <a:lnTo>
                  <a:pt x="1695" y="0"/>
                </a:lnTo>
                <a:lnTo>
                  <a:pt x="169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3" name=""/>
          <p:cNvSpPr/>
          <p:nvPr/>
        </p:nvSpPr>
        <p:spPr>
          <a:xfrm>
            <a:off x="3495600" y="3514680"/>
            <a:ext cx="600480" cy="381240"/>
          </a:xfrm>
          <a:custGeom>
            <a:avLst/>
            <a:gdLst/>
            <a:ahLst/>
            <a:rect l="0" t="0" r="r" b="b"/>
            <a:pathLst>
              <a:path w="1668" h="1059">
                <a:moveTo>
                  <a:pt x="0" y="0"/>
                </a:moveTo>
                <a:lnTo>
                  <a:pt x="1668" y="0"/>
                </a:lnTo>
                <a:lnTo>
                  <a:pt x="166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4" name=""/>
          <p:cNvSpPr/>
          <p:nvPr/>
        </p:nvSpPr>
        <p:spPr>
          <a:xfrm>
            <a:off x="4095720" y="351468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5" name=""/>
          <p:cNvSpPr/>
          <p:nvPr/>
        </p:nvSpPr>
        <p:spPr>
          <a:xfrm>
            <a:off x="4686120" y="351468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6" name=""/>
          <p:cNvSpPr/>
          <p:nvPr/>
        </p:nvSpPr>
        <p:spPr>
          <a:xfrm>
            <a:off x="542880" y="3514680"/>
            <a:ext cx="952560" cy="381240"/>
          </a:xfrm>
          <a:custGeom>
            <a:avLst/>
            <a:gdLst/>
            <a:ahLst/>
            <a:rect l="0" t="0" r="r" b="b"/>
            <a:pathLst>
              <a:path w="2646" h="1059">
                <a:moveTo>
                  <a:pt x="0" y="0"/>
                </a:moveTo>
                <a:lnTo>
                  <a:pt x="2646" y="0"/>
                </a:lnTo>
                <a:lnTo>
                  <a:pt x="264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7" name=""/>
          <p:cNvSpPr/>
          <p:nvPr/>
        </p:nvSpPr>
        <p:spPr>
          <a:xfrm>
            <a:off x="1495080" y="3514680"/>
            <a:ext cx="619560" cy="381240"/>
          </a:xfrm>
          <a:custGeom>
            <a:avLst/>
            <a:gdLst/>
            <a:ahLst/>
            <a:rect l="0" t="0" r="r" b="b"/>
            <a:pathLst>
              <a:path w="1721" h="1059">
                <a:moveTo>
                  <a:pt x="0" y="0"/>
                </a:moveTo>
                <a:lnTo>
                  <a:pt x="1721" y="0"/>
                </a:lnTo>
                <a:lnTo>
                  <a:pt x="172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8" name=""/>
          <p:cNvSpPr/>
          <p:nvPr/>
        </p:nvSpPr>
        <p:spPr>
          <a:xfrm>
            <a:off x="2114280" y="3514680"/>
            <a:ext cx="771840" cy="381240"/>
          </a:xfrm>
          <a:custGeom>
            <a:avLst/>
            <a:gdLst/>
            <a:ahLst/>
            <a:rect l="0" t="0" r="r" b="b"/>
            <a:pathLst>
              <a:path w="2144" h="1059">
                <a:moveTo>
                  <a:pt x="0" y="0"/>
                </a:moveTo>
                <a:lnTo>
                  <a:pt x="2144" y="0"/>
                </a:lnTo>
                <a:lnTo>
                  <a:pt x="2144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9" name=""/>
          <p:cNvSpPr/>
          <p:nvPr/>
        </p:nvSpPr>
        <p:spPr>
          <a:xfrm>
            <a:off x="2885760" y="3514680"/>
            <a:ext cx="610200" cy="381240"/>
          </a:xfrm>
          <a:custGeom>
            <a:avLst/>
            <a:gdLst/>
            <a:ahLst/>
            <a:rect l="0" t="0" r="r" b="b"/>
            <a:pathLst>
              <a:path w="1695" h="1059">
                <a:moveTo>
                  <a:pt x="0" y="0"/>
                </a:moveTo>
                <a:lnTo>
                  <a:pt x="1695" y="0"/>
                </a:lnTo>
                <a:lnTo>
                  <a:pt x="169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0" name=""/>
          <p:cNvSpPr/>
          <p:nvPr/>
        </p:nvSpPr>
        <p:spPr>
          <a:xfrm>
            <a:off x="3495600" y="3514680"/>
            <a:ext cx="600480" cy="381240"/>
          </a:xfrm>
          <a:custGeom>
            <a:avLst/>
            <a:gdLst/>
            <a:ahLst/>
            <a:rect l="0" t="0" r="r" b="b"/>
            <a:pathLst>
              <a:path w="1668" h="1059">
                <a:moveTo>
                  <a:pt x="0" y="0"/>
                </a:moveTo>
                <a:lnTo>
                  <a:pt x="1668" y="0"/>
                </a:lnTo>
                <a:lnTo>
                  <a:pt x="166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1" name=""/>
          <p:cNvSpPr/>
          <p:nvPr/>
        </p:nvSpPr>
        <p:spPr>
          <a:xfrm>
            <a:off x="4095720" y="351468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2" name=""/>
          <p:cNvSpPr/>
          <p:nvPr/>
        </p:nvSpPr>
        <p:spPr>
          <a:xfrm>
            <a:off x="4686120" y="351468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3" name=""/>
          <p:cNvSpPr/>
          <p:nvPr/>
        </p:nvSpPr>
        <p:spPr>
          <a:xfrm>
            <a:off x="542880" y="3895560"/>
            <a:ext cx="952560" cy="381240"/>
          </a:xfrm>
          <a:custGeom>
            <a:avLst/>
            <a:gdLst/>
            <a:ahLst/>
            <a:rect l="0" t="0" r="r" b="b"/>
            <a:pathLst>
              <a:path w="2646" h="1059">
                <a:moveTo>
                  <a:pt x="0" y="0"/>
                </a:moveTo>
                <a:lnTo>
                  <a:pt x="2646" y="0"/>
                </a:lnTo>
                <a:lnTo>
                  <a:pt x="264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4" name=""/>
          <p:cNvSpPr/>
          <p:nvPr/>
        </p:nvSpPr>
        <p:spPr>
          <a:xfrm>
            <a:off x="1495080" y="3895560"/>
            <a:ext cx="619560" cy="381240"/>
          </a:xfrm>
          <a:custGeom>
            <a:avLst/>
            <a:gdLst/>
            <a:ahLst/>
            <a:rect l="0" t="0" r="r" b="b"/>
            <a:pathLst>
              <a:path w="1721" h="1059">
                <a:moveTo>
                  <a:pt x="0" y="0"/>
                </a:moveTo>
                <a:lnTo>
                  <a:pt x="1721" y="0"/>
                </a:lnTo>
                <a:lnTo>
                  <a:pt x="172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5" name=""/>
          <p:cNvSpPr/>
          <p:nvPr/>
        </p:nvSpPr>
        <p:spPr>
          <a:xfrm>
            <a:off x="2114280" y="3895560"/>
            <a:ext cx="771840" cy="381240"/>
          </a:xfrm>
          <a:custGeom>
            <a:avLst/>
            <a:gdLst/>
            <a:ahLst/>
            <a:rect l="0" t="0" r="r" b="b"/>
            <a:pathLst>
              <a:path w="2144" h="1059">
                <a:moveTo>
                  <a:pt x="0" y="0"/>
                </a:moveTo>
                <a:lnTo>
                  <a:pt x="2144" y="0"/>
                </a:lnTo>
                <a:lnTo>
                  <a:pt x="2144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6" name=""/>
          <p:cNvSpPr/>
          <p:nvPr/>
        </p:nvSpPr>
        <p:spPr>
          <a:xfrm>
            <a:off x="2885760" y="3895560"/>
            <a:ext cx="610200" cy="381240"/>
          </a:xfrm>
          <a:custGeom>
            <a:avLst/>
            <a:gdLst/>
            <a:ahLst/>
            <a:rect l="0" t="0" r="r" b="b"/>
            <a:pathLst>
              <a:path w="1695" h="1059">
                <a:moveTo>
                  <a:pt x="0" y="0"/>
                </a:moveTo>
                <a:lnTo>
                  <a:pt x="1695" y="0"/>
                </a:lnTo>
                <a:lnTo>
                  <a:pt x="169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7" name=""/>
          <p:cNvSpPr/>
          <p:nvPr/>
        </p:nvSpPr>
        <p:spPr>
          <a:xfrm>
            <a:off x="3495600" y="3895560"/>
            <a:ext cx="600480" cy="381240"/>
          </a:xfrm>
          <a:custGeom>
            <a:avLst/>
            <a:gdLst/>
            <a:ahLst/>
            <a:rect l="0" t="0" r="r" b="b"/>
            <a:pathLst>
              <a:path w="1668" h="1059">
                <a:moveTo>
                  <a:pt x="0" y="0"/>
                </a:moveTo>
                <a:lnTo>
                  <a:pt x="1668" y="0"/>
                </a:lnTo>
                <a:lnTo>
                  <a:pt x="166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8" name=""/>
          <p:cNvSpPr/>
          <p:nvPr/>
        </p:nvSpPr>
        <p:spPr>
          <a:xfrm>
            <a:off x="4095720" y="389556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9" name=""/>
          <p:cNvSpPr/>
          <p:nvPr/>
        </p:nvSpPr>
        <p:spPr>
          <a:xfrm>
            <a:off x="4686120" y="389556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0" name=""/>
          <p:cNvSpPr/>
          <p:nvPr/>
        </p:nvSpPr>
        <p:spPr>
          <a:xfrm>
            <a:off x="542880" y="4276440"/>
            <a:ext cx="952560" cy="381600"/>
          </a:xfrm>
          <a:custGeom>
            <a:avLst/>
            <a:gdLst/>
            <a:ahLst/>
            <a:rect l="0" t="0" r="r" b="b"/>
            <a:pathLst>
              <a:path w="2646" h="1060">
                <a:moveTo>
                  <a:pt x="0" y="0"/>
                </a:moveTo>
                <a:lnTo>
                  <a:pt x="2646" y="0"/>
                </a:lnTo>
                <a:lnTo>
                  <a:pt x="2646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1" name=""/>
          <p:cNvSpPr/>
          <p:nvPr/>
        </p:nvSpPr>
        <p:spPr>
          <a:xfrm>
            <a:off x="1495080" y="4276440"/>
            <a:ext cx="619560" cy="381600"/>
          </a:xfrm>
          <a:custGeom>
            <a:avLst/>
            <a:gdLst/>
            <a:ahLst/>
            <a:rect l="0" t="0" r="r" b="b"/>
            <a:pathLst>
              <a:path w="1721" h="1060">
                <a:moveTo>
                  <a:pt x="0" y="0"/>
                </a:moveTo>
                <a:lnTo>
                  <a:pt x="1721" y="0"/>
                </a:lnTo>
                <a:lnTo>
                  <a:pt x="172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2" name=""/>
          <p:cNvSpPr/>
          <p:nvPr/>
        </p:nvSpPr>
        <p:spPr>
          <a:xfrm>
            <a:off x="2114280" y="4276440"/>
            <a:ext cx="771840" cy="381600"/>
          </a:xfrm>
          <a:custGeom>
            <a:avLst/>
            <a:gdLst/>
            <a:ahLst/>
            <a:rect l="0" t="0" r="r" b="b"/>
            <a:pathLst>
              <a:path w="2144" h="1060">
                <a:moveTo>
                  <a:pt x="0" y="0"/>
                </a:moveTo>
                <a:lnTo>
                  <a:pt x="2144" y="0"/>
                </a:lnTo>
                <a:lnTo>
                  <a:pt x="2144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3" name=""/>
          <p:cNvSpPr/>
          <p:nvPr/>
        </p:nvSpPr>
        <p:spPr>
          <a:xfrm>
            <a:off x="2885760" y="4276440"/>
            <a:ext cx="610200" cy="381600"/>
          </a:xfrm>
          <a:custGeom>
            <a:avLst/>
            <a:gdLst/>
            <a:ahLst/>
            <a:rect l="0" t="0" r="r" b="b"/>
            <a:pathLst>
              <a:path w="1695" h="1060">
                <a:moveTo>
                  <a:pt x="0" y="0"/>
                </a:moveTo>
                <a:lnTo>
                  <a:pt x="1695" y="0"/>
                </a:lnTo>
                <a:lnTo>
                  <a:pt x="1695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4" name=""/>
          <p:cNvSpPr/>
          <p:nvPr/>
        </p:nvSpPr>
        <p:spPr>
          <a:xfrm>
            <a:off x="3495600" y="4276440"/>
            <a:ext cx="600480" cy="381600"/>
          </a:xfrm>
          <a:custGeom>
            <a:avLst/>
            <a:gdLst/>
            <a:ahLst/>
            <a:rect l="0" t="0" r="r" b="b"/>
            <a:pathLst>
              <a:path w="1668" h="1060">
                <a:moveTo>
                  <a:pt x="0" y="0"/>
                </a:moveTo>
                <a:lnTo>
                  <a:pt x="1668" y="0"/>
                </a:lnTo>
                <a:lnTo>
                  <a:pt x="166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5" name=""/>
          <p:cNvSpPr/>
          <p:nvPr/>
        </p:nvSpPr>
        <p:spPr>
          <a:xfrm>
            <a:off x="4095720" y="4276440"/>
            <a:ext cx="590760" cy="381600"/>
          </a:xfrm>
          <a:custGeom>
            <a:avLst/>
            <a:gdLst/>
            <a:ahLst/>
            <a:rect l="0" t="0" r="r" b="b"/>
            <a:pathLst>
              <a:path w="1641" h="1060">
                <a:moveTo>
                  <a:pt x="0" y="0"/>
                </a:moveTo>
                <a:lnTo>
                  <a:pt x="1641" y="0"/>
                </a:lnTo>
                <a:lnTo>
                  <a:pt x="164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6" name=""/>
          <p:cNvSpPr/>
          <p:nvPr/>
        </p:nvSpPr>
        <p:spPr>
          <a:xfrm>
            <a:off x="4686120" y="4276440"/>
            <a:ext cx="590760" cy="381600"/>
          </a:xfrm>
          <a:custGeom>
            <a:avLst/>
            <a:gdLst/>
            <a:ahLst/>
            <a:rect l="0" t="0" r="r" b="b"/>
            <a:pathLst>
              <a:path w="1641" h="1060">
                <a:moveTo>
                  <a:pt x="0" y="0"/>
                </a:moveTo>
                <a:lnTo>
                  <a:pt x="1641" y="0"/>
                </a:lnTo>
                <a:lnTo>
                  <a:pt x="164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7" name=""/>
          <p:cNvSpPr/>
          <p:nvPr/>
        </p:nvSpPr>
        <p:spPr>
          <a:xfrm>
            <a:off x="542880" y="4276440"/>
            <a:ext cx="952560" cy="381600"/>
          </a:xfrm>
          <a:custGeom>
            <a:avLst/>
            <a:gdLst/>
            <a:ahLst/>
            <a:rect l="0" t="0" r="r" b="b"/>
            <a:pathLst>
              <a:path w="2646" h="1060">
                <a:moveTo>
                  <a:pt x="0" y="0"/>
                </a:moveTo>
                <a:lnTo>
                  <a:pt x="2646" y="0"/>
                </a:lnTo>
                <a:lnTo>
                  <a:pt x="2646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8" name=""/>
          <p:cNvSpPr/>
          <p:nvPr/>
        </p:nvSpPr>
        <p:spPr>
          <a:xfrm>
            <a:off x="1495080" y="4276440"/>
            <a:ext cx="619560" cy="381600"/>
          </a:xfrm>
          <a:custGeom>
            <a:avLst/>
            <a:gdLst/>
            <a:ahLst/>
            <a:rect l="0" t="0" r="r" b="b"/>
            <a:pathLst>
              <a:path w="1721" h="1060">
                <a:moveTo>
                  <a:pt x="0" y="0"/>
                </a:moveTo>
                <a:lnTo>
                  <a:pt x="1721" y="0"/>
                </a:lnTo>
                <a:lnTo>
                  <a:pt x="172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9" name=""/>
          <p:cNvSpPr/>
          <p:nvPr/>
        </p:nvSpPr>
        <p:spPr>
          <a:xfrm>
            <a:off x="2114280" y="4276440"/>
            <a:ext cx="771840" cy="381600"/>
          </a:xfrm>
          <a:custGeom>
            <a:avLst/>
            <a:gdLst/>
            <a:ahLst/>
            <a:rect l="0" t="0" r="r" b="b"/>
            <a:pathLst>
              <a:path w="2144" h="1060">
                <a:moveTo>
                  <a:pt x="0" y="0"/>
                </a:moveTo>
                <a:lnTo>
                  <a:pt x="2144" y="0"/>
                </a:lnTo>
                <a:lnTo>
                  <a:pt x="2144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0" name=""/>
          <p:cNvSpPr/>
          <p:nvPr/>
        </p:nvSpPr>
        <p:spPr>
          <a:xfrm>
            <a:off x="2885760" y="4276440"/>
            <a:ext cx="610200" cy="381600"/>
          </a:xfrm>
          <a:custGeom>
            <a:avLst/>
            <a:gdLst/>
            <a:ahLst/>
            <a:rect l="0" t="0" r="r" b="b"/>
            <a:pathLst>
              <a:path w="1695" h="1060">
                <a:moveTo>
                  <a:pt x="0" y="0"/>
                </a:moveTo>
                <a:lnTo>
                  <a:pt x="1695" y="0"/>
                </a:lnTo>
                <a:lnTo>
                  <a:pt x="1695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1" name=""/>
          <p:cNvSpPr/>
          <p:nvPr/>
        </p:nvSpPr>
        <p:spPr>
          <a:xfrm>
            <a:off x="3495600" y="4276440"/>
            <a:ext cx="600480" cy="381600"/>
          </a:xfrm>
          <a:custGeom>
            <a:avLst/>
            <a:gdLst/>
            <a:ahLst/>
            <a:rect l="0" t="0" r="r" b="b"/>
            <a:pathLst>
              <a:path w="1668" h="1060">
                <a:moveTo>
                  <a:pt x="0" y="0"/>
                </a:moveTo>
                <a:lnTo>
                  <a:pt x="1668" y="0"/>
                </a:lnTo>
                <a:lnTo>
                  <a:pt x="166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2" name=""/>
          <p:cNvSpPr/>
          <p:nvPr/>
        </p:nvSpPr>
        <p:spPr>
          <a:xfrm>
            <a:off x="4095720" y="4276440"/>
            <a:ext cx="590760" cy="381600"/>
          </a:xfrm>
          <a:custGeom>
            <a:avLst/>
            <a:gdLst/>
            <a:ahLst/>
            <a:rect l="0" t="0" r="r" b="b"/>
            <a:pathLst>
              <a:path w="1641" h="1060">
                <a:moveTo>
                  <a:pt x="0" y="0"/>
                </a:moveTo>
                <a:lnTo>
                  <a:pt x="1641" y="0"/>
                </a:lnTo>
                <a:lnTo>
                  <a:pt x="164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3" name=""/>
          <p:cNvSpPr/>
          <p:nvPr/>
        </p:nvSpPr>
        <p:spPr>
          <a:xfrm>
            <a:off x="4686120" y="4276440"/>
            <a:ext cx="590760" cy="381600"/>
          </a:xfrm>
          <a:custGeom>
            <a:avLst/>
            <a:gdLst/>
            <a:ahLst/>
            <a:rect l="0" t="0" r="r" b="b"/>
            <a:pathLst>
              <a:path w="1641" h="1060">
                <a:moveTo>
                  <a:pt x="0" y="0"/>
                </a:moveTo>
                <a:lnTo>
                  <a:pt x="1641" y="0"/>
                </a:lnTo>
                <a:lnTo>
                  <a:pt x="164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4" name=""/>
          <p:cNvSpPr/>
          <p:nvPr/>
        </p:nvSpPr>
        <p:spPr>
          <a:xfrm>
            <a:off x="542880" y="4657680"/>
            <a:ext cx="952560" cy="381240"/>
          </a:xfrm>
          <a:custGeom>
            <a:avLst/>
            <a:gdLst/>
            <a:ahLst/>
            <a:rect l="0" t="0" r="r" b="b"/>
            <a:pathLst>
              <a:path w="2646" h="1059">
                <a:moveTo>
                  <a:pt x="0" y="0"/>
                </a:moveTo>
                <a:lnTo>
                  <a:pt x="2646" y="0"/>
                </a:lnTo>
                <a:lnTo>
                  <a:pt x="264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5" name=""/>
          <p:cNvSpPr/>
          <p:nvPr/>
        </p:nvSpPr>
        <p:spPr>
          <a:xfrm>
            <a:off x="1495080" y="4657680"/>
            <a:ext cx="619560" cy="381240"/>
          </a:xfrm>
          <a:custGeom>
            <a:avLst/>
            <a:gdLst/>
            <a:ahLst/>
            <a:rect l="0" t="0" r="r" b="b"/>
            <a:pathLst>
              <a:path w="1721" h="1059">
                <a:moveTo>
                  <a:pt x="0" y="0"/>
                </a:moveTo>
                <a:lnTo>
                  <a:pt x="1721" y="0"/>
                </a:lnTo>
                <a:lnTo>
                  <a:pt x="172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6" name=""/>
          <p:cNvSpPr/>
          <p:nvPr/>
        </p:nvSpPr>
        <p:spPr>
          <a:xfrm>
            <a:off x="2114280" y="4657680"/>
            <a:ext cx="771840" cy="381240"/>
          </a:xfrm>
          <a:custGeom>
            <a:avLst/>
            <a:gdLst/>
            <a:ahLst/>
            <a:rect l="0" t="0" r="r" b="b"/>
            <a:pathLst>
              <a:path w="2144" h="1059">
                <a:moveTo>
                  <a:pt x="0" y="0"/>
                </a:moveTo>
                <a:lnTo>
                  <a:pt x="2144" y="0"/>
                </a:lnTo>
                <a:lnTo>
                  <a:pt x="2144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7" name=""/>
          <p:cNvSpPr/>
          <p:nvPr/>
        </p:nvSpPr>
        <p:spPr>
          <a:xfrm>
            <a:off x="2885760" y="4657680"/>
            <a:ext cx="610200" cy="381240"/>
          </a:xfrm>
          <a:custGeom>
            <a:avLst/>
            <a:gdLst/>
            <a:ahLst/>
            <a:rect l="0" t="0" r="r" b="b"/>
            <a:pathLst>
              <a:path w="1695" h="1059">
                <a:moveTo>
                  <a:pt x="0" y="0"/>
                </a:moveTo>
                <a:lnTo>
                  <a:pt x="1695" y="0"/>
                </a:lnTo>
                <a:lnTo>
                  <a:pt x="169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8" name=""/>
          <p:cNvSpPr/>
          <p:nvPr/>
        </p:nvSpPr>
        <p:spPr>
          <a:xfrm>
            <a:off x="3495600" y="4657680"/>
            <a:ext cx="600480" cy="381240"/>
          </a:xfrm>
          <a:custGeom>
            <a:avLst/>
            <a:gdLst/>
            <a:ahLst/>
            <a:rect l="0" t="0" r="r" b="b"/>
            <a:pathLst>
              <a:path w="1668" h="1059">
                <a:moveTo>
                  <a:pt x="0" y="0"/>
                </a:moveTo>
                <a:lnTo>
                  <a:pt x="1668" y="0"/>
                </a:lnTo>
                <a:lnTo>
                  <a:pt x="166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9" name=""/>
          <p:cNvSpPr/>
          <p:nvPr/>
        </p:nvSpPr>
        <p:spPr>
          <a:xfrm>
            <a:off x="4095720" y="465768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0" name=""/>
          <p:cNvSpPr/>
          <p:nvPr/>
        </p:nvSpPr>
        <p:spPr>
          <a:xfrm>
            <a:off x="4686120" y="465768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1" name=""/>
          <p:cNvSpPr/>
          <p:nvPr/>
        </p:nvSpPr>
        <p:spPr>
          <a:xfrm>
            <a:off x="533160" y="27525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2" name=""/>
          <p:cNvSpPr/>
          <p:nvPr/>
        </p:nvSpPr>
        <p:spPr>
          <a:xfrm>
            <a:off x="533160" y="2752560"/>
            <a:ext cx="962280" cy="9720"/>
          </a:xfrm>
          <a:custGeom>
            <a:avLst/>
            <a:gdLst/>
            <a:ahLst/>
            <a:rect l="0" t="0" r="r" b="b"/>
            <a:pathLst>
              <a:path w="2673" h="27">
                <a:moveTo>
                  <a:pt x="0" y="0"/>
                </a:moveTo>
                <a:lnTo>
                  <a:pt x="2673" y="0"/>
                </a:lnTo>
                <a:lnTo>
                  <a:pt x="267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3" name=""/>
          <p:cNvSpPr/>
          <p:nvPr/>
        </p:nvSpPr>
        <p:spPr>
          <a:xfrm>
            <a:off x="1485720" y="275256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4" name=""/>
          <p:cNvSpPr/>
          <p:nvPr/>
        </p:nvSpPr>
        <p:spPr>
          <a:xfrm>
            <a:off x="1495080" y="2752560"/>
            <a:ext cx="629280" cy="9720"/>
          </a:xfrm>
          <a:custGeom>
            <a:avLst/>
            <a:gdLst/>
            <a:ahLst/>
            <a:rect l="0" t="0" r="r" b="b"/>
            <a:pathLst>
              <a:path w="1748" h="27">
                <a:moveTo>
                  <a:pt x="0" y="0"/>
                </a:moveTo>
                <a:lnTo>
                  <a:pt x="1748" y="0"/>
                </a:lnTo>
                <a:lnTo>
                  <a:pt x="17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5" name=""/>
          <p:cNvSpPr/>
          <p:nvPr/>
        </p:nvSpPr>
        <p:spPr>
          <a:xfrm>
            <a:off x="2114280" y="27525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6" name=""/>
          <p:cNvSpPr/>
          <p:nvPr/>
        </p:nvSpPr>
        <p:spPr>
          <a:xfrm>
            <a:off x="2124000" y="2752560"/>
            <a:ext cx="771840" cy="9720"/>
          </a:xfrm>
          <a:custGeom>
            <a:avLst/>
            <a:gdLst/>
            <a:ahLst/>
            <a:rect l="0" t="0" r="r" b="b"/>
            <a:pathLst>
              <a:path w="2144" h="27">
                <a:moveTo>
                  <a:pt x="0" y="0"/>
                </a:moveTo>
                <a:lnTo>
                  <a:pt x="2144" y="0"/>
                </a:lnTo>
                <a:lnTo>
                  <a:pt x="214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7" name=""/>
          <p:cNvSpPr/>
          <p:nvPr/>
        </p:nvSpPr>
        <p:spPr>
          <a:xfrm>
            <a:off x="2885760" y="27525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8" name=""/>
          <p:cNvSpPr/>
          <p:nvPr/>
        </p:nvSpPr>
        <p:spPr>
          <a:xfrm>
            <a:off x="2895480" y="275256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9" name=""/>
          <p:cNvSpPr/>
          <p:nvPr/>
        </p:nvSpPr>
        <p:spPr>
          <a:xfrm>
            <a:off x="3485880" y="27525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0" name=""/>
          <p:cNvSpPr/>
          <p:nvPr/>
        </p:nvSpPr>
        <p:spPr>
          <a:xfrm>
            <a:off x="3495600" y="275256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1" name=""/>
          <p:cNvSpPr/>
          <p:nvPr/>
        </p:nvSpPr>
        <p:spPr>
          <a:xfrm>
            <a:off x="4086000" y="27525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2" name=""/>
          <p:cNvSpPr/>
          <p:nvPr/>
        </p:nvSpPr>
        <p:spPr>
          <a:xfrm>
            <a:off x="4095720" y="275256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3" name=""/>
          <p:cNvSpPr/>
          <p:nvPr/>
        </p:nvSpPr>
        <p:spPr>
          <a:xfrm>
            <a:off x="4676760" y="275256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4" name=""/>
          <p:cNvSpPr/>
          <p:nvPr/>
        </p:nvSpPr>
        <p:spPr>
          <a:xfrm>
            <a:off x="4686120" y="275256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5" name=""/>
          <p:cNvSpPr/>
          <p:nvPr/>
        </p:nvSpPr>
        <p:spPr>
          <a:xfrm>
            <a:off x="5267160" y="275256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6" name=""/>
          <p:cNvSpPr/>
          <p:nvPr/>
        </p:nvSpPr>
        <p:spPr>
          <a:xfrm>
            <a:off x="533160" y="3133440"/>
            <a:ext cx="962280" cy="10080"/>
          </a:xfrm>
          <a:custGeom>
            <a:avLst/>
            <a:gdLst/>
            <a:ahLst/>
            <a:rect l="0" t="0" r="r" b="b"/>
            <a:pathLst>
              <a:path w="2673" h="28">
                <a:moveTo>
                  <a:pt x="0" y="0"/>
                </a:moveTo>
                <a:lnTo>
                  <a:pt x="2673" y="0"/>
                </a:lnTo>
                <a:lnTo>
                  <a:pt x="267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7" name=""/>
          <p:cNvSpPr/>
          <p:nvPr/>
        </p:nvSpPr>
        <p:spPr>
          <a:xfrm>
            <a:off x="1495080" y="3133440"/>
            <a:ext cx="629280" cy="10080"/>
          </a:xfrm>
          <a:custGeom>
            <a:avLst/>
            <a:gdLst/>
            <a:ahLst/>
            <a:rect l="0" t="0" r="r" b="b"/>
            <a:pathLst>
              <a:path w="1748" h="28">
                <a:moveTo>
                  <a:pt x="0" y="0"/>
                </a:moveTo>
                <a:lnTo>
                  <a:pt x="1748" y="0"/>
                </a:lnTo>
                <a:lnTo>
                  <a:pt x="174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8" name=""/>
          <p:cNvSpPr/>
          <p:nvPr/>
        </p:nvSpPr>
        <p:spPr>
          <a:xfrm>
            <a:off x="2124000" y="3133440"/>
            <a:ext cx="771840" cy="10080"/>
          </a:xfrm>
          <a:custGeom>
            <a:avLst/>
            <a:gdLst/>
            <a:ahLst/>
            <a:rect l="0" t="0" r="r" b="b"/>
            <a:pathLst>
              <a:path w="2144" h="28">
                <a:moveTo>
                  <a:pt x="0" y="0"/>
                </a:moveTo>
                <a:lnTo>
                  <a:pt x="2144" y="0"/>
                </a:lnTo>
                <a:lnTo>
                  <a:pt x="214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9" name=""/>
          <p:cNvSpPr/>
          <p:nvPr/>
        </p:nvSpPr>
        <p:spPr>
          <a:xfrm>
            <a:off x="2895480" y="3133440"/>
            <a:ext cx="600480" cy="10080"/>
          </a:xfrm>
          <a:custGeom>
            <a:avLst/>
            <a:gdLst/>
            <a:ahLst/>
            <a:rect l="0" t="0" r="r" b="b"/>
            <a:pathLst>
              <a:path w="1668" h="28">
                <a:moveTo>
                  <a:pt x="0" y="0"/>
                </a:moveTo>
                <a:lnTo>
                  <a:pt x="1668" y="0"/>
                </a:lnTo>
                <a:lnTo>
                  <a:pt x="1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0" name=""/>
          <p:cNvSpPr/>
          <p:nvPr/>
        </p:nvSpPr>
        <p:spPr>
          <a:xfrm>
            <a:off x="3495600" y="3133440"/>
            <a:ext cx="600480" cy="10080"/>
          </a:xfrm>
          <a:custGeom>
            <a:avLst/>
            <a:gdLst/>
            <a:ahLst/>
            <a:rect l="0" t="0" r="r" b="b"/>
            <a:pathLst>
              <a:path w="1668" h="28">
                <a:moveTo>
                  <a:pt x="0" y="0"/>
                </a:moveTo>
                <a:lnTo>
                  <a:pt x="1668" y="0"/>
                </a:lnTo>
                <a:lnTo>
                  <a:pt x="1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1" name=""/>
          <p:cNvSpPr/>
          <p:nvPr/>
        </p:nvSpPr>
        <p:spPr>
          <a:xfrm>
            <a:off x="4095720" y="3133440"/>
            <a:ext cx="590760" cy="10080"/>
          </a:xfrm>
          <a:custGeom>
            <a:avLst/>
            <a:gdLst/>
            <a:ahLst/>
            <a:rect l="0" t="0" r="r" b="b"/>
            <a:pathLst>
              <a:path w="1641" h="28">
                <a:moveTo>
                  <a:pt x="0" y="0"/>
                </a:moveTo>
                <a:lnTo>
                  <a:pt x="1641" y="0"/>
                </a:lnTo>
                <a:lnTo>
                  <a:pt x="164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2" name=""/>
          <p:cNvSpPr/>
          <p:nvPr/>
        </p:nvSpPr>
        <p:spPr>
          <a:xfrm>
            <a:off x="4686120" y="3133440"/>
            <a:ext cx="590760" cy="10080"/>
          </a:xfrm>
          <a:custGeom>
            <a:avLst/>
            <a:gdLst/>
            <a:ahLst/>
            <a:rect l="0" t="0" r="r" b="b"/>
            <a:pathLst>
              <a:path w="1641" h="28">
                <a:moveTo>
                  <a:pt x="0" y="0"/>
                </a:moveTo>
                <a:lnTo>
                  <a:pt x="1641" y="0"/>
                </a:lnTo>
                <a:lnTo>
                  <a:pt x="164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3" name=""/>
          <p:cNvSpPr/>
          <p:nvPr/>
        </p:nvSpPr>
        <p:spPr>
          <a:xfrm>
            <a:off x="533160" y="3143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4" name=""/>
          <p:cNvSpPr/>
          <p:nvPr/>
        </p:nvSpPr>
        <p:spPr>
          <a:xfrm>
            <a:off x="1485720" y="31431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5" name=""/>
          <p:cNvSpPr/>
          <p:nvPr/>
        </p:nvSpPr>
        <p:spPr>
          <a:xfrm>
            <a:off x="2114280" y="3143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6" name=""/>
          <p:cNvSpPr/>
          <p:nvPr/>
        </p:nvSpPr>
        <p:spPr>
          <a:xfrm>
            <a:off x="2885760" y="3143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7" name=""/>
          <p:cNvSpPr/>
          <p:nvPr/>
        </p:nvSpPr>
        <p:spPr>
          <a:xfrm>
            <a:off x="3485880" y="3143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8" name=""/>
          <p:cNvSpPr/>
          <p:nvPr/>
        </p:nvSpPr>
        <p:spPr>
          <a:xfrm>
            <a:off x="4086000" y="3143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9" name=""/>
          <p:cNvSpPr/>
          <p:nvPr/>
        </p:nvSpPr>
        <p:spPr>
          <a:xfrm>
            <a:off x="4676760" y="31431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0" name=""/>
          <p:cNvSpPr/>
          <p:nvPr/>
        </p:nvSpPr>
        <p:spPr>
          <a:xfrm>
            <a:off x="5267160" y="31431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1" name=""/>
          <p:cNvSpPr/>
          <p:nvPr/>
        </p:nvSpPr>
        <p:spPr>
          <a:xfrm>
            <a:off x="533160" y="3524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2" name=""/>
          <p:cNvSpPr/>
          <p:nvPr/>
        </p:nvSpPr>
        <p:spPr>
          <a:xfrm>
            <a:off x="533160" y="3514680"/>
            <a:ext cx="962280" cy="9720"/>
          </a:xfrm>
          <a:custGeom>
            <a:avLst/>
            <a:gdLst/>
            <a:ahLst/>
            <a:rect l="0" t="0" r="r" b="b"/>
            <a:pathLst>
              <a:path w="2673" h="27">
                <a:moveTo>
                  <a:pt x="0" y="0"/>
                </a:moveTo>
                <a:lnTo>
                  <a:pt x="2673" y="0"/>
                </a:lnTo>
                <a:lnTo>
                  <a:pt x="267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3" name=""/>
          <p:cNvSpPr/>
          <p:nvPr/>
        </p:nvSpPr>
        <p:spPr>
          <a:xfrm>
            <a:off x="1485720" y="35240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4" name=""/>
          <p:cNvSpPr/>
          <p:nvPr/>
        </p:nvSpPr>
        <p:spPr>
          <a:xfrm>
            <a:off x="1495080" y="3514680"/>
            <a:ext cx="629280" cy="9720"/>
          </a:xfrm>
          <a:custGeom>
            <a:avLst/>
            <a:gdLst/>
            <a:ahLst/>
            <a:rect l="0" t="0" r="r" b="b"/>
            <a:pathLst>
              <a:path w="1748" h="27">
                <a:moveTo>
                  <a:pt x="0" y="0"/>
                </a:moveTo>
                <a:lnTo>
                  <a:pt x="1748" y="0"/>
                </a:lnTo>
                <a:lnTo>
                  <a:pt x="17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5" name=""/>
          <p:cNvSpPr/>
          <p:nvPr/>
        </p:nvSpPr>
        <p:spPr>
          <a:xfrm>
            <a:off x="2114280" y="3524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6" name=""/>
          <p:cNvSpPr/>
          <p:nvPr/>
        </p:nvSpPr>
        <p:spPr>
          <a:xfrm>
            <a:off x="2124000" y="3514680"/>
            <a:ext cx="771840" cy="9720"/>
          </a:xfrm>
          <a:custGeom>
            <a:avLst/>
            <a:gdLst/>
            <a:ahLst/>
            <a:rect l="0" t="0" r="r" b="b"/>
            <a:pathLst>
              <a:path w="2144" h="27">
                <a:moveTo>
                  <a:pt x="0" y="0"/>
                </a:moveTo>
                <a:lnTo>
                  <a:pt x="2144" y="0"/>
                </a:lnTo>
                <a:lnTo>
                  <a:pt x="214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7" name=""/>
          <p:cNvSpPr/>
          <p:nvPr/>
        </p:nvSpPr>
        <p:spPr>
          <a:xfrm>
            <a:off x="2885760" y="3524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8" name=""/>
          <p:cNvSpPr/>
          <p:nvPr/>
        </p:nvSpPr>
        <p:spPr>
          <a:xfrm>
            <a:off x="2895480" y="351468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9" name=""/>
          <p:cNvSpPr/>
          <p:nvPr/>
        </p:nvSpPr>
        <p:spPr>
          <a:xfrm>
            <a:off x="3485880" y="3524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0" name=""/>
          <p:cNvSpPr/>
          <p:nvPr/>
        </p:nvSpPr>
        <p:spPr>
          <a:xfrm>
            <a:off x="3495600" y="351468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1" name=""/>
          <p:cNvSpPr/>
          <p:nvPr/>
        </p:nvSpPr>
        <p:spPr>
          <a:xfrm>
            <a:off x="4086000" y="3524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2" name=""/>
          <p:cNvSpPr/>
          <p:nvPr/>
        </p:nvSpPr>
        <p:spPr>
          <a:xfrm>
            <a:off x="4095720" y="351468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3" name=""/>
          <p:cNvSpPr/>
          <p:nvPr/>
        </p:nvSpPr>
        <p:spPr>
          <a:xfrm>
            <a:off x="4676760" y="35240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4" name=""/>
          <p:cNvSpPr/>
          <p:nvPr/>
        </p:nvSpPr>
        <p:spPr>
          <a:xfrm>
            <a:off x="4686120" y="351468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5" name=""/>
          <p:cNvSpPr/>
          <p:nvPr/>
        </p:nvSpPr>
        <p:spPr>
          <a:xfrm>
            <a:off x="5267160" y="35240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6" name=""/>
          <p:cNvSpPr/>
          <p:nvPr/>
        </p:nvSpPr>
        <p:spPr>
          <a:xfrm>
            <a:off x="533160" y="39049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7" name=""/>
          <p:cNvSpPr/>
          <p:nvPr/>
        </p:nvSpPr>
        <p:spPr>
          <a:xfrm>
            <a:off x="533160" y="3895560"/>
            <a:ext cx="962280" cy="9720"/>
          </a:xfrm>
          <a:custGeom>
            <a:avLst/>
            <a:gdLst/>
            <a:ahLst/>
            <a:rect l="0" t="0" r="r" b="b"/>
            <a:pathLst>
              <a:path w="2673" h="27">
                <a:moveTo>
                  <a:pt x="0" y="0"/>
                </a:moveTo>
                <a:lnTo>
                  <a:pt x="2673" y="0"/>
                </a:lnTo>
                <a:lnTo>
                  <a:pt x="267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8" name=""/>
          <p:cNvSpPr/>
          <p:nvPr/>
        </p:nvSpPr>
        <p:spPr>
          <a:xfrm>
            <a:off x="1485720" y="390492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9" name=""/>
          <p:cNvSpPr/>
          <p:nvPr/>
        </p:nvSpPr>
        <p:spPr>
          <a:xfrm>
            <a:off x="1495080" y="3895560"/>
            <a:ext cx="629280" cy="9720"/>
          </a:xfrm>
          <a:custGeom>
            <a:avLst/>
            <a:gdLst/>
            <a:ahLst/>
            <a:rect l="0" t="0" r="r" b="b"/>
            <a:pathLst>
              <a:path w="1748" h="27">
                <a:moveTo>
                  <a:pt x="0" y="0"/>
                </a:moveTo>
                <a:lnTo>
                  <a:pt x="1748" y="0"/>
                </a:lnTo>
                <a:lnTo>
                  <a:pt x="17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0" name=""/>
          <p:cNvSpPr/>
          <p:nvPr/>
        </p:nvSpPr>
        <p:spPr>
          <a:xfrm>
            <a:off x="2114280" y="39049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1" name=""/>
          <p:cNvSpPr/>
          <p:nvPr/>
        </p:nvSpPr>
        <p:spPr>
          <a:xfrm>
            <a:off x="2124000" y="3895560"/>
            <a:ext cx="771840" cy="9720"/>
          </a:xfrm>
          <a:custGeom>
            <a:avLst/>
            <a:gdLst/>
            <a:ahLst/>
            <a:rect l="0" t="0" r="r" b="b"/>
            <a:pathLst>
              <a:path w="2144" h="27">
                <a:moveTo>
                  <a:pt x="0" y="0"/>
                </a:moveTo>
                <a:lnTo>
                  <a:pt x="2144" y="0"/>
                </a:lnTo>
                <a:lnTo>
                  <a:pt x="214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2" name=""/>
          <p:cNvSpPr/>
          <p:nvPr/>
        </p:nvSpPr>
        <p:spPr>
          <a:xfrm>
            <a:off x="2885760" y="39049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3" name=""/>
          <p:cNvSpPr/>
          <p:nvPr/>
        </p:nvSpPr>
        <p:spPr>
          <a:xfrm>
            <a:off x="2895480" y="389556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4" name=""/>
          <p:cNvSpPr/>
          <p:nvPr/>
        </p:nvSpPr>
        <p:spPr>
          <a:xfrm>
            <a:off x="3485880" y="39049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5" name=""/>
          <p:cNvSpPr/>
          <p:nvPr/>
        </p:nvSpPr>
        <p:spPr>
          <a:xfrm>
            <a:off x="3495600" y="389556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6" name=""/>
          <p:cNvSpPr/>
          <p:nvPr/>
        </p:nvSpPr>
        <p:spPr>
          <a:xfrm>
            <a:off x="4086000" y="39049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7" name=""/>
          <p:cNvSpPr/>
          <p:nvPr/>
        </p:nvSpPr>
        <p:spPr>
          <a:xfrm>
            <a:off x="4095720" y="389556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8" name=""/>
          <p:cNvSpPr/>
          <p:nvPr/>
        </p:nvSpPr>
        <p:spPr>
          <a:xfrm>
            <a:off x="4676760" y="390492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9" name=""/>
          <p:cNvSpPr/>
          <p:nvPr/>
        </p:nvSpPr>
        <p:spPr>
          <a:xfrm>
            <a:off x="4686120" y="389556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0" name=""/>
          <p:cNvSpPr/>
          <p:nvPr/>
        </p:nvSpPr>
        <p:spPr>
          <a:xfrm>
            <a:off x="5267160" y="390492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1" name=""/>
          <p:cNvSpPr/>
          <p:nvPr/>
        </p:nvSpPr>
        <p:spPr>
          <a:xfrm>
            <a:off x="533160" y="4286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2" name=""/>
          <p:cNvSpPr/>
          <p:nvPr/>
        </p:nvSpPr>
        <p:spPr>
          <a:xfrm>
            <a:off x="533160" y="4276440"/>
            <a:ext cx="962280" cy="10080"/>
          </a:xfrm>
          <a:custGeom>
            <a:avLst/>
            <a:gdLst/>
            <a:ahLst/>
            <a:rect l="0" t="0" r="r" b="b"/>
            <a:pathLst>
              <a:path w="2673" h="28">
                <a:moveTo>
                  <a:pt x="0" y="0"/>
                </a:moveTo>
                <a:lnTo>
                  <a:pt x="2673" y="0"/>
                </a:lnTo>
                <a:lnTo>
                  <a:pt x="267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3" name=""/>
          <p:cNvSpPr/>
          <p:nvPr/>
        </p:nvSpPr>
        <p:spPr>
          <a:xfrm>
            <a:off x="1485720" y="42861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4" name=""/>
          <p:cNvSpPr/>
          <p:nvPr/>
        </p:nvSpPr>
        <p:spPr>
          <a:xfrm>
            <a:off x="1495080" y="4276440"/>
            <a:ext cx="629280" cy="10080"/>
          </a:xfrm>
          <a:custGeom>
            <a:avLst/>
            <a:gdLst/>
            <a:ahLst/>
            <a:rect l="0" t="0" r="r" b="b"/>
            <a:pathLst>
              <a:path w="1748" h="28">
                <a:moveTo>
                  <a:pt x="0" y="0"/>
                </a:moveTo>
                <a:lnTo>
                  <a:pt x="1748" y="0"/>
                </a:lnTo>
                <a:lnTo>
                  <a:pt x="174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5" name=""/>
          <p:cNvSpPr/>
          <p:nvPr/>
        </p:nvSpPr>
        <p:spPr>
          <a:xfrm>
            <a:off x="2114280" y="4286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6" name=""/>
          <p:cNvSpPr/>
          <p:nvPr/>
        </p:nvSpPr>
        <p:spPr>
          <a:xfrm>
            <a:off x="2124000" y="4276440"/>
            <a:ext cx="771840" cy="10080"/>
          </a:xfrm>
          <a:custGeom>
            <a:avLst/>
            <a:gdLst/>
            <a:ahLst/>
            <a:rect l="0" t="0" r="r" b="b"/>
            <a:pathLst>
              <a:path w="2144" h="28">
                <a:moveTo>
                  <a:pt x="0" y="0"/>
                </a:moveTo>
                <a:lnTo>
                  <a:pt x="2144" y="0"/>
                </a:lnTo>
                <a:lnTo>
                  <a:pt x="214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7" name=""/>
          <p:cNvSpPr/>
          <p:nvPr/>
        </p:nvSpPr>
        <p:spPr>
          <a:xfrm>
            <a:off x="2885760" y="4286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8" name=""/>
          <p:cNvSpPr/>
          <p:nvPr/>
        </p:nvSpPr>
        <p:spPr>
          <a:xfrm>
            <a:off x="2895480" y="4276440"/>
            <a:ext cx="600480" cy="10080"/>
          </a:xfrm>
          <a:custGeom>
            <a:avLst/>
            <a:gdLst/>
            <a:ahLst/>
            <a:rect l="0" t="0" r="r" b="b"/>
            <a:pathLst>
              <a:path w="1668" h="28">
                <a:moveTo>
                  <a:pt x="0" y="0"/>
                </a:moveTo>
                <a:lnTo>
                  <a:pt x="1668" y="0"/>
                </a:lnTo>
                <a:lnTo>
                  <a:pt x="1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9" name=""/>
          <p:cNvSpPr/>
          <p:nvPr/>
        </p:nvSpPr>
        <p:spPr>
          <a:xfrm>
            <a:off x="3485880" y="4286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0" name=""/>
          <p:cNvSpPr/>
          <p:nvPr/>
        </p:nvSpPr>
        <p:spPr>
          <a:xfrm>
            <a:off x="3495600" y="4276440"/>
            <a:ext cx="600480" cy="10080"/>
          </a:xfrm>
          <a:custGeom>
            <a:avLst/>
            <a:gdLst/>
            <a:ahLst/>
            <a:rect l="0" t="0" r="r" b="b"/>
            <a:pathLst>
              <a:path w="1668" h="28">
                <a:moveTo>
                  <a:pt x="0" y="0"/>
                </a:moveTo>
                <a:lnTo>
                  <a:pt x="1668" y="0"/>
                </a:lnTo>
                <a:lnTo>
                  <a:pt x="1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1" name=""/>
          <p:cNvSpPr/>
          <p:nvPr/>
        </p:nvSpPr>
        <p:spPr>
          <a:xfrm>
            <a:off x="4086000" y="4286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2" name=""/>
          <p:cNvSpPr/>
          <p:nvPr/>
        </p:nvSpPr>
        <p:spPr>
          <a:xfrm>
            <a:off x="4095720" y="4276440"/>
            <a:ext cx="590760" cy="10080"/>
          </a:xfrm>
          <a:custGeom>
            <a:avLst/>
            <a:gdLst/>
            <a:ahLst/>
            <a:rect l="0" t="0" r="r" b="b"/>
            <a:pathLst>
              <a:path w="1641" h="28">
                <a:moveTo>
                  <a:pt x="0" y="0"/>
                </a:moveTo>
                <a:lnTo>
                  <a:pt x="1641" y="0"/>
                </a:lnTo>
                <a:lnTo>
                  <a:pt x="164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3" name=""/>
          <p:cNvSpPr/>
          <p:nvPr/>
        </p:nvSpPr>
        <p:spPr>
          <a:xfrm>
            <a:off x="4676760" y="42861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4" name=""/>
          <p:cNvSpPr/>
          <p:nvPr/>
        </p:nvSpPr>
        <p:spPr>
          <a:xfrm>
            <a:off x="4686120" y="4276440"/>
            <a:ext cx="590760" cy="10080"/>
          </a:xfrm>
          <a:custGeom>
            <a:avLst/>
            <a:gdLst/>
            <a:ahLst/>
            <a:rect l="0" t="0" r="r" b="b"/>
            <a:pathLst>
              <a:path w="1641" h="28">
                <a:moveTo>
                  <a:pt x="0" y="0"/>
                </a:moveTo>
                <a:lnTo>
                  <a:pt x="1641" y="0"/>
                </a:lnTo>
                <a:lnTo>
                  <a:pt x="164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5" name=""/>
          <p:cNvSpPr/>
          <p:nvPr/>
        </p:nvSpPr>
        <p:spPr>
          <a:xfrm>
            <a:off x="5267160" y="42861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6" name=""/>
          <p:cNvSpPr/>
          <p:nvPr/>
        </p:nvSpPr>
        <p:spPr>
          <a:xfrm>
            <a:off x="533160" y="4667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7" name=""/>
          <p:cNvSpPr/>
          <p:nvPr/>
        </p:nvSpPr>
        <p:spPr>
          <a:xfrm>
            <a:off x="533160" y="4657680"/>
            <a:ext cx="962280" cy="9720"/>
          </a:xfrm>
          <a:custGeom>
            <a:avLst/>
            <a:gdLst/>
            <a:ahLst/>
            <a:rect l="0" t="0" r="r" b="b"/>
            <a:pathLst>
              <a:path w="2673" h="27">
                <a:moveTo>
                  <a:pt x="0" y="0"/>
                </a:moveTo>
                <a:lnTo>
                  <a:pt x="2673" y="0"/>
                </a:lnTo>
                <a:lnTo>
                  <a:pt x="267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8" name=""/>
          <p:cNvSpPr/>
          <p:nvPr/>
        </p:nvSpPr>
        <p:spPr>
          <a:xfrm>
            <a:off x="1485720" y="46670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9" name=""/>
          <p:cNvSpPr/>
          <p:nvPr/>
        </p:nvSpPr>
        <p:spPr>
          <a:xfrm>
            <a:off x="1495080" y="4657680"/>
            <a:ext cx="629280" cy="9720"/>
          </a:xfrm>
          <a:custGeom>
            <a:avLst/>
            <a:gdLst/>
            <a:ahLst/>
            <a:rect l="0" t="0" r="r" b="b"/>
            <a:pathLst>
              <a:path w="1748" h="27">
                <a:moveTo>
                  <a:pt x="0" y="0"/>
                </a:moveTo>
                <a:lnTo>
                  <a:pt x="1748" y="0"/>
                </a:lnTo>
                <a:lnTo>
                  <a:pt x="17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0" name=""/>
          <p:cNvSpPr/>
          <p:nvPr/>
        </p:nvSpPr>
        <p:spPr>
          <a:xfrm>
            <a:off x="2114280" y="4667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1" name=""/>
          <p:cNvSpPr/>
          <p:nvPr/>
        </p:nvSpPr>
        <p:spPr>
          <a:xfrm>
            <a:off x="2124000" y="4657680"/>
            <a:ext cx="771840" cy="9720"/>
          </a:xfrm>
          <a:custGeom>
            <a:avLst/>
            <a:gdLst/>
            <a:ahLst/>
            <a:rect l="0" t="0" r="r" b="b"/>
            <a:pathLst>
              <a:path w="2144" h="27">
                <a:moveTo>
                  <a:pt x="0" y="0"/>
                </a:moveTo>
                <a:lnTo>
                  <a:pt x="2144" y="0"/>
                </a:lnTo>
                <a:lnTo>
                  <a:pt x="214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2" name=""/>
          <p:cNvSpPr/>
          <p:nvPr/>
        </p:nvSpPr>
        <p:spPr>
          <a:xfrm>
            <a:off x="2885760" y="4667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3" name=""/>
          <p:cNvSpPr/>
          <p:nvPr/>
        </p:nvSpPr>
        <p:spPr>
          <a:xfrm>
            <a:off x="2895480" y="465768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4" name=""/>
          <p:cNvSpPr/>
          <p:nvPr/>
        </p:nvSpPr>
        <p:spPr>
          <a:xfrm>
            <a:off x="3485880" y="4667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5" name=""/>
          <p:cNvSpPr/>
          <p:nvPr/>
        </p:nvSpPr>
        <p:spPr>
          <a:xfrm>
            <a:off x="3495600" y="465768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6" name=""/>
          <p:cNvSpPr/>
          <p:nvPr/>
        </p:nvSpPr>
        <p:spPr>
          <a:xfrm>
            <a:off x="4086000" y="4667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7" name=""/>
          <p:cNvSpPr/>
          <p:nvPr/>
        </p:nvSpPr>
        <p:spPr>
          <a:xfrm>
            <a:off x="4095720" y="465768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8" name=""/>
          <p:cNvSpPr/>
          <p:nvPr/>
        </p:nvSpPr>
        <p:spPr>
          <a:xfrm>
            <a:off x="4676760" y="46670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9" name=""/>
          <p:cNvSpPr/>
          <p:nvPr/>
        </p:nvSpPr>
        <p:spPr>
          <a:xfrm>
            <a:off x="4686120" y="465768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0" name=""/>
          <p:cNvSpPr/>
          <p:nvPr/>
        </p:nvSpPr>
        <p:spPr>
          <a:xfrm>
            <a:off x="5267160" y="46670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1" name=""/>
          <p:cNvSpPr/>
          <p:nvPr/>
        </p:nvSpPr>
        <p:spPr>
          <a:xfrm>
            <a:off x="533160" y="5038560"/>
            <a:ext cx="962280" cy="9720"/>
          </a:xfrm>
          <a:custGeom>
            <a:avLst/>
            <a:gdLst/>
            <a:ahLst/>
            <a:rect l="0" t="0" r="r" b="b"/>
            <a:pathLst>
              <a:path w="2673" h="27">
                <a:moveTo>
                  <a:pt x="0" y="0"/>
                </a:moveTo>
                <a:lnTo>
                  <a:pt x="2673" y="0"/>
                </a:lnTo>
                <a:lnTo>
                  <a:pt x="267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2" name=""/>
          <p:cNvSpPr/>
          <p:nvPr/>
        </p:nvSpPr>
        <p:spPr>
          <a:xfrm>
            <a:off x="1495080" y="5038560"/>
            <a:ext cx="629280" cy="9720"/>
          </a:xfrm>
          <a:custGeom>
            <a:avLst/>
            <a:gdLst/>
            <a:ahLst/>
            <a:rect l="0" t="0" r="r" b="b"/>
            <a:pathLst>
              <a:path w="1748" h="27">
                <a:moveTo>
                  <a:pt x="0" y="0"/>
                </a:moveTo>
                <a:lnTo>
                  <a:pt x="1748" y="0"/>
                </a:lnTo>
                <a:lnTo>
                  <a:pt x="17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3" name=""/>
          <p:cNvSpPr/>
          <p:nvPr/>
        </p:nvSpPr>
        <p:spPr>
          <a:xfrm>
            <a:off x="2124000" y="5038560"/>
            <a:ext cx="771840" cy="9720"/>
          </a:xfrm>
          <a:custGeom>
            <a:avLst/>
            <a:gdLst/>
            <a:ahLst/>
            <a:rect l="0" t="0" r="r" b="b"/>
            <a:pathLst>
              <a:path w="2144" h="27">
                <a:moveTo>
                  <a:pt x="0" y="0"/>
                </a:moveTo>
                <a:lnTo>
                  <a:pt x="2144" y="0"/>
                </a:lnTo>
                <a:lnTo>
                  <a:pt x="214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4" name=""/>
          <p:cNvSpPr/>
          <p:nvPr/>
        </p:nvSpPr>
        <p:spPr>
          <a:xfrm>
            <a:off x="2895480" y="503856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5" name=""/>
          <p:cNvSpPr/>
          <p:nvPr/>
        </p:nvSpPr>
        <p:spPr>
          <a:xfrm>
            <a:off x="3495600" y="503856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6" name=""/>
          <p:cNvSpPr/>
          <p:nvPr/>
        </p:nvSpPr>
        <p:spPr>
          <a:xfrm>
            <a:off x="4095720" y="503856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7" name=""/>
          <p:cNvSpPr/>
          <p:nvPr/>
        </p:nvSpPr>
        <p:spPr>
          <a:xfrm>
            <a:off x="4686120" y="503856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8" name=""/>
          <p:cNvSpPr txBox="1"/>
          <p:nvPr/>
        </p:nvSpPr>
        <p:spPr>
          <a:xfrm>
            <a:off x="6409800" y="493560"/>
            <a:ext cx="2286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機械学習予測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9" name=""/>
          <p:cNvSpPr txBox="1"/>
          <p:nvPr/>
        </p:nvSpPr>
        <p:spPr>
          <a:xfrm>
            <a:off x="533520" y="130392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農研機構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0" name=""/>
          <p:cNvSpPr txBox="1"/>
          <p:nvPr/>
        </p:nvSpPr>
        <p:spPr>
          <a:xfrm>
            <a:off x="1295280" y="1294920"/>
            <a:ext cx="424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AMD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1" name=""/>
          <p:cNvSpPr txBox="1"/>
          <p:nvPr/>
        </p:nvSpPr>
        <p:spPr>
          <a:xfrm>
            <a:off x="1719000" y="1303920"/>
            <a:ext cx="2667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（メッシュ農業気象データ）の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2" name=""/>
          <p:cNvSpPr txBox="1"/>
          <p:nvPr/>
        </p:nvSpPr>
        <p:spPr>
          <a:xfrm>
            <a:off x="4385880" y="1294920"/>
            <a:ext cx="3992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3" name=""/>
          <p:cNvSpPr txBox="1"/>
          <p:nvPr/>
        </p:nvSpPr>
        <p:spPr>
          <a:xfrm>
            <a:off x="4784400" y="13039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4" name=""/>
          <p:cNvSpPr txBox="1"/>
          <p:nvPr/>
        </p:nvSpPr>
        <p:spPr>
          <a:xfrm>
            <a:off x="4974840" y="1294920"/>
            <a:ext cx="4626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GSR/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5" name=""/>
          <p:cNvSpPr txBox="1"/>
          <p:nvPr/>
        </p:nvSpPr>
        <p:spPr>
          <a:xfrm>
            <a:off x="5436720" y="130392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平年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6" name=""/>
          <p:cNvSpPr txBox="1"/>
          <p:nvPr/>
        </p:nvSpPr>
        <p:spPr>
          <a:xfrm>
            <a:off x="533520" y="158976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⽐・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7" name=""/>
          <p:cNvSpPr txBox="1"/>
          <p:nvPr/>
        </p:nvSpPr>
        <p:spPr>
          <a:xfrm>
            <a:off x="914400" y="1580760"/>
            <a:ext cx="3816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8" name=""/>
          <p:cNvSpPr txBox="1"/>
          <p:nvPr/>
        </p:nvSpPr>
        <p:spPr>
          <a:xfrm>
            <a:off x="1295280" y="158976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を説明変数に、⾃宅の⽇別太陽光発電量（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9" name=""/>
          <p:cNvSpPr txBox="1"/>
          <p:nvPr/>
        </p:nvSpPr>
        <p:spPr>
          <a:xfrm>
            <a:off x="4914720" y="1580760"/>
            <a:ext cx="3819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kWh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0" name=""/>
          <p:cNvSpPr txBox="1"/>
          <p:nvPr/>
        </p:nvSpPr>
        <p:spPr>
          <a:xfrm>
            <a:off x="5295960" y="158976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1" name=""/>
          <p:cNvSpPr txBox="1"/>
          <p:nvPr/>
        </p:nvSpPr>
        <p:spPr>
          <a:xfrm>
            <a:off x="533520" y="1866600"/>
            <a:ext cx="13168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Random Forest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2" name=""/>
          <p:cNvSpPr txBox="1"/>
          <p:nvPr/>
        </p:nvSpPr>
        <p:spPr>
          <a:xfrm>
            <a:off x="1846080" y="187560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で予測。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3" name=""/>
          <p:cNvSpPr txBox="1"/>
          <p:nvPr/>
        </p:nvSpPr>
        <p:spPr>
          <a:xfrm>
            <a:off x="533520" y="2363040"/>
            <a:ext cx="41832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650" b="1" u="none" strike="noStrike">
                <a:solidFill>
                  <a:srgbClr val="64748B"/>
                </a:solidFill>
                <a:effectLst/>
                <a:uFillTx/>
                <a:latin typeface="HiraginoSans-W6"/>
                <a:ea typeface="HiraginoSans-W6"/>
              </a:rPr>
              <a:t>直近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4" name=""/>
          <p:cNvSpPr txBox="1"/>
          <p:nvPr/>
        </p:nvSpPr>
        <p:spPr>
          <a:xfrm>
            <a:off x="952560" y="2353320"/>
            <a:ext cx="209160" cy="250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1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5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5" name=""/>
          <p:cNvSpPr txBox="1"/>
          <p:nvPr/>
        </p:nvSpPr>
        <p:spPr>
          <a:xfrm>
            <a:off x="1068840" y="2363040"/>
            <a:ext cx="271512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650" b="1" u="none" strike="noStrike">
                <a:solidFill>
                  <a:srgbClr val="64748B"/>
                </a:solidFill>
                <a:effectLst/>
                <a:uFillTx/>
                <a:latin typeface="HiraginoSans-W6"/>
                <a:ea typeface="HiraginoSans-W6"/>
              </a:rPr>
              <a:t>⽇間の発電量予測（最終更新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6" name=""/>
          <p:cNvSpPr txBox="1"/>
          <p:nvPr/>
        </p:nvSpPr>
        <p:spPr>
          <a:xfrm>
            <a:off x="3793320" y="2353320"/>
            <a:ext cx="1215360" cy="250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1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: 2026-07-05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7" name=""/>
          <p:cNvSpPr txBox="1"/>
          <p:nvPr/>
        </p:nvSpPr>
        <p:spPr>
          <a:xfrm>
            <a:off x="5012280" y="2363040"/>
            <a:ext cx="20952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650" b="1" u="none" strike="noStrike">
                <a:solidFill>
                  <a:srgbClr val="64748B"/>
                </a:solidFill>
                <a:effectLst/>
                <a:uFillTx/>
                <a:latin typeface="HiraginoSans-W6"/>
                <a:ea typeface="HiraginoSans-W6"/>
              </a:rPr>
              <a:t>）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8" name=""/>
          <p:cNvSpPr txBox="1"/>
          <p:nvPr/>
        </p:nvSpPr>
        <p:spPr>
          <a:xfrm>
            <a:off x="666720" y="285480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⽇付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9" name=""/>
          <p:cNvSpPr txBox="1"/>
          <p:nvPr/>
        </p:nvSpPr>
        <p:spPr>
          <a:xfrm>
            <a:off x="1622520" y="2846520"/>
            <a:ext cx="3643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0" name=""/>
          <p:cNvSpPr txBox="1"/>
          <p:nvPr/>
        </p:nvSpPr>
        <p:spPr>
          <a:xfrm>
            <a:off x="2244960" y="285480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平年⽐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1" name=""/>
          <p:cNvSpPr txBox="1"/>
          <p:nvPr/>
        </p:nvSpPr>
        <p:spPr>
          <a:xfrm>
            <a:off x="3016440" y="2846520"/>
            <a:ext cx="3488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2" name=""/>
          <p:cNvSpPr txBox="1"/>
          <p:nvPr/>
        </p:nvSpPr>
        <p:spPr>
          <a:xfrm>
            <a:off x="3623400" y="285480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天気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3" name=""/>
          <p:cNvSpPr txBox="1"/>
          <p:nvPr/>
        </p:nvSpPr>
        <p:spPr>
          <a:xfrm>
            <a:off x="4223520" y="2846520"/>
            <a:ext cx="1843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v3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4" name=""/>
          <p:cNvSpPr txBox="1"/>
          <p:nvPr/>
        </p:nvSpPr>
        <p:spPr>
          <a:xfrm>
            <a:off x="4814280" y="2846520"/>
            <a:ext cx="2887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v3b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5" name=""/>
          <p:cNvSpPr txBox="1"/>
          <p:nvPr/>
        </p:nvSpPr>
        <p:spPr>
          <a:xfrm>
            <a:off x="666720" y="3227760"/>
            <a:ext cx="481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07/05(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6" name=""/>
          <p:cNvSpPr txBox="1"/>
          <p:nvPr/>
        </p:nvSpPr>
        <p:spPr>
          <a:xfrm>
            <a:off x="1149480" y="32356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⽇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7" name=""/>
          <p:cNvSpPr txBox="1"/>
          <p:nvPr/>
        </p:nvSpPr>
        <p:spPr>
          <a:xfrm>
            <a:off x="1320840" y="322776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8" name=""/>
          <p:cNvSpPr txBox="1"/>
          <p:nvPr/>
        </p:nvSpPr>
        <p:spPr>
          <a:xfrm>
            <a:off x="1622520" y="3227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30.4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9" name=""/>
          <p:cNvSpPr txBox="1"/>
          <p:nvPr/>
        </p:nvSpPr>
        <p:spPr>
          <a:xfrm>
            <a:off x="2244960" y="3227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1.48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0" name=""/>
          <p:cNvSpPr txBox="1"/>
          <p:nvPr/>
        </p:nvSpPr>
        <p:spPr>
          <a:xfrm>
            <a:off x="3016440" y="3227760"/>
            <a:ext cx="237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7.3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1" name=""/>
          <p:cNvSpPr txBox="1"/>
          <p:nvPr/>
        </p:nvSpPr>
        <p:spPr>
          <a:xfrm>
            <a:off x="3623400" y="323568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晴れ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2" name=""/>
          <p:cNvSpPr txBox="1"/>
          <p:nvPr/>
        </p:nvSpPr>
        <p:spPr>
          <a:xfrm>
            <a:off x="4223520" y="3227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18.4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3" name=""/>
          <p:cNvSpPr txBox="1"/>
          <p:nvPr/>
        </p:nvSpPr>
        <p:spPr>
          <a:xfrm>
            <a:off x="4814280" y="3227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19.3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4" name=""/>
          <p:cNvSpPr txBox="1"/>
          <p:nvPr/>
        </p:nvSpPr>
        <p:spPr>
          <a:xfrm>
            <a:off x="666720" y="3608640"/>
            <a:ext cx="481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07/06(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5" name=""/>
          <p:cNvSpPr txBox="1"/>
          <p:nvPr/>
        </p:nvSpPr>
        <p:spPr>
          <a:xfrm>
            <a:off x="1149480" y="36165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6" name=""/>
          <p:cNvSpPr txBox="1"/>
          <p:nvPr/>
        </p:nvSpPr>
        <p:spPr>
          <a:xfrm>
            <a:off x="1320840" y="360864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7" name=""/>
          <p:cNvSpPr txBox="1"/>
          <p:nvPr/>
        </p:nvSpPr>
        <p:spPr>
          <a:xfrm>
            <a:off x="1622520" y="3608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32.4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8" name=""/>
          <p:cNvSpPr txBox="1"/>
          <p:nvPr/>
        </p:nvSpPr>
        <p:spPr>
          <a:xfrm>
            <a:off x="2244960" y="3608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1.59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9" name=""/>
          <p:cNvSpPr txBox="1"/>
          <p:nvPr/>
        </p:nvSpPr>
        <p:spPr>
          <a:xfrm>
            <a:off x="3016440" y="3608640"/>
            <a:ext cx="237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7.3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0" name=""/>
          <p:cNvSpPr txBox="1"/>
          <p:nvPr/>
        </p:nvSpPr>
        <p:spPr>
          <a:xfrm>
            <a:off x="3623400" y="361656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晴れ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1" name=""/>
          <p:cNvSpPr txBox="1"/>
          <p:nvPr/>
        </p:nvSpPr>
        <p:spPr>
          <a:xfrm>
            <a:off x="4223520" y="3608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18.5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2" name=""/>
          <p:cNvSpPr txBox="1"/>
          <p:nvPr/>
        </p:nvSpPr>
        <p:spPr>
          <a:xfrm>
            <a:off x="4814280" y="3608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20.1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3" name=""/>
          <p:cNvSpPr txBox="1"/>
          <p:nvPr/>
        </p:nvSpPr>
        <p:spPr>
          <a:xfrm>
            <a:off x="666720" y="3989520"/>
            <a:ext cx="481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07/07(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4" name=""/>
          <p:cNvSpPr txBox="1"/>
          <p:nvPr/>
        </p:nvSpPr>
        <p:spPr>
          <a:xfrm>
            <a:off x="1149480" y="39978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⽕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5" name=""/>
          <p:cNvSpPr txBox="1"/>
          <p:nvPr/>
        </p:nvSpPr>
        <p:spPr>
          <a:xfrm>
            <a:off x="1320840" y="398952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6" name=""/>
          <p:cNvSpPr txBox="1"/>
          <p:nvPr/>
        </p:nvSpPr>
        <p:spPr>
          <a:xfrm>
            <a:off x="1622520" y="398952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24.1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7" name=""/>
          <p:cNvSpPr txBox="1"/>
          <p:nvPr/>
        </p:nvSpPr>
        <p:spPr>
          <a:xfrm>
            <a:off x="2244960" y="398952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1.18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8" name=""/>
          <p:cNvSpPr txBox="1"/>
          <p:nvPr/>
        </p:nvSpPr>
        <p:spPr>
          <a:xfrm>
            <a:off x="3016440" y="3989520"/>
            <a:ext cx="237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5.5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9" name=""/>
          <p:cNvSpPr txBox="1"/>
          <p:nvPr/>
        </p:nvSpPr>
        <p:spPr>
          <a:xfrm>
            <a:off x="3623400" y="399780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晴れ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0" name=""/>
          <p:cNvSpPr txBox="1"/>
          <p:nvPr/>
        </p:nvSpPr>
        <p:spPr>
          <a:xfrm>
            <a:off x="4223520" y="398952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16.8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1" name=""/>
          <p:cNvSpPr txBox="1"/>
          <p:nvPr/>
        </p:nvSpPr>
        <p:spPr>
          <a:xfrm>
            <a:off x="4814280" y="398952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18.2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2" name=""/>
          <p:cNvSpPr txBox="1"/>
          <p:nvPr/>
        </p:nvSpPr>
        <p:spPr>
          <a:xfrm>
            <a:off x="666720" y="4370760"/>
            <a:ext cx="481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07/08(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3" name=""/>
          <p:cNvSpPr txBox="1"/>
          <p:nvPr/>
        </p:nvSpPr>
        <p:spPr>
          <a:xfrm>
            <a:off x="1149480" y="43786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⽔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4" name=""/>
          <p:cNvSpPr txBox="1"/>
          <p:nvPr/>
        </p:nvSpPr>
        <p:spPr>
          <a:xfrm>
            <a:off x="1320840" y="437076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5" name=""/>
          <p:cNvSpPr txBox="1"/>
          <p:nvPr/>
        </p:nvSpPr>
        <p:spPr>
          <a:xfrm>
            <a:off x="1622520" y="4370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21.4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6" name=""/>
          <p:cNvSpPr txBox="1"/>
          <p:nvPr/>
        </p:nvSpPr>
        <p:spPr>
          <a:xfrm>
            <a:off x="2244960" y="4370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1.05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7" name=""/>
          <p:cNvSpPr txBox="1"/>
          <p:nvPr/>
        </p:nvSpPr>
        <p:spPr>
          <a:xfrm>
            <a:off x="3016440" y="4370760"/>
            <a:ext cx="237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5.5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8" name=""/>
          <p:cNvSpPr txBox="1"/>
          <p:nvPr/>
        </p:nvSpPr>
        <p:spPr>
          <a:xfrm>
            <a:off x="3623400" y="437868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晴れ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9" name=""/>
          <p:cNvSpPr txBox="1"/>
          <p:nvPr/>
        </p:nvSpPr>
        <p:spPr>
          <a:xfrm>
            <a:off x="4223520" y="4370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16.4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0" name=""/>
          <p:cNvSpPr txBox="1"/>
          <p:nvPr/>
        </p:nvSpPr>
        <p:spPr>
          <a:xfrm>
            <a:off x="4814280" y="4370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17.2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1" name=""/>
          <p:cNvSpPr txBox="1"/>
          <p:nvPr/>
        </p:nvSpPr>
        <p:spPr>
          <a:xfrm>
            <a:off x="666720" y="4751640"/>
            <a:ext cx="481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07/09(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2" name=""/>
          <p:cNvSpPr txBox="1"/>
          <p:nvPr/>
        </p:nvSpPr>
        <p:spPr>
          <a:xfrm>
            <a:off x="1149480" y="47595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⽊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3" name=""/>
          <p:cNvSpPr txBox="1"/>
          <p:nvPr/>
        </p:nvSpPr>
        <p:spPr>
          <a:xfrm>
            <a:off x="1320840" y="475164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4" name=""/>
          <p:cNvSpPr txBox="1"/>
          <p:nvPr/>
        </p:nvSpPr>
        <p:spPr>
          <a:xfrm>
            <a:off x="1622520" y="4751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22.3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5" name=""/>
          <p:cNvSpPr txBox="1"/>
          <p:nvPr/>
        </p:nvSpPr>
        <p:spPr>
          <a:xfrm>
            <a:off x="2244960" y="4751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1.10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6" name=""/>
          <p:cNvSpPr txBox="1"/>
          <p:nvPr/>
        </p:nvSpPr>
        <p:spPr>
          <a:xfrm>
            <a:off x="3016440" y="4751640"/>
            <a:ext cx="237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5.5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7" name=""/>
          <p:cNvSpPr txBox="1"/>
          <p:nvPr/>
        </p:nvSpPr>
        <p:spPr>
          <a:xfrm>
            <a:off x="3623400" y="475956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晴れ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8" name=""/>
          <p:cNvSpPr txBox="1"/>
          <p:nvPr/>
        </p:nvSpPr>
        <p:spPr>
          <a:xfrm>
            <a:off x="4223520" y="4751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16.8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9" name=""/>
          <p:cNvSpPr txBox="1"/>
          <p:nvPr/>
        </p:nvSpPr>
        <p:spPr>
          <a:xfrm>
            <a:off x="4814280" y="4751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18.1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0" name=""/>
          <p:cNvSpPr txBox="1"/>
          <p:nvPr/>
        </p:nvSpPr>
        <p:spPr>
          <a:xfrm>
            <a:off x="533520" y="521892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単位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1" name=""/>
          <p:cNvSpPr txBox="1"/>
          <p:nvPr/>
        </p:nvSpPr>
        <p:spPr>
          <a:xfrm>
            <a:off x="914400" y="5209920"/>
            <a:ext cx="11581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GSR(MJ/m²)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2" name=""/>
          <p:cNvSpPr txBox="1"/>
          <p:nvPr/>
        </p:nvSpPr>
        <p:spPr>
          <a:xfrm>
            <a:off x="2071800" y="52189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3" name=""/>
          <p:cNvSpPr txBox="1"/>
          <p:nvPr/>
        </p:nvSpPr>
        <p:spPr>
          <a:xfrm>
            <a:off x="2262240" y="5209920"/>
            <a:ext cx="5864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SSD(h)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4" name=""/>
          <p:cNvSpPr txBox="1"/>
          <p:nvPr/>
        </p:nvSpPr>
        <p:spPr>
          <a:xfrm>
            <a:off x="2847960" y="52189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5" name=""/>
          <p:cNvSpPr txBox="1"/>
          <p:nvPr/>
        </p:nvSpPr>
        <p:spPr>
          <a:xfrm>
            <a:off x="3038400" y="5209920"/>
            <a:ext cx="10594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v3/v3b(kWh)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6" name=""/>
          <p:cNvSpPr txBox="1"/>
          <p:nvPr/>
        </p:nvSpPr>
        <p:spPr>
          <a:xfrm>
            <a:off x="4096800" y="521892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 モデル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7" name=""/>
          <p:cNvSpPr txBox="1"/>
          <p:nvPr/>
        </p:nvSpPr>
        <p:spPr>
          <a:xfrm>
            <a:off x="4849200" y="5209920"/>
            <a:ext cx="8301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Random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8" name=""/>
          <p:cNvSpPr txBox="1"/>
          <p:nvPr/>
        </p:nvSpPr>
        <p:spPr>
          <a:xfrm>
            <a:off x="533520" y="5495400"/>
            <a:ext cx="7945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Forest v3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9" name=""/>
          <p:cNvSpPr txBox="1"/>
          <p:nvPr/>
        </p:nvSpPr>
        <p:spPr>
          <a:xfrm>
            <a:off x="1323720" y="550440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0" name=""/>
          <p:cNvSpPr txBox="1"/>
          <p:nvPr/>
        </p:nvSpPr>
        <p:spPr>
          <a:xfrm>
            <a:off x="1514160" y="5495400"/>
            <a:ext cx="16959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CV MAE=2.09 kWh/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751" name=""/>
          <p:cNvPicPr/>
          <p:nvPr/>
        </p:nvPicPr>
        <p:blipFill>
          <a:blip r:embed="rId1"/>
          <a:stretch/>
        </p:blipFill>
        <p:spPr>
          <a:xfrm>
            <a:off x="6210360" y="1266840"/>
            <a:ext cx="5447880" cy="3362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52" name=""/>
          <p:cNvSpPr txBox="1"/>
          <p:nvPr/>
        </p:nvSpPr>
        <p:spPr>
          <a:xfrm>
            <a:off x="3209400" y="550440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⽇）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3" name=""/>
          <p:cNvSpPr txBox="1"/>
          <p:nvPr/>
        </p:nvSpPr>
        <p:spPr>
          <a:xfrm>
            <a:off x="723960" y="6179760"/>
            <a:ext cx="525996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精度評価は継続中。⽇次での予測・検証サイクルを運⽤している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4" name=""/>
          <p:cNvSpPr txBox="1"/>
          <p:nvPr/>
        </p:nvSpPr>
        <p:spPr>
          <a:xfrm>
            <a:off x="11768400" y="6492600"/>
            <a:ext cx="137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12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8" name=""/>
          <p:cNvSpPr/>
          <p:nvPr/>
        </p:nvSpPr>
        <p:spPr>
          <a:xfrm>
            <a:off x="533160" y="120960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759" name=""/>
          <p:cNvSpPr txBox="1"/>
          <p:nvPr/>
        </p:nvSpPr>
        <p:spPr>
          <a:xfrm>
            <a:off x="533520" y="693360"/>
            <a:ext cx="2286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現⾏モデル（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0" name=""/>
          <p:cNvSpPr txBox="1"/>
          <p:nvPr/>
        </p:nvSpPr>
        <p:spPr>
          <a:xfrm>
            <a:off x="2800440" y="675360"/>
            <a:ext cx="151236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v3 / v3b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1" name=""/>
          <p:cNvSpPr/>
          <p:nvPr/>
        </p:nvSpPr>
        <p:spPr>
          <a:xfrm>
            <a:off x="552240" y="1609560"/>
            <a:ext cx="6515640" cy="457560"/>
          </a:xfrm>
          <a:custGeom>
            <a:avLst/>
            <a:gdLst/>
            <a:ahLst/>
            <a:rect l="0" t="0" r="r" b="b"/>
            <a:pathLst>
              <a:path w="18099" h="1271">
                <a:moveTo>
                  <a:pt x="0" y="1271"/>
                </a:moveTo>
                <a:lnTo>
                  <a:pt x="0" y="0"/>
                </a:lnTo>
                <a:lnTo>
                  <a:pt x="17993" y="0"/>
                </a:lnTo>
                <a:cubicBezTo>
                  <a:pt x="18007" y="0"/>
                  <a:pt x="18020" y="3"/>
                  <a:pt x="18033" y="8"/>
                </a:cubicBezTo>
                <a:cubicBezTo>
                  <a:pt x="18046" y="13"/>
                  <a:pt x="18058" y="21"/>
                  <a:pt x="18068" y="31"/>
                </a:cubicBezTo>
                <a:cubicBezTo>
                  <a:pt x="18078" y="41"/>
                  <a:pt x="18085" y="52"/>
                  <a:pt x="18091" y="65"/>
                </a:cubicBezTo>
                <a:cubicBezTo>
                  <a:pt x="18096" y="78"/>
                  <a:pt x="18099" y="92"/>
                  <a:pt x="18099" y="106"/>
                </a:cubicBezTo>
                <a:lnTo>
                  <a:pt x="18099" y="1164"/>
                </a:lnTo>
                <a:cubicBezTo>
                  <a:pt x="18099" y="1178"/>
                  <a:pt x="18096" y="1192"/>
                  <a:pt x="18091" y="1205"/>
                </a:cubicBezTo>
                <a:cubicBezTo>
                  <a:pt x="18085" y="1218"/>
                  <a:pt x="18078" y="1229"/>
                  <a:pt x="18068" y="1239"/>
                </a:cubicBezTo>
                <a:cubicBezTo>
                  <a:pt x="18058" y="1250"/>
                  <a:pt x="18046" y="1258"/>
                  <a:pt x="18033" y="1263"/>
                </a:cubicBezTo>
                <a:cubicBezTo>
                  <a:pt x="18020" y="1268"/>
                  <a:pt x="18007" y="1271"/>
                  <a:pt x="17993" y="1271"/>
                </a:cubicBezTo>
                <a:lnTo>
                  <a:pt x="0" y="1271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2" name=""/>
          <p:cNvSpPr/>
          <p:nvPr/>
        </p:nvSpPr>
        <p:spPr>
          <a:xfrm>
            <a:off x="533160" y="1609560"/>
            <a:ext cx="38520" cy="457560"/>
          </a:xfrm>
          <a:custGeom>
            <a:avLst/>
            <a:gdLst/>
            <a:ahLst/>
            <a:rect l="0" t="0" r="r" b="b"/>
            <a:pathLst>
              <a:path w="107" h="1271">
                <a:moveTo>
                  <a:pt x="0" y="0"/>
                </a:moveTo>
                <a:lnTo>
                  <a:pt x="107" y="0"/>
                </a:lnTo>
                <a:lnTo>
                  <a:pt x="10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763" name=""/>
          <p:cNvSpPr/>
          <p:nvPr/>
        </p:nvSpPr>
        <p:spPr>
          <a:xfrm>
            <a:off x="542880" y="2219040"/>
            <a:ext cx="943200" cy="381600"/>
          </a:xfrm>
          <a:custGeom>
            <a:avLst/>
            <a:gdLst/>
            <a:ahLst/>
            <a:rect l="0" t="0" r="r" b="b"/>
            <a:pathLst>
              <a:path w="2620" h="1060">
                <a:moveTo>
                  <a:pt x="0" y="0"/>
                </a:moveTo>
                <a:lnTo>
                  <a:pt x="2620" y="0"/>
                </a:lnTo>
                <a:lnTo>
                  <a:pt x="2620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4" name=""/>
          <p:cNvSpPr/>
          <p:nvPr/>
        </p:nvSpPr>
        <p:spPr>
          <a:xfrm>
            <a:off x="1485720" y="2219040"/>
            <a:ext cx="3010320" cy="381600"/>
          </a:xfrm>
          <a:custGeom>
            <a:avLst/>
            <a:gdLst/>
            <a:ahLst/>
            <a:rect l="0" t="0" r="r" b="b"/>
            <a:pathLst>
              <a:path w="8362" h="1060">
                <a:moveTo>
                  <a:pt x="0" y="0"/>
                </a:moveTo>
                <a:lnTo>
                  <a:pt x="8362" y="0"/>
                </a:lnTo>
                <a:lnTo>
                  <a:pt x="8362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5" name=""/>
          <p:cNvSpPr/>
          <p:nvPr/>
        </p:nvSpPr>
        <p:spPr>
          <a:xfrm>
            <a:off x="4495680" y="2219040"/>
            <a:ext cx="2495880" cy="381600"/>
          </a:xfrm>
          <a:custGeom>
            <a:avLst/>
            <a:gdLst/>
            <a:ahLst/>
            <a:rect l="0" t="0" r="r" b="b"/>
            <a:pathLst>
              <a:path w="6933" h="1060">
                <a:moveTo>
                  <a:pt x="0" y="0"/>
                </a:moveTo>
                <a:lnTo>
                  <a:pt x="6933" y="0"/>
                </a:lnTo>
                <a:lnTo>
                  <a:pt x="6933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6" name=""/>
          <p:cNvSpPr/>
          <p:nvPr/>
        </p:nvSpPr>
        <p:spPr>
          <a:xfrm>
            <a:off x="542880" y="2219040"/>
            <a:ext cx="943200" cy="381600"/>
          </a:xfrm>
          <a:custGeom>
            <a:avLst/>
            <a:gdLst/>
            <a:ahLst/>
            <a:rect l="0" t="0" r="r" b="b"/>
            <a:pathLst>
              <a:path w="2620" h="1060">
                <a:moveTo>
                  <a:pt x="0" y="0"/>
                </a:moveTo>
                <a:lnTo>
                  <a:pt x="2620" y="0"/>
                </a:lnTo>
                <a:lnTo>
                  <a:pt x="2620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767" name=""/>
          <p:cNvSpPr/>
          <p:nvPr/>
        </p:nvSpPr>
        <p:spPr>
          <a:xfrm>
            <a:off x="1485720" y="2219040"/>
            <a:ext cx="3010320" cy="381600"/>
          </a:xfrm>
          <a:custGeom>
            <a:avLst/>
            <a:gdLst/>
            <a:ahLst/>
            <a:rect l="0" t="0" r="r" b="b"/>
            <a:pathLst>
              <a:path w="8362" h="1060">
                <a:moveTo>
                  <a:pt x="0" y="0"/>
                </a:moveTo>
                <a:lnTo>
                  <a:pt x="8362" y="0"/>
                </a:lnTo>
                <a:lnTo>
                  <a:pt x="8362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768" name=""/>
          <p:cNvSpPr/>
          <p:nvPr/>
        </p:nvSpPr>
        <p:spPr>
          <a:xfrm>
            <a:off x="4495680" y="2219040"/>
            <a:ext cx="2495880" cy="381600"/>
          </a:xfrm>
          <a:custGeom>
            <a:avLst/>
            <a:gdLst/>
            <a:ahLst/>
            <a:rect l="0" t="0" r="r" b="b"/>
            <a:pathLst>
              <a:path w="6933" h="1060">
                <a:moveTo>
                  <a:pt x="0" y="0"/>
                </a:moveTo>
                <a:lnTo>
                  <a:pt x="6933" y="0"/>
                </a:lnTo>
                <a:lnTo>
                  <a:pt x="6933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769" name=""/>
          <p:cNvSpPr/>
          <p:nvPr/>
        </p:nvSpPr>
        <p:spPr>
          <a:xfrm>
            <a:off x="542880" y="2600280"/>
            <a:ext cx="943200" cy="381240"/>
          </a:xfrm>
          <a:custGeom>
            <a:avLst/>
            <a:gdLst/>
            <a:ahLst/>
            <a:rect l="0" t="0" r="r" b="b"/>
            <a:pathLst>
              <a:path w="2620" h="1059">
                <a:moveTo>
                  <a:pt x="0" y="0"/>
                </a:moveTo>
                <a:lnTo>
                  <a:pt x="2620" y="0"/>
                </a:lnTo>
                <a:lnTo>
                  <a:pt x="262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0" name=""/>
          <p:cNvSpPr/>
          <p:nvPr/>
        </p:nvSpPr>
        <p:spPr>
          <a:xfrm>
            <a:off x="1485720" y="2600280"/>
            <a:ext cx="3010320" cy="381240"/>
          </a:xfrm>
          <a:custGeom>
            <a:avLst/>
            <a:gdLst/>
            <a:ahLst/>
            <a:rect l="0" t="0" r="r" b="b"/>
            <a:pathLst>
              <a:path w="8362" h="1059">
                <a:moveTo>
                  <a:pt x="0" y="0"/>
                </a:moveTo>
                <a:lnTo>
                  <a:pt x="8362" y="0"/>
                </a:lnTo>
                <a:lnTo>
                  <a:pt x="8362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1" name=""/>
          <p:cNvSpPr/>
          <p:nvPr/>
        </p:nvSpPr>
        <p:spPr>
          <a:xfrm>
            <a:off x="4495680" y="2600280"/>
            <a:ext cx="2495880" cy="381240"/>
          </a:xfrm>
          <a:custGeom>
            <a:avLst/>
            <a:gdLst/>
            <a:ahLst/>
            <a:rect l="0" t="0" r="r" b="b"/>
            <a:pathLst>
              <a:path w="6933" h="1059">
                <a:moveTo>
                  <a:pt x="0" y="0"/>
                </a:moveTo>
                <a:lnTo>
                  <a:pt x="6933" y="0"/>
                </a:lnTo>
                <a:lnTo>
                  <a:pt x="6933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2" name=""/>
          <p:cNvSpPr/>
          <p:nvPr/>
        </p:nvSpPr>
        <p:spPr>
          <a:xfrm>
            <a:off x="542880" y="2981160"/>
            <a:ext cx="943200" cy="381240"/>
          </a:xfrm>
          <a:custGeom>
            <a:avLst/>
            <a:gdLst/>
            <a:ahLst/>
            <a:rect l="0" t="0" r="r" b="b"/>
            <a:pathLst>
              <a:path w="2620" h="1059">
                <a:moveTo>
                  <a:pt x="0" y="0"/>
                </a:moveTo>
                <a:lnTo>
                  <a:pt x="2620" y="0"/>
                </a:lnTo>
                <a:lnTo>
                  <a:pt x="262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3" name=""/>
          <p:cNvSpPr/>
          <p:nvPr/>
        </p:nvSpPr>
        <p:spPr>
          <a:xfrm>
            <a:off x="1485720" y="2981160"/>
            <a:ext cx="3010320" cy="381240"/>
          </a:xfrm>
          <a:custGeom>
            <a:avLst/>
            <a:gdLst/>
            <a:ahLst/>
            <a:rect l="0" t="0" r="r" b="b"/>
            <a:pathLst>
              <a:path w="8362" h="1059">
                <a:moveTo>
                  <a:pt x="0" y="0"/>
                </a:moveTo>
                <a:lnTo>
                  <a:pt x="8362" y="0"/>
                </a:lnTo>
                <a:lnTo>
                  <a:pt x="8362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4" name=""/>
          <p:cNvSpPr/>
          <p:nvPr/>
        </p:nvSpPr>
        <p:spPr>
          <a:xfrm>
            <a:off x="4495680" y="2981160"/>
            <a:ext cx="2495880" cy="381240"/>
          </a:xfrm>
          <a:custGeom>
            <a:avLst/>
            <a:gdLst/>
            <a:ahLst/>
            <a:rect l="0" t="0" r="r" b="b"/>
            <a:pathLst>
              <a:path w="6933" h="1059">
                <a:moveTo>
                  <a:pt x="0" y="0"/>
                </a:moveTo>
                <a:lnTo>
                  <a:pt x="6933" y="0"/>
                </a:lnTo>
                <a:lnTo>
                  <a:pt x="6933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5" name=""/>
          <p:cNvSpPr/>
          <p:nvPr/>
        </p:nvSpPr>
        <p:spPr>
          <a:xfrm>
            <a:off x="542880" y="2981160"/>
            <a:ext cx="943200" cy="381240"/>
          </a:xfrm>
          <a:custGeom>
            <a:avLst/>
            <a:gdLst/>
            <a:ahLst/>
            <a:rect l="0" t="0" r="r" b="b"/>
            <a:pathLst>
              <a:path w="2620" h="1059">
                <a:moveTo>
                  <a:pt x="0" y="0"/>
                </a:moveTo>
                <a:lnTo>
                  <a:pt x="2620" y="0"/>
                </a:lnTo>
                <a:lnTo>
                  <a:pt x="262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6" name=""/>
          <p:cNvSpPr/>
          <p:nvPr/>
        </p:nvSpPr>
        <p:spPr>
          <a:xfrm>
            <a:off x="1485720" y="2981160"/>
            <a:ext cx="3010320" cy="381240"/>
          </a:xfrm>
          <a:custGeom>
            <a:avLst/>
            <a:gdLst/>
            <a:ahLst/>
            <a:rect l="0" t="0" r="r" b="b"/>
            <a:pathLst>
              <a:path w="8362" h="1059">
                <a:moveTo>
                  <a:pt x="0" y="0"/>
                </a:moveTo>
                <a:lnTo>
                  <a:pt x="8362" y="0"/>
                </a:lnTo>
                <a:lnTo>
                  <a:pt x="8362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7" name=""/>
          <p:cNvSpPr/>
          <p:nvPr/>
        </p:nvSpPr>
        <p:spPr>
          <a:xfrm>
            <a:off x="4495680" y="2981160"/>
            <a:ext cx="2495880" cy="381240"/>
          </a:xfrm>
          <a:custGeom>
            <a:avLst/>
            <a:gdLst/>
            <a:ahLst/>
            <a:rect l="0" t="0" r="r" b="b"/>
            <a:pathLst>
              <a:path w="6933" h="1059">
                <a:moveTo>
                  <a:pt x="0" y="0"/>
                </a:moveTo>
                <a:lnTo>
                  <a:pt x="6933" y="0"/>
                </a:lnTo>
                <a:lnTo>
                  <a:pt x="6933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8" name=""/>
          <p:cNvSpPr/>
          <p:nvPr/>
        </p:nvSpPr>
        <p:spPr>
          <a:xfrm>
            <a:off x="542880" y="3362040"/>
            <a:ext cx="943200" cy="390960"/>
          </a:xfrm>
          <a:custGeom>
            <a:avLst/>
            <a:gdLst/>
            <a:ahLst/>
            <a:rect l="0" t="0" r="r" b="b"/>
            <a:pathLst>
              <a:path w="2620" h="1086">
                <a:moveTo>
                  <a:pt x="0" y="0"/>
                </a:moveTo>
                <a:lnTo>
                  <a:pt x="2620" y="0"/>
                </a:lnTo>
                <a:lnTo>
                  <a:pt x="2620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9" name=""/>
          <p:cNvSpPr/>
          <p:nvPr/>
        </p:nvSpPr>
        <p:spPr>
          <a:xfrm>
            <a:off x="1485720" y="3362040"/>
            <a:ext cx="3010320" cy="390960"/>
          </a:xfrm>
          <a:custGeom>
            <a:avLst/>
            <a:gdLst/>
            <a:ahLst/>
            <a:rect l="0" t="0" r="r" b="b"/>
            <a:pathLst>
              <a:path w="8362" h="1086">
                <a:moveTo>
                  <a:pt x="0" y="0"/>
                </a:moveTo>
                <a:lnTo>
                  <a:pt x="8362" y="0"/>
                </a:lnTo>
                <a:lnTo>
                  <a:pt x="8362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0" name=""/>
          <p:cNvSpPr/>
          <p:nvPr/>
        </p:nvSpPr>
        <p:spPr>
          <a:xfrm>
            <a:off x="4495680" y="3362040"/>
            <a:ext cx="2495880" cy="390960"/>
          </a:xfrm>
          <a:custGeom>
            <a:avLst/>
            <a:gdLst/>
            <a:ahLst/>
            <a:rect l="0" t="0" r="r" b="b"/>
            <a:pathLst>
              <a:path w="6933" h="1086">
                <a:moveTo>
                  <a:pt x="0" y="0"/>
                </a:moveTo>
                <a:lnTo>
                  <a:pt x="6933" y="0"/>
                </a:lnTo>
                <a:lnTo>
                  <a:pt x="6933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1" name=""/>
          <p:cNvSpPr/>
          <p:nvPr/>
        </p:nvSpPr>
        <p:spPr>
          <a:xfrm>
            <a:off x="533160" y="221904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2" name=""/>
          <p:cNvSpPr/>
          <p:nvPr/>
        </p:nvSpPr>
        <p:spPr>
          <a:xfrm>
            <a:off x="533160" y="2219040"/>
            <a:ext cx="952920" cy="10080"/>
          </a:xfrm>
          <a:custGeom>
            <a:avLst/>
            <a:gdLst/>
            <a:ahLst/>
            <a:rect l="0" t="0" r="r" b="b"/>
            <a:pathLst>
              <a:path w="2647" h="28">
                <a:moveTo>
                  <a:pt x="0" y="0"/>
                </a:moveTo>
                <a:lnTo>
                  <a:pt x="2647" y="0"/>
                </a:lnTo>
                <a:lnTo>
                  <a:pt x="26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3" name=""/>
          <p:cNvSpPr/>
          <p:nvPr/>
        </p:nvSpPr>
        <p:spPr>
          <a:xfrm>
            <a:off x="1476360" y="221904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4" name=""/>
          <p:cNvSpPr/>
          <p:nvPr/>
        </p:nvSpPr>
        <p:spPr>
          <a:xfrm>
            <a:off x="1485720" y="2219040"/>
            <a:ext cx="3010320" cy="10080"/>
          </a:xfrm>
          <a:custGeom>
            <a:avLst/>
            <a:gdLst/>
            <a:ahLst/>
            <a:rect l="0" t="0" r="r" b="b"/>
            <a:pathLst>
              <a:path w="8362" h="28">
                <a:moveTo>
                  <a:pt x="0" y="0"/>
                </a:moveTo>
                <a:lnTo>
                  <a:pt x="8362" y="0"/>
                </a:lnTo>
                <a:lnTo>
                  <a:pt x="83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5" name=""/>
          <p:cNvSpPr/>
          <p:nvPr/>
        </p:nvSpPr>
        <p:spPr>
          <a:xfrm>
            <a:off x="4485960" y="221904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6" name=""/>
          <p:cNvSpPr/>
          <p:nvPr/>
        </p:nvSpPr>
        <p:spPr>
          <a:xfrm>
            <a:off x="4495680" y="2219040"/>
            <a:ext cx="2505240" cy="10080"/>
          </a:xfrm>
          <a:custGeom>
            <a:avLst/>
            <a:gdLst/>
            <a:ahLst/>
            <a:rect l="0" t="0" r="r" b="b"/>
            <a:pathLst>
              <a:path w="6959" h="28">
                <a:moveTo>
                  <a:pt x="0" y="0"/>
                </a:moveTo>
                <a:lnTo>
                  <a:pt x="6959" y="0"/>
                </a:lnTo>
                <a:lnTo>
                  <a:pt x="695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7" name=""/>
          <p:cNvSpPr/>
          <p:nvPr/>
        </p:nvSpPr>
        <p:spPr>
          <a:xfrm>
            <a:off x="6991200" y="221904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8" name=""/>
          <p:cNvSpPr/>
          <p:nvPr/>
        </p:nvSpPr>
        <p:spPr>
          <a:xfrm>
            <a:off x="533160" y="2600280"/>
            <a:ext cx="952920" cy="9720"/>
          </a:xfrm>
          <a:custGeom>
            <a:avLst/>
            <a:gdLst/>
            <a:ahLst/>
            <a:rect l="0" t="0" r="r" b="b"/>
            <a:pathLst>
              <a:path w="2647" h="27">
                <a:moveTo>
                  <a:pt x="0" y="0"/>
                </a:moveTo>
                <a:lnTo>
                  <a:pt x="2647" y="0"/>
                </a:lnTo>
                <a:lnTo>
                  <a:pt x="26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9" name=""/>
          <p:cNvSpPr/>
          <p:nvPr/>
        </p:nvSpPr>
        <p:spPr>
          <a:xfrm>
            <a:off x="1485720" y="2600280"/>
            <a:ext cx="3010320" cy="9720"/>
          </a:xfrm>
          <a:custGeom>
            <a:avLst/>
            <a:gdLst/>
            <a:ahLst/>
            <a:rect l="0" t="0" r="r" b="b"/>
            <a:pathLst>
              <a:path w="8362" h="27">
                <a:moveTo>
                  <a:pt x="0" y="0"/>
                </a:moveTo>
                <a:lnTo>
                  <a:pt x="8362" y="0"/>
                </a:lnTo>
                <a:lnTo>
                  <a:pt x="83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0" name=""/>
          <p:cNvSpPr/>
          <p:nvPr/>
        </p:nvSpPr>
        <p:spPr>
          <a:xfrm>
            <a:off x="4495680" y="2600280"/>
            <a:ext cx="2505240" cy="9720"/>
          </a:xfrm>
          <a:custGeom>
            <a:avLst/>
            <a:gdLst/>
            <a:ahLst/>
            <a:rect l="0" t="0" r="r" b="b"/>
            <a:pathLst>
              <a:path w="6959" h="27">
                <a:moveTo>
                  <a:pt x="0" y="0"/>
                </a:moveTo>
                <a:lnTo>
                  <a:pt x="6959" y="0"/>
                </a:lnTo>
                <a:lnTo>
                  <a:pt x="695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1" name=""/>
          <p:cNvSpPr/>
          <p:nvPr/>
        </p:nvSpPr>
        <p:spPr>
          <a:xfrm>
            <a:off x="533160" y="26096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2" name=""/>
          <p:cNvSpPr/>
          <p:nvPr/>
        </p:nvSpPr>
        <p:spPr>
          <a:xfrm>
            <a:off x="1476360" y="26096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3" name=""/>
          <p:cNvSpPr/>
          <p:nvPr/>
        </p:nvSpPr>
        <p:spPr>
          <a:xfrm>
            <a:off x="4485960" y="26096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4" name=""/>
          <p:cNvSpPr/>
          <p:nvPr/>
        </p:nvSpPr>
        <p:spPr>
          <a:xfrm>
            <a:off x="6991200" y="26096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5" name=""/>
          <p:cNvSpPr/>
          <p:nvPr/>
        </p:nvSpPr>
        <p:spPr>
          <a:xfrm>
            <a:off x="533160" y="29905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6" name=""/>
          <p:cNvSpPr/>
          <p:nvPr/>
        </p:nvSpPr>
        <p:spPr>
          <a:xfrm>
            <a:off x="533160" y="2981160"/>
            <a:ext cx="952920" cy="9720"/>
          </a:xfrm>
          <a:custGeom>
            <a:avLst/>
            <a:gdLst/>
            <a:ahLst/>
            <a:rect l="0" t="0" r="r" b="b"/>
            <a:pathLst>
              <a:path w="2647" h="27">
                <a:moveTo>
                  <a:pt x="0" y="0"/>
                </a:moveTo>
                <a:lnTo>
                  <a:pt x="2647" y="0"/>
                </a:lnTo>
                <a:lnTo>
                  <a:pt x="26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7" name=""/>
          <p:cNvSpPr/>
          <p:nvPr/>
        </p:nvSpPr>
        <p:spPr>
          <a:xfrm>
            <a:off x="1476360" y="299052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8" name=""/>
          <p:cNvSpPr/>
          <p:nvPr/>
        </p:nvSpPr>
        <p:spPr>
          <a:xfrm>
            <a:off x="1485720" y="2981160"/>
            <a:ext cx="3010320" cy="9720"/>
          </a:xfrm>
          <a:custGeom>
            <a:avLst/>
            <a:gdLst/>
            <a:ahLst/>
            <a:rect l="0" t="0" r="r" b="b"/>
            <a:pathLst>
              <a:path w="8362" h="27">
                <a:moveTo>
                  <a:pt x="0" y="0"/>
                </a:moveTo>
                <a:lnTo>
                  <a:pt x="8362" y="0"/>
                </a:lnTo>
                <a:lnTo>
                  <a:pt x="83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9" name=""/>
          <p:cNvSpPr/>
          <p:nvPr/>
        </p:nvSpPr>
        <p:spPr>
          <a:xfrm>
            <a:off x="4485960" y="29905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0" name=""/>
          <p:cNvSpPr/>
          <p:nvPr/>
        </p:nvSpPr>
        <p:spPr>
          <a:xfrm>
            <a:off x="4495680" y="2981160"/>
            <a:ext cx="2505240" cy="9720"/>
          </a:xfrm>
          <a:custGeom>
            <a:avLst/>
            <a:gdLst/>
            <a:ahLst/>
            <a:rect l="0" t="0" r="r" b="b"/>
            <a:pathLst>
              <a:path w="6959" h="27">
                <a:moveTo>
                  <a:pt x="0" y="0"/>
                </a:moveTo>
                <a:lnTo>
                  <a:pt x="6959" y="0"/>
                </a:lnTo>
                <a:lnTo>
                  <a:pt x="695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1" name=""/>
          <p:cNvSpPr/>
          <p:nvPr/>
        </p:nvSpPr>
        <p:spPr>
          <a:xfrm>
            <a:off x="6991200" y="299052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2" name=""/>
          <p:cNvSpPr/>
          <p:nvPr/>
        </p:nvSpPr>
        <p:spPr>
          <a:xfrm>
            <a:off x="533160" y="33717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3" name=""/>
          <p:cNvSpPr/>
          <p:nvPr/>
        </p:nvSpPr>
        <p:spPr>
          <a:xfrm>
            <a:off x="533160" y="3362040"/>
            <a:ext cx="952920" cy="10080"/>
          </a:xfrm>
          <a:custGeom>
            <a:avLst/>
            <a:gdLst/>
            <a:ahLst/>
            <a:rect l="0" t="0" r="r" b="b"/>
            <a:pathLst>
              <a:path w="2647" h="28">
                <a:moveTo>
                  <a:pt x="0" y="0"/>
                </a:moveTo>
                <a:lnTo>
                  <a:pt x="2647" y="0"/>
                </a:lnTo>
                <a:lnTo>
                  <a:pt x="26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4" name=""/>
          <p:cNvSpPr/>
          <p:nvPr/>
        </p:nvSpPr>
        <p:spPr>
          <a:xfrm>
            <a:off x="1476360" y="337176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5" name=""/>
          <p:cNvSpPr/>
          <p:nvPr/>
        </p:nvSpPr>
        <p:spPr>
          <a:xfrm>
            <a:off x="1485720" y="3362040"/>
            <a:ext cx="3010320" cy="10080"/>
          </a:xfrm>
          <a:custGeom>
            <a:avLst/>
            <a:gdLst/>
            <a:ahLst/>
            <a:rect l="0" t="0" r="r" b="b"/>
            <a:pathLst>
              <a:path w="8362" h="28">
                <a:moveTo>
                  <a:pt x="0" y="0"/>
                </a:moveTo>
                <a:lnTo>
                  <a:pt x="8362" y="0"/>
                </a:lnTo>
                <a:lnTo>
                  <a:pt x="83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6" name=""/>
          <p:cNvSpPr/>
          <p:nvPr/>
        </p:nvSpPr>
        <p:spPr>
          <a:xfrm>
            <a:off x="4485960" y="33717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7" name=""/>
          <p:cNvSpPr/>
          <p:nvPr/>
        </p:nvSpPr>
        <p:spPr>
          <a:xfrm>
            <a:off x="4495680" y="3362040"/>
            <a:ext cx="2505240" cy="10080"/>
          </a:xfrm>
          <a:custGeom>
            <a:avLst/>
            <a:gdLst/>
            <a:ahLst/>
            <a:rect l="0" t="0" r="r" b="b"/>
            <a:pathLst>
              <a:path w="6959" h="28">
                <a:moveTo>
                  <a:pt x="0" y="0"/>
                </a:moveTo>
                <a:lnTo>
                  <a:pt x="6959" y="0"/>
                </a:lnTo>
                <a:lnTo>
                  <a:pt x="695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8" name=""/>
          <p:cNvSpPr/>
          <p:nvPr/>
        </p:nvSpPr>
        <p:spPr>
          <a:xfrm>
            <a:off x="6991200" y="337176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9" name=""/>
          <p:cNvSpPr/>
          <p:nvPr/>
        </p:nvSpPr>
        <p:spPr>
          <a:xfrm>
            <a:off x="533160" y="3752640"/>
            <a:ext cx="952920" cy="10080"/>
          </a:xfrm>
          <a:custGeom>
            <a:avLst/>
            <a:gdLst/>
            <a:ahLst/>
            <a:rect l="0" t="0" r="r" b="b"/>
            <a:pathLst>
              <a:path w="2647" h="28">
                <a:moveTo>
                  <a:pt x="0" y="0"/>
                </a:moveTo>
                <a:lnTo>
                  <a:pt x="2647" y="0"/>
                </a:lnTo>
                <a:lnTo>
                  <a:pt x="26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0" name=""/>
          <p:cNvSpPr/>
          <p:nvPr/>
        </p:nvSpPr>
        <p:spPr>
          <a:xfrm>
            <a:off x="1485720" y="3752640"/>
            <a:ext cx="3010320" cy="10080"/>
          </a:xfrm>
          <a:custGeom>
            <a:avLst/>
            <a:gdLst/>
            <a:ahLst/>
            <a:rect l="0" t="0" r="r" b="b"/>
            <a:pathLst>
              <a:path w="8362" h="28">
                <a:moveTo>
                  <a:pt x="0" y="0"/>
                </a:moveTo>
                <a:lnTo>
                  <a:pt x="8362" y="0"/>
                </a:lnTo>
                <a:lnTo>
                  <a:pt x="83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1" name=""/>
          <p:cNvSpPr/>
          <p:nvPr/>
        </p:nvSpPr>
        <p:spPr>
          <a:xfrm>
            <a:off x="4495680" y="3752640"/>
            <a:ext cx="2505240" cy="10080"/>
          </a:xfrm>
          <a:custGeom>
            <a:avLst/>
            <a:gdLst/>
            <a:ahLst/>
            <a:rect l="0" t="0" r="r" b="b"/>
            <a:pathLst>
              <a:path w="6959" h="28">
                <a:moveTo>
                  <a:pt x="0" y="0"/>
                </a:moveTo>
                <a:lnTo>
                  <a:pt x="6959" y="0"/>
                </a:lnTo>
                <a:lnTo>
                  <a:pt x="695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2" name=""/>
          <p:cNvSpPr/>
          <p:nvPr/>
        </p:nvSpPr>
        <p:spPr>
          <a:xfrm>
            <a:off x="542880" y="4914720"/>
            <a:ext cx="2181600" cy="381240"/>
          </a:xfrm>
          <a:custGeom>
            <a:avLst/>
            <a:gdLst/>
            <a:ahLst/>
            <a:rect l="0" t="0" r="r" b="b"/>
            <a:pathLst>
              <a:path w="6060" h="1059">
                <a:moveTo>
                  <a:pt x="0" y="0"/>
                </a:moveTo>
                <a:lnTo>
                  <a:pt x="6060" y="0"/>
                </a:lnTo>
                <a:lnTo>
                  <a:pt x="606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3" name=""/>
          <p:cNvSpPr/>
          <p:nvPr/>
        </p:nvSpPr>
        <p:spPr>
          <a:xfrm>
            <a:off x="2724120" y="4914720"/>
            <a:ext cx="1562400" cy="381240"/>
          </a:xfrm>
          <a:custGeom>
            <a:avLst/>
            <a:gdLst/>
            <a:ahLst/>
            <a:rect l="0" t="0" r="r" b="b"/>
            <a:pathLst>
              <a:path w="4340" h="1059">
                <a:moveTo>
                  <a:pt x="0" y="0"/>
                </a:moveTo>
                <a:lnTo>
                  <a:pt x="4340" y="0"/>
                </a:lnTo>
                <a:lnTo>
                  <a:pt x="434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4" name=""/>
          <p:cNvSpPr/>
          <p:nvPr/>
        </p:nvSpPr>
        <p:spPr>
          <a:xfrm>
            <a:off x="4286160" y="4914720"/>
            <a:ext cx="1667160" cy="381240"/>
          </a:xfrm>
          <a:custGeom>
            <a:avLst/>
            <a:gdLst/>
            <a:ahLst/>
            <a:rect l="0" t="0" r="r" b="b"/>
            <a:pathLst>
              <a:path w="4631" h="1059">
                <a:moveTo>
                  <a:pt x="0" y="0"/>
                </a:moveTo>
                <a:lnTo>
                  <a:pt x="4631" y="0"/>
                </a:lnTo>
                <a:lnTo>
                  <a:pt x="463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5" name=""/>
          <p:cNvSpPr/>
          <p:nvPr/>
        </p:nvSpPr>
        <p:spPr>
          <a:xfrm>
            <a:off x="542880" y="4914720"/>
            <a:ext cx="2181600" cy="381240"/>
          </a:xfrm>
          <a:custGeom>
            <a:avLst/>
            <a:gdLst/>
            <a:ahLst/>
            <a:rect l="0" t="0" r="r" b="b"/>
            <a:pathLst>
              <a:path w="6060" h="1059">
                <a:moveTo>
                  <a:pt x="0" y="0"/>
                </a:moveTo>
                <a:lnTo>
                  <a:pt x="6060" y="0"/>
                </a:lnTo>
                <a:lnTo>
                  <a:pt x="606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16" name=""/>
          <p:cNvSpPr/>
          <p:nvPr/>
        </p:nvSpPr>
        <p:spPr>
          <a:xfrm>
            <a:off x="2724120" y="4914720"/>
            <a:ext cx="1562400" cy="381240"/>
          </a:xfrm>
          <a:custGeom>
            <a:avLst/>
            <a:gdLst/>
            <a:ahLst/>
            <a:rect l="0" t="0" r="r" b="b"/>
            <a:pathLst>
              <a:path w="4340" h="1059">
                <a:moveTo>
                  <a:pt x="0" y="0"/>
                </a:moveTo>
                <a:lnTo>
                  <a:pt x="4340" y="0"/>
                </a:lnTo>
                <a:lnTo>
                  <a:pt x="434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17" name=""/>
          <p:cNvSpPr/>
          <p:nvPr/>
        </p:nvSpPr>
        <p:spPr>
          <a:xfrm>
            <a:off x="4286160" y="4914720"/>
            <a:ext cx="1667160" cy="381240"/>
          </a:xfrm>
          <a:custGeom>
            <a:avLst/>
            <a:gdLst/>
            <a:ahLst/>
            <a:rect l="0" t="0" r="r" b="b"/>
            <a:pathLst>
              <a:path w="4631" h="1059">
                <a:moveTo>
                  <a:pt x="0" y="0"/>
                </a:moveTo>
                <a:lnTo>
                  <a:pt x="4631" y="0"/>
                </a:lnTo>
                <a:lnTo>
                  <a:pt x="463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18" name=""/>
          <p:cNvSpPr/>
          <p:nvPr/>
        </p:nvSpPr>
        <p:spPr>
          <a:xfrm>
            <a:off x="542880" y="5295600"/>
            <a:ext cx="2181600" cy="381600"/>
          </a:xfrm>
          <a:custGeom>
            <a:avLst/>
            <a:gdLst/>
            <a:ahLst/>
            <a:rect l="0" t="0" r="r" b="b"/>
            <a:pathLst>
              <a:path w="6060" h="1060">
                <a:moveTo>
                  <a:pt x="0" y="0"/>
                </a:moveTo>
                <a:lnTo>
                  <a:pt x="6060" y="0"/>
                </a:lnTo>
                <a:lnTo>
                  <a:pt x="6060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9" name=""/>
          <p:cNvSpPr/>
          <p:nvPr/>
        </p:nvSpPr>
        <p:spPr>
          <a:xfrm>
            <a:off x="2724120" y="5295600"/>
            <a:ext cx="1562400" cy="381600"/>
          </a:xfrm>
          <a:custGeom>
            <a:avLst/>
            <a:gdLst/>
            <a:ahLst/>
            <a:rect l="0" t="0" r="r" b="b"/>
            <a:pathLst>
              <a:path w="4340" h="1060">
                <a:moveTo>
                  <a:pt x="0" y="0"/>
                </a:moveTo>
                <a:lnTo>
                  <a:pt x="4340" y="0"/>
                </a:lnTo>
                <a:lnTo>
                  <a:pt x="4340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0" name=""/>
          <p:cNvSpPr/>
          <p:nvPr/>
        </p:nvSpPr>
        <p:spPr>
          <a:xfrm>
            <a:off x="4286160" y="5295600"/>
            <a:ext cx="1667160" cy="381600"/>
          </a:xfrm>
          <a:custGeom>
            <a:avLst/>
            <a:gdLst/>
            <a:ahLst/>
            <a:rect l="0" t="0" r="r" b="b"/>
            <a:pathLst>
              <a:path w="4631" h="1060">
                <a:moveTo>
                  <a:pt x="0" y="0"/>
                </a:moveTo>
                <a:lnTo>
                  <a:pt x="4631" y="0"/>
                </a:lnTo>
                <a:lnTo>
                  <a:pt x="463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1" name=""/>
          <p:cNvSpPr/>
          <p:nvPr/>
        </p:nvSpPr>
        <p:spPr>
          <a:xfrm>
            <a:off x="542880" y="5676840"/>
            <a:ext cx="2181600" cy="381240"/>
          </a:xfrm>
          <a:custGeom>
            <a:avLst/>
            <a:gdLst/>
            <a:ahLst/>
            <a:rect l="0" t="0" r="r" b="b"/>
            <a:pathLst>
              <a:path w="6060" h="1059">
                <a:moveTo>
                  <a:pt x="0" y="0"/>
                </a:moveTo>
                <a:lnTo>
                  <a:pt x="6060" y="0"/>
                </a:lnTo>
                <a:lnTo>
                  <a:pt x="606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2" name=""/>
          <p:cNvSpPr/>
          <p:nvPr/>
        </p:nvSpPr>
        <p:spPr>
          <a:xfrm>
            <a:off x="2724120" y="5676840"/>
            <a:ext cx="1562400" cy="381240"/>
          </a:xfrm>
          <a:custGeom>
            <a:avLst/>
            <a:gdLst/>
            <a:ahLst/>
            <a:rect l="0" t="0" r="r" b="b"/>
            <a:pathLst>
              <a:path w="4340" h="1059">
                <a:moveTo>
                  <a:pt x="0" y="0"/>
                </a:moveTo>
                <a:lnTo>
                  <a:pt x="4340" y="0"/>
                </a:lnTo>
                <a:lnTo>
                  <a:pt x="434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3" name=""/>
          <p:cNvSpPr/>
          <p:nvPr/>
        </p:nvSpPr>
        <p:spPr>
          <a:xfrm>
            <a:off x="4286160" y="5676840"/>
            <a:ext cx="1667160" cy="381240"/>
          </a:xfrm>
          <a:custGeom>
            <a:avLst/>
            <a:gdLst/>
            <a:ahLst/>
            <a:rect l="0" t="0" r="r" b="b"/>
            <a:pathLst>
              <a:path w="4631" h="1059">
                <a:moveTo>
                  <a:pt x="0" y="0"/>
                </a:moveTo>
                <a:lnTo>
                  <a:pt x="4631" y="0"/>
                </a:lnTo>
                <a:lnTo>
                  <a:pt x="463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4" name=""/>
          <p:cNvSpPr/>
          <p:nvPr/>
        </p:nvSpPr>
        <p:spPr>
          <a:xfrm>
            <a:off x="542880" y="5676840"/>
            <a:ext cx="2181600" cy="381240"/>
          </a:xfrm>
          <a:custGeom>
            <a:avLst/>
            <a:gdLst/>
            <a:ahLst/>
            <a:rect l="0" t="0" r="r" b="b"/>
            <a:pathLst>
              <a:path w="6060" h="1059">
                <a:moveTo>
                  <a:pt x="0" y="0"/>
                </a:moveTo>
                <a:lnTo>
                  <a:pt x="6060" y="0"/>
                </a:lnTo>
                <a:lnTo>
                  <a:pt x="606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5" name=""/>
          <p:cNvSpPr/>
          <p:nvPr/>
        </p:nvSpPr>
        <p:spPr>
          <a:xfrm>
            <a:off x="2724120" y="5676840"/>
            <a:ext cx="1562400" cy="381240"/>
          </a:xfrm>
          <a:custGeom>
            <a:avLst/>
            <a:gdLst/>
            <a:ahLst/>
            <a:rect l="0" t="0" r="r" b="b"/>
            <a:pathLst>
              <a:path w="4340" h="1059">
                <a:moveTo>
                  <a:pt x="0" y="0"/>
                </a:moveTo>
                <a:lnTo>
                  <a:pt x="4340" y="0"/>
                </a:lnTo>
                <a:lnTo>
                  <a:pt x="434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6" name=""/>
          <p:cNvSpPr/>
          <p:nvPr/>
        </p:nvSpPr>
        <p:spPr>
          <a:xfrm>
            <a:off x="4286160" y="5676840"/>
            <a:ext cx="1667160" cy="381240"/>
          </a:xfrm>
          <a:custGeom>
            <a:avLst/>
            <a:gdLst/>
            <a:ahLst/>
            <a:rect l="0" t="0" r="r" b="b"/>
            <a:pathLst>
              <a:path w="4631" h="1059">
                <a:moveTo>
                  <a:pt x="0" y="0"/>
                </a:moveTo>
                <a:lnTo>
                  <a:pt x="4631" y="0"/>
                </a:lnTo>
                <a:lnTo>
                  <a:pt x="463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7" name=""/>
          <p:cNvSpPr/>
          <p:nvPr/>
        </p:nvSpPr>
        <p:spPr>
          <a:xfrm>
            <a:off x="533160" y="491472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8" name=""/>
          <p:cNvSpPr/>
          <p:nvPr/>
        </p:nvSpPr>
        <p:spPr>
          <a:xfrm>
            <a:off x="533160" y="4914720"/>
            <a:ext cx="2200680" cy="9720"/>
          </a:xfrm>
          <a:custGeom>
            <a:avLst/>
            <a:gdLst/>
            <a:ahLst/>
            <a:rect l="0" t="0" r="r" b="b"/>
            <a:pathLst>
              <a:path w="6113" h="27">
                <a:moveTo>
                  <a:pt x="0" y="0"/>
                </a:moveTo>
                <a:lnTo>
                  <a:pt x="6113" y="0"/>
                </a:lnTo>
                <a:lnTo>
                  <a:pt x="61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9" name=""/>
          <p:cNvSpPr/>
          <p:nvPr/>
        </p:nvSpPr>
        <p:spPr>
          <a:xfrm>
            <a:off x="2724120" y="491472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0" name=""/>
          <p:cNvSpPr/>
          <p:nvPr/>
        </p:nvSpPr>
        <p:spPr>
          <a:xfrm>
            <a:off x="2733480" y="4914720"/>
            <a:ext cx="1562400" cy="9720"/>
          </a:xfrm>
          <a:custGeom>
            <a:avLst/>
            <a:gdLst/>
            <a:ahLst/>
            <a:rect l="0" t="0" r="r" b="b"/>
            <a:pathLst>
              <a:path w="4340" h="27">
                <a:moveTo>
                  <a:pt x="0" y="0"/>
                </a:moveTo>
                <a:lnTo>
                  <a:pt x="4340" y="0"/>
                </a:lnTo>
                <a:lnTo>
                  <a:pt x="434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1" name=""/>
          <p:cNvSpPr/>
          <p:nvPr/>
        </p:nvSpPr>
        <p:spPr>
          <a:xfrm>
            <a:off x="4286160" y="491472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2" name=""/>
          <p:cNvSpPr/>
          <p:nvPr/>
        </p:nvSpPr>
        <p:spPr>
          <a:xfrm>
            <a:off x="4295520" y="4914720"/>
            <a:ext cx="1657800" cy="9720"/>
          </a:xfrm>
          <a:custGeom>
            <a:avLst/>
            <a:gdLst/>
            <a:ahLst/>
            <a:rect l="0" t="0" r="r" b="b"/>
            <a:pathLst>
              <a:path w="4605" h="27">
                <a:moveTo>
                  <a:pt x="0" y="0"/>
                </a:moveTo>
                <a:lnTo>
                  <a:pt x="4605" y="0"/>
                </a:lnTo>
                <a:lnTo>
                  <a:pt x="46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3" name=""/>
          <p:cNvSpPr/>
          <p:nvPr/>
        </p:nvSpPr>
        <p:spPr>
          <a:xfrm>
            <a:off x="5943240" y="491472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4" name=""/>
          <p:cNvSpPr/>
          <p:nvPr/>
        </p:nvSpPr>
        <p:spPr>
          <a:xfrm>
            <a:off x="533160" y="5295600"/>
            <a:ext cx="2200680" cy="10080"/>
          </a:xfrm>
          <a:custGeom>
            <a:avLst/>
            <a:gdLst/>
            <a:ahLst/>
            <a:rect l="0" t="0" r="r" b="b"/>
            <a:pathLst>
              <a:path w="6113" h="28">
                <a:moveTo>
                  <a:pt x="0" y="0"/>
                </a:moveTo>
                <a:lnTo>
                  <a:pt x="6113" y="0"/>
                </a:lnTo>
                <a:lnTo>
                  <a:pt x="611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5" name=""/>
          <p:cNvSpPr/>
          <p:nvPr/>
        </p:nvSpPr>
        <p:spPr>
          <a:xfrm>
            <a:off x="2733480" y="5295600"/>
            <a:ext cx="1562400" cy="10080"/>
          </a:xfrm>
          <a:custGeom>
            <a:avLst/>
            <a:gdLst/>
            <a:ahLst/>
            <a:rect l="0" t="0" r="r" b="b"/>
            <a:pathLst>
              <a:path w="4340" h="28">
                <a:moveTo>
                  <a:pt x="0" y="0"/>
                </a:moveTo>
                <a:lnTo>
                  <a:pt x="4340" y="0"/>
                </a:lnTo>
                <a:lnTo>
                  <a:pt x="434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6" name=""/>
          <p:cNvSpPr/>
          <p:nvPr/>
        </p:nvSpPr>
        <p:spPr>
          <a:xfrm>
            <a:off x="4295520" y="5295600"/>
            <a:ext cx="1657800" cy="10080"/>
          </a:xfrm>
          <a:custGeom>
            <a:avLst/>
            <a:gdLst/>
            <a:ahLst/>
            <a:rect l="0" t="0" r="r" b="b"/>
            <a:pathLst>
              <a:path w="4605" h="28">
                <a:moveTo>
                  <a:pt x="0" y="0"/>
                </a:moveTo>
                <a:lnTo>
                  <a:pt x="4605" y="0"/>
                </a:lnTo>
                <a:lnTo>
                  <a:pt x="46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7" name=""/>
          <p:cNvSpPr/>
          <p:nvPr/>
        </p:nvSpPr>
        <p:spPr>
          <a:xfrm>
            <a:off x="533160" y="530532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8" name=""/>
          <p:cNvSpPr/>
          <p:nvPr/>
        </p:nvSpPr>
        <p:spPr>
          <a:xfrm>
            <a:off x="2724120" y="530532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9" name=""/>
          <p:cNvSpPr/>
          <p:nvPr/>
        </p:nvSpPr>
        <p:spPr>
          <a:xfrm>
            <a:off x="4286160" y="530532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0" name=""/>
          <p:cNvSpPr/>
          <p:nvPr/>
        </p:nvSpPr>
        <p:spPr>
          <a:xfrm>
            <a:off x="5943240" y="530532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1" name=""/>
          <p:cNvSpPr/>
          <p:nvPr/>
        </p:nvSpPr>
        <p:spPr>
          <a:xfrm>
            <a:off x="533160" y="568620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2" name=""/>
          <p:cNvSpPr/>
          <p:nvPr/>
        </p:nvSpPr>
        <p:spPr>
          <a:xfrm>
            <a:off x="533160" y="5676840"/>
            <a:ext cx="2200680" cy="9720"/>
          </a:xfrm>
          <a:custGeom>
            <a:avLst/>
            <a:gdLst/>
            <a:ahLst/>
            <a:rect l="0" t="0" r="r" b="b"/>
            <a:pathLst>
              <a:path w="6113" h="27">
                <a:moveTo>
                  <a:pt x="0" y="0"/>
                </a:moveTo>
                <a:lnTo>
                  <a:pt x="6113" y="0"/>
                </a:lnTo>
                <a:lnTo>
                  <a:pt x="61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3" name=""/>
          <p:cNvSpPr/>
          <p:nvPr/>
        </p:nvSpPr>
        <p:spPr>
          <a:xfrm>
            <a:off x="2724120" y="568620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4" name=""/>
          <p:cNvSpPr/>
          <p:nvPr/>
        </p:nvSpPr>
        <p:spPr>
          <a:xfrm>
            <a:off x="2733480" y="5676840"/>
            <a:ext cx="1562400" cy="9720"/>
          </a:xfrm>
          <a:custGeom>
            <a:avLst/>
            <a:gdLst/>
            <a:ahLst/>
            <a:rect l="0" t="0" r="r" b="b"/>
            <a:pathLst>
              <a:path w="4340" h="27">
                <a:moveTo>
                  <a:pt x="0" y="0"/>
                </a:moveTo>
                <a:lnTo>
                  <a:pt x="4340" y="0"/>
                </a:lnTo>
                <a:lnTo>
                  <a:pt x="434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5" name=""/>
          <p:cNvSpPr/>
          <p:nvPr/>
        </p:nvSpPr>
        <p:spPr>
          <a:xfrm>
            <a:off x="4286160" y="568620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6" name=""/>
          <p:cNvSpPr/>
          <p:nvPr/>
        </p:nvSpPr>
        <p:spPr>
          <a:xfrm>
            <a:off x="4295520" y="5676840"/>
            <a:ext cx="1657800" cy="9720"/>
          </a:xfrm>
          <a:custGeom>
            <a:avLst/>
            <a:gdLst/>
            <a:ahLst/>
            <a:rect l="0" t="0" r="r" b="b"/>
            <a:pathLst>
              <a:path w="4605" h="27">
                <a:moveTo>
                  <a:pt x="0" y="0"/>
                </a:moveTo>
                <a:lnTo>
                  <a:pt x="4605" y="0"/>
                </a:lnTo>
                <a:lnTo>
                  <a:pt x="46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7" name=""/>
          <p:cNvSpPr/>
          <p:nvPr/>
        </p:nvSpPr>
        <p:spPr>
          <a:xfrm>
            <a:off x="5943240" y="568620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8" name=""/>
          <p:cNvSpPr/>
          <p:nvPr/>
        </p:nvSpPr>
        <p:spPr>
          <a:xfrm>
            <a:off x="533160" y="6057720"/>
            <a:ext cx="2200680" cy="9720"/>
          </a:xfrm>
          <a:custGeom>
            <a:avLst/>
            <a:gdLst/>
            <a:ahLst/>
            <a:rect l="0" t="0" r="r" b="b"/>
            <a:pathLst>
              <a:path w="6113" h="27">
                <a:moveTo>
                  <a:pt x="0" y="0"/>
                </a:moveTo>
                <a:lnTo>
                  <a:pt x="6113" y="0"/>
                </a:lnTo>
                <a:lnTo>
                  <a:pt x="61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9" name=""/>
          <p:cNvSpPr/>
          <p:nvPr/>
        </p:nvSpPr>
        <p:spPr>
          <a:xfrm>
            <a:off x="2733480" y="6057720"/>
            <a:ext cx="1562400" cy="9720"/>
          </a:xfrm>
          <a:custGeom>
            <a:avLst/>
            <a:gdLst/>
            <a:ahLst/>
            <a:rect l="0" t="0" r="r" b="b"/>
            <a:pathLst>
              <a:path w="4340" h="27">
                <a:moveTo>
                  <a:pt x="0" y="0"/>
                </a:moveTo>
                <a:lnTo>
                  <a:pt x="4340" y="0"/>
                </a:lnTo>
                <a:lnTo>
                  <a:pt x="434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0" name=""/>
          <p:cNvSpPr/>
          <p:nvPr/>
        </p:nvSpPr>
        <p:spPr>
          <a:xfrm>
            <a:off x="4295520" y="6057720"/>
            <a:ext cx="1657800" cy="9720"/>
          </a:xfrm>
          <a:custGeom>
            <a:avLst/>
            <a:gdLst/>
            <a:ahLst/>
            <a:rect l="0" t="0" r="r" b="b"/>
            <a:pathLst>
              <a:path w="4605" h="27">
                <a:moveTo>
                  <a:pt x="0" y="0"/>
                </a:moveTo>
                <a:lnTo>
                  <a:pt x="4605" y="0"/>
                </a:lnTo>
                <a:lnTo>
                  <a:pt x="46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1" name=""/>
          <p:cNvSpPr txBox="1"/>
          <p:nvPr/>
        </p:nvSpPr>
        <p:spPr>
          <a:xfrm>
            <a:off x="4312080" y="693360"/>
            <a:ext cx="1905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並⾏稼働）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2" name=""/>
          <p:cNvSpPr txBox="1"/>
          <p:nvPr/>
        </p:nvSpPr>
        <p:spPr>
          <a:xfrm>
            <a:off x="723960" y="1732680"/>
            <a:ext cx="1005480" cy="21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2026-06-07 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3" name=""/>
          <p:cNvSpPr txBox="1"/>
          <p:nvPr/>
        </p:nvSpPr>
        <p:spPr>
          <a:xfrm>
            <a:off x="1726560" y="1741320"/>
            <a:ext cx="3636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より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4" name=""/>
          <p:cNvSpPr txBox="1"/>
          <p:nvPr/>
        </p:nvSpPr>
        <p:spPr>
          <a:xfrm>
            <a:off x="2088360" y="1732680"/>
            <a:ext cx="296640" cy="21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v3 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5" name=""/>
          <p:cNvSpPr txBox="1"/>
          <p:nvPr/>
        </p:nvSpPr>
        <p:spPr>
          <a:xfrm>
            <a:off x="2383920" y="1741320"/>
            <a:ext cx="54468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移⾏・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6" name=""/>
          <p:cNvSpPr txBox="1"/>
          <p:nvPr/>
        </p:nvSpPr>
        <p:spPr>
          <a:xfrm>
            <a:off x="2926800" y="1732680"/>
            <a:ext cx="1005480" cy="21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2026-06-23 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7" name=""/>
          <p:cNvSpPr txBox="1"/>
          <p:nvPr/>
        </p:nvSpPr>
        <p:spPr>
          <a:xfrm>
            <a:off x="3929400" y="1741320"/>
            <a:ext cx="3636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より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8" name=""/>
          <p:cNvSpPr txBox="1"/>
          <p:nvPr/>
        </p:nvSpPr>
        <p:spPr>
          <a:xfrm>
            <a:off x="4291200" y="1732680"/>
            <a:ext cx="407520" cy="21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v3b 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9" name=""/>
          <p:cNvSpPr txBox="1"/>
          <p:nvPr/>
        </p:nvSpPr>
        <p:spPr>
          <a:xfrm>
            <a:off x="4697280" y="1741320"/>
            <a:ext cx="72612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並⾏稼働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0" name=""/>
          <p:cNvSpPr txBox="1"/>
          <p:nvPr/>
        </p:nvSpPr>
        <p:spPr>
          <a:xfrm>
            <a:off x="666720" y="232128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項⽬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1" name=""/>
          <p:cNvSpPr txBox="1"/>
          <p:nvPr/>
        </p:nvSpPr>
        <p:spPr>
          <a:xfrm>
            <a:off x="1609560" y="2313360"/>
            <a:ext cx="1843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v3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2" name=""/>
          <p:cNvSpPr txBox="1"/>
          <p:nvPr/>
        </p:nvSpPr>
        <p:spPr>
          <a:xfrm>
            <a:off x="1794240" y="23212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3" name=""/>
          <p:cNvSpPr txBox="1"/>
          <p:nvPr/>
        </p:nvSpPr>
        <p:spPr>
          <a:xfrm>
            <a:off x="1965600" y="2313360"/>
            <a:ext cx="3488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4" name=""/>
          <p:cNvSpPr txBox="1"/>
          <p:nvPr/>
        </p:nvSpPr>
        <p:spPr>
          <a:xfrm>
            <a:off x="2315160" y="232128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あり）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5" name=""/>
          <p:cNvSpPr txBox="1"/>
          <p:nvPr/>
        </p:nvSpPr>
        <p:spPr>
          <a:xfrm>
            <a:off x="4622760" y="2313360"/>
            <a:ext cx="2887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v3b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6" name=""/>
          <p:cNvSpPr txBox="1"/>
          <p:nvPr/>
        </p:nvSpPr>
        <p:spPr>
          <a:xfrm>
            <a:off x="4911840" y="23212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7" name=""/>
          <p:cNvSpPr txBox="1"/>
          <p:nvPr/>
        </p:nvSpPr>
        <p:spPr>
          <a:xfrm>
            <a:off x="5083560" y="2313360"/>
            <a:ext cx="3488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8" name=""/>
          <p:cNvSpPr txBox="1"/>
          <p:nvPr/>
        </p:nvSpPr>
        <p:spPr>
          <a:xfrm>
            <a:off x="5433120" y="232128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なし）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9" name=""/>
          <p:cNvSpPr txBox="1"/>
          <p:nvPr/>
        </p:nvSpPr>
        <p:spPr>
          <a:xfrm>
            <a:off x="666720" y="270216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説明変数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0" name=""/>
          <p:cNvSpPr txBox="1"/>
          <p:nvPr/>
        </p:nvSpPr>
        <p:spPr>
          <a:xfrm>
            <a:off x="1609560" y="2694240"/>
            <a:ext cx="3578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1" name=""/>
          <p:cNvSpPr txBox="1"/>
          <p:nvPr/>
        </p:nvSpPr>
        <p:spPr>
          <a:xfrm>
            <a:off x="1968480" y="27021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2" name=""/>
          <p:cNvSpPr txBox="1"/>
          <p:nvPr/>
        </p:nvSpPr>
        <p:spPr>
          <a:xfrm>
            <a:off x="2139840" y="2694240"/>
            <a:ext cx="4147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GSR/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3" name=""/>
          <p:cNvSpPr txBox="1"/>
          <p:nvPr/>
        </p:nvSpPr>
        <p:spPr>
          <a:xfrm>
            <a:off x="2555640" y="270216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平年⽐・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4" name=""/>
          <p:cNvSpPr txBox="1"/>
          <p:nvPr/>
        </p:nvSpPr>
        <p:spPr>
          <a:xfrm>
            <a:off x="3241440" y="2694240"/>
            <a:ext cx="342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5" name=""/>
          <p:cNvSpPr txBox="1"/>
          <p:nvPr/>
        </p:nvSpPr>
        <p:spPr>
          <a:xfrm>
            <a:off x="3584160" y="27021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6" name=""/>
          <p:cNvSpPr txBox="1"/>
          <p:nvPr/>
        </p:nvSpPr>
        <p:spPr>
          <a:xfrm>
            <a:off x="3755880" y="269424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7" name=""/>
          <p:cNvSpPr txBox="1"/>
          <p:nvPr/>
        </p:nvSpPr>
        <p:spPr>
          <a:xfrm>
            <a:off x="3850920" y="270216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変数）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8" name=""/>
          <p:cNvSpPr txBox="1"/>
          <p:nvPr/>
        </p:nvSpPr>
        <p:spPr>
          <a:xfrm>
            <a:off x="4622760" y="2694240"/>
            <a:ext cx="3578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9" name=""/>
          <p:cNvSpPr txBox="1"/>
          <p:nvPr/>
        </p:nvSpPr>
        <p:spPr>
          <a:xfrm>
            <a:off x="4981320" y="27021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0" name=""/>
          <p:cNvSpPr txBox="1"/>
          <p:nvPr/>
        </p:nvSpPr>
        <p:spPr>
          <a:xfrm>
            <a:off x="5153040" y="2694240"/>
            <a:ext cx="4147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GSR/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1" name=""/>
          <p:cNvSpPr txBox="1"/>
          <p:nvPr/>
        </p:nvSpPr>
        <p:spPr>
          <a:xfrm>
            <a:off x="5568480" y="270216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平年⽐（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2" name=""/>
          <p:cNvSpPr txBox="1"/>
          <p:nvPr/>
        </p:nvSpPr>
        <p:spPr>
          <a:xfrm>
            <a:off x="6254280" y="269424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3" name=""/>
          <p:cNvSpPr txBox="1"/>
          <p:nvPr/>
        </p:nvSpPr>
        <p:spPr>
          <a:xfrm>
            <a:off x="6349680" y="270216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変数）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4" name=""/>
          <p:cNvSpPr txBox="1"/>
          <p:nvPr/>
        </p:nvSpPr>
        <p:spPr>
          <a:xfrm>
            <a:off x="666720" y="3075120"/>
            <a:ext cx="6393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CV MAE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5" name=""/>
          <p:cNvSpPr txBox="1"/>
          <p:nvPr/>
        </p:nvSpPr>
        <p:spPr>
          <a:xfrm>
            <a:off x="1609560" y="3075120"/>
            <a:ext cx="80388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2.08 kWh/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6" name=""/>
          <p:cNvSpPr txBox="1"/>
          <p:nvPr/>
        </p:nvSpPr>
        <p:spPr>
          <a:xfrm>
            <a:off x="2416680" y="30834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⽇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7" name=""/>
          <p:cNvSpPr txBox="1"/>
          <p:nvPr/>
        </p:nvSpPr>
        <p:spPr>
          <a:xfrm>
            <a:off x="4622760" y="3075120"/>
            <a:ext cx="7786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2.22 kWh/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8" name=""/>
          <p:cNvSpPr txBox="1"/>
          <p:nvPr/>
        </p:nvSpPr>
        <p:spPr>
          <a:xfrm>
            <a:off x="5404320" y="30834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⽇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9" name=""/>
          <p:cNvSpPr/>
          <p:nvPr/>
        </p:nvSpPr>
        <p:spPr>
          <a:xfrm>
            <a:off x="1609560" y="3485880"/>
            <a:ext cx="1581480" cy="190800"/>
          </a:xfrm>
          <a:custGeom>
            <a:avLst/>
            <a:gdLst/>
            <a:ahLst/>
            <a:rect l="0" t="0" r="r" b="b"/>
            <a:pathLst>
              <a:path w="4393" h="530">
                <a:moveTo>
                  <a:pt x="0" y="451"/>
                </a:moveTo>
                <a:lnTo>
                  <a:pt x="0" y="80"/>
                </a:ln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lnTo>
                  <a:pt x="4314" y="0"/>
                </a:lnTo>
                <a:cubicBezTo>
                  <a:pt x="4324" y="0"/>
                  <a:pt x="4334" y="2"/>
                  <a:pt x="4344" y="6"/>
                </a:cubicBezTo>
                <a:cubicBezTo>
                  <a:pt x="4354" y="10"/>
                  <a:pt x="4362" y="16"/>
                  <a:pt x="4370" y="23"/>
                </a:cubicBezTo>
                <a:cubicBezTo>
                  <a:pt x="4377" y="31"/>
                  <a:pt x="4383" y="40"/>
                  <a:pt x="4387" y="49"/>
                </a:cubicBezTo>
                <a:cubicBezTo>
                  <a:pt x="4391" y="59"/>
                  <a:pt x="4393" y="69"/>
                  <a:pt x="4393" y="80"/>
                </a:cubicBezTo>
                <a:lnTo>
                  <a:pt x="4393" y="451"/>
                </a:lnTo>
                <a:cubicBezTo>
                  <a:pt x="4393" y="462"/>
                  <a:pt x="4391" y="472"/>
                  <a:pt x="4387" y="481"/>
                </a:cubicBezTo>
                <a:cubicBezTo>
                  <a:pt x="4383" y="491"/>
                  <a:pt x="4377" y="500"/>
                  <a:pt x="4370" y="507"/>
                </a:cubicBezTo>
                <a:cubicBezTo>
                  <a:pt x="4362" y="515"/>
                  <a:pt x="4354" y="520"/>
                  <a:pt x="4344" y="524"/>
                </a:cubicBezTo>
                <a:cubicBezTo>
                  <a:pt x="4334" y="528"/>
                  <a:pt x="4324" y="530"/>
                  <a:pt x="4314" y="530"/>
                </a:cubicBezTo>
                <a:lnTo>
                  <a:pt x="79" y="530"/>
                </a:lnTo>
                <a:cubicBezTo>
                  <a:pt x="69" y="530"/>
                  <a:pt x="59" y="528"/>
                  <a:pt x="49" y="524"/>
                </a:cubicBezTo>
                <a:cubicBezTo>
                  <a:pt x="39" y="520"/>
                  <a:pt x="31" y="515"/>
                  <a:pt x="23" y="507"/>
                </a:cubicBezTo>
                <a:cubicBezTo>
                  <a:pt x="16" y="500"/>
                  <a:pt x="10" y="491"/>
                  <a:pt x="6" y="481"/>
                </a:cubicBezTo>
                <a:cubicBezTo>
                  <a:pt x="2" y="472"/>
                  <a:pt x="0" y="462"/>
                  <a:pt x="0" y="451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0" name=""/>
          <p:cNvSpPr txBox="1"/>
          <p:nvPr/>
        </p:nvSpPr>
        <p:spPr>
          <a:xfrm>
            <a:off x="666720" y="346428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ファイル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1" name=""/>
          <p:cNvSpPr/>
          <p:nvPr/>
        </p:nvSpPr>
        <p:spPr>
          <a:xfrm>
            <a:off x="4619520" y="3485880"/>
            <a:ext cx="2200680" cy="190800"/>
          </a:xfrm>
          <a:custGeom>
            <a:avLst/>
            <a:gdLst/>
            <a:ahLst/>
            <a:rect l="0" t="0" r="r" b="b"/>
            <a:pathLst>
              <a:path w="6113" h="530">
                <a:moveTo>
                  <a:pt x="0" y="451"/>
                </a:moveTo>
                <a:lnTo>
                  <a:pt x="0" y="80"/>
                </a:ln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3" y="23"/>
                </a:cubicBezTo>
                <a:cubicBezTo>
                  <a:pt x="30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lnTo>
                  <a:pt x="6033" y="0"/>
                </a:lnTo>
                <a:cubicBezTo>
                  <a:pt x="6044" y="0"/>
                  <a:pt x="6054" y="2"/>
                  <a:pt x="6064" y="6"/>
                </a:cubicBezTo>
                <a:cubicBezTo>
                  <a:pt x="6073" y="10"/>
                  <a:pt x="6082" y="16"/>
                  <a:pt x="6089" y="23"/>
                </a:cubicBezTo>
                <a:cubicBezTo>
                  <a:pt x="6097" y="31"/>
                  <a:pt x="6103" y="40"/>
                  <a:pt x="6107" y="49"/>
                </a:cubicBezTo>
                <a:cubicBezTo>
                  <a:pt x="6111" y="59"/>
                  <a:pt x="6113" y="69"/>
                  <a:pt x="6113" y="80"/>
                </a:cubicBezTo>
                <a:lnTo>
                  <a:pt x="6113" y="451"/>
                </a:lnTo>
                <a:cubicBezTo>
                  <a:pt x="6113" y="462"/>
                  <a:pt x="6111" y="472"/>
                  <a:pt x="6107" y="481"/>
                </a:cubicBezTo>
                <a:cubicBezTo>
                  <a:pt x="6103" y="491"/>
                  <a:pt x="6097" y="500"/>
                  <a:pt x="6089" y="507"/>
                </a:cubicBezTo>
                <a:cubicBezTo>
                  <a:pt x="6082" y="515"/>
                  <a:pt x="6073" y="520"/>
                  <a:pt x="6064" y="524"/>
                </a:cubicBezTo>
                <a:cubicBezTo>
                  <a:pt x="6054" y="528"/>
                  <a:pt x="6044" y="530"/>
                  <a:pt x="6033" y="530"/>
                </a:cubicBezTo>
                <a:lnTo>
                  <a:pt x="79" y="530"/>
                </a:lnTo>
                <a:cubicBezTo>
                  <a:pt x="69" y="530"/>
                  <a:pt x="59" y="528"/>
                  <a:pt x="49" y="524"/>
                </a:cubicBezTo>
                <a:cubicBezTo>
                  <a:pt x="39" y="520"/>
                  <a:pt x="30" y="515"/>
                  <a:pt x="23" y="507"/>
                </a:cubicBezTo>
                <a:cubicBezTo>
                  <a:pt x="16" y="500"/>
                  <a:pt x="10" y="491"/>
                  <a:pt x="6" y="481"/>
                </a:cubicBezTo>
                <a:cubicBezTo>
                  <a:pt x="2" y="472"/>
                  <a:pt x="0" y="462"/>
                  <a:pt x="0" y="451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2" name=""/>
          <p:cNvSpPr txBox="1"/>
          <p:nvPr/>
        </p:nvSpPr>
        <p:spPr>
          <a:xfrm>
            <a:off x="1657440" y="3498120"/>
            <a:ext cx="1477800" cy="164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50" b="0" u="none" strike="noStrike">
                <a:solidFill>
                  <a:srgbClr val="1A1A2E"/>
                </a:solidFill>
                <a:effectLst/>
                <a:uFillTx/>
                <a:latin typeface="CourierNew"/>
                <a:ea typeface="CourierNew"/>
              </a:rPr>
              <a:t>rf_hatuden.joblib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3" name=""/>
          <p:cNvSpPr txBox="1"/>
          <p:nvPr/>
        </p:nvSpPr>
        <p:spPr>
          <a:xfrm>
            <a:off x="4670280" y="3498120"/>
            <a:ext cx="2085840" cy="164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50" b="0" u="none" strike="noStrike">
                <a:solidFill>
                  <a:srgbClr val="1A1A2E"/>
                </a:solidFill>
                <a:effectLst/>
                <a:uFillTx/>
                <a:latin typeface="CourierNew"/>
                <a:ea typeface="CourierNew"/>
              </a:rPr>
              <a:t>rf_hatuden_no_ssd.joblib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4" name=""/>
          <p:cNvSpPr txBox="1"/>
          <p:nvPr/>
        </p:nvSpPr>
        <p:spPr>
          <a:xfrm>
            <a:off x="533520" y="394236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並⾏稼働の理由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5" name=""/>
          <p:cNvSpPr txBox="1"/>
          <p:nvPr/>
        </p:nvSpPr>
        <p:spPr>
          <a:xfrm>
            <a:off x="1866960" y="3933360"/>
            <a:ext cx="5407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SSD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6" name=""/>
          <p:cNvSpPr txBox="1"/>
          <p:nvPr/>
        </p:nvSpPr>
        <p:spPr>
          <a:xfrm>
            <a:off x="2406600" y="394236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予報が晴れ⽇に著しく過⼩評価（翌⽇予報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7" name=""/>
          <p:cNvSpPr txBox="1"/>
          <p:nvPr/>
        </p:nvSpPr>
        <p:spPr>
          <a:xfrm>
            <a:off x="533520" y="4219200"/>
            <a:ext cx="13269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bias=−7.7h/day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8" name=""/>
          <p:cNvSpPr txBox="1"/>
          <p:nvPr/>
        </p:nvSpPr>
        <p:spPr>
          <a:xfrm>
            <a:off x="1859400" y="422820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）されており、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9" name=""/>
          <p:cNvSpPr txBox="1"/>
          <p:nvPr/>
        </p:nvSpPr>
        <p:spPr>
          <a:xfrm>
            <a:off x="3185280" y="4219200"/>
            <a:ext cx="2548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v3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0" name=""/>
          <p:cNvSpPr txBox="1"/>
          <p:nvPr/>
        </p:nvSpPr>
        <p:spPr>
          <a:xfrm>
            <a:off x="3439440" y="422820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の発電量予測を系統的に引き下げている可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1" name=""/>
          <p:cNvSpPr txBox="1"/>
          <p:nvPr/>
        </p:nvSpPr>
        <p:spPr>
          <a:xfrm>
            <a:off x="533520" y="451404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能性を検証中。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2" name=""/>
          <p:cNvSpPr txBox="1"/>
          <p:nvPr/>
        </p:nvSpPr>
        <p:spPr>
          <a:xfrm>
            <a:off x="666720" y="501696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天気区分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3" name=""/>
          <p:cNvSpPr txBox="1"/>
          <p:nvPr/>
        </p:nvSpPr>
        <p:spPr>
          <a:xfrm>
            <a:off x="2855880" y="5008680"/>
            <a:ext cx="61416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v3 MAE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4" name=""/>
          <p:cNvSpPr txBox="1"/>
          <p:nvPr/>
        </p:nvSpPr>
        <p:spPr>
          <a:xfrm>
            <a:off x="3472200" y="501696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（翌⽇）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5" name=""/>
          <p:cNvSpPr txBox="1"/>
          <p:nvPr/>
        </p:nvSpPr>
        <p:spPr>
          <a:xfrm>
            <a:off x="4415040" y="5008680"/>
            <a:ext cx="71856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v3b MAE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6" name=""/>
          <p:cNvSpPr txBox="1"/>
          <p:nvPr/>
        </p:nvSpPr>
        <p:spPr>
          <a:xfrm>
            <a:off x="5136120" y="501696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（翌⽇）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7" name=""/>
          <p:cNvSpPr txBox="1"/>
          <p:nvPr/>
        </p:nvSpPr>
        <p:spPr>
          <a:xfrm>
            <a:off x="666720" y="539784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晴れ⽇（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8" name=""/>
          <p:cNvSpPr txBox="1"/>
          <p:nvPr/>
        </p:nvSpPr>
        <p:spPr>
          <a:xfrm>
            <a:off x="1352520" y="5389920"/>
            <a:ext cx="342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9" name=""/>
          <p:cNvSpPr txBox="1"/>
          <p:nvPr/>
        </p:nvSpPr>
        <p:spPr>
          <a:xfrm>
            <a:off x="1695600" y="539784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実測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0" name=""/>
          <p:cNvSpPr txBox="1"/>
          <p:nvPr/>
        </p:nvSpPr>
        <p:spPr>
          <a:xfrm>
            <a:off x="2038320" y="5389920"/>
            <a:ext cx="3877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≥ 5h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1" name=""/>
          <p:cNvSpPr txBox="1"/>
          <p:nvPr/>
        </p:nvSpPr>
        <p:spPr>
          <a:xfrm>
            <a:off x="2427120" y="539784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2" name=""/>
          <p:cNvSpPr txBox="1"/>
          <p:nvPr/>
        </p:nvSpPr>
        <p:spPr>
          <a:xfrm>
            <a:off x="2855880" y="5389920"/>
            <a:ext cx="7405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DC2626"/>
                </a:solidFill>
                <a:effectLst/>
                <a:uFillTx/>
                <a:latin typeface="HelveticaNeue"/>
                <a:ea typeface="HelveticaNeue"/>
              </a:rPr>
              <a:t>3.68 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3" name=""/>
          <p:cNvSpPr txBox="1"/>
          <p:nvPr/>
        </p:nvSpPr>
        <p:spPr>
          <a:xfrm>
            <a:off x="4415040" y="5389920"/>
            <a:ext cx="7405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1.73 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4" name=""/>
          <p:cNvSpPr txBox="1"/>
          <p:nvPr/>
        </p:nvSpPr>
        <p:spPr>
          <a:xfrm>
            <a:off x="666720" y="577908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曇り⽇（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5" name=""/>
          <p:cNvSpPr txBox="1"/>
          <p:nvPr/>
        </p:nvSpPr>
        <p:spPr>
          <a:xfrm>
            <a:off x="1352520" y="5770800"/>
            <a:ext cx="342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6" name=""/>
          <p:cNvSpPr txBox="1"/>
          <p:nvPr/>
        </p:nvSpPr>
        <p:spPr>
          <a:xfrm>
            <a:off x="1695600" y="577908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実測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7" name=""/>
          <p:cNvSpPr txBox="1"/>
          <p:nvPr/>
        </p:nvSpPr>
        <p:spPr>
          <a:xfrm>
            <a:off x="2038320" y="5770800"/>
            <a:ext cx="3877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&lt; 5h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8" name=""/>
          <p:cNvSpPr txBox="1"/>
          <p:nvPr/>
        </p:nvSpPr>
        <p:spPr>
          <a:xfrm>
            <a:off x="2427120" y="57790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9" name=""/>
          <p:cNvSpPr txBox="1"/>
          <p:nvPr/>
        </p:nvSpPr>
        <p:spPr>
          <a:xfrm>
            <a:off x="2855880" y="5770800"/>
            <a:ext cx="7405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2.61 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920" name=""/>
          <p:cNvPicPr/>
          <p:nvPr/>
        </p:nvPicPr>
        <p:blipFill>
          <a:blip r:embed="rId1"/>
          <a:stretch/>
        </p:blipFill>
        <p:spPr>
          <a:xfrm>
            <a:off x="7296120" y="1467000"/>
            <a:ext cx="4362120" cy="1352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21" name=""/>
          <p:cNvPicPr/>
          <p:nvPr/>
        </p:nvPicPr>
        <p:blipFill>
          <a:blip r:embed="rId2"/>
          <a:stretch/>
        </p:blipFill>
        <p:spPr>
          <a:xfrm>
            <a:off x="7296120" y="3048120"/>
            <a:ext cx="4362120" cy="1352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22" name=""/>
          <p:cNvSpPr txBox="1"/>
          <p:nvPr/>
        </p:nvSpPr>
        <p:spPr>
          <a:xfrm>
            <a:off x="4415040" y="5770800"/>
            <a:ext cx="721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3.22 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3" name=""/>
          <p:cNvSpPr txBox="1"/>
          <p:nvPr/>
        </p:nvSpPr>
        <p:spPr>
          <a:xfrm>
            <a:off x="11768400" y="6492600"/>
            <a:ext cx="137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13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7" name=""/>
          <p:cNvSpPr/>
          <p:nvPr/>
        </p:nvSpPr>
        <p:spPr>
          <a:xfrm>
            <a:off x="533160" y="107604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28" name=""/>
          <p:cNvSpPr/>
          <p:nvPr/>
        </p:nvSpPr>
        <p:spPr>
          <a:xfrm>
            <a:off x="552240" y="5876640"/>
            <a:ext cx="11106360" cy="457560"/>
          </a:xfrm>
          <a:custGeom>
            <a:avLst/>
            <a:gdLst/>
            <a:ahLst/>
            <a:rect l="0" t="0" r="r" b="b"/>
            <a:pathLst>
              <a:path w="30851" h="1271">
                <a:moveTo>
                  <a:pt x="0" y="1271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3"/>
                  <a:pt x="30786" y="8"/>
                </a:cubicBezTo>
                <a:cubicBezTo>
                  <a:pt x="30799" y="14"/>
                  <a:pt x="30811" y="21"/>
                  <a:pt x="30820" y="31"/>
                </a:cubicBezTo>
                <a:cubicBezTo>
                  <a:pt x="30830" y="41"/>
                  <a:pt x="30838" y="53"/>
                  <a:pt x="30843" y="66"/>
                </a:cubicBezTo>
                <a:cubicBezTo>
                  <a:pt x="30849" y="79"/>
                  <a:pt x="30851" y="92"/>
                  <a:pt x="30851" y="106"/>
                </a:cubicBezTo>
                <a:lnTo>
                  <a:pt x="30851" y="1165"/>
                </a:lnTo>
                <a:cubicBezTo>
                  <a:pt x="30851" y="1179"/>
                  <a:pt x="30849" y="1193"/>
                  <a:pt x="30843" y="1206"/>
                </a:cubicBezTo>
                <a:cubicBezTo>
                  <a:pt x="30838" y="1219"/>
                  <a:pt x="30830" y="1230"/>
                  <a:pt x="30820" y="1240"/>
                </a:cubicBezTo>
                <a:cubicBezTo>
                  <a:pt x="30811" y="1250"/>
                  <a:pt x="30799" y="1258"/>
                  <a:pt x="30786" y="1263"/>
                </a:cubicBezTo>
                <a:cubicBezTo>
                  <a:pt x="30773" y="1269"/>
                  <a:pt x="30760" y="1271"/>
                  <a:pt x="30746" y="1271"/>
                </a:cubicBezTo>
                <a:lnTo>
                  <a:pt x="0" y="1271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9" name=""/>
          <p:cNvSpPr/>
          <p:nvPr/>
        </p:nvSpPr>
        <p:spPr>
          <a:xfrm>
            <a:off x="533160" y="5876640"/>
            <a:ext cx="38520" cy="457560"/>
          </a:xfrm>
          <a:custGeom>
            <a:avLst/>
            <a:gdLst/>
            <a:ahLst/>
            <a:rect l="0" t="0" r="r" b="b"/>
            <a:pathLst>
              <a:path w="107" h="1271">
                <a:moveTo>
                  <a:pt x="0" y="0"/>
                </a:moveTo>
                <a:lnTo>
                  <a:pt x="107" y="0"/>
                </a:lnTo>
                <a:lnTo>
                  <a:pt x="10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30" name=""/>
          <p:cNvSpPr/>
          <p:nvPr/>
        </p:nvSpPr>
        <p:spPr>
          <a:xfrm>
            <a:off x="618840" y="14857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31" name=""/>
          <p:cNvSpPr txBox="1"/>
          <p:nvPr/>
        </p:nvSpPr>
        <p:spPr>
          <a:xfrm>
            <a:off x="533520" y="560160"/>
            <a:ext cx="5334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運⽤を通じた説明変数の⾒直し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2" name=""/>
          <p:cNvSpPr txBox="1"/>
          <p:nvPr/>
        </p:nvSpPr>
        <p:spPr>
          <a:xfrm>
            <a:off x="799920" y="139932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初期モデルは説明変数の選定を含めて⽣成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3" name=""/>
          <p:cNvSpPr txBox="1"/>
          <p:nvPr/>
        </p:nvSpPr>
        <p:spPr>
          <a:xfrm>
            <a:off x="4404240" y="13903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4" name=""/>
          <p:cNvSpPr txBox="1"/>
          <p:nvPr/>
        </p:nvSpPr>
        <p:spPr>
          <a:xfrm>
            <a:off x="4577040" y="13993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に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5" name=""/>
          <p:cNvSpPr/>
          <p:nvPr/>
        </p:nvSpPr>
        <p:spPr>
          <a:xfrm>
            <a:off x="618840" y="221904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1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1"/>
                  <a:pt x="0" y="81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59"/>
                  <a:pt x="160" y="69"/>
                  <a:pt x="160" y="81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36" name=""/>
          <p:cNvSpPr txBox="1"/>
          <p:nvPr/>
        </p:nvSpPr>
        <p:spPr>
          <a:xfrm>
            <a:off x="799920" y="1742040"/>
            <a:ext cx="2286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⼀任し、⼀定の精度を確保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7" name=""/>
          <p:cNvSpPr txBox="1"/>
          <p:nvPr/>
        </p:nvSpPr>
        <p:spPr>
          <a:xfrm>
            <a:off x="799920" y="213264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運⽤開始から約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8" name=""/>
          <p:cNvSpPr txBox="1"/>
          <p:nvPr/>
        </p:nvSpPr>
        <p:spPr>
          <a:xfrm>
            <a:off x="2133720" y="212364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9" name=""/>
          <p:cNvSpPr txBox="1"/>
          <p:nvPr/>
        </p:nvSpPr>
        <p:spPr>
          <a:xfrm>
            <a:off x="2239560" y="2132640"/>
            <a:ext cx="2477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ヶ⽉後、予測値に異常が⾒ら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0" name=""/>
          <p:cNvSpPr/>
          <p:nvPr/>
        </p:nvSpPr>
        <p:spPr>
          <a:xfrm>
            <a:off x="618840" y="295272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79"/>
                </a:moveTo>
                <a:cubicBezTo>
                  <a:pt x="160" y="89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89"/>
                  <a:pt x="0" y="79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41" name=""/>
          <p:cNvSpPr txBox="1"/>
          <p:nvPr/>
        </p:nvSpPr>
        <p:spPr>
          <a:xfrm>
            <a:off x="799920" y="247572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れたため要因を調査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2" name=""/>
          <p:cNvSpPr txBox="1"/>
          <p:nvPr/>
        </p:nvSpPr>
        <p:spPr>
          <a:xfrm>
            <a:off x="799920" y="28569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5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3" name=""/>
          <p:cNvSpPr txBox="1"/>
          <p:nvPr/>
        </p:nvSpPr>
        <p:spPr>
          <a:xfrm>
            <a:off x="906120" y="2865960"/>
            <a:ext cx="3810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⽇前の⽇射量やその移動平均など、妥当性の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4" name=""/>
          <p:cNvSpPr/>
          <p:nvPr/>
        </p:nvSpPr>
        <p:spPr>
          <a:xfrm>
            <a:off x="618840" y="368604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0"/>
                  <a:pt x="158" y="100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45" name=""/>
          <p:cNvSpPr txBox="1"/>
          <p:nvPr/>
        </p:nvSpPr>
        <p:spPr>
          <a:xfrm>
            <a:off x="799920" y="3209040"/>
            <a:ext cx="3429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低い説明変数が含まれていたことが判明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6" name=""/>
          <p:cNvSpPr/>
          <p:nvPr/>
        </p:nvSpPr>
        <p:spPr>
          <a:xfrm>
            <a:off x="5124240" y="1962000"/>
            <a:ext cx="810000" cy="638640"/>
          </a:xfrm>
          <a:custGeom>
            <a:avLst/>
            <a:gdLst/>
            <a:ahLst/>
            <a:rect l="0" t="0" r="r" b="b"/>
            <a:pathLst>
              <a:path w="2250" h="1774">
                <a:moveTo>
                  <a:pt x="0" y="0"/>
                </a:moveTo>
                <a:lnTo>
                  <a:pt x="2250" y="0"/>
                </a:lnTo>
                <a:lnTo>
                  <a:pt x="225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7" name=""/>
          <p:cNvSpPr/>
          <p:nvPr/>
        </p:nvSpPr>
        <p:spPr>
          <a:xfrm>
            <a:off x="5933880" y="1962000"/>
            <a:ext cx="1200600" cy="638640"/>
          </a:xfrm>
          <a:custGeom>
            <a:avLst/>
            <a:gdLst/>
            <a:ahLst/>
            <a:rect l="0" t="0" r="r" b="b"/>
            <a:pathLst>
              <a:path w="3335" h="1774">
                <a:moveTo>
                  <a:pt x="0" y="0"/>
                </a:moveTo>
                <a:lnTo>
                  <a:pt x="3335" y="0"/>
                </a:lnTo>
                <a:lnTo>
                  <a:pt x="3335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8" name=""/>
          <p:cNvSpPr/>
          <p:nvPr/>
        </p:nvSpPr>
        <p:spPr>
          <a:xfrm>
            <a:off x="7134120" y="1962000"/>
            <a:ext cx="3715200" cy="638640"/>
          </a:xfrm>
          <a:custGeom>
            <a:avLst/>
            <a:gdLst/>
            <a:ahLst/>
            <a:rect l="0" t="0" r="r" b="b"/>
            <a:pathLst>
              <a:path w="10320" h="1774">
                <a:moveTo>
                  <a:pt x="0" y="0"/>
                </a:moveTo>
                <a:lnTo>
                  <a:pt x="10320" y="0"/>
                </a:lnTo>
                <a:lnTo>
                  <a:pt x="1032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9" name=""/>
          <p:cNvSpPr/>
          <p:nvPr/>
        </p:nvSpPr>
        <p:spPr>
          <a:xfrm>
            <a:off x="10848960" y="1962000"/>
            <a:ext cx="809640" cy="638640"/>
          </a:xfrm>
          <a:custGeom>
            <a:avLst/>
            <a:gdLst/>
            <a:ahLst/>
            <a:rect l="0" t="0" r="r" b="b"/>
            <a:pathLst>
              <a:path w="2249" h="1774">
                <a:moveTo>
                  <a:pt x="0" y="0"/>
                </a:moveTo>
                <a:lnTo>
                  <a:pt x="2249" y="0"/>
                </a:lnTo>
                <a:lnTo>
                  <a:pt x="224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0" name=""/>
          <p:cNvSpPr/>
          <p:nvPr/>
        </p:nvSpPr>
        <p:spPr>
          <a:xfrm>
            <a:off x="5124240" y="1962000"/>
            <a:ext cx="810000" cy="638640"/>
          </a:xfrm>
          <a:custGeom>
            <a:avLst/>
            <a:gdLst/>
            <a:ahLst/>
            <a:rect l="0" t="0" r="r" b="b"/>
            <a:pathLst>
              <a:path w="2250" h="1774">
                <a:moveTo>
                  <a:pt x="0" y="0"/>
                </a:moveTo>
                <a:lnTo>
                  <a:pt x="2250" y="0"/>
                </a:lnTo>
                <a:lnTo>
                  <a:pt x="225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51" name=""/>
          <p:cNvSpPr/>
          <p:nvPr/>
        </p:nvSpPr>
        <p:spPr>
          <a:xfrm>
            <a:off x="5933880" y="1962000"/>
            <a:ext cx="1200600" cy="638640"/>
          </a:xfrm>
          <a:custGeom>
            <a:avLst/>
            <a:gdLst/>
            <a:ahLst/>
            <a:rect l="0" t="0" r="r" b="b"/>
            <a:pathLst>
              <a:path w="3335" h="1774">
                <a:moveTo>
                  <a:pt x="0" y="0"/>
                </a:moveTo>
                <a:lnTo>
                  <a:pt x="3335" y="0"/>
                </a:lnTo>
                <a:lnTo>
                  <a:pt x="3335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52" name=""/>
          <p:cNvSpPr/>
          <p:nvPr/>
        </p:nvSpPr>
        <p:spPr>
          <a:xfrm>
            <a:off x="7134120" y="1962000"/>
            <a:ext cx="3715200" cy="638640"/>
          </a:xfrm>
          <a:custGeom>
            <a:avLst/>
            <a:gdLst/>
            <a:ahLst/>
            <a:rect l="0" t="0" r="r" b="b"/>
            <a:pathLst>
              <a:path w="10320" h="1774">
                <a:moveTo>
                  <a:pt x="0" y="0"/>
                </a:moveTo>
                <a:lnTo>
                  <a:pt x="10320" y="0"/>
                </a:lnTo>
                <a:lnTo>
                  <a:pt x="1032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53" name=""/>
          <p:cNvSpPr/>
          <p:nvPr/>
        </p:nvSpPr>
        <p:spPr>
          <a:xfrm>
            <a:off x="10848960" y="1962000"/>
            <a:ext cx="809640" cy="638640"/>
          </a:xfrm>
          <a:custGeom>
            <a:avLst/>
            <a:gdLst/>
            <a:ahLst/>
            <a:rect l="0" t="0" r="r" b="b"/>
            <a:pathLst>
              <a:path w="2249" h="1774">
                <a:moveTo>
                  <a:pt x="0" y="0"/>
                </a:moveTo>
                <a:lnTo>
                  <a:pt x="2249" y="0"/>
                </a:lnTo>
                <a:lnTo>
                  <a:pt x="224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54" name=""/>
          <p:cNvSpPr/>
          <p:nvPr/>
        </p:nvSpPr>
        <p:spPr>
          <a:xfrm>
            <a:off x="5124240" y="2600280"/>
            <a:ext cx="810000" cy="638280"/>
          </a:xfrm>
          <a:custGeom>
            <a:avLst/>
            <a:gdLst/>
            <a:ahLst/>
            <a:rect l="0" t="0" r="r" b="b"/>
            <a:pathLst>
              <a:path w="2250" h="1773">
                <a:moveTo>
                  <a:pt x="0" y="0"/>
                </a:moveTo>
                <a:lnTo>
                  <a:pt x="2250" y="0"/>
                </a:lnTo>
                <a:lnTo>
                  <a:pt x="2250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5" name=""/>
          <p:cNvSpPr/>
          <p:nvPr/>
        </p:nvSpPr>
        <p:spPr>
          <a:xfrm>
            <a:off x="5933880" y="2600280"/>
            <a:ext cx="1200600" cy="638280"/>
          </a:xfrm>
          <a:custGeom>
            <a:avLst/>
            <a:gdLst/>
            <a:ahLst/>
            <a:rect l="0" t="0" r="r" b="b"/>
            <a:pathLst>
              <a:path w="3335" h="1773">
                <a:moveTo>
                  <a:pt x="0" y="0"/>
                </a:moveTo>
                <a:lnTo>
                  <a:pt x="3335" y="0"/>
                </a:lnTo>
                <a:lnTo>
                  <a:pt x="3335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6" name=""/>
          <p:cNvSpPr/>
          <p:nvPr/>
        </p:nvSpPr>
        <p:spPr>
          <a:xfrm>
            <a:off x="7134120" y="2600280"/>
            <a:ext cx="3715200" cy="638280"/>
          </a:xfrm>
          <a:custGeom>
            <a:avLst/>
            <a:gdLst/>
            <a:ahLst/>
            <a:rect l="0" t="0" r="r" b="b"/>
            <a:pathLst>
              <a:path w="10320" h="1773">
                <a:moveTo>
                  <a:pt x="0" y="0"/>
                </a:moveTo>
                <a:lnTo>
                  <a:pt x="10320" y="0"/>
                </a:lnTo>
                <a:lnTo>
                  <a:pt x="10320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7" name=""/>
          <p:cNvSpPr/>
          <p:nvPr/>
        </p:nvSpPr>
        <p:spPr>
          <a:xfrm>
            <a:off x="10848960" y="2600280"/>
            <a:ext cx="809640" cy="638280"/>
          </a:xfrm>
          <a:custGeom>
            <a:avLst/>
            <a:gdLst/>
            <a:ahLst/>
            <a:rect l="0" t="0" r="r" b="b"/>
            <a:pathLst>
              <a:path w="2249" h="1773">
                <a:moveTo>
                  <a:pt x="0" y="0"/>
                </a:moveTo>
                <a:lnTo>
                  <a:pt x="2249" y="0"/>
                </a:lnTo>
                <a:lnTo>
                  <a:pt x="2249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8" name=""/>
          <p:cNvSpPr/>
          <p:nvPr/>
        </p:nvSpPr>
        <p:spPr>
          <a:xfrm>
            <a:off x="5124240" y="3238200"/>
            <a:ext cx="810000" cy="638640"/>
          </a:xfrm>
          <a:custGeom>
            <a:avLst/>
            <a:gdLst/>
            <a:ahLst/>
            <a:rect l="0" t="0" r="r" b="b"/>
            <a:pathLst>
              <a:path w="2250" h="1774">
                <a:moveTo>
                  <a:pt x="0" y="0"/>
                </a:moveTo>
                <a:lnTo>
                  <a:pt x="2250" y="0"/>
                </a:lnTo>
                <a:lnTo>
                  <a:pt x="225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9" name=""/>
          <p:cNvSpPr/>
          <p:nvPr/>
        </p:nvSpPr>
        <p:spPr>
          <a:xfrm>
            <a:off x="5933880" y="3238200"/>
            <a:ext cx="1200600" cy="638640"/>
          </a:xfrm>
          <a:custGeom>
            <a:avLst/>
            <a:gdLst/>
            <a:ahLst/>
            <a:rect l="0" t="0" r="r" b="b"/>
            <a:pathLst>
              <a:path w="3335" h="1774">
                <a:moveTo>
                  <a:pt x="0" y="0"/>
                </a:moveTo>
                <a:lnTo>
                  <a:pt x="3335" y="0"/>
                </a:lnTo>
                <a:lnTo>
                  <a:pt x="3335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0" name=""/>
          <p:cNvSpPr/>
          <p:nvPr/>
        </p:nvSpPr>
        <p:spPr>
          <a:xfrm>
            <a:off x="7134120" y="3238200"/>
            <a:ext cx="3715200" cy="638640"/>
          </a:xfrm>
          <a:custGeom>
            <a:avLst/>
            <a:gdLst/>
            <a:ahLst/>
            <a:rect l="0" t="0" r="r" b="b"/>
            <a:pathLst>
              <a:path w="10320" h="1774">
                <a:moveTo>
                  <a:pt x="0" y="0"/>
                </a:moveTo>
                <a:lnTo>
                  <a:pt x="10320" y="0"/>
                </a:lnTo>
                <a:lnTo>
                  <a:pt x="1032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1" name=""/>
          <p:cNvSpPr/>
          <p:nvPr/>
        </p:nvSpPr>
        <p:spPr>
          <a:xfrm>
            <a:off x="10848960" y="3238200"/>
            <a:ext cx="809640" cy="638640"/>
          </a:xfrm>
          <a:custGeom>
            <a:avLst/>
            <a:gdLst/>
            <a:ahLst/>
            <a:rect l="0" t="0" r="r" b="b"/>
            <a:pathLst>
              <a:path w="2249" h="1774">
                <a:moveTo>
                  <a:pt x="0" y="0"/>
                </a:moveTo>
                <a:lnTo>
                  <a:pt x="2249" y="0"/>
                </a:lnTo>
                <a:lnTo>
                  <a:pt x="224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2" name=""/>
          <p:cNvSpPr/>
          <p:nvPr/>
        </p:nvSpPr>
        <p:spPr>
          <a:xfrm>
            <a:off x="5124240" y="3238200"/>
            <a:ext cx="810000" cy="638640"/>
          </a:xfrm>
          <a:custGeom>
            <a:avLst/>
            <a:gdLst/>
            <a:ahLst/>
            <a:rect l="0" t="0" r="r" b="b"/>
            <a:pathLst>
              <a:path w="2250" h="1774">
                <a:moveTo>
                  <a:pt x="0" y="0"/>
                </a:moveTo>
                <a:lnTo>
                  <a:pt x="2250" y="0"/>
                </a:lnTo>
                <a:lnTo>
                  <a:pt x="225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3" name=""/>
          <p:cNvSpPr/>
          <p:nvPr/>
        </p:nvSpPr>
        <p:spPr>
          <a:xfrm>
            <a:off x="5933880" y="3238200"/>
            <a:ext cx="1200600" cy="638640"/>
          </a:xfrm>
          <a:custGeom>
            <a:avLst/>
            <a:gdLst/>
            <a:ahLst/>
            <a:rect l="0" t="0" r="r" b="b"/>
            <a:pathLst>
              <a:path w="3335" h="1774">
                <a:moveTo>
                  <a:pt x="0" y="0"/>
                </a:moveTo>
                <a:lnTo>
                  <a:pt x="3335" y="0"/>
                </a:lnTo>
                <a:lnTo>
                  <a:pt x="3335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4" name=""/>
          <p:cNvSpPr/>
          <p:nvPr/>
        </p:nvSpPr>
        <p:spPr>
          <a:xfrm>
            <a:off x="7134120" y="3238200"/>
            <a:ext cx="3715200" cy="638640"/>
          </a:xfrm>
          <a:custGeom>
            <a:avLst/>
            <a:gdLst/>
            <a:ahLst/>
            <a:rect l="0" t="0" r="r" b="b"/>
            <a:pathLst>
              <a:path w="10320" h="1774">
                <a:moveTo>
                  <a:pt x="0" y="0"/>
                </a:moveTo>
                <a:lnTo>
                  <a:pt x="10320" y="0"/>
                </a:lnTo>
                <a:lnTo>
                  <a:pt x="1032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5" name=""/>
          <p:cNvSpPr/>
          <p:nvPr/>
        </p:nvSpPr>
        <p:spPr>
          <a:xfrm>
            <a:off x="10848960" y="3238200"/>
            <a:ext cx="809640" cy="638640"/>
          </a:xfrm>
          <a:custGeom>
            <a:avLst/>
            <a:gdLst/>
            <a:ahLst/>
            <a:rect l="0" t="0" r="r" b="b"/>
            <a:pathLst>
              <a:path w="2249" h="1774">
                <a:moveTo>
                  <a:pt x="0" y="0"/>
                </a:moveTo>
                <a:lnTo>
                  <a:pt x="2249" y="0"/>
                </a:lnTo>
                <a:lnTo>
                  <a:pt x="224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6" name=""/>
          <p:cNvSpPr/>
          <p:nvPr/>
        </p:nvSpPr>
        <p:spPr>
          <a:xfrm>
            <a:off x="5124240" y="3876480"/>
            <a:ext cx="810000" cy="638640"/>
          </a:xfrm>
          <a:custGeom>
            <a:avLst/>
            <a:gdLst/>
            <a:ahLst/>
            <a:rect l="0" t="0" r="r" b="b"/>
            <a:pathLst>
              <a:path w="2250" h="1774">
                <a:moveTo>
                  <a:pt x="0" y="0"/>
                </a:moveTo>
                <a:lnTo>
                  <a:pt x="2250" y="0"/>
                </a:lnTo>
                <a:lnTo>
                  <a:pt x="225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7" name=""/>
          <p:cNvSpPr/>
          <p:nvPr/>
        </p:nvSpPr>
        <p:spPr>
          <a:xfrm>
            <a:off x="5933880" y="3876480"/>
            <a:ext cx="1200600" cy="638640"/>
          </a:xfrm>
          <a:custGeom>
            <a:avLst/>
            <a:gdLst/>
            <a:ahLst/>
            <a:rect l="0" t="0" r="r" b="b"/>
            <a:pathLst>
              <a:path w="3335" h="1774">
                <a:moveTo>
                  <a:pt x="0" y="0"/>
                </a:moveTo>
                <a:lnTo>
                  <a:pt x="3335" y="0"/>
                </a:lnTo>
                <a:lnTo>
                  <a:pt x="3335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8" name=""/>
          <p:cNvSpPr/>
          <p:nvPr/>
        </p:nvSpPr>
        <p:spPr>
          <a:xfrm>
            <a:off x="7134120" y="3876480"/>
            <a:ext cx="3715200" cy="638640"/>
          </a:xfrm>
          <a:custGeom>
            <a:avLst/>
            <a:gdLst/>
            <a:ahLst/>
            <a:rect l="0" t="0" r="r" b="b"/>
            <a:pathLst>
              <a:path w="10320" h="1774">
                <a:moveTo>
                  <a:pt x="0" y="0"/>
                </a:moveTo>
                <a:lnTo>
                  <a:pt x="10320" y="0"/>
                </a:lnTo>
                <a:lnTo>
                  <a:pt x="1032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9" name=""/>
          <p:cNvSpPr/>
          <p:nvPr/>
        </p:nvSpPr>
        <p:spPr>
          <a:xfrm>
            <a:off x="10848960" y="3876480"/>
            <a:ext cx="809640" cy="638640"/>
          </a:xfrm>
          <a:custGeom>
            <a:avLst/>
            <a:gdLst/>
            <a:ahLst/>
            <a:rect l="0" t="0" r="r" b="b"/>
            <a:pathLst>
              <a:path w="2249" h="1774">
                <a:moveTo>
                  <a:pt x="0" y="0"/>
                </a:moveTo>
                <a:lnTo>
                  <a:pt x="2249" y="0"/>
                </a:lnTo>
                <a:lnTo>
                  <a:pt x="224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0" name=""/>
          <p:cNvSpPr/>
          <p:nvPr/>
        </p:nvSpPr>
        <p:spPr>
          <a:xfrm>
            <a:off x="5124240" y="4514760"/>
            <a:ext cx="810000" cy="638280"/>
          </a:xfrm>
          <a:custGeom>
            <a:avLst/>
            <a:gdLst/>
            <a:ahLst/>
            <a:rect l="0" t="0" r="r" b="b"/>
            <a:pathLst>
              <a:path w="2250" h="1773">
                <a:moveTo>
                  <a:pt x="0" y="0"/>
                </a:moveTo>
                <a:lnTo>
                  <a:pt x="2250" y="0"/>
                </a:lnTo>
                <a:lnTo>
                  <a:pt x="2250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1" name=""/>
          <p:cNvSpPr/>
          <p:nvPr/>
        </p:nvSpPr>
        <p:spPr>
          <a:xfrm>
            <a:off x="5933880" y="4514760"/>
            <a:ext cx="1200600" cy="638280"/>
          </a:xfrm>
          <a:custGeom>
            <a:avLst/>
            <a:gdLst/>
            <a:ahLst/>
            <a:rect l="0" t="0" r="r" b="b"/>
            <a:pathLst>
              <a:path w="3335" h="1773">
                <a:moveTo>
                  <a:pt x="0" y="0"/>
                </a:moveTo>
                <a:lnTo>
                  <a:pt x="3335" y="0"/>
                </a:lnTo>
                <a:lnTo>
                  <a:pt x="3335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2" name=""/>
          <p:cNvSpPr/>
          <p:nvPr/>
        </p:nvSpPr>
        <p:spPr>
          <a:xfrm>
            <a:off x="7134120" y="4514760"/>
            <a:ext cx="3715200" cy="638280"/>
          </a:xfrm>
          <a:custGeom>
            <a:avLst/>
            <a:gdLst/>
            <a:ahLst/>
            <a:rect l="0" t="0" r="r" b="b"/>
            <a:pathLst>
              <a:path w="10320" h="1773">
                <a:moveTo>
                  <a:pt x="0" y="0"/>
                </a:moveTo>
                <a:lnTo>
                  <a:pt x="10320" y="0"/>
                </a:lnTo>
                <a:lnTo>
                  <a:pt x="10320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3" name=""/>
          <p:cNvSpPr/>
          <p:nvPr/>
        </p:nvSpPr>
        <p:spPr>
          <a:xfrm>
            <a:off x="10848960" y="4514760"/>
            <a:ext cx="809640" cy="638280"/>
          </a:xfrm>
          <a:custGeom>
            <a:avLst/>
            <a:gdLst/>
            <a:ahLst/>
            <a:rect l="0" t="0" r="r" b="b"/>
            <a:pathLst>
              <a:path w="2249" h="1773">
                <a:moveTo>
                  <a:pt x="0" y="0"/>
                </a:moveTo>
                <a:lnTo>
                  <a:pt x="2249" y="0"/>
                </a:lnTo>
                <a:lnTo>
                  <a:pt x="2249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4" name=""/>
          <p:cNvSpPr/>
          <p:nvPr/>
        </p:nvSpPr>
        <p:spPr>
          <a:xfrm>
            <a:off x="5124240" y="4514760"/>
            <a:ext cx="810000" cy="638280"/>
          </a:xfrm>
          <a:custGeom>
            <a:avLst/>
            <a:gdLst/>
            <a:ahLst/>
            <a:rect l="0" t="0" r="r" b="b"/>
            <a:pathLst>
              <a:path w="2250" h="1773">
                <a:moveTo>
                  <a:pt x="0" y="0"/>
                </a:moveTo>
                <a:lnTo>
                  <a:pt x="2250" y="0"/>
                </a:lnTo>
                <a:lnTo>
                  <a:pt x="2250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5" name=""/>
          <p:cNvSpPr/>
          <p:nvPr/>
        </p:nvSpPr>
        <p:spPr>
          <a:xfrm>
            <a:off x="5933880" y="4514760"/>
            <a:ext cx="1200600" cy="638280"/>
          </a:xfrm>
          <a:custGeom>
            <a:avLst/>
            <a:gdLst/>
            <a:ahLst/>
            <a:rect l="0" t="0" r="r" b="b"/>
            <a:pathLst>
              <a:path w="3335" h="1773">
                <a:moveTo>
                  <a:pt x="0" y="0"/>
                </a:moveTo>
                <a:lnTo>
                  <a:pt x="3335" y="0"/>
                </a:lnTo>
                <a:lnTo>
                  <a:pt x="3335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6" name=""/>
          <p:cNvSpPr/>
          <p:nvPr/>
        </p:nvSpPr>
        <p:spPr>
          <a:xfrm>
            <a:off x="7134120" y="4514760"/>
            <a:ext cx="3715200" cy="638280"/>
          </a:xfrm>
          <a:custGeom>
            <a:avLst/>
            <a:gdLst/>
            <a:ahLst/>
            <a:rect l="0" t="0" r="r" b="b"/>
            <a:pathLst>
              <a:path w="10320" h="1773">
                <a:moveTo>
                  <a:pt x="0" y="0"/>
                </a:moveTo>
                <a:lnTo>
                  <a:pt x="10320" y="0"/>
                </a:lnTo>
                <a:lnTo>
                  <a:pt x="10320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7" name=""/>
          <p:cNvSpPr/>
          <p:nvPr/>
        </p:nvSpPr>
        <p:spPr>
          <a:xfrm>
            <a:off x="10848960" y="4514760"/>
            <a:ext cx="809640" cy="638280"/>
          </a:xfrm>
          <a:custGeom>
            <a:avLst/>
            <a:gdLst/>
            <a:ahLst/>
            <a:rect l="0" t="0" r="r" b="b"/>
            <a:pathLst>
              <a:path w="2249" h="1773">
                <a:moveTo>
                  <a:pt x="0" y="0"/>
                </a:moveTo>
                <a:lnTo>
                  <a:pt x="2249" y="0"/>
                </a:lnTo>
                <a:lnTo>
                  <a:pt x="2249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8" name=""/>
          <p:cNvSpPr/>
          <p:nvPr/>
        </p:nvSpPr>
        <p:spPr>
          <a:xfrm>
            <a:off x="5124240" y="1952280"/>
            <a:ext cx="10440" cy="648360"/>
          </a:xfrm>
          <a:custGeom>
            <a:avLst/>
            <a:gdLst/>
            <a:ahLst/>
            <a:rect l="0" t="0" r="r" b="b"/>
            <a:pathLst>
              <a:path w="29" h="1801">
                <a:moveTo>
                  <a:pt x="0" y="0"/>
                </a:moveTo>
                <a:lnTo>
                  <a:pt x="29" y="0"/>
                </a:lnTo>
                <a:lnTo>
                  <a:pt x="29" y="1801"/>
                </a:lnTo>
                <a:lnTo>
                  <a:pt x="0" y="180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9" name=""/>
          <p:cNvSpPr/>
          <p:nvPr/>
        </p:nvSpPr>
        <p:spPr>
          <a:xfrm>
            <a:off x="5124240" y="1952280"/>
            <a:ext cx="810000" cy="10080"/>
          </a:xfrm>
          <a:custGeom>
            <a:avLst/>
            <a:gdLst/>
            <a:ahLst/>
            <a:rect l="0" t="0" r="r" b="b"/>
            <a:pathLst>
              <a:path w="2250" h="28">
                <a:moveTo>
                  <a:pt x="0" y="0"/>
                </a:moveTo>
                <a:lnTo>
                  <a:pt x="2250" y="0"/>
                </a:lnTo>
                <a:lnTo>
                  <a:pt x="225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0" name=""/>
          <p:cNvSpPr/>
          <p:nvPr/>
        </p:nvSpPr>
        <p:spPr>
          <a:xfrm>
            <a:off x="5924520" y="1952280"/>
            <a:ext cx="9720" cy="648360"/>
          </a:xfrm>
          <a:custGeom>
            <a:avLst/>
            <a:gdLst/>
            <a:ahLst/>
            <a:rect l="0" t="0" r="r" b="b"/>
            <a:pathLst>
              <a:path w="27" h="1801">
                <a:moveTo>
                  <a:pt x="0" y="0"/>
                </a:moveTo>
                <a:lnTo>
                  <a:pt x="27" y="0"/>
                </a:lnTo>
                <a:lnTo>
                  <a:pt x="27" y="1801"/>
                </a:lnTo>
                <a:lnTo>
                  <a:pt x="0" y="180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1" name=""/>
          <p:cNvSpPr/>
          <p:nvPr/>
        </p:nvSpPr>
        <p:spPr>
          <a:xfrm>
            <a:off x="5933880" y="1952280"/>
            <a:ext cx="1200600" cy="10080"/>
          </a:xfrm>
          <a:custGeom>
            <a:avLst/>
            <a:gdLst/>
            <a:ahLst/>
            <a:rect l="0" t="0" r="r" b="b"/>
            <a:pathLst>
              <a:path w="3335" h="28">
                <a:moveTo>
                  <a:pt x="0" y="0"/>
                </a:moveTo>
                <a:lnTo>
                  <a:pt x="3335" y="0"/>
                </a:lnTo>
                <a:lnTo>
                  <a:pt x="333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2" name=""/>
          <p:cNvSpPr/>
          <p:nvPr/>
        </p:nvSpPr>
        <p:spPr>
          <a:xfrm>
            <a:off x="7124400" y="1952280"/>
            <a:ext cx="10080" cy="648360"/>
          </a:xfrm>
          <a:custGeom>
            <a:avLst/>
            <a:gdLst/>
            <a:ahLst/>
            <a:rect l="0" t="0" r="r" b="b"/>
            <a:pathLst>
              <a:path w="28" h="1801">
                <a:moveTo>
                  <a:pt x="0" y="0"/>
                </a:moveTo>
                <a:lnTo>
                  <a:pt x="28" y="0"/>
                </a:lnTo>
                <a:lnTo>
                  <a:pt x="28" y="1801"/>
                </a:lnTo>
                <a:lnTo>
                  <a:pt x="0" y="180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3" name=""/>
          <p:cNvSpPr/>
          <p:nvPr/>
        </p:nvSpPr>
        <p:spPr>
          <a:xfrm>
            <a:off x="7134120" y="1952280"/>
            <a:ext cx="3715200" cy="10080"/>
          </a:xfrm>
          <a:custGeom>
            <a:avLst/>
            <a:gdLst/>
            <a:ahLst/>
            <a:rect l="0" t="0" r="r" b="b"/>
            <a:pathLst>
              <a:path w="10320" h="28">
                <a:moveTo>
                  <a:pt x="0" y="0"/>
                </a:moveTo>
                <a:lnTo>
                  <a:pt x="10320" y="0"/>
                </a:lnTo>
                <a:lnTo>
                  <a:pt x="1032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4" name=""/>
          <p:cNvSpPr/>
          <p:nvPr/>
        </p:nvSpPr>
        <p:spPr>
          <a:xfrm>
            <a:off x="10839240" y="1952280"/>
            <a:ext cx="10080" cy="648360"/>
          </a:xfrm>
          <a:custGeom>
            <a:avLst/>
            <a:gdLst/>
            <a:ahLst/>
            <a:rect l="0" t="0" r="r" b="b"/>
            <a:pathLst>
              <a:path w="28" h="1801">
                <a:moveTo>
                  <a:pt x="0" y="0"/>
                </a:moveTo>
                <a:lnTo>
                  <a:pt x="28" y="0"/>
                </a:lnTo>
                <a:lnTo>
                  <a:pt x="28" y="1801"/>
                </a:lnTo>
                <a:lnTo>
                  <a:pt x="0" y="180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5" name=""/>
          <p:cNvSpPr/>
          <p:nvPr/>
        </p:nvSpPr>
        <p:spPr>
          <a:xfrm>
            <a:off x="10848960" y="1952280"/>
            <a:ext cx="809640" cy="10080"/>
          </a:xfrm>
          <a:custGeom>
            <a:avLst/>
            <a:gdLst/>
            <a:ahLst/>
            <a:rect l="0" t="0" r="r" b="b"/>
            <a:pathLst>
              <a:path w="2249" h="28">
                <a:moveTo>
                  <a:pt x="0" y="0"/>
                </a:moveTo>
                <a:lnTo>
                  <a:pt x="2249" y="0"/>
                </a:lnTo>
                <a:lnTo>
                  <a:pt x="224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6" name=""/>
          <p:cNvSpPr/>
          <p:nvPr/>
        </p:nvSpPr>
        <p:spPr>
          <a:xfrm>
            <a:off x="11648880" y="1952280"/>
            <a:ext cx="9720" cy="648360"/>
          </a:xfrm>
          <a:custGeom>
            <a:avLst/>
            <a:gdLst/>
            <a:ahLst/>
            <a:rect l="0" t="0" r="r" b="b"/>
            <a:pathLst>
              <a:path w="27" h="1801">
                <a:moveTo>
                  <a:pt x="0" y="0"/>
                </a:moveTo>
                <a:lnTo>
                  <a:pt x="27" y="0"/>
                </a:lnTo>
                <a:lnTo>
                  <a:pt x="27" y="1801"/>
                </a:lnTo>
                <a:lnTo>
                  <a:pt x="0" y="180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7" name=""/>
          <p:cNvSpPr/>
          <p:nvPr/>
        </p:nvSpPr>
        <p:spPr>
          <a:xfrm>
            <a:off x="5124240" y="2590560"/>
            <a:ext cx="810000" cy="10080"/>
          </a:xfrm>
          <a:custGeom>
            <a:avLst/>
            <a:gdLst/>
            <a:ahLst/>
            <a:rect l="0" t="0" r="r" b="b"/>
            <a:pathLst>
              <a:path w="2250" h="28">
                <a:moveTo>
                  <a:pt x="0" y="0"/>
                </a:moveTo>
                <a:lnTo>
                  <a:pt x="2250" y="0"/>
                </a:lnTo>
                <a:lnTo>
                  <a:pt x="225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8" name=""/>
          <p:cNvSpPr/>
          <p:nvPr/>
        </p:nvSpPr>
        <p:spPr>
          <a:xfrm>
            <a:off x="5933880" y="2590560"/>
            <a:ext cx="1200600" cy="10080"/>
          </a:xfrm>
          <a:custGeom>
            <a:avLst/>
            <a:gdLst/>
            <a:ahLst/>
            <a:rect l="0" t="0" r="r" b="b"/>
            <a:pathLst>
              <a:path w="3335" h="28">
                <a:moveTo>
                  <a:pt x="0" y="0"/>
                </a:moveTo>
                <a:lnTo>
                  <a:pt x="3335" y="0"/>
                </a:lnTo>
                <a:lnTo>
                  <a:pt x="333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9" name=""/>
          <p:cNvSpPr/>
          <p:nvPr/>
        </p:nvSpPr>
        <p:spPr>
          <a:xfrm>
            <a:off x="7134120" y="2590560"/>
            <a:ext cx="3715200" cy="10080"/>
          </a:xfrm>
          <a:custGeom>
            <a:avLst/>
            <a:gdLst/>
            <a:ahLst/>
            <a:rect l="0" t="0" r="r" b="b"/>
            <a:pathLst>
              <a:path w="10320" h="28">
                <a:moveTo>
                  <a:pt x="0" y="0"/>
                </a:moveTo>
                <a:lnTo>
                  <a:pt x="10320" y="0"/>
                </a:lnTo>
                <a:lnTo>
                  <a:pt x="1032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0" name=""/>
          <p:cNvSpPr/>
          <p:nvPr/>
        </p:nvSpPr>
        <p:spPr>
          <a:xfrm>
            <a:off x="10848960" y="2590560"/>
            <a:ext cx="809640" cy="10080"/>
          </a:xfrm>
          <a:custGeom>
            <a:avLst/>
            <a:gdLst/>
            <a:ahLst/>
            <a:rect l="0" t="0" r="r" b="b"/>
            <a:pathLst>
              <a:path w="2249" h="28">
                <a:moveTo>
                  <a:pt x="0" y="0"/>
                </a:moveTo>
                <a:lnTo>
                  <a:pt x="2249" y="0"/>
                </a:lnTo>
                <a:lnTo>
                  <a:pt x="224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1" name=""/>
          <p:cNvSpPr/>
          <p:nvPr/>
        </p:nvSpPr>
        <p:spPr>
          <a:xfrm>
            <a:off x="5124240" y="2600280"/>
            <a:ext cx="10440" cy="638280"/>
          </a:xfrm>
          <a:custGeom>
            <a:avLst/>
            <a:gdLst/>
            <a:ahLst/>
            <a:rect l="0" t="0" r="r" b="b"/>
            <a:pathLst>
              <a:path w="29" h="1773">
                <a:moveTo>
                  <a:pt x="0" y="0"/>
                </a:moveTo>
                <a:lnTo>
                  <a:pt x="29" y="0"/>
                </a:lnTo>
                <a:lnTo>
                  <a:pt x="29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2" name=""/>
          <p:cNvSpPr/>
          <p:nvPr/>
        </p:nvSpPr>
        <p:spPr>
          <a:xfrm>
            <a:off x="5924520" y="2600280"/>
            <a:ext cx="9720" cy="638280"/>
          </a:xfrm>
          <a:custGeom>
            <a:avLst/>
            <a:gdLst/>
            <a:ahLst/>
            <a:rect l="0" t="0" r="r" b="b"/>
            <a:pathLst>
              <a:path w="27" h="1773">
                <a:moveTo>
                  <a:pt x="0" y="0"/>
                </a:moveTo>
                <a:lnTo>
                  <a:pt x="27" y="0"/>
                </a:lnTo>
                <a:lnTo>
                  <a:pt x="27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3" name=""/>
          <p:cNvSpPr/>
          <p:nvPr/>
        </p:nvSpPr>
        <p:spPr>
          <a:xfrm>
            <a:off x="7124400" y="2600280"/>
            <a:ext cx="10080" cy="638280"/>
          </a:xfrm>
          <a:custGeom>
            <a:avLst/>
            <a:gdLst/>
            <a:ahLst/>
            <a:rect l="0" t="0" r="r" b="b"/>
            <a:pathLst>
              <a:path w="28" h="1773">
                <a:moveTo>
                  <a:pt x="0" y="0"/>
                </a:moveTo>
                <a:lnTo>
                  <a:pt x="28" y="0"/>
                </a:lnTo>
                <a:lnTo>
                  <a:pt x="28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4" name=""/>
          <p:cNvSpPr/>
          <p:nvPr/>
        </p:nvSpPr>
        <p:spPr>
          <a:xfrm>
            <a:off x="10839240" y="2600280"/>
            <a:ext cx="10080" cy="638280"/>
          </a:xfrm>
          <a:custGeom>
            <a:avLst/>
            <a:gdLst/>
            <a:ahLst/>
            <a:rect l="0" t="0" r="r" b="b"/>
            <a:pathLst>
              <a:path w="28" h="1773">
                <a:moveTo>
                  <a:pt x="0" y="0"/>
                </a:moveTo>
                <a:lnTo>
                  <a:pt x="28" y="0"/>
                </a:lnTo>
                <a:lnTo>
                  <a:pt x="28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5" name=""/>
          <p:cNvSpPr/>
          <p:nvPr/>
        </p:nvSpPr>
        <p:spPr>
          <a:xfrm>
            <a:off x="11648880" y="2600280"/>
            <a:ext cx="9720" cy="638280"/>
          </a:xfrm>
          <a:custGeom>
            <a:avLst/>
            <a:gdLst/>
            <a:ahLst/>
            <a:rect l="0" t="0" r="r" b="b"/>
            <a:pathLst>
              <a:path w="27" h="1773">
                <a:moveTo>
                  <a:pt x="0" y="0"/>
                </a:moveTo>
                <a:lnTo>
                  <a:pt x="27" y="0"/>
                </a:lnTo>
                <a:lnTo>
                  <a:pt x="27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6" name=""/>
          <p:cNvSpPr/>
          <p:nvPr/>
        </p:nvSpPr>
        <p:spPr>
          <a:xfrm>
            <a:off x="5124240" y="3238200"/>
            <a:ext cx="10440" cy="638640"/>
          </a:xfrm>
          <a:custGeom>
            <a:avLst/>
            <a:gdLst/>
            <a:ahLst/>
            <a:rect l="0" t="0" r="r" b="b"/>
            <a:pathLst>
              <a:path w="29" h="1774">
                <a:moveTo>
                  <a:pt x="0" y="0"/>
                </a:moveTo>
                <a:lnTo>
                  <a:pt x="29" y="0"/>
                </a:lnTo>
                <a:lnTo>
                  <a:pt x="2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7" name=""/>
          <p:cNvSpPr/>
          <p:nvPr/>
        </p:nvSpPr>
        <p:spPr>
          <a:xfrm>
            <a:off x="5124240" y="3228840"/>
            <a:ext cx="810000" cy="9720"/>
          </a:xfrm>
          <a:custGeom>
            <a:avLst/>
            <a:gdLst/>
            <a:ahLst/>
            <a:rect l="0" t="0" r="r" b="b"/>
            <a:pathLst>
              <a:path w="2250" h="27">
                <a:moveTo>
                  <a:pt x="0" y="0"/>
                </a:moveTo>
                <a:lnTo>
                  <a:pt x="2250" y="0"/>
                </a:lnTo>
                <a:lnTo>
                  <a:pt x="225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8" name=""/>
          <p:cNvSpPr/>
          <p:nvPr/>
        </p:nvSpPr>
        <p:spPr>
          <a:xfrm>
            <a:off x="5924520" y="3238200"/>
            <a:ext cx="9720" cy="638640"/>
          </a:xfrm>
          <a:custGeom>
            <a:avLst/>
            <a:gdLst/>
            <a:ahLst/>
            <a:rect l="0" t="0" r="r" b="b"/>
            <a:pathLst>
              <a:path w="27" h="1774">
                <a:moveTo>
                  <a:pt x="0" y="0"/>
                </a:moveTo>
                <a:lnTo>
                  <a:pt x="27" y="0"/>
                </a:lnTo>
                <a:lnTo>
                  <a:pt x="27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9" name=""/>
          <p:cNvSpPr/>
          <p:nvPr/>
        </p:nvSpPr>
        <p:spPr>
          <a:xfrm>
            <a:off x="5933880" y="3228840"/>
            <a:ext cx="1200600" cy="9720"/>
          </a:xfrm>
          <a:custGeom>
            <a:avLst/>
            <a:gdLst/>
            <a:ahLst/>
            <a:rect l="0" t="0" r="r" b="b"/>
            <a:pathLst>
              <a:path w="3335" h="27">
                <a:moveTo>
                  <a:pt x="0" y="0"/>
                </a:moveTo>
                <a:lnTo>
                  <a:pt x="3335" y="0"/>
                </a:lnTo>
                <a:lnTo>
                  <a:pt x="3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0" name=""/>
          <p:cNvSpPr/>
          <p:nvPr/>
        </p:nvSpPr>
        <p:spPr>
          <a:xfrm>
            <a:off x="7124400" y="3238200"/>
            <a:ext cx="10080" cy="638640"/>
          </a:xfrm>
          <a:custGeom>
            <a:avLst/>
            <a:gdLst/>
            <a:ahLst/>
            <a:rect l="0" t="0" r="r" b="b"/>
            <a:pathLst>
              <a:path w="28" h="1774">
                <a:moveTo>
                  <a:pt x="0" y="0"/>
                </a:moveTo>
                <a:lnTo>
                  <a:pt x="28" y="0"/>
                </a:lnTo>
                <a:lnTo>
                  <a:pt x="28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1" name=""/>
          <p:cNvSpPr/>
          <p:nvPr/>
        </p:nvSpPr>
        <p:spPr>
          <a:xfrm>
            <a:off x="7134120" y="3228840"/>
            <a:ext cx="3715200" cy="9720"/>
          </a:xfrm>
          <a:custGeom>
            <a:avLst/>
            <a:gdLst/>
            <a:ahLst/>
            <a:rect l="0" t="0" r="r" b="b"/>
            <a:pathLst>
              <a:path w="10320" h="27">
                <a:moveTo>
                  <a:pt x="0" y="0"/>
                </a:moveTo>
                <a:lnTo>
                  <a:pt x="10320" y="0"/>
                </a:lnTo>
                <a:lnTo>
                  <a:pt x="1032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2" name=""/>
          <p:cNvSpPr/>
          <p:nvPr/>
        </p:nvSpPr>
        <p:spPr>
          <a:xfrm>
            <a:off x="10839240" y="3238200"/>
            <a:ext cx="10080" cy="638640"/>
          </a:xfrm>
          <a:custGeom>
            <a:avLst/>
            <a:gdLst/>
            <a:ahLst/>
            <a:rect l="0" t="0" r="r" b="b"/>
            <a:pathLst>
              <a:path w="28" h="1774">
                <a:moveTo>
                  <a:pt x="0" y="0"/>
                </a:moveTo>
                <a:lnTo>
                  <a:pt x="28" y="0"/>
                </a:lnTo>
                <a:lnTo>
                  <a:pt x="28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3" name=""/>
          <p:cNvSpPr/>
          <p:nvPr/>
        </p:nvSpPr>
        <p:spPr>
          <a:xfrm>
            <a:off x="10848960" y="3228840"/>
            <a:ext cx="809640" cy="9720"/>
          </a:xfrm>
          <a:custGeom>
            <a:avLst/>
            <a:gdLst/>
            <a:ahLst/>
            <a:rect l="0" t="0" r="r" b="b"/>
            <a:pathLst>
              <a:path w="2249" h="27">
                <a:moveTo>
                  <a:pt x="0" y="0"/>
                </a:moveTo>
                <a:lnTo>
                  <a:pt x="2249" y="0"/>
                </a:lnTo>
                <a:lnTo>
                  <a:pt x="224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4" name=""/>
          <p:cNvSpPr/>
          <p:nvPr/>
        </p:nvSpPr>
        <p:spPr>
          <a:xfrm>
            <a:off x="11648880" y="3238200"/>
            <a:ext cx="9720" cy="638640"/>
          </a:xfrm>
          <a:custGeom>
            <a:avLst/>
            <a:gdLst/>
            <a:ahLst/>
            <a:rect l="0" t="0" r="r" b="b"/>
            <a:pathLst>
              <a:path w="27" h="1774">
                <a:moveTo>
                  <a:pt x="0" y="0"/>
                </a:moveTo>
                <a:lnTo>
                  <a:pt x="27" y="0"/>
                </a:lnTo>
                <a:lnTo>
                  <a:pt x="27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5" name=""/>
          <p:cNvSpPr/>
          <p:nvPr/>
        </p:nvSpPr>
        <p:spPr>
          <a:xfrm>
            <a:off x="5124240" y="3876480"/>
            <a:ext cx="10440" cy="638640"/>
          </a:xfrm>
          <a:custGeom>
            <a:avLst/>
            <a:gdLst/>
            <a:ahLst/>
            <a:rect l="0" t="0" r="r" b="b"/>
            <a:pathLst>
              <a:path w="29" h="1774">
                <a:moveTo>
                  <a:pt x="0" y="0"/>
                </a:moveTo>
                <a:lnTo>
                  <a:pt x="29" y="0"/>
                </a:lnTo>
                <a:lnTo>
                  <a:pt x="2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6" name=""/>
          <p:cNvSpPr/>
          <p:nvPr/>
        </p:nvSpPr>
        <p:spPr>
          <a:xfrm>
            <a:off x="5124240" y="3867120"/>
            <a:ext cx="810000" cy="9720"/>
          </a:xfrm>
          <a:custGeom>
            <a:avLst/>
            <a:gdLst/>
            <a:ahLst/>
            <a:rect l="0" t="0" r="r" b="b"/>
            <a:pathLst>
              <a:path w="2250" h="27">
                <a:moveTo>
                  <a:pt x="0" y="0"/>
                </a:moveTo>
                <a:lnTo>
                  <a:pt x="2250" y="0"/>
                </a:lnTo>
                <a:lnTo>
                  <a:pt x="225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7" name=""/>
          <p:cNvSpPr/>
          <p:nvPr/>
        </p:nvSpPr>
        <p:spPr>
          <a:xfrm>
            <a:off x="5924520" y="3876480"/>
            <a:ext cx="9720" cy="638640"/>
          </a:xfrm>
          <a:custGeom>
            <a:avLst/>
            <a:gdLst/>
            <a:ahLst/>
            <a:rect l="0" t="0" r="r" b="b"/>
            <a:pathLst>
              <a:path w="27" h="1774">
                <a:moveTo>
                  <a:pt x="0" y="0"/>
                </a:moveTo>
                <a:lnTo>
                  <a:pt x="27" y="0"/>
                </a:lnTo>
                <a:lnTo>
                  <a:pt x="27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8" name=""/>
          <p:cNvSpPr/>
          <p:nvPr/>
        </p:nvSpPr>
        <p:spPr>
          <a:xfrm>
            <a:off x="5933880" y="3867120"/>
            <a:ext cx="1200600" cy="9720"/>
          </a:xfrm>
          <a:custGeom>
            <a:avLst/>
            <a:gdLst/>
            <a:ahLst/>
            <a:rect l="0" t="0" r="r" b="b"/>
            <a:pathLst>
              <a:path w="3335" h="27">
                <a:moveTo>
                  <a:pt x="0" y="0"/>
                </a:moveTo>
                <a:lnTo>
                  <a:pt x="3335" y="0"/>
                </a:lnTo>
                <a:lnTo>
                  <a:pt x="3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9" name=""/>
          <p:cNvSpPr/>
          <p:nvPr/>
        </p:nvSpPr>
        <p:spPr>
          <a:xfrm>
            <a:off x="7124400" y="3876480"/>
            <a:ext cx="10080" cy="638640"/>
          </a:xfrm>
          <a:custGeom>
            <a:avLst/>
            <a:gdLst/>
            <a:ahLst/>
            <a:rect l="0" t="0" r="r" b="b"/>
            <a:pathLst>
              <a:path w="28" h="1774">
                <a:moveTo>
                  <a:pt x="0" y="0"/>
                </a:moveTo>
                <a:lnTo>
                  <a:pt x="28" y="0"/>
                </a:lnTo>
                <a:lnTo>
                  <a:pt x="28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0" name=""/>
          <p:cNvSpPr/>
          <p:nvPr/>
        </p:nvSpPr>
        <p:spPr>
          <a:xfrm>
            <a:off x="7134120" y="3867120"/>
            <a:ext cx="3715200" cy="9720"/>
          </a:xfrm>
          <a:custGeom>
            <a:avLst/>
            <a:gdLst/>
            <a:ahLst/>
            <a:rect l="0" t="0" r="r" b="b"/>
            <a:pathLst>
              <a:path w="10320" h="27">
                <a:moveTo>
                  <a:pt x="0" y="0"/>
                </a:moveTo>
                <a:lnTo>
                  <a:pt x="10320" y="0"/>
                </a:lnTo>
                <a:lnTo>
                  <a:pt x="1032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1" name=""/>
          <p:cNvSpPr/>
          <p:nvPr/>
        </p:nvSpPr>
        <p:spPr>
          <a:xfrm>
            <a:off x="10839240" y="3876480"/>
            <a:ext cx="10080" cy="638640"/>
          </a:xfrm>
          <a:custGeom>
            <a:avLst/>
            <a:gdLst/>
            <a:ahLst/>
            <a:rect l="0" t="0" r="r" b="b"/>
            <a:pathLst>
              <a:path w="28" h="1774">
                <a:moveTo>
                  <a:pt x="0" y="0"/>
                </a:moveTo>
                <a:lnTo>
                  <a:pt x="28" y="0"/>
                </a:lnTo>
                <a:lnTo>
                  <a:pt x="28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2" name=""/>
          <p:cNvSpPr/>
          <p:nvPr/>
        </p:nvSpPr>
        <p:spPr>
          <a:xfrm>
            <a:off x="10848960" y="3867120"/>
            <a:ext cx="809640" cy="9720"/>
          </a:xfrm>
          <a:custGeom>
            <a:avLst/>
            <a:gdLst/>
            <a:ahLst/>
            <a:rect l="0" t="0" r="r" b="b"/>
            <a:pathLst>
              <a:path w="2249" h="27">
                <a:moveTo>
                  <a:pt x="0" y="0"/>
                </a:moveTo>
                <a:lnTo>
                  <a:pt x="2249" y="0"/>
                </a:lnTo>
                <a:lnTo>
                  <a:pt x="224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3" name=""/>
          <p:cNvSpPr/>
          <p:nvPr/>
        </p:nvSpPr>
        <p:spPr>
          <a:xfrm>
            <a:off x="11648880" y="3876480"/>
            <a:ext cx="9720" cy="638640"/>
          </a:xfrm>
          <a:custGeom>
            <a:avLst/>
            <a:gdLst/>
            <a:ahLst/>
            <a:rect l="0" t="0" r="r" b="b"/>
            <a:pathLst>
              <a:path w="27" h="1774">
                <a:moveTo>
                  <a:pt x="0" y="0"/>
                </a:moveTo>
                <a:lnTo>
                  <a:pt x="27" y="0"/>
                </a:lnTo>
                <a:lnTo>
                  <a:pt x="27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4" name=""/>
          <p:cNvSpPr/>
          <p:nvPr/>
        </p:nvSpPr>
        <p:spPr>
          <a:xfrm>
            <a:off x="5124240" y="4514760"/>
            <a:ext cx="10440" cy="638280"/>
          </a:xfrm>
          <a:custGeom>
            <a:avLst/>
            <a:gdLst/>
            <a:ahLst/>
            <a:rect l="0" t="0" r="r" b="b"/>
            <a:pathLst>
              <a:path w="29" h="1773">
                <a:moveTo>
                  <a:pt x="0" y="0"/>
                </a:moveTo>
                <a:lnTo>
                  <a:pt x="29" y="0"/>
                </a:lnTo>
                <a:lnTo>
                  <a:pt x="29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5" name=""/>
          <p:cNvSpPr/>
          <p:nvPr/>
        </p:nvSpPr>
        <p:spPr>
          <a:xfrm>
            <a:off x="5124240" y="4505040"/>
            <a:ext cx="810000" cy="10080"/>
          </a:xfrm>
          <a:custGeom>
            <a:avLst/>
            <a:gdLst/>
            <a:ahLst/>
            <a:rect l="0" t="0" r="r" b="b"/>
            <a:pathLst>
              <a:path w="2250" h="28">
                <a:moveTo>
                  <a:pt x="0" y="0"/>
                </a:moveTo>
                <a:lnTo>
                  <a:pt x="2250" y="0"/>
                </a:lnTo>
                <a:lnTo>
                  <a:pt x="225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6" name=""/>
          <p:cNvSpPr/>
          <p:nvPr/>
        </p:nvSpPr>
        <p:spPr>
          <a:xfrm>
            <a:off x="5924520" y="4514760"/>
            <a:ext cx="9720" cy="638280"/>
          </a:xfrm>
          <a:custGeom>
            <a:avLst/>
            <a:gdLst/>
            <a:ahLst/>
            <a:rect l="0" t="0" r="r" b="b"/>
            <a:pathLst>
              <a:path w="27" h="1773">
                <a:moveTo>
                  <a:pt x="0" y="0"/>
                </a:moveTo>
                <a:lnTo>
                  <a:pt x="27" y="0"/>
                </a:lnTo>
                <a:lnTo>
                  <a:pt x="27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7" name=""/>
          <p:cNvSpPr/>
          <p:nvPr/>
        </p:nvSpPr>
        <p:spPr>
          <a:xfrm>
            <a:off x="5933880" y="4505040"/>
            <a:ext cx="1200600" cy="10080"/>
          </a:xfrm>
          <a:custGeom>
            <a:avLst/>
            <a:gdLst/>
            <a:ahLst/>
            <a:rect l="0" t="0" r="r" b="b"/>
            <a:pathLst>
              <a:path w="3335" h="28">
                <a:moveTo>
                  <a:pt x="0" y="0"/>
                </a:moveTo>
                <a:lnTo>
                  <a:pt x="3335" y="0"/>
                </a:lnTo>
                <a:lnTo>
                  <a:pt x="333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8" name=""/>
          <p:cNvSpPr/>
          <p:nvPr/>
        </p:nvSpPr>
        <p:spPr>
          <a:xfrm>
            <a:off x="7124400" y="4514760"/>
            <a:ext cx="10080" cy="638280"/>
          </a:xfrm>
          <a:custGeom>
            <a:avLst/>
            <a:gdLst/>
            <a:ahLst/>
            <a:rect l="0" t="0" r="r" b="b"/>
            <a:pathLst>
              <a:path w="28" h="1773">
                <a:moveTo>
                  <a:pt x="0" y="0"/>
                </a:moveTo>
                <a:lnTo>
                  <a:pt x="28" y="0"/>
                </a:lnTo>
                <a:lnTo>
                  <a:pt x="28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9" name=""/>
          <p:cNvSpPr/>
          <p:nvPr/>
        </p:nvSpPr>
        <p:spPr>
          <a:xfrm>
            <a:off x="7134120" y="4505040"/>
            <a:ext cx="3715200" cy="10080"/>
          </a:xfrm>
          <a:custGeom>
            <a:avLst/>
            <a:gdLst/>
            <a:ahLst/>
            <a:rect l="0" t="0" r="r" b="b"/>
            <a:pathLst>
              <a:path w="10320" h="28">
                <a:moveTo>
                  <a:pt x="0" y="0"/>
                </a:moveTo>
                <a:lnTo>
                  <a:pt x="10320" y="0"/>
                </a:lnTo>
                <a:lnTo>
                  <a:pt x="1032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0" name=""/>
          <p:cNvSpPr/>
          <p:nvPr/>
        </p:nvSpPr>
        <p:spPr>
          <a:xfrm>
            <a:off x="10839240" y="4514760"/>
            <a:ext cx="10080" cy="638280"/>
          </a:xfrm>
          <a:custGeom>
            <a:avLst/>
            <a:gdLst/>
            <a:ahLst/>
            <a:rect l="0" t="0" r="r" b="b"/>
            <a:pathLst>
              <a:path w="28" h="1773">
                <a:moveTo>
                  <a:pt x="0" y="0"/>
                </a:moveTo>
                <a:lnTo>
                  <a:pt x="28" y="0"/>
                </a:lnTo>
                <a:lnTo>
                  <a:pt x="28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1" name=""/>
          <p:cNvSpPr/>
          <p:nvPr/>
        </p:nvSpPr>
        <p:spPr>
          <a:xfrm>
            <a:off x="10848960" y="4505040"/>
            <a:ext cx="809640" cy="10080"/>
          </a:xfrm>
          <a:custGeom>
            <a:avLst/>
            <a:gdLst/>
            <a:ahLst/>
            <a:rect l="0" t="0" r="r" b="b"/>
            <a:pathLst>
              <a:path w="2249" h="28">
                <a:moveTo>
                  <a:pt x="0" y="0"/>
                </a:moveTo>
                <a:lnTo>
                  <a:pt x="2249" y="0"/>
                </a:lnTo>
                <a:lnTo>
                  <a:pt x="224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2" name=""/>
          <p:cNvSpPr/>
          <p:nvPr/>
        </p:nvSpPr>
        <p:spPr>
          <a:xfrm>
            <a:off x="11648880" y="4514760"/>
            <a:ext cx="9720" cy="638280"/>
          </a:xfrm>
          <a:custGeom>
            <a:avLst/>
            <a:gdLst/>
            <a:ahLst/>
            <a:rect l="0" t="0" r="r" b="b"/>
            <a:pathLst>
              <a:path w="27" h="1773">
                <a:moveTo>
                  <a:pt x="0" y="0"/>
                </a:moveTo>
                <a:lnTo>
                  <a:pt x="27" y="0"/>
                </a:lnTo>
                <a:lnTo>
                  <a:pt x="27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3" name=""/>
          <p:cNvSpPr/>
          <p:nvPr/>
        </p:nvSpPr>
        <p:spPr>
          <a:xfrm>
            <a:off x="5124240" y="5143320"/>
            <a:ext cx="810000" cy="9720"/>
          </a:xfrm>
          <a:custGeom>
            <a:avLst/>
            <a:gdLst/>
            <a:ahLst/>
            <a:rect l="0" t="0" r="r" b="b"/>
            <a:pathLst>
              <a:path w="2250" h="27">
                <a:moveTo>
                  <a:pt x="0" y="0"/>
                </a:moveTo>
                <a:lnTo>
                  <a:pt x="2250" y="0"/>
                </a:lnTo>
                <a:lnTo>
                  <a:pt x="225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4" name=""/>
          <p:cNvSpPr/>
          <p:nvPr/>
        </p:nvSpPr>
        <p:spPr>
          <a:xfrm>
            <a:off x="5933880" y="5143320"/>
            <a:ext cx="1200600" cy="9720"/>
          </a:xfrm>
          <a:custGeom>
            <a:avLst/>
            <a:gdLst/>
            <a:ahLst/>
            <a:rect l="0" t="0" r="r" b="b"/>
            <a:pathLst>
              <a:path w="3335" h="27">
                <a:moveTo>
                  <a:pt x="0" y="0"/>
                </a:moveTo>
                <a:lnTo>
                  <a:pt x="3335" y="0"/>
                </a:lnTo>
                <a:lnTo>
                  <a:pt x="3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5" name=""/>
          <p:cNvSpPr/>
          <p:nvPr/>
        </p:nvSpPr>
        <p:spPr>
          <a:xfrm>
            <a:off x="7134120" y="5143320"/>
            <a:ext cx="3715200" cy="9720"/>
          </a:xfrm>
          <a:custGeom>
            <a:avLst/>
            <a:gdLst/>
            <a:ahLst/>
            <a:rect l="0" t="0" r="r" b="b"/>
            <a:pathLst>
              <a:path w="10320" h="27">
                <a:moveTo>
                  <a:pt x="0" y="0"/>
                </a:moveTo>
                <a:lnTo>
                  <a:pt x="10320" y="0"/>
                </a:lnTo>
                <a:lnTo>
                  <a:pt x="1032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6" name=""/>
          <p:cNvSpPr/>
          <p:nvPr/>
        </p:nvSpPr>
        <p:spPr>
          <a:xfrm>
            <a:off x="10848960" y="5143320"/>
            <a:ext cx="809640" cy="9720"/>
          </a:xfrm>
          <a:custGeom>
            <a:avLst/>
            <a:gdLst/>
            <a:ahLst/>
            <a:rect l="0" t="0" r="r" b="b"/>
            <a:pathLst>
              <a:path w="2249" h="27">
                <a:moveTo>
                  <a:pt x="0" y="0"/>
                </a:moveTo>
                <a:lnTo>
                  <a:pt x="2249" y="0"/>
                </a:lnTo>
                <a:lnTo>
                  <a:pt x="224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7" name=""/>
          <p:cNvSpPr txBox="1"/>
          <p:nvPr/>
        </p:nvSpPr>
        <p:spPr>
          <a:xfrm>
            <a:off x="799920" y="359964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説明変数を⾒直し、モデルを再構築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8" name=""/>
          <p:cNvSpPr txBox="1"/>
          <p:nvPr/>
        </p:nvSpPr>
        <p:spPr>
          <a:xfrm>
            <a:off x="5120640" y="1572480"/>
            <a:ext cx="104472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650" b="1" u="none" strike="noStrike">
                <a:solidFill>
                  <a:srgbClr val="64748B"/>
                </a:solidFill>
                <a:effectLst/>
                <a:uFillTx/>
                <a:latin typeface="HiraginoSans-W6"/>
                <a:ea typeface="HiraginoSans-W6"/>
              </a:rPr>
              <a:t>モデル変遷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9" name=""/>
          <p:cNvSpPr txBox="1"/>
          <p:nvPr/>
        </p:nvSpPr>
        <p:spPr>
          <a:xfrm>
            <a:off x="5253840" y="205452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バージ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0" name=""/>
          <p:cNvSpPr txBox="1"/>
          <p:nvPr/>
        </p:nvSpPr>
        <p:spPr>
          <a:xfrm>
            <a:off x="5253840" y="231192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ョン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1" name=""/>
          <p:cNvSpPr txBox="1"/>
          <p:nvPr/>
        </p:nvSpPr>
        <p:spPr>
          <a:xfrm>
            <a:off x="6058080" y="218808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期間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2" name=""/>
          <p:cNvSpPr txBox="1"/>
          <p:nvPr/>
        </p:nvSpPr>
        <p:spPr>
          <a:xfrm>
            <a:off x="7261920" y="218808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説明変数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3" name=""/>
          <p:cNvSpPr txBox="1"/>
          <p:nvPr/>
        </p:nvSpPr>
        <p:spPr>
          <a:xfrm>
            <a:off x="10973520" y="2046600"/>
            <a:ext cx="2347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CV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4" name=""/>
          <p:cNvSpPr txBox="1"/>
          <p:nvPr/>
        </p:nvSpPr>
        <p:spPr>
          <a:xfrm>
            <a:off x="10973520" y="2303640"/>
            <a:ext cx="3830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MAE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5" name=""/>
          <p:cNvSpPr txBox="1"/>
          <p:nvPr/>
        </p:nvSpPr>
        <p:spPr>
          <a:xfrm>
            <a:off x="5253840" y="2818080"/>
            <a:ext cx="181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v1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6" name=""/>
          <p:cNvSpPr txBox="1"/>
          <p:nvPr/>
        </p:nvSpPr>
        <p:spPr>
          <a:xfrm>
            <a:off x="6058080" y="26928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〜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7" name=""/>
          <p:cNvSpPr txBox="1"/>
          <p:nvPr/>
        </p:nvSpPr>
        <p:spPr>
          <a:xfrm>
            <a:off x="6229440" y="2684880"/>
            <a:ext cx="703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2026-05-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8" name=""/>
          <p:cNvSpPr txBox="1"/>
          <p:nvPr/>
        </p:nvSpPr>
        <p:spPr>
          <a:xfrm>
            <a:off x="6058080" y="2941920"/>
            <a:ext cx="1904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17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9" name=""/>
          <p:cNvSpPr txBox="1"/>
          <p:nvPr/>
        </p:nvSpPr>
        <p:spPr>
          <a:xfrm>
            <a:off x="7261920" y="268488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0" name=""/>
          <p:cNvSpPr txBox="1"/>
          <p:nvPr/>
        </p:nvSpPr>
        <p:spPr>
          <a:xfrm>
            <a:off x="7356960" y="269280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変数（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1" name=""/>
          <p:cNvSpPr txBox="1"/>
          <p:nvPr/>
        </p:nvSpPr>
        <p:spPr>
          <a:xfrm>
            <a:off x="7871400" y="2684880"/>
            <a:ext cx="3578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2" name=""/>
          <p:cNvSpPr txBox="1"/>
          <p:nvPr/>
        </p:nvSpPr>
        <p:spPr>
          <a:xfrm>
            <a:off x="8229960" y="26928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3" name=""/>
          <p:cNvSpPr txBox="1"/>
          <p:nvPr/>
        </p:nvSpPr>
        <p:spPr>
          <a:xfrm>
            <a:off x="8401680" y="2684880"/>
            <a:ext cx="768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TMP_max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4" name=""/>
          <p:cNvSpPr txBox="1"/>
          <p:nvPr/>
        </p:nvSpPr>
        <p:spPr>
          <a:xfrm>
            <a:off x="9173160" y="269280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5" name=""/>
          <p:cNvSpPr txBox="1"/>
          <p:nvPr/>
        </p:nvSpPr>
        <p:spPr>
          <a:xfrm>
            <a:off x="9516240" y="2684880"/>
            <a:ext cx="550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sin/cos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6" name=""/>
          <p:cNvSpPr txBox="1"/>
          <p:nvPr/>
        </p:nvSpPr>
        <p:spPr>
          <a:xfrm>
            <a:off x="10068480" y="26928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7" name=""/>
          <p:cNvSpPr txBox="1"/>
          <p:nvPr/>
        </p:nvSpPr>
        <p:spPr>
          <a:xfrm>
            <a:off x="7261920" y="2941920"/>
            <a:ext cx="11764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GSR_5day_avg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8" name=""/>
          <p:cNvSpPr txBox="1"/>
          <p:nvPr/>
        </p:nvSpPr>
        <p:spPr>
          <a:xfrm>
            <a:off x="8442720" y="294984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9" name=""/>
          <p:cNvSpPr txBox="1"/>
          <p:nvPr/>
        </p:nvSpPr>
        <p:spPr>
          <a:xfrm>
            <a:off x="8614440" y="2941920"/>
            <a:ext cx="1189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GSR_5day_ago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0" name=""/>
          <p:cNvSpPr txBox="1"/>
          <p:nvPr/>
        </p:nvSpPr>
        <p:spPr>
          <a:xfrm>
            <a:off x="9808200" y="294984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等）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1" name=""/>
          <p:cNvSpPr txBox="1"/>
          <p:nvPr/>
        </p:nvSpPr>
        <p:spPr>
          <a:xfrm>
            <a:off x="10973520" y="2818080"/>
            <a:ext cx="1713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—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2" name=""/>
          <p:cNvSpPr txBox="1"/>
          <p:nvPr/>
        </p:nvSpPr>
        <p:spPr>
          <a:xfrm>
            <a:off x="5253840" y="3456360"/>
            <a:ext cx="181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v2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3" name=""/>
          <p:cNvSpPr txBox="1"/>
          <p:nvPr/>
        </p:nvSpPr>
        <p:spPr>
          <a:xfrm>
            <a:off x="6058080" y="3322800"/>
            <a:ext cx="703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2026-05-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4" name=""/>
          <p:cNvSpPr txBox="1"/>
          <p:nvPr/>
        </p:nvSpPr>
        <p:spPr>
          <a:xfrm>
            <a:off x="6058080" y="3580200"/>
            <a:ext cx="1904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5" name=""/>
          <p:cNvSpPr txBox="1"/>
          <p:nvPr/>
        </p:nvSpPr>
        <p:spPr>
          <a:xfrm>
            <a:off x="6248880" y="358812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〜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6" name=""/>
          <p:cNvSpPr txBox="1"/>
          <p:nvPr/>
        </p:nvSpPr>
        <p:spPr>
          <a:xfrm>
            <a:off x="6420240" y="3580200"/>
            <a:ext cx="4467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06-06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7" name=""/>
          <p:cNvSpPr txBox="1"/>
          <p:nvPr/>
        </p:nvSpPr>
        <p:spPr>
          <a:xfrm>
            <a:off x="7261920" y="345636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6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8" name=""/>
          <p:cNvSpPr txBox="1"/>
          <p:nvPr/>
        </p:nvSpPr>
        <p:spPr>
          <a:xfrm>
            <a:off x="7356960" y="346428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変数（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9" name=""/>
          <p:cNvSpPr txBox="1"/>
          <p:nvPr/>
        </p:nvSpPr>
        <p:spPr>
          <a:xfrm>
            <a:off x="7871400" y="3456360"/>
            <a:ext cx="3578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60" name=""/>
          <p:cNvSpPr txBox="1"/>
          <p:nvPr/>
        </p:nvSpPr>
        <p:spPr>
          <a:xfrm>
            <a:off x="8229960" y="34642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61" name=""/>
          <p:cNvSpPr txBox="1"/>
          <p:nvPr/>
        </p:nvSpPr>
        <p:spPr>
          <a:xfrm>
            <a:off x="8401680" y="3456360"/>
            <a:ext cx="7812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GSR_ratio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62" name=""/>
          <p:cNvSpPr txBox="1"/>
          <p:nvPr/>
        </p:nvSpPr>
        <p:spPr>
          <a:xfrm>
            <a:off x="9185760" y="34642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63" name=""/>
          <p:cNvSpPr txBox="1"/>
          <p:nvPr/>
        </p:nvSpPr>
        <p:spPr>
          <a:xfrm>
            <a:off x="9357120" y="3456360"/>
            <a:ext cx="8164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TMP_max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64" name=""/>
          <p:cNvSpPr txBox="1"/>
          <p:nvPr/>
        </p:nvSpPr>
        <p:spPr>
          <a:xfrm>
            <a:off x="10176480" y="346428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等）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65" name=""/>
          <p:cNvSpPr txBox="1"/>
          <p:nvPr/>
        </p:nvSpPr>
        <p:spPr>
          <a:xfrm>
            <a:off x="10973520" y="332280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2.23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66" name=""/>
          <p:cNvSpPr txBox="1"/>
          <p:nvPr/>
        </p:nvSpPr>
        <p:spPr>
          <a:xfrm>
            <a:off x="10973520" y="3580200"/>
            <a:ext cx="3423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67" name=""/>
          <p:cNvSpPr txBox="1"/>
          <p:nvPr/>
        </p:nvSpPr>
        <p:spPr>
          <a:xfrm>
            <a:off x="5253840" y="4094280"/>
            <a:ext cx="1843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v3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68" name=""/>
          <p:cNvSpPr txBox="1"/>
          <p:nvPr/>
        </p:nvSpPr>
        <p:spPr>
          <a:xfrm>
            <a:off x="6058080" y="3961080"/>
            <a:ext cx="70920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2026-06-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69" name=""/>
          <p:cNvSpPr txBox="1"/>
          <p:nvPr/>
        </p:nvSpPr>
        <p:spPr>
          <a:xfrm>
            <a:off x="6058080" y="4218120"/>
            <a:ext cx="1904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07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70" name=""/>
          <p:cNvSpPr txBox="1"/>
          <p:nvPr/>
        </p:nvSpPr>
        <p:spPr>
          <a:xfrm>
            <a:off x="6248880" y="42264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〜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71" name=""/>
          <p:cNvSpPr txBox="1"/>
          <p:nvPr/>
        </p:nvSpPr>
        <p:spPr>
          <a:xfrm>
            <a:off x="7261920" y="4094280"/>
            <a:ext cx="17100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72" name=""/>
          <p:cNvSpPr txBox="1"/>
          <p:nvPr/>
        </p:nvSpPr>
        <p:spPr>
          <a:xfrm>
            <a:off x="7356960" y="410256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変数（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73" name=""/>
          <p:cNvSpPr txBox="1"/>
          <p:nvPr/>
        </p:nvSpPr>
        <p:spPr>
          <a:xfrm>
            <a:off x="7871400" y="4094280"/>
            <a:ext cx="3643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74" name=""/>
          <p:cNvSpPr txBox="1"/>
          <p:nvPr/>
        </p:nvSpPr>
        <p:spPr>
          <a:xfrm>
            <a:off x="8236800" y="41025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75" name=""/>
          <p:cNvSpPr txBox="1"/>
          <p:nvPr/>
        </p:nvSpPr>
        <p:spPr>
          <a:xfrm>
            <a:off x="8408160" y="4094280"/>
            <a:ext cx="8222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GSR_ratio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76" name=""/>
          <p:cNvSpPr txBox="1"/>
          <p:nvPr/>
        </p:nvSpPr>
        <p:spPr>
          <a:xfrm>
            <a:off x="9233280" y="41025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77" name=""/>
          <p:cNvSpPr txBox="1"/>
          <p:nvPr/>
        </p:nvSpPr>
        <p:spPr>
          <a:xfrm>
            <a:off x="9405000" y="4094280"/>
            <a:ext cx="3488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78" name=""/>
          <p:cNvSpPr txBox="1"/>
          <p:nvPr/>
        </p:nvSpPr>
        <p:spPr>
          <a:xfrm>
            <a:off x="9754560" y="41025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79" name=""/>
          <p:cNvSpPr txBox="1"/>
          <p:nvPr/>
        </p:nvSpPr>
        <p:spPr>
          <a:xfrm>
            <a:off x="10973520" y="3961080"/>
            <a:ext cx="33300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2.08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80" name=""/>
          <p:cNvSpPr txBox="1"/>
          <p:nvPr/>
        </p:nvSpPr>
        <p:spPr>
          <a:xfrm>
            <a:off x="10973520" y="4218120"/>
            <a:ext cx="36108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81" name=""/>
          <p:cNvSpPr txBox="1"/>
          <p:nvPr/>
        </p:nvSpPr>
        <p:spPr>
          <a:xfrm>
            <a:off x="5253840" y="4732560"/>
            <a:ext cx="2822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v3b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82" name=""/>
          <p:cNvSpPr txBox="1"/>
          <p:nvPr/>
        </p:nvSpPr>
        <p:spPr>
          <a:xfrm>
            <a:off x="6058080" y="4599360"/>
            <a:ext cx="703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2026-06-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83" name=""/>
          <p:cNvSpPr txBox="1"/>
          <p:nvPr/>
        </p:nvSpPr>
        <p:spPr>
          <a:xfrm>
            <a:off x="6058080" y="4856400"/>
            <a:ext cx="1904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84" name=""/>
          <p:cNvSpPr txBox="1"/>
          <p:nvPr/>
        </p:nvSpPr>
        <p:spPr>
          <a:xfrm>
            <a:off x="6248880" y="48646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〜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85" name=""/>
          <p:cNvSpPr txBox="1"/>
          <p:nvPr/>
        </p:nvSpPr>
        <p:spPr>
          <a:xfrm>
            <a:off x="7261920" y="473256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86" name=""/>
          <p:cNvSpPr txBox="1"/>
          <p:nvPr/>
        </p:nvSpPr>
        <p:spPr>
          <a:xfrm>
            <a:off x="7356960" y="474084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変数（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87" name=""/>
          <p:cNvSpPr txBox="1"/>
          <p:nvPr/>
        </p:nvSpPr>
        <p:spPr>
          <a:xfrm>
            <a:off x="7871400" y="4732560"/>
            <a:ext cx="3578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88" name=""/>
          <p:cNvSpPr txBox="1"/>
          <p:nvPr/>
        </p:nvSpPr>
        <p:spPr>
          <a:xfrm>
            <a:off x="8229960" y="474084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89" name=""/>
          <p:cNvSpPr txBox="1"/>
          <p:nvPr/>
        </p:nvSpPr>
        <p:spPr>
          <a:xfrm>
            <a:off x="8401680" y="4732560"/>
            <a:ext cx="7812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GSR_ratio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90" name=""/>
          <p:cNvSpPr txBox="1"/>
          <p:nvPr/>
        </p:nvSpPr>
        <p:spPr>
          <a:xfrm>
            <a:off x="9185760" y="474084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、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91" name=""/>
          <p:cNvSpPr txBox="1"/>
          <p:nvPr/>
        </p:nvSpPr>
        <p:spPr>
          <a:xfrm>
            <a:off x="9357120" y="4732560"/>
            <a:ext cx="342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92" name=""/>
          <p:cNvSpPr txBox="1"/>
          <p:nvPr/>
        </p:nvSpPr>
        <p:spPr>
          <a:xfrm>
            <a:off x="9699840" y="474084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除外）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93" name=""/>
          <p:cNvSpPr txBox="1"/>
          <p:nvPr/>
        </p:nvSpPr>
        <p:spPr>
          <a:xfrm>
            <a:off x="10973520" y="45993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2.22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94" name=""/>
          <p:cNvSpPr txBox="1"/>
          <p:nvPr/>
        </p:nvSpPr>
        <p:spPr>
          <a:xfrm>
            <a:off x="10973520" y="4856400"/>
            <a:ext cx="3423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95" name=""/>
          <p:cNvSpPr txBox="1"/>
          <p:nvPr/>
        </p:nvSpPr>
        <p:spPr>
          <a:xfrm>
            <a:off x="5120640" y="533304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変数を絞り込むたびに精度が向上（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96" name=""/>
          <p:cNvSpPr txBox="1"/>
          <p:nvPr/>
        </p:nvSpPr>
        <p:spPr>
          <a:xfrm>
            <a:off x="8168760" y="5324040"/>
            <a:ext cx="11368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CV MAE 2.23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97" name=""/>
          <p:cNvSpPr txBox="1"/>
          <p:nvPr/>
        </p:nvSpPr>
        <p:spPr>
          <a:xfrm>
            <a:off x="9304920" y="5333040"/>
            <a:ext cx="19116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98" name=""/>
          <p:cNvSpPr txBox="1"/>
          <p:nvPr/>
        </p:nvSpPr>
        <p:spPr>
          <a:xfrm>
            <a:off x="9495360" y="5324040"/>
            <a:ext cx="8056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2.08 kWh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99" name=""/>
          <p:cNvSpPr txBox="1"/>
          <p:nvPr/>
        </p:nvSpPr>
        <p:spPr>
          <a:xfrm>
            <a:off x="10300320" y="533304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00" name=""/>
          <p:cNvSpPr txBox="1"/>
          <p:nvPr/>
        </p:nvSpPr>
        <p:spPr>
          <a:xfrm>
            <a:off x="723960" y="6008400"/>
            <a:ext cx="924984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発電量予測は蓄電池の夜間充電判断にも活⽤。晴天予測時は太陽光発電を優先し、悪天候予測時は夜間電⼒で充電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01" name=""/>
          <p:cNvSpPr txBox="1"/>
          <p:nvPr/>
        </p:nvSpPr>
        <p:spPr>
          <a:xfrm>
            <a:off x="11768400" y="6492600"/>
            <a:ext cx="137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14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0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0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1E3A8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105" name=""/>
          <p:cNvSpPr/>
          <p:nvPr/>
        </p:nvSpPr>
        <p:spPr>
          <a:xfrm>
            <a:off x="533160" y="120960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106" name=""/>
          <p:cNvSpPr/>
          <p:nvPr/>
        </p:nvSpPr>
        <p:spPr>
          <a:xfrm>
            <a:off x="618840" y="16189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1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1"/>
                  <a:pt x="0" y="81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1"/>
                  <a:pt x="16" y="32"/>
                  <a:pt x="24" y="25"/>
                </a:cubicBezTo>
                <a:cubicBezTo>
                  <a:pt x="31" y="17"/>
                  <a:pt x="40" y="11"/>
                  <a:pt x="49" y="7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7"/>
                </a:cubicBezTo>
                <a:cubicBezTo>
                  <a:pt x="121" y="11"/>
                  <a:pt x="129" y="17"/>
                  <a:pt x="137" y="25"/>
                </a:cubicBezTo>
                <a:cubicBezTo>
                  <a:pt x="144" y="32"/>
                  <a:pt x="150" y="41"/>
                  <a:pt x="154" y="50"/>
                </a:cubicBezTo>
                <a:cubicBezTo>
                  <a:pt x="158" y="60"/>
                  <a:pt x="160" y="70"/>
                  <a:pt x="160" y="81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07" name=""/>
          <p:cNvSpPr txBox="1"/>
          <p:nvPr/>
        </p:nvSpPr>
        <p:spPr>
          <a:xfrm>
            <a:off x="533520" y="693360"/>
            <a:ext cx="3429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まとめ・今後の展開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08" name=""/>
          <p:cNvSpPr txBox="1"/>
          <p:nvPr/>
        </p:nvSpPr>
        <p:spPr>
          <a:xfrm>
            <a:off x="799920" y="1532520"/>
            <a:ext cx="1524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このプレゼンも、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09" name=""/>
          <p:cNvSpPr txBox="1"/>
          <p:nvPr/>
        </p:nvSpPr>
        <p:spPr>
          <a:xfrm>
            <a:off x="2324160" y="1523520"/>
            <a:ext cx="7912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Marp CLI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10" name=""/>
          <p:cNvSpPr txBox="1"/>
          <p:nvPr/>
        </p:nvSpPr>
        <p:spPr>
          <a:xfrm>
            <a:off x="3114360" y="153252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というツールを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11" name=""/>
          <p:cNvSpPr txBox="1"/>
          <p:nvPr/>
        </p:nvSpPr>
        <p:spPr>
          <a:xfrm>
            <a:off x="4442400" y="1523520"/>
            <a:ext cx="11192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Claude Code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12" name=""/>
          <p:cNvSpPr txBox="1"/>
          <p:nvPr/>
        </p:nvSpPr>
        <p:spPr>
          <a:xfrm>
            <a:off x="5560560" y="153252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で使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13" name=""/>
          <p:cNvSpPr/>
          <p:nvPr/>
        </p:nvSpPr>
        <p:spPr>
          <a:xfrm>
            <a:off x="618840" y="235260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1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59"/>
                  <a:pt x="6" y="50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1"/>
                  <a:pt x="150" y="40"/>
                  <a:pt x="154" y="50"/>
                </a:cubicBezTo>
                <a:cubicBezTo>
                  <a:pt x="158" y="59"/>
                  <a:pt x="160" y="70"/>
                  <a:pt x="160" y="8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14" name=""/>
          <p:cNvSpPr txBox="1"/>
          <p:nvPr/>
        </p:nvSpPr>
        <p:spPr>
          <a:xfrm>
            <a:off x="799920" y="1875600"/>
            <a:ext cx="1524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いながら⾃動作成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15" name=""/>
          <p:cNvSpPr txBox="1"/>
          <p:nvPr/>
        </p:nvSpPr>
        <p:spPr>
          <a:xfrm>
            <a:off x="799920" y="2265840"/>
            <a:ext cx="1905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開発中の各ツールは、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16" name=""/>
          <p:cNvSpPr txBox="1"/>
          <p:nvPr/>
        </p:nvSpPr>
        <p:spPr>
          <a:xfrm>
            <a:off x="2699280" y="2257200"/>
            <a:ext cx="604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GitHub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17" name=""/>
          <p:cNvSpPr txBox="1"/>
          <p:nvPr/>
        </p:nvSpPr>
        <p:spPr>
          <a:xfrm>
            <a:off x="3302640" y="2265840"/>
            <a:ext cx="2667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で成果をみえる化し、運⽤しな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18" name=""/>
          <p:cNvSpPr/>
          <p:nvPr/>
        </p:nvSpPr>
        <p:spPr>
          <a:xfrm>
            <a:off x="618840" y="30859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40"/>
                  <a:pt x="154" y="50"/>
                </a:cubicBezTo>
                <a:cubicBezTo>
                  <a:pt x="158" y="60"/>
                  <a:pt x="160" y="70"/>
                  <a:pt x="160" y="8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19" name=""/>
          <p:cNvSpPr txBox="1"/>
          <p:nvPr/>
        </p:nvSpPr>
        <p:spPr>
          <a:xfrm>
            <a:off x="799920" y="2608920"/>
            <a:ext cx="2096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がら継続的に改善を実施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20" name=""/>
          <p:cNvSpPr txBox="1"/>
          <p:nvPr/>
        </p:nvSpPr>
        <p:spPr>
          <a:xfrm>
            <a:off x="799920" y="2999520"/>
            <a:ext cx="5144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電⼒データ分析、太陽光発電予測を毎⽇実⾏、天気図⽣成、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21" name=""/>
          <p:cNvSpPr txBox="1"/>
          <p:nvPr/>
        </p:nvSpPr>
        <p:spPr>
          <a:xfrm>
            <a:off x="799920" y="334224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ローカル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22" name=""/>
          <p:cNvSpPr txBox="1"/>
          <p:nvPr/>
        </p:nvSpPr>
        <p:spPr>
          <a:xfrm>
            <a:off x="1556280" y="3333240"/>
            <a:ext cx="3783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LLM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23" name=""/>
          <p:cNvSpPr/>
          <p:nvPr/>
        </p:nvSpPr>
        <p:spPr>
          <a:xfrm>
            <a:off x="618840" y="381924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1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1"/>
                  <a:pt x="0" y="81"/>
                </a:cubicBezTo>
                <a:cubicBezTo>
                  <a:pt x="0" y="70"/>
                  <a:pt x="2" y="60"/>
                  <a:pt x="6" y="49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60"/>
                  <a:pt x="160" y="70"/>
                  <a:pt x="160" y="81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24" name=""/>
          <p:cNvSpPr txBox="1"/>
          <p:nvPr/>
        </p:nvSpPr>
        <p:spPr>
          <a:xfrm>
            <a:off x="1934280" y="3342240"/>
            <a:ext cx="3429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、ネット情報まとめなどテーマを拡張中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25" name=""/>
          <p:cNvSpPr txBox="1"/>
          <p:nvPr/>
        </p:nvSpPr>
        <p:spPr>
          <a:xfrm>
            <a:off x="799920" y="3732840"/>
            <a:ext cx="3239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課題：職場では源内利⽤開始したが、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26" name=""/>
          <p:cNvSpPr txBox="1"/>
          <p:nvPr/>
        </p:nvSpPr>
        <p:spPr>
          <a:xfrm>
            <a:off x="4038480" y="372384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27" name=""/>
          <p:cNvSpPr txBox="1"/>
          <p:nvPr/>
        </p:nvSpPr>
        <p:spPr>
          <a:xfrm>
            <a:off x="4211280" y="373284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エージェントはまだ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28" name=""/>
          <p:cNvSpPr/>
          <p:nvPr/>
        </p:nvSpPr>
        <p:spPr>
          <a:xfrm>
            <a:off x="618840" y="455292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0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0"/>
                  <a:pt x="0" y="80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8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29" name=""/>
          <p:cNvSpPr txBox="1"/>
          <p:nvPr/>
        </p:nvSpPr>
        <p:spPr>
          <a:xfrm>
            <a:off x="799920" y="4075920"/>
            <a:ext cx="3810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使えない。⾮効率なチャット開発に逆戻り。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30" name=""/>
          <p:cNvSpPr txBox="1"/>
          <p:nvPr/>
        </p:nvSpPr>
        <p:spPr>
          <a:xfrm>
            <a:off x="799920" y="446616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趣味：当⾯は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31" name=""/>
          <p:cNvSpPr txBox="1"/>
          <p:nvPr/>
        </p:nvSpPr>
        <p:spPr>
          <a:xfrm>
            <a:off x="1942920" y="44571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32" name=""/>
          <p:cNvSpPr txBox="1"/>
          <p:nvPr/>
        </p:nvSpPr>
        <p:spPr>
          <a:xfrm>
            <a:off x="2115720" y="4466160"/>
            <a:ext cx="3810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エージェントで何でも⾃動化し腕を磨く。た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33" name=""/>
          <p:cNvSpPr/>
          <p:nvPr/>
        </p:nvSpPr>
        <p:spPr>
          <a:xfrm>
            <a:off x="885600" y="523872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0"/>
                  <a:pt x="158" y="101"/>
                  <a:pt x="154" y="110"/>
                </a:cubicBezTo>
                <a:cubicBezTo>
                  <a:pt x="150" y="120"/>
                  <a:pt x="143" y="129"/>
                  <a:pt x="136" y="136"/>
                </a:cubicBezTo>
                <a:cubicBezTo>
                  <a:pt x="128" y="144"/>
                  <a:pt x="120" y="149"/>
                  <a:pt x="110" y="153"/>
                </a:cubicBezTo>
                <a:cubicBezTo>
                  <a:pt x="100" y="157"/>
                  <a:pt x="90" y="159"/>
                  <a:pt x="79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39" y="149"/>
                  <a:pt x="31" y="144"/>
                  <a:pt x="23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0"/>
                  <a:pt x="0" y="80"/>
                </a:cubicBezTo>
                <a:cubicBezTo>
                  <a:pt x="0" y="69"/>
                  <a:pt x="2" y="58"/>
                  <a:pt x="6" y="49"/>
                </a:cubicBezTo>
                <a:cubicBezTo>
                  <a:pt x="10" y="39"/>
                  <a:pt x="16" y="30"/>
                  <a:pt x="23" y="23"/>
                </a:cubicBezTo>
                <a:cubicBezTo>
                  <a:pt x="31" y="15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cubicBezTo>
                  <a:pt x="90" y="0"/>
                  <a:pt x="100" y="2"/>
                  <a:pt x="110" y="6"/>
                </a:cubicBezTo>
                <a:cubicBezTo>
                  <a:pt x="120" y="10"/>
                  <a:pt x="128" y="15"/>
                  <a:pt x="136" y="23"/>
                </a:cubicBezTo>
                <a:cubicBezTo>
                  <a:pt x="143" y="30"/>
                  <a:pt x="150" y="39"/>
                  <a:pt x="154" y="49"/>
                </a:cubicBezTo>
                <a:cubicBezTo>
                  <a:pt x="158" y="58"/>
                  <a:pt x="160" y="69"/>
                  <a:pt x="160" y="80"/>
                </a:cubicBezTo>
                <a:close/>
              </a:path>
            </a:pathLst>
          </a:custGeom>
          <a:noFill/>
          <a:ln w="9360">
            <a:solidFill>
              <a:srgbClr val="FFFFFF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34" name=""/>
          <p:cNvSpPr txBox="1"/>
          <p:nvPr/>
        </p:nvSpPr>
        <p:spPr>
          <a:xfrm>
            <a:off x="799920" y="4809240"/>
            <a:ext cx="1524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だし趣味の範囲。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35" name=""/>
          <p:cNvSpPr txBox="1"/>
          <p:nvPr/>
        </p:nvSpPr>
        <p:spPr>
          <a:xfrm>
            <a:off x="1066680" y="5151960"/>
            <a:ext cx="4763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撮影した地⾐類（藻類と菌類の共⽣体）画像の⾃動分類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1136" name=""/>
          <p:cNvPicPr/>
          <p:nvPr/>
        </p:nvPicPr>
        <p:blipFill>
          <a:blip r:embed="rId1"/>
          <a:stretch/>
        </p:blipFill>
        <p:spPr>
          <a:xfrm>
            <a:off x="7029360" y="1467000"/>
            <a:ext cx="3809520" cy="1380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37" name=""/>
          <p:cNvPicPr/>
          <p:nvPr/>
        </p:nvPicPr>
        <p:blipFill>
          <a:blip r:embed="rId2"/>
          <a:stretch/>
        </p:blipFill>
        <p:spPr>
          <a:xfrm>
            <a:off x="6972120" y="3076560"/>
            <a:ext cx="1199880" cy="1428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38" name=""/>
          <p:cNvPicPr/>
          <p:nvPr/>
        </p:nvPicPr>
        <p:blipFill>
          <a:blip r:embed="rId3"/>
          <a:stretch/>
        </p:blipFill>
        <p:spPr>
          <a:xfrm>
            <a:off x="8267760" y="3076560"/>
            <a:ext cx="1152000" cy="1428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39" name=""/>
          <p:cNvPicPr/>
          <p:nvPr/>
        </p:nvPicPr>
        <p:blipFill>
          <a:blip r:embed="rId4"/>
          <a:stretch/>
        </p:blipFill>
        <p:spPr>
          <a:xfrm>
            <a:off x="9515520" y="3076560"/>
            <a:ext cx="1380600" cy="142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40" name=""/>
          <p:cNvSpPr txBox="1"/>
          <p:nvPr/>
        </p:nvSpPr>
        <p:spPr>
          <a:xfrm>
            <a:off x="1066680" y="549504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⼿法の検討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41" name=""/>
          <p:cNvSpPr txBox="1"/>
          <p:nvPr/>
        </p:nvSpPr>
        <p:spPr>
          <a:xfrm>
            <a:off x="533520" y="596160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以上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LibreOffice/26.2.4.2$MacOSX_AARCH64 LibreOffice_project/0229ac93fcf0d7cbc6376066c6f35021cef002dc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ja-JP</dc:language>
  <cp:lastModifiedBy/>
  <cp:revision>0</cp:revision>
  <dc:subject/>
  <dc:title/>
</cp:coreProperties>
</file>