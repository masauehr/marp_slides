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46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77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86" name=""/>
          <p:cNvPicPr/>
          <p:nvPr/>
        </p:nvPicPr>
        <p:blipFill>
          <a:blip r:embed="rId1"/>
          <a:stretch/>
        </p:blipFill>
        <p:spPr>
          <a:xfrm>
            <a:off x="7829640" y="1276200"/>
            <a:ext cx="2209320" cy="219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"/>
          <p:cNvPicPr/>
          <p:nvPr/>
        </p:nvPicPr>
        <p:blipFill>
          <a:blip r:embed="rId2"/>
          <a:stretch/>
        </p:blipFill>
        <p:spPr>
          <a:xfrm>
            <a:off x="7058160" y="3695760"/>
            <a:ext cx="3752640" cy="219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42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3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11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2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3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1858680" y="3904200"/>
            <a:ext cx="5715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撮影した地⾐類（藻類と菌類の共⽣体）画像の⾃動分類⼿法の検討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