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552240" y="61624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533160" y="61624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pic>
        <p:nvPicPr>
          <p:cNvPr id="327" name=""/>
          <p:cNvPicPr/>
          <p:nvPr/>
        </p:nvPicPr>
        <p:blipFill>
          <a:blip r:embed="rId1"/>
          <a:stretch/>
        </p:blipFill>
        <p:spPr>
          <a:xfrm>
            <a:off x="533520" y="1266840"/>
            <a:ext cx="5714640" cy="175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/>
          <p:cNvPicPr/>
          <p:nvPr/>
        </p:nvPicPr>
        <p:blipFill>
          <a:blip r:embed="rId2"/>
          <a:stretch/>
        </p:blipFill>
        <p:spPr>
          <a:xfrm>
            <a:off x="533520" y="3095640"/>
            <a:ext cx="5714640" cy="28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"/>
          <p:cNvSpPr txBox="1"/>
          <p:nvPr/>
        </p:nvSpPr>
        <p:spPr>
          <a:xfrm>
            <a:off x="533520" y="493560"/>
            <a:ext cx="4572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予測値と実測値の⽇次検証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723960" y="629424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